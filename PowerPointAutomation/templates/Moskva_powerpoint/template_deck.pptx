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5" r:id="rId1"/>
  </p:sldMasterIdLst>
  <p:notesMasterIdLst>
    <p:notesMasterId r:id="rId38"/>
  </p:notesMasterIdLst>
  <p:handoutMasterIdLst>
    <p:handoutMasterId r:id="rId39"/>
  </p:handoutMasterIdLst>
  <p:sldIdLst>
    <p:sldId id="276" r:id="rId2"/>
    <p:sldId id="277" r:id="rId3"/>
    <p:sldId id="278" r:id="rId4"/>
    <p:sldId id="280" r:id="rId5"/>
    <p:sldId id="281" r:id="rId6"/>
    <p:sldId id="282" r:id="rId7"/>
    <p:sldId id="279" r:id="rId8"/>
    <p:sldId id="283" r:id="rId9"/>
    <p:sldId id="284" r:id="rId10"/>
    <p:sldId id="285" r:id="rId11"/>
    <p:sldId id="289" r:id="rId12"/>
    <p:sldId id="288" r:id="rId13"/>
    <p:sldId id="290" r:id="rId14"/>
    <p:sldId id="291" r:id="rId15"/>
    <p:sldId id="292" r:id="rId16"/>
    <p:sldId id="293" r:id="rId17"/>
    <p:sldId id="294" r:id="rId18"/>
    <p:sldId id="295" r:id="rId19"/>
    <p:sldId id="296" r:id="rId20"/>
    <p:sldId id="297" r:id="rId21"/>
    <p:sldId id="306" r:id="rId22"/>
    <p:sldId id="298" r:id="rId23"/>
    <p:sldId id="299" r:id="rId24"/>
    <p:sldId id="300" r:id="rId25"/>
    <p:sldId id="301" r:id="rId26"/>
    <p:sldId id="303" r:id="rId27"/>
    <p:sldId id="304" r:id="rId28"/>
    <p:sldId id="305" r:id="rId29"/>
    <p:sldId id="287" r:id="rId30"/>
    <p:sldId id="286" r:id="rId31"/>
    <p:sldId id="257" r:id="rId32"/>
    <p:sldId id="258" r:id="rId33"/>
    <p:sldId id="270" r:id="rId34"/>
    <p:sldId id="261" r:id="rId35"/>
    <p:sldId id="274" r:id="rId36"/>
    <p:sldId id="272" r:id="rId3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Welcome Slides" id="{D2F41B08-2D84-45DC-AA51-C88991BC07B7}">
          <p14:sldIdLst>
            <p14:sldId id="276"/>
          </p14:sldIdLst>
        </p14:section>
        <p14:section name="About Us" id="{EB436416-F822-4824-967B-ED7257A0153D}">
          <p14:sldIdLst>
            <p14:sldId id="277"/>
            <p14:sldId id="278"/>
            <p14:sldId id="280"/>
            <p14:sldId id="281"/>
            <p14:sldId id="282"/>
            <p14:sldId id="279"/>
          </p14:sldIdLst>
        </p14:section>
        <p14:section name="Team" id="{058A1B96-DC8C-40D0-88E7-566B7BBBC55E}">
          <p14:sldIdLst>
            <p14:sldId id="283"/>
            <p14:sldId id="284"/>
            <p14:sldId id="285"/>
          </p14:sldIdLst>
        </p14:section>
        <p14:section name="Services" id="{DE9ACD02-107A-494F-BE1A-51BC6A15280D}">
          <p14:sldIdLst>
            <p14:sldId id="289"/>
            <p14:sldId id="288"/>
            <p14:sldId id="290"/>
            <p14:sldId id="291"/>
          </p14:sldIdLst>
        </p14:section>
        <p14:section name="Portfolio" id="{F30FF239-07AF-44CF-8068-ABE92A5627CA}">
          <p14:sldIdLst>
            <p14:sldId id="292"/>
            <p14:sldId id="293"/>
            <p14:sldId id="294"/>
          </p14:sldIdLst>
        </p14:section>
        <p14:section name="Mockup" id="{EE8B6989-AB8E-43BA-AE00-91B725B81217}">
          <p14:sldIdLst>
            <p14:sldId id="295"/>
            <p14:sldId id="296"/>
            <p14:sldId id="297"/>
            <p14:sldId id="306"/>
          </p14:sldIdLst>
        </p14:section>
        <p14:section name="Pricing Table" id="{11BBD15D-A01F-4F9B-87B7-FC084F2FF86C}">
          <p14:sldIdLst>
            <p14:sldId id="298"/>
            <p14:sldId id="299"/>
          </p14:sldIdLst>
        </p14:section>
        <p14:section name="Chart" id="{074B3B7A-1984-43E3-BC1F-87541DDFA12C}">
          <p14:sldIdLst>
            <p14:sldId id="300"/>
            <p14:sldId id="301"/>
          </p14:sldIdLst>
        </p14:section>
        <p14:section name="Infographic" id="{275FAE23-4BE1-4DBB-A76A-EE3684C04C0F}">
          <p14:sldIdLst>
            <p14:sldId id="303"/>
            <p14:sldId id="304"/>
            <p14:sldId id="305"/>
          </p14:sldIdLst>
        </p14:section>
        <p14:section name="Contact Us" id="{AB0F4005-5EA4-4ECD-A358-7C2A00650F65}">
          <p14:sldIdLst>
            <p14:sldId id="287"/>
          </p14:sldIdLst>
        </p14:section>
        <p14:section name="Ending Slides" id="{DD7A4F3A-ED4A-4746-A3F9-190387A2D88A}">
          <p14:sldIdLst>
            <p14:sldId id="286"/>
          </p14:sldIdLst>
        </p14:section>
        <p14:section name="Icons" id="{B15C361D-D0A3-4762-A16F-0ACC0FDE1EF7}">
          <p14:sldIdLst>
            <p14:sldId id="257"/>
            <p14:sldId id="258"/>
            <p14:sldId id="270"/>
            <p14:sldId id="261"/>
            <p14:sldId id="274"/>
            <p14:sldId id="272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07D66"/>
    <a:srgbClr val="F1856F"/>
    <a:srgbClr val="F39481"/>
    <a:srgbClr val="EE8B64"/>
    <a:srgbClr val="ED6145"/>
    <a:srgbClr val="F49D8C"/>
    <a:srgbClr val="FFFFFF"/>
    <a:srgbClr val="000066"/>
    <a:srgbClr val="F1A409"/>
    <a:srgbClr val="FF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706" autoAdjust="0"/>
    <p:restoredTop sz="94394" autoAdjust="0"/>
  </p:normalViewPr>
  <p:slideViewPr>
    <p:cSldViewPr snapToGrid="0">
      <p:cViewPr varScale="1">
        <p:scale>
          <a:sx n="70" d="100"/>
          <a:sy n="70" d="100"/>
        </p:scale>
        <p:origin x="67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4194"/>
    </p:cViewPr>
  </p:sorterViewPr>
  <p:notesViewPr>
    <p:cSldViewPr snapToGrid="0">
      <p:cViewPr varScale="1">
        <p:scale>
          <a:sx n="54" d="100"/>
          <a:sy n="54" d="100"/>
        </p:scale>
        <p:origin x="2820" y="6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rgbClr val="F39481"/>
            </a:solidFill>
            <a:ln>
              <a:noFill/>
            </a:ln>
            <a:effectLst/>
          </c:spPr>
          <c:invertIfNegative val="0"/>
          <c:cat>
            <c:numRef>
              <c:f>Sheet1!$A$2:$A$5</c:f>
              <c:numCache>
                <c:formatCode>General</c:formatCode>
                <c:ptCount val="4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</c:numCache>
            </c:num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DDB-4A5C-A77A-00BD975A9281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tx1">
                <a:lumMod val="75000"/>
                <a:lumOff val="25000"/>
              </a:schemeClr>
            </a:solidFill>
            <a:ln>
              <a:noFill/>
            </a:ln>
            <a:effectLst/>
          </c:spPr>
          <c:invertIfNegative val="0"/>
          <c:cat>
            <c:numRef>
              <c:f>Sheet1!$A$2:$A$5</c:f>
              <c:numCache>
                <c:formatCode>General</c:formatCode>
                <c:ptCount val="4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</c:numCache>
            </c:num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0DDB-4A5C-A77A-00BD975A9281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solidFill>
              <a:srgbClr val="F07D66"/>
            </a:solidFill>
            <a:ln>
              <a:noFill/>
            </a:ln>
            <a:effectLst/>
          </c:spPr>
          <c:invertIfNegative val="0"/>
          <c:cat>
            <c:numRef>
              <c:f>Sheet1!$A$2:$A$5</c:f>
              <c:numCache>
                <c:formatCode>General</c:formatCode>
                <c:ptCount val="4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</c:numCache>
            </c:num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4.7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0DDB-4A5C-A77A-00BD975A928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339852752"/>
        <c:axId val="339853080"/>
      </c:barChart>
      <c:catAx>
        <c:axId val="33985275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39853080"/>
        <c:crosses val="autoZero"/>
        <c:auto val="1"/>
        <c:lblAlgn val="ctr"/>
        <c:lblOffset val="100"/>
        <c:noMultiLvlLbl val="0"/>
      </c:catAx>
      <c:valAx>
        <c:axId val="33985308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3985275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6.6218018855198665E-2"/>
          <c:y val="0.12482208077703978"/>
          <c:w val="0.92385965206289433"/>
          <c:h val="0.75087347010953653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One</c:v>
                </c:pt>
              </c:strCache>
            </c:strRef>
          </c:tx>
          <c:spPr>
            <a:solidFill>
              <a:srgbClr val="F1856F"/>
            </a:solidFill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0-02E0-4EF7-8FA1-9A8BF6C38235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02E0-4EF7-8FA1-9A8BF6C38235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2-02E0-4EF7-8FA1-9A8BF6C38235}"/>
              </c:ext>
            </c:extLst>
          </c:dPt>
          <c:dPt>
            <c:idx val="3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02E0-4EF7-8FA1-9A8BF6C38235}"/>
              </c:ext>
            </c:extLst>
          </c:dPt>
          <c:dPt>
            <c:idx val="4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4-02E0-4EF7-8FA1-9A8BF6C38235}"/>
              </c:ext>
            </c:extLst>
          </c:dPt>
          <c:dPt>
            <c:idx val="5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02E0-4EF7-8FA1-9A8BF6C38235}"/>
              </c:ext>
            </c:extLst>
          </c:dPt>
          <c:dPt>
            <c:idx val="6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6-02E0-4EF7-8FA1-9A8BF6C38235}"/>
              </c:ext>
            </c:extLst>
          </c:dPt>
          <c:dPt>
            <c:idx val="7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7-02E0-4EF7-8FA1-9A8BF6C38235}"/>
              </c:ext>
            </c:extLst>
          </c:dPt>
          <c:dPt>
            <c:idx val="8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8-02E0-4EF7-8FA1-9A8BF6C38235}"/>
              </c:ext>
            </c:extLst>
          </c:dPt>
          <c:dPt>
            <c:idx val="9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9-02E0-4EF7-8FA1-9A8BF6C38235}"/>
              </c:ext>
            </c:extLst>
          </c:dPt>
          <c:dPt>
            <c:idx val="1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A-02E0-4EF7-8FA1-9A8BF6C38235}"/>
              </c:ext>
            </c:extLst>
          </c:dPt>
          <c:dPt>
            <c:idx val="1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B-02E0-4EF7-8FA1-9A8BF6C38235}"/>
              </c:ext>
            </c:extLst>
          </c:dPt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40</c:v>
                </c:pt>
                <c:pt idx="1">
                  <c:v>80</c:v>
                </c:pt>
                <c:pt idx="2">
                  <c:v>60</c:v>
                </c:pt>
                <c:pt idx="3">
                  <c:v>70</c:v>
                </c:pt>
                <c:pt idx="4">
                  <c:v>190</c:v>
                </c:pt>
                <c:pt idx="5">
                  <c:v>150</c:v>
                </c:pt>
                <c:pt idx="6">
                  <c:v>145</c:v>
                </c:pt>
                <c:pt idx="7">
                  <c:v>195</c:v>
                </c:pt>
                <c:pt idx="8">
                  <c:v>185</c:v>
                </c:pt>
                <c:pt idx="9">
                  <c:v>320</c:v>
                </c:pt>
                <c:pt idx="10">
                  <c:v>405</c:v>
                </c:pt>
                <c:pt idx="11">
                  <c:v>574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02E0-4EF7-8FA1-9A8BF6C38235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Two</c:v>
                </c:pt>
              </c:strCache>
            </c:strRef>
          </c:tx>
          <c:spPr>
            <a:solidFill>
              <a:schemeClr val="tx1">
                <a:lumMod val="65000"/>
                <a:lumOff val="35000"/>
              </a:schemeClr>
            </a:solidFill>
            <a:ln>
              <a:noFill/>
            </a:ln>
          </c:spPr>
          <c:invertIfNegative val="0"/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20</c:v>
                </c:pt>
                <c:pt idx="1">
                  <c:v>40</c:v>
                </c:pt>
                <c:pt idx="2">
                  <c:v>20</c:v>
                </c:pt>
                <c:pt idx="3">
                  <c:v>10</c:v>
                </c:pt>
                <c:pt idx="4">
                  <c:v>20</c:v>
                </c:pt>
                <c:pt idx="5">
                  <c:v>80</c:v>
                </c:pt>
                <c:pt idx="6">
                  <c:v>60</c:v>
                </c:pt>
                <c:pt idx="7">
                  <c:v>60</c:v>
                </c:pt>
                <c:pt idx="8">
                  <c:v>90</c:v>
                </c:pt>
                <c:pt idx="9">
                  <c:v>70</c:v>
                </c:pt>
                <c:pt idx="10">
                  <c:v>180</c:v>
                </c:pt>
                <c:pt idx="11">
                  <c:v>229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D-02E0-4EF7-8FA1-9A8BF6C3823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axId val="-742504656"/>
        <c:axId val="-742501392"/>
      </c:barChart>
      <c:catAx>
        <c:axId val="-742504656"/>
        <c:scaling>
          <c:orientation val="minMax"/>
        </c:scaling>
        <c:delete val="0"/>
        <c:axPos val="b"/>
        <c:majorGridlines>
          <c:spPr>
            <a:ln w="12700">
              <a:solidFill>
                <a:schemeClr val="tx1">
                  <a:lumMod val="20000"/>
                  <a:lumOff val="80000"/>
                </a:schemeClr>
              </a:solidFill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>
            <a:noFill/>
          </a:ln>
        </c:spPr>
        <c:crossAx val="-742501392"/>
        <c:crosses val="autoZero"/>
        <c:auto val="1"/>
        <c:lblAlgn val="ctr"/>
        <c:lblOffset val="100"/>
        <c:noMultiLvlLbl val="0"/>
      </c:catAx>
      <c:valAx>
        <c:axId val="-742501392"/>
        <c:scaling>
          <c:orientation val="minMax"/>
          <c:max val="600"/>
        </c:scaling>
        <c:delete val="0"/>
        <c:axPos val="l"/>
        <c:majorGridlines>
          <c:spPr>
            <a:ln w="12700">
              <a:solidFill>
                <a:schemeClr val="tx1">
                  <a:lumMod val="20000"/>
                  <a:lumOff val="80000"/>
                </a:schemeClr>
              </a:solidFill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9050">
            <a:noFill/>
          </a:ln>
        </c:spPr>
        <c:crossAx val="-742504656"/>
        <c:crosses val="autoZero"/>
        <c:crossBetween val="between"/>
      </c:valAx>
      <c:spPr>
        <a:ln w="19050">
          <a:noFill/>
        </a:ln>
      </c:spPr>
    </c:plotArea>
    <c:plotVisOnly val="1"/>
    <c:dispBlanksAs val="gap"/>
    <c:showDLblsOverMax val="0"/>
  </c:chart>
  <c:txPr>
    <a:bodyPr/>
    <a:lstStyle/>
    <a:p>
      <a:pPr>
        <a:defRPr sz="1200">
          <a:solidFill>
            <a:schemeClr val="tx1"/>
          </a:solidFill>
        </a:defRPr>
      </a:pPr>
      <a:endParaRPr lang="en-US"/>
    </a:p>
  </c:txPr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546EEF6-5139-4B01-9C26-7D2B7B82B74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C491D67-E3FA-414B-A799-EB55877F4C1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DB81EFB-2E49-46F3-8CC8-FDE5EB13A259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2A1388F-97A6-4144-B5E5-AC9BD184D2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027010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2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2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D66AB57-DA86-4631-A727-9D11EBB1C8B4}" type="datetimeFigureOut">
              <a:rPr lang="en-US" smtClean="0"/>
              <a:t>1/13/2019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49"/>
            <a:ext cx="5486400" cy="3600451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AA667F5-7F68-46F4-8D5F-4BC84A747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59122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036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016" algn="l" defTabSz="914036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036" algn="l" defTabSz="914036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052" algn="l" defTabSz="914036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069" algn="l" defTabSz="914036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5087" algn="l" defTabSz="914036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2104" algn="l" defTabSz="914036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199120" algn="l" defTabSz="914036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6136" algn="l" defTabSz="914036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d-ID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A7542B8-0205-4AF0-B1F4-C01EC1D9B32A}" type="slidenum">
              <a:rPr lang="id-ID" smtClean="0"/>
              <a:t>31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34933742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d-ID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A7542B8-0205-4AF0-B1F4-C01EC1D9B32A}" type="slidenum">
              <a:rPr lang="id-ID" smtClean="0"/>
              <a:t>32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96098105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d-ID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A7542B8-0205-4AF0-B1F4-C01EC1D9B32A}" type="slidenum">
              <a:rPr lang="id-ID" smtClean="0"/>
              <a:t>33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41905063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391087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bg>
      <p:bgPr>
        <a:solidFill>
          <a:schemeClr val="bg1">
            <a:lumMod val="6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43FE998-1C3C-47BD-9B26-FC004E72215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05883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C2949A88-B422-47A7-881B-4512E09942B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59558" y="513495"/>
            <a:ext cx="4353636" cy="5831007"/>
          </a:xfr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>
            <a:normAutofit/>
          </a:bodyPr>
          <a:lstStyle>
            <a:lvl1pPr>
              <a:defRPr sz="1400"/>
            </a:lvl1pPr>
          </a:lstStyle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5AE4218-62CB-44C3-9F3A-2111634CD5ED}"/>
              </a:ext>
            </a:extLst>
          </p:cNvPr>
          <p:cNvSpPr/>
          <p:nvPr userDrawn="1"/>
        </p:nvSpPr>
        <p:spPr>
          <a:xfrm>
            <a:off x="11552445" y="3120142"/>
            <a:ext cx="639555" cy="617716"/>
          </a:xfrm>
          <a:prstGeom prst="rect">
            <a:avLst/>
          </a:prstGeom>
          <a:solidFill>
            <a:srgbClr val="EE8B6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b="1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D26392-0E48-4C93-A297-9AB6BE6F09D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2444" y="3120142"/>
            <a:ext cx="639555" cy="61771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BC64674B-0CCF-4531-A68C-815F17BC8CC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56807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9CD71D77-5167-44B0-B475-7F08D6FD648E}"/>
              </a:ext>
            </a:extLst>
          </p:cNvPr>
          <p:cNvSpPr/>
          <p:nvPr userDrawn="1"/>
        </p:nvSpPr>
        <p:spPr>
          <a:xfrm>
            <a:off x="8215952" y="0"/>
            <a:ext cx="3976048" cy="4749421"/>
          </a:xfrm>
          <a:prstGeom prst="rect">
            <a:avLst/>
          </a:prstGeom>
          <a:solidFill>
            <a:srgbClr val="F49D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C2949A88-B422-47A7-881B-4512E09942B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687801" y="791570"/>
            <a:ext cx="4230807" cy="6066430"/>
          </a:xfr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>
            <a:normAutofit/>
          </a:bodyPr>
          <a:lstStyle>
            <a:lvl1pPr>
              <a:defRPr sz="1400"/>
            </a:lvl1pPr>
          </a:lstStyle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5AE4218-62CB-44C3-9F3A-2111634CD5ED}"/>
              </a:ext>
            </a:extLst>
          </p:cNvPr>
          <p:cNvSpPr/>
          <p:nvPr userDrawn="1"/>
        </p:nvSpPr>
        <p:spPr>
          <a:xfrm>
            <a:off x="11248974" y="5984365"/>
            <a:ext cx="639555" cy="617716"/>
          </a:xfrm>
          <a:prstGeom prst="rect">
            <a:avLst/>
          </a:prstGeom>
          <a:solidFill>
            <a:srgbClr val="EE8B6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b="1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D26392-0E48-4C93-A297-9AB6BE6F09D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48973" y="5984365"/>
            <a:ext cx="639555" cy="61771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BC64674B-0CCF-4531-A68C-815F17BC8CC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17638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arallelogram 4">
            <a:extLst>
              <a:ext uri="{FF2B5EF4-FFF2-40B4-BE49-F238E27FC236}">
                <a16:creationId xmlns:a16="http://schemas.microsoft.com/office/drawing/2014/main" id="{686FA2A2-FAA7-4F8F-9FE1-B6A34E43CD6D}"/>
              </a:ext>
            </a:extLst>
          </p:cNvPr>
          <p:cNvSpPr/>
          <p:nvPr userDrawn="1"/>
        </p:nvSpPr>
        <p:spPr>
          <a:xfrm>
            <a:off x="4337747" y="0"/>
            <a:ext cx="3516506" cy="6858000"/>
          </a:xfrm>
          <a:prstGeom prst="parallelogram">
            <a:avLst>
              <a:gd name="adj" fmla="val 40296"/>
            </a:avLst>
          </a:prstGeom>
          <a:solidFill>
            <a:srgbClr val="F49D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C5881C72-CD97-41FF-B261-DFBFC40275D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175982" y="506280"/>
            <a:ext cx="9840037" cy="5845441"/>
          </a:xfr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>
            <a:normAutofit/>
          </a:bodyPr>
          <a:lstStyle>
            <a:lvl1pPr>
              <a:defRPr sz="14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2012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9CD71D77-5167-44B0-B475-7F08D6FD648E}"/>
              </a:ext>
            </a:extLst>
          </p:cNvPr>
          <p:cNvSpPr/>
          <p:nvPr userDrawn="1"/>
        </p:nvSpPr>
        <p:spPr>
          <a:xfrm>
            <a:off x="0" y="0"/>
            <a:ext cx="3976048" cy="4749421"/>
          </a:xfrm>
          <a:prstGeom prst="rect">
            <a:avLst/>
          </a:prstGeom>
          <a:solidFill>
            <a:srgbClr val="F49D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Picture Placeholder 3">
            <a:extLst>
              <a:ext uri="{FF2B5EF4-FFF2-40B4-BE49-F238E27FC236}">
                <a16:creationId xmlns:a16="http://schemas.microsoft.com/office/drawing/2014/main" id="{761338D0-27E6-4B68-AFA2-6990B8B11C7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247975" y="0"/>
            <a:ext cx="4729744" cy="6858000"/>
          </a:xfr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>
            <a:normAutofit/>
          </a:bodyPr>
          <a:lstStyle>
            <a:lvl1pPr>
              <a:defRPr sz="1400"/>
            </a:lvl1pPr>
          </a:lstStyle>
          <a:p>
            <a:endParaRPr lang="en-US"/>
          </a:p>
        </p:txBody>
      </p:sp>
      <p:sp>
        <p:nvSpPr>
          <p:cNvPr id="13" name="Picture Placeholder 3">
            <a:extLst>
              <a:ext uri="{FF2B5EF4-FFF2-40B4-BE49-F238E27FC236}">
                <a16:creationId xmlns:a16="http://schemas.microsoft.com/office/drawing/2014/main" id="{39747DD4-3314-4FE3-833D-244BD1AEB7FC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523247" y="4488620"/>
            <a:ext cx="2229266" cy="1972687"/>
          </a:xfr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>
            <a:normAutofit/>
          </a:bodyPr>
          <a:lstStyle>
            <a:lvl1pPr>
              <a:defRPr sz="1400"/>
            </a:lvl1pPr>
          </a:lstStyle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5AE4218-62CB-44C3-9F3A-2111634CD5ED}"/>
              </a:ext>
            </a:extLst>
          </p:cNvPr>
          <p:cNvSpPr/>
          <p:nvPr userDrawn="1"/>
        </p:nvSpPr>
        <p:spPr>
          <a:xfrm>
            <a:off x="289821" y="5984365"/>
            <a:ext cx="639555" cy="617716"/>
          </a:xfrm>
          <a:prstGeom prst="rect">
            <a:avLst/>
          </a:prstGeom>
          <a:solidFill>
            <a:srgbClr val="EE8B6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b="1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D26392-0E48-4C93-A297-9AB6BE6F09D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89820" y="5984365"/>
            <a:ext cx="639555" cy="61771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BC64674B-0CCF-4531-A68C-815F17BC8CC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6" name="Picture Placeholder 3">
            <a:extLst>
              <a:ext uri="{FF2B5EF4-FFF2-40B4-BE49-F238E27FC236}">
                <a16:creationId xmlns:a16="http://schemas.microsoft.com/office/drawing/2014/main" id="{0D38B644-B811-45C6-A3AB-658597389CE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948046" y="4488620"/>
            <a:ext cx="2229266" cy="1972687"/>
          </a:xfr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>
            <a:normAutofit/>
          </a:bodyPr>
          <a:lstStyle>
            <a:lvl1pPr>
              <a:defRPr sz="1400"/>
            </a:lvl1pPr>
          </a:lstStyle>
          <a:p>
            <a:endParaRPr lang="en-US"/>
          </a:p>
        </p:txBody>
      </p:sp>
      <p:sp>
        <p:nvSpPr>
          <p:cNvPr id="17" name="Picture Placeholder 3">
            <a:extLst>
              <a:ext uri="{FF2B5EF4-FFF2-40B4-BE49-F238E27FC236}">
                <a16:creationId xmlns:a16="http://schemas.microsoft.com/office/drawing/2014/main" id="{065978CD-C1D5-4A2A-BF52-6D2B77871C87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9372845" y="4488619"/>
            <a:ext cx="2229266" cy="1972687"/>
          </a:xfr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>
            <a:normAutofit/>
          </a:bodyPr>
          <a:lstStyle>
            <a:lvl1pPr>
              <a:defRPr sz="14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6705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lowchart: Manual Input 10">
            <a:extLst>
              <a:ext uri="{FF2B5EF4-FFF2-40B4-BE49-F238E27FC236}">
                <a16:creationId xmlns:a16="http://schemas.microsoft.com/office/drawing/2014/main" id="{D0F92CFE-57B2-4C19-A25F-399804C0D653}"/>
              </a:ext>
            </a:extLst>
          </p:cNvPr>
          <p:cNvSpPr/>
          <p:nvPr userDrawn="1"/>
        </p:nvSpPr>
        <p:spPr>
          <a:xfrm rot="5400000" flipV="1">
            <a:off x="7355007" y="2021011"/>
            <a:ext cx="6857999" cy="2815985"/>
          </a:xfrm>
          <a:prstGeom prst="flowChartManualInput">
            <a:avLst/>
          </a:prstGeom>
          <a:solidFill>
            <a:srgbClr val="F49D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Picture Placeholder 3">
            <a:extLst>
              <a:ext uri="{FF2B5EF4-FFF2-40B4-BE49-F238E27FC236}">
                <a16:creationId xmlns:a16="http://schemas.microsoft.com/office/drawing/2014/main" id="{8882262D-59BD-41CA-80CC-A5AE4FFA373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779224" y="791571"/>
            <a:ext cx="4412775" cy="5413700"/>
          </a:xfr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>
            <a:normAutofit/>
          </a:bodyPr>
          <a:lstStyle>
            <a:lvl1pPr>
              <a:defRPr sz="1400"/>
            </a:lvl1pPr>
          </a:lstStyle>
          <a:p>
            <a:endParaRPr lang="en-US"/>
          </a:p>
        </p:txBody>
      </p:sp>
      <p:sp>
        <p:nvSpPr>
          <p:cNvPr id="15" name="Picture Placeholder 3">
            <a:extLst>
              <a:ext uri="{FF2B5EF4-FFF2-40B4-BE49-F238E27FC236}">
                <a16:creationId xmlns:a16="http://schemas.microsoft.com/office/drawing/2014/main" id="{68616831-B4A9-4840-BD00-495529E70B05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52688" y="2548434"/>
            <a:ext cx="2958343" cy="3656836"/>
          </a:xfr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>
            <a:normAutofit/>
          </a:bodyPr>
          <a:lstStyle>
            <a:lvl1pPr>
              <a:defRPr sz="14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55245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1896D6A-20BB-40B5-863E-5F2D2CB09D2B}"/>
              </a:ext>
            </a:extLst>
          </p:cNvPr>
          <p:cNvSpPr/>
          <p:nvPr userDrawn="1"/>
        </p:nvSpPr>
        <p:spPr>
          <a:xfrm>
            <a:off x="0" y="0"/>
            <a:ext cx="3976048" cy="4749421"/>
          </a:xfrm>
          <a:prstGeom prst="rect">
            <a:avLst/>
          </a:prstGeom>
          <a:solidFill>
            <a:srgbClr val="F49D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Picture Placeholder 3">
            <a:extLst>
              <a:ext uri="{FF2B5EF4-FFF2-40B4-BE49-F238E27FC236}">
                <a16:creationId xmlns:a16="http://schemas.microsoft.com/office/drawing/2014/main" id="{BE1FC7EC-4DBB-4F2B-9920-F5C56446CD0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067743" y="605118"/>
            <a:ext cx="4712656" cy="6252882"/>
          </a:xfr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>
            <a:normAutofit/>
          </a:bodyPr>
          <a:lstStyle>
            <a:lvl1pPr>
              <a:defRPr sz="1400"/>
            </a:lvl1pPr>
          </a:lstStyle>
          <a:p>
            <a:endParaRPr lang="en-US"/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AB2CFD37-A3B5-4229-BCC5-A9EAA6DB636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309705" y="1274844"/>
            <a:ext cx="1949758" cy="1949759"/>
          </a:xfrm>
          <a:prstGeom prst="ellipse">
            <a:avLst/>
          </a:pr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>
            <a:normAutofit/>
          </a:bodyPr>
          <a:lstStyle>
            <a:lvl1pPr>
              <a:defRPr sz="1400"/>
            </a:lvl1pPr>
          </a:lstStyle>
          <a:p>
            <a:endParaRPr lang="en-US"/>
          </a:p>
        </p:txBody>
      </p:sp>
      <p:sp>
        <p:nvSpPr>
          <p:cNvPr id="12" name="Picture Placeholder 3">
            <a:extLst>
              <a:ext uri="{FF2B5EF4-FFF2-40B4-BE49-F238E27FC236}">
                <a16:creationId xmlns:a16="http://schemas.microsoft.com/office/drawing/2014/main" id="{E5339329-9EB3-4186-BCD7-42569ED5F413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309705" y="3633395"/>
            <a:ext cx="1949758" cy="1949759"/>
          </a:xfrm>
          <a:prstGeom prst="ellipse">
            <a:avLst/>
          </a:pr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>
            <a:normAutofit/>
          </a:bodyPr>
          <a:lstStyle>
            <a:lvl1pPr>
              <a:defRPr sz="1400"/>
            </a:lvl1pPr>
          </a:lstStyle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3E90352-2A86-4555-AC1F-F8FCA6D1A6D0}"/>
              </a:ext>
            </a:extLst>
          </p:cNvPr>
          <p:cNvSpPr/>
          <p:nvPr userDrawn="1"/>
        </p:nvSpPr>
        <p:spPr>
          <a:xfrm>
            <a:off x="11248974" y="5984365"/>
            <a:ext cx="639555" cy="617716"/>
          </a:xfrm>
          <a:prstGeom prst="rect">
            <a:avLst/>
          </a:prstGeom>
          <a:solidFill>
            <a:srgbClr val="EE8B6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b="1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F090E4-FDA3-4AB3-A4A1-ABC2CBD04C1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48973" y="5984365"/>
            <a:ext cx="639555" cy="617715"/>
          </a:xfrm>
          <a:prstGeom prst="rect">
            <a:avLst/>
          </a:prstGeom>
          <a:solidFill>
            <a:srgbClr val="EE8B64"/>
          </a:solidFill>
        </p:spPr>
        <p:txBody>
          <a:bodyPr vert="horz" lIns="91440" tIns="45720" rIns="91440" bIns="45720" rtlCol="0" anchor="ctr"/>
          <a:lstStyle>
            <a:lvl1pPr algn="ctr">
              <a:defRPr sz="12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BC64674B-0CCF-4531-A68C-815F17BC8CC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58727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Isosceles Triangle 18">
            <a:extLst>
              <a:ext uri="{FF2B5EF4-FFF2-40B4-BE49-F238E27FC236}">
                <a16:creationId xmlns:a16="http://schemas.microsoft.com/office/drawing/2014/main" id="{959A6AC7-7DBA-4E4D-B59F-6FE03F5DFB07}"/>
              </a:ext>
            </a:extLst>
          </p:cNvPr>
          <p:cNvSpPr/>
          <p:nvPr userDrawn="1"/>
        </p:nvSpPr>
        <p:spPr>
          <a:xfrm>
            <a:off x="5695949" y="6318251"/>
            <a:ext cx="823913" cy="539750"/>
          </a:xfrm>
          <a:prstGeom prst="triangle">
            <a:avLst/>
          </a:prstGeom>
          <a:solidFill>
            <a:srgbClr val="F07D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b="1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8" name="Picture Placeholder 3">
            <a:extLst>
              <a:ext uri="{FF2B5EF4-FFF2-40B4-BE49-F238E27FC236}">
                <a16:creationId xmlns:a16="http://schemas.microsoft.com/office/drawing/2014/main" id="{BD457927-4E25-4D0C-9BFE-27A438B7FE7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273174" y="1445411"/>
            <a:ext cx="2874963" cy="3752362"/>
          </a:xfr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>
            <a:normAutofit/>
          </a:bodyPr>
          <a:lstStyle>
            <a:lvl1pPr>
              <a:defRPr sz="1400"/>
            </a:lvl1pPr>
          </a:lstStyle>
          <a:p>
            <a:endParaRPr lang="en-US"/>
          </a:p>
        </p:txBody>
      </p:sp>
      <p:sp>
        <p:nvSpPr>
          <p:cNvPr id="16" name="Picture Placeholder 3">
            <a:extLst>
              <a:ext uri="{FF2B5EF4-FFF2-40B4-BE49-F238E27FC236}">
                <a16:creationId xmlns:a16="http://schemas.microsoft.com/office/drawing/2014/main" id="{C0466771-5445-4690-9223-F74A3CC6130C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823234" y="1445411"/>
            <a:ext cx="2874963" cy="3752362"/>
          </a:xfr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>
            <a:normAutofit/>
          </a:bodyPr>
          <a:lstStyle>
            <a:lvl1pPr>
              <a:defRPr sz="1400"/>
            </a:lvl1pPr>
          </a:lstStyle>
          <a:p>
            <a:endParaRPr lang="en-US"/>
          </a:p>
        </p:txBody>
      </p:sp>
      <p:sp>
        <p:nvSpPr>
          <p:cNvPr id="17" name="Picture Placeholder 3">
            <a:extLst>
              <a:ext uri="{FF2B5EF4-FFF2-40B4-BE49-F238E27FC236}">
                <a16:creationId xmlns:a16="http://schemas.microsoft.com/office/drawing/2014/main" id="{B8AB1434-8FB4-4FAF-864B-37D4B7251AE8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373293" y="1445411"/>
            <a:ext cx="2874963" cy="3752362"/>
          </a:xfr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>
            <a:normAutofit/>
          </a:bodyPr>
          <a:lstStyle>
            <a:lvl1pPr>
              <a:defRPr sz="1400"/>
            </a:lvl1pPr>
          </a:lstStyle>
          <a:p>
            <a:endParaRPr lang="en-US"/>
          </a:p>
        </p:txBody>
      </p:sp>
      <p:sp>
        <p:nvSpPr>
          <p:cNvPr id="20" name="Slide Number Placeholder 5">
            <a:extLst>
              <a:ext uri="{FF2B5EF4-FFF2-40B4-BE49-F238E27FC236}">
                <a16:creationId xmlns:a16="http://schemas.microsoft.com/office/drawing/2014/main" id="{6010EA58-ACA1-4FF2-988D-6B9747F71A9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834512" y="6508377"/>
            <a:ext cx="522977" cy="3151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BC64674B-0CCF-4531-A68C-815F17BC8CC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58952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959A6AC7-7DBA-4E4D-B59F-6FE03F5DFB07}"/>
              </a:ext>
            </a:extLst>
          </p:cNvPr>
          <p:cNvSpPr/>
          <p:nvPr userDrawn="1"/>
        </p:nvSpPr>
        <p:spPr>
          <a:xfrm>
            <a:off x="11552445" y="0"/>
            <a:ext cx="639555" cy="617716"/>
          </a:xfrm>
          <a:prstGeom prst="rect">
            <a:avLst/>
          </a:prstGeom>
          <a:solidFill>
            <a:srgbClr val="EE8B6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b="1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8" name="Picture Placeholder 3">
            <a:extLst>
              <a:ext uri="{FF2B5EF4-FFF2-40B4-BE49-F238E27FC236}">
                <a16:creationId xmlns:a16="http://schemas.microsoft.com/office/drawing/2014/main" id="{BD457927-4E25-4D0C-9BFE-27A438B7FE7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274034" y="0"/>
            <a:ext cx="2874963" cy="3752362"/>
          </a:xfr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>
            <a:normAutofit/>
          </a:bodyPr>
          <a:lstStyle>
            <a:lvl1pPr>
              <a:defRPr sz="1400"/>
            </a:lvl1pPr>
          </a:lstStyle>
          <a:p>
            <a:endParaRPr lang="en-US"/>
          </a:p>
        </p:txBody>
      </p:sp>
      <p:sp>
        <p:nvSpPr>
          <p:cNvPr id="16" name="Picture Placeholder 3">
            <a:extLst>
              <a:ext uri="{FF2B5EF4-FFF2-40B4-BE49-F238E27FC236}">
                <a16:creationId xmlns:a16="http://schemas.microsoft.com/office/drawing/2014/main" id="{C0466771-5445-4690-9223-F74A3CC6130C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810440" y="1445411"/>
            <a:ext cx="2874963" cy="3752362"/>
          </a:xfr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>
            <a:normAutofit/>
          </a:bodyPr>
          <a:lstStyle>
            <a:lvl1pPr>
              <a:defRPr sz="1400"/>
            </a:lvl1pPr>
          </a:lstStyle>
          <a:p>
            <a:endParaRPr lang="en-US"/>
          </a:p>
        </p:txBody>
      </p:sp>
      <p:sp>
        <p:nvSpPr>
          <p:cNvPr id="17" name="Picture Placeholder 3">
            <a:extLst>
              <a:ext uri="{FF2B5EF4-FFF2-40B4-BE49-F238E27FC236}">
                <a16:creationId xmlns:a16="http://schemas.microsoft.com/office/drawing/2014/main" id="{B8AB1434-8FB4-4FAF-864B-37D4B7251AE8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373293" y="3105638"/>
            <a:ext cx="2874963" cy="3752362"/>
          </a:xfr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>
            <a:normAutofit/>
          </a:bodyPr>
          <a:lstStyle>
            <a:lvl1pPr>
              <a:defRPr sz="1400"/>
            </a:lvl1pPr>
          </a:lstStyle>
          <a:p>
            <a:endParaRPr lang="en-US"/>
          </a:p>
        </p:txBody>
      </p:sp>
      <p:sp>
        <p:nvSpPr>
          <p:cNvPr id="20" name="Slide Number Placeholder 5">
            <a:extLst>
              <a:ext uri="{FF2B5EF4-FFF2-40B4-BE49-F238E27FC236}">
                <a16:creationId xmlns:a16="http://schemas.microsoft.com/office/drawing/2014/main" id="{6010EA58-ACA1-4FF2-988D-6B9747F71A9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2445" y="0"/>
            <a:ext cx="639555" cy="61771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BC64674B-0CCF-4531-A68C-815F17BC8CC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07725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3">
            <a:extLst>
              <a:ext uri="{FF2B5EF4-FFF2-40B4-BE49-F238E27FC236}">
                <a16:creationId xmlns:a16="http://schemas.microsoft.com/office/drawing/2014/main" id="{ED369B64-2F87-46CC-B3C9-B2DD1451D2A8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049881" y="1692806"/>
            <a:ext cx="4092238" cy="5165191"/>
          </a:xfr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>
            <a:normAutofit/>
          </a:bodyPr>
          <a:lstStyle>
            <a:lvl1pPr>
              <a:defRPr sz="1400"/>
            </a:lvl1pPr>
          </a:lstStyle>
          <a:p>
            <a:endParaRPr lang="en-US"/>
          </a:p>
        </p:txBody>
      </p:sp>
      <p:sp>
        <p:nvSpPr>
          <p:cNvPr id="14" name="Picture Placeholder 3">
            <a:extLst>
              <a:ext uri="{FF2B5EF4-FFF2-40B4-BE49-F238E27FC236}">
                <a16:creationId xmlns:a16="http://schemas.microsoft.com/office/drawing/2014/main" id="{1D8916F8-82A2-4E4A-A9EA-787B3687C05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655424" y="-6893"/>
            <a:ext cx="3536576" cy="4264129"/>
          </a:xfr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>
            <a:normAutofit/>
          </a:bodyPr>
          <a:lstStyle>
            <a:lvl1pPr>
              <a:defRPr sz="1400"/>
            </a:lvl1pPr>
          </a:lstStyle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C5E8C45-F93E-4F7B-A085-FA60A4FA922A}"/>
              </a:ext>
            </a:extLst>
          </p:cNvPr>
          <p:cNvSpPr/>
          <p:nvPr userDrawn="1"/>
        </p:nvSpPr>
        <p:spPr>
          <a:xfrm>
            <a:off x="-1" y="0"/>
            <a:ext cx="3536577" cy="6858000"/>
          </a:xfrm>
          <a:prstGeom prst="rect">
            <a:avLst/>
          </a:prstGeom>
          <a:solidFill>
            <a:srgbClr val="F1856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A5ACBBC-8AE5-47DB-BFC2-F3BBA49C381A}"/>
              </a:ext>
            </a:extLst>
          </p:cNvPr>
          <p:cNvSpPr/>
          <p:nvPr userDrawn="1"/>
        </p:nvSpPr>
        <p:spPr>
          <a:xfrm>
            <a:off x="11552445" y="6240284"/>
            <a:ext cx="639555" cy="617716"/>
          </a:xfrm>
          <a:prstGeom prst="rect">
            <a:avLst/>
          </a:prstGeom>
          <a:solidFill>
            <a:srgbClr val="EE8B6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b="1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0E9AA176-B260-436F-8146-3BEB134FE10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2444" y="6240284"/>
            <a:ext cx="639555" cy="617715"/>
          </a:xfrm>
          <a:prstGeom prst="rect">
            <a:avLst/>
          </a:prstGeom>
          <a:solidFill>
            <a:srgbClr val="F07D66"/>
          </a:solidFill>
        </p:spPr>
        <p:txBody>
          <a:bodyPr vert="horz" lIns="91440" tIns="45720" rIns="91440" bIns="45720" rtlCol="0" anchor="ctr"/>
          <a:lstStyle>
            <a:lvl1pPr algn="ctr">
              <a:defRPr sz="12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BC64674B-0CCF-4531-A68C-815F17BC8CC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716905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8509846D-0838-4A84-9826-E16D9A6E9DEA}"/>
              </a:ext>
            </a:extLst>
          </p:cNvPr>
          <p:cNvSpPr/>
          <p:nvPr userDrawn="1"/>
        </p:nvSpPr>
        <p:spPr>
          <a:xfrm>
            <a:off x="0" y="-16802"/>
            <a:ext cx="6096000" cy="6874801"/>
          </a:xfrm>
          <a:prstGeom prst="rect">
            <a:avLst/>
          </a:prstGeom>
          <a:solidFill>
            <a:srgbClr val="F1856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88F61FE-0186-4438-B868-E5F16126079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402013" y="1371600"/>
            <a:ext cx="7354887" cy="5486400"/>
          </a:xfr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>
            <a:normAutofit/>
          </a:bodyPr>
          <a:lstStyle>
            <a:lvl1pPr>
              <a:defRPr sz="1400"/>
            </a:lvl1pPr>
          </a:lstStyle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A65D960-D064-466E-B2D7-B412B26ACFDA}"/>
              </a:ext>
            </a:extLst>
          </p:cNvPr>
          <p:cNvSpPr/>
          <p:nvPr userDrawn="1"/>
        </p:nvSpPr>
        <p:spPr>
          <a:xfrm>
            <a:off x="11248974" y="5984365"/>
            <a:ext cx="639555" cy="617716"/>
          </a:xfrm>
          <a:prstGeom prst="rect">
            <a:avLst/>
          </a:prstGeom>
          <a:solidFill>
            <a:srgbClr val="EE8B6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b="1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8" name="Slide Number Placeholder 5">
            <a:extLst>
              <a:ext uri="{FF2B5EF4-FFF2-40B4-BE49-F238E27FC236}">
                <a16:creationId xmlns:a16="http://schemas.microsoft.com/office/drawing/2014/main" id="{9909723A-DB98-476B-B160-47C2148FFD7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48973" y="5984365"/>
            <a:ext cx="639555" cy="617715"/>
          </a:xfrm>
          <a:prstGeom prst="rect">
            <a:avLst/>
          </a:prstGeom>
          <a:solidFill>
            <a:srgbClr val="EE8B64"/>
          </a:solidFill>
        </p:spPr>
        <p:txBody>
          <a:bodyPr vert="horz" lIns="91440" tIns="45720" rIns="91440" bIns="45720" rtlCol="0" anchor="ctr"/>
          <a:lstStyle>
            <a:lvl1pPr algn="ctr">
              <a:defRPr sz="12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BC64674B-0CCF-4531-A68C-815F17BC8CC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778883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Isosceles Triangle 18">
            <a:extLst>
              <a:ext uri="{FF2B5EF4-FFF2-40B4-BE49-F238E27FC236}">
                <a16:creationId xmlns:a16="http://schemas.microsoft.com/office/drawing/2014/main" id="{959A6AC7-7DBA-4E4D-B59F-6FE03F5DFB07}"/>
              </a:ext>
            </a:extLst>
          </p:cNvPr>
          <p:cNvSpPr/>
          <p:nvPr userDrawn="1"/>
        </p:nvSpPr>
        <p:spPr>
          <a:xfrm>
            <a:off x="5695949" y="6318251"/>
            <a:ext cx="823913" cy="539750"/>
          </a:xfrm>
          <a:prstGeom prst="triangle">
            <a:avLst/>
          </a:prstGeom>
          <a:solidFill>
            <a:srgbClr val="F07D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b="1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20" name="Slide Number Placeholder 5">
            <a:extLst>
              <a:ext uri="{FF2B5EF4-FFF2-40B4-BE49-F238E27FC236}">
                <a16:creationId xmlns:a16="http://schemas.microsoft.com/office/drawing/2014/main" id="{6010EA58-ACA1-4FF2-988D-6B9747F71A9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834512" y="6508377"/>
            <a:ext cx="522977" cy="3151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BC64674B-0CCF-4531-A68C-815F17BC8CC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997633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3">
            <a:extLst>
              <a:ext uri="{FF2B5EF4-FFF2-40B4-BE49-F238E27FC236}">
                <a16:creationId xmlns:a16="http://schemas.microsoft.com/office/drawing/2014/main" id="{8202D838-8694-47B3-9380-67EE5421EA14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057935" y="3428997"/>
            <a:ext cx="4057936" cy="3429000"/>
          </a:xfr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>
            <a:normAutofit/>
          </a:bodyPr>
          <a:lstStyle>
            <a:lvl1pPr>
              <a:defRPr sz="1400"/>
            </a:lvl1pPr>
          </a:lstStyle>
          <a:p>
            <a:endParaRPr lang="en-US"/>
          </a:p>
        </p:txBody>
      </p:sp>
      <p:sp>
        <p:nvSpPr>
          <p:cNvPr id="10" name="Picture Placeholder 3">
            <a:extLst>
              <a:ext uri="{FF2B5EF4-FFF2-40B4-BE49-F238E27FC236}">
                <a16:creationId xmlns:a16="http://schemas.microsoft.com/office/drawing/2014/main" id="{CE6CA97C-F9EA-4F87-80F0-1E69838EBFC1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-9097" y="-6"/>
            <a:ext cx="4057936" cy="3429000"/>
          </a:xfr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>
            <a:normAutofit/>
          </a:bodyPr>
          <a:lstStyle>
            <a:lvl1pPr>
              <a:defRPr sz="1400"/>
            </a:lvl1pPr>
          </a:lstStyle>
          <a:p>
            <a:endParaRPr lang="en-US"/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D18E21A7-A673-4976-A27D-6ED5B94764E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124967" y="-6"/>
            <a:ext cx="4067032" cy="3429000"/>
          </a:xfr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>
            <a:normAutofit/>
          </a:bodyPr>
          <a:lstStyle>
            <a:lvl1pPr>
              <a:defRPr sz="14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15273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DFFB72FA-7ED5-46FD-B042-1B15CB3CEC35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464456" y="463256"/>
            <a:ext cx="4448737" cy="5944933"/>
          </a:xfr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>
            <a:normAutofit/>
          </a:bodyPr>
          <a:lstStyle>
            <a:lvl1pPr>
              <a:defRPr sz="1400"/>
            </a:lvl1pPr>
          </a:lstStyle>
          <a:p>
            <a:endParaRPr lang="en-US"/>
          </a:p>
        </p:txBody>
      </p:sp>
      <p:sp>
        <p:nvSpPr>
          <p:cNvPr id="12" name="Picture Placeholder 3">
            <a:extLst>
              <a:ext uri="{FF2B5EF4-FFF2-40B4-BE49-F238E27FC236}">
                <a16:creationId xmlns:a16="http://schemas.microsoft.com/office/drawing/2014/main" id="{340FDEA7-B162-480D-82FE-A84D653CD87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820229" y="532968"/>
            <a:ext cx="1590805" cy="1590805"/>
          </a:xfrm>
          <a:prstGeom prst="ellipse">
            <a:avLst/>
          </a:pr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>
            <a:normAutofit/>
          </a:bodyPr>
          <a:lstStyle>
            <a:lvl1pPr>
              <a:defRPr sz="1400"/>
            </a:lvl1pPr>
          </a:lstStyle>
          <a:p>
            <a:endParaRPr lang="en-US"/>
          </a:p>
        </p:txBody>
      </p:sp>
      <p:sp>
        <p:nvSpPr>
          <p:cNvPr id="13" name="Picture Placeholder 3">
            <a:extLst>
              <a:ext uri="{FF2B5EF4-FFF2-40B4-BE49-F238E27FC236}">
                <a16:creationId xmlns:a16="http://schemas.microsoft.com/office/drawing/2014/main" id="{BB3D5C0B-210F-44CE-92F3-05C66D47F3E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835381" y="2444346"/>
            <a:ext cx="1590805" cy="1590805"/>
          </a:xfrm>
          <a:prstGeom prst="ellipse">
            <a:avLst/>
          </a:pr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>
            <a:normAutofit/>
          </a:bodyPr>
          <a:lstStyle>
            <a:lvl1pPr>
              <a:defRPr sz="1400"/>
            </a:lvl1pPr>
          </a:lstStyle>
          <a:p>
            <a:endParaRPr lang="en-US"/>
          </a:p>
        </p:txBody>
      </p:sp>
      <p:sp>
        <p:nvSpPr>
          <p:cNvPr id="14" name="Picture Placeholder 3">
            <a:extLst>
              <a:ext uri="{FF2B5EF4-FFF2-40B4-BE49-F238E27FC236}">
                <a16:creationId xmlns:a16="http://schemas.microsoft.com/office/drawing/2014/main" id="{88D607B1-03F9-4AAD-9A93-E95768580127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820228" y="4355726"/>
            <a:ext cx="1590805" cy="1590805"/>
          </a:xfrm>
          <a:prstGeom prst="ellipse">
            <a:avLst/>
          </a:pr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>
            <a:normAutofit/>
          </a:bodyPr>
          <a:lstStyle>
            <a:lvl1pPr>
              <a:defRPr sz="1400"/>
            </a:lvl1pPr>
          </a:lstStyle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7C92E8B-8977-401D-A673-C6D114AB6B0C}"/>
              </a:ext>
            </a:extLst>
          </p:cNvPr>
          <p:cNvSpPr/>
          <p:nvPr userDrawn="1"/>
        </p:nvSpPr>
        <p:spPr>
          <a:xfrm>
            <a:off x="11289315" y="5984365"/>
            <a:ext cx="639555" cy="617716"/>
          </a:xfrm>
          <a:prstGeom prst="rect">
            <a:avLst/>
          </a:prstGeom>
          <a:solidFill>
            <a:srgbClr val="EE8B6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b="1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8AB455-A37D-4DAA-BB0F-AA1ACCD0F467}"/>
              </a:ext>
            </a:extLst>
          </p:cNvPr>
          <p:cNvSpPr txBox="1">
            <a:spLocks/>
          </p:cNvSpPr>
          <p:nvPr userDrawn="1"/>
        </p:nvSpPr>
        <p:spPr>
          <a:xfrm>
            <a:off x="11289314" y="5984365"/>
            <a:ext cx="639555" cy="61771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1200" b="1" kern="120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C64674B-0CCF-4531-A68C-815F17BC8CC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5" name="Flowchart: Manual Input 27">
            <a:extLst>
              <a:ext uri="{FF2B5EF4-FFF2-40B4-BE49-F238E27FC236}">
                <a16:creationId xmlns:a16="http://schemas.microsoft.com/office/drawing/2014/main" id="{50D5F789-8C5A-4369-82C8-A23B17B8C464}"/>
              </a:ext>
            </a:extLst>
          </p:cNvPr>
          <p:cNvSpPr/>
          <p:nvPr userDrawn="1"/>
        </p:nvSpPr>
        <p:spPr>
          <a:xfrm flipV="1">
            <a:off x="11300346" y="-4"/>
            <a:ext cx="891654" cy="5158857"/>
          </a:xfrm>
          <a:custGeom>
            <a:avLst/>
            <a:gdLst>
              <a:gd name="connsiteX0" fmla="*/ 0 w 10000"/>
              <a:gd name="connsiteY0" fmla="*/ 2000 h 10000"/>
              <a:gd name="connsiteX1" fmla="*/ 10000 w 10000"/>
              <a:gd name="connsiteY1" fmla="*/ 0 h 10000"/>
              <a:gd name="connsiteX2" fmla="*/ 10000 w 10000"/>
              <a:gd name="connsiteY2" fmla="*/ 10000 h 10000"/>
              <a:gd name="connsiteX3" fmla="*/ 0 w 10000"/>
              <a:gd name="connsiteY3" fmla="*/ 10000 h 10000"/>
              <a:gd name="connsiteX4" fmla="*/ 0 w 10000"/>
              <a:gd name="connsiteY4" fmla="*/ 2000 h 10000"/>
              <a:gd name="connsiteX0" fmla="*/ 0 w 10000"/>
              <a:gd name="connsiteY0" fmla="*/ 1758 h 10000"/>
              <a:gd name="connsiteX1" fmla="*/ 10000 w 10000"/>
              <a:gd name="connsiteY1" fmla="*/ 0 h 10000"/>
              <a:gd name="connsiteX2" fmla="*/ 10000 w 10000"/>
              <a:gd name="connsiteY2" fmla="*/ 10000 h 10000"/>
              <a:gd name="connsiteX3" fmla="*/ 0 w 10000"/>
              <a:gd name="connsiteY3" fmla="*/ 10000 h 10000"/>
              <a:gd name="connsiteX4" fmla="*/ 0 w 10000"/>
              <a:gd name="connsiteY4" fmla="*/ 1758 h 10000"/>
              <a:gd name="connsiteX0" fmla="*/ 0 w 10000"/>
              <a:gd name="connsiteY0" fmla="*/ 1591 h 10000"/>
              <a:gd name="connsiteX1" fmla="*/ 10000 w 10000"/>
              <a:gd name="connsiteY1" fmla="*/ 0 h 10000"/>
              <a:gd name="connsiteX2" fmla="*/ 10000 w 10000"/>
              <a:gd name="connsiteY2" fmla="*/ 10000 h 10000"/>
              <a:gd name="connsiteX3" fmla="*/ 0 w 10000"/>
              <a:gd name="connsiteY3" fmla="*/ 10000 h 10000"/>
              <a:gd name="connsiteX4" fmla="*/ 0 w 10000"/>
              <a:gd name="connsiteY4" fmla="*/ 1591 h 10000"/>
              <a:gd name="connsiteX0" fmla="*/ 0 w 10000"/>
              <a:gd name="connsiteY0" fmla="*/ 1424 h 10000"/>
              <a:gd name="connsiteX1" fmla="*/ 10000 w 10000"/>
              <a:gd name="connsiteY1" fmla="*/ 0 h 10000"/>
              <a:gd name="connsiteX2" fmla="*/ 10000 w 10000"/>
              <a:gd name="connsiteY2" fmla="*/ 10000 h 10000"/>
              <a:gd name="connsiteX3" fmla="*/ 0 w 10000"/>
              <a:gd name="connsiteY3" fmla="*/ 10000 h 10000"/>
              <a:gd name="connsiteX4" fmla="*/ 0 w 10000"/>
              <a:gd name="connsiteY4" fmla="*/ 1424 h 10000"/>
              <a:gd name="connsiteX0" fmla="*/ 0 w 10000"/>
              <a:gd name="connsiteY0" fmla="*/ 1238 h 10000"/>
              <a:gd name="connsiteX1" fmla="*/ 10000 w 10000"/>
              <a:gd name="connsiteY1" fmla="*/ 0 h 10000"/>
              <a:gd name="connsiteX2" fmla="*/ 10000 w 10000"/>
              <a:gd name="connsiteY2" fmla="*/ 10000 h 10000"/>
              <a:gd name="connsiteX3" fmla="*/ 0 w 10000"/>
              <a:gd name="connsiteY3" fmla="*/ 10000 h 10000"/>
              <a:gd name="connsiteX4" fmla="*/ 0 w 10000"/>
              <a:gd name="connsiteY4" fmla="*/ 1238 h 10000"/>
              <a:gd name="connsiteX0" fmla="*/ 0 w 10000"/>
              <a:gd name="connsiteY0" fmla="*/ 1071 h 10000"/>
              <a:gd name="connsiteX1" fmla="*/ 10000 w 10000"/>
              <a:gd name="connsiteY1" fmla="*/ 0 h 10000"/>
              <a:gd name="connsiteX2" fmla="*/ 10000 w 10000"/>
              <a:gd name="connsiteY2" fmla="*/ 10000 h 10000"/>
              <a:gd name="connsiteX3" fmla="*/ 0 w 10000"/>
              <a:gd name="connsiteY3" fmla="*/ 10000 h 10000"/>
              <a:gd name="connsiteX4" fmla="*/ 0 w 10000"/>
              <a:gd name="connsiteY4" fmla="*/ 1071 h 10000"/>
              <a:gd name="connsiteX0" fmla="*/ 0 w 10000"/>
              <a:gd name="connsiteY0" fmla="*/ 899 h 10000"/>
              <a:gd name="connsiteX1" fmla="*/ 10000 w 10000"/>
              <a:gd name="connsiteY1" fmla="*/ 0 h 10000"/>
              <a:gd name="connsiteX2" fmla="*/ 10000 w 10000"/>
              <a:gd name="connsiteY2" fmla="*/ 10000 h 10000"/>
              <a:gd name="connsiteX3" fmla="*/ 0 w 10000"/>
              <a:gd name="connsiteY3" fmla="*/ 10000 h 10000"/>
              <a:gd name="connsiteX4" fmla="*/ 0 w 10000"/>
              <a:gd name="connsiteY4" fmla="*/ 899 h 10000"/>
              <a:gd name="connsiteX0" fmla="*/ 0 w 10000"/>
              <a:gd name="connsiteY0" fmla="*/ 833 h 10000"/>
              <a:gd name="connsiteX1" fmla="*/ 10000 w 10000"/>
              <a:gd name="connsiteY1" fmla="*/ 0 h 10000"/>
              <a:gd name="connsiteX2" fmla="*/ 10000 w 10000"/>
              <a:gd name="connsiteY2" fmla="*/ 10000 h 10000"/>
              <a:gd name="connsiteX3" fmla="*/ 0 w 10000"/>
              <a:gd name="connsiteY3" fmla="*/ 10000 h 10000"/>
              <a:gd name="connsiteX4" fmla="*/ 0 w 10000"/>
              <a:gd name="connsiteY4" fmla="*/ 833 h 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00" h="10000">
                <a:moveTo>
                  <a:pt x="0" y="833"/>
                </a:moveTo>
                <a:lnTo>
                  <a:pt x="10000" y="0"/>
                </a:lnTo>
                <a:lnTo>
                  <a:pt x="10000" y="10000"/>
                </a:lnTo>
                <a:lnTo>
                  <a:pt x="0" y="10000"/>
                </a:lnTo>
                <a:lnTo>
                  <a:pt x="0" y="833"/>
                </a:lnTo>
                <a:close/>
              </a:path>
            </a:pathLst>
          </a:custGeom>
          <a:solidFill>
            <a:srgbClr val="F1856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953761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3">
            <a:extLst>
              <a:ext uri="{FF2B5EF4-FFF2-40B4-BE49-F238E27FC236}">
                <a16:creationId xmlns:a16="http://schemas.microsoft.com/office/drawing/2014/main" id="{0D50C199-2A34-45B7-BDD7-5691778F8D03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4396896" y="463257"/>
            <a:ext cx="4302241" cy="5931488"/>
          </a:xfr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>
            <a:normAutofit/>
          </a:bodyPr>
          <a:lstStyle>
            <a:lvl1pPr>
              <a:defRPr sz="1400"/>
            </a:lvl1pPr>
          </a:lstStyle>
          <a:p>
            <a:endParaRPr lang="en-US"/>
          </a:p>
        </p:txBody>
      </p:sp>
      <p:sp>
        <p:nvSpPr>
          <p:cNvPr id="8" name="Right Triangle 7">
            <a:extLst>
              <a:ext uri="{FF2B5EF4-FFF2-40B4-BE49-F238E27FC236}">
                <a16:creationId xmlns:a16="http://schemas.microsoft.com/office/drawing/2014/main" id="{44E6E135-92D7-4251-B9AB-A3933B4794F5}"/>
              </a:ext>
            </a:extLst>
          </p:cNvPr>
          <p:cNvSpPr/>
          <p:nvPr userDrawn="1"/>
        </p:nvSpPr>
        <p:spPr>
          <a:xfrm>
            <a:off x="1" y="6037730"/>
            <a:ext cx="911412" cy="820270"/>
          </a:xfrm>
          <a:prstGeom prst="rtTriangle">
            <a:avLst/>
          </a:prstGeom>
          <a:solidFill>
            <a:srgbClr val="EE8B6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b="1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EB121C51-55FA-408D-8B3F-24DEAA55751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-1" y="6333565"/>
            <a:ext cx="542977" cy="52443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BC64674B-0CCF-4531-A68C-815F17BC8CC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07016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icture Placeholder 3">
            <a:extLst>
              <a:ext uri="{FF2B5EF4-FFF2-40B4-BE49-F238E27FC236}">
                <a16:creationId xmlns:a16="http://schemas.microsoft.com/office/drawing/2014/main" id="{F13E3046-F42F-42FE-BA39-6C915176FA18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575076" y="1499600"/>
            <a:ext cx="2619361" cy="3126589"/>
          </a:xfr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>
            <a:normAutofit/>
          </a:bodyPr>
          <a:lstStyle>
            <a:lvl1pPr>
              <a:defRPr sz="1400"/>
            </a:lvl1pPr>
          </a:lstStyle>
          <a:p>
            <a:endParaRPr lang="en-US"/>
          </a:p>
        </p:txBody>
      </p:sp>
      <p:sp>
        <p:nvSpPr>
          <p:cNvPr id="21" name="Picture Placeholder 3">
            <a:extLst>
              <a:ext uri="{FF2B5EF4-FFF2-40B4-BE49-F238E27FC236}">
                <a16:creationId xmlns:a16="http://schemas.microsoft.com/office/drawing/2014/main" id="{54771BC7-24EA-45C2-9441-33508D59105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382773" y="1503411"/>
            <a:ext cx="2619361" cy="3126589"/>
          </a:xfr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>
            <a:normAutofit/>
          </a:bodyPr>
          <a:lstStyle>
            <a:lvl1pPr>
              <a:defRPr sz="1400"/>
            </a:lvl1pPr>
          </a:lstStyle>
          <a:p>
            <a:endParaRPr lang="en-US"/>
          </a:p>
        </p:txBody>
      </p:sp>
      <p:sp>
        <p:nvSpPr>
          <p:cNvPr id="22" name="Picture Placeholder 3">
            <a:extLst>
              <a:ext uri="{FF2B5EF4-FFF2-40B4-BE49-F238E27FC236}">
                <a16:creationId xmlns:a16="http://schemas.microsoft.com/office/drawing/2014/main" id="{660030C0-BEBD-442E-8938-29266246699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190470" y="1499600"/>
            <a:ext cx="2619361" cy="3126590"/>
          </a:xfr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>
            <a:normAutofit/>
          </a:bodyPr>
          <a:lstStyle>
            <a:lvl1pPr>
              <a:defRPr sz="1400"/>
            </a:lvl1pPr>
          </a:lstStyle>
          <a:p>
            <a:endParaRPr lang="en-US"/>
          </a:p>
        </p:txBody>
      </p:sp>
      <p:sp>
        <p:nvSpPr>
          <p:cNvPr id="23" name="Picture Placeholder 3">
            <a:extLst>
              <a:ext uri="{FF2B5EF4-FFF2-40B4-BE49-F238E27FC236}">
                <a16:creationId xmlns:a16="http://schemas.microsoft.com/office/drawing/2014/main" id="{FDC749FE-D293-4C8B-8B11-2B56AEB0C28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998166" y="1503412"/>
            <a:ext cx="2619361" cy="3122778"/>
          </a:xfr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>
            <a:normAutofit/>
          </a:bodyPr>
          <a:lstStyle>
            <a:lvl1pPr>
              <a:defRPr sz="1400"/>
            </a:lvl1pPr>
          </a:lstStyle>
          <a:p>
            <a:endParaRPr lang="en-US"/>
          </a:p>
        </p:txBody>
      </p:sp>
      <p:sp>
        <p:nvSpPr>
          <p:cNvPr id="18" name="Isosceles Triangle 17">
            <a:extLst>
              <a:ext uri="{FF2B5EF4-FFF2-40B4-BE49-F238E27FC236}">
                <a16:creationId xmlns:a16="http://schemas.microsoft.com/office/drawing/2014/main" id="{5615A74B-8B8E-4489-AAC4-9B120DD8987F}"/>
              </a:ext>
            </a:extLst>
          </p:cNvPr>
          <p:cNvSpPr/>
          <p:nvPr userDrawn="1"/>
        </p:nvSpPr>
        <p:spPr>
          <a:xfrm>
            <a:off x="5695949" y="6318251"/>
            <a:ext cx="823913" cy="539750"/>
          </a:xfrm>
          <a:prstGeom prst="triangle">
            <a:avLst/>
          </a:prstGeom>
          <a:solidFill>
            <a:srgbClr val="F07D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b="1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9" name="Slide Number Placeholder 5">
            <a:extLst>
              <a:ext uri="{FF2B5EF4-FFF2-40B4-BE49-F238E27FC236}">
                <a16:creationId xmlns:a16="http://schemas.microsoft.com/office/drawing/2014/main" id="{57BAC6AC-14A1-4B08-809B-580F54D0B9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834512" y="6508377"/>
            <a:ext cx="522977" cy="3151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BC64674B-0CCF-4531-A68C-815F17BC8CC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85351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3">
            <a:extLst>
              <a:ext uri="{FF2B5EF4-FFF2-40B4-BE49-F238E27FC236}">
                <a16:creationId xmlns:a16="http://schemas.microsoft.com/office/drawing/2014/main" id="{6FAF5AE7-8403-4960-8C2E-B195F83DE089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3593084" y="-1"/>
            <a:ext cx="2931953" cy="3353095"/>
          </a:xfr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>
            <a:normAutofit/>
          </a:bodyPr>
          <a:lstStyle>
            <a:lvl1pPr>
              <a:defRPr sz="1400"/>
            </a:lvl1pPr>
          </a:lstStyle>
          <a:p>
            <a:endParaRPr lang="en-US"/>
          </a:p>
        </p:txBody>
      </p:sp>
      <p:sp>
        <p:nvSpPr>
          <p:cNvPr id="15" name="Picture Placeholder 3">
            <a:extLst>
              <a:ext uri="{FF2B5EF4-FFF2-40B4-BE49-F238E27FC236}">
                <a16:creationId xmlns:a16="http://schemas.microsoft.com/office/drawing/2014/main" id="{A6C8B73E-C174-4455-8FD1-D6CEAAF8EDA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20930" y="3518552"/>
            <a:ext cx="2931953" cy="3339448"/>
          </a:xfr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>
            <a:normAutofit/>
          </a:bodyPr>
          <a:lstStyle>
            <a:lvl1pPr>
              <a:defRPr sz="1400"/>
            </a:lvl1pPr>
          </a:lstStyle>
          <a:p>
            <a:endParaRPr lang="en-US"/>
          </a:p>
        </p:txBody>
      </p:sp>
      <p:sp>
        <p:nvSpPr>
          <p:cNvPr id="16" name="Picture Placeholder 3">
            <a:extLst>
              <a:ext uri="{FF2B5EF4-FFF2-40B4-BE49-F238E27FC236}">
                <a16:creationId xmlns:a16="http://schemas.microsoft.com/office/drawing/2014/main" id="{06626C0F-3E59-4F0F-8DF7-2D1062CCB94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20929" y="653142"/>
            <a:ext cx="2931953" cy="2699953"/>
          </a:xfr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>
            <a:normAutofit/>
          </a:bodyPr>
          <a:lstStyle>
            <a:lvl1pPr>
              <a:defRPr sz="1400"/>
            </a:lvl1pPr>
          </a:lstStyle>
          <a:p>
            <a:endParaRPr lang="en-US"/>
          </a:p>
        </p:txBody>
      </p:sp>
      <p:sp>
        <p:nvSpPr>
          <p:cNvPr id="24" name="Picture Placeholder 3">
            <a:extLst>
              <a:ext uri="{FF2B5EF4-FFF2-40B4-BE49-F238E27FC236}">
                <a16:creationId xmlns:a16="http://schemas.microsoft.com/office/drawing/2014/main" id="{F88E2990-BF19-43E0-80B3-4A7790A5716F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593084" y="3518552"/>
            <a:ext cx="2931953" cy="2699953"/>
          </a:xfr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>
            <a:normAutofit/>
          </a:bodyPr>
          <a:lstStyle>
            <a:lvl1pPr>
              <a:defRPr sz="1400"/>
            </a:lvl1pPr>
          </a:lstStyle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4966525-4954-4D5D-85B4-40C18300532F}"/>
              </a:ext>
            </a:extLst>
          </p:cNvPr>
          <p:cNvSpPr/>
          <p:nvPr userDrawn="1"/>
        </p:nvSpPr>
        <p:spPr>
          <a:xfrm>
            <a:off x="11289315" y="6038849"/>
            <a:ext cx="639555" cy="563231"/>
          </a:xfrm>
          <a:prstGeom prst="rect">
            <a:avLst/>
          </a:prstGeom>
          <a:solidFill>
            <a:srgbClr val="EE8B6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b="1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0F8219C7-C7F1-45A3-A5AB-80CC8F18E940}"/>
              </a:ext>
            </a:extLst>
          </p:cNvPr>
          <p:cNvSpPr txBox="1">
            <a:spLocks/>
          </p:cNvSpPr>
          <p:nvPr userDrawn="1"/>
        </p:nvSpPr>
        <p:spPr>
          <a:xfrm>
            <a:off x="11289314" y="6038849"/>
            <a:ext cx="639555" cy="56323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1200" b="1" kern="120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C64674B-0CCF-4531-A68C-815F17BC8CC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066793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3">
            <a:extLst>
              <a:ext uri="{FF2B5EF4-FFF2-40B4-BE49-F238E27FC236}">
                <a16:creationId xmlns:a16="http://schemas.microsoft.com/office/drawing/2014/main" id="{E56277E4-D665-4D8B-8B54-39852195798A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10450" y="1415564"/>
            <a:ext cx="2931953" cy="2279176"/>
          </a:xfr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>
            <a:normAutofit/>
          </a:bodyPr>
          <a:lstStyle>
            <a:lvl1pPr>
              <a:defRPr sz="1400"/>
            </a:lvl1pPr>
          </a:lstStyle>
          <a:p>
            <a:endParaRPr lang="en-US"/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CC805BF5-4D00-4B71-A4A9-FAC340D5F2F3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10449" y="3858513"/>
            <a:ext cx="2931953" cy="2267383"/>
          </a:xfr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>
            <a:normAutofit/>
          </a:bodyPr>
          <a:lstStyle>
            <a:lvl1pPr>
              <a:defRPr sz="1400"/>
            </a:lvl1pPr>
          </a:lstStyle>
          <a:p>
            <a:endParaRPr lang="en-US"/>
          </a:p>
        </p:txBody>
      </p:sp>
      <p:sp>
        <p:nvSpPr>
          <p:cNvPr id="12" name="Picture Placeholder 3">
            <a:extLst>
              <a:ext uri="{FF2B5EF4-FFF2-40B4-BE49-F238E27FC236}">
                <a16:creationId xmlns:a16="http://schemas.microsoft.com/office/drawing/2014/main" id="{08DBC7CB-6294-40B8-B38C-A001AAC58148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610767" y="1415563"/>
            <a:ext cx="2807295" cy="4710333"/>
          </a:xfr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>
            <a:normAutofit/>
          </a:bodyPr>
          <a:lstStyle>
            <a:lvl1pPr>
              <a:defRPr sz="1400"/>
            </a:lvl1pPr>
          </a:lstStyle>
          <a:p>
            <a:endParaRPr lang="en-US"/>
          </a:p>
        </p:txBody>
      </p:sp>
      <p:sp>
        <p:nvSpPr>
          <p:cNvPr id="13" name="Picture Placeholder 3">
            <a:extLst>
              <a:ext uri="{FF2B5EF4-FFF2-40B4-BE49-F238E27FC236}">
                <a16:creationId xmlns:a16="http://schemas.microsoft.com/office/drawing/2014/main" id="{5D3A1956-840D-4BC0-806F-F4B90806C6B4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6586426" y="1415564"/>
            <a:ext cx="5095123" cy="2279176"/>
          </a:xfr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>
            <a:normAutofit/>
          </a:bodyPr>
          <a:lstStyle>
            <a:lvl1pPr>
              <a:defRPr sz="1400"/>
            </a:lvl1pPr>
          </a:lstStyle>
          <a:p>
            <a:endParaRPr lang="en-US"/>
          </a:p>
        </p:txBody>
      </p:sp>
      <p:sp>
        <p:nvSpPr>
          <p:cNvPr id="14" name="Picture Placeholder 3">
            <a:extLst>
              <a:ext uri="{FF2B5EF4-FFF2-40B4-BE49-F238E27FC236}">
                <a16:creationId xmlns:a16="http://schemas.microsoft.com/office/drawing/2014/main" id="{278DD19E-532C-4D4D-9252-5B048DC7D6D0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586427" y="3858513"/>
            <a:ext cx="2463380" cy="2267383"/>
          </a:xfr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>
            <a:normAutofit/>
          </a:bodyPr>
          <a:lstStyle>
            <a:lvl1pPr>
              <a:defRPr sz="1400"/>
            </a:lvl1pPr>
          </a:lstStyle>
          <a:p>
            <a:endParaRPr lang="en-US"/>
          </a:p>
        </p:txBody>
      </p:sp>
      <p:sp>
        <p:nvSpPr>
          <p:cNvPr id="15" name="Picture Placeholder 3">
            <a:extLst>
              <a:ext uri="{FF2B5EF4-FFF2-40B4-BE49-F238E27FC236}">
                <a16:creationId xmlns:a16="http://schemas.microsoft.com/office/drawing/2014/main" id="{FC1F9196-18A7-4294-8BF0-70468F67F48E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9204076" y="3858513"/>
            <a:ext cx="2477474" cy="2267383"/>
          </a:xfr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>
            <a:normAutofit/>
          </a:bodyPr>
          <a:lstStyle>
            <a:lvl1pPr>
              <a:defRPr sz="14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14093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FB6E9E8F-3100-4F31-A53F-2CC38913F41F}"/>
              </a:ext>
            </a:extLst>
          </p:cNvPr>
          <p:cNvSpPr/>
          <p:nvPr userDrawn="1"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rgbClr val="F07D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ED864F9-FF0B-43E4-8882-80505177A301}"/>
              </a:ext>
            </a:extLst>
          </p:cNvPr>
          <p:cNvSpPr/>
          <p:nvPr userDrawn="1"/>
        </p:nvSpPr>
        <p:spPr>
          <a:xfrm>
            <a:off x="11552445" y="0"/>
            <a:ext cx="639555" cy="617716"/>
          </a:xfrm>
          <a:prstGeom prst="rect">
            <a:avLst/>
          </a:prstGeom>
          <a:solidFill>
            <a:srgbClr val="EE8B6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b="1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6158B06-3499-475D-9AE4-E421020E7BB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2445" y="0"/>
            <a:ext cx="639555" cy="61771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BC64674B-0CCF-4531-A68C-815F17BC8CC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Picture Placeholder 3">
            <a:extLst>
              <a:ext uri="{FF2B5EF4-FFF2-40B4-BE49-F238E27FC236}">
                <a16:creationId xmlns:a16="http://schemas.microsoft.com/office/drawing/2014/main" id="{BB24344A-55BE-4772-BE64-8B7E959C9BAE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4675465" y="1653989"/>
            <a:ext cx="2806754" cy="3846926"/>
          </a:xfr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>
            <a:normAutofit/>
          </a:bodyPr>
          <a:lstStyle>
            <a:lvl1pPr>
              <a:defRPr sz="14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878621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D1F9E201-BCEA-4214-8585-EEB6FF7DBD3A}"/>
              </a:ext>
            </a:extLst>
          </p:cNvPr>
          <p:cNvSpPr/>
          <p:nvPr userDrawn="1"/>
        </p:nvSpPr>
        <p:spPr>
          <a:xfrm>
            <a:off x="7732059" y="0"/>
            <a:ext cx="4494417" cy="6858000"/>
          </a:xfrm>
          <a:prstGeom prst="rect">
            <a:avLst/>
          </a:prstGeom>
          <a:solidFill>
            <a:srgbClr val="F07D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Picture Placeholder 3">
            <a:extLst>
              <a:ext uri="{FF2B5EF4-FFF2-40B4-BE49-F238E27FC236}">
                <a16:creationId xmlns:a16="http://schemas.microsoft.com/office/drawing/2014/main" id="{1F8EE6FE-05FD-4852-B0C5-D17E20564678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233714" y="3209925"/>
            <a:ext cx="5167086" cy="3228974"/>
          </a:xfr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>
            <a:normAutofit/>
          </a:bodyPr>
          <a:lstStyle>
            <a:lvl1pPr>
              <a:defRPr sz="1400"/>
            </a:lvl1pPr>
          </a:lstStyle>
          <a:p>
            <a:endParaRPr lang="en-US"/>
          </a:p>
        </p:txBody>
      </p:sp>
      <p:sp>
        <p:nvSpPr>
          <p:cNvPr id="14" name="Picture Placeholder 3">
            <a:extLst>
              <a:ext uri="{FF2B5EF4-FFF2-40B4-BE49-F238E27FC236}">
                <a16:creationId xmlns:a16="http://schemas.microsoft.com/office/drawing/2014/main" id="{F9642602-CAF8-4F7F-866F-FABBBE1394C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309071" y="1207170"/>
            <a:ext cx="1234075" cy="1234074"/>
          </a:xfrm>
          <a:prstGeom prst="ellipse">
            <a:avLst/>
          </a:pr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>
            <a:normAutofit/>
          </a:bodyPr>
          <a:lstStyle>
            <a:lvl1pPr>
              <a:defRPr sz="1400"/>
            </a:lvl1pPr>
          </a:lstStyle>
          <a:p>
            <a:endParaRPr lang="en-US"/>
          </a:p>
        </p:txBody>
      </p:sp>
      <p:sp>
        <p:nvSpPr>
          <p:cNvPr id="15" name="Picture Placeholder 3">
            <a:extLst>
              <a:ext uri="{FF2B5EF4-FFF2-40B4-BE49-F238E27FC236}">
                <a16:creationId xmlns:a16="http://schemas.microsoft.com/office/drawing/2014/main" id="{4BADD85D-12F5-4780-977F-A163718778C3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324224" y="2811963"/>
            <a:ext cx="1234075" cy="1234074"/>
          </a:xfrm>
          <a:prstGeom prst="ellipse">
            <a:avLst/>
          </a:pr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>
            <a:normAutofit/>
          </a:bodyPr>
          <a:lstStyle>
            <a:lvl1pPr>
              <a:defRPr sz="1400"/>
            </a:lvl1pPr>
          </a:lstStyle>
          <a:p>
            <a:endParaRPr lang="en-US"/>
          </a:p>
        </p:txBody>
      </p:sp>
      <p:sp>
        <p:nvSpPr>
          <p:cNvPr id="16" name="Picture Placeholder 3">
            <a:extLst>
              <a:ext uri="{FF2B5EF4-FFF2-40B4-BE49-F238E27FC236}">
                <a16:creationId xmlns:a16="http://schemas.microsoft.com/office/drawing/2014/main" id="{956EFA32-B6F7-45A6-8B3F-91899AFA6071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7309070" y="4466194"/>
            <a:ext cx="1234075" cy="1234074"/>
          </a:xfrm>
          <a:prstGeom prst="ellipse">
            <a:avLst/>
          </a:pr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>
            <a:normAutofit/>
          </a:bodyPr>
          <a:lstStyle>
            <a:lvl1pPr>
              <a:defRPr sz="1400"/>
            </a:lvl1pPr>
          </a:lstStyle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ED864F9-FF0B-43E4-8882-80505177A301}"/>
              </a:ext>
            </a:extLst>
          </p:cNvPr>
          <p:cNvSpPr/>
          <p:nvPr userDrawn="1"/>
        </p:nvSpPr>
        <p:spPr>
          <a:xfrm>
            <a:off x="0" y="0"/>
            <a:ext cx="639555" cy="617716"/>
          </a:xfrm>
          <a:prstGeom prst="rect">
            <a:avLst/>
          </a:prstGeom>
          <a:solidFill>
            <a:srgbClr val="EE8B6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b="1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6158B06-3499-475D-9AE4-E421020E7BB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0" y="0"/>
            <a:ext cx="639555" cy="61771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BC64674B-0CCF-4531-A68C-815F17BC8CC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030537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icture Placeholder 3">
            <a:extLst>
              <a:ext uri="{FF2B5EF4-FFF2-40B4-BE49-F238E27FC236}">
                <a16:creationId xmlns:a16="http://schemas.microsoft.com/office/drawing/2014/main" id="{4411F184-9492-4322-9F75-F4FA375D1E19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6168005" y="1645315"/>
            <a:ext cx="4904096" cy="2786986"/>
          </a:xfr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>
            <a:normAutofit/>
          </a:bodyPr>
          <a:lstStyle>
            <a:lvl1pPr>
              <a:defRPr sz="1400"/>
            </a:lvl1pPr>
          </a:lstStyle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3B2FD0D-CD94-42DE-8EE5-A006E12E92AE}"/>
              </a:ext>
            </a:extLst>
          </p:cNvPr>
          <p:cNvSpPr/>
          <p:nvPr userDrawn="1"/>
        </p:nvSpPr>
        <p:spPr>
          <a:xfrm>
            <a:off x="0" y="5532083"/>
            <a:ext cx="12192000" cy="1339363"/>
          </a:xfrm>
          <a:prstGeom prst="rect">
            <a:avLst/>
          </a:prstGeom>
          <a:solidFill>
            <a:srgbClr val="F07D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Picture Placeholder 3">
            <a:extLst>
              <a:ext uri="{FF2B5EF4-FFF2-40B4-BE49-F238E27FC236}">
                <a16:creationId xmlns:a16="http://schemas.microsoft.com/office/drawing/2014/main" id="{9341FEF1-3F38-4417-8B34-1A083A53C671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871755" y="4848950"/>
            <a:ext cx="1319775" cy="1339363"/>
          </a:xfrm>
          <a:prstGeom prst="diamond">
            <a:avLst/>
          </a:pr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>
            <a:normAutofit/>
          </a:bodyPr>
          <a:lstStyle>
            <a:lvl1pPr>
              <a:defRPr sz="800"/>
            </a:lvl1pPr>
          </a:lstStyle>
          <a:p>
            <a:endParaRPr lang="en-US"/>
          </a:p>
        </p:txBody>
      </p:sp>
      <p:sp>
        <p:nvSpPr>
          <p:cNvPr id="22" name="Picture Placeholder 3">
            <a:extLst>
              <a:ext uri="{FF2B5EF4-FFF2-40B4-BE49-F238E27FC236}">
                <a16:creationId xmlns:a16="http://schemas.microsoft.com/office/drawing/2014/main" id="{86D2EBA7-4B67-4E2B-82A2-CF87187391D0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2293119" y="4848951"/>
            <a:ext cx="1319775" cy="1339363"/>
          </a:xfrm>
          <a:prstGeom prst="diamond">
            <a:avLst/>
          </a:pr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>
            <a:normAutofit/>
          </a:bodyPr>
          <a:lstStyle>
            <a:lvl1pPr>
              <a:defRPr sz="800"/>
            </a:lvl1pPr>
          </a:lstStyle>
          <a:p>
            <a:endParaRPr lang="en-US"/>
          </a:p>
        </p:txBody>
      </p:sp>
      <p:sp>
        <p:nvSpPr>
          <p:cNvPr id="23" name="Picture Placeholder 3">
            <a:extLst>
              <a:ext uri="{FF2B5EF4-FFF2-40B4-BE49-F238E27FC236}">
                <a16:creationId xmlns:a16="http://schemas.microsoft.com/office/drawing/2014/main" id="{481642D0-F298-4753-998F-CB74A9FD900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14482" y="4848950"/>
            <a:ext cx="1319775" cy="1339363"/>
          </a:xfrm>
          <a:prstGeom prst="diamond">
            <a:avLst/>
          </a:pr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>
            <a:normAutofit/>
          </a:bodyPr>
          <a:lstStyle>
            <a:lvl1pPr>
              <a:defRPr sz="800"/>
            </a:lvl1pPr>
          </a:lstStyle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5CF8322-0AA9-444C-8FDA-1B2F8F08FD68}"/>
              </a:ext>
            </a:extLst>
          </p:cNvPr>
          <p:cNvSpPr/>
          <p:nvPr userDrawn="1"/>
        </p:nvSpPr>
        <p:spPr>
          <a:xfrm>
            <a:off x="11552445" y="0"/>
            <a:ext cx="639555" cy="617716"/>
          </a:xfrm>
          <a:prstGeom prst="rect">
            <a:avLst/>
          </a:prstGeom>
          <a:solidFill>
            <a:srgbClr val="EE8B6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b="1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7E7B01E1-5F59-47BD-A21D-8E706689C7F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2445" y="0"/>
            <a:ext cx="639555" cy="61771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BC64674B-0CCF-4531-A68C-815F17BC8CC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984070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F7C92E8B-8977-401D-A673-C6D114AB6B0C}"/>
              </a:ext>
            </a:extLst>
          </p:cNvPr>
          <p:cNvSpPr/>
          <p:nvPr userDrawn="1"/>
        </p:nvSpPr>
        <p:spPr>
          <a:xfrm>
            <a:off x="11289315" y="5984365"/>
            <a:ext cx="639555" cy="617716"/>
          </a:xfrm>
          <a:prstGeom prst="rect">
            <a:avLst/>
          </a:prstGeom>
          <a:solidFill>
            <a:srgbClr val="EE8B6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b="1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8AB455-A37D-4DAA-BB0F-AA1ACCD0F467}"/>
              </a:ext>
            </a:extLst>
          </p:cNvPr>
          <p:cNvSpPr txBox="1">
            <a:spLocks/>
          </p:cNvSpPr>
          <p:nvPr userDrawn="1"/>
        </p:nvSpPr>
        <p:spPr>
          <a:xfrm>
            <a:off x="11289314" y="5984365"/>
            <a:ext cx="639555" cy="61771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1200" b="1" kern="120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C64674B-0CCF-4531-A68C-815F17BC8CC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5" name="Flowchart: Manual Input 27">
            <a:extLst>
              <a:ext uri="{FF2B5EF4-FFF2-40B4-BE49-F238E27FC236}">
                <a16:creationId xmlns:a16="http://schemas.microsoft.com/office/drawing/2014/main" id="{50D5F789-8C5A-4369-82C8-A23B17B8C464}"/>
              </a:ext>
            </a:extLst>
          </p:cNvPr>
          <p:cNvSpPr/>
          <p:nvPr userDrawn="1"/>
        </p:nvSpPr>
        <p:spPr>
          <a:xfrm flipV="1">
            <a:off x="11300346" y="-4"/>
            <a:ext cx="891654" cy="5158857"/>
          </a:xfrm>
          <a:custGeom>
            <a:avLst/>
            <a:gdLst>
              <a:gd name="connsiteX0" fmla="*/ 0 w 10000"/>
              <a:gd name="connsiteY0" fmla="*/ 2000 h 10000"/>
              <a:gd name="connsiteX1" fmla="*/ 10000 w 10000"/>
              <a:gd name="connsiteY1" fmla="*/ 0 h 10000"/>
              <a:gd name="connsiteX2" fmla="*/ 10000 w 10000"/>
              <a:gd name="connsiteY2" fmla="*/ 10000 h 10000"/>
              <a:gd name="connsiteX3" fmla="*/ 0 w 10000"/>
              <a:gd name="connsiteY3" fmla="*/ 10000 h 10000"/>
              <a:gd name="connsiteX4" fmla="*/ 0 w 10000"/>
              <a:gd name="connsiteY4" fmla="*/ 2000 h 10000"/>
              <a:gd name="connsiteX0" fmla="*/ 0 w 10000"/>
              <a:gd name="connsiteY0" fmla="*/ 1758 h 10000"/>
              <a:gd name="connsiteX1" fmla="*/ 10000 w 10000"/>
              <a:gd name="connsiteY1" fmla="*/ 0 h 10000"/>
              <a:gd name="connsiteX2" fmla="*/ 10000 w 10000"/>
              <a:gd name="connsiteY2" fmla="*/ 10000 h 10000"/>
              <a:gd name="connsiteX3" fmla="*/ 0 w 10000"/>
              <a:gd name="connsiteY3" fmla="*/ 10000 h 10000"/>
              <a:gd name="connsiteX4" fmla="*/ 0 w 10000"/>
              <a:gd name="connsiteY4" fmla="*/ 1758 h 10000"/>
              <a:gd name="connsiteX0" fmla="*/ 0 w 10000"/>
              <a:gd name="connsiteY0" fmla="*/ 1591 h 10000"/>
              <a:gd name="connsiteX1" fmla="*/ 10000 w 10000"/>
              <a:gd name="connsiteY1" fmla="*/ 0 h 10000"/>
              <a:gd name="connsiteX2" fmla="*/ 10000 w 10000"/>
              <a:gd name="connsiteY2" fmla="*/ 10000 h 10000"/>
              <a:gd name="connsiteX3" fmla="*/ 0 w 10000"/>
              <a:gd name="connsiteY3" fmla="*/ 10000 h 10000"/>
              <a:gd name="connsiteX4" fmla="*/ 0 w 10000"/>
              <a:gd name="connsiteY4" fmla="*/ 1591 h 10000"/>
              <a:gd name="connsiteX0" fmla="*/ 0 w 10000"/>
              <a:gd name="connsiteY0" fmla="*/ 1424 h 10000"/>
              <a:gd name="connsiteX1" fmla="*/ 10000 w 10000"/>
              <a:gd name="connsiteY1" fmla="*/ 0 h 10000"/>
              <a:gd name="connsiteX2" fmla="*/ 10000 w 10000"/>
              <a:gd name="connsiteY2" fmla="*/ 10000 h 10000"/>
              <a:gd name="connsiteX3" fmla="*/ 0 w 10000"/>
              <a:gd name="connsiteY3" fmla="*/ 10000 h 10000"/>
              <a:gd name="connsiteX4" fmla="*/ 0 w 10000"/>
              <a:gd name="connsiteY4" fmla="*/ 1424 h 10000"/>
              <a:gd name="connsiteX0" fmla="*/ 0 w 10000"/>
              <a:gd name="connsiteY0" fmla="*/ 1238 h 10000"/>
              <a:gd name="connsiteX1" fmla="*/ 10000 w 10000"/>
              <a:gd name="connsiteY1" fmla="*/ 0 h 10000"/>
              <a:gd name="connsiteX2" fmla="*/ 10000 w 10000"/>
              <a:gd name="connsiteY2" fmla="*/ 10000 h 10000"/>
              <a:gd name="connsiteX3" fmla="*/ 0 w 10000"/>
              <a:gd name="connsiteY3" fmla="*/ 10000 h 10000"/>
              <a:gd name="connsiteX4" fmla="*/ 0 w 10000"/>
              <a:gd name="connsiteY4" fmla="*/ 1238 h 10000"/>
              <a:gd name="connsiteX0" fmla="*/ 0 w 10000"/>
              <a:gd name="connsiteY0" fmla="*/ 1071 h 10000"/>
              <a:gd name="connsiteX1" fmla="*/ 10000 w 10000"/>
              <a:gd name="connsiteY1" fmla="*/ 0 h 10000"/>
              <a:gd name="connsiteX2" fmla="*/ 10000 w 10000"/>
              <a:gd name="connsiteY2" fmla="*/ 10000 h 10000"/>
              <a:gd name="connsiteX3" fmla="*/ 0 w 10000"/>
              <a:gd name="connsiteY3" fmla="*/ 10000 h 10000"/>
              <a:gd name="connsiteX4" fmla="*/ 0 w 10000"/>
              <a:gd name="connsiteY4" fmla="*/ 1071 h 10000"/>
              <a:gd name="connsiteX0" fmla="*/ 0 w 10000"/>
              <a:gd name="connsiteY0" fmla="*/ 899 h 10000"/>
              <a:gd name="connsiteX1" fmla="*/ 10000 w 10000"/>
              <a:gd name="connsiteY1" fmla="*/ 0 h 10000"/>
              <a:gd name="connsiteX2" fmla="*/ 10000 w 10000"/>
              <a:gd name="connsiteY2" fmla="*/ 10000 h 10000"/>
              <a:gd name="connsiteX3" fmla="*/ 0 w 10000"/>
              <a:gd name="connsiteY3" fmla="*/ 10000 h 10000"/>
              <a:gd name="connsiteX4" fmla="*/ 0 w 10000"/>
              <a:gd name="connsiteY4" fmla="*/ 899 h 10000"/>
              <a:gd name="connsiteX0" fmla="*/ 0 w 10000"/>
              <a:gd name="connsiteY0" fmla="*/ 833 h 10000"/>
              <a:gd name="connsiteX1" fmla="*/ 10000 w 10000"/>
              <a:gd name="connsiteY1" fmla="*/ 0 h 10000"/>
              <a:gd name="connsiteX2" fmla="*/ 10000 w 10000"/>
              <a:gd name="connsiteY2" fmla="*/ 10000 h 10000"/>
              <a:gd name="connsiteX3" fmla="*/ 0 w 10000"/>
              <a:gd name="connsiteY3" fmla="*/ 10000 h 10000"/>
              <a:gd name="connsiteX4" fmla="*/ 0 w 10000"/>
              <a:gd name="connsiteY4" fmla="*/ 833 h 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00" h="10000">
                <a:moveTo>
                  <a:pt x="0" y="833"/>
                </a:moveTo>
                <a:lnTo>
                  <a:pt x="10000" y="0"/>
                </a:lnTo>
                <a:lnTo>
                  <a:pt x="10000" y="10000"/>
                </a:lnTo>
                <a:lnTo>
                  <a:pt x="0" y="10000"/>
                </a:lnTo>
                <a:lnTo>
                  <a:pt x="0" y="833"/>
                </a:lnTo>
                <a:close/>
              </a:path>
            </a:pathLst>
          </a:custGeom>
          <a:solidFill>
            <a:srgbClr val="F1856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Picture Placeholder 3">
            <a:extLst>
              <a:ext uri="{FF2B5EF4-FFF2-40B4-BE49-F238E27FC236}">
                <a16:creationId xmlns:a16="http://schemas.microsoft.com/office/drawing/2014/main" id="{8B40DA33-67D0-4E14-BAA5-B2B2D6F9CE19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7706117" y="870857"/>
            <a:ext cx="2628055" cy="5113508"/>
          </a:xfr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>
            <a:normAutofit/>
          </a:bodyPr>
          <a:lstStyle>
            <a:lvl1pPr>
              <a:defRPr sz="14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34382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9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4700C99E-ECC1-44B4-A214-8A0B2E9C697B}"/>
              </a:ext>
            </a:extLst>
          </p:cNvPr>
          <p:cNvSpPr/>
          <p:nvPr userDrawn="1"/>
        </p:nvSpPr>
        <p:spPr>
          <a:xfrm>
            <a:off x="289821" y="5984365"/>
            <a:ext cx="639555" cy="617716"/>
          </a:xfrm>
          <a:prstGeom prst="rect">
            <a:avLst/>
          </a:prstGeom>
          <a:solidFill>
            <a:srgbClr val="EE8B6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b="1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7" name="Slide Number Placeholder 5">
            <a:extLst>
              <a:ext uri="{FF2B5EF4-FFF2-40B4-BE49-F238E27FC236}">
                <a16:creationId xmlns:a16="http://schemas.microsoft.com/office/drawing/2014/main" id="{85EEC373-FECF-4F79-BD3B-CA9E6D8373A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89820" y="5984365"/>
            <a:ext cx="639555" cy="61771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BC64674B-0CCF-4531-A68C-815F17BC8CC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8" name="Flowchart: Manual Input 27">
            <a:extLst>
              <a:ext uri="{FF2B5EF4-FFF2-40B4-BE49-F238E27FC236}">
                <a16:creationId xmlns:a16="http://schemas.microsoft.com/office/drawing/2014/main" id="{2B15F3A7-B756-409D-B090-6E564A726FCD}"/>
              </a:ext>
            </a:extLst>
          </p:cNvPr>
          <p:cNvSpPr/>
          <p:nvPr userDrawn="1"/>
        </p:nvSpPr>
        <p:spPr>
          <a:xfrm flipH="1" flipV="1">
            <a:off x="0" y="0"/>
            <a:ext cx="891654" cy="5158857"/>
          </a:xfrm>
          <a:custGeom>
            <a:avLst/>
            <a:gdLst>
              <a:gd name="connsiteX0" fmla="*/ 0 w 10000"/>
              <a:gd name="connsiteY0" fmla="*/ 2000 h 10000"/>
              <a:gd name="connsiteX1" fmla="*/ 10000 w 10000"/>
              <a:gd name="connsiteY1" fmla="*/ 0 h 10000"/>
              <a:gd name="connsiteX2" fmla="*/ 10000 w 10000"/>
              <a:gd name="connsiteY2" fmla="*/ 10000 h 10000"/>
              <a:gd name="connsiteX3" fmla="*/ 0 w 10000"/>
              <a:gd name="connsiteY3" fmla="*/ 10000 h 10000"/>
              <a:gd name="connsiteX4" fmla="*/ 0 w 10000"/>
              <a:gd name="connsiteY4" fmla="*/ 2000 h 10000"/>
              <a:gd name="connsiteX0" fmla="*/ 0 w 10000"/>
              <a:gd name="connsiteY0" fmla="*/ 1758 h 10000"/>
              <a:gd name="connsiteX1" fmla="*/ 10000 w 10000"/>
              <a:gd name="connsiteY1" fmla="*/ 0 h 10000"/>
              <a:gd name="connsiteX2" fmla="*/ 10000 w 10000"/>
              <a:gd name="connsiteY2" fmla="*/ 10000 h 10000"/>
              <a:gd name="connsiteX3" fmla="*/ 0 w 10000"/>
              <a:gd name="connsiteY3" fmla="*/ 10000 h 10000"/>
              <a:gd name="connsiteX4" fmla="*/ 0 w 10000"/>
              <a:gd name="connsiteY4" fmla="*/ 1758 h 10000"/>
              <a:gd name="connsiteX0" fmla="*/ 0 w 10000"/>
              <a:gd name="connsiteY0" fmla="*/ 1591 h 10000"/>
              <a:gd name="connsiteX1" fmla="*/ 10000 w 10000"/>
              <a:gd name="connsiteY1" fmla="*/ 0 h 10000"/>
              <a:gd name="connsiteX2" fmla="*/ 10000 w 10000"/>
              <a:gd name="connsiteY2" fmla="*/ 10000 h 10000"/>
              <a:gd name="connsiteX3" fmla="*/ 0 w 10000"/>
              <a:gd name="connsiteY3" fmla="*/ 10000 h 10000"/>
              <a:gd name="connsiteX4" fmla="*/ 0 w 10000"/>
              <a:gd name="connsiteY4" fmla="*/ 1591 h 10000"/>
              <a:gd name="connsiteX0" fmla="*/ 0 w 10000"/>
              <a:gd name="connsiteY0" fmla="*/ 1424 h 10000"/>
              <a:gd name="connsiteX1" fmla="*/ 10000 w 10000"/>
              <a:gd name="connsiteY1" fmla="*/ 0 h 10000"/>
              <a:gd name="connsiteX2" fmla="*/ 10000 w 10000"/>
              <a:gd name="connsiteY2" fmla="*/ 10000 h 10000"/>
              <a:gd name="connsiteX3" fmla="*/ 0 w 10000"/>
              <a:gd name="connsiteY3" fmla="*/ 10000 h 10000"/>
              <a:gd name="connsiteX4" fmla="*/ 0 w 10000"/>
              <a:gd name="connsiteY4" fmla="*/ 1424 h 10000"/>
              <a:gd name="connsiteX0" fmla="*/ 0 w 10000"/>
              <a:gd name="connsiteY0" fmla="*/ 1238 h 10000"/>
              <a:gd name="connsiteX1" fmla="*/ 10000 w 10000"/>
              <a:gd name="connsiteY1" fmla="*/ 0 h 10000"/>
              <a:gd name="connsiteX2" fmla="*/ 10000 w 10000"/>
              <a:gd name="connsiteY2" fmla="*/ 10000 h 10000"/>
              <a:gd name="connsiteX3" fmla="*/ 0 w 10000"/>
              <a:gd name="connsiteY3" fmla="*/ 10000 h 10000"/>
              <a:gd name="connsiteX4" fmla="*/ 0 w 10000"/>
              <a:gd name="connsiteY4" fmla="*/ 1238 h 10000"/>
              <a:gd name="connsiteX0" fmla="*/ 0 w 10000"/>
              <a:gd name="connsiteY0" fmla="*/ 1071 h 10000"/>
              <a:gd name="connsiteX1" fmla="*/ 10000 w 10000"/>
              <a:gd name="connsiteY1" fmla="*/ 0 h 10000"/>
              <a:gd name="connsiteX2" fmla="*/ 10000 w 10000"/>
              <a:gd name="connsiteY2" fmla="*/ 10000 h 10000"/>
              <a:gd name="connsiteX3" fmla="*/ 0 w 10000"/>
              <a:gd name="connsiteY3" fmla="*/ 10000 h 10000"/>
              <a:gd name="connsiteX4" fmla="*/ 0 w 10000"/>
              <a:gd name="connsiteY4" fmla="*/ 1071 h 10000"/>
              <a:gd name="connsiteX0" fmla="*/ 0 w 10000"/>
              <a:gd name="connsiteY0" fmla="*/ 899 h 10000"/>
              <a:gd name="connsiteX1" fmla="*/ 10000 w 10000"/>
              <a:gd name="connsiteY1" fmla="*/ 0 h 10000"/>
              <a:gd name="connsiteX2" fmla="*/ 10000 w 10000"/>
              <a:gd name="connsiteY2" fmla="*/ 10000 h 10000"/>
              <a:gd name="connsiteX3" fmla="*/ 0 w 10000"/>
              <a:gd name="connsiteY3" fmla="*/ 10000 h 10000"/>
              <a:gd name="connsiteX4" fmla="*/ 0 w 10000"/>
              <a:gd name="connsiteY4" fmla="*/ 899 h 10000"/>
              <a:gd name="connsiteX0" fmla="*/ 0 w 10000"/>
              <a:gd name="connsiteY0" fmla="*/ 833 h 10000"/>
              <a:gd name="connsiteX1" fmla="*/ 10000 w 10000"/>
              <a:gd name="connsiteY1" fmla="*/ 0 h 10000"/>
              <a:gd name="connsiteX2" fmla="*/ 10000 w 10000"/>
              <a:gd name="connsiteY2" fmla="*/ 10000 h 10000"/>
              <a:gd name="connsiteX3" fmla="*/ 0 w 10000"/>
              <a:gd name="connsiteY3" fmla="*/ 10000 h 10000"/>
              <a:gd name="connsiteX4" fmla="*/ 0 w 10000"/>
              <a:gd name="connsiteY4" fmla="*/ 833 h 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00" h="10000">
                <a:moveTo>
                  <a:pt x="0" y="833"/>
                </a:moveTo>
                <a:lnTo>
                  <a:pt x="10000" y="0"/>
                </a:lnTo>
                <a:lnTo>
                  <a:pt x="10000" y="10000"/>
                </a:lnTo>
                <a:lnTo>
                  <a:pt x="0" y="10000"/>
                </a:lnTo>
                <a:lnTo>
                  <a:pt x="0" y="833"/>
                </a:lnTo>
                <a:close/>
              </a:path>
            </a:pathLst>
          </a:custGeom>
          <a:solidFill>
            <a:srgbClr val="F1856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206076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4700C99E-ECC1-44B4-A214-8A0B2E9C697B}"/>
              </a:ext>
            </a:extLst>
          </p:cNvPr>
          <p:cNvSpPr/>
          <p:nvPr userDrawn="1"/>
        </p:nvSpPr>
        <p:spPr>
          <a:xfrm>
            <a:off x="1" y="6240284"/>
            <a:ext cx="639555" cy="617716"/>
          </a:xfrm>
          <a:prstGeom prst="rect">
            <a:avLst/>
          </a:prstGeom>
          <a:solidFill>
            <a:srgbClr val="EE8B6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b="1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7" name="Slide Number Placeholder 5">
            <a:extLst>
              <a:ext uri="{FF2B5EF4-FFF2-40B4-BE49-F238E27FC236}">
                <a16:creationId xmlns:a16="http://schemas.microsoft.com/office/drawing/2014/main" id="{85EEC373-FECF-4F79-BD3B-CA9E6D8373A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0" y="6240284"/>
            <a:ext cx="639555" cy="61771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BC64674B-0CCF-4531-A68C-815F17BC8CC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607457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95CF8322-0AA9-444C-8FDA-1B2F8F08FD68}"/>
              </a:ext>
            </a:extLst>
          </p:cNvPr>
          <p:cNvSpPr/>
          <p:nvPr userDrawn="1"/>
        </p:nvSpPr>
        <p:spPr>
          <a:xfrm>
            <a:off x="11552445" y="0"/>
            <a:ext cx="639555" cy="617716"/>
          </a:xfrm>
          <a:prstGeom prst="rect">
            <a:avLst/>
          </a:prstGeom>
          <a:solidFill>
            <a:srgbClr val="EE8B6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b="1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7E7B01E1-5F59-47BD-A21D-8E706689C7F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2445" y="0"/>
            <a:ext cx="639555" cy="61771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BC64674B-0CCF-4531-A68C-815F17BC8CC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6248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C64674B-0CCF-4531-A68C-815F17BC8C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99006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6" r:id="rId1"/>
    <p:sldLayoutId id="2147483737" r:id="rId2"/>
    <p:sldLayoutId id="2147483738" r:id="rId3"/>
    <p:sldLayoutId id="2147483739" r:id="rId4"/>
    <p:sldLayoutId id="2147483740" r:id="rId5"/>
    <p:sldLayoutId id="2147483741" r:id="rId6"/>
    <p:sldLayoutId id="2147483743" r:id="rId7"/>
    <p:sldLayoutId id="2147483742" r:id="rId8"/>
    <p:sldLayoutId id="2147483744" r:id="rId9"/>
    <p:sldLayoutId id="2147483745" r:id="rId10"/>
    <p:sldLayoutId id="2147483746" r:id="rId11"/>
    <p:sldLayoutId id="2147483747" r:id="rId12"/>
    <p:sldLayoutId id="2147483749" r:id="rId13"/>
    <p:sldLayoutId id="2147483748" r:id="rId14"/>
    <p:sldLayoutId id="2147483750" r:id="rId15"/>
    <p:sldLayoutId id="2147483751" r:id="rId16"/>
    <p:sldLayoutId id="2147483752" r:id="rId17"/>
    <p:sldLayoutId id="2147483753" r:id="rId18"/>
    <p:sldLayoutId id="2147483754" r:id="rId19"/>
    <p:sldLayoutId id="2147483755" r:id="rId20"/>
    <p:sldLayoutId id="2147483757" r:id="rId21"/>
    <p:sldLayoutId id="2147483758" r:id="rId22"/>
    <p:sldLayoutId id="2147483760" r:id="rId23"/>
    <p:sldLayoutId id="2147483759" r:id="rId24"/>
    <p:sldLayoutId id="2147483762" r:id="rId25"/>
    <p:sldLayoutId id="2147483761" r:id="rId26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2.xml" /></ns0:Relationships>
</file>

<file path=ppt/slides/_rels/slide2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3.xml" /></ns0:Relationships>
</file>

<file path=ppt/slides/_rels/slide3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4.xml" /></ns0:Relationships>
</file>

<file path=ppt/slides/_rels/slide4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6.xml" /></ns0:Relationships>
</file>

<file path=ppt/slides/_rels/slide5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8.xml" /></ns0:Relationships>
</file>

<file path=ppt/slides/_rels/slide6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7.xml" /></ns0:Relationships>
</file>

<file path=ppt/slides/_rels/slide7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5.xml" /></ns0:Relationships>
</file>

<file path=ppt/slides/_rels/slide8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9.xml" /></ns0:Relationships>
</file>

<file path=ppt/slides/_rels/slide9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10.xml" /></ns0:Relationships>
</file>

<file path=ppt/slides/_rels/slide10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11.xml" /></ns0:Relationships>
</file>

<file path=ppt/slides/_rels/slide11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13.xml" /></ns0:Relationships>
</file>

<file path=ppt/slides/_rels/slide12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14.xml" /></ns0:Relationships>
</file>

<file path=ppt/slides/_rels/slide13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15.xml" /></ns0:Relationships>
</file>

<file path=ppt/slides/_rels/slide14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16.xml" /></ns0:Relationships>
</file>

<file path=ppt/slides/_rels/slide15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17.xml" /></ns0:Relationships>
</file>

<file path=ppt/slides/_rels/slide16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18.xml" /></ns0:Relationships>
</file>

<file path=ppt/slides/_rels/slide17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19.xml" /></ns0:Relationships>
</file>

<file path=ppt/slides/_rels/slide18.xml.rels><?xml version='1.0' encoding='utf-8'?>
<ns0:Relationships xmlns:ns0="http://schemas.openxmlformats.org/package/2006/relationships"><ns0:Relationship Id="rId2" Type="http://schemas.openxmlformats.org/officeDocument/2006/relationships/image" Target="../media/ph_SlideImage.png" /><ns0:Relationship Id="rId1" Type="http://schemas.openxmlformats.org/officeDocument/2006/relationships/slideLayout" Target="../slideLayouts/slideLayout20.xml" /></ns0:Relationships>
</file>

<file path=ppt/slides/_rels/slide19.xml.rels><?xml version='1.0' encoding='utf-8'?>
<ns0:Relationships xmlns:ns0="http://schemas.openxmlformats.org/package/2006/relationships"><ns0:Relationship Id="rId2" Type="http://schemas.openxmlformats.org/officeDocument/2006/relationships/image" Target="../media/ph_SlideImage.png" /><ns0:Relationship Id="rId1" Type="http://schemas.openxmlformats.org/officeDocument/2006/relationships/slideLayout" Target="../slideLayouts/slideLayout21.xml" /></ns0:Relationships>
</file>

<file path=ppt/slides/_rels/slide20.xml.rels><?xml version='1.0' encoding='utf-8'?>
<ns0:Relationships xmlns:ns0="http://schemas.openxmlformats.org/package/2006/relationships"><ns0:Relationship Id="rId2" Type="http://schemas.openxmlformats.org/officeDocument/2006/relationships/image" Target="../media/ph_SlideImage.png" /><ns0:Relationship Id="rId1" Type="http://schemas.openxmlformats.org/officeDocument/2006/relationships/slideLayout" Target="../slideLayouts/slideLayout22.xml" /></ns0:Relationships>
</file>

<file path=ppt/slides/_rels/slide21.xml.rels><?xml version='1.0' encoding='utf-8'?>
<ns0:Relationships xmlns:ns0="http://schemas.openxmlformats.org/package/2006/relationships"><ns0:Relationship Id="rId2" Type="http://schemas.openxmlformats.org/officeDocument/2006/relationships/image" Target="../media/ph_SlideImage.png" /><ns0:Relationship Id="rId1" Type="http://schemas.openxmlformats.org/officeDocument/2006/relationships/slideLayout" Target="../slideLayouts/slideLayout23.xml" /></ns0:Relationships>
</file>

<file path=ppt/slides/_rels/slide22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24.xml" /></ns0:Relationships>
</file>

<file path=ppt/slides/_rels/slide23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13.xml" /></ns0:Relationships>
</file>

<file path=ppt/slides/_rels/slide24.xml.rels><?xml version='1.0' encoding='utf-8'?>
<ns0:Relationships xmlns:ns0="http://schemas.openxmlformats.org/package/2006/relationships"><ns0:Relationship Id="rId2" Type="http://schemas.openxmlformats.org/officeDocument/2006/relationships/chart" Target="../charts/chart1.xml" /><ns0:Relationship Id="rId1" Type="http://schemas.openxmlformats.org/officeDocument/2006/relationships/slideLayout" Target="../slideLayouts/slideLayout26.xml" /></ns0:Relationships>
</file>

<file path=ppt/slides/_rels/slide25.xml.rels><?xml version='1.0' encoding='utf-8'?>
<ns0:Relationships xmlns:ns0="http://schemas.openxmlformats.org/package/2006/relationships"><ns0:Relationship Id="rId2" Type="http://schemas.openxmlformats.org/officeDocument/2006/relationships/chart" Target="../charts/chart2.xml" /><ns0:Relationship Id="rId1" Type="http://schemas.openxmlformats.org/officeDocument/2006/relationships/slideLayout" Target="../slideLayouts/slideLayout26.xml" /></ns0:Relationships>
</file>

<file path=ppt/slides/_rels/slide26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26.xml" /></ns0:Relationships>
</file>

<file path=ppt/slides/_rels/slide27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26.xml" /></ns0:Relationships>
</file>

<file path=ppt/slides/_rels/slide28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25.xml" /></ns0:Relationships>
</file>

<file path=ppt/slides/_rels/slide29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12.xml" /></ns0:Relationships>
</file>

<file path=ppt/slides/_rels/slide30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2.xml" /></ns0:Relationships>
</file>

<file path=ppt/slides/_rels/slide31.xml.rels><?xml version='1.0' encoding='utf-8'?>
<ns0:Relationships xmlns:ns0="http://schemas.openxmlformats.org/package/2006/relationships"><ns0:Relationship Id="rId2" Type="http://schemas.openxmlformats.org/officeDocument/2006/relationships/notesSlide" Target="../notesSlides/notesSlide1.xml" /><ns0:Relationship Id="rId1" Type="http://schemas.openxmlformats.org/officeDocument/2006/relationships/slideLayout" Target="../slideLayouts/slideLayout1.xml" /></ns0:Relationships>
</file>

<file path=ppt/slides/_rels/slide32.xml.rels><?xml version='1.0' encoding='utf-8'?>
<ns0:Relationships xmlns:ns0="http://schemas.openxmlformats.org/package/2006/relationships"><ns0:Relationship Id="rId2" Type="http://schemas.openxmlformats.org/officeDocument/2006/relationships/notesSlide" Target="../notesSlides/notesSlide2.xml" /><ns0:Relationship Id="rId1" Type="http://schemas.openxmlformats.org/officeDocument/2006/relationships/slideLayout" Target="../slideLayouts/slideLayout1.xml" /></ns0:Relationships>
</file>

<file path=ppt/slides/_rels/slide33.xml.rels><?xml version='1.0' encoding='utf-8'?>
<ns0:Relationships xmlns:ns0="http://schemas.openxmlformats.org/package/2006/relationships"><ns0:Relationship Id="rId2" Type="http://schemas.openxmlformats.org/officeDocument/2006/relationships/notesSlide" Target="../notesSlides/notesSlide3.xml" /><ns0:Relationship Id="rId1" Type="http://schemas.openxmlformats.org/officeDocument/2006/relationships/slideLayout" Target="../slideLayouts/slideLayout1.xml" /></ns0:Relationships>
</file>

<file path=ppt/slides/_rels/slide34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1.xml" /></ns0:Relationships>
</file>

<file path=ppt/slides/_rels/slide35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1.xml" /></ns0:Relationships>
</file>

<file path=ppt/slides/_rels/slide36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1.xml" /></ns0:Relationships>
</file>

<file path=ppt/slides/slide1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microsoft.com/office/powerpoint/2010/main">
  <ns0:cSld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9" name="Rectangle 8">
            <ns1:extLst>
              <ns1:ext uri="{FF2B5EF4-FFF2-40B4-BE49-F238E27FC236}">
                <ns2:creationId id="{954B460B-5803-441F-8BD9-014160E088AA}"/>
              </ns1:ext>
            </ns1:extLst>
          </ns0:cNvPr>
          <ns0:cNvSpPr/>
          <ns0:nvPr/>
        </ns0:nvSpPr>
        <ns0:spPr>
          <ns1:xfrm>
            <ns1:off x="309350" y="269544"/>
            <ns1:ext cx="11573301" cy="6318913"/>
          </ns1:xfrm>
          <ns1:prstGeom prst="rect">
            <ns1:avLst/>
          </ns1:prstGeom>
          <ns1:noFill/>
          <ns1:ln w="25400">
            <ns1:solidFill>
              <ns1:schemeClr val="bg1">
                <ns1:alpha val="50000"/>
              </ns1:schemeClr>
            </ns1:solidFill>
          </ns1:ln>
        </ns0:spPr>
        <ns0:style>
          <ns1:lnRef idx="2">
            <ns1:schemeClr val="accent1">
              <ns1:shade val="50000"/>
            </ns1:schemeClr>
          </ns1:lnRef>
          <ns1:fillRef idx="1">
            <ns1:schemeClr val="accent1"/>
          </ns1:fillRef>
          <ns1:effectRef idx="0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endParaRPr lang="en-US"/>
          </ns1:p>
        </ns0:txBody>
      </ns0:sp>
      <ns0:sp>
        <ns0:nvSpPr>
          <ns0:cNvPr id="5" name="TextBox 4">
            <ns1:extLst>
              <ns1:ext uri="{FF2B5EF4-FFF2-40B4-BE49-F238E27FC236}">
                <ns2:creationId id="{BAB65567-ACC9-4DDE-81E7-5DCFCF260E16}"/>
              </ns1:ext>
            </ns1:extLst>
          </ns0:cNvPr>
          <ns0:cNvSpPr txBox="1"/>
          <ns0:nvPr/>
        </ns0:nvSpPr>
        <ns0:spPr>
          <ns1:xfrm>
            <ns1:off x="3812779" y="2662170"/>
            <ns1:ext cx="4566443" cy="1323439"/>
          </ns1:xfrm>
          <ns1:prstGeom prst="rect">
            <ns1:avLst/>
          </ns1:prstGeom>
          <ns1:noFill/>
        </ns0:spPr>
        <ns0:txBody>
          <ns1:bodyPr wrap="none" rtlCol="0">
            <ns1:spAutoFit/>
          </ns1:bodyPr>
          <ns1:lstStyle/>
          <ns1:p>
            <ns1:r>
              <ns1:rPr lang="en-US" sz="8000" b="1">
                <ns1:solidFill>
                  <ns1:schemeClr val="bg1"/>
                </ns1:solidFill>
                <ns1:latin typeface="Playfair Display" panose="00000500000000000000" pitchFamily="50" charset="0"/>
              </ns1:rPr>
              <ns1:t>{SlideMainExplanation}</ns1:t>
            </ns1:r>
          </ns1:p>
        </ns0:txBody>
      </ns0:sp>
      <ns0:sp>
        <ns0:nvSpPr>
          <ns0:cNvPr id="6" name="TextBox 5">
            <ns1:extLst>
              <ns1:ext uri="{FF2B5EF4-FFF2-40B4-BE49-F238E27FC236}">
                <ns2:creationId id="{81EA7E48-A437-4ED1-AC0A-36C8784E0B3A}"/>
              </ns1:ext>
            </ns1:extLst>
          </ns0:cNvPr>
          <ns0:cNvSpPr txBox="1"/>
          <ns0:nvPr/>
        </ns0:nvSpPr>
        <ns0:spPr>
          <ns1:xfrm>
            <ns1:off x="4532117" y="3857276"/>
            <ns1:ext cx="3127779" cy="338554"/>
          </ns1:xfrm>
          <ns1:prstGeom prst="rect">
            <ns1:avLst/>
          </ns1:prstGeom>
          <ns1:noFill/>
        </ns0:spPr>
        <ns0:txBody>
          <ns1:bodyPr wrap="none" rtlCol="0">
            <ns1:spAutoFit/>
          </ns1:bodyPr>
          <ns1:lstStyle/>
          <ns1:p>
            <ns1:pPr algn="ctr"/>
            <ns1:r>
              <ns1:rPr lang="en-US" sz="1600" i="1">
                <ns1:solidFill>
                  <ns1:schemeClr val="bg1"/>
                </ns1:solidFill>
                <ns1:latin typeface="Merriweather" panose="02060503050406030704" pitchFamily="18" charset="0"/>
              </ns1:rPr>
              <ns1:t>{SlideSupportingContent}</ns1:t>
            </ns1:r>
          </ns1:p>
        </ns0:txBody>
      </ns0:sp>
      <ns0:sp>
        <ns0:nvSpPr>
          <ns0:cNvPr id="3" name="Picture Placeholder 2">
            <ns1:extLst>
              <ns1:ext uri="{FF2B5EF4-FFF2-40B4-BE49-F238E27FC236}">
                <ns2:creationId id="{51EACA12-090B-47EB-A739-DAC86069B80F}"/>
              </ns1:ext>
            </ns1:extLst>
          </ns0:cNvPr>
          <ns0:cNvSpPr>
            <ns1:spLocks noGrp="1"/>
          </ns0:cNvSpPr>
          <ns0:nvPr>
            <ns0:ph type="pic" sz="quarter" idx="10"/>
          </ns0:nvPr>
        </ns0:nvSpPr>
        <ns0:spPr/>
      </ns0:sp>
    </ns0:spTree>
    <ns0:extLst>
      <ns0:ext uri="{BB962C8B-B14F-4D97-AF65-F5344CB8AC3E}">
        <ns3:creationId val="803167241"/>
      </ns0:ext>
    </ns0:extLst>
  </ns0:cSld>
  <ns0:clrMapOvr>
    <ns1:masterClrMapping/>
  </ns0:clrMapOvr>
</ns0:sld>
</file>

<file path=ppt/slides/slide2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microsoft.com/office/powerpoint/2010/main">
  <ns0:cSld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4" name="Picture Placeholder 3">
            <ns1:extLst>
              <ns1:ext uri="{FF2B5EF4-FFF2-40B4-BE49-F238E27FC236}">
                <ns2:creationId id="{DA766433-54AF-49EB-99B7-E0A7760653E4}"/>
              </ns1:ext>
            </ns1:extLst>
          </ns0:cNvPr>
          <ns0:cNvSpPr>
            <ns1:spLocks noGrp="1"/>
          </ns0:cNvSpPr>
          <ns0:nvPr>
            <ns0:ph type="pic" sz="quarter" idx="10"/>
          </ns0:nvPr>
        </ns0:nvSpPr>
        <ns0:spPr/>
      </ns0:sp>
      <ns0:sp>
        <ns0:nvSpPr>
          <ns0:cNvPr id="3" name="Rectangle 2">
            <ns1:extLst>
              <ns1:ext uri="{FF2B5EF4-FFF2-40B4-BE49-F238E27FC236}">
                <ns2:creationId id="{9721C274-7AF3-4411-990C-CC32B1BEBF56}"/>
              </ns1:ext>
            </ns1:extLst>
          </ns0:cNvPr>
          <ns0:cNvSpPr/>
          <ns0:nvPr/>
        </ns0:nvSpPr>
        <ns0:spPr>
          <ns1:xfrm>
            <ns1:off x="4653886" y="2410537"/>
            <ns1:ext cx="518615" cy="2036926"/>
          </ns1:xfrm>
          <ns1:prstGeom prst="rect">
            <ns1:avLst/>
          </ns1:prstGeom>
          <ns1:solidFill>
            <ns1:srgbClr val="F07D66"/>
          </ns1:solidFill>
          <ns1:ln>
            <ns1:noFill/>
          </ns1:ln>
        </ns0:spPr>
        <ns0:style>
          <ns1:lnRef idx="2">
            <ns1:schemeClr val="accent1">
              <ns1:shade val="50000"/>
            </ns1:schemeClr>
          </ns1:lnRef>
          <ns1:fillRef idx="1">
            <ns1:schemeClr val="accent1"/>
          </ns1:fillRef>
          <ns1:effectRef idx="0">
            <ns1:schemeClr val="accent1"/>
          </ns1:effectRef>
          <ns1:fontRef idx="minor">
            <ns1:schemeClr val="lt1"/>
          </ns1:fontRef>
        </ns0:style>
        <ns0:txBody>
          <ns1:bodyPr vert="vert270" rtlCol="0" anchor="ctr"/>
          <ns1:lstStyle/>
          <ns1:p>
            <ns1:pPr algn="ctr"/>
            <ns1:r>
              <ns1:rPr lang="en-US" sz="1400" spc="300">
                <ns1:latin typeface="Lato Semibold" panose="020F0502020204030203" pitchFamily="34" charset="0"/>
                <ns1:ea typeface="Lato Semibold" panose="020F0502020204030203" pitchFamily="34" charset="0"/>
                <ns1:cs typeface="Lato Semibold" panose="020F0502020204030203" pitchFamily="34" charset="0"/>
              </ns1:rPr>
              <ns1:t>{SlideMainExplanation}</ns1:t>
            </ns1:r>
          </ns1:p>
        </ns0:txBody>
      </ns0:sp>
      <ns0:sp>
        <ns0:nvSpPr>
          <ns0:cNvPr id="10" name="TextBox 9">
            <ns1:extLst>
              <ns1:ext uri="{FF2B5EF4-FFF2-40B4-BE49-F238E27FC236}">
                <ns2:creationId id="{1DC730A8-8406-41A9-839C-4B88B8D8D218}"/>
              </ns1:ext>
            </ns1:extLst>
          </ns0:cNvPr>
          <ns0:cNvSpPr txBox="1"/>
          <ns0:nvPr/>
        </ns0:nvSpPr>
        <ns0:spPr>
          <ns1:xfrm>
            <ns1:off x="6042353" y="1716905"/>
            <ns1:ext cx="4640239" cy="1938992"/>
          </ns1:xfrm>
          <ns1:prstGeom prst="rect">
            <ns1:avLst/>
          </ns1:prstGeom>
          <ns1:noFill/>
        </ns0:spPr>
        <ns0:txBody>
          <ns1:bodyPr wrap="square" rtlCol="0">
            <ns1:spAutoFit/>
          </ns1:bodyPr>
          <ns1:lstStyle/>
          <ns1:p>
            <ns1:r>
              <ns1:rPr lang="en-US" sz="4000">
                <ns1:latin typeface="Playfair Display" panose="00000500000000000000" pitchFamily="50" charset="0"/>
              </ns1:rPr>
              <ns1:t>{SlideSupportingContent}</ns1:t>
            </ns1:r>
          </ns1:p>
        </ns0:txBody>
      </ns0:sp>
      <ns0:sp>
        <ns0:nvSpPr>
          <ns0:cNvPr id="12" name="TextBox 11">
            <ns1:extLst>
              <ns1:ext uri="{FF2B5EF4-FFF2-40B4-BE49-F238E27FC236}">
                <ns2:creationId id="{4C7A6BAC-C6AB-42BD-8A25-D72550BDD494}"/>
              </ns1:ext>
            </ns1:extLst>
          </ns0:cNvPr>
          <ns0:cNvSpPr txBox="1"/>
          <ns0:nvPr/>
        </ns0:nvSpPr>
        <ns0:spPr>
          <ns1:xfrm>
            <ns1:off x="6042353" y="3700252"/>
            <ns1:ext cx="4640239" cy="1440844"/>
          </ns1:xfrm>
          <ns1:prstGeom prst="rect">
            <ns1:avLst/>
          </ns1:prstGeom>
          <ns1:noFill/>
        </ns0:spPr>
        <ns0:txBody>
          <ns1:bodyPr wrap="square" rtlCol="0">
            <ns1:spAutoFit/>
          </ns1:bodyPr>
          <ns1:lstStyle/>
          <ns1:p>
            <ns1:pPr>
              <ns1:lnSpc>
                <ns1:spcPct val="150000"/>
              </ns1:lnSpc>
            </ns1:pPr>
            <ns1:r>
              <ns1:rPr lang="en-US" sz="1200">
                <ns1:solidFill>
                  <ns1:schemeClr val="bg1">
                    <ns1:lumMod val="50000"/>
                  </ns1:schemeClr>
                </ns1:solidFill>
                <ns1:latin typeface="Lato" panose="020F0502020204030203" pitchFamily="34" charset="0"/>
                <ns1:ea typeface="Lato" panose="020F0502020204030203" pitchFamily="34" charset="0"/>
                <ns1:cs typeface="Lato" panose="020F0502020204030203" pitchFamily="34" charset="0"/>
              </ns1:rPr>
              <ns1:t>{SlideCallout}</ns1:t>
            </ns1:r>
          </ns1:p>
        </ns0:txBody>
      </ns0:sp>
      <ns0:sp>
        <ns0:nvSpPr>
          <ns0:cNvPr id="19" name="Slide Number Placeholder 18">
            <ns1:extLst>
              <ns1:ext uri="{FF2B5EF4-FFF2-40B4-BE49-F238E27FC236}">
                <ns2:creationId id="{85F903F9-182D-414F-93F3-F25D5C17A2D8}"/>
              </ns1:ext>
            </ns1:extLst>
          </ns0:cNvPr>
          <ns0:cNvSpPr>
            <ns1:spLocks noGrp="1"/>
          </ns0:cNvSpPr>
          <ns0:nvPr>
            <ns0:ph type="sldNum" sz="quarter" idx="4"/>
          </ns0:nvPr>
        </ns0:nvSpPr>
        <ns0:spPr>
          <ns1:xfrm>
            <ns1:off x="11552444" y="3120142"/>
            <ns1:ext cx="639555" cy="617715"/>
          </ns1:xfrm>
        </ns0:spPr>
        <ns0:txBody>
          <ns1:bodyPr/>
          <ns1:lstStyle/>
          <ns1:p>
            <ns1:fld id="{BC64674B-0CCF-4531-A68C-815F17BC8CC8}" type="slidenum">
              <ns1:rPr lang="en-US" smtClean="0"/>
              <ns1:pPr/>
              <ns1:t>{SlideStatistic}</ns1:t>
            </ns1:fld>
            <ns1:endParaRPr lang="en-US"/>
          </ns1:p>
        </ns0:txBody>
      </ns0:sp>
    </ns0:spTree>
    <ns0:extLst>
      <ns0:ext uri="{BB962C8B-B14F-4D97-AF65-F5344CB8AC3E}">
        <ns3:creationId val="3570308415"/>
      </ns0:ext>
    </ns0:extLst>
  </ns0:cSld>
  <ns0:clrMapOvr>
    <ns1:masterClrMapping/>
  </ns0:clrMapOvr>
</ns0:sld>
</file>

<file path=ppt/slides/slide3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microsoft.com/office/powerpoint/2010/main">
  <ns0:cSld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3" name="Slide Number Placeholder 2">
            <ns1:extLst>
              <ns1:ext uri="{FF2B5EF4-FFF2-40B4-BE49-F238E27FC236}">
                <ns2:creationId id="{6D75354B-63A6-46C0-9A60-84BFB2863EF6}"/>
              </ns1:ext>
            </ns1:extLst>
          </ns0:cNvPr>
          <ns0:cNvSpPr>
            <ns1:spLocks noGrp="1"/>
          </ns0:cNvSpPr>
          <ns0:nvPr>
            <ns0:ph type="sldNum" sz="quarter" idx="4"/>
          </ns0:nvPr>
        </ns0:nvSpPr>
        <ns0:spPr/>
        <ns0:txBody>
          <ns1:bodyPr/>
          <ns1:lstStyle/>
          <ns1:p>
            <ns1:fld id="{BC64674B-0CCF-4531-A68C-815F17BC8CC8}" type="slidenum">
              <ns1:rPr lang="en-US" smtClean="0"/>
              <ns1:pPr/>
              <ns1:t>{SlideStatistic}</ns1:t>
            </ns1:fld>
            <ns1:endParaRPr lang="en-US"/>
          </ns1:p>
        </ns0:txBody>
      </ns0:sp>
      <ns0:sp>
        <ns0:nvSpPr>
          <ns0:cNvPr id="11" name="TextBox 10">
            <ns1:extLst>
              <ns1:ext uri="{FF2B5EF4-FFF2-40B4-BE49-F238E27FC236}">
                <ns2:creationId id="{08B88179-6013-4B2D-B802-8BBE5F36EC4B}"/>
              </ns1:ext>
            </ns1:extLst>
          </ns0:cNvPr>
          <ns0:cNvSpPr txBox="1"/>
          <ns0:nvPr/>
        </ns0:nvSpPr>
        <ns0:spPr>
          <ns1:xfrm>
            <ns1:off x="11368695" y="2942274"/>
            <ns1:ext cx="400110" cy="1302601"/>
          </ns1:xfrm>
          <ns1:prstGeom prst="rect">
            <ns1:avLst/>
          </ns1:prstGeom>
          <ns1:noFill/>
        </ns0:spPr>
        <ns0:txBody>
          <ns1:bodyPr vert="vert" wrap="none" rtlCol="0">
            <ns1:spAutoFit/>
          </ns1:bodyPr>
          <ns1:lstStyle/>
          <ns1:p>
            <ns1:r>
              <ns1:rPr lang="en-US" sz="1400" b="1" spc="300">
                <ns1:solidFill>
                  <ns1:schemeClr val="bg1"/>
                </ns1:solidFill>
                <ns1:latin typeface="Lato" panose="020F0502020204030203" pitchFamily="34" charset="0"/>
                <ns1:ea typeface="Lato" panose="020F0502020204030203" pitchFamily="34" charset="0"/>
                <ns1:cs typeface="Lato" panose="020F0502020204030203" pitchFamily="34" charset="0"/>
              </ns1:rPr>
              <ns1:t>{SlideSupportingContent}</ns1:t>
            </ns1:r>
          </ns1:p>
        </ns0:txBody>
      </ns0:sp>
      <ns0:cxnSp>
        <ns0:nvCxnSpPr>
          <ns0:cNvPr id="18" name="Straight Connector 17">
            <ns1:extLst>
              <ns1:ext uri="{FF2B5EF4-FFF2-40B4-BE49-F238E27FC236}">
                <ns2:creationId id="{E8FA8516-6C4F-48B0-AB02-65F3EAEE24CC}"/>
              </ns1:ext>
            </ns1:extLst>
          </ns0:cNvPr>
          <ns0:cNvCxnSpPr/>
          <ns0:nvPr/>
        </ns0:nvCxnSpPr>
        <ns0:spPr>
          <ns1:xfrm>
            <ns1:off x="11541454" y="1351129"/>
            <ns1:ext cx="0" cy="1296538"/>
          </ns1:xfrm>
          <ns1:prstGeom prst="line">
            <ns1:avLst/>
          </ns1:prstGeom>
          <ns1:ln>
            <ns1:solidFill>
              <ns1:schemeClr val="bg1"/>
            </ns1:solidFill>
          </ns1:ln>
        </ns0:spPr>
        <ns0:style>
          <ns1:lnRef idx="1">
            <ns1:schemeClr val="accent1"/>
          </ns1:lnRef>
          <ns1:fillRef idx="0">
            <ns1:schemeClr val="accent1"/>
          </ns1:fillRef>
          <ns1:effectRef idx="0">
            <ns1:schemeClr val="accent1"/>
          </ns1:effectRef>
          <ns1:fontRef idx="minor">
            <ns1:schemeClr val="tx1"/>
          </ns1:fontRef>
        </ns0:style>
      </ns0:cxnSp>
      <ns0:sp>
        <ns0:nvSpPr>
          <ns0:cNvPr id="21" name="TextBox 20">
            <ns1:extLst>
              <ns1:ext uri="{FF2B5EF4-FFF2-40B4-BE49-F238E27FC236}">
                <ns2:creationId id="{75C50BDB-F570-4B1C-B7F0-1DA95ECE6BBF}"/>
              </ns1:ext>
            </ns1:extLst>
          </ns0:cNvPr>
          <ns0:cNvSpPr txBox="1"/>
          <ns0:nvPr/>
        </ns0:nvSpPr>
        <ns0:spPr>
          <ns1:xfrm>
            <ns1:off x="986993" y="1269862"/>
            <ns1:ext cx="4640239" cy="1938992"/>
          </ns1:xfrm>
          <ns1:prstGeom prst="rect">
            <ns1:avLst/>
          </ns1:prstGeom>
          <ns1:noFill/>
        </ns0:spPr>
        <ns0:txBody>
          <ns1:bodyPr wrap="square" rtlCol="0">
            <ns1:spAutoFit/>
          </ns1:bodyPr>
          <ns1:lstStyle/>
          <ns1:p>
            <ns1:r>
              <ns1:rPr lang="en-US" sz="4000">
                <ns1:latin typeface="Playfair Display" panose="00000500000000000000" pitchFamily="50" charset="0"/>
              </ns1:rPr>
              <ns1:t>{SlideCallout}</ns1:t>
            </ns1:r>
          </ns1:p>
        </ns0:txBody>
      </ns0:sp>
      <ns0:sp>
        <ns0:nvSpPr>
          <ns0:cNvPr id="22" name="TextBox 21">
            <ns1:extLst>
              <ns1:ext uri="{FF2B5EF4-FFF2-40B4-BE49-F238E27FC236}">
                <ns2:creationId id="{D8D4542E-F888-42AB-8AF8-7B5B2E392278}"/>
              </ns1:ext>
            </ns1:extLst>
          </ns0:cNvPr>
          <ns0:cNvSpPr txBox="1"/>
          <ns0:nvPr/>
        </ns0:nvSpPr>
        <ns0:spPr>
          <ns1:xfrm>
            <ns1:off x="986993" y="3316299"/>
            <ns1:ext cx="4640239" cy="2271840"/>
          </ns1:xfrm>
          <ns1:prstGeom prst="rect">
            <ns1:avLst/>
          </ns1:prstGeom>
          <ns1:noFill/>
        </ns0:spPr>
        <ns0:txBody>
          <ns1:bodyPr wrap="square" rtlCol="0">
            <ns1:spAutoFit/>
          </ns1:bodyPr>
          <ns1:lstStyle/>
          <ns1:p>
            <ns1:pPr>
              <ns1:lnSpc>
                <ns1:spcPct val="150000"/>
              </ns1:lnSpc>
            </ns1:pPr>
            <ns1:r>
              <ns1:rPr lang="en-US" sz="1200">
                <ns1:solidFill>
                  <ns1:schemeClr val="bg1">
                    <ns1:lumMod val="50000"/>
                  </ns1:schemeClr>
                </ns1:solidFill>
                <ns1:latin typeface="Lato" panose="020F0502020204030203" pitchFamily="34" charset="0"/>
                <ns1:ea typeface="Lato" panose="020F0502020204030203" pitchFamily="34" charset="0"/>
                <ns1:cs typeface="Lato" panose="020F0502020204030203" pitchFamily="34" charset="0"/>
              </ns1:rPr>
              <ns1:t>{SlideCaption}</ns1:t>
            </ns1:r>
          </ns1:p>
        </ns0:txBody>
      </ns0:sp>
      <ns0:sp>
        <ns0:nvSpPr>
          <ns0:cNvPr id="4" name="Picture Placeholder 3">
            <ns1:extLst>
              <ns1:ext uri="{FF2B5EF4-FFF2-40B4-BE49-F238E27FC236}">
                <ns2:creationId id="{21B930C4-3687-4014-9472-50E7015F374D}"/>
              </ns1:ext>
            </ns1:extLst>
          </ns0:cNvPr>
          <ns0:cNvSpPr>
            <ns1:spLocks noGrp="1"/>
          </ns0:cNvSpPr>
          <ns0:nvPr>
            <ns0:ph type="pic" sz="quarter" idx="10"/>
          </ns0:nvPr>
        </ns0:nvSpPr>
        <ns0:spPr/>
      </ns0:sp>
    </ns0:spTree>
    <ns0:extLst>
      <ns0:ext uri="{BB962C8B-B14F-4D97-AF65-F5344CB8AC3E}">
        <ns3:creationId val="2944931465"/>
      </ns0:ext>
    </ns0:extLst>
  </ns0:cSld>
  <ns0:clrMapOvr>
    <ns1:masterClrMapping/>
  </ns0:clrMapOvr>
</ns0:sld>
</file>

<file path=ppt/slides/slide4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microsoft.com/office/powerpoint/2010/main">
  <ns0:cSld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8" name="TextBox 7">
            <ns1:extLst>
              <ns1:ext uri="{FF2B5EF4-FFF2-40B4-BE49-F238E27FC236}">
                <ns2:creationId id="{4686C2DE-7B61-4F3E-900A-925CF0CE2B1D}"/>
              </ns1:ext>
            </ns1:extLst>
          </ns0:cNvPr>
          <ns0:cNvSpPr txBox="1"/>
          <ns0:nvPr/>
        </ns0:nvSpPr>
        <ns0:spPr>
          <ns1:xfrm>
            <ns1:off x="6806333" y="745129"/>
            <ns1:ext cx="4729745" cy="1569660"/>
          </ns1:xfrm>
          <ns1:prstGeom prst="rect">
            <ns1:avLst/>
          </ns1:prstGeom>
          <ns1:noFill/>
        </ns0:spPr>
        <ns0:txBody>
          <ns1:bodyPr wrap="square" rtlCol="0">
            <ns1:spAutoFit/>
          </ns1:bodyPr>
          <ns1:lstStyle/>
          <ns1:p>
            <ns1:r>
              <ns1:rPr lang="en-US" sz="3200">
                <ns1:latin typeface="Playfair Display" panose="00000500000000000000" pitchFamily="50" charset="0"/>
              </ns1:rPr>
              <ns1:t>{SlideMainExplanation}</ns1:t>
            </ns1:r>
          </ns1:p>
        </ns0:txBody>
      </ns0:sp>
      <ns0:sp>
        <ns0:nvSpPr>
          <ns0:cNvPr id="9" name="Slide Number Placeholder 8">
            <ns1:extLst>
              <ns1:ext uri="{FF2B5EF4-FFF2-40B4-BE49-F238E27FC236}">
                <ns2:creationId id="{BAFB0D02-4A86-459F-A5C0-2512997EA2D9}"/>
              </ns1:ext>
            </ns1:extLst>
          </ns0:cNvPr>
          <ns0:cNvSpPr>
            <ns1:spLocks noGrp="1"/>
          </ns0:cNvSpPr>
          <ns0:nvPr>
            <ns0:ph type="sldNum" sz="quarter" idx="4"/>
          </ns0:nvPr>
        </ns0:nvSpPr>
        <ns0:spPr/>
        <ns0:txBody>
          <ns1:bodyPr/>
          <ns1:lstStyle/>
          <ns1:p>
            <ns1:fld id="{BC64674B-0CCF-4531-A68C-815F17BC8CC8}" type="slidenum">
              <ns1:rPr lang="en-US" smtClean="0"/>
              <ns1:pPr/>
              <ns1:t>{SlideStatistic}</ns1:t>
            </ns1:fld>
            <ns1:endParaRPr lang="en-US"/>
          </ns1:p>
        </ns0:txBody>
      </ns0:sp>
      <ns0:sp>
        <ns0:nvSpPr>
          <ns0:cNvPr id="10" name="TextBox 9">
            <ns1:extLst>
              <ns1:ext uri="{FF2B5EF4-FFF2-40B4-BE49-F238E27FC236}">
                <ns2:creationId id="{8408C37B-5C9A-454A-B442-607A5E74AF72}"/>
              </ns1:ext>
            </ns1:extLst>
          </ns0:cNvPr>
          <ns0:cNvSpPr txBox="1"/>
          <ns0:nvPr/>
        </ns0:nvSpPr>
        <ns0:spPr>
          <ns1:xfrm>
            <ns1:off x="420271" y="2901330"/>
            <ns1:ext cx="400110" cy="1302601"/>
          </ns1:xfrm>
          <ns1:prstGeom prst="rect">
            <ns1:avLst/>
          </ns1:prstGeom>
          <ns1:noFill/>
        </ns0:spPr>
        <ns0:txBody>
          <ns1:bodyPr vert="vert270" wrap="none" rtlCol="0">
            <ns1:spAutoFit/>
          </ns1:bodyPr>
          <ns1:lstStyle/>
          <ns1:p>
            <ns1:r>
              <ns1:rPr lang="en-US" sz="1400" b="1" spc="300">
                <ns1:solidFill>
                  <ns1:schemeClr val="bg1"/>
                </ns1:solidFill>
                <ns1:latin typeface="Lato" panose="020F0502020204030203" pitchFamily="34" charset="0"/>
                <ns1:ea typeface="Lato" panose="020F0502020204030203" pitchFamily="34" charset="0"/>
                <ns1:cs typeface="Lato" panose="020F0502020204030203" pitchFamily="34" charset="0"/>
              </ns1:rPr>
              <ns1:t>{SlideCallout}</ns1:t>
            </ns1:r>
          </ns1:p>
        </ns0:txBody>
      </ns0:sp>
      <ns0:cxnSp>
        <ns0:nvCxnSpPr>
          <ns0:cNvPr id="11" name="Straight Connector 10">
            <ns1:extLst>
              <ns1:ext uri="{FF2B5EF4-FFF2-40B4-BE49-F238E27FC236}">
                <ns2:creationId id="{EA4D93EB-D0B1-49B2-91DD-335FCF24EAC6}"/>
              </ns1:ext>
            </ns1:extLst>
          </ns0:cNvPr>
          <ns0:cNvCxnSpPr/>
          <ns0:nvPr/>
        </ns0:nvCxnSpPr>
        <ns0:spPr>
          <ns1:xfrm>
            <ns1:off x="620326" y="1310185"/>
            <ns1:ext cx="0" cy="1296538"/>
          </ns1:xfrm>
          <ns1:prstGeom prst="line">
            <ns1:avLst/>
          </ns1:prstGeom>
          <ns1:ln>
            <ns1:solidFill>
              <ns1:schemeClr val="bg1"/>
            </ns1:solidFill>
          </ns1:ln>
        </ns0:spPr>
        <ns0:style>
          <ns1:lnRef idx="1">
            <ns1:schemeClr val="accent1"/>
          </ns1:lnRef>
          <ns1:fillRef idx="0">
            <ns1:schemeClr val="accent1"/>
          </ns1:fillRef>
          <ns1:effectRef idx="0">
            <ns1:schemeClr val="accent1"/>
          </ns1:effectRef>
          <ns1:fontRef idx="minor">
            <ns1:schemeClr val="tx1"/>
          </ns1:fontRef>
        </ns0:style>
      </ns0:cxnSp>
      <ns0:sp>
        <ns0:nvSpPr>
          <ns0:cNvPr id="16" name="TextBox 15">
            <ns1:extLst>
              <ns1:ext uri="{FF2B5EF4-FFF2-40B4-BE49-F238E27FC236}">
                <ns2:creationId id="{9D478068-3878-46C4-9F57-B04D6192A523}"/>
              </ns1:ext>
            </ns1:extLst>
          </ns0:cNvPr>
          <ns0:cNvSpPr txBox="1"/>
          <ns0:nvPr/>
        </ns0:nvSpPr>
        <ns0:spPr>
          <ns1:xfrm>
            <ns1:off x="6806333" y="2369380"/>
            <ns1:ext cx="4729745" cy="1440844"/>
          </ns1:xfrm>
          <ns1:prstGeom prst="rect">
            <ns1:avLst/>
          </ns1:prstGeom>
          <ns1:noFill/>
        </ns0:spPr>
        <ns0:txBody>
          <ns1:bodyPr wrap="square" rtlCol="0">
            <ns1:spAutoFit/>
          </ns1:bodyPr>
          <ns1:lstStyle/>
          <ns1:p>
            <ns1:pPr>
              <ns1:lnSpc>
                <ns1:spcPct val="150000"/>
              </ns1:lnSpc>
            </ns1:pPr>
            <ns1:r>
              <ns1:rPr lang="en-US" sz="1200">
                <ns1:solidFill>
                  <ns1:schemeClr val="bg1">
                    <ns1:lumMod val="50000"/>
                  </ns1:schemeClr>
                </ns1:solidFill>
                <ns1:latin typeface="Lato" panose="020F0502020204030203" pitchFamily="34" charset="0"/>
                <ns1:ea typeface="Lato" panose="020F0502020204030203" pitchFamily="34" charset="0"/>
                <ns1:cs typeface="Lato" panose="020F0502020204030203" pitchFamily="34" charset="0"/>
              </ns1:rPr>
              <ns1:t>{SlideCaption}</ns1:t>
            </ns1:r>
          </ns1:p>
        </ns0:txBody>
      </ns0:sp>
      <ns0:sp>
        <ns0:nvSpPr>
          <ns0:cNvPr id="3" name="Picture Placeholder 2">
            <ns1:extLst>
              <ns1:ext uri="{FF2B5EF4-FFF2-40B4-BE49-F238E27FC236}">
                <ns2:creationId id="{3AAC4222-D2AE-4A80-A107-D8DF167A5999}"/>
              </ns1:ext>
            </ns1:extLst>
          </ns0:cNvPr>
          <ns0:cNvSpPr>
            <ns1:spLocks noGrp="1"/>
          </ns0:cNvSpPr>
          <ns0:nvPr>
            <ns0:ph type="pic" sz="quarter" idx="10"/>
          </ns0:nvPr>
        </ns0:nvSpPr>
        <ns0:spPr/>
      </ns0:sp>
      <ns0:sp>
        <ns0:nvSpPr>
          <ns0:cNvPr id="5" name="Picture Placeholder 4">
            <ns1:extLst>
              <ns1:ext uri="{FF2B5EF4-FFF2-40B4-BE49-F238E27FC236}">
                <ns2:creationId id="{559A89FD-0F0A-4404-92A5-A9F4F671848E}"/>
              </ns1:ext>
            </ns1:extLst>
          </ns0:cNvPr>
          <ns0:cNvSpPr>
            <ns1:spLocks noGrp="1"/>
          </ns0:cNvSpPr>
          <ns0:nvPr>
            <ns0:ph type="pic" sz="quarter" idx="11"/>
          </ns0:nvPr>
        </ns0:nvSpPr>
        <ns0:spPr/>
      </ns0:sp>
      <ns0:sp>
        <ns0:nvSpPr>
          <ns0:cNvPr id="7" name="Picture Placeholder 6">
            <ns1:extLst>
              <ns1:ext uri="{FF2B5EF4-FFF2-40B4-BE49-F238E27FC236}">
                <ns2:creationId id="{39378366-1D79-4498-A42A-439878986A3B}"/>
              </ns1:ext>
            </ns1:extLst>
          </ns0:cNvPr>
          <ns0:cNvSpPr>
            <ns1:spLocks noGrp="1"/>
          </ns0:cNvSpPr>
          <ns0:nvPr>
            <ns0:ph type="pic" sz="quarter" idx="14"/>
          </ns0:nvPr>
        </ns0:nvSpPr>
        <ns0:spPr/>
      </ns0:sp>
      <ns0:sp>
        <ns0:nvSpPr>
          <ns0:cNvPr id="13" name="Picture Placeholder 12">
            <ns1:extLst>
              <ns1:ext uri="{FF2B5EF4-FFF2-40B4-BE49-F238E27FC236}">
                <ns2:creationId id="{34F1824C-48C9-4F19-A96E-D49B189D2AD1}"/>
              </ns1:ext>
            </ns1:extLst>
          </ns0:cNvPr>
          <ns0:cNvSpPr>
            <ns1:spLocks noGrp="1"/>
          </ns0:cNvSpPr>
          <ns0:nvPr>
            <ns0:ph type="pic" sz="quarter" idx="15"/>
          </ns0:nvPr>
        </ns0:nvSpPr>
        <ns0:spPr/>
      </ns0:sp>
    </ns0:spTree>
    <ns0:extLst>
      <ns0:ext uri="{BB962C8B-B14F-4D97-AF65-F5344CB8AC3E}">
        <ns3:creationId val="2887932827"/>
      </ns0:ext>
    </ns0:extLst>
  </ns0:cSld>
  <ns0:clrMapOvr>
    <ns1:masterClrMapping/>
  </ns0:clrMapOvr>
</ns0:sld>
</file>

<file path=ppt/slides/slide5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microsoft.com/office/powerpoint/2010/main">
  <ns0:cSld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3" name="Slide Number Placeholder 2">
            <ns1:extLst>
              <ns1:ext uri="{FF2B5EF4-FFF2-40B4-BE49-F238E27FC236}">
                <ns2:creationId id="{6BE5E1F6-D531-424F-8615-8FDF2D565E04}"/>
              </ns1:ext>
            </ns1:extLst>
          </ns0:cNvPr>
          <ns0:cNvSpPr>
            <ns1:spLocks noGrp="1"/>
          </ns0:cNvSpPr>
          <ns0:nvPr>
            <ns0:ph type="sldNum" sz="quarter" idx="4"/>
          </ns0:nvPr>
        </ns0:nvSpPr>
        <ns0:spPr/>
        <ns0:txBody>
          <ns1:bodyPr/>
          <ns1:lstStyle/>
          <ns1:p>
            <ns1:fld id="{BC64674B-0CCF-4531-A68C-815F17BC8CC8}" type="slidenum">
              <ns1:rPr lang="en-US" smtClean="0"/>
              <ns1:pPr/>
              <ns1:t>{SlideStatistic}</ns1:t>
            </ns1:fld>
            <ns1:endParaRPr lang="en-US"/>
          </ns1:p>
        </ns0:txBody>
      </ns0:sp>
      <ns0:sp>
        <ns0:nvSpPr>
          <ns0:cNvPr id="5" name="TextBox 4">
            <ns1:extLst>
              <ns1:ext uri="{FF2B5EF4-FFF2-40B4-BE49-F238E27FC236}">
                <ns2:creationId id="{ADAB84A8-E7E5-4456-A552-97CF765CD7BC}"/>
              </ns1:ext>
            </ns1:extLst>
          </ns0:cNvPr>
          <ns0:cNvSpPr txBox="1"/>
          <ns0:nvPr/>
        </ns0:nvSpPr>
        <ns0:spPr>
          <ns1:xfrm>
            <ns1:off x="352032" y="2901330"/>
            <ns1:ext cx="400110" cy="1302601"/>
          </ns1:xfrm>
          <ns1:prstGeom prst="rect">
            <ns1:avLst/>
          </ns1:prstGeom>
          <ns1:noFill/>
        </ns0:spPr>
        <ns0:txBody>
          <ns1:bodyPr vert="vert270" wrap="none" rtlCol="0">
            <ns1:spAutoFit/>
          </ns1:bodyPr>
          <ns1:lstStyle/>
          <ns1:p>
            <ns1:r>
              <ns1:rPr lang="en-US" sz="1400" b="1" spc="300">
                <ns1:solidFill>
                  <ns1:schemeClr val="bg1"/>
                </ns1:solidFill>
                <ns1:latin typeface="Lato" panose="020F0502020204030203" pitchFamily="34" charset="0"/>
                <ns1:ea typeface="Lato" panose="020F0502020204030203" pitchFamily="34" charset="0"/>
                <ns1:cs typeface="Lato" panose="020F0502020204030203" pitchFamily="34" charset="0"/>
              </ns1:rPr>
              <ns1:t>{SlideSupportingContent}</ns1:t>
            </ns1:r>
          </ns1:p>
        </ns0:txBody>
      </ns0:sp>
      <ns0:cxnSp>
        <ns0:nvCxnSpPr>
          <ns0:cNvPr id="6" name="Straight Connector 5">
            <ns1:extLst>
              <ns1:ext uri="{FF2B5EF4-FFF2-40B4-BE49-F238E27FC236}">
                <ns2:creationId id="{C73BDEF7-855A-4B7C-AAF0-599776D01A07}"/>
              </ns1:ext>
            </ns1:extLst>
          </ns0:cNvPr>
          <ns0:cNvCxnSpPr/>
          <ns0:nvPr/>
        </ns0:nvCxnSpPr>
        <ns0:spPr>
          <ns1:xfrm>
            <ns1:off x="552087" y="1310185"/>
            <ns1:ext cx="0" cy="1296538"/>
          </ns1:xfrm>
          <ns1:prstGeom prst="line">
            <ns1:avLst/>
          </ns1:prstGeom>
          <ns1:ln>
            <ns1:solidFill>
              <ns1:schemeClr val="bg1"/>
            </ns1:solidFill>
          </ns1:ln>
        </ns0:spPr>
        <ns0:style>
          <ns1:lnRef idx="1">
            <ns1:schemeClr val="accent1"/>
          </ns1:lnRef>
          <ns1:fillRef idx="0">
            <ns1:schemeClr val="accent1"/>
          </ns1:fillRef>
          <ns1:effectRef idx="0">
            <ns1:schemeClr val="accent1"/>
          </ns1:effectRef>
          <ns1:fontRef idx="minor">
            <ns1:schemeClr val="tx1"/>
          </ns1:fontRef>
        </ns0:style>
      </ns0:cxnSp>
      <ns0:sp>
        <ns0:nvSpPr>
          <ns0:cNvPr id="9" name="TextBox 8">
            <ns1:extLst>
              <ns1:ext uri="{FF2B5EF4-FFF2-40B4-BE49-F238E27FC236}">
                <ns2:creationId id="{E17CCF01-E9F1-42D3-AA68-5F5BD094FBA8}"/>
              </ns1:ext>
            </ns1:extLst>
          </ns0:cNvPr>
          <ns0:cNvSpPr txBox="1"/>
          <ns0:nvPr/>
        </ns0:nvSpPr>
        <ns0:spPr>
          <ns1:xfrm>
            <ns1:off x="8498586" y="1274847"/>
            <ns1:ext cx="2803268" cy="760090"/>
          </ns1:xfrm>
          <ns1:prstGeom prst="rect">
            <ns1:avLst/>
          </ns1:prstGeom>
          <ns1:noFill/>
        </ns0:spPr>
        <ns0:txBody>
          <ns1:bodyPr wrap="square" rtlCol="0">
            <ns1:spAutoFit/>
          </ns1:bodyPr>
          <ns1:lstStyle/>
          <ns1:p>
            <ns1:r>
              <ns1:rPr lang="en-US" sz="2000" i="1">
                <ns1:solidFill>
                  <ns1:schemeClr val="tx1">
                    <ns1:lumMod val="75000"/>
                    <ns1:lumOff val="25000"/>
                  </ns1:schemeClr>
                </ns1:solidFill>
                <ns1:latin typeface="Playfair Display" panose="00000500000000000000" pitchFamily="50" charset="0"/>
                <ns1:ea typeface="Lato" panose="020F0502020204030203" pitchFamily="34" charset="0"/>
                <ns1:cs typeface="Lato" panose="020F0502020204030203" pitchFamily="34" charset="0"/>
              </ns1:rPr>
              <ns1:t>{SlideCallout}</ns1:t>
            </ns1:r>
          </ns1:p>
        </ns0:txBody>
      </ns0:sp>
      <ns0:sp>
        <ns0:nvSpPr>
          <ns0:cNvPr id="10" name="TextBox 9">
            <ns1:extLst>
              <ns1:ext uri="{FF2B5EF4-FFF2-40B4-BE49-F238E27FC236}">
                <ns2:creationId id="{F13700C6-07BF-4BCD-9BA2-9E5D4B009348}"/>
              </ns1:ext>
            </ns1:extLst>
          </ns0:cNvPr>
          <ns0:cNvSpPr txBox="1"/>
          <ns0:nvPr/>
        </ns0:nvSpPr>
        <ns0:spPr>
          <ns1:xfrm>
            <ns1:off x="8498586" y="1974932"/>
            <ns1:ext cx="2803268" cy="1249674"/>
          </ns1:xfrm>
          <ns1:prstGeom prst="rect">
            <ns1:avLst/>
          </ns1:prstGeom>
          <ns1:noFill/>
        </ns0:spPr>
        <ns0:txBody>
          <ns1:bodyPr wrap="square" rtlCol="0">
            <ns1:spAutoFit/>
          </ns1:bodyPr>
          <ns1:lstStyle/>
          <ns1:p>
            <ns1:pPr>
              <ns1:lnSpc>
                <ns1:spcPct val="150000"/>
              </ns1:lnSpc>
            </ns1:pPr>
            <ns1:r>
              <ns1:rPr lang="en-US" sz="1200">
                <ns1:solidFill>
                  <ns1:schemeClr val="bg1">
                    <ns1:lumMod val="50000"/>
                  </ns1:schemeClr>
                </ns1:solidFill>
                <ns1:latin typeface="Lato" panose="020F0502020204030203" pitchFamily="34" charset="0"/>
                <ns1:ea typeface="Lato" panose="020F0502020204030203" pitchFamily="34" charset="0"/>
                <ns1:cs typeface="Lato" panose="020F0502020204030203" pitchFamily="34" charset="0"/>
              </ns1:rPr>
              <ns1:t>{SlideCaption}</ns1:t>
            </ns1:r>
          </ns1:p>
        </ns0:txBody>
      </ns0:sp>
      <ns0:sp>
        <ns0:nvSpPr>
          <ns0:cNvPr id="24" name="TextBox 23">
            <ns1:extLst>
              <ns1:ext uri="{FF2B5EF4-FFF2-40B4-BE49-F238E27FC236}">
                <ns2:creationId id="{1EF1210C-64D2-401C-B519-F668C24D0627}"/>
              </ns1:ext>
            </ns1:extLst>
          </ns0:cNvPr>
          <ns0:cNvSpPr txBox="1"/>
          <ns0:nvPr/>
        </ns0:nvSpPr>
        <ns0:spPr>
          <ns1:xfrm>
            <ns1:off x="8498586" y="3633397"/>
            <ns1:ext cx="2803268" cy="760090"/>
          </ns1:xfrm>
          <ns1:prstGeom prst="rect">
            <ns1:avLst/>
          </ns1:prstGeom>
          <ns1:noFill/>
        </ns0:spPr>
        <ns0:txBody>
          <ns1:bodyPr wrap="square" rtlCol="0">
            <ns1:spAutoFit/>
          </ns1:bodyPr>
          <ns1:lstStyle/>
          <ns1:p>
            <ns1:r>
              <ns1:rPr lang="en-US" sz="2000" i="1">
                <ns1:solidFill>
                  <ns1:schemeClr val="tx1">
                    <ns1:lumMod val="75000"/>
                    <ns1:lumOff val="25000"/>
                  </ns1:schemeClr>
                </ns1:solidFill>
                <ns1:latin typeface="Playfair Display" panose="00000500000000000000" pitchFamily="50" charset="0"/>
                <ns1:ea typeface="Lato" panose="020F0502020204030203" pitchFamily="34" charset="0"/>
                <ns1:cs typeface="Lato" panose="020F0502020204030203" pitchFamily="34" charset="0"/>
              </ns1:rPr>
              <ns1:t>{SlideSupportingContent2}</ns1:t>
            </ns1:r>
          </ns1:p>
        </ns0:txBody>
      </ns0:sp>
      <ns0:sp>
        <ns0:nvSpPr>
          <ns0:cNvPr id="25" name="TextBox 24">
            <ns1:extLst>
              <ns1:ext uri="{FF2B5EF4-FFF2-40B4-BE49-F238E27FC236}">
                <ns2:creationId id="{C3B32C1A-3FBD-4BA2-9256-91760CF8C45F}"/>
              </ns1:ext>
            </ns1:extLst>
          </ns0:cNvPr>
          <ns0:cNvSpPr txBox="1"/>
          <ns0:nvPr/>
        </ns0:nvSpPr>
        <ns0:spPr>
          <ns1:xfrm>
            <ns1:off x="8498586" y="4333482"/>
            <ns1:ext cx="2803268" cy="1249674"/>
          </ns1:xfrm>
          <ns1:prstGeom prst="rect">
            <ns1:avLst/>
          </ns1:prstGeom>
          <ns1:noFill/>
        </ns0:spPr>
        <ns0:txBody>
          <ns1:bodyPr wrap="square" rtlCol="0">
            <ns1:spAutoFit/>
          </ns1:bodyPr>
          <ns1:lstStyle/>
          <ns1:p>
            <ns1:pPr>
              <ns1:lnSpc>
                <ns1:spcPct val="150000"/>
              </ns1:lnSpc>
            </ns1:pPr>
            <ns1:r>
              <ns1:rPr lang="en-US" sz="1200">
                <ns1:solidFill>
                  <ns1:schemeClr val="bg1">
                    <ns1:lumMod val="50000"/>
                  </ns1:schemeClr>
                </ns1:solidFill>
                <ns1:latin typeface="Lato" panose="020F0502020204030203" pitchFamily="34" charset="0"/>
                <ns1:ea typeface="Lato" panose="020F0502020204030203" pitchFamily="34" charset="0"/>
                <ns1:cs typeface="Lato" panose="020F0502020204030203" pitchFamily="34" charset="0"/>
              </ns1:rPr>
              <ns1:t>{SlideSupportingContent3}</ns1:t>
            </ns1:r>
          </ns1:p>
        </ns0:txBody>
      </ns0:sp>
      <ns0:sp>
        <ns0:nvSpPr>
          <ns0:cNvPr id="4" name="Picture Placeholder 3">
            <ns1:extLst>
              <ns1:ext uri="{FF2B5EF4-FFF2-40B4-BE49-F238E27FC236}">
                <ns2:creationId id="{F8799B6F-89B5-4195-84CF-37F9707ECFD2}"/>
              </ns1:ext>
            </ns1:extLst>
          </ns0:cNvPr>
          <ns0:cNvSpPr>
            <ns1:spLocks noGrp="1"/>
          </ns0:cNvSpPr>
          <ns0:nvPr>
            <ns0:ph type="pic" sz="quarter" idx="10"/>
          </ns0:nvPr>
        </ns0:nvSpPr>
        <ns0:spPr/>
      </ns0:sp>
      <ns0:sp>
        <ns0:nvSpPr>
          <ns0:cNvPr id="8" name="Picture Placeholder 7">
            <ns1:extLst>
              <ns1:ext uri="{FF2B5EF4-FFF2-40B4-BE49-F238E27FC236}">
                <ns2:creationId id="{927128BE-279E-4FCE-88F8-DD7C6AFB707E}"/>
              </ns1:ext>
            </ns1:extLst>
          </ns0:cNvPr>
          <ns0:cNvSpPr>
            <ns1:spLocks noGrp="1"/>
          </ns0:cNvSpPr>
          <ns0:nvPr>
            <ns0:ph type="pic" sz="quarter" idx="11"/>
          </ns0:nvPr>
        </ns0:nvSpPr>
        <ns0:spPr/>
      </ns0:sp>
      <ns0:sp>
        <ns0:nvSpPr>
          <ns0:cNvPr id="12" name="Picture Placeholder 11">
            <ns1:extLst>
              <ns1:ext uri="{FF2B5EF4-FFF2-40B4-BE49-F238E27FC236}">
                <ns2:creationId id="{8086C3A7-F50E-4335-8F31-5C3739C177E7}"/>
              </ns1:ext>
            </ns1:extLst>
          </ns0:cNvPr>
          <ns0:cNvSpPr>
            <ns1:spLocks noGrp="1"/>
          </ns0:cNvSpPr>
          <ns0:nvPr>
            <ns0:ph type="pic" sz="quarter" idx="12"/>
          </ns0:nvPr>
        </ns0:nvSpPr>
        <ns0:spPr/>
      </ns0:sp>
    </ns0:spTree>
    <ns0:extLst>
      <ns0:ext uri="{BB962C8B-B14F-4D97-AF65-F5344CB8AC3E}">
        <ns3:creationId val="2519930894"/>
      </ns0:ext>
    </ns0:extLst>
  </ns0:cSld>
  <ns0:clrMapOvr>
    <ns1:masterClrMapping/>
  </ns0:clrMapOvr>
</ns0:sld>
</file>

<file path=ppt/slides/slide6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microsoft.com/office/powerpoint/2010/main">
  <ns0:cSld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19" name="TextBox 18">
            <ns1:extLst>
              <ns1:ext uri="{FF2B5EF4-FFF2-40B4-BE49-F238E27FC236}">
                <ns2:creationId id="{0049A9C7-F3F8-4033-B0B1-102D57340A2E}"/>
              </ns1:ext>
            </ns1:extLst>
          </ns0:cNvPr>
          <ns0:cNvSpPr txBox="1"/>
          <ns0:nvPr/>
        </ns0:nvSpPr>
        <ns0:spPr>
          <ns1:xfrm>
            <ns1:off x="571002" y="625435"/>
            <ns1:ext cx="6116402" cy="1569660"/>
          </ns1:xfrm>
          <ns1:prstGeom prst="rect">
            <ns1:avLst/>
          </ns1:prstGeom>
          <ns1:noFill/>
        </ns0:spPr>
        <ns0:txBody>
          <ns1:bodyPr wrap="square" rtlCol="0">
            <ns1:spAutoFit/>
          </ns1:bodyPr>
          <ns1:lstStyle/>
          <ns1:p>
            <ns1:r>
              <ns1:rPr lang="en-US" sz="3200">
                <ns1:latin typeface="Playfair Display" panose="00000500000000000000" pitchFamily="50" charset="0"/>
              </ns1:rPr>
              <ns1:t>{SlideMainExplanation}</ns1:t>
            </ns1:r>
          </ns1:p>
        </ns0:txBody>
      </ns0:sp>
      <ns0:sp>
        <ns0:nvSpPr>
          <ns0:cNvPr id="20" name="TextBox 19">
            <ns1:extLst>
              <ns1:ext uri="{FF2B5EF4-FFF2-40B4-BE49-F238E27FC236}">
                <ns2:creationId id="{E42480BA-FF17-479F-9588-513838F186C3}"/>
              </ns1:ext>
            </ns1:extLst>
          </ns0:cNvPr>
          <ns0:cNvSpPr txBox="1"/>
          <ns0:nvPr/>
        </ns0:nvSpPr>
        <ns0:spPr>
          <ns1:xfrm>
            <ns1:off x="4010903" y="2548434"/>
            <ns1:ext cx="3386256" cy="3656835"/>
          </ns1:xfrm>
          <ns1:prstGeom prst="rect">
            <ns1:avLst/>
          </ns1:prstGeom>
          <ns1:noFill/>
        </ns0:spPr>
        <ns0:txBody>
          <ns1:bodyPr wrap="square" rtlCol="0">
            <ns1:spAutoFit/>
          </ns1:bodyPr>
          <ns1:lstStyle/>
          <ns1:p>
            <ns1:pPr>
              <ns1:lnSpc>
                <ns1:spcPct val="150000"/>
              </ns1:lnSpc>
            </ns1:pPr>
            <ns1:r>
              <ns1:rPr lang="en-US" sz="1200">
                <ns1:solidFill>
                  <ns1:schemeClr val="bg1">
                    <ns1:lumMod val="50000"/>
                  </ns1:schemeClr>
                </ns1:solidFill>
                <ns1:latin typeface="Lato" panose="020F0502020204030203" pitchFamily="34" charset="0"/>
                <ns1:ea typeface="Lato" panose="020F0502020204030203" pitchFamily="34" charset="0"/>
                <ns1:cs typeface="Lato" panose="020F0502020204030203" pitchFamily="34" charset="0"/>
              </ns1:rPr>
              <ns1:t>{SlideSupportingContent}</ns1:t>
            </ns1:r>
          </ns1:p>
          <ns1:p>
            <ns1:pPr>
              <ns1:lnSpc>
                <ns1:spcPct val="150000"/>
              </ns1:lnSpc>
            </ns1:pPr>
            <ns1:endParaRPr lang="en-US" sz="1200">
              <ns1:solidFill>
                <ns1:schemeClr val="bg1">
                  <ns1:lumMod val="50000"/>
                </ns1:schemeClr>
              </ns1:solidFill>
              <ns1:latin typeface="Lato" panose="020F0502020204030203" pitchFamily="34" charset="0"/>
              <ns1:ea typeface="Lato" panose="020F0502020204030203" pitchFamily="34" charset="0"/>
              <ns1:cs typeface="Lato" panose="020F0502020204030203" pitchFamily="34" charset="0"/>
            </ns1:endParaRPr>
          </ns1:p>
          <ns1:p>
            <ns1:pPr>
              <ns1:lnSpc>
                <ns1:spcPct val="150000"/>
              </ns1:lnSpc>
            </ns1:pPr>
            <ns1:r>
              <ns1:rPr lang="en-US" sz="1200">
                <ns1:solidFill>
                  <ns1:schemeClr val="bg1">
                    <ns1:lumMod val="50000"/>
                  </ns1:schemeClr>
                </ns1:solidFill>
                <ns1:latin typeface="Lato" panose="020F0502020204030203" pitchFamily="34" charset="0"/>
                <ns1:ea typeface="Lato" panose="020F0502020204030203" pitchFamily="34" charset="0"/>
                <ns1:cs typeface="Lato" panose="020F0502020204030203" pitchFamily="34" charset="0"/>
              </ns1:rPr>
              <ns1:t/>
            </ns1:r>
          </ns1:p>
        </ns0:txBody>
      </ns0:sp>
      <ns0:sp>
        <ns0:nvSpPr>
          <ns0:cNvPr id="3" name="Picture Placeholder 2">
            <ns1:extLst>
              <ns1:ext uri="{FF2B5EF4-FFF2-40B4-BE49-F238E27FC236}">
                <ns2:creationId id="{006DFC20-DD56-4B48-BE8B-24214FCEA699}"/>
              </ns1:ext>
            </ns1:extLst>
          </ns0:cNvPr>
          <ns0:cNvSpPr>
            <ns1:spLocks noGrp="1"/>
          </ns0:cNvSpPr>
          <ns0:nvPr>
            <ns0:ph type="pic" sz="quarter" idx="11"/>
          </ns0:nvPr>
        </ns0:nvSpPr>
        <ns0:spPr/>
      </ns0:sp>
      <ns0:sp>
        <ns0:nvSpPr>
          <ns0:cNvPr id="5" name="Picture Placeholder 4">
            <ns1:extLst>
              <ns1:ext uri="{FF2B5EF4-FFF2-40B4-BE49-F238E27FC236}">
                <ns2:creationId id="{756658AE-9118-4619-A950-367007888815}"/>
              </ns1:ext>
            </ns1:extLst>
          </ns0:cNvPr>
          <ns0:cNvSpPr>
            <ns1:spLocks noGrp="1"/>
          </ns0:cNvSpPr>
          <ns0:nvPr>
            <ns0:ph type="pic" sz="quarter" idx="10"/>
          </ns0:nvPr>
        </ns0:nvSpPr>
        <ns0:spPr/>
      </ns0:sp>
    </ns0:spTree>
    <ns0:extLst>
      <ns0:ext uri="{BB962C8B-B14F-4D97-AF65-F5344CB8AC3E}">
        <ns3:creationId val="3802573252"/>
      </ns0:ext>
    </ns0:extLst>
  </ns0:cSld>
  <ns0:clrMapOvr>
    <ns1:masterClrMapping/>
  </ns0:clrMapOvr>
</ns0:sld>
</file>

<file path=ppt/slides/slide7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microsoft.com/office/powerpoint/2010/main">
  <ns0:cSld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3" name="Picture Placeholder 2">
            <ns1:extLst>
              <ns1:ext uri="{FF2B5EF4-FFF2-40B4-BE49-F238E27FC236}">
                <ns2:creationId id="{1E592A74-DE38-4812-9597-3D34493B02D1}"/>
              </ns1:ext>
            </ns1:extLst>
          </ns0:cNvPr>
          <ns0:cNvSpPr>
            <ns1:spLocks noGrp="1"/>
          </ns0:cNvSpPr>
          <ns0:nvPr>
            <ns0:ph type="pic" sz="quarter" idx="10"/>
          </ns0:nvPr>
        </ns0:nvSpPr>
        <ns0:spPr/>
      </ns0:sp>
      <ns0:sp>
        <ns0:nvSpPr>
          <ns0:cNvPr id="13" name="TextBox 12">
            <ns1:extLst>
              <ns1:ext uri="{FF2B5EF4-FFF2-40B4-BE49-F238E27FC236}">
                <ns2:creationId id="{A7F6DE57-DEC3-4955-8E36-ABBB4639A1A5}"/>
              </ns1:ext>
            </ns1:extLst>
          </ns0:cNvPr>
          <ns0:cNvSpPr txBox="1"/>
          <ns0:nvPr/>
        </ns0:nvSpPr>
        <ns0:spPr>
          <ns1:xfrm>
            <ns1:off x="2152740" y="1742912"/>
            <ns1:ext cx="3169887" cy="1754326"/>
          </ns1:xfrm>
          <ns1:prstGeom prst="rect">
            <ns1:avLst/>
          </ns1:prstGeom>
          <ns1:noFill/>
        </ns0:spPr>
        <ns0:txBody>
          <ns1:bodyPr wrap="square" rtlCol="0">
            <ns1:spAutoFit/>
          </ns1:bodyPr>
          <ns1:lstStyle/>
          <ns1:p>
            <ns1:r>
              <ns1:rPr lang="en-US" sz="3600">
                <ns1:latin typeface="Playfair Display" panose="00000500000000000000" pitchFamily="50" charset="0"/>
              </ns1:rPr>
              <ns1:t>{SlideMainExplanation}</ns1:t>
            </ns1:r>
          </ns1:p>
        </ns0:txBody>
      </ns0:sp>
      <ns0:sp>
        <ns0:nvSpPr>
          <ns0:cNvPr id="20" name="TextBox 19">
            <ns1:extLst>
              <ns1:ext uri="{FF2B5EF4-FFF2-40B4-BE49-F238E27FC236}">
                <ns2:creationId id="{37B39663-5C35-4C3D-9B86-9C0921D7724D}"/>
              </ns1:ext>
            </ns1:extLst>
          </ns0:cNvPr>
          <ns0:cNvSpPr txBox="1"/>
          <ns0:nvPr/>
        </ns0:nvSpPr>
        <ns0:spPr>
          <ns1:xfrm>
            <ns1:off x="2152739" y="3510886"/>
            <ns1:ext cx="3169887" cy="307777"/>
          </ns1:xfrm>
          <ns1:prstGeom prst="rect">
            <ns1:avLst/>
          </ns1:prstGeom>
          <ns1:noFill/>
        </ns0:spPr>
        <ns0:txBody>
          <ns1:bodyPr wrap="square" rtlCol="0">
            <ns1:spAutoFit/>
          </ns1:bodyPr>
          <ns1:lstStyle/>
          <ns1:p>
            <ns1:r>
              <ns1:rPr lang="en-US" sz="1400">
                <ns1:solidFill>
                  <ns1:schemeClr val="tx1">
                    <ns1:lumMod val="75000"/>
                    <ns1:lumOff val="25000"/>
                  </ns1:schemeClr>
                </ns1:solidFill>
                <ns1:latin typeface="Lato" panose="020F0502020204030203" pitchFamily="34" charset="0"/>
                <ns1:ea typeface="Lato" panose="020F0502020204030203" pitchFamily="34" charset="0"/>
                <ns1:cs typeface="Lato" panose="020F0502020204030203" pitchFamily="34" charset="0"/>
              </ns1:rPr>
              <ns1:t>{SlideSupportingContent}</ns1:t>
            </ns1:r>
          </ns1:p>
        </ns0:txBody>
      </ns0:sp>
      <ns0:sp>
        <ns0:nvSpPr>
          <ns0:cNvPr id="23" name="Rectangle 22">
            <ns1:extLst>
              <ns1:ext uri="{FF2B5EF4-FFF2-40B4-BE49-F238E27FC236}">
                <ns2:creationId id="{55EF8D5C-14A5-47BD-9411-3D40632D28A7}"/>
              </ns1:ext>
            </ns1:extLst>
          </ns0:cNvPr>
          <ns0:cNvSpPr/>
          <ns0:nvPr/>
        </ns0:nvSpPr>
        <ns0:spPr>
          <ns1:xfrm>
            <ns1:off x="1473169" y="810652"/>
            <ns1:ext cx="9245662" cy="5236697"/>
          </ns1:xfrm>
          <ns1:prstGeom prst="rect">
            <ns1:avLst/>
          </ns1:prstGeom>
          <ns1:noFill/>
          <ns1:ln>
            <ns1:solidFill>
              <ns1:schemeClr val="bg1"/>
            </ns1:solidFill>
          </ns1:ln>
        </ns0:spPr>
        <ns0:style>
          <ns1:lnRef idx="2">
            <ns1:schemeClr val="accent1">
              <ns1:shade val="50000"/>
            </ns1:schemeClr>
          </ns1:lnRef>
          <ns1:fillRef idx="1">
            <ns1:schemeClr val="accent1"/>
          </ns1:fillRef>
          <ns1:effectRef idx="0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endParaRPr lang="en-US"/>
          </ns1:p>
        </ns0:txBody>
      </ns0:sp>
    </ns0:spTree>
    <ns0:extLst>
      <ns0:ext uri="{BB962C8B-B14F-4D97-AF65-F5344CB8AC3E}">
        <ns3:creationId val="4104016490"/>
      </ns0:ext>
    </ns0:extLst>
  </ns0:cSld>
  <ns0:clrMapOvr>
    <ns1:masterClrMapping/>
  </ns0:clrMapOvr>
</ns0:sld>
</file>

<file path=ppt/slides/slide8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microsoft.com/office/powerpoint/2010/main">
  <ns0:cSld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3" name="Picture Placeholder 2">
            <ns1:extLst>
              <ns1:ext uri="{FF2B5EF4-FFF2-40B4-BE49-F238E27FC236}">
                <ns2:creationId id="{FBAC4CC7-01B4-45E7-8D81-92394216CE53}"/>
              </ns1:ext>
            </ns1:extLst>
          </ns0:cNvPr>
          <ns0:cNvSpPr>
            <ns1:spLocks noGrp="1"/>
          </ns0:cNvSpPr>
          <ns0:nvPr>
            <ns0:ph type="pic" sz="quarter" idx="13"/>
          </ns0:nvPr>
        </ns0:nvSpPr>
        <ns0:spPr/>
      </ns0:sp>
      <ns0:sp>
        <ns0:nvSpPr>
          <ns0:cNvPr id="5" name="Picture Placeholder 4">
            <ns1:extLst>
              <ns1:ext uri="{FF2B5EF4-FFF2-40B4-BE49-F238E27FC236}">
                <ns2:creationId id="{C620948F-855E-494D-8226-8567EDD00AE3}"/>
              </ns1:ext>
            </ns1:extLst>
          </ns0:cNvPr>
          <ns0:cNvSpPr>
            <ns1:spLocks noGrp="1"/>
          </ns0:cNvSpPr>
          <ns0:nvPr>
            <ns0:ph type="pic" sz="quarter" idx="11"/>
          </ns0:nvPr>
        </ns0:nvSpPr>
        <ns0:spPr/>
      </ns0:sp>
      <ns0:sp>
        <ns0:nvSpPr>
          <ns0:cNvPr id="13" name="Picture Placeholder 12">
            <ns1:extLst>
              <ns1:ext uri="{FF2B5EF4-FFF2-40B4-BE49-F238E27FC236}">
                <ns2:creationId id="{CEBC468D-CA09-473E-994B-E563BE049EF8}"/>
              </ns1:ext>
            </ns1:extLst>
          </ns0:cNvPr>
          <ns0:cNvSpPr>
            <ns1:spLocks noGrp="1"/>
          </ns0:cNvSpPr>
          <ns0:nvPr>
            <ns0:ph type="pic" sz="quarter" idx="12"/>
          </ns0:nvPr>
        </ns0:nvSpPr>
        <ns0:spPr/>
      </ns0:sp>
      <ns0:sp>
        <ns0:nvSpPr>
          <ns0:cNvPr id="11" name="Slide Number Placeholder 10">
            <ns1:extLst>
              <ns1:ext uri="{FF2B5EF4-FFF2-40B4-BE49-F238E27FC236}">
                <ns2:creationId id="{8D8D94B0-C236-4F27-8E31-C3A0C5A1C08C}"/>
              </ns1:ext>
            </ns1:extLst>
          </ns0:cNvPr>
          <ns0:cNvSpPr>
            <ns1:spLocks noGrp="1"/>
          </ns0:cNvSpPr>
          <ns0:nvPr>
            <ns0:ph type="sldNum" sz="quarter" idx="4"/>
          </ns0:nvPr>
        </ns0:nvSpPr>
        <ns0:spPr/>
        <ns0:txBody>
          <ns1:bodyPr/>
          <ns1:lstStyle/>
          <ns1:p>
            <ns1:fld id="{BC64674B-0CCF-4531-A68C-815F17BC8CC8}" type="slidenum">
              <ns1:rPr lang="en-US" smtClean="0"/>
              <ns1:pPr/>
              <ns1:t>{SlideStatistic}</ns1:t>
            </ns1:fld>
            <ns1:endParaRPr lang="en-US"/>
          </ns1:p>
        </ns0:txBody>
      </ns0:sp>
      <ns0:sp>
        <ns0:nvSpPr>
          <ns0:cNvPr id="7" name="TextBox 6">
            <ns1:extLst>
              <ns1:ext uri="{FF2B5EF4-FFF2-40B4-BE49-F238E27FC236}">
                <ns2:creationId id="{FFA3B97B-3EE8-4A1C-B551-2DD2D043CE6C}"/>
              </ns1:ext>
            </ns1:extLst>
          </ns0:cNvPr>
          <ns0:cNvSpPr txBox="1"/>
          <ns0:nvPr/>
        </ns0:nvSpPr>
        <ns0:spPr>
          <ns1:xfrm>
            <ns1:off x="4824182" y="5387091"/>
            <ns1:ext cx="2874016" cy="307777"/>
          </ns1:xfrm>
          <ns1:prstGeom prst="rect">
            <ns1:avLst/>
          </ns1:prstGeom>
          <ns1:noFill/>
        </ns0:spPr>
        <ns0:txBody>
          <ns1:bodyPr wrap="square" rtlCol="0">
            <ns1:spAutoFit/>
          </ns1:bodyPr>
          <ns1:lstStyle/>
          <ns1:p>
            <ns1:pPr algn="ctr"/>
            <ns1:r>
              <ns1:rPr lang="en-US" sz="1400" b="1">
                <ns1:solidFill>
                  <ns1:schemeClr val="tx1">
                    <ns1:lumMod val="75000"/>
                    <ns1:lumOff val="25000"/>
                  </ns1:schemeClr>
                </ns1:solidFill>
                <ns1:latin typeface="Lato" panose="020F0502020204030203" pitchFamily="34" charset="0"/>
                <ns1:ea typeface="Lato" panose="020F0502020204030203" pitchFamily="34" charset="0"/>
                <ns1:cs typeface="Lato" panose="020F0502020204030203" pitchFamily="34" charset="0"/>
              </ns1:rPr>
              <ns1:t>{SlideSupportingContent}</ns1:t>
            </ns1:r>
          </ns1:p>
        </ns0:txBody>
      </ns0:sp>
      <ns0:sp>
        <ns0:nvSpPr>
          <ns0:cNvPr id="8" name="TextBox 7">
            <ns1:extLst>
              <ns1:ext uri="{FF2B5EF4-FFF2-40B4-BE49-F238E27FC236}">
                <ns2:creationId id="{2444F5BD-3599-435A-ACC8-FA723608A9A6}"/>
              </ns1:ext>
            </ns1:extLst>
          </ns0:cNvPr>
          <ns0:cNvSpPr txBox="1"/>
          <ns0:nvPr/>
        </ns0:nvSpPr>
        <ns0:spPr>
          <ns1:xfrm>
            <ns1:off x="4824182" y="5694869"/>
            <ns1:ext cx="2874016" cy="276999"/>
          </ns1:xfrm>
          <ns1:prstGeom prst="rect">
            <ns1:avLst/>
          </ns1:prstGeom>
          <ns1:noFill/>
        </ns0:spPr>
        <ns0:txBody>
          <ns1:bodyPr wrap="square" rtlCol="0">
            <ns1:spAutoFit/>
          </ns1:bodyPr>
          <ns1:lstStyle/>
          <ns1:p>
            <ns1:pPr algn="ctr"/>
            <ns1:r>
              <ns1:rPr lang="en-US" sz="1200">
                <ns1:solidFill>
                  <ns1:schemeClr val="bg1">
                    <ns1:lumMod val="50000"/>
                  </ns1:schemeClr>
                </ns1:solidFill>
                <ns1:latin typeface="Lato" panose="020F0502020204030203" pitchFamily="34" charset="0"/>
                <ns1:ea typeface="Lato" panose="020F0502020204030203" pitchFamily="34" charset="0"/>
                <ns1:cs typeface="Lato" panose="020F0502020204030203" pitchFamily="34" charset="0"/>
              </ns1:rPr>
              <ns1:t>{SlideCallout}</ns1:t>
            </ns1:r>
          </ns1:p>
        </ns0:txBody>
      </ns0:sp>
      <ns0:sp>
        <ns0:nvSpPr>
          <ns0:cNvPr id="9" name="TextBox 8">
            <ns1:extLst>
              <ns1:ext uri="{FF2B5EF4-FFF2-40B4-BE49-F238E27FC236}">
                <ns2:creationId id="{EC72E3FA-C3EB-4F38-AD56-32259CBE8CA3}"/>
              </ns1:ext>
            </ns1:extLst>
          </ns0:cNvPr>
          <ns0:cNvSpPr txBox="1"/>
          <ns0:nvPr/>
        </ns0:nvSpPr>
        <ns0:spPr>
          <ns1:xfrm>
            <ns1:off x="1273489" y="5432833"/>
            <ns1:ext cx="2874016" cy="307777"/>
          </ns1:xfrm>
          <ns1:prstGeom prst="rect">
            <ns1:avLst/>
          </ns1:prstGeom>
          <ns1:noFill/>
        </ns0:spPr>
        <ns0:txBody>
          <ns1:bodyPr wrap="square" rtlCol="0">
            <ns1:spAutoFit/>
          </ns1:bodyPr>
          <ns1:lstStyle/>
          <ns1:p>
            <ns1:pPr algn="ctr"/>
            <ns1:r>
              <ns1:rPr lang="en-US" sz="1400" b="1">
                <ns1:solidFill>
                  <ns1:schemeClr val="tx1">
                    <ns1:lumMod val="75000"/>
                    <ns1:lumOff val="25000"/>
                  </ns1:schemeClr>
                </ns1:solidFill>
                <ns1:latin typeface="Lato" panose="020F0502020204030203" pitchFamily="34" charset="0"/>
                <ns1:ea typeface="Lato" panose="020F0502020204030203" pitchFamily="34" charset="0"/>
                <ns1:cs typeface="Lato" panose="020F0502020204030203" pitchFamily="34" charset="0"/>
              </ns1:rPr>
              <ns1:t>{SlideCaption}</ns1:t>
            </ns1:r>
          </ns1:p>
        </ns0:txBody>
      </ns0:sp>
      <ns0:sp>
        <ns0:nvSpPr>
          <ns0:cNvPr id="10" name="TextBox 9">
            <ns1:extLst>
              <ns1:ext uri="{FF2B5EF4-FFF2-40B4-BE49-F238E27FC236}">
                <ns2:creationId id="{C958E823-99C8-4BA1-89A4-B90330E7C5D7}"/>
              </ns1:ext>
            </ns1:extLst>
          </ns0:cNvPr>
          <ns0:cNvSpPr txBox="1"/>
          <ns0:nvPr/>
        </ns0:nvSpPr>
        <ns0:spPr>
          <ns1:xfrm>
            <ns1:off x="1273489" y="5740611"/>
            <ns1:ext cx="2874016" cy="276999"/>
          </ns1:xfrm>
          <ns1:prstGeom prst="rect">
            <ns1:avLst/>
          </ns1:prstGeom>
          <ns1:noFill/>
        </ns0:spPr>
        <ns0:txBody>
          <ns1:bodyPr wrap="square" rtlCol="0">
            <ns1:spAutoFit/>
          </ns1:bodyPr>
          <ns1:lstStyle/>
          <ns1:p>
            <ns1:pPr algn="ctr"/>
            <ns1:r>
              <ns1:rPr lang="en-US" sz="1200">
                <ns1:solidFill>
                  <ns1:schemeClr val="bg1">
                    <ns1:lumMod val="50000"/>
                  </ns1:schemeClr>
                </ns1:solidFill>
                <ns1:latin typeface="Lato" panose="020F0502020204030203" pitchFamily="34" charset="0"/>
                <ns1:ea typeface="Lato" panose="020F0502020204030203" pitchFamily="34" charset="0"/>
                <ns1:cs typeface="Lato" panose="020F0502020204030203" pitchFamily="34" charset="0"/>
              </ns1:rPr>
              <ns1:t>{SlideSupportingContent2}</ns1:t>
            </ns1:r>
          </ns1:p>
        </ns0:txBody>
      </ns0:sp>
      <ns0:grpSp>
        <ns0:nvGrpSpPr>
          <ns0:cNvPr id="27" name="Group 26">
            <ns1:extLst>
              <ns1:ext uri="{FF2B5EF4-FFF2-40B4-BE49-F238E27FC236}">
                <ns2:creationId id="{8CEBFB66-86CA-40D1-9F82-58E51346DF50}"/>
              </ns1:ext>
            </ns1:extLst>
          </ns0:cNvPr>
          <ns0:cNvGrpSpPr/>
          <ns0:nvPr/>
        </ns0:nvGrpSpPr>
        <ns0:grpSpPr>
          <ns1:xfrm>
            <ns1:off x="943111" y="3083682"/>
            <ns1:ext cx="518615" cy="491321"/>
            <ns1:chOff x="777922" y="2030203"/>
            <ns1:chExt cx="518615" cy="491321"/>
          </ns1:xfrm>
        </ns0:grpSpPr>
        <ns0:sp>
          <ns0:nvSpPr>
            <ns0:cNvPr id="15" name="Rectangle 14">
              <ns1:extLst>
                <ns1:ext uri="{FF2B5EF4-FFF2-40B4-BE49-F238E27FC236}">
                  <ns2:creationId id="{F2ECCDC5-CEE7-4372-966C-03DCD3734F27}"/>
                </ns1:ext>
              </ns1:extLst>
            </ns0:cNvPr>
            <ns0:cNvSpPr/>
            <ns0:nvPr/>
          </ns0:nvSpPr>
          <ns0:spPr>
            <ns1:xfrm>
              <ns1:off x="777922" y="2030203"/>
              <ns1:ext cx="518615" cy="491321"/>
            </ns1:xfrm>
            <ns1:prstGeom prst="rect">
              <ns1:avLst/>
            </ns1:prstGeom>
            <ns1:solidFill>
              <ns1:srgbClr val="F07D66"/>
            </ns1:solidFill>
            <ns1:ln>
              <ns1:noFill/>
            </ns1:ln>
          </ns0:spPr>
          <ns0:style>
            <ns1:lnRef idx="2">
              <ns1:schemeClr val="accent1">
                <ns1:shade val="50000"/>
              </ns1:schemeClr>
            </ns1:lnRef>
            <ns1:fillRef idx="1">
              <ns1:schemeClr val="accent1"/>
            </ns1:fillRef>
            <ns1:effectRef idx="0">
              <ns1:schemeClr val="accent1"/>
            </ns1:effectRef>
            <ns1:fontRef idx="minor">
              <ns1:schemeClr val="lt1"/>
            </ns1:fontRef>
          </ns0:style>
          <ns0:txBody>
            <ns1:bodyPr rtlCol="0" anchor="ctr"/>
            <ns1:lstStyle/>
            <ns1:p>
              <ns1:pPr algn="ctr"/>
              <ns1:endParaRPr lang="en-US"/>
            </ns1:p>
          </ns0:txBody>
        </ns0:sp>
        <ns0:sp>
          <ns0:nvSpPr>
            <ns0:cNvPr id="19" name="Freeform 143">
              <ns1:extLst>
                <ns1:ext uri="{FF2B5EF4-FFF2-40B4-BE49-F238E27FC236}">
                  <ns2:creationId id="{665DD946-BC7C-4599-95F3-F4D72E311357}"/>
                </ns1:ext>
              </ns1:extLst>
            </ns0:cNvPr>
            <ns0:cNvSpPr>
              <ns1:spLocks/>
            </ns0:cNvSpPr>
            <ns0:nvPr/>
          </ns0:nvSpPr>
          <ns0:spPr bwMode="auto">
            <ns1:xfrm>
              <ns1:off x="963147" y="2152924"/>
              <ns1:ext cx="148165" cy="245879"/>
            </ns1:xfrm>
            <ns1:custGeom>
              <ns1:avLst/>
              <ns1:gdLst>
                <ns1:gd name="T0" fmla="*/ 54 w 54"/>
                <ns1:gd name="T1" fmla="*/ 17 h 104"/>
                <ns1:gd name="T2" fmla="*/ 44 w 54"/>
                <ns1:gd name="T3" fmla="*/ 17 h 104"/>
                <ns1:gd name="T4" fmla="*/ 35 w 54"/>
                <ns1:gd name="T5" fmla="*/ 26 h 104"/>
                <ns1:gd name="T6" fmla="*/ 35 w 54"/>
                <ns1:gd name="T7" fmla="*/ 38 h 104"/>
                <ns1:gd name="T8" fmla="*/ 53 w 54"/>
                <ns1:gd name="T9" fmla="*/ 38 h 104"/>
                <ns1:gd name="T10" fmla="*/ 51 w 54"/>
                <ns1:gd name="T11" fmla="*/ 56 h 104"/>
                <ns1:gd name="T12" fmla="*/ 35 w 54"/>
                <ns1:gd name="T13" fmla="*/ 56 h 104"/>
                <ns1:gd name="T14" fmla="*/ 35 w 54"/>
                <ns1:gd name="T15" fmla="*/ 104 h 104"/>
                <ns1:gd name="T16" fmla="*/ 16 w 54"/>
                <ns1:gd name="T17" fmla="*/ 104 h 104"/>
                <ns1:gd name="T18" fmla="*/ 16 w 54"/>
                <ns1:gd name="T19" fmla="*/ 56 h 104"/>
                <ns1:gd name="T20" fmla="*/ 0 w 54"/>
                <ns1:gd name="T21" fmla="*/ 56 h 104"/>
                <ns1:gd name="T22" fmla="*/ 0 w 54"/>
                <ns1:gd name="T23" fmla="*/ 38 h 104"/>
                <ns1:gd name="T24" fmla="*/ 16 w 54"/>
                <ns1:gd name="T25" fmla="*/ 38 h 104"/>
                <ns1:gd name="T26" fmla="*/ 16 w 54"/>
                <ns1:gd name="T27" fmla="*/ 24 h 104"/>
                <ns1:gd name="T28" fmla="*/ 40 w 54"/>
                <ns1:gd name="T29" fmla="*/ 0 h 104"/>
                <ns1:gd name="T30" fmla="*/ 54 w 54"/>
                <ns1:gd name="T31" fmla="*/ 1 h 104"/>
                <ns1:gd name="T32" fmla="*/ 54 w 54"/>
                <ns1:gd name="T33" fmla="*/ 17 h 104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  <ns1:cxn ang="0">
                  <ns1:pos x="T30" y="T31"/>
                </ns1:cxn>
                <ns1:cxn ang="0">
                  <ns1:pos x="T32" y="T33"/>
                </ns1:cxn>
              </ns1:cxnLst>
              <ns1:rect l="0" t="0" r="r" b="b"/>
              <ns1:pathLst>
                <ns1:path w="54" h="104">
                  <ns1:moveTo>
                    <ns1:pt x="54" y="17"/>
                  </ns1:moveTo>
                  <ns1:cubicBezTo>
                    <ns1:pt x="44" y="17"/>
                    <ns1:pt x="44" y="17"/>
                    <ns1:pt x="44" y="17"/>
                  </ns1:cubicBezTo>
                  <ns1:cubicBezTo>
                    <ns1:pt x="36" y="17"/>
                    <ns1:pt x="35" y="21"/>
                    <ns1:pt x="35" y="26"/>
                  </ns1:cubicBezTo>
                  <ns1:cubicBezTo>
                    <ns1:pt x="35" y="38"/>
                    <ns1:pt x="35" y="38"/>
                    <ns1:pt x="35" y="38"/>
                  </ns1:cubicBezTo>
                  <ns1:cubicBezTo>
                    <ns1:pt x="53" y="38"/>
                    <ns1:pt x="53" y="38"/>
                    <ns1:pt x="53" y="38"/>
                  </ns1:cubicBezTo>
                  <ns1:cubicBezTo>
                    <ns1:pt x="51" y="56"/>
                    <ns1:pt x="51" y="56"/>
                    <ns1:pt x="51" y="56"/>
                  </ns1:cubicBezTo>
                  <ns1:cubicBezTo>
                    <ns1:pt x="35" y="56"/>
                    <ns1:pt x="35" y="56"/>
                    <ns1:pt x="35" y="56"/>
                  </ns1:cubicBezTo>
                  <ns1:cubicBezTo>
                    <ns1:pt x="35" y="104"/>
                    <ns1:pt x="35" y="104"/>
                    <ns1:pt x="35" y="104"/>
                  </ns1:cubicBezTo>
                  <ns1:cubicBezTo>
                    <ns1:pt x="16" y="104"/>
                    <ns1:pt x="16" y="104"/>
                    <ns1:pt x="16" y="104"/>
                  </ns1:cubicBezTo>
                  <ns1:cubicBezTo>
                    <ns1:pt x="16" y="56"/>
                    <ns1:pt x="16" y="56"/>
                    <ns1:pt x="16" y="56"/>
                  </ns1:cubicBezTo>
                  <ns1:cubicBezTo>
                    <ns1:pt x="0" y="56"/>
                    <ns1:pt x="0" y="56"/>
                    <ns1:pt x="0" y="56"/>
                  </ns1:cubicBezTo>
                  <ns1:cubicBezTo>
                    <ns1:pt x="0" y="38"/>
                    <ns1:pt x="0" y="38"/>
                    <ns1:pt x="0" y="38"/>
                  </ns1:cubicBezTo>
                  <ns1:cubicBezTo>
                    <ns1:pt x="16" y="38"/>
                    <ns1:pt x="16" y="38"/>
                    <ns1:pt x="16" y="38"/>
                  </ns1:cubicBezTo>
                  <ns1:cubicBezTo>
                    <ns1:pt x="16" y="24"/>
                    <ns1:pt x="16" y="24"/>
                    <ns1:pt x="16" y="24"/>
                  </ns1:cubicBezTo>
                  <ns1:cubicBezTo>
                    <ns1:pt x="16" y="8"/>
                    <ns1:pt x="26" y="0"/>
                    <ns1:pt x="40" y="0"/>
                  </ns1:cubicBezTo>
                  <ns1:cubicBezTo>
                    <ns1:pt x="46" y="0"/>
                    <ns1:pt x="52" y="0"/>
                    <ns1:pt x="54" y="1"/>
                  </ns1:cubicBezTo>
                  <ns1:lnTo>
                    <ns1:pt x="54" y="17"/>
                  </ns1:lnTo>
                  <ns1:close/>
                </ns1:path>
              </ns1:pathLst>
            </ns1:custGeom>
            <ns1:solidFill>
              <ns1:schemeClr val="bg1"/>
            </ns1:solidFill>
            <ns1:ln>
              <ns1:noFill/>
            </ns1:ln>
            <ns1:extLst/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en-US" sz="2700"/>
            </ns1:p>
          </ns0:txBody>
        </ns0:sp>
      </ns0:grpSp>
      <ns0:grpSp>
        <ns0:nvGrpSpPr>
          <ns0:cNvPr id="26" name="Group 25">
            <ns1:extLst>
              <ns1:ext uri="{FF2B5EF4-FFF2-40B4-BE49-F238E27FC236}">
                <ns2:creationId id="{E5A85AC4-9665-44E5-A4A9-0ABBE8391C86}"/>
              </ns1:ext>
            </ns1:extLst>
          </ns0:cNvPr>
          <ns0:cNvGrpSpPr/>
          <ns0:nvPr/>
        </ns0:nvGrpSpPr>
        <ns0:grpSpPr>
          <ns1:xfrm>
            <ns1:off x="943111" y="2472845"/>
            <ns1:ext cx="518615" cy="491321"/>
            <ns1:chOff x="777922" y="1419366"/>
            <ns1:chExt cx="518615" cy="491321"/>
          </ns1:xfrm>
        </ns0:grpSpPr>
        <ns0:sp>
          <ns0:nvSpPr>
            <ns0:cNvPr id="14" name="Rectangle 13">
              <ns1:extLst>
                <ns1:ext uri="{FF2B5EF4-FFF2-40B4-BE49-F238E27FC236}">
                  <ns2:creationId id="{1BF419DA-86F5-44BC-B270-9F8E0BB3CA80}"/>
                </ns1:ext>
              </ns1:extLst>
            </ns0:cNvPr>
            <ns0:cNvSpPr/>
            <ns0:nvPr/>
          </ns0:nvSpPr>
          <ns0:spPr>
            <ns1:xfrm>
              <ns1:off x="777922" y="1419366"/>
              <ns1:ext cx="518615" cy="491321"/>
            </ns1:xfrm>
            <ns1:prstGeom prst="rect">
              <ns1:avLst/>
            </ns1:prstGeom>
            <ns1:solidFill>
              <ns1:srgbClr val="F07D66"/>
            </ns1:solidFill>
            <ns1:ln>
              <ns1:noFill/>
            </ns1:ln>
          </ns0:spPr>
          <ns0:style>
            <ns1:lnRef idx="2">
              <ns1:schemeClr val="accent1">
                <ns1:shade val="50000"/>
              </ns1:schemeClr>
            </ns1:lnRef>
            <ns1:fillRef idx="1">
              <ns1:schemeClr val="accent1"/>
            </ns1:fillRef>
            <ns1:effectRef idx="0">
              <ns1:schemeClr val="accent1"/>
            </ns1:effectRef>
            <ns1:fontRef idx="minor">
              <ns1:schemeClr val="lt1"/>
            </ns1:fontRef>
          </ns0:style>
          <ns0:txBody>
            <ns1:bodyPr rtlCol="0" anchor="ctr"/>
            <ns1:lstStyle/>
            <ns1:p>
              <ns1:pPr algn="ctr"/>
              <ns1:endParaRPr lang="en-US"/>
            </ns1:p>
          </ns0:txBody>
        </ns0:sp>
        <ns0:sp>
          <ns0:nvSpPr>
            <ns0:cNvPr id="20" name="Freeform 142">
              <ns1:extLst>
                <ns1:ext uri="{FF2B5EF4-FFF2-40B4-BE49-F238E27FC236}">
                  <ns2:creationId id="{67818011-A42F-4C5F-BAFA-B77E553DA9C2}"/>
                </ns1:ext>
              </ns1:extLst>
            </ns0:cNvPr>
            <ns0:cNvSpPr>
              <ns1:spLocks/>
            </ns0:cNvSpPr>
            <ns0:nvPr/>
          </ns0:nvSpPr>
          <ns0:spPr bwMode="auto">
            <ns1:xfrm>
              <ns1:off x="917443" y="1568687"/>
              <ns1:ext cx="239573" cy="192678"/>
            </ns1:xfrm>
            <ns1:custGeom>
              <ns1:avLst/>
              <ns1:gdLst>
                <ns1:gd name="T0" fmla="*/ 88 w 99"/>
                <ns1:gd name="T1" fmla="*/ 20 h 80"/>
                <ns1:gd name="T2" fmla="*/ 89 w 99"/>
                <ns1:gd name="T3" fmla="*/ 22 h 80"/>
                <ns1:gd name="T4" fmla="*/ 31 w 99"/>
                <ns1:gd name="T5" fmla="*/ 80 h 80"/>
                <ns1:gd name="T6" fmla="*/ 0 w 99"/>
                <ns1:gd name="T7" fmla="*/ 71 h 80"/>
                <ns1:gd name="T8" fmla="*/ 5 w 99"/>
                <ns1:gd name="T9" fmla="*/ 71 h 80"/>
                <ns1:gd name="T10" fmla="*/ 30 w 99"/>
                <ns1:gd name="T11" fmla="*/ 62 h 80"/>
                <ns1:gd name="T12" fmla="*/ 11 w 99"/>
                <ns1:gd name="T13" fmla="*/ 48 h 80"/>
                <ns1:gd name="T14" fmla="*/ 15 w 99"/>
                <ns1:gd name="T15" fmla="*/ 49 h 80"/>
                <ns1:gd name="T16" fmla="*/ 20 w 99"/>
                <ns1:gd name="T17" fmla="*/ 48 h 80"/>
                <ns1:gd name="T18" fmla="*/ 4 w 99"/>
                <ns1:gd name="T19" fmla="*/ 28 h 80"/>
                <ns1:gd name="T20" fmla="*/ 4 w 99"/>
                <ns1:gd name="T21" fmla="*/ 28 h 80"/>
                <ns1:gd name="T22" fmla="*/ 13 w 99"/>
                <ns1:gd name="T23" fmla="*/ 31 h 80"/>
                <ns1:gd name="T24" fmla="*/ 4 w 99"/>
                <ns1:gd name="T25" fmla="*/ 14 h 80"/>
                <ns1:gd name="T26" fmla="*/ 7 w 99"/>
                <ns1:gd name="T27" fmla="*/ 4 h 80"/>
                <ns1:gd name="T28" fmla="*/ 49 w 99"/>
                <ns1:gd name="T29" fmla="*/ 25 h 80"/>
                <ns1:gd name="T30" fmla="*/ 48 w 99"/>
                <ns1:gd name="T31" fmla="*/ 20 h 80"/>
                <ns1:gd name="T32" fmla="*/ 68 w 99"/>
                <ns1:gd name="T33" fmla="*/ 0 h 80"/>
                <ns1:gd name="T34" fmla="*/ 83 w 99"/>
                <ns1:gd name="T35" fmla="*/ 6 h 80"/>
                <ns1:gd name="T36" fmla="*/ 96 w 99"/>
                <ns1:gd name="T37" fmla="*/ 1 h 80"/>
                <ns1:gd name="T38" fmla="*/ 87 w 99"/>
                <ns1:gd name="T39" fmla="*/ 12 h 80"/>
                <ns1:gd name="T40" fmla="*/ 99 w 99"/>
                <ns1:gd name="T41" fmla="*/ 9 h 80"/>
                <ns1:gd name="T42" fmla="*/ 88 w 99"/>
                <ns1:gd name="T43" fmla="*/ 20 h 80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  <ns1:cxn ang="0">
                  <ns1:pos x="T30" y="T31"/>
                </ns1:cxn>
                <ns1:cxn ang="0">
                  <ns1:pos x="T32" y="T33"/>
                </ns1:cxn>
                <ns1:cxn ang="0">
                  <ns1:pos x="T34" y="T35"/>
                </ns1:cxn>
                <ns1:cxn ang="0">
                  <ns1:pos x="T36" y="T37"/>
                </ns1:cxn>
                <ns1:cxn ang="0">
                  <ns1:pos x="T38" y="T39"/>
                </ns1:cxn>
                <ns1:cxn ang="0">
                  <ns1:pos x="T40" y="T41"/>
                </ns1:cxn>
                <ns1:cxn ang="0">
                  <ns1:pos x="T42" y="T43"/>
                </ns1:cxn>
              </ns1:cxnLst>
              <ns1:rect l="0" t="0" r="r" b="b"/>
              <ns1:pathLst>
                <ns1:path w="99" h="80">
                  <ns1:moveTo>
                    <ns1:pt x="88" y="20"/>
                  </ns1:moveTo>
                  <ns1:cubicBezTo>
                    <ns1:pt x="89" y="21"/>
                    <ns1:pt x="89" y="22"/>
                    <ns1:pt x="89" y="22"/>
                  </ns1:cubicBezTo>
                  <ns1:cubicBezTo>
                    <ns1:pt x="89" y="49"/>
                    <ns1:pt x="68" y="80"/>
                    <ns1:pt x="31" y="80"/>
                  </ns1:cubicBezTo>
                  <ns1:cubicBezTo>
                    <ns1:pt x="20" y="80"/>
                    <ns1:pt x="9" y="76"/>
                    <ns1:pt x="0" y="71"/>
                  </ns1:cubicBezTo>
                  <ns1:cubicBezTo>
                    <ns1:pt x="2" y="71"/>
                    <ns1:pt x="3" y="71"/>
                    <ns1:pt x="5" y="71"/>
                  </ns1:cubicBezTo>
                  <ns1:cubicBezTo>
                    <ns1:pt x="14" y="71"/>
                    <ns1:pt x="23" y="68"/>
                    <ns1:pt x="30" y="62"/>
                  </ns1:cubicBezTo>
                  <ns1:cubicBezTo>
                    <ns1:pt x="21" y="62"/>
                    <ns1:pt x="14" y="56"/>
                    <ns1:pt x="11" y="48"/>
                  </ns1:cubicBezTo>
                  <ns1:cubicBezTo>
                    <ns1:pt x="12" y="49"/>
                    <ns1:pt x="14" y="49"/>
                    <ns1:pt x="15" y="49"/>
                  </ns1:cubicBezTo>
                  <ns1:cubicBezTo>
                    <ns1:pt x="17" y="49"/>
                    <ns1:pt x="19" y="48"/>
                    <ns1:pt x="20" y="48"/>
                  </ns1:cubicBezTo>
                  <ns1:cubicBezTo>
                    <ns1:pt x="11" y="46"/>
                    <ns1:pt x="4" y="38"/>
                    <ns1:pt x="4" y="28"/>
                  </ns1:cubicBezTo>
                  <ns1:cubicBezTo>
                    <ns1:pt x="4" y="28"/>
                    <ns1:pt x="4" y="28"/>
                    <ns1:pt x="4" y="28"/>
                  </ns1:cubicBezTo>
                  <ns1:cubicBezTo>
                    <ns1:pt x="7" y="29"/>
                    <ns1:pt x="10" y="30"/>
                    <ns1:pt x="13" y="31"/>
                  </ns1:cubicBezTo>
                  <ns1:cubicBezTo>
                    <ns1:pt x="8" y="27"/>
                    <ns1:pt x="4" y="21"/>
                    <ns1:pt x="4" y="14"/>
                  </ns1:cubicBezTo>
                  <ns1:cubicBezTo>
                    <ns1:pt x="4" y="10"/>
                    <ns1:pt x="5" y="7"/>
                    <ns1:pt x="7" y="4"/>
                  </ns1:cubicBezTo>
                  <ns1:cubicBezTo>
                    <ns1:pt x="17" y="16"/>
                    <ns1:pt x="32" y="24"/>
                    <ns1:pt x="49" y="25"/>
                  </ns1:cubicBezTo>
                  <ns1:cubicBezTo>
                    <ns1:pt x="48" y="23"/>
                    <ns1:pt x="48" y="22"/>
                    <ns1:pt x="48" y="20"/>
                  </ns1:cubicBezTo>
                  <ns1:cubicBezTo>
                    <ns1:pt x="48" y="9"/>
                    <ns1:pt x="57" y="0"/>
                    <ns1:pt x="68" y="0"/>
                  </ns1:cubicBezTo>
                  <ns1:cubicBezTo>
                    <ns1:pt x="74" y="0"/>
                    <ns1:pt x="79" y="2"/>
                    <ns1:pt x="83" y="6"/>
                  </ns1:cubicBezTo>
                  <ns1:cubicBezTo>
                    <ns1:pt x="88" y="5"/>
                    <ns1:pt x="92" y="4"/>
                    <ns1:pt x="96" y="1"/>
                  </ns1:cubicBezTo>
                  <ns1:cubicBezTo>
                    <ns1:pt x="94" y="6"/>
                    <ns1:pt x="91" y="10"/>
                    <ns1:pt x="87" y="12"/>
                  </ns1:cubicBezTo>
                  <ns1:cubicBezTo>
                    <ns1:pt x="91" y="12"/>
                    <ns1:pt x="95" y="11"/>
                    <ns1:pt x="99" y="9"/>
                  </ns1:cubicBezTo>
                  <ns1:cubicBezTo>
                    <ns1:pt x="96" y="13"/>
                    <ns1:pt x="92" y="17"/>
                    <ns1:pt x="88" y="20"/>
                  </ns1:cubicBezTo>
                  <ns1:close/>
                </ns1:path>
              </ns1:pathLst>
            </ns1:custGeom>
            <ns1:solidFill>
              <ns1:schemeClr val="bg1"/>
            </ns1:solidFill>
            <ns1:ln>
              <ns1:noFill/>
            </ns1:ln>
            <ns1:extLst/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en-US" sz="2700"/>
            </ns1:p>
          </ns0:txBody>
        </ns0:sp>
      </ns0:grpSp>
      <ns0:grpSp>
        <ns0:nvGrpSpPr>
          <ns0:cNvPr id="25" name="Group 24">
            <ns1:extLst>
              <ns1:ext uri="{FF2B5EF4-FFF2-40B4-BE49-F238E27FC236}">
                <ns2:creationId id="{45165790-17C0-4773-B44E-69024F3C819E}"/>
              </ns1:ext>
            </ns1:extLst>
          </ns0:cNvPr>
          <ns0:cNvGrpSpPr/>
          <ns0:nvPr/>
        </ns0:nvGrpSpPr>
        <ns0:grpSpPr>
          <ns1:xfrm>
            <ns1:off x="943111" y="3702731"/>
            <ns1:ext cx="518615" cy="491321"/>
            <ns1:chOff x="777922" y="2649252"/>
            <ns1:chExt cx="518615" cy="491321"/>
          </ns1:xfrm>
        </ns0:grpSpPr>
        <ns0:sp>
          <ns0:nvSpPr>
            <ns0:cNvPr id="16" name="Rectangle 15">
              <ns1:extLst>
                <ns1:ext uri="{FF2B5EF4-FFF2-40B4-BE49-F238E27FC236}">
                  <ns2:creationId id="{B78C4F3E-8B09-45D8-B6F8-1C9533A69BC9}"/>
                </ns1:ext>
              </ns1:extLst>
            </ns0:cNvPr>
            <ns0:cNvSpPr/>
            <ns0:nvPr/>
          </ns0:nvSpPr>
          <ns0:spPr>
            <ns1:xfrm>
              <ns1:off x="777922" y="2649252"/>
              <ns1:ext cx="518615" cy="491321"/>
            </ns1:xfrm>
            <ns1:prstGeom prst="rect">
              <ns1:avLst/>
            </ns1:prstGeom>
            <ns1:solidFill>
              <ns1:srgbClr val="F07D66"/>
            </ns1:solidFill>
            <ns1:ln>
              <ns1:noFill/>
            </ns1:ln>
          </ns0:spPr>
          <ns0:style>
            <ns1:lnRef idx="2">
              <ns1:schemeClr val="accent1">
                <ns1:shade val="50000"/>
              </ns1:schemeClr>
            </ns1:lnRef>
            <ns1:fillRef idx="1">
              <ns1:schemeClr val="accent1"/>
            </ns1:fillRef>
            <ns1:effectRef idx="0">
              <ns1:schemeClr val="accent1"/>
            </ns1:effectRef>
            <ns1:fontRef idx="minor">
              <ns1:schemeClr val="lt1"/>
            </ns1:fontRef>
          </ns0:style>
          <ns0:txBody>
            <ns1:bodyPr rtlCol="0" anchor="ctr"/>
            <ns1:lstStyle/>
            <ns1:p>
              <ns1:pPr algn="ctr"/>
              <ns1:endParaRPr lang="en-US"/>
            </ns1:p>
          </ns0:txBody>
        </ns0:sp>
        <ns0:sp>
          <ns0:nvSpPr>
            <ns0:cNvPr id="24" name="Freeform 173">
              <ns1:extLst>
                <ns1:ext uri="{FF2B5EF4-FFF2-40B4-BE49-F238E27FC236}">
                  <ns2:creationId id="{1B2E76FB-3822-4E5F-B537-CC6BF131D5A6}"/>
                </ns1:ext>
              </ns1:extLst>
            </ns0:cNvPr>
            <ns0:cNvSpPr>
              <ns1:spLocks noEditPoints="1"/>
            </ns0:cNvSpPr>
            <ns0:nvPr/>
          </ns0:nvSpPr>
          <ns0:spPr bwMode="auto">
            <ns1:xfrm>
              <ns1:off x="940960" y="2803308"/>
              <ns1:ext cx="192539" cy="183209"/>
            </ns1:xfrm>
            <ns1:custGeom>
              <ns1:avLst/>
              <ns1:gdLst>
                <ns1:gd name="T0" fmla="*/ 12 w 96"/>
                <ns1:gd name="T1" fmla="*/ 21 h 91"/>
                <ns1:gd name="T2" fmla="*/ 12 w 96"/>
                <ns1:gd name="T3" fmla="*/ 21 h 91"/>
                <ns1:gd name="T4" fmla="*/ 0 w 96"/>
                <ns1:gd name="T5" fmla="*/ 11 h 91"/>
                <ns1:gd name="T6" fmla="*/ 12 w 96"/>
                <ns1:gd name="T7" fmla="*/ 0 h 91"/>
                <ns1:gd name="T8" fmla="*/ 23 w 96"/>
                <ns1:gd name="T9" fmla="*/ 11 h 91"/>
                <ns1:gd name="T10" fmla="*/ 12 w 96"/>
                <ns1:gd name="T11" fmla="*/ 21 h 91"/>
                <ns1:gd name="T12" fmla="*/ 22 w 96"/>
                <ns1:gd name="T13" fmla="*/ 91 h 91"/>
                <ns1:gd name="T14" fmla="*/ 2 w 96"/>
                <ns1:gd name="T15" fmla="*/ 91 h 91"/>
                <ns1:gd name="T16" fmla="*/ 2 w 96"/>
                <ns1:gd name="T17" fmla="*/ 30 h 91"/>
                <ns1:gd name="T18" fmla="*/ 22 w 96"/>
                <ns1:gd name="T19" fmla="*/ 30 h 91"/>
                <ns1:gd name="T20" fmla="*/ 22 w 96"/>
                <ns1:gd name="T21" fmla="*/ 91 h 91"/>
                <ns1:gd name="T22" fmla="*/ 96 w 96"/>
                <ns1:gd name="T23" fmla="*/ 91 h 91"/>
                <ns1:gd name="T24" fmla="*/ 76 w 96"/>
                <ns1:gd name="T25" fmla="*/ 91 h 91"/>
                <ns1:gd name="T26" fmla="*/ 76 w 96"/>
                <ns1:gd name="T27" fmla="*/ 58 h 91"/>
                <ns1:gd name="T28" fmla="*/ 65 w 96"/>
                <ns1:gd name="T29" fmla="*/ 44 h 91"/>
                <ns1:gd name="T30" fmla="*/ 55 w 96"/>
                <ns1:gd name="T31" fmla="*/ 52 h 91"/>
                <ns1:gd name="T32" fmla="*/ 54 w 96"/>
                <ns1:gd name="T33" fmla="*/ 57 h 91"/>
                <ns1:gd name="T34" fmla="*/ 54 w 96"/>
                <ns1:gd name="T35" fmla="*/ 91 h 91"/>
                <ns1:gd name="T36" fmla="*/ 34 w 96"/>
                <ns1:gd name="T37" fmla="*/ 91 h 91"/>
                <ns1:gd name="T38" fmla="*/ 34 w 96"/>
                <ns1:gd name="T39" fmla="*/ 30 h 91"/>
                <ns1:gd name="T40" fmla="*/ 54 w 96"/>
                <ns1:gd name="T41" fmla="*/ 30 h 91"/>
                <ns1:gd name="T42" fmla="*/ 54 w 96"/>
                <ns1:gd name="T43" fmla="*/ 39 h 91"/>
                <ns1:gd name="T44" fmla="*/ 54 w 96"/>
                <ns1:gd name="T45" fmla="*/ 39 h 91"/>
                <ns1:gd name="T46" fmla="*/ 73 w 96"/>
                <ns1:gd name="T47" fmla="*/ 28 h 91"/>
                <ns1:gd name="T48" fmla="*/ 96 w 96"/>
                <ns1:gd name="T49" fmla="*/ 56 h 91"/>
                <ns1:gd name="T50" fmla="*/ 96 w 96"/>
                <ns1:gd name="T51" fmla="*/ 91 h 91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  <ns1:cxn ang="0">
                  <ns1:pos x="T30" y="T31"/>
                </ns1:cxn>
                <ns1:cxn ang="0">
                  <ns1:pos x="T32" y="T33"/>
                </ns1:cxn>
                <ns1:cxn ang="0">
                  <ns1:pos x="T34" y="T35"/>
                </ns1:cxn>
                <ns1:cxn ang="0">
                  <ns1:pos x="T36" y="T37"/>
                </ns1:cxn>
                <ns1:cxn ang="0">
                  <ns1:pos x="T38" y="T39"/>
                </ns1:cxn>
                <ns1:cxn ang="0">
                  <ns1:pos x="T40" y="T41"/>
                </ns1:cxn>
                <ns1:cxn ang="0">
                  <ns1:pos x="T42" y="T43"/>
                </ns1:cxn>
                <ns1:cxn ang="0">
                  <ns1:pos x="T44" y="T45"/>
                </ns1:cxn>
                <ns1:cxn ang="0">
                  <ns1:pos x="T46" y="T47"/>
                </ns1:cxn>
                <ns1:cxn ang="0">
                  <ns1:pos x="T48" y="T49"/>
                </ns1:cxn>
                <ns1:cxn ang="0">
                  <ns1:pos x="T50" y="T51"/>
                </ns1:cxn>
              </ns1:cxnLst>
              <ns1:rect l="0" t="0" r="r" b="b"/>
              <ns1:pathLst>
                <ns1:path w="96" h="91">
                  <ns1:moveTo>
                    <ns1:pt x="12" y="21"/>
                  </ns1:moveTo>
                  <ns1:cubicBezTo>
                    <ns1:pt x="12" y="21"/>
                    <ns1:pt x="12" y="21"/>
                    <ns1:pt x="12" y="21"/>
                  </ns1:cubicBezTo>
                  <ns1:cubicBezTo>
                    <ns1:pt x="5" y="21"/>
                    <ns1:pt x="0" y="16"/>
                    <ns1:pt x="0" y="11"/>
                  </ns1:cubicBezTo>
                  <ns1:cubicBezTo>
                    <ns1:pt x="0" y="4"/>
                    <ns1:pt x="5" y="0"/>
                    <ns1:pt x="12" y="0"/>
                  </ns1:cubicBezTo>
                  <ns1:cubicBezTo>
                    <ns1:pt x="19" y="0"/>
                    <ns1:pt x="23" y="4"/>
                    <ns1:pt x="23" y="11"/>
                  </ns1:cubicBezTo>
                  <ns1:cubicBezTo>
                    <ns1:pt x="24" y="16"/>
                    <ns1:pt x="19" y="21"/>
                    <ns1:pt x="12" y="21"/>
                  </ns1:cubicBezTo>
                  <ns1:close/>
                  <ns1:moveTo>
                    <ns1:pt x="22" y="91"/>
                  </ns1:moveTo>
                  <ns1:cubicBezTo>
                    <ns1:pt x="2" y="91"/>
                    <ns1:pt x="2" y="91"/>
                    <ns1:pt x="2" y="91"/>
                  </ns1:cubicBezTo>
                  <ns1:cubicBezTo>
                    <ns1:pt x="2" y="30"/>
                    <ns1:pt x="2" y="30"/>
                    <ns1:pt x="2" y="30"/>
                  </ns1:cubicBezTo>
                  <ns1:cubicBezTo>
                    <ns1:pt x="22" y="30"/>
                    <ns1:pt x="22" y="30"/>
                    <ns1:pt x="22" y="30"/>
                  </ns1:cubicBezTo>
                  <ns1:lnTo>
                    <ns1:pt x="22" y="91"/>
                  </ns1:lnTo>
                  <ns1:close/>
                  <ns1:moveTo>
                    <ns1:pt x="96" y="91"/>
                  </ns1:moveTo>
                  <ns1:cubicBezTo>
                    <ns1:pt x="76" y="91"/>
                    <ns1:pt x="76" y="91"/>
                    <ns1:pt x="76" y="91"/>
                  </ns1:cubicBezTo>
                  <ns1:cubicBezTo>
                    <ns1:pt x="76" y="58"/>
                    <ns1:pt x="76" y="58"/>
                    <ns1:pt x="76" y="58"/>
                  </ns1:cubicBezTo>
                  <ns1:cubicBezTo>
                    <ns1:pt x="76" y="50"/>
                    <ns1:pt x="73" y="44"/>
                    <ns1:pt x="65" y="44"/>
                  </ns1:cubicBezTo>
                  <ns1:cubicBezTo>
                    <ns1:pt x="60" y="44"/>
                    <ns1:pt x="56" y="48"/>
                    <ns1:pt x="55" y="52"/>
                  </ns1:cubicBezTo>
                  <ns1:cubicBezTo>
                    <ns1:pt x="54" y="53"/>
                    <ns1:pt x="54" y="55"/>
                    <ns1:pt x="54" y="57"/>
                  </ns1:cubicBezTo>
                  <ns1:cubicBezTo>
                    <ns1:pt x="54" y="91"/>
                    <ns1:pt x="54" y="91"/>
                    <ns1:pt x="54" y="91"/>
                  </ns1:cubicBezTo>
                  <ns1:cubicBezTo>
                    <ns1:pt x="34" y="91"/>
                    <ns1:pt x="34" y="91"/>
                    <ns1:pt x="34" y="91"/>
                  </ns1:cubicBezTo>
                  <ns1:cubicBezTo>
                    <ns1:pt x="34" y="35"/>
                    <ns1:pt x="34" y="30"/>
                    <ns1:pt x="34" y="30"/>
                  </ns1:cubicBezTo>
                  <ns1:cubicBezTo>
                    <ns1:pt x="54" y="30"/>
                    <ns1:pt x="54" y="30"/>
                    <ns1:pt x="54" y="30"/>
                  </ns1:cubicBezTo>
                  <ns1:cubicBezTo>
                    <ns1:pt x="54" y="39"/>
                    <ns1:pt x="54" y="39"/>
                    <ns1:pt x="54" y="39"/>
                  </ns1:cubicBezTo>
                  <ns1:cubicBezTo>
                    <ns1:pt x="54" y="39"/>
                    <ns1:pt x="54" y="39"/>
                    <ns1:pt x="54" y="39"/>
                  </ns1:cubicBezTo>
                  <ns1:cubicBezTo>
                    <ns1:pt x="57" y="34"/>
                    <ns1:pt x="61" y="28"/>
                    <ns1:pt x="73" y="28"/>
                  </ns1:cubicBezTo>
                  <ns1:cubicBezTo>
                    <ns1:pt x="86" y="28"/>
                    <ns1:pt x="96" y="37"/>
                    <ns1:pt x="96" y="56"/>
                  </ns1:cubicBezTo>
                  <ns1:lnTo>
                    <ns1:pt x="96" y="91"/>
                  </ns1:lnTo>
                  <ns1:close/>
                </ns1:path>
              </ns1:pathLst>
            </ns1:custGeom>
            <ns1:solidFill>
              <ns1:schemeClr val="bg1"/>
            </ns1:solidFill>
            <ns1:ln>
              <ns1:noFill/>
            </ns1:ln>
            <ns1:extLst/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en-US" sz="2700"/>
            </ns1:p>
          </ns0:txBody>
        </ns0:sp>
      </ns0:grpSp>
      <ns0:grpSp>
        <ns0:nvGrpSpPr>
          <ns0:cNvPr id="39" name="Group 38">
            <ns1:extLst>
              <ns1:ext uri="{FF2B5EF4-FFF2-40B4-BE49-F238E27FC236}">
                <ns2:creationId id="{4C5BC288-DC0E-4204-86F6-375E254D13AE}"/>
              </ns1:ext>
            </ns1:extLst>
          </ns0:cNvPr>
          <ns0:cNvGrpSpPr/>
          <ns0:nvPr/>
        </ns0:nvGrpSpPr>
        <ns0:grpSpPr>
          <ns1:xfrm>
            <ns1:off x="4564872" y="3083682"/>
            <ns1:ext cx="518615" cy="491321"/>
            <ns1:chOff x="777922" y="2030203"/>
            <ns1:chExt cx="518615" cy="491321"/>
          </ns1:xfrm>
        </ns0:grpSpPr>
        <ns0:sp>
          <ns0:nvSpPr>
            <ns0:cNvPr id="46" name="Rectangle 45">
              <ns1:extLst>
                <ns1:ext uri="{FF2B5EF4-FFF2-40B4-BE49-F238E27FC236}">
                  <ns2:creationId id="{73740B59-BA00-4200-9EA8-8F8B247D01CB}"/>
                </ns1:ext>
              </ns1:extLst>
            </ns0:cNvPr>
            <ns0:cNvSpPr/>
            <ns0:nvPr/>
          </ns0:nvSpPr>
          <ns0:spPr>
            <ns1:xfrm>
              <ns1:off x="777922" y="2030203"/>
              <ns1:ext cx="518615" cy="491321"/>
            </ns1:xfrm>
            <ns1:prstGeom prst="rect">
              <ns1:avLst/>
            </ns1:prstGeom>
            <ns1:solidFill>
              <ns1:srgbClr val="F07D66"/>
            </ns1:solidFill>
            <ns1:ln>
              <ns1:noFill/>
            </ns1:ln>
          </ns0:spPr>
          <ns0:style>
            <ns1:lnRef idx="2">
              <ns1:schemeClr val="accent1">
                <ns1:shade val="50000"/>
              </ns1:schemeClr>
            </ns1:lnRef>
            <ns1:fillRef idx="1">
              <ns1:schemeClr val="accent1"/>
            </ns1:fillRef>
            <ns1:effectRef idx="0">
              <ns1:schemeClr val="accent1"/>
            </ns1:effectRef>
            <ns1:fontRef idx="minor">
              <ns1:schemeClr val="lt1"/>
            </ns1:fontRef>
          </ns0:style>
          <ns0:txBody>
            <ns1:bodyPr rtlCol="0" anchor="ctr"/>
            <ns1:lstStyle/>
            <ns1:p>
              <ns1:pPr algn="ctr"/>
              <ns1:endParaRPr lang="en-US"/>
            </ns1:p>
          </ns0:txBody>
        </ns0:sp>
        <ns0:sp>
          <ns0:nvSpPr>
            <ns0:cNvPr id="47" name="Freeform 143">
              <ns1:extLst>
                <ns1:ext uri="{FF2B5EF4-FFF2-40B4-BE49-F238E27FC236}">
                  <ns2:creationId id="{CE01C825-57BE-4DD9-B2F8-466B174283D2}"/>
                </ns1:ext>
              </ns1:extLst>
            </ns0:cNvPr>
            <ns0:cNvSpPr>
              <ns1:spLocks/>
            </ns0:cNvSpPr>
            <ns0:nvPr/>
          </ns0:nvSpPr>
          <ns0:spPr bwMode="auto">
            <ns1:xfrm>
              <ns1:off x="963147" y="2152924"/>
              <ns1:ext cx="148165" cy="245879"/>
            </ns1:xfrm>
            <ns1:custGeom>
              <ns1:avLst/>
              <ns1:gdLst>
                <ns1:gd name="T0" fmla="*/ 54 w 54"/>
                <ns1:gd name="T1" fmla="*/ 17 h 104"/>
                <ns1:gd name="T2" fmla="*/ 44 w 54"/>
                <ns1:gd name="T3" fmla="*/ 17 h 104"/>
                <ns1:gd name="T4" fmla="*/ 35 w 54"/>
                <ns1:gd name="T5" fmla="*/ 26 h 104"/>
                <ns1:gd name="T6" fmla="*/ 35 w 54"/>
                <ns1:gd name="T7" fmla="*/ 38 h 104"/>
                <ns1:gd name="T8" fmla="*/ 53 w 54"/>
                <ns1:gd name="T9" fmla="*/ 38 h 104"/>
                <ns1:gd name="T10" fmla="*/ 51 w 54"/>
                <ns1:gd name="T11" fmla="*/ 56 h 104"/>
                <ns1:gd name="T12" fmla="*/ 35 w 54"/>
                <ns1:gd name="T13" fmla="*/ 56 h 104"/>
                <ns1:gd name="T14" fmla="*/ 35 w 54"/>
                <ns1:gd name="T15" fmla="*/ 104 h 104"/>
                <ns1:gd name="T16" fmla="*/ 16 w 54"/>
                <ns1:gd name="T17" fmla="*/ 104 h 104"/>
                <ns1:gd name="T18" fmla="*/ 16 w 54"/>
                <ns1:gd name="T19" fmla="*/ 56 h 104"/>
                <ns1:gd name="T20" fmla="*/ 0 w 54"/>
                <ns1:gd name="T21" fmla="*/ 56 h 104"/>
                <ns1:gd name="T22" fmla="*/ 0 w 54"/>
                <ns1:gd name="T23" fmla="*/ 38 h 104"/>
                <ns1:gd name="T24" fmla="*/ 16 w 54"/>
                <ns1:gd name="T25" fmla="*/ 38 h 104"/>
                <ns1:gd name="T26" fmla="*/ 16 w 54"/>
                <ns1:gd name="T27" fmla="*/ 24 h 104"/>
                <ns1:gd name="T28" fmla="*/ 40 w 54"/>
                <ns1:gd name="T29" fmla="*/ 0 h 104"/>
                <ns1:gd name="T30" fmla="*/ 54 w 54"/>
                <ns1:gd name="T31" fmla="*/ 1 h 104"/>
                <ns1:gd name="T32" fmla="*/ 54 w 54"/>
                <ns1:gd name="T33" fmla="*/ 17 h 104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  <ns1:cxn ang="0">
                  <ns1:pos x="T30" y="T31"/>
                </ns1:cxn>
                <ns1:cxn ang="0">
                  <ns1:pos x="T32" y="T33"/>
                </ns1:cxn>
              </ns1:cxnLst>
              <ns1:rect l="0" t="0" r="r" b="b"/>
              <ns1:pathLst>
                <ns1:path w="54" h="104">
                  <ns1:moveTo>
                    <ns1:pt x="54" y="17"/>
                  </ns1:moveTo>
                  <ns1:cubicBezTo>
                    <ns1:pt x="44" y="17"/>
                    <ns1:pt x="44" y="17"/>
                    <ns1:pt x="44" y="17"/>
                  </ns1:cubicBezTo>
                  <ns1:cubicBezTo>
                    <ns1:pt x="36" y="17"/>
                    <ns1:pt x="35" y="21"/>
                    <ns1:pt x="35" y="26"/>
                  </ns1:cubicBezTo>
                  <ns1:cubicBezTo>
                    <ns1:pt x="35" y="38"/>
                    <ns1:pt x="35" y="38"/>
                    <ns1:pt x="35" y="38"/>
                  </ns1:cubicBezTo>
                  <ns1:cubicBezTo>
                    <ns1:pt x="53" y="38"/>
                    <ns1:pt x="53" y="38"/>
                    <ns1:pt x="53" y="38"/>
                  </ns1:cubicBezTo>
                  <ns1:cubicBezTo>
                    <ns1:pt x="51" y="56"/>
                    <ns1:pt x="51" y="56"/>
                    <ns1:pt x="51" y="56"/>
                  </ns1:cubicBezTo>
                  <ns1:cubicBezTo>
                    <ns1:pt x="35" y="56"/>
                    <ns1:pt x="35" y="56"/>
                    <ns1:pt x="35" y="56"/>
                  </ns1:cubicBezTo>
                  <ns1:cubicBezTo>
                    <ns1:pt x="35" y="104"/>
                    <ns1:pt x="35" y="104"/>
                    <ns1:pt x="35" y="104"/>
                  </ns1:cubicBezTo>
                  <ns1:cubicBezTo>
                    <ns1:pt x="16" y="104"/>
                    <ns1:pt x="16" y="104"/>
                    <ns1:pt x="16" y="104"/>
                  </ns1:cubicBezTo>
                  <ns1:cubicBezTo>
                    <ns1:pt x="16" y="56"/>
                    <ns1:pt x="16" y="56"/>
                    <ns1:pt x="16" y="56"/>
                  </ns1:cubicBezTo>
                  <ns1:cubicBezTo>
                    <ns1:pt x="0" y="56"/>
                    <ns1:pt x="0" y="56"/>
                    <ns1:pt x="0" y="56"/>
                  </ns1:cubicBezTo>
                  <ns1:cubicBezTo>
                    <ns1:pt x="0" y="38"/>
                    <ns1:pt x="0" y="38"/>
                    <ns1:pt x="0" y="38"/>
                  </ns1:cubicBezTo>
                  <ns1:cubicBezTo>
                    <ns1:pt x="16" y="38"/>
                    <ns1:pt x="16" y="38"/>
                    <ns1:pt x="16" y="38"/>
                  </ns1:cubicBezTo>
                  <ns1:cubicBezTo>
                    <ns1:pt x="16" y="24"/>
                    <ns1:pt x="16" y="24"/>
                    <ns1:pt x="16" y="24"/>
                  </ns1:cubicBezTo>
                  <ns1:cubicBezTo>
                    <ns1:pt x="16" y="8"/>
                    <ns1:pt x="26" y="0"/>
                    <ns1:pt x="40" y="0"/>
                  </ns1:cubicBezTo>
                  <ns1:cubicBezTo>
                    <ns1:pt x="46" y="0"/>
                    <ns1:pt x="52" y="0"/>
                    <ns1:pt x="54" y="1"/>
                  </ns1:cubicBezTo>
                  <ns1:lnTo>
                    <ns1:pt x="54" y="17"/>
                  </ns1:lnTo>
                  <ns1:close/>
                </ns1:path>
              </ns1:pathLst>
            </ns1:custGeom>
            <ns1:solidFill>
              <ns1:schemeClr val="bg1"/>
            </ns1:solidFill>
            <ns1:ln>
              <ns1:noFill/>
            </ns1:ln>
            <ns1:extLst/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en-US" sz="2700"/>
            </ns1:p>
          </ns0:txBody>
        </ns0:sp>
      </ns0:grpSp>
      <ns0:grpSp>
        <ns0:nvGrpSpPr>
          <ns0:cNvPr id="40" name="Group 39">
            <ns1:extLst>
              <ns1:ext uri="{FF2B5EF4-FFF2-40B4-BE49-F238E27FC236}">
                <ns2:creationId id="{DCC62F28-782B-47B9-B8AD-EB8B47D7B750}"/>
              </ns1:ext>
            </ns1:extLst>
          </ns0:cNvPr>
          <ns0:cNvGrpSpPr/>
          <ns0:nvPr/>
        </ns0:nvGrpSpPr>
        <ns0:grpSpPr>
          <ns1:xfrm>
            <ns1:off x="4564872" y="2472845"/>
            <ns1:ext cx="518615" cy="491321"/>
            <ns1:chOff x="777922" y="1419366"/>
            <ns1:chExt cx="518615" cy="491321"/>
          </ns1:xfrm>
        </ns0:grpSpPr>
        <ns0:sp>
          <ns0:nvSpPr>
            <ns0:cNvPr id="44" name="Rectangle 43">
              <ns1:extLst>
                <ns1:ext uri="{FF2B5EF4-FFF2-40B4-BE49-F238E27FC236}">
                  <ns2:creationId id="{22E05203-67FC-4FC2-96EB-5016BE43173D}"/>
                </ns1:ext>
              </ns1:extLst>
            </ns0:cNvPr>
            <ns0:cNvSpPr/>
            <ns0:nvPr/>
          </ns0:nvSpPr>
          <ns0:spPr>
            <ns1:xfrm>
              <ns1:off x="777922" y="1419366"/>
              <ns1:ext cx="518615" cy="491321"/>
            </ns1:xfrm>
            <ns1:prstGeom prst="rect">
              <ns1:avLst/>
            </ns1:prstGeom>
            <ns1:solidFill>
              <ns1:srgbClr val="F07D66"/>
            </ns1:solidFill>
            <ns1:ln>
              <ns1:noFill/>
            </ns1:ln>
          </ns0:spPr>
          <ns0:style>
            <ns1:lnRef idx="2">
              <ns1:schemeClr val="accent1">
                <ns1:shade val="50000"/>
              </ns1:schemeClr>
            </ns1:lnRef>
            <ns1:fillRef idx="1">
              <ns1:schemeClr val="accent1"/>
            </ns1:fillRef>
            <ns1:effectRef idx="0">
              <ns1:schemeClr val="accent1"/>
            </ns1:effectRef>
            <ns1:fontRef idx="minor">
              <ns1:schemeClr val="lt1"/>
            </ns1:fontRef>
          </ns0:style>
          <ns0:txBody>
            <ns1:bodyPr rtlCol="0" anchor="ctr"/>
            <ns1:lstStyle/>
            <ns1:p>
              <ns1:pPr algn="ctr"/>
              <ns1:endParaRPr lang="en-US"/>
            </ns1:p>
          </ns0:txBody>
        </ns0:sp>
        <ns0:sp>
          <ns0:nvSpPr>
            <ns0:cNvPr id="45" name="Freeform 142">
              <ns1:extLst>
                <ns1:ext uri="{FF2B5EF4-FFF2-40B4-BE49-F238E27FC236}">
                  <ns2:creationId id="{C1DDE1D4-6426-4FE9-A0AB-1595343C53C8}"/>
                </ns1:ext>
              </ns1:extLst>
            </ns0:cNvPr>
            <ns0:cNvSpPr>
              <ns1:spLocks/>
            </ns0:cNvSpPr>
            <ns0:nvPr/>
          </ns0:nvSpPr>
          <ns0:spPr bwMode="auto">
            <ns1:xfrm>
              <ns1:off x="917443" y="1568687"/>
              <ns1:ext cx="239573" cy="192678"/>
            </ns1:xfrm>
            <ns1:custGeom>
              <ns1:avLst/>
              <ns1:gdLst>
                <ns1:gd name="T0" fmla="*/ 88 w 99"/>
                <ns1:gd name="T1" fmla="*/ 20 h 80"/>
                <ns1:gd name="T2" fmla="*/ 89 w 99"/>
                <ns1:gd name="T3" fmla="*/ 22 h 80"/>
                <ns1:gd name="T4" fmla="*/ 31 w 99"/>
                <ns1:gd name="T5" fmla="*/ 80 h 80"/>
                <ns1:gd name="T6" fmla="*/ 0 w 99"/>
                <ns1:gd name="T7" fmla="*/ 71 h 80"/>
                <ns1:gd name="T8" fmla="*/ 5 w 99"/>
                <ns1:gd name="T9" fmla="*/ 71 h 80"/>
                <ns1:gd name="T10" fmla="*/ 30 w 99"/>
                <ns1:gd name="T11" fmla="*/ 62 h 80"/>
                <ns1:gd name="T12" fmla="*/ 11 w 99"/>
                <ns1:gd name="T13" fmla="*/ 48 h 80"/>
                <ns1:gd name="T14" fmla="*/ 15 w 99"/>
                <ns1:gd name="T15" fmla="*/ 49 h 80"/>
                <ns1:gd name="T16" fmla="*/ 20 w 99"/>
                <ns1:gd name="T17" fmla="*/ 48 h 80"/>
                <ns1:gd name="T18" fmla="*/ 4 w 99"/>
                <ns1:gd name="T19" fmla="*/ 28 h 80"/>
                <ns1:gd name="T20" fmla="*/ 4 w 99"/>
                <ns1:gd name="T21" fmla="*/ 28 h 80"/>
                <ns1:gd name="T22" fmla="*/ 13 w 99"/>
                <ns1:gd name="T23" fmla="*/ 31 h 80"/>
                <ns1:gd name="T24" fmla="*/ 4 w 99"/>
                <ns1:gd name="T25" fmla="*/ 14 h 80"/>
                <ns1:gd name="T26" fmla="*/ 7 w 99"/>
                <ns1:gd name="T27" fmla="*/ 4 h 80"/>
                <ns1:gd name="T28" fmla="*/ 49 w 99"/>
                <ns1:gd name="T29" fmla="*/ 25 h 80"/>
                <ns1:gd name="T30" fmla="*/ 48 w 99"/>
                <ns1:gd name="T31" fmla="*/ 20 h 80"/>
                <ns1:gd name="T32" fmla="*/ 68 w 99"/>
                <ns1:gd name="T33" fmla="*/ 0 h 80"/>
                <ns1:gd name="T34" fmla="*/ 83 w 99"/>
                <ns1:gd name="T35" fmla="*/ 6 h 80"/>
                <ns1:gd name="T36" fmla="*/ 96 w 99"/>
                <ns1:gd name="T37" fmla="*/ 1 h 80"/>
                <ns1:gd name="T38" fmla="*/ 87 w 99"/>
                <ns1:gd name="T39" fmla="*/ 12 h 80"/>
                <ns1:gd name="T40" fmla="*/ 99 w 99"/>
                <ns1:gd name="T41" fmla="*/ 9 h 80"/>
                <ns1:gd name="T42" fmla="*/ 88 w 99"/>
                <ns1:gd name="T43" fmla="*/ 20 h 80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  <ns1:cxn ang="0">
                  <ns1:pos x="T30" y="T31"/>
                </ns1:cxn>
                <ns1:cxn ang="0">
                  <ns1:pos x="T32" y="T33"/>
                </ns1:cxn>
                <ns1:cxn ang="0">
                  <ns1:pos x="T34" y="T35"/>
                </ns1:cxn>
                <ns1:cxn ang="0">
                  <ns1:pos x="T36" y="T37"/>
                </ns1:cxn>
                <ns1:cxn ang="0">
                  <ns1:pos x="T38" y="T39"/>
                </ns1:cxn>
                <ns1:cxn ang="0">
                  <ns1:pos x="T40" y="T41"/>
                </ns1:cxn>
                <ns1:cxn ang="0">
                  <ns1:pos x="T42" y="T43"/>
                </ns1:cxn>
              </ns1:cxnLst>
              <ns1:rect l="0" t="0" r="r" b="b"/>
              <ns1:pathLst>
                <ns1:path w="99" h="80">
                  <ns1:moveTo>
                    <ns1:pt x="88" y="20"/>
                  </ns1:moveTo>
                  <ns1:cubicBezTo>
                    <ns1:pt x="89" y="21"/>
                    <ns1:pt x="89" y="22"/>
                    <ns1:pt x="89" y="22"/>
                  </ns1:cubicBezTo>
                  <ns1:cubicBezTo>
                    <ns1:pt x="89" y="49"/>
                    <ns1:pt x="68" y="80"/>
                    <ns1:pt x="31" y="80"/>
                  </ns1:cubicBezTo>
                  <ns1:cubicBezTo>
                    <ns1:pt x="20" y="80"/>
                    <ns1:pt x="9" y="76"/>
                    <ns1:pt x="0" y="71"/>
                  </ns1:cubicBezTo>
                  <ns1:cubicBezTo>
                    <ns1:pt x="2" y="71"/>
                    <ns1:pt x="3" y="71"/>
                    <ns1:pt x="5" y="71"/>
                  </ns1:cubicBezTo>
                  <ns1:cubicBezTo>
                    <ns1:pt x="14" y="71"/>
                    <ns1:pt x="23" y="68"/>
                    <ns1:pt x="30" y="62"/>
                  </ns1:cubicBezTo>
                  <ns1:cubicBezTo>
                    <ns1:pt x="21" y="62"/>
                    <ns1:pt x="14" y="56"/>
                    <ns1:pt x="11" y="48"/>
                  </ns1:cubicBezTo>
                  <ns1:cubicBezTo>
                    <ns1:pt x="12" y="49"/>
                    <ns1:pt x="14" y="49"/>
                    <ns1:pt x="15" y="49"/>
                  </ns1:cubicBezTo>
                  <ns1:cubicBezTo>
                    <ns1:pt x="17" y="49"/>
                    <ns1:pt x="19" y="48"/>
                    <ns1:pt x="20" y="48"/>
                  </ns1:cubicBezTo>
                  <ns1:cubicBezTo>
                    <ns1:pt x="11" y="46"/>
                    <ns1:pt x="4" y="38"/>
                    <ns1:pt x="4" y="28"/>
                  </ns1:cubicBezTo>
                  <ns1:cubicBezTo>
                    <ns1:pt x="4" y="28"/>
                    <ns1:pt x="4" y="28"/>
                    <ns1:pt x="4" y="28"/>
                  </ns1:cubicBezTo>
                  <ns1:cubicBezTo>
                    <ns1:pt x="7" y="29"/>
                    <ns1:pt x="10" y="30"/>
                    <ns1:pt x="13" y="31"/>
                  </ns1:cubicBezTo>
                  <ns1:cubicBezTo>
                    <ns1:pt x="8" y="27"/>
                    <ns1:pt x="4" y="21"/>
                    <ns1:pt x="4" y="14"/>
                  </ns1:cubicBezTo>
                  <ns1:cubicBezTo>
                    <ns1:pt x="4" y="10"/>
                    <ns1:pt x="5" y="7"/>
                    <ns1:pt x="7" y="4"/>
                  </ns1:cubicBezTo>
                  <ns1:cubicBezTo>
                    <ns1:pt x="17" y="16"/>
                    <ns1:pt x="32" y="24"/>
                    <ns1:pt x="49" y="25"/>
                  </ns1:cubicBezTo>
                  <ns1:cubicBezTo>
                    <ns1:pt x="48" y="23"/>
                    <ns1:pt x="48" y="22"/>
                    <ns1:pt x="48" y="20"/>
                  </ns1:cubicBezTo>
                  <ns1:cubicBezTo>
                    <ns1:pt x="48" y="9"/>
                    <ns1:pt x="57" y="0"/>
                    <ns1:pt x="68" y="0"/>
                  </ns1:cubicBezTo>
                  <ns1:cubicBezTo>
                    <ns1:pt x="74" y="0"/>
                    <ns1:pt x="79" y="2"/>
                    <ns1:pt x="83" y="6"/>
                  </ns1:cubicBezTo>
                  <ns1:cubicBezTo>
                    <ns1:pt x="88" y="5"/>
                    <ns1:pt x="92" y="4"/>
                    <ns1:pt x="96" y="1"/>
                  </ns1:cubicBezTo>
                  <ns1:cubicBezTo>
                    <ns1:pt x="94" y="6"/>
                    <ns1:pt x="91" y="10"/>
                    <ns1:pt x="87" y="12"/>
                  </ns1:cubicBezTo>
                  <ns1:cubicBezTo>
                    <ns1:pt x="91" y="12"/>
                    <ns1:pt x="95" y="11"/>
                    <ns1:pt x="99" y="9"/>
                  </ns1:cubicBezTo>
                  <ns1:cubicBezTo>
                    <ns1:pt x="96" y="13"/>
                    <ns1:pt x="92" y="17"/>
                    <ns1:pt x="88" y="20"/>
                  </ns1:cubicBezTo>
                  <ns1:close/>
                </ns1:path>
              </ns1:pathLst>
            </ns1:custGeom>
            <ns1:solidFill>
              <ns1:schemeClr val="bg1"/>
            </ns1:solidFill>
            <ns1:ln>
              <ns1:noFill/>
            </ns1:ln>
            <ns1:extLst/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en-US" sz="2700"/>
            </ns1:p>
          </ns0:txBody>
        </ns0:sp>
      </ns0:grpSp>
      <ns0:grpSp>
        <ns0:nvGrpSpPr>
          <ns0:cNvPr id="41" name="Group 40">
            <ns1:extLst>
              <ns1:ext uri="{FF2B5EF4-FFF2-40B4-BE49-F238E27FC236}">
                <ns2:creationId id="{8EAA4F44-3D2D-4BA1-A98E-0490196DB310}"/>
              </ns1:ext>
            </ns1:extLst>
          </ns0:cNvPr>
          <ns0:cNvGrpSpPr/>
          <ns0:nvPr/>
        </ns0:nvGrpSpPr>
        <ns0:grpSpPr>
          <ns1:xfrm>
            <ns1:off x="4564872" y="3702731"/>
            <ns1:ext cx="518615" cy="491321"/>
            <ns1:chOff x="777922" y="2649252"/>
            <ns1:chExt cx="518615" cy="491321"/>
          </ns1:xfrm>
        </ns0:grpSpPr>
        <ns0:sp>
          <ns0:nvSpPr>
            <ns0:cNvPr id="42" name="Rectangle 41">
              <ns1:extLst>
                <ns1:ext uri="{FF2B5EF4-FFF2-40B4-BE49-F238E27FC236}">
                  <ns2:creationId id="{AF15C1BF-7E9C-41B1-81C0-655D6950F37B}"/>
                </ns1:ext>
              </ns1:extLst>
            </ns0:cNvPr>
            <ns0:cNvSpPr/>
            <ns0:nvPr/>
          </ns0:nvSpPr>
          <ns0:spPr>
            <ns1:xfrm>
              <ns1:off x="777922" y="2649252"/>
              <ns1:ext cx="518615" cy="491321"/>
            </ns1:xfrm>
            <ns1:prstGeom prst="rect">
              <ns1:avLst/>
            </ns1:prstGeom>
            <ns1:solidFill>
              <ns1:srgbClr val="F07D66"/>
            </ns1:solidFill>
            <ns1:ln>
              <ns1:noFill/>
            </ns1:ln>
          </ns0:spPr>
          <ns0:style>
            <ns1:lnRef idx="2">
              <ns1:schemeClr val="accent1">
                <ns1:shade val="50000"/>
              </ns1:schemeClr>
            </ns1:lnRef>
            <ns1:fillRef idx="1">
              <ns1:schemeClr val="accent1"/>
            </ns1:fillRef>
            <ns1:effectRef idx="0">
              <ns1:schemeClr val="accent1"/>
            </ns1:effectRef>
            <ns1:fontRef idx="minor">
              <ns1:schemeClr val="lt1"/>
            </ns1:fontRef>
          </ns0:style>
          <ns0:txBody>
            <ns1:bodyPr rtlCol="0" anchor="ctr"/>
            <ns1:lstStyle/>
            <ns1:p>
              <ns1:pPr algn="ctr"/>
              <ns1:endParaRPr lang="en-US"/>
            </ns1:p>
          </ns0:txBody>
        </ns0:sp>
        <ns0:sp>
          <ns0:nvSpPr>
            <ns0:cNvPr id="43" name="Freeform 173">
              <ns1:extLst>
                <ns1:ext uri="{FF2B5EF4-FFF2-40B4-BE49-F238E27FC236}">
                  <ns2:creationId id="{159465FB-7EC3-4327-8ABD-1AF7B378E8B2}"/>
                </ns1:ext>
              </ns1:extLst>
            </ns0:cNvPr>
            <ns0:cNvSpPr>
              <ns1:spLocks noEditPoints="1"/>
            </ns0:cNvSpPr>
            <ns0:nvPr/>
          </ns0:nvSpPr>
          <ns0:spPr bwMode="auto">
            <ns1:xfrm>
              <ns1:off x="940960" y="2803308"/>
              <ns1:ext cx="192539" cy="183209"/>
            </ns1:xfrm>
            <ns1:custGeom>
              <ns1:avLst/>
              <ns1:gdLst>
                <ns1:gd name="T0" fmla="*/ 12 w 96"/>
                <ns1:gd name="T1" fmla="*/ 21 h 91"/>
                <ns1:gd name="T2" fmla="*/ 12 w 96"/>
                <ns1:gd name="T3" fmla="*/ 21 h 91"/>
                <ns1:gd name="T4" fmla="*/ 0 w 96"/>
                <ns1:gd name="T5" fmla="*/ 11 h 91"/>
                <ns1:gd name="T6" fmla="*/ 12 w 96"/>
                <ns1:gd name="T7" fmla="*/ 0 h 91"/>
                <ns1:gd name="T8" fmla="*/ 23 w 96"/>
                <ns1:gd name="T9" fmla="*/ 11 h 91"/>
                <ns1:gd name="T10" fmla="*/ 12 w 96"/>
                <ns1:gd name="T11" fmla="*/ 21 h 91"/>
                <ns1:gd name="T12" fmla="*/ 22 w 96"/>
                <ns1:gd name="T13" fmla="*/ 91 h 91"/>
                <ns1:gd name="T14" fmla="*/ 2 w 96"/>
                <ns1:gd name="T15" fmla="*/ 91 h 91"/>
                <ns1:gd name="T16" fmla="*/ 2 w 96"/>
                <ns1:gd name="T17" fmla="*/ 30 h 91"/>
                <ns1:gd name="T18" fmla="*/ 22 w 96"/>
                <ns1:gd name="T19" fmla="*/ 30 h 91"/>
                <ns1:gd name="T20" fmla="*/ 22 w 96"/>
                <ns1:gd name="T21" fmla="*/ 91 h 91"/>
                <ns1:gd name="T22" fmla="*/ 96 w 96"/>
                <ns1:gd name="T23" fmla="*/ 91 h 91"/>
                <ns1:gd name="T24" fmla="*/ 76 w 96"/>
                <ns1:gd name="T25" fmla="*/ 91 h 91"/>
                <ns1:gd name="T26" fmla="*/ 76 w 96"/>
                <ns1:gd name="T27" fmla="*/ 58 h 91"/>
                <ns1:gd name="T28" fmla="*/ 65 w 96"/>
                <ns1:gd name="T29" fmla="*/ 44 h 91"/>
                <ns1:gd name="T30" fmla="*/ 55 w 96"/>
                <ns1:gd name="T31" fmla="*/ 52 h 91"/>
                <ns1:gd name="T32" fmla="*/ 54 w 96"/>
                <ns1:gd name="T33" fmla="*/ 57 h 91"/>
                <ns1:gd name="T34" fmla="*/ 54 w 96"/>
                <ns1:gd name="T35" fmla="*/ 91 h 91"/>
                <ns1:gd name="T36" fmla="*/ 34 w 96"/>
                <ns1:gd name="T37" fmla="*/ 91 h 91"/>
                <ns1:gd name="T38" fmla="*/ 34 w 96"/>
                <ns1:gd name="T39" fmla="*/ 30 h 91"/>
                <ns1:gd name="T40" fmla="*/ 54 w 96"/>
                <ns1:gd name="T41" fmla="*/ 30 h 91"/>
                <ns1:gd name="T42" fmla="*/ 54 w 96"/>
                <ns1:gd name="T43" fmla="*/ 39 h 91"/>
                <ns1:gd name="T44" fmla="*/ 54 w 96"/>
                <ns1:gd name="T45" fmla="*/ 39 h 91"/>
                <ns1:gd name="T46" fmla="*/ 73 w 96"/>
                <ns1:gd name="T47" fmla="*/ 28 h 91"/>
                <ns1:gd name="T48" fmla="*/ 96 w 96"/>
                <ns1:gd name="T49" fmla="*/ 56 h 91"/>
                <ns1:gd name="T50" fmla="*/ 96 w 96"/>
                <ns1:gd name="T51" fmla="*/ 91 h 91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  <ns1:cxn ang="0">
                  <ns1:pos x="T30" y="T31"/>
                </ns1:cxn>
                <ns1:cxn ang="0">
                  <ns1:pos x="T32" y="T33"/>
                </ns1:cxn>
                <ns1:cxn ang="0">
                  <ns1:pos x="T34" y="T35"/>
                </ns1:cxn>
                <ns1:cxn ang="0">
                  <ns1:pos x="T36" y="T37"/>
                </ns1:cxn>
                <ns1:cxn ang="0">
                  <ns1:pos x="T38" y="T39"/>
                </ns1:cxn>
                <ns1:cxn ang="0">
                  <ns1:pos x="T40" y="T41"/>
                </ns1:cxn>
                <ns1:cxn ang="0">
                  <ns1:pos x="T42" y="T43"/>
                </ns1:cxn>
                <ns1:cxn ang="0">
                  <ns1:pos x="T44" y="T45"/>
                </ns1:cxn>
                <ns1:cxn ang="0">
                  <ns1:pos x="T46" y="T47"/>
                </ns1:cxn>
                <ns1:cxn ang="0">
                  <ns1:pos x="T48" y="T49"/>
                </ns1:cxn>
                <ns1:cxn ang="0">
                  <ns1:pos x="T50" y="T51"/>
                </ns1:cxn>
              </ns1:cxnLst>
              <ns1:rect l="0" t="0" r="r" b="b"/>
              <ns1:pathLst>
                <ns1:path w="96" h="91">
                  <ns1:moveTo>
                    <ns1:pt x="12" y="21"/>
                  </ns1:moveTo>
                  <ns1:cubicBezTo>
                    <ns1:pt x="12" y="21"/>
                    <ns1:pt x="12" y="21"/>
                    <ns1:pt x="12" y="21"/>
                  </ns1:cubicBezTo>
                  <ns1:cubicBezTo>
                    <ns1:pt x="5" y="21"/>
                    <ns1:pt x="0" y="16"/>
                    <ns1:pt x="0" y="11"/>
                  </ns1:cubicBezTo>
                  <ns1:cubicBezTo>
                    <ns1:pt x="0" y="4"/>
                    <ns1:pt x="5" y="0"/>
                    <ns1:pt x="12" y="0"/>
                  </ns1:cubicBezTo>
                  <ns1:cubicBezTo>
                    <ns1:pt x="19" y="0"/>
                    <ns1:pt x="23" y="4"/>
                    <ns1:pt x="23" y="11"/>
                  </ns1:cubicBezTo>
                  <ns1:cubicBezTo>
                    <ns1:pt x="24" y="16"/>
                    <ns1:pt x="19" y="21"/>
                    <ns1:pt x="12" y="21"/>
                  </ns1:cubicBezTo>
                  <ns1:close/>
                  <ns1:moveTo>
                    <ns1:pt x="22" y="91"/>
                  </ns1:moveTo>
                  <ns1:cubicBezTo>
                    <ns1:pt x="2" y="91"/>
                    <ns1:pt x="2" y="91"/>
                    <ns1:pt x="2" y="91"/>
                  </ns1:cubicBezTo>
                  <ns1:cubicBezTo>
                    <ns1:pt x="2" y="30"/>
                    <ns1:pt x="2" y="30"/>
                    <ns1:pt x="2" y="30"/>
                  </ns1:cubicBezTo>
                  <ns1:cubicBezTo>
                    <ns1:pt x="22" y="30"/>
                    <ns1:pt x="22" y="30"/>
                    <ns1:pt x="22" y="30"/>
                  </ns1:cubicBezTo>
                  <ns1:lnTo>
                    <ns1:pt x="22" y="91"/>
                  </ns1:lnTo>
                  <ns1:close/>
                  <ns1:moveTo>
                    <ns1:pt x="96" y="91"/>
                  </ns1:moveTo>
                  <ns1:cubicBezTo>
                    <ns1:pt x="76" y="91"/>
                    <ns1:pt x="76" y="91"/>
                    <ns1:pt x="76" y="91"/>
                  </ns1:cubicBezTo>
                  <ns1:cubicBezTo>
                    <ns1:pt x="76" y="58"/>
                    <ns1:pt x="76" y="58"/>
                    <ns1:pt x="76" y="58"/>
                  </ns1:cubicBezTo>
                  <ns1:cubicBezTo>
                    <ns1:pt x="76" y="50"/>
                    <ns1:pt x="73" y="44"/>
                    <ns1:pt x="65" y="44"/>
                  </ns1:cubicBezTo>
                  <ns1:cubicBezTo>
                    <ns1:pt x="60" y="44"/>
                    <ns1:pt x="56" y="48"/>
                    <ns1:pt x="55" y="52"/>
                  </ns1:cubicBezTo>
                  <ns1:cubicBezTo>
                    <ns1:pt x="54" y="53"/>
                    <ns1:pt x="54" y="55"/>
                    <ns1:pt x="54" y="57"/>
                  </ns1:cubicBezTo>
                  <ns1:cubicBezTo>
                    <ns1:pt x="54" y="91"/>
                    <ns1:pt x="54" y="91"/>
                    <ns1:pt x="54" y="91"/>
                  </ns1:cubicBezTo>
                  <ns1:cubicBezTo>
                    <ns1:pt x="34" y="91"/>
                    <ns1:pt x="34" y="91"/>
                    <ns1:pt x="34" y="91"/>
                  </ns1:cubicBezTo>
                  <ns1:cubicBezTo>
                    <ns1:pt x="34" y="35"/>
                    <ns1:pt x="34" y="30"/>
                    <ns1:pt x="34" y="30"/>
                  </ns1:cubicBezTo>
                  <ns1:cubicBezTo>
                    <ns1:pt x="54" y="30"/>
                    <ns1:pt x="54" y="30"/>
                    <ns1:pt x="54" y="30"/>
                  </ns1:cubicBezTo>
                  <ns1:cubicBezTo>
                    <ns1:pt x="54" y="39"/>
                    <ns1:pt x="54" y="39"/>
                    <ns1:pt x="54" y="39"/>
                  </ns1:cubicBezTo>
                  <ns1:cubicBezTo>
                    <ns1:pt x="54" y="39"/>
                    <ns1:pt x="54" y="39"/>
                    <ns1:pt x="54" y="39"/>
                  </ns1:cubicBezTo>
                  <ns1:cubicBezTo>
                    <ns1:pt x="57" y="34"/>
                    <ns1:pt x="61" y="28"/>
                    <ns1:pt x="73" y="28"/>
                  </ns1:cubicBezTo>
                  <ns1:cubicBezTo>
                    <ns1:pt x="86" y="28"/>
                    <ns1:pt x="96" y="37"/>
                    <ns1:pt x="96" y="56"/>
                  </ns1:cubicBezTo>
                  <ns1:lnTo>
                    <ns1:pt x="96" y="91"/>
                  </ns1:lnTo>
                  <ns1:close/>
                </ns1:path>
              </ns1:pathLst>
            </ns1:custGeom>
            <ns1:solidFill>
              <ns1:schemeClr val="bg1"/>
            </ns1:solidFill>
            <ns1:ln>
              <ns1:noFill/>
            </ns1:ln>
            <ns1:extLst/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en-US" sz="2700"/>
            </ns1:p>
          </ns0:txBody>
        </ns0:sp>
      </ns0:grpSp>
      <ns0:grpSp>
        <ns0:nvGrpSpPr>
          <ns0:cNvPr id="49" name="Group 48">
            <ns1:extLst>
              <ns1:ext uri="{FF2B5EF4-FFF2-40B4-BE49-F238E27FC236}">
                <ns2:creationId id="{77A92ED5-546C-427E-983C-5136BFAF7BCC}"/>
              </ns1:ext>
            </ns1:extLst>
          </ns0:cNvPr>
          <ns0:cNvGrpSpPr/>
          <ns0:nvPr/>
        </ns0:nvGrpSpPr>
        <ns0:grpSpPr>
          <ns1:xfrm>
            <ns1:off x="8115564" y="3071865"/>
            <ns1:ext cx="518615" cy="491321"/>
            <ns1:chOff x="777922" y="2030203"/>
            <ns1:chExt cx="518615" cy="491321"/>
          </ns1:xfrm>
        </ns0:grpSpPr>
        <ns0:sp>
          <ns0:nvSpPr>
            <ns0:cNvPr id="56" name="Rectangle 55">
              <ns1:extLst>
                <ns1:ext uri="{FF2B5EF4-FFF2-40B4-BE49-F238E27FC236}">
                  <ns2:creationId id="{52EECAE2-B757-42B1-B987-D814959042D0}"/>
                </ns1:ext>
              </ns1:extLst>
            </ns0:cNvPr>
            <ns0:cNvSpPr/>
            <ns0:nvPr/>
          </ns0:nvSpPr>
          <ns0:spPr>
            <ns1:xfrm>
              <ns1:off x="777922" y="2030203"/>
              <ns1:ext cx="518615" cy="491321"/>
            </ns1:xfrm>
            <ns1:prstGeom prst="rect">
              <ns1:avLst/>
            </ns1:prstGeom>
            <ns1:solidFill>
              <ns1:srgbClr val="F07D66"/>
            </ns1:solidFill>
            <ns1:ln>
              <ns1:noFill/>
            </ns1:ln>
          </ns0:spPr>
          <ns0:style>
            <ns1:lnRef idx="2">
              <ns1:schemeClr val="accent1">
                <ns1:shade val="50000"/>
              </ns1:schemeClr>
            </ns1:lnRef>
            <ns1:fillRef idx="1">
              <ns1:schemeClr val="accent1"/>
            </ns1:fillRef>
            <ns1:effectRef idx="0">
              <ns1:schemeClr val="accent1"/>
            </ns1:effectRef>
            <ns1:fontRef idx="minor">
              <ns1:schemeClr val="lt1"/>
            </ns1:fontRef>
          </ns0:style>
          <ns0:txBody>
            <ns1:bodyPr rtlCol="0" anchor="ctr"/>
            <ns1:lstStyle/>
            <ns1:p>
              <ns1:pPr algn="ctr"/>
              <ns1:endParaRPr lang="en-US"/>
            </ns1:p>
          </ns0:txBody>
        </ns0:sp>
        <ns0:sp>
          <ns0:nvSpPr>
            <ns0:cNvPr id="57" name="Freeform 143">
              <ns1:extLst>
                <ns1:ext uri="{FF2B5EF4-FFF2-40B4-BE49-F238E27FC236}">
                  <ns2:creationId id="{D728624D-00FC-4922-BB56-EBB33A68D426}"/>
                </ns1:ext>
              </ns1:extLst>
            </ns0:cNvPr>
            <ns0:cNvSpPr>
              <ns1:spLocks/>
            </ns0:cNvSpPr>
            <ns0:nvPr/>
          </ns0:nvSpPr>
          <ns0:spPr bwMode="auto">
            <ns1:xfrm>
              <ns1:off x="963147" y="2152924"/>
              <ns1:ext cx="148165" cy="245879"/>
            </ns1:xfrm>
            <ns1:custGeom>
              <ns1:avLst/>
              <ns1:gdLst>
                <ns1:gd name="T0" fmla="*/ 54 w 54"/>
                <ns1:gd name="T1" fmla="*/ 17 h 104"/>
                <ns1:gd name="T2" fmla="*/ 44 w 54"/>
                <ns1:gd name="T3" fmla="*/ 17 h 104"/>
                <ns1:gd name="T4" fmla="*/ 35 w 54"/>
                <ns1:gd name="T5" fmla="*/ 26 h 104"/>
                <ns1:gd name="T6" fmla="*/ 35 w 54"/>
                <ns1:gd name="T7" fmla="*/ 38 h 104"/>
                <ns1:gd name="T8" fmla="*/ 53 w 54"/>
                <ns1:gd name="T9" fmla="*/ 38 h 104"/>
                <ns1:gd name="T10" fmla="*/ 51 w 54"/>
                <ns1:gd name="T11" fmla="*/ 56 h 104"/>
                <ns1:gd name="T12" fmla="*/ 35 w 54"/>
                <ns1:gd name="T13" fmla="*/ 56 h 104"/>
                <ns1:gd name="T14" fmla="*/ 35 w 54"/>
                <ns1:gd name="T15" fmla="*/ 104 h 104"/>
                <ns1:gd name="T16" fmla="*/ 16 w 54"/>
                <ns1:gd name="T17" fmla="*/ 104 h 104"/>
                <ns1:gd name="T18" fmla="*/ 16 w 54"/>
                <ns1:gd name="T19" fmla="*/ 56 h 104"/>
                <ns1:gd name="T20" fmla="*/ 0 w 54"/>
                <ns1:gd name="T21" fmla="*/ 56 h 104"/>
                <ns1:gd name="T22" fmla="*/ 0 w 54"/>
                <ns1:gd name="T23" fmla="*/ 38 h 104"/>
                <ns1:gd name="T24" fmla="*/ 16 w 54"/>
                <ns1:gd name="T25" fmla="*/ 38 h 104"/>
                <ns1:gd name="T26" fmla="*/ 16 w 54"/>
                <ns1:gd name="T27" fmla="*/ 24 h 104"/>
                <ns1:gd name="T28" fmla="*/ 40 w 54"/>
                <ns1:gd name="T29" fmla="*/ 0 h 104"/>
                <ns1:gd name="T30" fmla="*/ 54 w 54"/>
                <ns1:gd name="T31" fmla="*/ 1 h 104"/>
                <ns1:gd name="T32" fmla="*/ 54 w 54"/>
                <ns1:gd name="T33" fmla="*/ 17 h 104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  <ns1:cxn ang="0">
                  <ns1:pos x="T30" y="T31"/>
                </ns1:cxn>
                <ns1:cxn ang="0">
                  <ns1:pos x="T32" y="T33"/>
                </ns1:cxn>
              </ns1:cxnLst>
              <ns1:rect l="0" t="0" r="r" b="b"/>
              <ns1:pathLst>
                <ns1:path w="54" h="104">
                  <ns1:moveTo>
                    <ns1:pt x="54" y="17"/>
                  </ns1:moveTo>
                  <ns1:cubicBezTo>
                    <ns1:pt x="44" y="17"/>
                    <ns1:pt x="44" y="17"/>
                    <ns1:pt x="44" y="17"/>
                  </ns1:cubicBezTo>
                  <ns1:cubicBezTo>
                    <ns1:pt x="36" y="17"/>
                    <ns1:pt x="35" y="21"/>
                    <ns1:pt x="35" y="26"/>
                  </ns1:cubicBezTo>
                  <ns1:cubicBezTo>
                    <ns1:pt x="35" y="38"/>
                    <ns1:pt x="35" y="38"/>
                    <ns1:pt x="35" y="38"/>
                  </ns1:cubicBezTo>
                  <ns1:cubicBezTo>
                    <ns1:pt x="53" y="38"/>
                    <ns1:pt x="53" y="38"/>
                    <ns1:pt x="53" y="38"/>
                  </ns1:cubicBezTo>
                  <ns1:cubicBezTo>
                    <ns1:pt x="51" y="56"/>
                    <ns1:pt x="51" y="56"/>
                    <ns1:pt x="51" y="56"/>
                  </ns1:cubicBezTo>
                  <ns1:cubicBezTo>
                    <ns1:pt x="35" y="56"/>
                    <ns1:pt x="35" y="56"/>
                    <ns1:pt x="35" y="56"/>
                  </ns1:cubicBezTo>
                  <ns1:cubicBezTo>
                    <ns1:pt x="35" y="104"/>
                    <ns1:pt x="35" y="104"/>
                    <ns1:pt x="35" y="104"/>
                  </ns1:cubicBezTo>
                  <ns1:cubicBezTo>
                    <ns1:pt x="16" y="104"/>
                    <ns1:pt x="16" y="104"/>
                    <ns1:pt x="16" y="104"/>
                  </ns1:cubicBezTo>
                  <ns1:cubicBezTo>
                    <ns1:pt x="16" y="56"/>
                    <ns1:pt x="16" y="56"/>
                    <ns1:pt x="16" y="56"/>
                  </ns1:cubicBezTo>
                  <ns1:cubicBezTo>
                    <ns1:pt x="0" y="56"/>
                    <ns1:pt x="0" y="56"/>
                    <ns1:pt x="0" y="56"/>
                  </ns1:cubicBezTo>
                  <ns1:cubicBezTo>
                    <ns1:pt x="0" y="38"/>
                    <ns1:pt x="0" y="38"/>
                    <ns1:pt x="0" y="38"/>
                  </ns1:cubicBezTo>
                  <ns1:cubicBezTo>
                    <ns1:pt x="16" y="38"/>
                    <ns1:pt x="16" y="38"/>
                    <ns1:pt x="16" y="38"/>
                  </ns1:cubicBezTo>
                  <ns1:cubicBezTo>
                    <ns1:pt x="16" y="24"/>
                    <ns1:pt x="16" y="24"/>
                    <ns1:pt x="16" y="24"/>
                  </ns1:cubicBezTo>
                  <ns1:cubicBezTo>
                    <ns1:pt x="16" y="8"/>
                    <ns1:pt x="26" y="0"/>
                    <ns1:pt x="40" y="0"/>
                  </ns1:cubicBezTo>
                  <ns1:cubicBezTo>
                    <ns1:pt x="46" y="0"/>
                    <ns1:pt x="52" y="0"/>
                    <ns1:pt x="54" y="1"/>
                  </ns1:cubicBezTo>
                  <ns1:lnTo>
                    <ns1:pt x="54" y="17"/>
                  </ns1:lnTo>
                  <ns1:close/>
                </ns1:path>
              </ns1:pathLst>
            </ns1:custGeom>
            <ns1:solidFill>
              <ns1:schemeClr val="bg1"/>
            </ns1:solidFill>
            <ns1:ln>
              <ns1:noFill/>
            </ns1:ln>
            <ns1:extLst/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en-US" sz="2700"/>
            </ns1:p>
          </ns0:txBody>
        </ns0:sp>
      </ns0:grpSp>
      <ns0:grpSp>
        <ns0:nvGrpSpPr>
          <ns0:cNvPr id="50" name="Group 49">
            <ns1:extLst>
              <ns1:ext uri="{FF2B5EF4-FFF2-40B4-BE49-F238E27FC236}">
                <ns2:creationId id="{90880C00-4154-4872-BF62-C544E1A3381C}"/>
              </ns1:ext>
            </ns1:extLst>
          </ns0:cNvPr>
          <ns0:cNvGrpSpPr/>
          <ns0:nvPr/>
        </ns0:nvGrpSpPr>
        <ns0:grpSpPr>
          <ns1:xfrm>
            <ns1:off x="8115564" y="2461028"/>
            <ns1:ext cx="518615" cy="491321"/>
            <ns1:chOff x="777922" y="1419366"/>
            <ns1:chExt cx="518615" cy="491321"/>
          </ns1:xfrm>
        </ns0:grpSpPr>
        <ns0:sp>
          <ns0:nvSpPr>
            <ns0:cNvPr id="54" name="Rectangle 53">
              <ns1:extLst>
                <ns1:ext uri="{FF2B5EF4-FFF2-40B4-BE49-F238E27FC236}">
                  <ns2:creationId id="{FC2C5EDB-4DC6-4BE9-80DE-9F237CA669A6}"/>
                </ns1:ext>
              </ns1:extLst>
            </ns0:cNvPr>
            <ns0:cNvSpPr/>
            <ns0:nvPr/>
          </ns0:nvSpPr>
          <ns0:spPr>
            <ns1:xfrm>
              <ns1:off x="777922" y="1419366"/>
              <ns1:ext cx="518615" cy="491321"/>
            </ns1:xfrm>
            <ns1:prstGeom prst="rect">
              <ns1:avLst/>
            </ns1:prstGeom>
            <ns1:solidFill>
              <ns1:srgbClr val="F07D66"/>
            </ns1:solidFill>
            <ns1:ln>
              <ns1:noFill/>
            </ns1:ln>
          </ns0:spPr>
          <ns0:style>
            <ns1:lnRef idx="2">
              <ns1:schemeClr val="accent1">
                <ns1:shade val="50000"/>
              </ns1:schemeClr>
            </ns1:lnRef>
            <ns1:fillRef idx="1">
              <ns1:schemeClr val="accent1"/>
            </ns1:fillRef>
            <ns1:effectRef idx="0">
              <ns1:schemeClr val="accent1"/>
            </ns1:effectRef>
            <ns1:fontRef idx="minor">
              <ns1:schemeClr val="lt1"/>
            </ns1:fontRef>
          </ns0:style>
          <ns0:txBody>
            <ns1:bodyPr rtlCol="0" anchor="ctr"/>
            <ns1:lstStyle/>
            <ns1:p>
              <ns1:pPr algn="ctr"/>
              <ns1:endParaRPr lang="en-US"/>
            </ns1:p>
          </ns0:txBody>
        </ns0:sp>
        <ns0:sp>
          <ns0:nvSpPr>
            <ns0:cNvPr id="55" name="Freeform 142">
              <ns1:extLst>
                <ns1:ext uri="{FF2B5EF4-FFF2-40B4-BE49-F238E27FC236}">
                  <ns2:creationId id="{8AD77A9D-A82E-4829-8D8E-8EDB2F9CD0F7}"/>
                </ns1:ext>
              </ns1:extLst>
            </ns0:cNvPr>
            <ns0:cNvSpPr>
              <ns1:spLocks/>
            </ns0:cNvSpPr>
            <ns0:nvPr/>
          </ns0:nvSpPr>
          <ns0:spPr bwMode="auto">
            <ns1:xfrm>
              <ns1:off x="917443" y="1568687"/>
              <ns1:ext cx="239573" cy="192678"/>
            </ns1:xfrm>
            <ns1:custGeom>
              <ns1:avLst/>
              <ns1:gdLst>
                <ns1:gd name="T0" fmla="*/ 88 w 99"/>
                <ns1:gd name="T1" fmla="*/ 20 h 80"/>
                <ns1:gd name="T2" fmla="*/ 89 w 99"/>
                <ns1:gd name="T3" fmla="*/ 22 h 80"/>
                <ns1:gd name="T4" fmla="*/ 31 w 99"/>
                <ns1:gd name="T5" fmla="*/ 80 h 80"/>
                <ns1:gd name="T6" fmla="*/ 0 w 99"/>
                <ns1:gd name="T7" fmla="*/ 71 h 80"/>
                <ns1:gd name="T8" fmla="*/ 5 w 99"/>
                <ns1:gd name="T9" fmla="*/ 71 h 80"/>
                <ns1:gd name="T10" fmla="*/ 30 w 99"/>
                <ns1:gd name="T11" fmla="*/ 62 h 80"/>
                <ns1:gd name="T12" fmla="*/ 11 w 99"/>
                <ns1:gd name="T13" fmla="*/ 48 h 80"/>
                <ns1:gd name="T14" fmla="*/ 15 w 99"/>
                <ns1:gd name="T15" fmla="*/ 49 h 80"/>
                <ns1:gd name="T16" fmla="*/ 20 w 99"/>
                <ns1:gd name="T17" fmla="*/ 48 h 80"/>
                <ns1:gd name="T18" fmla="*/ 4 w 99"/>
                <ns1:gd name="T19" fmla="*/ 28 h 80"/>
                <ns1:gd name="T20" fmla="*/ 4 w 99"/>
                <ns1:gd name="T21" fmla="*/ 28 h 80"/>
                <ns1:gd name="T22" fmla="*/ 13 w 99"/>
                <ns1:gd name="T23" fmla="*/ 31 h 80"/>
                <ns1:gd name="T24" fmla="*/ 4 w 99"/>
                <ns1:gd name="T25" fmla="*/ 14 h 80"/>
                <ns1:gd name="T26" fmla="*/ 7 w 99"/>
                <ns1:gd name="T27" fmla="*/ 4 h 80"/>
                <ns1:gd name="T28" fmla="*/ 49 w 99"/>
                <ns1:gd name="T29" fmla="*/ 25 h 80"/>
                <ns1:gd name="T30" fmla="*/ 48 w 99"/>
                <ns1:gd name="T31" fmla="*/ 20 h 80"/>
                <ns1:gd name="T32" fmla="*/ 68 w 99"/>
                <ns1:gd name="T33" fmla="*/ 0 h 80"/>
                <ns1:gd name="T34" fmla="*/ 83 w 99"/>
                <ns1:gd name="T35" fmla="*/ 6 h 80"/>
                <ns1:gd name="T36" fmla="*/ 96 w 99"/>
                <ns1:gd name="T37" fmla="*/ 1 h 80"/>
                <ns1:gd name="T38" fmla="*/ 87 w 99"/>
                <ns1:gd name="T39" fmla="*/ 12 h 80"/>
                <ns1:gd name="T40" fmla="*/ 99 w 99"/>
                <ns1:gd name="T41" fmla="*/ 9 h 80"/>
                <ns1:gd name="T42" fmla="*/ 88 w 99"/>
                <ns1:gd name="T43" fmla="*/ 20 h 80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  <ns1:cxn ang="0">
                  <ns1:pos x="T30" y="T31"/>
                </ns1:cxn>
                <ns1:cxn ang="0">
                  <ns1:pos x="T32" y="T33"/>
                </ns1:cxn>
                <ns1:cxn ang="0">
                  <ns1:pos x="T34" y="T35"/>
                </ns1:cxn>
                <ns1:cxn ang="0">
                  <ns1:pos x="T36" y="T37"/>
                </ns1:cxn>
                <ns1:cxn ang="0">
                  <ns1:pos x="T38" y="T39"/>
                </ns1:cxn>
                <ns1:cxn ang="0">
                  <ns1:pos x="T40" y="T41"/>
                </ns1:cxn>
                <ns1:cxn ang="0">
                  <ns1:pos x="T42" y="T43"/>
                </ns1:cxn>
              </ns1:cxnLst>
              <ns1:rect l="0" t="0" r="r" b="b"/>
              <ns1:pathLst>
                <ns1:path w="99" h="80">
                  <ns1:moveTo>
                    <ns1:pt x="88" y="20"/>
                  </ns1:moveTo>
                  <ns1:cubicBezTo>
                    <ns1:pt x="89" y="21"/>
                    <ns1:pt x="89" y="22"/>
                    <ns1:pt x="89" y="22"/>
                  </ns1:cubicBezTo>
                  <ns1:cubicBezTo>
                    <ns1:pt x="89" y="49"/>
                    <ns1:pt x="68" y="80"/>
                    <ns1:pt x="31" y="80"/>
                  </ns1:cubicBezTo>
                  <ns1:cubicBezTo>
                    <ns1:pt x="20" y="80"/>
                    <ns1:pt x="9" y="76"/>
                    <ns1:pt x="0" y="71"/>
                  </ns1:cubicBezTo>
                  <ns1:cubicBezTo>
                    <ns1:pt x="2" y="71"/>
                    <ns1:pt x="3" y="71"/>
                    <ns1:pt x="5" y="71"/>
                  </ns1:cubicBezTo>
                  <ns1:cubicBezTo>
                    <ns1:pt x="14" y="71"/>
                    <ns1:pt x="23" y="68"/>
                    <ns1:pt x="30" y="62"/>
                  </ns1:cubicBezTo>
                  <ns1:cubicBezTo>
                    <ns1:pt x="21" y="62"/>
                    <ns1:pt x="14" y="56"/>
                    <ns1:pt x="11" y="48"/>
                  </ns1:cubicBezTo>
                  <ns1:cubicBezTo>
                    <ns1:pt x="12" y="49"/>
                    <ns1:pt x="14" y="49"/>
                    <ns1:pt x="15" y="49"/>
                  </ns1:cubicBezTo>
                  <ns1:cubicBezTo>
                    <ns1:pt x="17" y="49"/>
                    <ns1:pt x="19" y="48"/>
                    <ns1:pt x="20" y="48"/>
                  </ns1:cubicBezTo>
                  <ns1:cubicBezTo>
                    <ns1:pt x="11" y="46"/>
                    <ns1:pt x="4" y="38"/>
                    <ns1:pt x="4" y="28"/>
                  </ns1:cubicBezTo>
                  <ns1:cubicBezTo>
                    <ns1:pt x="4" y="28"/>
                    <ns1:pt x="4" y="28"/>
                    <ns1:pt x="4" y="28"/>
                  </ns1:cubicBezTo>
                  <ns1:cubicBezTo>
                    <ns1:pt x="7" y="29"/>
                    <ns1:pt x="10" y="30"/>
                    <ns1:pt x="13" y="31"/>
                  </ns1:cubicBezTo>
                  <ns1:cubicBezTo>
                    <ns1:pt x="8" y="27"/>
                    <ns1:pt x="4" y="21"/>
                    <ns1:pt x="4" y="14"/>
                  </ns1:cubicBezTo>
                  <ns1:cubicBezTo>
                    <ns1:pt x="4" y="10"/>
                    <ns1:pt x="5" y="7"/>
                    <ns1:pt x="7" y="4"/>
                  </ns1:cubicBezTo>
                  <ns1:cubicBezTo>
                    <ns1:pt x="17" y="16"/>
                    <ns1:pt x="32" y="24"/>
                    <ns1:pt x="49" y="25"/>
                  </ns1:cubicBezTo>
                  <ns1:cubicBezTo>
                    <ns1:pt x="48" y="23"/>
                    <ns1:pt x="48" y="22"/>
                    <ns1:pt x="48" y="20"/>
                  </ns1:cubicBezTo>
                  <ns1:cubicBezTo>
                    <ns1:pt x="48" y="9"/>
                    <ns1:pt x="57" y="0"/>
                    <ns1:pt x="68" y="0"/>
                  </ns1:cubicBezTo>
                  <ns1:cubicBezTo>
                    <ns1:pt x="74" y="0"/>
                    <ns1:pt x="79" y="2"/>
                    <ns1:pt x="83" y="6"/>
                  </ns1:cubicBezTo>
                  <ns1:cubicBezTo>
                    <ns1:pt x="88" y="5"/>
                    <ns1:pt x="92" y="4"/>
                    <ns1:pt x="96" y="1"/>
                  </ns1:cubicBezTo>
                  <ns1:cubicBezTo>
                    <ns1:pt x="94" y="6"/>
                    <ns1:pt x="91" y="10"/>
                    <ns1:pt x="87" y="12"/>
                  </ns1:cubicBezTo>
                  <ns1:cubicBezTo>
                    <ns1:pt x="91" y="12"/>
                    <ns1:pt x="95" y="11"/>
                    <ns1:pt x="99" y="9"/>
                  </ns1:cubicBezTo>
                  <ns1:cubicBezTo>
                    <ns1:pt x="96" y="13"/>
                    <ns1:pt x="92" y="17"/>
                    <ns1:pt x="88" y="20"/>
                  </ns1:cubicBezTo>
                  <ns1:close/>
                </ns1:path>
              </ns1:pathLst>
            </ns1:custGeom>
            <ns1:solidFill>
              <ns1:schemeClr val="bg1"/>
            </ns1:solidFill>
            <ns1:ln>
              <ns1:noFill/>
            </ns1:ln>
            <ns1:extLst/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en-US" sz="2700"/>
            </ns1:p>
          </ns0:txBody>
        </ns0:sp>
      </ns0:grpSp>
      <ns0:grpSp>
        <ns0:nvGrpSpPr>
          <ns0:cNvPr id="51" name="Group 50">
            <ns1:extLst>
              <ns1:ext uri="{FF2B5EF4-FFF2-40B4-BE49-F238E27FC236}">
                <ns2:creationId id="{9B16918E-A9FA-4C10-8075-AF102552D63B}"/>
              </ns1:ext>
            </ns1:extLst>
          </ns0:cNvPr>
          <ns0:cNvGrpSpPr/>
          <ns0:nvPr/>
        </ns0:nvGrpSpPr>
        <ns0:grpSpPr>
          <ns1:xfrm>
            <ns1:off x="8115564" y="3690914"/>
            <ns1:ext cx="518615" cy="491321"/>
            <ns1:chOff x="777922" y="2649252"/>
            <ns1:chExt cx="518615" cy="491321"/>
          </ns1:xfrm>
        </ns0:grpSpPr>
        <ns0:sp>
          <ns0:nvSpPr>
            <ns0:cNvPr id="52" name="Rectangle 51">
              <ns1:extLst>
                <ns1:ext uri="{FF2B5EF4-FFF2-40B4-BE49-F238E27FC236}">
                  <ns2:creationId id="{7E1D4B69-F0E0-488C-A6B0-825C254E0968}"/>
                </ns1:ext>
              </ns1:extLst>
            </ns0:cNvPr>
            <ns0:cNvSpPr/>
            <ns0:nvPr/>
          </ns0:nvSpPr>
          <ns0:spPr>
            <ns1:xfrm>
              <ns1:off x="777922" y="2649252"/>
              <ns1:ext cx="518615" cy="491321"/>
            </ns1:xfrm>
            <ns1:prstGeom prst="rect">
              <ns1:avLst/>
            </ns1:prstGeom>
            <ns1:solidFill>
              <ns1:srgbClr val="F07D66"/>
            </ns1:solidFill>
            <ns1:ln>
              <ns1:noFill/>
            </ns1:ln>
          </ns0:spPr>
          <ns0:style>
            <ns1:lnRef idx="2">
              <ns1:schemeClr val="accent1">
                <ns1:shade val="50000"/>
              </ns1:schemeClr>
            </ns1:lnRef>
            <ns1:fillRef idx="1">
              <ns1:schemeClr val="accent1"/>
            </ns1:fillRef>
            <ns1:effectRef idx="0">
              <ns1:schemeClr val="accent1"/>
            </ns1:effectRef>
            <ns1:fontRef idx="minor">
              <ns1:schemeClr val="lt1"/>
            </ns1:fontRef>
          </ns0:style>
          <ns0:txBody>
            <ns1:bodyPr rtlCol="0" anchor="ctr"/>
            <ns1:lstStyle/>
            <ns1:p>
              <ns1:pPr algn="ctr"/>
              <ns1:endParaRPr lang="en-US"/>
            </ns1:p>
          </ns0:txBody>
        </ns0:sp>
        <ns0:sp>
          <ns0:nvSpPr>
            <ns0:cNvPr id="53" name="Freeform 173">
              <ns1:extLst>
                <ns1:ext uri="{FF2B5EF4-FFF2-40B4-BE49-F238E27FC236}">
                  <ns2:creationId id="{36A9BEB1-4422-4CC8-9AEB-2DFB9B392386}"/>
                </ns1:ext>
              </ns1:extLst>
            </ns0:cNvPr>
            <ns0:cNvSpPr>
              <ns1:spLocks noEditPoints="1"/>
            </ns0:cNvSpPr>
            <ns0:nvPr/>
          </ns0:nvSpPr>
          <ns0:spPr bwMode="auto">
            <ns1:xfrm>
              <ns1:off x="940960" y="2803308"/>
              <ns1:ext cx="192539" cy="183209"/>
            </ns1:xfrm>
            <ns1:custGeom>
              <ns1:avLst/>
              <ns1:gdLst>
                <ns1:gd name="T0" fmla="*/ 12 w 96"/>
                <ns1:gd name="T1" fmla="*/ 21 h 91"/>
                <ns1:gd name="T2" fmla="*/ 12 w 96"/>
                <ns1:gd name="T3" fmla="*/ 21 h 91"/>
                <ns1:gd name="T4" fmla="*/ 0 w 96"/>
                <ns1:gd name="T5" fmla="*/ 11 h 91"/>
                <ns1:gd name="T6" fmla="*/ 12 w 96"/>
                <ns1:gd name="T7" fmla="*/ 0 h 91"/>
                <ns1:gd name="T8" fmla="*/ 23 w 96"/>
                <ns1:gd name="T9" fmla="*/ 11 h 91"/>
                <ns1:gd name="T10" fmla="*/ 12 w 96"/>
                <ns1:gd name="T11" fmla="*/ 21 h 91"/>
                <ns1:gd name="T12" fmla="*/ 22 w 96"/>
                <ns1:gd name="T13" fmla="*/ 91 h 91"/>
                <ns1:gd name="T14" fmla="*/ 2 w 96"/>
                <ns1:gd name="T15" fmla="*/ 91 h 91"/>
                <ns1:gd name="T16" fmla="*/ 2 w 96"/>
                <ns1:gd name="T17" fmla="*/ 30 h 91"/>
                <ns1:gd name="T18" fmla="*/ 22 w 96"/>
                <ns1:gd name="T19" fmla="*/ 30 h 91"/>
                <ns1:gd name="T20" fmla="*/ 22 w 96"/>
                <ns1:gd name="T21" fmla="*/ 91 h 91"/>
                <ns1:gd name="T22" fmla="*/ 96 w 96"/>
                <ns1:gd name="T23" fmla="*/ 91 h 91"/>
                <ns1:gd name="T24" fmla="*/ 76 w 96"/>
                <ns1:gd name="T25" fmla="*/ 91 h 91"/>
                <ns1:gd name="T26" fmla="*/ 76 w 96"/>
                <ns1:gd name="T27" fmla="*/ 58 h 91"/>
                <ns1:gd name="T28" fmla="*/ 65 w 96"/>
                <ns1:gd name="T29" fmla="*/ 44 h 91"/>
                <ns1:gd name="T30" fmla="*/ 55 w 96"/>
                <ns1:gd name="T31" fmla="*/ 52 h 91"/>
                <ns1:gd name="T32" fmla="*/ 54 w 96"/>
                <ns1:gd name="T33" fmla="*/ 57 h 91"/>
                <ns1:gd name="T34" fmla="*/ 54 w 96"/>
                <ns1:gd name="T35" fmla="*/ 91 h 91"/>
                <ns1:gd name="T36" fmla="*/ 34 w 96"/>
                <ns1:gd name="T37" fmla="*/ 91 h 91"/>
                <ns1:gd name="T38" fmla="*/ 34 w 96"/>
                <ns1:gd name="T39" fmla="*/ 30 h 91"/>
                <ns1:gd name="T40" fmla="*/ 54 w 96"/>
                <ns1:gd name="T41" fmla="*/ 30 h 91"/>
                <ns1:gd name="T42" fmla="*/ 54 w 96"/>
                <ns1:gd name="T43" fmla="*/ 39 h 91"/>
                <ns1:gd name="T44" fmla="*/ 54 w 96"/>
                <ns1:gd name="T45" fmla="*/ 39 h 91"/>
                <ns1:gd name="T46" fmla="*/ 73 w 96"/>
                <ns1:gd name="T47" fmla="*/ 28 h 91"/>
                <ns1:gd name="T48" fmla="*/ 96 w 96"/>
                <ns1:gd name="T49" fmla="*/ 56 h 91"/>
                <ns1:gd name="T50" fmla="*/ 96 w 96"/>
                <ns1:gd name="T51" fmla="*/ 91 h 91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  <ns1:cxn ang="0">
                  <ns1:pos x="T30" y="T31"/>
                </ns1:cxn>
                <ns1:cxn ang="0">
                  <ns1:pos x="T32" y="T33"/>
                </ns1:cxn>
                <ns1:cxn ang="0">
                  <ns1:pos x="T34" y="T35"/>
                </ns1:cxn>
                <ns1:cxn ang="0">
                  <ns1:pos x="T36" y="T37"/>
                </ns1:cxn>
                <ns1:cxn ang="0">
                  <ns1:pos x="T38" y="T39"/>
                </ns1:cxn>
                <ns1:cxn ang="0">
                  <ns1:pos x="T40" y="T41"/>
                </ns1:cxn>
                <ns1:cxn ang="0">
                  <ns1:pos x="T42" y="T43"/>
                </ns1:cxn>
                <ns1:cxn ang="0">
                  <ns1:pos x="T44" y="T45"/>
                </ns1:cxn>
                <ns1:cxn ang="0">
                  <ns1:pos x="T46" y="T47"/>
                </ns1:cxn>
                <ns1:cxn ang="0">
                  <ns1:pos x="T48" y="T49"/>
                </ns1:cxn>
                <ns1:cxn ang="0">
                  <ns1:pos x="T50" y="T51"/>
                </ns1:cxn>
              </ns1:cxnLst>
              <ns1:rect l="0" t="0" r="r" b="b"/>
              <ns1:pathLst>
                <ns1:path w="96" h="91">
                  <ns1:moveTo>
                    <ns1:pt x="12" y="21"/>
                  </ns1:moveTo>
                  <ns1:cubicBezTo>
                    <ns1:pt x="12" y="21"/>
                    <ns1:pt x="12" y="21"/>
                    <ns1:pt x="12" y="21"/>
                  </ns1:cubicBezTo>
                  <ns1:cubicBezTo>
                    <ns1:pt x="5" y="21"/>
                    <ns1:pt x="0" y="16"/>
                    <ns1:pt x="0" y="11"/>
                  </ns1:cubicBezTo>
                  <ns1:cubicBezTo>
                    <ns1:pt x="0" y="4"/>
                    <ns1:pt x="5" y="0"/>
                    <ns1:pt x="12" y="0"/>
                  </ns1:cubicBezTo>
                  <ns1:cubicBezTo>
                    <ns1:pt x="19" y="0"/>
                    <ns1:pt x="23" y="4"/>
                    <ns1:pt x="23" y="11"/>
                  </ns1:cubicBezTo>
                  <ns1:cubicBezTo>
                    <ns1:pt x="24" y="16"/>
                    <ns1:pt x="19" y="21"/>
                    <ns1:pt x="12" y="21"/>
                  </ns1:cubicBezTo>
                  <ns1:close/>
                  <ns1:moveTo>
                    <ns1:pt x="22" y="91"/>
                  </ns1:moveTo>
                  <ns1:cubicBezTo>
                    <ns1:pt x="2" y="91"/>
                    <ns1:pt x="2" y="91"/>
                    <ns1:pt x="2" y="91"/>
                  </ns1:cubicBezTo>
                  <ns1:cubicBezTo>
                    <ns1:pt x="2" y="30"/>
                    <ns1:pt x="2" y="30"/>
                    <ns1:pt x="2" y="30"/>
                  </ns1:cubicBezTo>
                  <ns1:cubicBezTo>
                    <ns1:pt x="22" y="30"/>
                    <ns1:pt x="22" y="30"/>
                    <ns1:pt x="22" y="30"/>
                  </ns1:cubicBezTo>
                  <ns1:lnTo>
                    <ns1:pt x="22" y="91"/>
                  </ns1:lnTo>
                  <ns1:close/>
                  <ns1:moveTo>
                    <ns1:pt x="96" y="91"/>
                  </ns1:moveTo>
                  <ns1:cubicBezTo>
                    <ns1:pt x="76" y="91"/>
                    <ns1:pt x="76" y="91"/>
                    <ns1:pt x="76" y="91"/>
                  </ns1:cubicBezTo>
                  <ns1:cubicBezTo>
                    <ns1:pt x="76" y="58"/>
                    <ns1:pt x="76" y="58"/>
                    <ns1:pt x="76" y="58"/>
                  </ns1:cubicBezTo>
                  <ns1:cubicBezTo>
                    <ns1:pt x="76" y="50"/>
                    <ns1:pt x="73" y="44"/>
                    <ns1:pt x="65" y="44"/>
                  </ns1:cubicBezTo>
                  <ns1:cubicBezTo>
                    <ns1:pt x="60" y="44"/>
                    <ns1:pt x="56" y="48"/>
                    <ns1:pt x="55" y="52"/>
                  </ns1:cubicBezTo>
                  <ns1:cubicBezTo>
                    <ns1:pt x="54" y="53"/>
                    <ns1:pt x="54" y="55"/>
                    <ns1:pt x="54" y="57"/>
                  </ns1:cubicBezTo>
                  <ns1:cubicBezTo>
                    <ns1:pt x="54" y="91"/>
                    <ns1:pt x="54" y="91"/>
                    <ns1:pt x="54" y="91"/>
                  </ns1:cubicBezTo>
                  <ns1:cubicBezTo>
                    <ns1:pt x="34" y="91"/>
                    <ns1:pt x="34" y="91"/>
                    <ns1:pt x="34" y="91"/>
                  </ns1:cubicBezTo>
                  <ns1:cubicBezTo>
                    <ns1:pt x="34" y="35"/>
                    <ns1:pt x="34" y="30"/>
                    <ns1:pt x="34" y="30"/>
                  </ns1:cubicBezTo>
                  <ns1:cubicBezTo>
                    <ns1:pt x="54" y="30"/>
                    <ns1:pt x="54" y="30"/>
                    <ns1:pt x="54" y="30"/>
                  </ns1:cubicBezTo>
                  <ns1:cubicBezTo>
                    <ns1:pt x="54" y="39"/>
                    <ns1:pt x="54" y="39"/>
                    <ns1:pt x="54" y="39"/>
                  </ns1:cubicBezTo>
                  <ns1:cubicBezTo>
                    <ns1:pt x="54" y="39"/>
                    <ns1:pt x="54" y="39"/>
                    <ns1:pt x="54" y="39"/>
                  </ns1:cubicBezTo>
                  <ns1:cubicBezTo>
                    <ns1:pt x="57" y="34"/>
                    <ns1:pt x="61" y="28"/>
                    <ns1:pt x="73" y="28"/>
                  </ns1:cubicBezTo>
                  <ns1:cubicBezTo>
                    <ns1:pt x="86" y="28"/>
                    <ns1:pt x="96" y="37"/>
                    <ns1:pt x="96" y="56"/>
                  </ns1:cubicBezTo>
                  <ns1:lnTo>
                    <ns1:pt x="96" y="91"/>
                  </ns1:lnTo>
                  <ns1:close/>
                </ns1:path>
              </ns1:pathLst>
            </ns1:custGeom>
            <ns1:solidFill>
              <ns1:schemeClr val="bg1"/>
            </ns1:solidFill>
            <ns1:ln>
              <ns1:noFill/>
            </ns1:ln>
            <ns1:extLst/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en-US" sz="2700"/>
            </ns1:p>
          </ns0:txBody>
        </ns0:sp>
      </ns0:grpSp>
      <ns0:sp>
        <ns0:nvSpPr>
          <ns0:cNvPr id="59" name="TextBox 58">
            <ns1:extLst>
              <ns1:ext uri="{FF2B5EF4-FFF2-40B4-BE49-F238E27FC236}">
                <ns2:creationId id="{C49F7222-E4C4-490E-AFC0-01C6C72BD9D7}"/>
              </ns1:ext>
            </ns1:extLst>
          </ns0:cNvPr>
          <ns0:cNvSpPr txBox="1"/>
          <ns0:nvPr/>
        </ns0:nvSpPr>
        <ns0:spPr>
          <ns1:xfrm>
            <ns1:off x="8374873" y="5363905"/>
            <ns1:ext cx="2874016" cy="307777"/>
          </ns1:xfrm>
          <ns1:prstGeom prst="rect">
            <ns1:avLst/>
          </ns1:prstGeom>
          <ns1:noFill/>
        </ns0:spPr>
        <ns0:txBody>
          <ns1:bodyPr wrap="square" rtlCol="0">
            <ns1:spAutoFit/>
          </ns1:bodyPr>
          <ns1:lstStyle/>
          <ns1:p>
            <ns1:pPr algn="ctr"/>
            <ns1:r>
              <ns1:rPr lang="en-US" sz="1400" b="1">
                <ns1:solidFill>
                  <ns1:schemeClr val="tx1">
                    <ns1:lumMod val="75000"/>
                    <ns1:lumOff val="25000"/>
                  </ns1:schemeClr>
                </ns1:solidFill>
                <ns1:latin typeface="Lato" panose="020F0502020204030203" pitchFamily="34" charset="0"/>
                <ns1:ea typeface="Lato" panose="020F0502020204030203" pitchFamily="34" charset="0"/>
                <ns1:cs typeface="Lato" panose="020F0502020204030203" pitchFamily="34" charset="0"/>
              </ns1:rPr>
              <ns1:t>{SlideSupportingContent3}</ns1:t>
            </ns1:r>
          </ns1:p>
        </ns0:txBody>
      </ns0:sp>
      <ns0:sp>
        <ns0:nvSpPr>
          <ns0:cNvPr id="60" name="TextBox 59">
            <ns1:extLst>
              <ns1:ext uri="{FF2B5EF4-FFF2-40B4-BE49-F238E27FC236}">
                <ns2:creationId id="{5A957229-7576-4F06-B523-9972165AB4B5}"/>
              </ns1:ext>
            </ns1:extLst>
          </ns0:cNvPr>
          <ns0:cNvSpPr txBox="1"/>
          <ns0:nvPr/>
        </ns0:nvSpPr>
        <ns0:spPr>
          <ns1:xfrm>
            <ns1:off x="8374873" y="5671683"/>
            <ns1:ext cx="2874016" cy="276999"/>
          </ns1:xfrm>
          <ns1:prstGeom prst="rect">
            <ns1:avLst/>
          </ns1:prstGeom>
          <ns1:noFill/>
        </ns0:spPr>
        <ns0:txBody>
          <ns1:bodyPr wrap="square" rtlCol="0">
            <ns1:spAutoFit/>
          </ns1:bodyPr>
          <ns1:lstStyle/>
          <ns1:p>
            <ns1:pPr algn="ctr"/>
            <ns1:r>
              <ns1:rPr lang="en-US" sz="1200">
                <ns1:solidFill>
                  <ns1:schemeClr val="bg1">
                    <ns1:lumMod val="50000"/>
                  </ns1:schemeClr>
                </ns1:solidFill>
                <ns1:latin typeface="Lato" panose="020F0502020204030203" pitchFamily="34" charset="0"/>
                <ns1:ea typeface="Lato" panose="020F0502020204030203" pitchFamily="34" charset="0"/>
                <ns1:cs typeface="Lato" panose="020F0502020204030203" pitchFamily="34" charset="0"/>
              </ns1:rPr>
              <ns1:t>{SlideSupportingContent4}</ns1:t>
            </ns1:r>
          </ns1:p>
        </ns0:txBody>
      </ns0:sp>
      <ns0:sp>
        <ns0:nvSpPr>
          <ns0:cNvPr id="6" name="TextBox 5">
            <ns1:extLst>
              <ns1:ext uri="{FF2B5EF4-FFF2-40B4-BE49-F238E27FC236}">
                <ns2:creationId id="{96D3C768-CA6B-4F95-AABF-DE45672DC49C}"/>
              </ns1:ext>
            </ns1:extLst>
          </ns0:cNvPr>
          <ns0:cNvSpPr txBox="1"/>
          <ns0:nvPr/>
        </ns0:nvSpPr>
        <ns0:spPr>
          <ns1:xfrm>
            <ns1:off x="4581996" y="486435"/>
            <ns1:ext cx="3028008" cy="523220"/>
          </ns1:xfrm>
          <ns1:prstGeom prst="rect">
            <ns1:avLst/>
          </ns1:prstGeom>
          <ns1:noFill/>
        </ns0:spPr>
        <ns0:txBody>
          <ns1:bodyPr wrap="none" rtlCol="0">
            <ns1:spAutoFit/>
          </ns1:bodyPr>
          <ns1:lstStyle/>
          <ns1:p>
            <ns1:pPr algn="ctr"/>
            <ns1:r>
              <ns1:rPr lang="en-US" sz="2800">
                <ns1:latin typeface="Playfair Display" panose="00000500000000000000" pitchFamily="50" charset="0"/>
              </ns1:rPr>
              <ns1:t>{SlideSectionLabel}</ns1:t>
            </ns1:r>
          </ns1:p>
        </ns0:txBody>
      </ns0:sp>
    </ns0:spTree>
    <ns0:extLst>
      <ns0:ext uri="{BB962C8B-B14F-4D97-AF65-F5344CB8AC3E}">
        <ns3:creationId val="3043927273"/>
      </ns0:ext>
    </ns0:extLst>
  </ns0:cSld>
  <ns0:clrMapOvr>
    <ns1:masterClrMapping/>
  </ns0:clrMapOvr>
</ns0:sld>
</file>

<file path=ppt/slides/slide9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microsoft.com/office/powerpoint/2010/main">
  <ns0:cSld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3" name="Picture Placeholder 2">
            <ns1:extLst>
              <ns1:ext uri="{FF2B5EF4-FFF2-40B4-BE49-F238E27FC236}">
                <ns2:creationId id="{1743F8C7-7B73-4AAE-8197-B2748F36267A}"/>
              </ns1:ext>
            </ns1:extLst>
          </ns0:cNvPr>
          <ns0:cNvSpPr>
            <ns1:spLocks noGrp="1"/>
          </ns0:cNvSpPr>
          <ns0:nvPr>
            <ns0:ph type="pic" sz="quarter" idx="13"/>
          </ns0:nvPr>
        </ns0:nvSpPr>
        <ns0:spPr/>
      </ns0:sp>
      <ns0:sp>
        <ns0:nvSpPr>
          <ns0:cNvPr id="5" name="Picture Placeholder 4">
            <ns1:extLst>
              <ns1:ext uri="{FF2B5EF4-FFF2-40B4-BE49-F238E27FC236}">
                <ns2:creationId id="{89633B51-1869-458B-9EF3-6086E6CD8904}"/>
              </ns1:ext>
            </ns1:extLst>
          </ns0:cNvPr>
          <ns0:cNvSpPr>
            <ns1:spLocks noGrp="1"/>
          </ns0:cNvSpPr>
          <ns0:nvPr>
            <ns0:ph type="pic" sz="quarter" idx="11"/>
          </ns0:nvPr>
        </ns0:nvSpPr>
        <ns0:spPr/>
      </ns0:sp>
      <ns0:sp>
        <ns0:nvSpPr>
          <ns0:cNvPr id="13" name="Picture Placeholder 12">
            <ns1:extLst>
              <ns1:ext uri="{FF2B5EF4-FFF2-40B4-BE49-F238E27FC236}">
                <ns2:creationId id="{8E637EEE-0EB2-4076-A9A1-D02886C12A3E}"/>
              </ns1:ext>
            </ns1:extLst>
          </ns0:cNvPr>
          <ns0:cNvSpPr>
            <ns1:spLocks noGrp="1"/>
          </ns0:cNvSpPr>
          <ns0:nvPr>
            <ns0:ph type="pic" sz="quarter" idx="12"/>
          </ns0:nvPr>
        </ns0:nvSpPr>
        <ns0:spPr/>
      </ns0:sp>
      <ns0:sp>
        <ns0:nvSpPr>
          <ns0:cNvPr id="11" name="Slide Number Placeholder 10">
            <ns1:extLst>
              <ns1:ext uri="{FF2B5EF4-FFF2-40B4-BE49-F238E27FC236}">
                <ns2:creationId id="{8D8D94B0-C236-4F27-8E31-C3A0C5A1C08C}"/>
              </ns1:ext>
            </ns1:extLst>
          </ns0:cNvPr>
          <ns0:cNvSpPr>
            <ns1:spLocks noGrp="1"/>
          </ns0:cNvSpPr>
          <ns0:nvPr>
            <ns0:ph type="sldNum" sz="quarter" idx="4"/>
          </ns0:nvPr>
        </ns0:nvSpPr>
        <ns0:spPr/>
        <ns0:txBody>
          <ns1:bodyPr/>
          <ns1:lstStyle/>
          <ns1:p>
            <ns1:fld id="{BC64674B-0CCF-4531-A68C-815F17BC8CC8}" type="slidenum">
              <ns1:rPr lang="en-US" smtClean="0"/>
              <ns1:pPr/>
              <ns1:t>{SlideStatistic}</ns1:t>
            </ns1:fld>
            <ns1:endParaRPr lang="en-US"/>
          </ns1:p>
        </ns0:txBody>
      </ns0:sp>
      <ns0:sp>
        <ns0:nvSpPr>
          <ns0:cNvPr id="7" name="TextBox 6">
            <ns1:extLst>
              <ns1:ext uri="{FF2B5EF4-FFF2-40B4-BE49-F238E27FC236}">
                <ns2:creationId id="{FFA3B97B-3EE8-4A1C-B551-2DD2D043CE6C}"/>
              </ns1:ext>
            </ns1:extLst>
          </ns0:cNvPr>
          <ns0:cNvSpPr txBox="1"/>
          <ns0:nvPr/>
        </ns0:nvSpPr>
        <ns0:spPr>
          <ns1:xfrm>
            <ns1:off x="4824182" y="5387091"/>
            <ns1:ext cx="2874016" cy="307777"/>
          </ns1:xfrm>
          <ns1:prstGeom prst="rect">
            <ns1:avLst/>
          </ns1:prstGeom>
          <ns1:noFill/>
        </ns0:spPr>
        <ns0:txBody>
          <ns1:bodyPr wrap="square" rtlCol="0">
            <ns1:spAutoFit/>
          </ns1:bodyPr>
          <ns1:lstStyle/>
          <ns1:p>
            <ns1:pPr algn="ctr"/>
            <ns1:r>
              <ns1:rPr lang="en-US" sz="1400" b="1">
                <ns1:solidFill>
                  <ns1:schemeClr val="tx1">
                    <ns1:lumMod val="75000"/>
                    <ns1:lumOff val="25000"/>
                  </ns1:schemeClr>
                </ns1:solidFill>
                <ns1:latin typeface="Lato" panose="020F0502020204030203" pitchFamily="34" charset="0"/>
                <ns1:ea typeface="Lato" panose="020F0502020204030203" pitchFamily="34" charset="0"/>
                <ns1:cs typeface="Lato" panose="020F0502020204030203" pitchFamily="34" charset="0"/>
              </ns1:rPr>
              <ns1:t>{SlideSupportingContent}</ns1:t>
            </ns1:r>
          </ns1:p>
        </ns0:txBody>
      </ns0:sp>
      <ns0:sp>
        <ns0:nvSpPr>
          <ns0:cNvPr id="8" name="TextBox 7">
            <ns1:extLst>
              <ns1:ext uri="{FF2B5EF4-FFF2-40B4-BE49-F238E27FC236}">
                <ns2:creationId id="{2444F5BD-3599-435A-ACC8-FA723608A9A6}"/>
              </ns1:ext>
            </ns1:extLst>
          </ns0:cNvPr>
          <ns0:cNvSpPr txBox="1"/>
          <ns0:nvPr/>
        </ns0:nvSpPr>
        <ns0:spPr>
          <ns1:xfrm>
            <ns1:off x="4824182" y="5694869"/>
            <ns1:ext cx="2874016" cy="276999"/>
          </ns1:xfrm>
          <ns1:prstGeom prst="rect">
            <ns1:avLst/>
          </ns1:prstGeom>
          <ns1:noFill/>
        </ns0:spPr>
        <ns0:txBody>
          <ns1:bodyPr wrap="square" rtlCol="0">
            <ns1:spAutoFit/>
          </ns1:bodyPr>
          <ns1:lstStyle/>
          <ns1:p>
            <ns1:pPr algn="ctr"/>
            <ns1:r>
              <ns1:rPr lang="en-US" sz="1200">
                <ns1:solidFill>
                  <ns1:schemeClr val="bg1">
                    <ns1:lumMod val="50000"/>
                  </ns1:schemeClr>
                </ns1:solidFill>
                <ns1:latin typeface="Lato" panose="020F0502020204030203" pitchFamily="34" charset="0"/>
                <ns1:ea typeface="Lato" panose="020F0502020204030203" pitchFamily="34" charset="0"/>
                <ns1:cs typeface="Lato" panose="020F0502020204030203" pitchFamily="34" charset="0"/>
              </ns1:rPr>
              <ns1:t>{SlideCallout}</ns1:t>
            </ns1:r>
          </ns1:p>
        </ns0:txBody>
      </ns0:sp>
      <ns0:sp>
        <ns0:nvSpPr>
          <ns0:cNvPr id="9" name="TextBox 8">
            <ns1:extLst>
              <ns1:ext uri="{FF2B5EF4-FFF2-40B4-BE49-F238E27FC236}">
                <ns2:creationId id="{EC72E3FA-C3EB-4F38-AD56-32259CBE8CA3}"/>
              </ns1:ext>
            </ns1:extLst>
          </ns0:cNvPr>
          <ns0:cNvSpPr txBox="1"/>
          <ns0:nvPr/>
        </ns0:nvSpPr>
        <ns0:spPr>
          <ns1:xfrm>
            <ns1:off x="1273489" y="3987422"/>
            <ns1:ext cx="2874016" cy="307777"/>
          </ns1:xfrm>
          <ns1:prstGeom prst="rect">
            <ns1:avLst/>
          </ns1:prstGeom>
          <ns1:noFill/>
        </ns0:spPr>
        <ns0:txBody>
          <ns1:bodyPr wrap="square" rtlCol="0">
            <ns1:spAutoFit/>
          </ns1:bodyPr>
          <ns1:lstStyle/>
          <ns1:p>
            <ns1:pPr algn="ctr"/>
            <ns1:r>
              <ns1:rPr lang="en-US" sz="1400" b="1">
                <ns1:solidFill>
                  <ns1:schemeClr val="tx1">
                    <ns1:lumMod val="75000"/>
                    <ns1:lumOff val="25000"/>
                  </ns1:schemeClr>
                </ns1:solidFill>
                <ns1:latin typeface="Lato" panose="020F0502020204030203" pitchFamily="34" charset="0"/>
                <ns1:ea typeface="Lato" panose="020F0502020204030203" pitchFamily="34" charset="0"/>
                <ns1:cs typeface="Lato" panose="020F0502020204030203" pitchFamily="34" charset="0"/>
              </ns1:rPr>
              <ns1:t>{SlideCaption}</ns1:t>
            </ns1:r>
          </ns1:p>
        </ns0:txBody>
      </ns0:sp>
      <ns0:sp>
        <ns0:nvSpPr>
          <ns0:cNvPr id="10" name="TextBox 9">
            <ns1:extLst>
              <ns1:ext uri="{FF2B5EF4-FFF2-40B4-BE49-F238E27FC236}">
                <ns2:creationId id="{C958E823-99C8-4BA1-89A4-B90330E7C5D7}"/>
              </ns1:ext>
            </ns1:extLst>
          </ns0:cNvPr>
          <ns0:cNvSpPr txBox="1"/>
          <ns0:nvPr/>
        </ns0:nvSpPr>
        <ns0:spPr>
          <ns1:xfrm>
            <ns1:off x="1273489" y="4295200"/>
            <ns1:ext cx="2874016" cy="276999"/>
          </ns1:xfrm>
          <ns1:prstGeom prst="rect">
            <ns1:avLst/>
          </ns1:prstGeom>
          <ns1:noFill/>
        </ns0:spPr>
        <ns0:txBody>
          <ns1:bodyPr wrap="square" rtlCol="0">
            <ns1:spAutoFit/>
          </ns1:bodyPr>
          <ns1:lstStyle/>
          <ns1:p>
            <ns1:pPr algn="ctr"/>
            <ns1:r>
              <ns1:rPr lang="en-US" sz="1200">
                <ns1:solidFill>
                  <ns1:schemeClr val="bg1">
                    <ns1:lumMod val="50000"/>
                  </ns1:schemeClr>
                </ns1:solidFill>
                <ns1:latin typeface="Lato" panose="020F0502020204030203" pitchFamily="34" charset="0"/>
                <ns1:ea typeface="Lato" panose="020F0502020204030203" pitchFamily="34" charset="0"/>
                <ns1:cs typeface="Lato" panose="020F0502020204030203" pitchFamily="34" charset="0"/>
              </ns1:rPr>
              <ns1:t>{SlideSupportingContent2}</ns1:t>
            </ns1:r>
          </ns1:p>
        </ns0:txBody>
      </ns0:sp>
      <ns0:grpSp>
        <ns0:nvGrpSpPr>
          <ns0:cNvPr id="27" name="Group 26">
            <ns1:extLst>
              <ns1:ext uri="{FF2B5EF4-FFF2-40B4-BE49-F238E27FC236}">
                <ns2:creationId id="{8CEBFB66-86CA-40D1-9F82-58E51346DF50}"/>
              </ns1:ext>
            </ns1:extLst>
          </ns0:cNvPr>
          <ns0:cNvGrpSpPr/>
          <ns0:nvPr/>
        </ns0:nvGrpSpPr>
        <ns0:grpSpPr>
          <ns1:xfrm>
            <ns1:off x="943111" y="1638271"/>
            <ns1:ext cx="518615" cy="491321"/>
            <ns1:chOff x="777922" y="2030203"/>
            <ns1:chExt cx="518615" cy="491321"/>
          </ns1:xfrm>
        </ns0:grpSpPr>
        <ns0:sp>
          <ns0:nvSpPr>
            <ns0:cNvPr id="15" name="Rectangle 14">
              <ns1:extLst>
                <ns1:ext uri="{FF2B5EF4-FFF2-40B4-BE49-F238E27FC236}">
                  <ns2:creationId id="{F2ECCDC5-CEE7-4372-966C-03DCD3734F27}"/>
                </ns1:ext>
              </ns1:extLst>
            </ns0:cNvPr>
            <ns0:cNvSpPr/>
            <ns0:nvPr/>
          </ns0:nvSpPr>
          <ns0:spPr>
            <ns1:xfrm>
              <ns1:off x="777922" y="2030203"/>
              <ns1:ext cx="518615" cy="491321"/>
            </ns1:xfrm>
            <ns1:prstGeom prst="rect">
              <ns1:avLst/>
            </ns1:prstGeom>
            <ns1:solidFill>
              <ns1:srgbClr val="F07D66"/>
            </ns1:solidFill>
            <ns1:ln>
              <ns1:noFill/>
            </ns1:ln>
          </ns0:spPr>
          <ns0:style>
            <ns1:lnRef idx="2">
              <ns1:schemeClr val="accent1">
                <ns1:shade val="50000"/>
              </ns1:schemeClr>
            </ns1:lnRef>
            <ns1:fillRef idx="1">
              <ns1:schemeClr val="accent1"/>
            </ns1:fillRef>
            <ns1:effectRef idx="0">
              <ns1:schemeClr val="accent1"/>
            </ns1:effectRef>
            <ns1:fontRef idx="minor">
              <ns1:schemeClr val="lt1"/>
            </ns1:fontRef>
          </ns0:style>
          <ns0:txBody>
            <ns1:bodyPr rtlCol="0" anchor="ctr"/>
            <ns1:lstStyle/>
            <ns1:p>
              <ns1:pPr algn="ctr"/>
              <ns1:endParaRPr lang="en-US"/>
            </ns1:p>
          </ns0:txBody>
        </ns0:sp>
        <ns0:sp>
          <ns0:nvSpPr>
            <ns0:cNvPr id="19" name="Freeform 143">
              <ns1:extLst>
                <ns1:ext uri="{FF2B5EF4-FFF2-40B4-BE49-F238E27FC236}">
                  <ns2:creationId id="{665DD946-BC7C-4599-95F3-F4D72E311357}"/>
                </ns1:ext>
              </ns1:extLst>
            </ns0:cNvPr>
            <ns0:cNvSpPr>
              <ns1:spLocks/>
            </ns0:cNvSpPr>
            <ns0:nvPr/>
          </ns0:nvSpPr>
          <ns0:spPr bwMode="auto">
            <ns1:xfrm>
              <ns1:off x="963147" y="2152924"/>
              <ns1:ext cx="148165" cy="245879"/>
            </ns1:xfrm>
            <ns1:custGeom>
              <ns1:avLst/>
              <ns1:gdLst>
                <ns1:gd name="T0" fmla="*/ 54 w 54"/>
                <ns1:gd name="T1" fmla="*/ 17 h 104"/>
                <ns1:gd name="T2" fmla="*/ 44 w 54"/>
                <ns1:gd name="T3" fmla="*/ 17 h 104"/>
                <ns1:gd name="T4" fmla="*/ 35 w 54"/>
                <ns1:gd name="T5" fmla="*/ 26 h 104"/>
                <ns1:gd name="T6" fmla="*/ 35 w 54"/>
                <ns1:gd name="T7" fmla="*/ 38 h 104"/>
                <ns1:gd name="T8" fmla="*/ 53 w 54"/>
                <ns1:gd name="T9" fmla="*/ 38 h 104"/>
                <ns1:gd name="T10" fmla="*/ 51 w 54"/>
                <ns1:gd name="T11" fmla="*/ 56 h 104"/>
                <ns1:gd name="T12" fmla="*/ 35 w 54"/>
                <ns1:gd name="T13" fmla="*/ 56 h 104"/>
                <ns1:gd name="T14" fmla="*/ 35 w 54"/>
                <ns1:gd name="T15" fmla="*/ 104 h 104"/>
                <ns1:gd name="T16" fmla="*/ 16 w 54"/>
                <ns1:gd name="T17" fmla="*/ 104 h 104"/>
                <ns1:gd name="T18" fmla="*/ 16 w 54"/>
                <ns1:gd name="T19" fmla="*/ 56 h 104"/>
                <ns1:gd name="T20" fmla="*/ 0 w 54"/>
                <ns1:gd name="T21" fmla="*/ 56 h 104"/>
                <ns1:gd name="T22" fmla="*/ 0 w 54"/>
                <ns1:gd name="T23" fmla="*/ 38 h 104"/>
                <ns1:gd name="T24" fmla="*/ 16 w 54"/>
                <ns1:gd name="T25" fmla="*/ 38 h 104"/>
                <ns1:gd name="T26" fmla="*/ 16 w 54"/>
                <ns1:gd name="T27" fmla="*/ 24 h 104"/>
                <ns1:gd name="T28" fmla="*/ 40 w 54"/>
                <ns1:gd name="T29" fmla="*/ 0 h 104"/>
                <ns1:gd name="T30" fmla="*/ 54 w 54"/>
                <ns1:gd name="T31" fmla="*/ 1 h 104"/>
                <ns1:gd name="T32" fmla="*/ 54 w 54"/>
                <ns1:gd name="T33" fmla="*/ 17 h 104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  <ns1:cxn ang="0">
                  <ns1:pos x="T30" y="T31"/>
                </ns1:cxn>
                <ns1:cxn ang="0">
                  <ns1:pos x="T32" y="T33"/>
                </ns1:cxn>
              </ns1:cxnLst>
              <ns1:rect l="0" t="0" r="r" b="b"/>
              <ns1:pathLst>
                <ns1:path w="54" h="104">
                  <ns1:moveTo>
                    <ns1:pt x="54" y="17"/>
                  </ns1:moveTo>
                  <ns1:cubicBezTo>
                    <ns1:pt x="44" y="17"/>
                    <ns1:pt x="44" y="17"/>
                    <ns1:pt x="44" y="17"/>
                  </ns1:cubicBezTo>
                  <ns1:cubicBezTo>
                    <ns1:pt x="36" y="17"/>
                    <ns1:pt x="35" y="21"/>
                    <ns1:pt x="35" y="26"/>
                  </ns1:cubicBezTo>
                  <ns1:cubicBezTo>
                    <ns1:pt x="35" y="38"/>
                    <ns1:pt x="35" y="38"/>
                    <ns1:pt x="35" y="38"/>
                  </ns1:cubicBezTo>
                  <ns1:cubicBezTo>
                    <ns1:pt x="53" y="38"/>
                    <ns1:pt x="53" y="38"/>
                    <ns1:pt x="53" y="38"/>
                  </ns1:cubicBezTo>
                  <ns1:cubicBezTo>
                    <ns1:pt x="51" y="56"/>
                    <ns1:pt x="51" y="56"/>
                    <ns1:pt x="51" y="56"/>
                  </ns1:cubicBezTo>
                  <ns1:cubicBezTo>
                    <ns1:pt x="35" y="56"/>
                    <ns1:pt x="35" y="56"/>
                    <ns1:pt x="35" y="56"/>
                  </ns1:cubicBezTo>
                  <ns1:cubicBezTo>
                    <ns1:pt x="35" y="104"/>
                    <ns1:pt x="35" y="104"/>
                    <ns1:pt x="35" y="104"/>
                  </ns1:cubicBezTo>
                  <ns1:cubicBezTo>
                    <ns1:pt x="16" y="104"/>
                    <ns1:pt x="16" y="104"/>
                    <ns1:pt x="16" y="104"/>
                  </ns1:cubicBezTo>
                  <ns1:cubicBezTo>
                    <ns1:pt x="16" y="56"/>
                    <ns1:pt x="16" y="56"/>
                    <ns1:pt x="16" y="56"/>
                  </ns1:cubicBezTo>
                  <ns1:cubicBezTo>
                    <ns1:pt x="0" y="56"/>
                    <ns1:pt x="0" y="56"/>
                    <ns1:pt x="0" y="56"/>
                  </ns1:cubicBezTo>
                  <ns1:cubicBezTo>
                    <ns1:pt x="0" y="38"/>
                    <ns1:pt x="0" y="38"/>
                    <ns1:pt x="0" y="38"/>
                  </ns1:cubicBezTo>
                  <ns1:cubicBezTo>
                    <ns1:pt x="16" y="38"/>
                    <ns1:pt x="16" y="38"/>
                    <ns1:pt x="16" y="38"/>
                  </ns1:cubicBezTo>
                  <ns1:cubicBezTo>
                    <ns1:pt x="16" y="24"/>
                    <ns1:pt x="16" y="24"/>
                    <ns1:pt x="16" y="24"/>
                  </ns1:cubicBezTo>
                  <ns1:cubicBezTo>
                    <ns1:pt x="16" y="8"/>
                    <ns1:pt x="26" y="0"/>
                    <ns1:pt x="40" y="0"/>
                  </ns1:cubicBezTo>
                  <ns1:cubicBezTo>
                    <ns1:pt x="46" y="0"/>
                    <ns1:pt x="52" y="0"/>
                    <ns1:pt x="54" y="1"/>
                  </ns1:cubicBezTo>
                  <ns1:lnTo>
                    <ns1:pt x="54" y="17"/>
                  </ns1:lnTo>
                  <ns1:close/>
                </ns1:path>
              </ns1:pathLst>
            </ns1:custGeom>
            <ns1:solidFill>
              <ns1:schemeClr val="bg1"/>
            </ns1:solidFill>
            <ns1:ln>
              <ns1:noFill/>
            </ns1:ln>
            <ns1:extLst/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en-US" sz="2700"/>
            </ns1:p>
          </ns0:txBody>
        </ns0:sp>
      </ns0:grpSp>
      <ns0:grpSp>
        <ns0:nvGrpSpPr>
          <ns0:cNvPr id="26" name="Group 25">
            <ns1:extLst>
              <ns1:ext uri="{FF2B5EF4-FFF2-40B4-BE49-F238E27FC236}">
                <ns2:creationId id="{E5A85AC4-9665-44E5-A4A9-0ABBE8391C86}"/>
              </ns1:ext>
            </ns1:extLst>
          </ns0:cNvPr>
          <ns0:cNvGrpSpPr/>
          <ns0:nvPr/>
        </ns0:nvGrpSpPr>
        <ns0:grpSpPr>
          <ns1:xfrm>
            <ns1:off x="943111" y="1027434"/>
            <ns1:ext cx="518615" cy="491321"/>
            <ns1:chOff x="777922" y="1419366"/>
            <ns1:chExt cx="518615" cy="491321"/>
          </ns1:xfrm>
        </ns0:grpSpPr>
        <ns0:sp>
          <ns0:nvSpPr>
            <ns0:cNvPr id="14" name="Rectangle 13">
              <ns1:extLst>
                <ns1:ext uri="{FF2B5EF4-FFF2-40B4-BE49-F238E27FC236}">
                  <ns2:creationId id="{1BF419DA-86F5-44BC-B270-9F8E0BB3CA80}"/>
                </ns1:ext>
              </ns1:extLst>
            </ns0:cNvPr>
            <ns0:cNvSpPr/>
            <ns0:nvPr/>
          </ns0:nvSpPr>
          <ns0:spPr>
            <ns1:xfrm>
              <ns1:off x="777922" y="1419366"/>
              <ns1:ext cx="518615" cy="491321"/>
            </ns1:xfrm>
            <ns1:prstGeom prst="rect">
              <ns1:avLst/>
            </ns1:prstGeom>
            <ns1:solidFill>
              <ns1:srgbClr val="F07D66"/>
            </ns1:solidFill>
            <ns1:ln>
              <ns1:noFill/>
            </ns1:ln>
          </ns0:spPr>
          <ns0:style>
            <ns1:lnRef idx="2">
              <ns1:schemeClr val="accent1">
                <ns1:shade val="50000"/>
              </ns1:schemeClr>
            </ns1:lnRef>
            <ns1:fillRef idx="1">
              <ns1:schemeClr val="accent1"/>
            </ns1:fillRef>
            <ns1:effectRef idx="0">
              <ns1:schemeClr val="accent1"/>
            </ns1:effectRef>
            <ns1:fontRef idx="minor">
              <ns1:schemeClr val="lt1"/>
            </ns1:fontRef>
          </ns0:style>
          <ns0:txBody>
            <ns1:bodyPr rtlCol="0" anchor="ctr"/>
            <ns1:lstStyle/>
            <ns1:p>
              <ns1:pPr algn="ctr"/>
              <ns1:endParaRPr lang="en-US"/>
            </ns1:p>
          </ns0:txBody>
        </ns0:sp>
        <ns0:sp>
          <ns0:nvSpPr>
            <ns0:cNvPr id="20" name="Freeform 142">
              <ns1:extLst>
                <ns1:ext uri="{FF2B5EF4-FFF2-40B4-BE49-F238E27FC236}">
                  <ns2:creationId id="{67818011-A42F-4C5F-BAFA-B77E553DA9C2}"/>
                </ns1:ext>
              </ns1:extLst>
            </ns0:cNvPr>
            <ns0:cNvSpPr>
              <ns1:spLocks/>
            </ns0:cNvSpPr>
            <ns0:nvPr/>
          </ns0:nvSpPr>
          <ns0:spPr bwMode="auto">
            <ns1:xfrm>
              <ns1:off x="917443" y="1568687"/>
              <ns1:ext cx="239573" cy="192678"/>
            </ns1:xfrm>
            <ns1:custGeom>
              <ns1:avLst/>
              <ns1:gdLst>
                <ns1:gd name="T0" fmla="*/ 88 w 99"/>
                <ns1:gd name="T1" fmla="*/ 20 h 80"/>
                <ns1:gd name="T2" fmla="*/ 89 w 99"/>
                <ns1:gd name="T3" fmla="*/ 22 h 80"/>
                <ns1:gd name="T4" fmla="*/ 31 w 99"/>
                <ns1:gd name="T5" fmla="*/ 80 h 80"/>
                <ns1:gd name="T6" fmla="*/ 0 w 99"/>
                <ns1:gd name="T7" fmla="*/ 71 h 80"/>
                <ns1:gd name="T8" fmla="*/ 5 w 99"/>
                <ns1:gd name="T9" fmla="*/ 71 h 80"/>
                <ns1:gd name="T10" fmla="*/ 30 w 99"/>
                <ns1:gd name="T11" fmla="*/ 62 h 80"/>
                <ns1:gd name="T12" fmla="*/ 11 w 99"/>
                <ns1:gd name="T13" fmla="*/ 48 h 80"/>
                <ns1:gd name="T14" fmla="*/ 15 w 99"/>
                <ns1:gd name="T15" fmla="*/ 49 h 80"/>
                <ns1:gd name="T16" fmla="*/ 20 w 99"/>
                <ns1:gd name="T17" fmla="*/ 48 h 80"/>
                <ns1:gd name="T18" fmla="*/ 4 w 99"/>
                <ns1:gd name="T19" fmla="*/ 28 h 80"/>
                <ns1:gd name="T20" fmla="*/ 4 w 99"/>
                <ns1:gd name="T21" fmla="*/ 28 h 80"/>
                <ns1:gd name="T22" fmla="*/ 13 w 99"/>
                <ns1:gd name="T23" fmla="*/ 31 h 80"/>
                <ns1:gd name="T24" fmla="*/ 4 w 99"/>
                <ns1:gd name="T25" fmla="*/ 14 h 80"/>
                <ns1:gd name="T26" fmla="*/ 7 w 99"/>
                <ns1:gd name="T27" fmla="*/ 4 h 80"/>
                <ns1:gd name="T28" fmla="*/ 49 w 99"/>
                <ns1:gd name="T29" fmla="*/ 25 h 80"/>
                <ns1:gd name="T30" fmla="*/ 48 w 99"/>
                <ns1:gd name="T31" fmla="*/ 20 h 80"/>
                <ns1:gd name="T32" fmla="*/ 68 w 99"/>
                <ns1:gd name="T33" fmla="*/ 0 h 80"/>
                <ns1:gd name="T34" fmla="*/ 83 w 99"/>
                <ns1:gd name="T35" fmla="*/ 6 h 80"/>
                <ns1:gd name="T36" fmla="*/ 96 w 99"/>
                <ns1:gd name="T37" fmla="*/ 1 h 80"/>
                <ns1:gd name="T38" fmla="*/ 87 w 99"/>
                <ns1:gd name="T39" fmla="*/ 12 h 80"/>
                <ns1:gd name="T40" fmla="*/ 99 w 99"/>
                <ns1:gd name="T41" fmla="*/ 9 h 80"/>
                <ns1:gd name="T42" fmla="*/ 88 w 99"/>
                <ns1:gd name="T43" fmla="*/ 20 h 80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  <ns1:cxn ang="0">
                  <ns1:pos x="T30" y="T31"/>
                </ns1:cxn>
                <ns1:cxn ang="0">
                  <ns1:pos x="T32" y="T33"/>
                </ns1:cxn>
                <ns1:cxn ang="0">
                  <ns1:pos x="T34" y="T35"/>
                </ns1:cxn>
                <ns1:cxn ang="0">
                  <ns1:pos x="T36" y="T37"/>
                </ns1:cxn>
                <ns1:cxn ang="0">
                  <ns1:pos x="T38" y="T39"/>
                </ns1:cxn>
                <ns1:cxn ang="0">
                  <ns1:pos x="T40" y="T41"/>
                </ns1:cxn>
                <ns1:cxn ang="0">
                  <ns1:pos x="T42" y="T43"/>
                </ns1:cxn>
              </ns1:cxnLst>
              <ns1:rect l="0" t="0" r="r" b="b"/>
              <ns1:pathLst>
                <ns1:path w="99" h="80">
                  <ns1:moveTo>
                    <ns1:pt x="88" y="20"/>
                  </ns1:moveTo>
                  <ns1:cubicBezTo>
                    <ns1:pt x="89" y="21"/>
                    <ns1:pt x="89" y="22"/>
                    <ns1:pt x="89" y="22"/>
                  </ns1:cubicBezTo>
                  <ns1:cubicBezTo>
                    <ns1:pt x="89" y="49"/>
                    <ns1:pt x="68" y="80"/>
                    <ns1:pt x="31" y="80"/>
                  </ns1:cubicBezTo>
                  <ns1:cubicBezTo>
                    <ns1:pt x="20" y="80"/>
                    <ns1:pt x="9" y="76"/>
                    <ns1:pt x="0" y="71"/>
                  </ns1:cubicBezTo>
                  <ns1:cubicBezTo>
                    <ns1:pt x="2" y="71"/>
                    <ns1:pt x="3" y="71"/>
                    <ns1:pt x="5" y="71"/>
                  </ns1:cubicBezTo>
                  <ns1:cubicBezTo>
                    <ns1:pt x="14" y="71"/>
                    <ns1:pt x="23" y="68"/>
                    <ns1:pt x="30" y="62"/>
                  </ns1:cubicBezTo>
                  <ns1:cubicBezTo>
                    <ns1:pt x="21" y="62"/>
                    <ns1:pt x="14" y="56"/>
                    <ns1:pt x="11" y="48"/>
                  </ns1:cubicBezTo>
                  <ns1:cubicBezTo>
                    <ns1:pt x="12" y="49"/>
                    <ns1:pt x="14" y="49"/>
                    <ns1:pt x="15" y="49"/>
                  </ns1:cubicBezTo>
                  <ns1:cubicBezTo>
                    <ns1:pt x="17" y="49"/>
                    <ns1:pt x="19" y="48"/>
                    <ns1:pt x="20" y="48"/>
                  </ns1:cubicBezTo>
                  <ns1:cubicBezTo>
                    <ns1:pt x="11" y="46"/>
                    <ns1:pt x="4" y="38"/>
                    <ns1:pt x="4" y="28"/>
                  </ns1:cubicBezTo>
                  <ns1:cubicBezTo>
                    <ns1:pt x="4" y="28"/>
                    <ns1:pt x="4" y="28"/>
                    <ns1:pt x="4" y="28"/>
                  </ns1:cubicBezTo>
                  <ns1:cubicBezTo>
                    <ns1:pt x="7" y="29"/>
                    <ns1:pt x="10" y="30"/>
                    <ns1:pt x="13" y="31"/>
                  </ns1:cubicBezTo>
                  <ns1:cubicBezTo>
                    <ns1:pt x="8" y="27"/>
                    <ns1:pt x="4" y="21"/>
                    <ns1:pt x="4" y="14"/>
                  </ns1:cubicBezTo>
                  <ns1:cubicBezTo>
                    <ns1:pt x="4" y="10"/>
                    <ns1:pt x="5" y="7"/>
                    <ns1:pt x="7" y="4"/>
                  </ns1:cubicBezTo>
                  <ns1:cubicBezTo>
                    <ns1:pt x="17" y="16"/>
                    <ns1:pt x="32" y="24"/>
                    <ns1:pt x="49" y="25"/>
                  </ns1:cubicBezTo>
                  <ns1:cubicBezTo>
                    <ns1:pt x="48" y="23"/>
                    <ns1:pt x="48" y="22"/>
                    <ns1:pt x="48" y="20"/>
                  </ns1:cubicBezTo>
                  <ns1:cubicBezTo>
                    <ns1:pt x="48" y="9"/>
                    <ns1:pt x="57" y="0"/>
                    <ns1:pt x="68" y="0"/>
                  </ns1:cubicBezTo>
                  <ns1:cubicBezTo>
                    <ns1:pt x="74" y="0"/>
                    <ns1:pt x="79" y="2"/>
                    <ns1:pt x="83" y="6"/>
                  </ns1:cubicBezTo>
                  <ns1:cubicBezTo>
                    <ns1:pt x="88" y="5"/>
                    <ns1:pt x="92" y="4"/>
                    <ns1:pt x="96" y="1"/>
                  </ns1:cubicBezTo>
                  <ns1:cubicBezTo>
                    <ns1:pt x="94" y="6"/>
                    <ns1:pt x="91" y="10"/>
                    <ns1:pt x="87" y="12"/>
                  </ns1:cubicBezTo>
                  <ns1:cubicBezTo>
                    <ns1:pt x="91" y="12"/>
                    <ns1:pt x="95" y="11"/>
                    <ns1:pt x="99" y="9"/>
                  </ns1:cubicBezTo>
                  <ns1:cubicBezTo>
                    <ns1:pt x="96" y="13"/>
                    <ns1:pt x="92" y="17"/>
                    <ns1:pt x="88" y="20"/>
                  </ns1:cubicBezTo>
                  <ns1:close/>
                </ns1:path>
              </ns1:pathLst>
            </ns1:custGeom>
            <ns1:solidFill>
              <ns1:schemeClr val="bg1"/>
            </ns1:solidFill>
            <ns1:ln>
              <ns1:noFill/>
            </ns1:ln>
            <ns1:extLst/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en-US" sz="2700"/>
            </ns1:p>
          </ns0:txBody>
        </ns0:sp>
      </ns0:grpSp>
      <ns0:grpSp>
        <ns0:nvGrpSpPr>
          <ns0:cNvPr id="25" name="Group 24">
            <ns1:extLst>
              <ns1:ext uri="{FF2B5EF4-FFF2-40B4-BE49-F238E27FC236}">
                <ns2:creationId id="{45165790-17C0-4773-B44E-69024F3C819E}"/>
              </ns1:ext>
            </ns1:extLst>
          </ns0:cNvPr>
          <ns0:cNvGrpSpPr/>
          <ns0:nvPr/>
        </ns0:nvGrpSpPr>
        <ns0:grpSpPr>
          <ns1:xfrm>
            <ns1:off x="943111" y="2257320"/>
            <ns1:ext cx="518615" cy="491321"/>
            <ns1:chOff x="777922" y="2649252"/>
            <ns1:chExt cx="518615" cy="491321"/>
          </ns1:xfrm>
        </ns0:grpSpPr>
        <ns0:sp>
          <ns0:nvSpPr>
            <ns0:cNvPr id="16" name="Rectangle 15">
              <ns1:extLst>
                <ns1:ext uri="{FF2B5EF4-FFF2-40B4-BE49-F238E27FC236}">
                  <ns2:creationId id="{B78C4F3E-8B09-45D8-B6F8-1C9533A69BC9}"/>
                </ns1:ext>
              </ns1:extLst>
            </ns0:cNvPr>
            <ns0:cNvSpPr/>
            <ns0:nvPr/>
          </ns0:nvSpPr>
          <ns0:spPr>
            <ns1:xfrm>
              <ns1:off x="777922" y="2649252"/>
              <ns1:ext cx="518615" cy="491321"/>
            </ns1:xfrm>
            <ns1:prstGeom prst="rect">
              <ns1:avLst/>
            </ns1:prstGeom>
            <ns1:solidFill>
              <ns1:srgbClr val="F07D66"/>
            </ns1:solidFill>
            <ns1:ln>
              <ns1:noFill/>
            </ns1:ln>
          </ns0:spPr>
          <ns0:style>
            <ns1:lnRef idx="2">
              <ns1:schemeClr val="accent1">
                <ns1:shade val="50000"/>
              </ns1:schemeClr>
            </ns1:lnRef>
            <ns1:fillRef idx="1">
              <ns1:schemeClr val="accent1"/>
            </ns1:fillRef>
            <ns1:effectRef idx="0">
              <ns1:schemeClr val="accent1"/>
            </ns1:effectRef>
            <ns1:fontRef idx="minor">
              <ns1:schemeClr val="lt1"/>
            </ns1:fontRef>
          </ns0:style>
          <ns0:txBody>
            <ns1:bodyPr rtlCol="0" anchor="ctr"/>
            <ns1:lstStyle/>
            <ns1:p>
              <ns1:pPr algn="ctr"/>
              <ns1:endParaRPr lang="en-US"/>
            </ns1:p>
          </ns0:txBody>
        </ns0:sp>
        <ns0:sp>
          <ns0:nvSpPr>
            <ns0:cNvPr id="24" name="Freeform 173">
              <ns1:extLst>
                <ns1:ext uri="{FF2B5EF4-FFF2-40B4-BE49-F238E27FC236}">
                  <ns2:creationId id="{1B2E76FB-3822-4E5F-B537-CC6BF131D5A6}"/>
                </ns1:ext>
              </ns1:extLst>
            </ns0:cNvPr>
            <ns0:cNvSpPr>
              <ns1:spLocks noEditPoints="1"/>
            </ns0:cNvSpPr>
            <ns0:nvPr/>
          </ns0:nvSpPr>
          <ns0:spPr bwMode="auto">
            <ns1:xfrm>
              <ns1:off x="940960" y="2803308"/>
              <ns1:ext cx="192539" cy="183209"/>
            </ns1:xfrm>
            <ns1:custGeom>
              <ns1:avLst/>
              <ns1:gdLst>
                <ns1:gd name="T0" fmla="*/ 12 w 96"/>
                <ns1:gd name="T1" fmla="*/ 21 h 91"/>
                <ns1:gd name="T2" fmla="*/ 12 w 96"/>
                <ns1:gd name="T3" fmla="*/ 21 h 91"/>
                <ns1:gd name="T4" fmla="*/ 0 w 96"/>
                <ns1:gd name="T5" fmla="*/ 11 h 91"/>
                <ns1:gd name="T6" fmla="*/ 12 w 96"/>
                <ns1:gd name="T7" fmla="*/ 0 h 91"/>
                <ns1:gd name="T8" fmla="*/ 23 w 96"/>
                <ns1:gd name="T9" fmla="*/ 11 h 91"/>
                <ns1:gd name="T10" fmla="*/ 12 w 96"/>
                <ns1:gd name="T11" fmla="*/ 21 h 91"/>
                <ns1:gd name="T12" fmla="*/ 22 w 96"/>
                <ns1:gd name="T13" fmla="*/ 91 h 91"/>
                <ns1:gd name="T14" fmla="*/ 2 w 96"/>
                <ns1:gd name="T15" fmla="*/ 91 h 91"/>
                <ns1:gd name="T16" fmla="*/ 2 w 96"/>
                <ns1:gd name="T17" fmla="*/ 30 h 91"/>
                <ns1:gd name="T18" fmla="*/ 22 w 96"/>
                <ns1:gd name="T19" fmla="*/ 30 h 91"/>
                <ns1:gd name="T20" fmla="*/ 22 w 96"/>
                <ns1:gd name="T21" fmla="*/ 91 h 91"/>
                <ns1:gd name="T22" fmla="*/ 96 w 96"/>
                <ns1:gd name="T23" fmla="*/ 91 h 91"/>
                <ns1:gd name="T24" fmla="*/ 76 w 96"/>
                <ns1:gd name="T25" fmla="*/ 91 h 91"/>
                <ns1:gd name="T26" fmla="*/ 76 w 96"/>
                <ns1:gd name="T27" fmla="*/ 58 h 91"/>
                <ns1:gd name="T28" fmla="*/ 65 w 96"/>
                <ns1:gd name="T29" fmla="*/ 44 h 91"/>
                <ns1:gd name="T30" fmla="*/ 55 w 96"/>
                <ns1:gd name="T31" fmla="*/ 52 h 91"/>
                <ns1:gd name="T32" fmla="*/ 54 w 96"/>
                <ns1:gd name="T33" fmla="*/ 57 h 91"/>
                <ns1:gd name="T34" fmla="*/ 54 w 96"/>
                <ns1:gd name="T35" fmla="*/ 91 h 91"/>
                <ns1:gd name="T36" fmla="*/ 34 w 96"/>
                <ns1:gd name="T37" fmla="*/ 91 h 91"/>
                <ns1:gd name="T38" fmla="*/ 34 w 96"/>
                <ns1:gd name="T39" fmla="*/ 30 h 91"/>
                <ns1:gd name="T40" fmla="*/ 54 w 96"/>
                <ns1:gd name="T41" fmla="*/ 30 h 91"/>
                <ns1:gd name="T42" fmla="*/ 54 w 96"/>
                <ns1:gd name="T43" fmla="*/ 39 h 91"/>
                <ns1:gd name="T44" fmla="*/ 54 w 96"/>
                <ns1:gd name="T45" fmla="*/ 39 h 91"/>
                <ns1:gd name="T46" fmla="*/ 73 w 96"/>
                <ns1:gd name="T47" fmla="*/ 28 h 91"/>
                <ns1:gd name="T48" fmla="*/ 96 w 96"/>
                <ns1:gd name="T49" fmla="*/ 56 h 91"/>
                <ns1:gd name="T50" fmla="*/ 96 w 96"/>
                <ns1:gd name="T51" fmla="*/ 91 h 91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  <ns1:cxn ang="0">
                  <ns1:pos x="T30" y="T31"/>
                </ns1:cxn>
                <ns1:cxn ang="0">
                  <ns1:pos x="T32" y="T33"/>
                </ns1:cxn>
                <ns1:cxn ang="0">
                  <ns1:pos x="T34" y="T35"/>
                </ns1:cxn>
                <ns1:cxn ang="0">
                  <ns1:pos x="T36" y="T37"/>
                </ns1:cxn>
                <ns1:cxn ang="0">
                  <ns1:pos x="T38" y="T39"/>
                </ns1:cxn>
                <ns1:cxn ang="0">
                  <ns1:pos x="T40" y="T41"/>
                </ns1:cxn>
                <ns1:cxn ang="0">
                  <ns1:pos x="T42" y="T43"/>
                </ns1:cxn>
                <ns1:cxn ang="0">
                  <ns1:pos x="T44" y="T45"/>
                </ns1:cxn>
                <ns1:cxn ang="0">
                  <ns1:pos x="T46" y="T47"/>
                </ns1:cxn>
                <ns1:cxn ang="0">
                  <ns1:pos x="T48" y="T49"/>
                </ns1:cxn>
                <ns1:cxn ang="0">
                  <ns1:pos x="T50" y="T51"/>
                </ns1:cxn>
              </ns1:cxnLst>
              <ns1:rect l="0" t="0" r="r" b="b"/>
              <ns1:pathLst>
                <ns1:path w="96" h="91">
                  <ns1:moveTo>
                    <ns1:pt x="12" y="21"/>
                  </ns1:moveTo>
                  <ns1:cubicBezTo>
                    <ns1:pt x="12" y="21"/>
                    <ns1:pt x="12" y="21"/>
                    <ns1:pt x="12" y="21"/>
                  </ns1:cubicBezTo>
                  <ns1:cubicBezTo>
                    <ns1:pt x="5" y="21"/>
                    <ns1:pt x="0" y="16"/>
                    <ns1:pt x="0" y="11"/>
                  </ns1:cubicBezTo>
                  <ns1:cubicBezTo>
                    <ns1:pt x="0" y="4"/>
                    <ns1:pt x="5" y="0"/>
                    <ns1:pt x="12" y="0"/>
                  </ns1:cubicBezTo>
                  <ns1:cubicBezTo>
                    <ns1:pt x="19" y="0"/>
                    <ns1:pt x="23" y="4"/>
                    <ns1:pt x="23" y="11"/>
                  </ns1:cubicBezTo>
                  <ns1:cubicBezTo>
                    <ns1:pt x="24" y="16"/>
                    <ns1:pt x="19" y="21"/>
                    <ns1:pt x="12" y="21"/>
                  </ns1:cubicBezTo>
                  <ns1:close/>
                  <ns1:moveTo>
                    <ns1:pt x="22" y="91"/>
                  </ns1:moveTo>
                  <ns1:cubicBezTo>
                    <ns1:pt x="2" y="91"/>
                    <ns1:pt x="2" y="91"/>
                    <ns1:pt x="2" y="91"/>
                  </ns1:cubicBezTo>
                  <ns1:cubicBezTo>
                    <ns1:pt x="2" y="30"/>
                    <ns1:pt x="2" y="30"/>
                    <ns1:pt x="2" y="30"/>
                  </ns1:cubicBezTo>
                  <ns1:cubicBezTo>
                    <ns1:pt x="22" y="30"/>
                    <ns1:pt x="22" y="30"/>
                    <ns1:pt x="22" y="30"/>
                  </ns1:cubicBezTo>
                  <ns1:lnTo>
                    <ns1:pt x="22" y="91"/>
                  </ns1:lnTo>
                  <ns1:close/>
                  <ns1:moveTo>
                    <ns1:pt x="96" y="91"/>
                  </ns1:moveTo>
                  <ns1:cubicBezTo>
                    <ns1:pt x="76" y="91"/>
                    <ns1:pt x="76" y="91"/>
                    <ns1:pt x="76" y="91"/>
                  </ns1:cubicBezTo>
                  <ns1:cubicBezTo>
                    <ns1:pt x="76" y="58"/>
                    <ns1:pt x="76" y="58"/>
                    <ns1:pt x="76" y="58"/>
                  </ns1:cubicBezTo>
                  <ns1:cubicBezTo>
                    <ns1:pt x="76" y="50"/>
                    <ns1:pt x="73" y="44"/>
                    <ns1:pt x="65" y="44"/>
                  </ns1:cubicBezTo>
                  <ns1:cubicBezTo>
                    <ns1:pt x="60" y="44"/>
                    <ns1:pt x="56" y="48"/>
                    <ns1:pt x="55" y="52"/>
                  </ns1:cubicBezTo>
                  <ns1:cubicBezTo>
                    <ns1:pt x="54" y="53"/>
                    <ns1:pt x="54" y="55"/>
                    <ns1:pt x="54" y="57"/>
                  </ns1:cubicBezTo>
                  <ns1:cubicBezTo>
                    <ns1:pt x="54" y="91"/>
                    <ns1:pt x="54" y="91"/>
                    <ns1:pt x="54" y="91"/>
                  </ns1:cubicBezTo>
                  <ns1:cubicBezTo>
                    <ns1:pt x="34" y="91"/>
                    <ns1:pt x="34" y="91"/>
                    <ns1:pt x="34" y="91"/>
                  </ns1:cubicBezTo>
                  <ns1:cubicBezTo>
                    <ns1:pt x="34" y="35"/>
                    <ns1:pt x="34" y="30"/>
                    <ns1:pt x="34" y="30"/>
                  </ns1:cubicBezTo>
                  <ns1:cubicBezTo>
                    <ns1:pt x="54" y="30"/>
                    <ns1:pt x="54" y="30"/>
                    <ns1:pt x="54" y="30"/>
                  </ns1:cubicBezTo>
                  <ns1:cubicBezTo>
                    <ns1:pt x="54" y="39"/>
                    <ns1:pt x="54" y="39"/>
                    <ns1:pt x="54" y="39"/>
                  </ns1:cubicBezTo>
                  <ns1:cubicBezTo>
                    <ns1:pt x="54" y="39"/>
                    <ns1:pt x="54" y="39"/>
                    <ns1:pt x="54" y="39"/>
                  </ns1:cubicBezTo>
                  <ns1:cubicBezTo>
                    <ns1:pt x="57" y="34"/>
                    <ns1:pt x="61" y="28"/>
                    <ns1:pt x="73" y="28"/>
                  </ns1:cubicBezTo>
                  <ns1:cubicBezTo>
                    <ns1:pt x="86" y="28"/>
                    <ns1:pt x="96" y="37"/>
                    <ns1:pt x="96" y="56"/>
                  </ns1:cubicBezTo>
                  <ns1:lnTo>
                    <ns1:pt x="96" y="91"/>
                  </ns1:lnTo>
                  <ns1:close/>
                </ns1:path>
              </ns1:pathLst>
            </ns1:custGeom>
            <ns1:solidFill>
              <ns1:schemeClr val="bg1"/>
            </ns1:solidFill>
            <ns1:ln>
              <ns1:noFill/>
            </ns1:ln>
            <ns1:extLst/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en-US" sz="2700"/>
            </ns1:p>
          </ns0:txBody>
        </ns0:sp>
      </ns0:grpSp>
      <ns0:grpSp>
        <ns0:nvGrpSpPr>
          <ns0:cNvPr id="39" name="Group 38">
            <ns1:extLst>
              <ns1:ext uri="{FF2B5EF4-FFF2-40B4-BE49-F238E27FC236}">
                <ns2:creationId id="{4C5BC288-DC0E-4204-86F6-375E254D13AE}"/>
              </ns1:ext>
            </ns1:extLst>
          </ns0:cNvPr>
          <ns0:cNvGrpSpPr/>
          <ns0:nvPr/>
        </ns0:nvGrpSpPr>
        <ns0:grpSpPr>
          <ns1:xfrm>
            <ns1:off x="4564872" y="3083682"/>
            <ns1:ext cx="518615" cy="491321"/>
            <ns1:chOff x="777922" y="2030203"/>
            <ns1:chExt cx="518615" cy="491321"/>
          </ns1:xfrm>
        </ns0:grpSpPr>
        <ns0:sp>
          <ns0:nvSpPr>
            <ns0:cNvPr id="46" name="Rectangle 45">
              <ns1:extLst>
                <ns1:ext uri="{FF2B5EF4-FFF2-40B4-BE49-F238E27FC236}">
                  <ns2:creationId id="{73740B59-BA00-4200-9EA8-8F8B247D01CB}"/>
                </ns1:ext>
              </ns1:extLst>
            </ns0:cNvPr>
            <ns0:cNvSpPr/>
            <ns0:nvPr/>
          </ns0:nvSpPr>
          <ns0:spPr>
            <ns1:xfrm>
              <ns1:off x="777922" y="2030203"/>
              <ns1:ext cx="518615" cy="491321"/>
            </ns1:xfrm>
            <ns1:prstGeom prst="rect">
              <ns1:avLst/>
            </ns1:prstGeom>
            <ns1:solidFill>
              <ns1:srgbClr val="F07D66"/>
            </ns1:solidFill>
            <ns1:ln>
              <ns1:noFill/>
            </ns1:ln>
          </ns0:spPr>
          <ns0:style>
            <ns1:lnRef idx="2">
              <ns1:schemeClr val="accent1">
                <ns1:shade val="50000"/>
              </ns1:schemeClr>
            </ns1:lnRef>
            <ns1:fillRef idx="1">
              <ns1:schemeClr val="accent1"/>
            </ns1:fillRef>
            <ns1:effectRef idx="0">
              <ns1:schemeClr val="accent1"/>
            </ns1:effectRef>
            <ns1:fontRef idx="minor">
              <ns1:schemeClr val="lt1"/>
            </ns1:fontRef>
          </ns0:style>
          <ns0:txBody>
            <ns1:bodyPr rtlCol="0" anchor="ctr"/>
            <ns1:lstStyle/>
            <ns1:p>
              <ns1:pPr algn="ctr"/>
              <ns1:endParaRPr lang="en-US"/>
            </ns1:p>
          </ns0:txBody>
        </ns0:sp>
        <ns0:sp>
          <ns0:nvSpPr>
            <ns0:cNvPr id="47" name="Freeform 143">
              <ns1:extLst>
                <ns1:ext uri="{FF2B5EF4-FFF2-40B4-BE49-F238E27FC236}">
                  <ns2:creationId id="{CE01C825-57BE-4DD9-B2F8-466B174283D2}"/>
                </ns1:ext>
              </ns1:extLst>
            </ns0:cNvPr>
            <ns0:cNvSpPr>
              <ns1:spLocks/>
            </ns0:cNvSpPr>
            <ns0:nvPr/>
          </ns0:nvSpPr>
          <ns0:spPr bwMode="auto">
            <ns1:xfrm>
              <ns1:off x="963147" y="2152924"/>
              <ns1:ext cx="148165" cy="245879"/>
            </ns1:xfrm>
            <ns1:custGeom>
              <ns1:avLst/>
              <ns1:gdLst>
                <ns1:gd name="T0" fmla="*/ 54 w 54"/>
                <ns1:gd name="T1" fmla="*/ 17 h 104"/>
                <ns1:gd name="T2" fmla="*/ 44 w 54"/>
                <ns1:gd name="T3" fmla="*/ 17 h 104"/>
                <ns1:gd name="T4" fmla="*/ 35 w 54"/>
                <ns1:gd name="T5" fmla="*/ 26 h 104"/>
                <ns1:gd name="T6" fmla="*/ 35 w 54"/>
                <ns1:gd name="T7" fmla="*/ 38 h 104"/>
                <ns1:gd name="T8" fmla="*/ 53 w 54"/>
                <ns1:gd name="T9" fmla="*/ 38 h 104"/>
                <ns1:gd name="T10" fmla="*/ 51 w 54"/>
                <ns1:gd name="T11" fmla="*/ 56 h 104"/>
                <ns1:gd name="T12" fmla="*/ 35 w 54"/>
                <ns1:gd name="T13" fmla="*/ 56 h 104"/>
                <ns1:gd name="T14" fmla="*/ 35 w 54"/>
                <ns1:gd name="T15" fmla="*/ 104 h 104"/>
                <ns1:gd name="T16" fmla="*/ 16 w 54"/>
                <ns1:gd name="T17" fmla="*/ 104 h 104"/>
                <ns1:gd name="T18" fmla="*/ 16 w 54"/>
                <ns1:gd name="T19" fmla="*/ 56 h 104"/>
                <ns1:gd name="T20" fmla="*/ 0 w 54"/>
                <ns1:gd name="T21" fmla="*/ 56 h 104"/>
                <ns1:gd name="T22" fmla="*/ 0 w 54"/>
                <ns1:gd name="T23" fmla="*/ 38 h 104"/>
                <ns1:gd name="T24" fmla="*/ 16 w 54"/>
                <ns1:gd name="T25" fmla="*/ 38 h 104"/>
                <ns1:gd name="T26" fmla="*/ 16 w 54"/>
                <ns1:gd name="T27" fmla="*/ 24 h 104"/>
                <ns1:gd name="T28" fmla="*/ 40 w 54"/>
                <ns1:gd name="T29" fmla="*/ 0 h 104"/>
                <ns1:gd name="T30" fmla="*/ 54 w 54"/>
                <ns1:gd name="T31" fmla="*/ 1 h 104"/>
                <ns1:gd name="T32" fmla="*/ 54 w 54"/>
                <ns1:gd name="T33" fmla="*/ 17 h 104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  <ns1:cxn ang="0">
                  <ns1:pos x="T30" y="T31"/>
                </ns1:cxn>
                <ns1:cxn ang="0">
                  <ns1:pos x="T32" y="T33"/>
                </ns1:cxn>
              </ns1:cxnLst>
              <ns1:rect l="0" t="0" r="r" b="b"/>
              <ns1:pathLst>
                <ns1:path w="54" h="104">
                  <ns1:moveTo>
                    <ns1:pt x="54" y="17"/>
                  </ns1:moveTo>
                  <ns1:cubicBezTo>
                    <ns1:pt x="44" y="17"/>
                    <ns1:pt x="44" y="17"/>
                    <ns1:pt x="44" y="17"/>
                  </ns1:cubicBezTo>
                  <ns1:cubicBezTo>
                    <ns1:pt x="36" y="17"/>
                    <ns1:pt x="35" y="21"/>
                    <ns1:pt x="35" y="26"/>
                  </ns1:cubicBezTo>
                  <ns1:cubicBezTo>
                    <ns1:pt x="35" y="38"/>
                    <ns1:pt x="35" y="38"/>
                    <ns1:pt x="35" y="38"/>
                  </ns1:cubicBezTo>
                  <ns1:cubicBezTo>
                    <ns1:pt x="53" y="38"/>
                    <ns1:pt x="53" y="38"/>
                    <ns1:pt x="53" y="38"/>
                  </ns1:cubicBezTo>
                  <ns1:cubicBezTo>
                    <ns1:pt x="51" y="56"/>
                    <ns1:pt x="51" y="56"/>
                    <ns1:pt x="51" y="56"/>
                  </ns1:cubicBezTo>
                  <ns1:cubicBezTo>
                    <ns1:pt x="35" y="56"/>
                    <ns1:pt x="35" y="56"/>
                    <ns1:pt x="35" y="56"/>
                  </ns1:cubicBezTo>
                  <ns1:cubicBezTo>
                    <ns1:pt x="35" y="104"/>
                    <ns1:pt x="35" y="104"/>
                    <ns1:pt x="35" y="104"/>
                  </ns1:cubicBezTo>
                  <ns1:cubicBezTo>
                    <ns1:pt x="16" y="104"/>
                    <ns1:pt x="16" y="104"/>
                    <ns1:pt x="16" y="104"/>
                  </ns1:cubicBezTo>
                  <ns1:cubicBezTo>
                    <ns1:pt x="16" y="56"/>
                    <ns1:pt x="16" y="56"/>
                    <ns1:pt x="16" y="56"/>
                  </ns1:cubicBezTo>
                  <ns1:cubicBezTo>
                    <ns1:pt x="0" y="56"/>
                    <ns1:pt x="0" y="56"/>
                    <ns1:pt x="0" y="56"/>
                  </ns1:cubicBezTo>
                  <ns1:cubicBezTo>
                    <ns1:pt x="0" y="38"/>
                    <ns1:pt x="0" y="38"/>
                    <ns1:pt x="0" y="38"/>
                  </ns1:cubicBezTo>
                  <ns1:cubicBezTo>
                    <ns1:pt x="16" y="38"/>
                    <ns1:pt x="16" y="38"/>
                    <ns1:pt x="16" y="38"/>
                  </ns1:cubicBezTo>
                  <ns1:cubicBezTo>
                    <ns1:pt x="16" y="24"/>
                    <ns1:pt x="16" y="24"/>
                    <ns1:pt x="16" y="24"/>
                  </ns1:cubicBezTo>
                  <ns1:cubicBezTo>
                    <ns1:pt x="16" y="8"/>
                    <ns1:pt x="26" y="0"/>
                    <ns1:pt x="40" y="0"/>
                  </ns1:cubicBezTo>
                  <ns1:cubicBezTo>
                    <ns1:pt x="46" y="0"/>
                    <ns1:pt x="52" y="0"/>
                    <ns1:pt x="54" y="1"/>
                  </ns1:cubicBezTo>
                  <ns1:lnTo>
                    <ns1:pt x="54" y="17"/>
                  </ns1:lnTo>
                  <ns1:close/>
                </ns1:path>
              </ns1:pathLst>
            </ns1:custGeom>
            <ns1:solidFill>
              <ns1:schemeClr val="bg1"/>
            </ns1:solidFill>
            <ns1:ln>
              <ns1:noFill/>
            </ns1:ln>
            <ns1:extLst/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en-US" sz="2700"/>
            </ns1:p>
          </ns0:txBody>
        </ns0:sp>
      </ns0:grpSp>
      <ns0:grpSp>
        <ns0:nvGrpSpPr>
          <ns0:cNvPr id="40" name="Group 39">
            <ns1:extLst>
              <ns1:ext uri="{FF2B5EF4-FFF2-40B4-BE49-F238E27FC236}">
                <ns2:creationId id="{DCC62F28-782B-47B9-B8AD-EB8B47D7B750}"/>
              </ns1:ext>
            </ns1:extLst>
          </ns0:cNvPr>
          <ns0:cNvGrpSpPr/>
          <ns0:nvPr/>
        </ns0:nvGrpSpPr>
        <ns0:grpSpPr>
          <ns1:xfrm>
            <ns1:off x="4564872" y="2472845"/>
            <ns1:ext cx="518615" cy="491321"/>
            <ns1:chOff x="777922" y="1419366"/>
            <ns1:chExt cx="518615" cy="491321"/>
          </ns1:xfrm>
        </ns0:grpSpPr>
        <ns0:sp>
          <ns0:nvSpPr>
            <ns0:cNvPr id="44" name="Rectangle 43">
              <ns1:extLst>
                <ns1:ext uri="{FF2B5EF4-FFF2-40B4-BE49-F238E27FC236}">
                  <ns2:creationId id="{22E05203-67FC-4FC2-96EB-5016BE43173D}"/>
                </ns1:ext>
              </ns1:extLst>
            </ns0:cNvPr>
            <ns0:cNvSpPr/>
            <ns0:nvPr/>
          </ns0:nvSpPr>
          <ns0:spPr>
            <ns1:xfrm>
              <ns1:off x="777922" y="1419366"/>
              <ns1:ext cx="518615" cy="491321"/>
            </ns1:xfrm>
            <ns1:prstGeom prst="rect">
              <ns1:avLst/>
            </ns1:prstGeom>
            <ns1:solidFill>
              <ns1:srgbClr val="F07D66"/>
            </ns1:solidFill>
            <ns1:ln>
              <ns1:noFill/>
            </ns1:ln>
          </ns0:spPr>
          <ns0:style>
            <ns1:lnRef idx="2">
              <ns1:schemeClr val="accent1">
                <ns1:shade val="50000"/>
              </ns1:schemeClr>
            </ns1:lnRef>
            <ns1:fillRef idx="1">
              <ns1:schemeClr val="accent1"/>
            </ns1:fillRef>
            <ns1:effectRef idx="0">
              <ns1:schemeClr val="accent1"/>
            </ns1:effectRef>
            <ns1:fontRef idx="minor">
              <ns1:schemeClr val="lt1"/>
            </ns1:fontRef>
          </ns0:style>
          <ns0:txBody>
            <ns1:bodyPr rtlCol="0" anchor="ctr"/>
            <ns1:lstStyle/>
            <ns1:p>
              <ns1:pPr algn="ctr"/>
              <ns1:endParaRPr lang="en-US"/>
            </ns1:p>
          </ns0:txBody>
        </ns0:sp>
        <ns0:sp>
          <ns0:nvSpPr>
            <ns0:cNvPr id="45" name="Freeform 142">
              <ns1:extLst>
                <ns1:ext uri="{FF2B5EF4-FFF2-40B4-BE49-F238E27FC236}">
                  <ns2:creationId id="{C1DDE1D4-6426-4FE9-A0AB-1595343C53C8}"/>
                </ns1:ext>
              </ns1:extLst>
            </ns0:cNvPr>
            <ns0:cNvSpPr>
              <ns1:spLocks/>
            </ns0:cNvSpPr>
            <ns0:nvPr/>
          </ns0:nvSpPr>
          <ns0:spPr bwMode="auto">
            <ns1:xfrm>
              <ns1:off x="917443" y="1568687"/>
              <ns1:ext cx="239573" cy="192678"/>
            </ns1:xfrm>
            <ns1:custGeom>
              <ns1:avLst/>
              <ns1:gdLst>
                <ns1:gd name="T0" fmla="*/ 88 w 99"/>
                <ns1:gd name="T1" fmla="*/ 20 h 80"/>
                <ns1:gd name="T2" fmla="*/ 89 w 99"/>
                <ns1:gd name="T3" fmla="*/ 22 h 80"/>
                <ns1:gd name="T4" fmla="*/ 31 w 99"/>
                <ns1:gd name="T5" fmla="*/ 80 h 80"/>
                <ns1:gd name="T6" fmla="*/ 0 w 99"/>
                <ns1:gd name="T7" fmla="*/ 71 h 80"/>
                <ns1:gd name="T8" fmla="*/ 5 w 99"/>
                <ns1:gd name="T9" fmla="*/ 71 h 80"/>
                <ns1:gd name="T10" fmla="*/ 30 w 99"/>
                <ns1:gd name="T11" fmla="*/ 62 h 80"/>
                <ns1:gd name="T12" fmla="*/ 11 w 99"/>
                <ns1:gd name="T13" fmla="*/ 48 h 80"/>
                <ns1:gd name="T14" fmla="*/ 15 w 99"/>
                <ns1:gd name="T15" fmla="*/ 49 h 80"/>
                <ns1:gd name="T16" fmla="*/ 20 w 99"/>
                <ns1:gd name="T17" fmla="*/ 48 h 80"/>
                <ns1:gd name="T18" fmla="*/ 4 w 99"/>
                <ns1:gd name="T19" fmla="*/ 28 h 80"/>
                <ns1:gd name="T20" fmla="*/ 4 w 99"/>
                <ns1:gd name="T21" fmla="*/ 28 h 80"/>
                <ns1:gd name="T22" fmla="*/ 13 w 99"/>
                <ns1:gd name="T23" fmla="*/ 31 h 80"/>
                <ns1:gd name="T24" fmla="*/ 4 w 99"/>
                <ns1:gd name="T25" fmla="*/ 14 h 80"/>
                <ns1:gd name="T26" fmla="*/ 7 w 99"/>
                <ns1:gd name="T27" fmla="*/ 4 h 80"/>
                <ns1:gd name="T28" fmla="*/ 49 w 99"/>
                <ns1:gd name="T29" fmla="*/ 25 h 80"/>
                <ns1:gd name="T30" fmla="*/ 48 w 99"/>
                <ns1:gd name="T31" fmla="*/ 20 h 80"/>
                <ns1:gd name="T32" fmla="*/ 68 w 99"/>
                <ns1:gd name="T33" fmla="*/ 0 h 80"/>
                <ns1:gd name="T34" fmla="*/ 83 w 99"/>
                <ns1:gd name="T35" fmla="*/ 6 h 80"/>
                <ns1:gd name="T36" fmla="*/ 96 w 99"/>
                <ns1:gd name="T37" fmla="*/ 1 h 80"/>
                <ns1:gd name="T38" fmla="*/ 87 w 99"/>
                <ns1:gd name="T39" fmla="*/ 12 h 80"/>
                <ns1:gd name="T40" fmla="*/ 99 w 99"/>
                <ns1:gd name="T41" fmla="*/ 9 h 80"/>
                <ns1:gd name="T42" fmla="*/ 88 w 99"/>
                <ns1:gd name="T43" fmla="*/ 20 h 80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  <ns1:cxn ang="0">
                  <ns1:pos x="T30" y="T31"/>
                </ns1:cxn>
                <ns1:cxn ang="0">
                  <ns1:pos x="T32" y="T33"/>
                </ns1:cxn>
                <ns1:cxn ang="0">
                  <ns1:pos x="T34" y="T35"/>
                </ns1:cxn>
                <ns1:cxn ang="0">
                  <ns1:pos x="T36" y="T37"/>
                </ns1:cxn>
                <ns1:cxn ang="0">
                  <ns1:pos x="T38" y="T39"/>
                </ns1:cxn>
                <ns1:cxn ang="0">
                  <ns1:pos x="T40" y="T41"/>
                </ns1:cxn>
                <ns1:cxn ang="0">
                  <ns1:pos x="T42" y="T43"/>
                </ns1:cxn>
              </ns1:cxnLst>
              <ns1:rect l="0" t="0" r="r" b="b"/>
              <ns1:pathLst>
                <ns1:path w="99" h="80">
                  <ns1:moveTo>
                    <ns1:pt x="88" y="20"/>
                  </ns1:moveTo>
                  <ns1:cubicBezTo>
                    <ns1:pt x="89" y="21"/>
                    <ns1:pt x="89" y="22"/>
                    <ns1:pt x="89" y="22"/>
                  </ns1:cubicBezTo>
                  <ns1:cubicBezTo>
                    <ns1:pt x="89" y="49"/>
                    <ns1:pt x="68" y="80"/>
                    <ns1:pt x="31" y="80"/>
                  </ns1:cubicBezTo>
                  <ns1:cubicBezTo>
                    <ns1:pt x="20" y="80"/>
                    <ns1:pt x="9" y="76"/>
                    <ns1:pt x="0" y="71"/>
                  </ns1:cubicBezTo>
                  <ns1:cubicBezTo>
                    <ns1:pt x="2" y="71"/>
                    <ns1:pt x="3" y="71"/>
                    <ns1:pt x="5" y="71"/>
                  </ns1:cubicBezTo>
                  <ns1:cubicBezTo>
                    <ns1:pt x="14" y="71"/>
                    <ns1:pt x="23" y="68"/>
                    <ns1:pt x="30" y="62"/>
                  </ns1:cubicBezTo>
                  <ns1:cubicBezTo>
                    <ns1:pt x="21" y="62"/>
                    <ns1:pt x="14" y="56"/>
                    <ns1:pt x="11" y="48"/>
                  </ns1:cubicBezTo>
                  <ns1:cubicBezTo>
                    <ns1:pt x="12" y="49"/>
                    <ns1:pt x="14" y="49"/>
                    <ns1:pt x="15" y="49"/>
                  </ns1:cubicBezTo>
                  <ns1:cubicBezTo>
                    <ns1:pt x="17" y="49"/>
                    <ns1:pt x="19" y="48"/>
                    <ns1:pt x="20" y="48"/>
                  </ns1:cubicBezTo>
                  <ns1:cubicBezTo>
                    <ns1:pt x="11" y="46"/>
                    <ns1:pt x="4" y="38"/>
                    <ns1:pt x="4" y="28"/>
                  </ns1:cubicBezTo>
                  <ns1:cubicBezTo>
                    <ns1:pt x="4" y="28"/>
                    <ns1:pt x="4" y="28"/>
                    <ns1:pt x="4" y="28"/>
                  </ns1:cubicBezTo>
                  <ns1:cubicBezTo>
                    <ns1:pt x="7" y="29"/>
                    <ns1:pt x="10" y="30"/>
                    <ns1:pt x="13" y="31"/>
                  </ns1:cubicBezTo>
                  <ns1:cubicBezTo>
                    <ns1:pt x="8" y="27"/>
                    <ns1:pt x="4" y="21"/>
                    <ns1:pt x="4" y="14"/>
                  </ns1:cubicBezTo>
                  <ns1:cubicBezTo>
                    <ns1:pt x="4" y="10"/>
                    <ns1:pt x="5" y="7"/>
                    <ns1:pt x="7" y="4"/>
                  </ns1:cubicBezTo>
                  <ns1:cubicBezTo>
                    <ns1:pt x="17" y="16"/>
                    <ns1:pt x="32" y="24"/>
                    <ns1:pt x="49" y="25"/>
                  </ns1:cubicBezTo>
                  <ns1:cubicBezTo>
                    <ns1:pt x="48" y="23"/>
                    <ns1:pt x="48" y="22"/>
                    <ns1:pt x="48" y="20"/>
                  </ns1:cubicBezTo>
                  <ns1:cubicBezTo>
                    <ns1:pt x="48" y="9"/>
                    <ns1:pt x="57" y="0"/>
                    <ns1:pt x="68" y="0"/>
                  </ns1:cubicBezTo>
                  <ns1:cubicBezTo>
                    <ns1:pt x="74" y="0"/>
                    <ns1:pt x="79" y="2"/>
                    <ns1:pt x="83" y="6"/>
                  </ns1:cubicBezTo>
                  <ns1:cubicBezTo>
                    <ns1:pt x="88" y="5"/>
                    <ns1:pt x="92" y="4"/>
                    <ns1:pt x="96" y="1"/>
                  </ns1:cubicBezTo>
                  <ns1:cubicBezTo>
                    <ns1:pt x="94" y="6"/>
                    <ns1:pt x="91" y="10"/>
                    <ns1:pt x="87" y="12"/>
                  </ns1:cubicBezTo>
                  <ns1:cubicBezTo>
                    <ns1:pt x="91" y="12"/>
                    <ns1:pt x="95" y="11"/>
                    <ns1:pt x="99" y="9"/>
                  </ns1:cubicBezTo>
                  <ns1:cubicBezTo>
                    <ns1:pt x="96" y="13"/>
                    <ns1:pt x="92" y="17"/>
                    <ns1:pt x="88" y="20"/>
                  </ns1:cubicBezTo>
                  <ns1:close/>
                </ns1:path>
              </ns1:pathLst>
            </ns1:custGeom>
            <ns1:solidFill>
              <ns1:schemeClr val="bg1"/>
            </ns1:solidFill>
            <ns1:ln>
              <ns1:noFill/>
            </ns1:ln>
            <ns1:extLst/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en-US" sz="2700"/>
            </ns1:p>
          </ns0:txBody>
        </ns0:sp>
      </ns0:grpSp>
      <ns0:grpSp>
        <ns0:nvGrpSpPr>
          <ns0:cNvPr id="41" name="Group 40">
            <ns1:extLst>
              <ns1:ext uri="{FF2B5EF4-FFF2-40B4-BE49-F238E27FC236}">
                <ns2:creationId id="{8EAA4F44-3D2D-4BA1-A98E-0490196DB310}"/>
              </ns1:ext>
            </ns1:extLst>
          </ns0:cNvPr>
          <ns0:cNvGrpSpPr/>
          <ns0:nvPr/>
        </ns0:nvGrpSpPr>
        <ns0:grpSpPr>
          <ns1:xfrm>
            <ns1:off x="4564872" y="3702731"/>
            <ns1:ext cx="518615" cy="491321"/>
            <ns1:chOff x="777922" y="2649252"/>
            <ns1:chExt cx="518615" cy="491321"/>
          </ns1:xfrm>
        </ns0:grpSpPr>
        <ns0:sp>
          <ns0:nvSpPr>
            <ns0:cNvPr id="42" name="Rectangle 41">
              <ns1:extLst>
                <ns1:ext uri="{FF2B5EF4-FFF2-40B4-BE49-F238E27FC236}">
                  <ns2:creationId id="{AF15C1BF-7E9C-41B1-81C0-655D6950F37B}"/>
                </ns1:ext>
              </ns1:extLst>
            </ns0:cNvPr>
            <ns0:cNvSpPr/>
            <ns0:nvPr/>
          </ns0:nvSpPr>
          <ns0:spPr>
            <ns1:xfrm>
              <ns1:off x="777922" y="2649252"/>
              <ns1:ext cx="518615" cy="491321"/>
            </ns1:xfrm>
            <ns1:prstGeom prst="rect">
              <ns1:avLst/>
            </ns1:prstGeom>
            <ns1:solidFill>
              <ns1:srgbClr val="F07D66"/>
            </ns1:solidFill>
            <ns1:ln>
              <ns1:noFill/>
            </ns1:ln>
          </ns0:spPr>
          <ns0:style>
            <ns1:lnRef idx="2">
              <ns1:schemeClr val="accent1">
                <ns1:shade val="50000"/>
              </ns1:schemeClr>
            </ns1:lnRef>
            <ns1:fillRef idx="1">
              <ns1:schemeClr val="accent1"/>
            </ns1:fillRef>
            <ns1:effectRef idx="0">
              <ns1:schemeClr val="accent1"/>
            </ns1:effectRef>
            <ns1:fontRef idx="minor">
              <ns1:schemeClr val="lt1"/>
            </ns1:fontRef>
          </ns0:style>
          <ns0:txBody>
            <ns1:bodyPr rtlCol="0" anchor="ctr"/>
            <ns1:lstStyle/>
            <ns1:p>
              <ns1:pPr algn="ctr"/>
              <ns1:endParaRPr lang="en-US"/>
            </ns1:p>
          </ns0:txBody>
        </ns0:sp>
        <ns0:sp>
          <ns0:nvSpPr>
            <ns0:cNvPr id="43" name="Freeform 173">
              <ns1:extLst>
                <ns1:ext uri="{FF2B5EF4-FFF2-40B4-BE49-F238E27FC236}">
                  <ns2:creationId id="{159465FB-7EC3-4327-8ABD-1AF7B378E8B2}"/>
                </ns1:ext>
              </ns1:extLst>
            </ns0:cNvPr>
            <ns0:cNvSpPr>
              <ns1:spLocks noEditPoints="1"/>
            </ns0:cNvSpPr>
            <ns0:nvPr/>
          </ns0:nvSpPr>
          <ns0:spPr bwMode="auto">
            <ns1:xfrm>
              <ns1:off x="940960" y="2803308"/>
              <ns1:ext cx="192539" cy="183209"/>
            </ns1:xfrm>
            <ns1:custGeom>
              <ns1:avLst/>
              <ns1:gdLst>
                <ns1:gd name="T0" fmla="*/ 12 w 96"/>
                <ns1:gd name="T1" fmla="*/ 21 h 91"/>
                <ns1:gd name="T2" fmla="*/ 12 w 96"/>
                <ns1:gd name="T3" fmla="*/ 21 h 91"/>
                <ns1:gd name="T4" fmla="*/ 0 w 96"/>
                <ns1:gd name="T5" fmla="*/ 11 h 91"/>
                <ns1:gd name="T6" fmla="*/ 12 w 96"/>
                <ns1:gd name="T7" fmla="*/ 0 h 91"/>
                <ns1:gd name="T8" fmla="*/ 23 w 96"/>
                <ns1:gd name="T9" fmla="*/ 11 h 91"/>
                <ns1:gd name="T10" fmla="*/ 12 w 96"/>
                <ns1:gd name="T11" fmla="*/ 21 h 91"/>
                <ns1:gd name="T12" fmla="*/ 22 w 96"/>
                <ns1:gd name="T13" fmla="*/ 91 h 91"/>
                <ns1:gd name="T14" fmla="*/ 2 w 96"/>
                <ns1:gd name="T15" fmla="*/ 91 h 91"/>
                <ns1:gd name="T16" fmla="*/ 2 w 96"/>
                <ns1:gd name="T17" fmla="*/ 30 h 91"/>
                <ns1:gd name="T18" fmla="*/ 22 w 96"/>
                <ns1:gd name="T19" fmla="*/ 30 h 91"/>
                <ns1:gd name="T20" fmla="*/ 22 w 96"/>
                <ns1:gd name="T21" fmla="*/ 91 h 91"/>
                <ns1:gd name="T22" fmla="*/ 96 w 96"/>
                <ns1:gd name="T23" fmla="*/ 91 h 91"/>
                <ns1:gd name="T24" fmla="*/ 76 w 96"/>
                <ns1:gd name="T25" fmla="*/ 91 h 91"/>
                <ns1:gd name="T26" fmla="*/ 76 w 96"/>
                <ns1:gd name="T27" fmla="*/ 58 h 91"/>
                <ns1:gd name="T28" fmla="*/ 65 w 96"/>
                <ns1:gd name="T29" fmla="*/ 44 h 91"/>
                <ns1:gd name="T30" fmla="*/ 55 w 96"/>
                <ns1:gd name="T31" fmla="*/ 52 h 91"/>
                <ns1:gd name="T32" fmla="*/ 54 w 96"/>
                <ns1:gd name="T33" fmla="*/ 57 h 91"/>
                <ns1:gd name="T34" fmla="*/ 54 w 96"/>
                <ns1:gd name="T35" fmla="*/ 91 h 91"/>
                <ns1:gd name="T36" fmla="*/ 34 w 96"/>
                <ns1:gd name="T37" fmla="*/ 91 h 91"/>
                <ns1:gd name="T38" fmla="*/ 34 w 96"/>
                <ns1:gd name="T39" fmla="*/ 30 h 91"/>
                <ns1:gd name="T40" fmla="*/ 54 w 96"/>
                <ns1:gd name="T41" fmla="*/ 30 h 91"/>
                <ns1:gd name="T42" fmla="*/ 54 w 96"/>
                <ns1:gd name="T43" fmla="*/ 39 h 91"/>
                <ns1:gd name="T44" fmla="*/ 54 w 96"/>
                <ns1:gd name="T45" fmla="*/ 39 h 91"/>
                <ns1:gd name="T46" fmla="*/ 73 w 96"/>
                <ns1:gd name="T47" fmla="*/ 28 h 91"/>
                <ns1:gd name="T48" fmla="*/ 96 w 96"/>
                <ns1:gd name="T49" fmla="*/ 56 h 91"/>
                <ns1:gd name="T50" fmla="*/ 96 w 96"/>
                <ns1:gd name="T51" fmla="*/ 91 h 91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  <ns1:cxn ang="0">
                  <ns1:pos x="T30" y="T31"/>
                </ns1:cxn>
                <ns1:cxn ang="0">
                  <ns1:pos x="T32" y="T33"/>
                </ns1:cxn>
                <ns1:cxn ang="0">
                  <ns1:pos x="T34" y="T35"/>
                </ns1:cxn>
                <ns1:cxn ang="0">
                  <ns1:pos x="T36" y="T37"/>
                </ns1:cxn>
                <ns1:cxn ang="0">
                  <ns1:pos x="T38" y="T39"/>
                </ns1:cxn>
                <ns1:cxn ang="0">
                  <ns1:pos x="T40" y="T41"/>
                </ns1:cxn>
                <ns1:cxn ang="0">
                  <ns1:pos x="T42" y="T43"/>
                </ns1:cxn>
                <ns1:cxn ang="0">
                  <ns1:pos x="T44" y="T45"/>
                </ns1:cxn>
                <ns1:cxn ang="0">
                  <ns1:pos x="T46" y="T47"/>
                </ns1:cxn>
                <ns1:cxn ang="0">
                  <ns1:pos x="T48" y="T49"/>
                </ns1:cxn>
                <ns1:cxn ang="0">
                  <ns1:pos x="T50" y="T51"/>
                </ns1:cxn>
              </ns1:cxnLst>
              <ns1:rect l="0" t="0" r="r" b="b"/>
              <ns1:pathLst>
                <ns1:path w="96" h="91">
                  <ns1:moveTo>
                    <ns1:pt x="12" y="21"/>
                  </ns1:moveTo>
                  <ns1:cubicBezTo>
                    <ns1:pt x="12" y="21"/>
                    <ns1:pt x="12" y="21"/>
                    <ns1:pt x="12" y="21"/>
                  </ns1:cubicBezTo>
                  <ns1:cubicBezTo>
                    <ns1:pt x="5" y="21"/>
                    <ns1:pt x="0" y="16"/>
                    <ns1:pt x="0" y="11"/>
                  </ns1:cubicBezTo>
                  <ns1:cubicBezTo>
                    <ns1:pt x="0" y="4"/>
                    <ns1:pt x="5" y="0"/>
                    <ns1:pt x="12" y="0"/>
                  </ns1:cubicBezTo>
                  <ns1:cubicBezTo>
                    <ns1:pt x="19" y="0"/>
                    <ns1:pt x="23" y="4"/>
                    <ns1:pt x="23" y="11"/>
                  </ns1:cubicBezTo>
                  <ns1:cubicBezTo>
                    <ns1:pt x="24" y="16"/>
                    <ns1:pt x="19" y="21"/>
                    <ns1:pt x="12" y="21"/>
                  </ns1:cubicBezTo>
                  <ns1:close/>
                  <ns1:moveTo>
                    <ns1:pt x="22" y="91"/>
                  </ns1:moveTo>
                  <ns1:cubicBezTo>
                    <ns1:pt x="2" y="91"/>
                    <ns1:pt x="2" y="91"/>
                    <ns1:pt x="2" y="91"/>
                  </ns1:cubicBezTo>
                  <ns1:cubicBezTo>
                    <ns1:pt x="2" y="30"/>
                    <ns1:pt x="2" y="30"/>
                    <ns1:pt x="2" y="30"/>
                  </ns1:cubicBezTo>
                  <ns1:cubicBezTo>
                    <ns1:pt x="22" y="30"/>
                    <ns1:pt x="22" y="30"/>
                    <ns1:pt x="22" y="30"/>
                  </ns1:cubicBezTo>
                  <ns1:lnTo>
                    <ns1:pt x="22" y="91"/>
                  </ns1:lnTo>
                  <ns1:close/>
                  <ns1:moveTo>
                    <ns1:pt x="96" y="91"/>
                  </ns1:moveTo>
                  <ns1:cubicBezTo>
                    <ns1:pt x="76" y="91"/>
                    <ns1:pt x="76" y="91"/>
                    <ns1:pt x="76" y="91"/>
                  </ns1:cubicBezTo>
                  <ns1:cubicBezTo>
                    <ns1:pt x="76" y="58"/>
                    <ns1:pt x="76" y="58"/>
                    <ns1:pt x="76" y="58"/>
                  </ns1:cubicBezTo>
                  <ns1:cubicBezTo>
                    <ns1:pt x="76" y="50"/>
                    <ns1:pt x="73" y="44"/>
                    <ns1:pt x="65" y="44"/>
                  </ns1:cubicBezTo>
                  <ns1:cubicBezTo>
                    <ns1:pt x="60" y="44"/>
                    <ns1:pt x="56" y="48"/>
                    <ns1:pt x="55" y="52"/>
                  </ns1:cubicBezTo>
                  <ns1:cubicBezTo>
                    <ns1:pt x="54" y="53"/>
                    <ns1:pt x="54" y="55"/>
                    <ns1:pt x="54" y="57"/>
                  </ns1:cubicBezTo>
                  <ns1:cubicBezTo>
                    <ns1:pt x="54" y="91"/>
                    <ns1:pt x="54" y="91"/>
                    <ns1:pt x="54" y="91"/>
                  </ns1:cubicBezTo>
                  <ns1:cubicBezTo>
                    <ns1:pt x="34" y="91"/>
                    <ns1:pt x="34" y="91"/>
                    <ns1:pt x="34" y="91"/>
                  </ns1:cubicBezTo>
                  <ns1:cubicBezTo>
                    <ns1:pt x="34" y="35"/>
                    <ns1:pt x="34" y="30"/>
                    <ns1:pt x="34" y="30"/>
                  </ns1:cubicBezTo>
                  <ns1:cubicBezTo>
                    <ns1:pt x="54" y="30"/>
                    <ns1:pt x="54" y="30"/>
                    <ns1:pt x="54" y="30"/>
                  </ns1:cubicBezTo>
                  <ns1:cubicBezTo>
                    <ns1:pt x="54" y="39"/>
                    <ns1:pt x="54" y="39"/>
                    <ns1:pt x="54" y="39"/>
                  </ns1:cubicBezTo>
                  <ns1:cubicBezTo>
                    <ns1:pt x="54" y="39"/>
                    <ns1:pt x="54" y="39"/>
                    <ns1:pt x="54" y="39"/>
                  </ns1:cubicBezTo>
                  <ns1:cubicBezTo>
                    <ns1:pt x="57" y="34"/>
                    <ns1:pt x="61" y="28"/>
                    <ns1:pt x="73" y="28"/>
                  </ns1:cubicBezTo>
                  <ns1:cubicBezTo>
                    <ns1:pt x="86" y="28"/>
                    <ns1:pt x="96" y="37"/>
                    <ns1:pt x="96" y="56"/>
                  </ns1:cubicBezTo>
                  <ns1:lnTo>
                    <ns1:pt x="96" y="91"/>
                  </ns1:lnTo>
                  <ns1:close/>
                </ns1:path>
              </ns1:pathLst>
            </ns1:custGeom>
            <ns1:solidFill>
              <ns1:schemeClr val="bg1"/>
            </ns1:solidFill>
            <ns1:ln>
              <ns1:noFill/>
            </ns1:ln>
            <ns1:extLst/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en-US" sz="2700"/>
            </ns1:p>
          </ns0:txBody>
        </ns0:sp>
      </ns0:grpSp>
      <ns0:grpSp>
        <ns0:nvGrpSpPr>
          <ns0:cNvPr id="49" name="Group 48">
            <ns1:extLst>
              <ns1:ext uri="{FF2B5EF4-FFF2-40B4-BE49-F238E27FC236}">
                <ns2:creationId id="{77A92ED5-546C-427E-983C-5136BFAF7BCC}"/>
              </ns1:ext>
            </ns1:extLst>
          </ns0:cNvPr>
          <ns0:cNvGrpSpPr/>
          <ns0:nvPr/>
        </ns0:nvGrpSpPr>
        <ns0:grpSpPr>
          <ns1:xfrm>
            <ns1:off x="8115564" y="4732092"/>
            <ns1:ext cx="518615" cy="491321"/>
            <ns1:chOff x="777922" y="2030203"/>
            <ns1:chExt cx="518615" cy="491321"/>
          </ns1:xfrm>
        </ns0:grpSpPr>
        <ns0:sp>
          <ns0:nvSpPr>
            <ns0:cNvPr id="56" name="Rectangle 55">
              <ns1:extLst>
                <ns1:ext uri="{FF2B5EF4-FFF2-40B4-BE49-F238E27FC236}">
                  <ns2:creationId id="{52EECAE2-B757-42B1-B987-D814959042D0}"/>
                </ns1:ext>
              </ns1:extLst>
            </ns0:cNvPr>
            <ns0:cNvSpPr/>
            <ns0:nvPr/>
          </ns0:nvSpPr>
          <ns0:spPr>
            <ns1:xfrm>
              <ns1:off x="777922" y="2030203"/>
              <ns1:ext cx="518615" cy="491321"/>
            </ns1:xfrm>
            <ns1:prstGeom prst="rect">
              <ns1:avLst/>
            </ns1:prstGeom>
            <ns1:solidFill>
              <ns1:srgbClr val="F07D66"/>
            </ns1:solidFill>
            <ns1:ln>
              <ns1:noFill/>
            </ns1:ln>
          </ns0:spPr>
          <ns0:style>
            <ns1:lnRef idx="2">
              <ns1:schemeClr val="accent1">
                <ns1:shade val="50000"/>
              </ns1:schemeClr>
            </ns1:lnRef>
            <ns1:fillRef idx="1">
              <ns1:schemeClr val="accent1"/>
            </ns1:fillRef>
            <ns1:effectRef idx="0">
              <ns1:schemeClr val="accent1"/>
            </ns1:effectRef>
            <ns1:fontRef idx="minor">
              <ns1:schemeClr val="lt1"/>
            </ns1:fontRef>
          </ns0:style>
          <ns0:txBody>
            <ns1:bodyPr rtlCol="0" anchor="ctr"/>
            <ns1:lstStyle/>
            <ns1:p>
              <ns1:pPr algn="ctr"/>
              <ns1:endParaRPr lang="en-US"/>
            </ns1:p>
          </ns0:txBody>
        </ns0:sp>
        <ns0:sp>
          <ns0:nvSpPr>
            <ns0:cNvPr id="57" name="Freeform 143">
              <ns1:extLst>
                <ns1:ext uri="{FF2B5EF4-FFF2-40B4-BE49-F238E27FC236}">
                  <ns2:creationId id="{D728624D-00FC-4922-BB56-EBB33A68D426}"/>
                </ns1:ext>
              </ns1:extLst>
            </ns0:cNvPr>
            <ns0:cNvSpPr>
              <ns1:spLocks/>
            </ns0:cNvSpPr>
            <ns0:nvPr/>
          </ns0:nvSpPr>
          <ns0:spPr bwMode="auto">
            <ns1:xfrm>
              <ns1:off x="963147" y="2152924"/>
              <ns1:ext cx="148165" cy="245879"/>
            </ns1:xfrm>
            <ns1:custGeom>
              <ns1:avLst/>
              <ns1:gdLst>
                <ns1:gd name="T0" fmla="*/ 54 w 54"/>
                <ns1:gd name="T1" fmla="*/ 17 h 104"/>
                <ns1:gd name="T2" fmla="*/ 44 w 54"/>
                <ns1:gd name="T3" fmla="*/ 17 h 104"/>
                <ns1:gd name="T4" fmla="*/ 35 w 54"/>
                <ns1:gd name="T5" fmla="*/ 26 h 104"/>
                <ns1:gd name="T6" fmla="*/ 35 w 54"/>
                <ns1:gd name="T7" fmla="*/ 38 h 104"/>
                <ns1:gd name="T8" fmla="*/ 53 w 54"/>
                <ns1:gd name="T9" fmla="*/ 38 h 104"/>
                <ns1:gd name="T10" fmla="*/ 51 w 54"/>
                <ns1:gd name="T11" fmla="*/ 56 h 104"/>
                <ns1:gd name="T12" fmla="*/ 35 w 54"/>
                <ns1:gd name="T13" fmla="*/ 56 h 104"/>
                <ns1:gd name="T14" fmla="*/ 35 w 54"/>
                <ns1:gd name="T15" fmla="*/ 104 h 104"/>
                <ns1:gd name="T16" fmla="*/ 16 w 54"/>
                <ns1:gd name="T17" fmla="*/ 104 h 104"/>
                <ns1:gd name="T18" fmla="*/ 16 w 54"/>
                <ns1:gd name="T19" fmla="*/ 56 h 104"/>
                <ns1:gd name="T20" fmla="*/ 0 w 54"/>
                <ns1:gd name="T21" fmla="*/ 56 h 104"/>
                <ns1:gd name="T22" fmla="*/ 0 w 54"/>
                <ns1:gd name="T23" fmla="*/ 38 h 104"/>
                <ns1:gd name="T24" fmla="*/ 16 w 54"/>
                <ns1:gd name="T25" fmla="*/ 38 h 104"/>
                <ns1:gd name="T26" fmla="*/ 16 w 54"/>
                <ns1:gd name="T27" fmla="*/ 24 h 104"/>
                <ns1:gd name="T28" fmla="*/ 40 w 54"/>
                <ns1:gd name="T29" fmla="*/ 0 h 104"/>
                <ns1:gd name="T30" fmla="*/ 54 w 54"/>
                <ns1:gd name="T31" fmla="*/ 1 h 104"/>
                <ns1:gd name="T32" fmla="*/ 54 w 54"/>
                <ns1:gd name="T33" fmla="*/ 17 h 104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  <ns1:cxn ang="0">
                  <ns1:pos x="T30" y="T31"/>
                </ns1:cxn>
                <ns1:cxn ang="0">
                  <ns1:pos x="T32" y="T33"/>
                </ns1:cxn>
              </ns1:cxnLst>
              <ns1:rect l="0" t="0" r="r" b="b"/>
              <ns1:pathLst>
                <ns1:path w="54" h="104">
                  <ns1:moveTo>
                    <ns1:pt x="54" y="17"/>
                  </ns1:moveTo>
                  <ns1:cubicBezTo>
                    <ns1:pt x="44" y="17"/>
                    <ns1:pt x="44" y="17"/>
                    <ns1:pt x="44" y="17"/>
                  </ns1:cubicBezTo>
                  <ns1:cubicBezTo>
                    <ns1:pt x="36" y="17"/>
                    <ns1:pt x="35" y="21"/>
                    <ns1:pt x="35" y="26"/>
                  </ns1:cubicBezTo>
                  <ns1:cubicBezTo>
                    <ns1:pt x="35" y="38"/>
                    <ns1:pt x="35" y="38"/>
                    <ns1:pt x="35" y="38"/>
                  </ns1:cubicBezTo>
                  <ns1:cubicBezTo>
                    <ns1:pt x="53" y="38"/>
                    <ns1:pt x="53" y="38"/>
                    <ns1:pt x="53" y="38"/>
                  </ns1:cubicBezTo>
                  <ns1:cubicBezTo>
                    <ns1:pt x="51" y="56"/>
                    <ns1:pt x="51" y="56"/>
                    <ns1:pt x="51" y="56"/>
                  </ns1:cubicBezTo>
                  <ns1:cubicBezTo>
                    <ns1:pt x="35" y="56"/>
                    <ns1:pt x="35" y="56"/>
                    <ns1:pt x="35" y="56"/>
                  </ns1:cubicBezTo>
                  <ns1:cubicBezTo>
                    <ns1:pt x="35" y="104"/>
                    <ns1:pt x="35" y="104"/>
                    <ns1:pt x="35" y="104"/>
                  </ns1:cubicBezTo>
                  <ns1:cubicBezTo>
                    <ns1:pt x="16" y="104"/>
                    <ns1:pt x="16" y="104"/>
                    <ns1:pt x="16" y="104"/>
                  </ns1:cubicBezTo>
                  <ns1:cubicBezTo>
                    <ns1:pt x="16" y="56"/>
                    <ns1:pt x="16" y="56"/>
                    <ns1:pt x="16" y="56"/>
                  </ns1:cubicBezTo>
                  <ns1:cubicBezTo>
                    <ns1:pt x="0" y="56"/>
                    <ns1:pt x="0" y="56"/>
                    <ns1:pt x="0" y="56"/>
                  </ns1:cubicBezTo>
                  <ns1:cubicBezTo>
                    <ns1:pt x="0" y="38"/>
                    <ns1:pt x="0" y="38"/>
                    <ns1:pt x="0" y="38"/>
                  </ns1:cubicBezTo>
                  <ns1:cubicBezTo>
                    <ns1:pt x="16" y="38"/>
                    <ns1:pt x="16" y="38"/>
                    <ns1:pt x="16" y="38"/>
                  </ns1:cubicBezTo>
                  <ns1:cubicBezTo>
                    <ns1:pt x="16" y="24"/>
                    <ns1:pt x="16" y="24"/>
                    <ns1:pt x="16" y="24"/>
                  </ns1:cubicBezTo>
                  <ns1:cubicBezTo>
                    <ns1:pt x="16" y="8"/>
                    <ns1:pt x="26" y="0"/>
                    <ns1:pt x="40" y="0"/>
                  </ns1:cubicBezTo>
                  <ns1:cubicBezTo>
                    <ns1:pt x="46" y="0"/>
                    <ns1:pt x="52" y="0"/>
                    <ns1:pt x="54" y="1"/>
                  </ns1:cubicBezTo>
                  <ns1:lnTo>
                    <ns1:pt x="54" y="17"/>
                  </ns1:lnTo>
                  <ns1:close/>
                </ns1:path>
              </ns1:pathLst>
            </ns1:custGeom>
            <ns1:solidFill>
              <ns1:schemeClr val="bg1"/>
            </ns1:solidFill>
            <ns1:ln>
              <ns1:noFill/>
            </ns1:ln>
            <ns1:extLst/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en-US" sz="2700"/>
            </ns1:p>
          </ns0:txBody>
        </ns0:sp>
      </ns0:grpSp>
      <ns0:grpSp>
        <ns0:nvGrpSpPr>
          <ns0:cNvPr id="50" name="Group 49">
            <ns1:extLst>
              <ns1:ext uri="{FF2B5EF4-FFF2-40B4-BE49-F238E27FC236}">
                <ns2:creationId id="{90880C00-4154-4872-BF62-C544E1A3381C}"/>
              </ns1:ext>
            </ns1:extLst>
          </ns0:cNvPr>
          <ns0:cNvGrpSpPr/>
          <ns0:nvPr/>
        </ns0:nvGrpSpPr>
        <ns0:grpSpPr>
          <ns1:xfrm>
            <ns1:off x="8115564" y="4121255"/>
            <ns1:ext cx="518615" cy="491321"/>
            <ns1:chOff x="777922" y="1419366"/>
            <ns1:chExt cx="518615" cy="491321"/>
          </ns1:xfrm>
        </ns0:grpSpPr>
        <ns0:sp>
          <ns0:nvSpPr>
            <ns0:cNvPr id="54" name="Rectangle 53">
              <ns1:extLst>
                <ns1:ext uri="{FF2B5EF4-FFF2-40B4-BE49-F238E27FC236}">
                  <ns2:creationId id="{FC2C5EDB-4DC6-4BE9-80DE-9F237CA669A6}"/>
                </ns1:ext>
              </ns1:extLst>
            </ns0:cNvPr>
            <ns0:cNvSpPr/>
            <ns0:nvPr/>
          </ns0:nvSpPr>
          <ns0:spPr>
            <ns1:xfrm>
              <ns1:off x="777922" y="1419366"/>
              <ns1:ext cx="518615" cy="491321"/>
            </ns1:xfrm>
            <ns1:prstGeom prst="rect">
              <ns1:avLst/>
            </ns1:prstGeom>
            <ns1:solidFill>
              <ns1:srgbClr val="F07D66"/>
            </ns1:solidFill>
            <ns1:ln>
              <ns1:noFill/>
            </ns1:ln>
          </ns0:spPr>
          <ns0:style>
            <ns1:lnRef idx="2">
              <ns1:schemeClr val="accent1">
                <ns1:shade val="50000"/>
              </ns1:schemeClr>
            </ns1:lnRef>
            <ns1:fillRef idx="1">
              <ns1:schemeClr val="accent1"/>
            </ns1:fillRef>
            <ns1:effectRef idx="0">
              <ns1:schemeClr val="accent1"/>
            </ns1:effectRef>
            <ns1:fontRef idx="minor">
              <ns1:schemeClr val="lt1"/>
            </ns1:fontRef>
          </ns0:style>
          <ns0:txBody>
            <ns1:bodyPr rtlCol="0" anchor="ctr"/>
            <ns1:lstStyle/>
            <ns1:p>
              <ns1:pPr algn="ctr"/>
              <ns1:endParaRPr lang="en-US"/>
            </ns1:p>
          </ns0:txBody>
        </ns0:sp>
        <ns0:sp>
          <ns0:nvSpPr>
            <ns0:cNvPr id="55" name="Freeform 142">
              <ns1:extLst>
                <ns1:ext uri="{FF2B5EF4-FFF2-40B4-BE49-F238E27FC236}">
                  <ns2:creationId id="{8AD77A9D-A82E-4829-8D8E-8EDB2F9CD0F7}"/>
                </ns1:ext>
              </ns1:extLst>
            </ns0:cNvPr>
            <ns0:cNvSpPr>
              <ns1:spLocks/>
            </ns0:cNvSpPr>
            <ns0:nvPr/>
          </ns0:nvSpPr>
          <ns0:spPr bwMode="auto">
            <ns1:xfrm>
              <ns1:off x="917443" y="1568687"/>
              <ns1:ext cx="239573" cy="192678"/>
            </ns1:xfrm>
            <ns1:custGeom>
              <ns1:avLst/>
              <ns1:gdLst>
                <ns1:gd name="T0" fmla="*/ 88 w 99"/>
                <ns1:gd name="T1" fmla="*/ 20 h 80"/>
                <ns1:gd name="T2" fmla="*/ 89 w 99"/>
                <ns1:gd name="T3" fmla="*/ 22 h 80"/>
                <ns1:gd name="T4" fmla="*/ 31 w 99"/>
                <ns1:gd name="T5" fmla="*/ 80 h 80"/>
                <ns1:gd name="T6" fmla="*/ 0 w 99"/>
                <ns1:gd name="T7" fmla="*/ 71 h 80"/>
                <ns1:gd name="T8" fmla="*/ 5 w 99"/>
                <ns1:gd name="T9" fmla="*/ 71 h 80"/>
                <ns1:gd name="T10" fmla="*/ 30 w 99"/>
                <ns1:gd name="T11" fmla="*/ 62 h 80"/>
                <ns1:gd name="T12" fmla="*/ 11 w 99"/>
                <ns1:gd name="T13" fmla="*/ 48 h 80"/>
                <ns1:gd name="T14" fmla="*/ 15 w 99"/>
                <ns1:gd name="T15" fmla="*/ 49 h 80"/>
                <ns1:gd name="T16" fmla="*/ 20 w 99"/>
                <ns1:gd name="T17" fmla="*/ 48 h 80"/>
                <ns1:gd name="T18" fmla="*/ 4 w 99"/>
                <ns1:gd name="T19" fmla="*/ 28 h 80"/>
                <ns1:gd name="T20" fmla="*/ 4 w 99"/>
                <ns1:gd name="T21" fmla="*/ 28 h 80"/>
                <ns1:gd name="T22" fmla="*/ 13 w 99"/>
                <ns1:gd name="T23" fmla="*/ 31 h 80"/>
                <ns1:gd name="T24" fmla="*/ 4 w 99"/>
                <ns1:gd name="T25" fmla="*/ 14 h 80"/>
                <ns1:gd name="T26" fmla="*/ 7 w 99"/>
                <ns1:gd name="T27" fmla="*/ 4 h 80"/>
                <ns1:gd name="T28" fmla="*/ 49 w 99"/>
                <ns1:gd name="T29" fmla="*/ 25 h 80"/>
                <ns1:gd name="T30" fmla="*/ 48 w 99"/>
                <ns1:gd name="T31" fmla="*/ 20 h 80"/>
                <ns1:gd name="T32" fmla="*/ 68 w 99"/>
                <ns1:gd name="T33" fmla="*/ 0 h 80"/>
                <ns1:gd name="T34" fmla="*/ 83 w 99"/>
                <ns1:gd name="T35" fmla="*/ 6 h 80"/>
                <ns1:gd name="T36" fmla="*/ 96 w 99"/>
                <ns1:gd name="T37" fmla="*/ 1 h 80"/>
                <ns1:gd name="T38" fmla="*/ 87 w 99"/>
                <ns1:gd name="T39" fmla="*/ 12 h 80"/>
                <ns1:gd name="T40" fmla="*/ 99 w 99"/>
                <ns1:gd name="T41" fmla="*/ 9 h 80"/>
                <ns1:gd name="T42" fmla="*/ 88 w 99"/>
                <ns1:gd name="T43" fmla="*/ 20 h 80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  <ns1:cxn ang="0">
                  <ns1:pos x="T30" y="T31"/>
                </ns1:cxn>
                <ns1:cxn ang="0">
                  <ns1:pos x="T32" y="T33"/>
                </ns1:cxn>
                <ns1:cxn ang="0">
                  <ns1:pos x="T34" y="T35"/>
                </ns1:cxn>
                <ns1:cxn ang="0">
                  <ns1:pos x="T36" y="T37"/>
                </ns1:cxn>
                <ns1:cxn ang="0">
                  <ns1:pos x="T38" y="T39"/>
                </ns1:cxn>
                <ns1:cxn ang="0">
                  <ns1:pos x="T40" y="T41"/>
                </ns1:cxn>
                <ns1:cxn ang="0">
                  <ns1:pos x="T42" y="T43"/>
                </ns1:cxn>
              </ns1:cxnLst>
              <ns1:rect l="0" t="0" r="r" b="b"/>
              <ns1:pathLst>
                <ns1:path w="99" h="80">
                  <ns1:moveTo>
                    <ns1:pt x="88" y="20"/>
                  </ns1:moveTo>
                  <ns1:cubicBezTo>
                    <ns1:pt x="89" y="21"/>
                    <ns1:pt x="89" y="22"/>
                    <ns1:pt x="89" y="22"/>
                  </ns1:cubicBezTo>
                  <ns1:cubicBezTo>
                    <ns1:pt x="89" y="49"/>
                    <ns1:pt x="68" y="80"/>
                    <ns1:pt x="31" y="80"/>
                  </ns1:cubicBezTo>
                  <ns1:cubicBezTo>
                    <ns1:pt x="20" y="80"/>
                    <ns1:pt x="9" y="76"/>
                    <ns1:pt x="0" y="71"/>
                  </ns1:cubicBezTo>
                  <ns1:cubicBezTo>
                    <ns1:pt x="2" y="71"/>
                    <ns1:pt x="3" y="71"/>
                    <ns1:pt x="5" y="71"/>
                  </ns1:cubicBezTo>
                  <ns1:cubicBezTo>
                    <ns1:pt x="14" y="71"/>
                    <ns1:pt x="23" y="68"/>
                    <ns1:pt x="30" y="62"/>
                  </ns1:cubicBezTo>
                  <ns1:cubicBezTo>
                    <ns1:pt x="21" y="62"/>
                    <ns1:pt x="14" y="56"/>
                    <ns1:pt x="11" y="48"/>
                  </ns1:cubicBezTo>
                  <ns1:cubicBezTo>
                    <ns1:pt x="12" y="49"/>
                    <ns1:pt x="14" y="49"/>
                    <ns1:pt x="15" y="49"/>
                  </ns1:cubicBezTo>
                  <ns1:cubicBezTo>
                    <ns1:pt x="17" y="49"/>
                    <ns1:pt x="19" y="48"/>
                    <ns1:pt x="20" y="48"/>
                  </ns1:cubicBezTo>
                  <ns1:cubicBezTo>
                    <ns1:pt x="11" y="46"/>
                    <ns1:pt x="4" y="38"/>
                    <ns1:pt x="4" y="28"/>
                  </ns1:cubicBezTo>
                  <ns1:cubicBezTo>
                    <ns1:pt x="4" y="28"/>
                    <ns1:pt x="4" y="28"/>
                    <ns1:pt x="4" y="28"/>
                  </ns1:cubicBezTo>
                  <ns1:cubicBezTo>
                    <ns1:pt x="7" y="29"/>
                    <ns1:pt x="10" y="30"/>
                    <ns1:pt x="13" y="31"/>
                  </ns1:cubicBezTo>
                  <ns1:cubicBezTo>
                    <ns1:pt x="8" y="27"/>
                    <ns1:pt x="4" y="21"/>
                    <ns1:pt x="4" y="14"/>
                  </ns1:cubicBezTo>
                  <ns1:cubicBezTo>
                    <ns1:pt x="4" y="10"/>
                    <ns1:pt x="5" y="7"/>
                    <ns1:pt x="7" y="4"/>
                  </ns1:cubicBezTo>
                  <ns1:cubicBezTo>
                    <ns1:pt x="17" y="16"/>
                    <ns1:pt x="32" y="24"/>
                    <ns1:pt x="49" y="25"/>
                  </ns1:cubicBezTo>
                  <ns1:cubicBezTo>
                    <ns1:pt x="48" y="23"/>
                    <ns1:pt x="48" y="22"/>
                    <ns1:pt x="48" y="20"/>
                  </ns1:cubicBezTo>
                  <ns1:cubicBezTo>
                    <ns1:pt x="48" y="9"/>
                    <ns1:pt x="57" y="0"/>
                    <ns1:pt x="68" y="0"/>
                  </ns1:cubicBezTo>
                  <ns1:cubicBezTo>
                    <ns1:pt x="74" y="0"/>
                    <ns1:pt x="79" y="2"/>
                    <ns1:pt x="83" y="6"/>
                  </ns1:cubicBezTo>
                  <ns1:cubicBezTo>
                    <ns1:pt x="88" y="5"/>
                    <ns1:pt x="92" y="4"/>
                    <ns1:pt x="96" y="1"/>
                  </ns1:cubicBezTo>
                  <ns1:cubicBezTo>
                    <ns1:pt x="94" y="6"/>
                    <ns1:pt x="91" y="10"/>
                    <ns1:pt x="87" y="12"/>
                  </ns1:cubicBezTo>
                  <ns1:cubicBezTo>
                    <ns1:pt x="91" y="12"/>
                    <ns1:pt x="95" y="11"/>
                    <ns1:pt x="99" y="9"/>
                  </ns1:cubicBezTo>
                  <ns1:cubicBezTo>
                    <ns1:pt x="96" y="13"/>
                    <ns1:pt x="92" y="17"/>
                    <ns1:pt x="88" y="20"/>
                  </ns1:cubicBezTo>
                  <ns1:close/>
                </ns1:path>
              </ns1:pathLst>
            </ns1:custGeom>
            <ns1:solidFill>
              <ns1:schemeClr val="bg1"/>
            </ns1:solidFill>
            <ns1:ln>
              <ns1:noFill/>
            </ns1:ln>
            <ns1:extLst/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en-US" sz="2700"/>
            </ns1:p>
          </ns0:txBody>
        </ns0:sp>
      </ns0:grpSp>
      <ns0:grpSp>
        <ns0:nvGrpSpPr>
          <ns0:cNvPr id="51" name="Group 50">
            <ns1:extLst>
              <ns1:ext uri="{FF2B5EF4-FFF2-40B4-BE49-F238E27FC236}">
                <ns2:creationId id="{9B16918E-A9FA-4C10-8075-AF102552D63B}"/>
              </ns1:ext>
            </ns1:extLst>
          </ns0:cNvPr>
          <ns0:cNvGrpSpPr/>
          <ns0:nvPr/>
        </ns0:nvGrpSpPr>
        <ns0:grpSpPr>
          <ns1:xfrm>
            <ns1:off x="8115564" y="5351141"/>
            <ns1:ext cx="518615" cy="491321"/>
            <ns1:chOff x="777922" y="2649252"/>
            <ns1:chExt cx="518615" cy="491321"/>
          </ns1:xfrm>
        </ns0:grpSpPr>
        <ns0:sp>
          <ns0:nvSpPr>
            <ns0:cNvPr id="52" name="Rectangle 51">
              <ns1:extLst>
                <ns1:ext uri="{FF2B5EF4-FFF2-40B4-BE49-F238E27FC236}">
                  <ns2:creationId id="{7E1D4B69-F0E0-488C-A6B0-825C254E0968}"/>
                </ns1:ext>
              </ns1:extLst>
            </ns0:cNvPr>
            <ns0:cNvSpPr/>
            <ns0:nvPr/>
          </ns0:nvSpPr>
          <ns0:spPr>
            <ns1:xfrm>
              <ns1:off x="777922" y="2649252"/>
              <ns1:ext cx="518615" cy="491321"/>
            </ns1:xfrm>
            <ns1:prstGeom prst="rect">
              <ns1:avLst/>
            </ns1:prstGeom>
            <ns1:solidFill>
              <ns1:srgbClr val="F07D66"/>
            </ns1:solidFill>
            <ns1:ln>
              <ns1:noFill/>
            </ns1:ln>
          </ns0:spPr>
          <ns0:style>
            <ns1:lnRef idx="2">
              <ns1:schemeClr val="accent1">
                <ns1:shade val="50000"/>
              </ns1:schemeClr>
            </ns1:lnRef>
            <ns1:fillRef idx="1">
              <ns1:schemeClr val="accent1"/>
            </ns1:fillRef>
            <ns1:effectRef idx="0">
              <ns1:schemeClr val="accent1"/>
            </ns1:effectRef>
            <ns1:fontRef idx="minor">
              <ns1:schemeClr val="lt1"/>
            </ns1:fontRef>
          </ns0:style>
          <ns0:txBody>
            <ns1:bodyPr rtlCol="0" anchor="ctr"/>
            <ns1:lstStyle/>
            <ns1:p>
              <ns1:pPr algn="ctr"/>
              <ns1:endParaRPr lang="en-US"/>
            </ns1:p>
          </ns0:txBody>
        </ns0:sp>
        <ns0:sp>
          <ns0:nvSpPr>
            <ns0:cNvPr id="53" name="Freeform 173">
              <ns1:extLst>
                <ns1:ext uri="{FF2B5EF4-FFF2-40B4-BE49-F238E27FC236}">
                  <ns2:creationId id="{36A9BEB1-4422-4CC8-9AEB-2DFB9B392386}"/>
                </ns1:ext>
              </ns1:extLst>
            </ns0:cNvPr>
            <ns0:cNvSpPr>
              <ns1:spLocks noEditPoints="1"/>
            </ns0:cNvSpPr>
            <ns0:nvPr/>
          </ns0:nvSpPr>
          <ns0:spPr bwMode="auto">
            <ns1:xfrm>
              <ns1:off x="940960" y="2803308"/>
              <ns1:ext cx="192539" cy="183209"/>
            </ns1:xfrm>
            <ns1:custGeom>
              <ns1:avLst/>
              <ns1:gdLst>
                <ns1:gd name="T0" fmla="*/ 12 w 96"/>
                <ns1:gd name="T1" fmla="*/ 21 h 91"/>
                <ns1:gd name="T2" fmla="*/ 12 w 96"/>
                <ns1:gd name="T3" fmla="*/ 21 h 91"/>
                <ns1:gd name="T4" fmla="*/ 0 w 96"/>
                <ns1:gd name="T5" fmla="*/ 11 h 91"/>
                <ns1:gd name="T6" fmla="*/ 12 w 96"/>
                <ns1:gd name="T7" fmla="*/ 0 h 91"/>
                <ns1:gd name="T8" fmla="*/ 23 w 96"/>
                <ns1:gd name="T9" fmla="*/ 11 h 91"/>
                <ns1:gd name="T10" fmla="*/ 12 w 96"/>
                <ns1:gd name="T11" fmla="*/ 21 h 91"/>
                <ns1:gd name="T12" fmla="*/ 22 w 96"/>
                <ns1:gd name="T13" fmla="*/ 91 h 91"/>
                <ns1:gd name="T14" fmla="*/ 2 w 96"/>
                <ns1:gd name="T15" fmla="*/ 91 h 91"/>
                <ns1:gd name="T16" fmla="*/ 2 w 96"/>
                <ns1:gd name="T17" fmla="*/ 30 h 91"/>
                <ns1:gd name="T18" fmla="*/ 22 w 96"/>
                <ns1:gd name="T19" fmla="*/ 30 h 91"/>
                <ns1:gd name="T20" fmla="*/ 22 w 96"/>
                <ns1:gd name="T21" fmla="*/ 91 h 91"/>
                <ns1:gd name="T22" fmla="*/ 96 w 96"/>
                <ns1:gd name="T23" fmla="*/ 91 h 91"/>
                <ns1:gd name="T24" fmla="*/ 76 w 96"/>
                <ns1:gd name="T25" fmla="*/ 91 h 91"/>
                <ns1:gd name="T26" fmla="*/ 76 w 96"/>
                <ns1:gd name="T27" fmla="*/ 58 h 91"/>
                <ns1:gd name="T28" fmla="*/ 65 w 96"/>
                <ns1:gd name="T29" fmla="*/ 44 h 91"/>
                <ns1:gd name="T30" fmla="*/ 55 w 96"/>
                <ns1:gd name="T31" fmla="*/ 52 h 91"/>
                <ns1:gd name="T32" fmla="*/ 54 w 96"/>
                <ns1:gd name="T33" fmla="*/ 57 h 91"/>
                <ns1:gd name="T34" fmla="*/ 54 w 96"/>
                <ns1:gd name="T35" fmla="*/ 91 h 91"/>
                <ns1:gd name="T36" fmla="*/ 34 w 96"/>
                <ns1:gd name="T37" fmla="*/ 91 h 91"/>
                <ns1:gd name="T38" fmla="*/ 34 w 96"/>
                <ns1:gd name="T39" fmla="*/ 30 h 91"/>
                <ns1:gd name="T40" fmla="*/ 54 w 96"/>
                <ns1:gd name="T41" fmla="*/ 30 h 91"/>
                <ns1:gd name="T42" fmla="*/ 54 w 96"/>
                <ns1:gd name="T43" fmla="*/ 39 h 91"/>
                <ns1:gd name="T44" fmla="*/ 54 w 96"/>
                <ns1:gd name="T45" fmla="*/ 39 h 91"/>
                <ns1:gd name="T46" fmla="*/ 73 w 96"/>
                <ns1:gd name="T47" fmla="*/ 28 h 91"/>
                <ns1:gd name="T48" fmla="*/ 96 w 96"/>
                <ns1:gd name="T49" fmla="*/ 56 h 91"/>
                <ns1:gd name="T50" fmla="*/ 96 w 96"/>
                <ns1:gd name="T51" fmla="*/ 91 h 91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  <ns1:cxn ang="0">
                  <ns1:pos x="T30" y="T31"/>
                </ns1:cxn>
                <ns1:cxn ang="0">
                  <ns1:pos x="T32" y="T33"/>
                </ns1:cxn>
                <ns1:cxn ang="0">
                  <ns1:pos x="T34" y="T35"/>
                </ns1:cxn>
                <ns1:cxn ang="0">
                  <ns1:pos x="T36" y="T37"/>
                </ns1:cxn>
                <ns1:cxn ang="0">
                  <ns1:pos x="T38" y="T39"/>
                </ns1:cxn>
                <ns1:cxn ang="0">
                  <ns1:pos x="T40" y="T41"/>
                </ns1:cxn>
                <ns1:cxn ang="0">
                  <ns1:pos x="T42" y="T43"/>
                </ns1:cxn>
                <ns1:cxn ang="0">
                  <ns1:pos x="T44" y="T45"/>
                </ns1:cxn>
                <ns1:cxn ang="0">
                  <ns1:pos x="T46" y="T47"/>
                </ns1:cxn>
                <ns1:cxn ang="0">
                  <ns1:pos x="T48" y="T49"/>
                </ns1:cxn>
                <ns1:cxn ang="0">
                  <ns1:pos x="T50" y="T51"/>
                </ns1:cxn>
              </ns1:cxnLst>
              <ns1:rect l="0" t="0" r="r" b="b"/>
              <ns1:pathLst>
                <ns1:path w="96" h="91">
                  <ns1:moveTo>
                    <ns1:pt x="12" y="21"/>
                  </ns1:moveTo>
                  <ns1:cubicBezTo>
                    <ns1:pt x="12" y="21"/>
                    <ns1:pt x="12" y="21"/>
                    <ns1:pt x="12" y="21"/>
                  </ns1:cubicBezTo>
                  <ns1:cubicBezTo>
                    <ns1:pt x="5" y="21"/>
                    <ns1:pt x="0" y="16"/>
                    <ns1:pt x="0" y="11"/>
                  </ns1:cubicBezTo>
                  <ns1:cubicBezTo>
                    <ns1:pt x="0" y="4"/>
                    <ns1:pt x="5" y="0"/>
                    <ns1:pt x="12" y="0"/>
                  </ns1:cubicBezTo>
                  <ns1:cubicBezTo>
                    <ns1:pt x="19" y="0"/>
                    <ns1:pt x="23" y="4"/>
                    <ns1:pt x="23" y="11"/>
                  </ns1:cubicBezTo>
                  <ns1:cubicBezTo>
                    <ns1:pt x="24" y="16"/>
                    <ns1:pt x="19" y="21"/>
                    <ns1:pt x="12" y="21"/>
                  </ns1:cubicBezTo>
                  <ns1:close/>
                  <ns1:moveTo>
                    <ns1:pt x="22" y="91"/>
                  </ns1:moveTo>
                  <ns1:cubicBezTo>
                    <ns1:pt x="2" y="91"/>
                    <ns1:pt x="2" y="91"/>
                    <ns1:pt x="2" y="91"/>
                  </ns1:cubicBezTo>
                  <ns1:cubicBezTo>
                    <ns1:pt x="2" y="30"/>
                    <ns1:pt x="2" y="30"/>
                    <ns1:pt x="2" y="30"/>
                  </ns1:cubicBezTo>
                  <ns1:cubicBezTo>
                    <ns1:pt x="22" y="30"/>
                    <ns1:pt x="22" y="30"/>
                    <ns1:pt x="22" y="30"/>
                  </ns1:cubicBezTo>
                  <ns1:lnTo>
                    <ns1:pt x="22" y="91"/>
                  </ns1:lnTo>
                  <ns1:close/>
                  <ns1:moveTo>
                    <ns1:pt x="96" y="91"/>
                  </ns1:moveTo>
                  <ns1:cubicBezTo>
                    <ns1:pt x="76" y="91"/>
                    <ns1:pt x="76" y="91"/>
                    <ns1:pt x="76" y="91"/>
                  </ns1:cubicBezTo>
                  <ns1:cubicBezTo>
                    <ns1:pt x="76" y="58"/>
                    <ns1:pt x="76" y="58"/>
                    <ns1:pt x="76" y="58"/>
                  </ns1:cubicBezTo>
                  <ns1:cubicBezTo>
                    <ns1:pt x="76" y="50"/>
                    <ns1:pt x="73" y="44"/>
                    <ns1:pt x="65" y="44"/>
                  </ns1:cubicBezTo>
                  <ns1:cubicBezTo>
                    <ns1:pt x="60" y="44"/>
                    <ns1:pt x="56" y="48"/>
                    <ns1:pt x="55" y="52"/>
                  </ns1:cubicBezTo>
                  <ns1:cubicBezTo>
                    <ns1:pt x="54" y="53"/>
                    <ns1:pt x="54" y="55"/>
                    <ns1:pt x="54" y="57"/>
                  </ns1:cubicBezTo>
                  <ns1:cubicBezTo>
                    <ns1:pt x="54" y="91"/>
                    <ns1:pt x="54" y="91"/>
                    <ns1:pt x="54" y="91"/>
                  </ns1:cubicBezTo>
                  <ns1:cubicBezTo>
                    <ns1:pt x="34" y="91"/>
                    <ns1:pt x="34" y="91"/>
                    <ns1:pt x="34" y="91"/>
                  </ns1:cubicBezTo>
                  <ns1:cubicBezTo>
                    <ns1:pt x="34" y="35"/>
                    <ns1:pt x="34" y="30"/>
                    <ns1:pt x="34" y="30"/>
                  </ns1:cubicBezTo>
                  <ns1:cubicBezTo>
                    <ns1:pt x="54" y="30"/>
                    <ns1:pt x="54" y="30"/>
                    <ns1:pt x="54" y="30"/>
                  </ns1:cubicBezTo>
                  <ns1:cubicBezTo>
                    <ns1:pt x="54" y="39"/>
                    <ns1:pt x="54" y="39"/>
                    <ns1:pt x="54" y="39"/>
                  </ns1:cubicBezTo>
                  <ns1:cubicBezTo>
                    <ns1:pt x="54" y="39"/>
                    <ns1:pt x="54" y="39"/>
                    <ns1:pt x="54" y="39"/>
                  </ns1:cubicBezTo>
                  <ns1:cubicBezTo>
                    <ns1:pt x="57" y="34"/>
                    <ns1:pt x="61" y="28"/>
                    <ns1:pt x="73" y="28"/>
                  </ns1:cubicBezTo>
                  <ns1:cubicBezTo>
                    <ns1:pt x="86" y="28"/>
                    <ns1:pt x="96" y="37"/>
                    <ns1:pt x="96" y="56"/>
                  </ns1:cubicBezTo>
                  <ns1:lnTo>
                    <ns1:pt x="96" y="91"/>
                  </ns1:lnTo>
                  <ns1:close/>
                </ns1:path>
              </ns1:pathLst>
            </ns1:custGeom>
            <ns1:solidFill>
              <ns1:schemeClr val="bg1"/>
            </ns1:solidFill>
            <ns1:ln>
              <ns1:noFill/>
            </ns1:ln>
            <ns1:extLst/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en-US" sz="2700"/>
            </ns1:p>
          </ns0:txBody>
        </ns0:sp>
      </ns0:grpSp>
      <ns0:sp>
        <ns0:nvSpPr>
          <ns0:cNvPr id="59" name="TextBox 58">
            <ns1:extLst>
              <ns1:ext uri="{FF2B5EF4-FFF2-40B4-BE49-F238E27FC236}">
                <ns2:creationId id="{C49F7222-E4C4-490E-AFC0-01C6C72BD9D7}"/>
              </ns1:ext>
            </ns1:extLst>
          </ns0:cNvPr>
          <ns0:cNvSpPr txBox="1"/>
          <ns0:nvPr/>
        </ns0:nvSpPr>
        <ns0:spPr>
          <ns1:xfrm>
            <ns1:off x="8374873" y="2286808"/>
            <ns1:ext cx="2874016" cy="307777"/>
          </ns1:xfrm>
          <ns1:prstGeom prst="rect">
            <ns1:avLst/>
          </ns1:prstGeom>
          <ns1:noFill/>
        </ns0:spPr>
        <ns0:txBody>
          <ns1:bodyPr wrap="square" rtlCol="0">
            <ns1:spAutoFit/>
          </ns1:bodyPr>
          <ns1:lstStyle/>
          <ns1:p>
            <ns1:pPr algn="ctr"/>
            <ns1:r>
              <ns1:rPr lang="en-US" sz="1400" b="1">
                <ns1:solidFill>
                  <ns1:schemeClr val="tx1">
                    <ns1:lumMod val="75000"/>
                    <ns1:lumOff val="25000"/>
                  </ns1:schemeClr>
                </ns1:solidFill>
                <ns1:latin typeface="Lato" panose="020F0502020204030203" pitchFamily="34" charset="0"/>
                <ns1:ea typeface="Lato" panose="020F0502020204030203" pitchFamily="34" charset="0"/>
                <ns1:cs typeface="Lato" panose="020F0502020204030203" pitchFamily="34" charset="0"/>
              </ns1:rPr>
              <ns1:t>{SlideSupportingContent3}</ns1:t>
            </ns1:r>
          </ns1:p>
        </ns0:txBody>
      </ns0:sp>
      <ns0:sp>
        <ns0:nvSpPr>
          <ns0:cNvPr id="60" name="TextBox 59">
            <ns1:extLst>
              <ns1:ext uri="{FF2B5EF4-FFF2-40B4-BE49-F238E27FC236}">
                <ns2:creationId id="{5A957229-7576-4F06-B523-9972165AB4B5}"/>
              </ns1:ext>
            </ns1:extLst>
          </ns0:cNvPr>
          <ns0:cNvSpPr txBox="1"/>
          <ns0:nvPr/>
        </ns0:nvSpPr>
        <ns0:spPr>
          <ns1:xfrm>
            <ns1:off x="8374873" y="2594586"/>
            <ns1:ext cx="2874016" cy="276999"/>
          </ns1:xfrm>
          <ns1:prstGeom prst="rect">
            <ns1:avLst/>
          </ns1:prstGeom>
          <ns1:noFill/>
        </ns0:spPr>
        <ns0:txBody>
          <ns1:bodyPr wrap="square" rtlCol="0">
            <ns1:spAutoFit/>
          </ns1:bodyPr>
          <ns1:lstStyle/>
          <ns1:p>
            <ns1:pPr algn="ctr"/>
            <ns1:r>
              <ns1:rPr lang="en-US" sz="1200">
                <ns1:solidFill>
                  <ns1:schemeClr val="bg1">
                    <ns1:lumMod val="50000"/>
                  </ns1:schemeClr>
                </ns1:solidFill>
                <ns1:latin typeface="Lato" panose="020F0502020204030203" pitchFamily="34" charset="0"/>
                <ns1:ea typeface="Lato" panose="020F0502020204030203" pitchFamily="34" charset="0"/>
                <ns1:cs typeface="Lato" panose="020F0502020204030203" pitchFamily="34" charset="0"/>
              </ns1:rPr>
              <ns1:t>{SlideSupportingContent4}</ns1:t>
            </ns1:r>
          </ns1:p>
        </ns0:txBody>
      </ns0:sp>
      <ns0:sp>
        <ns0:nvSpPr>
          <ns0:cNvPr id="6" name="TextBox 5">
            <ns1:extLst>
              <ns1:ext uri="{FF2B5EF4-FFF2-40B4-BE49-F238E27FC236}">
                <ns2:creationId id="{96D3C768-CA6B-4F95-AABF-DE45672DC49C}"/>
              </ns1:ext>
            </ns1:extLst>
          </ns0:cNvPr>
          <ns0:cNvSpPr txBox="1"/>
          <ns0:nvPr/>
        </ns0:nvSpPr>
        <ns0:spPr>
          <ns1:xfrm>
            <ns1:off x="696101" y="5842462"/>
            <ns1:ext cx="3028008" cy="523220"/>
          </ns1:xfrm>
          <ns1:prstGeom prst="rect">
            <ns1:avLst/>
          </ns1:prstGeom>
          <ns1:noFill/>
        </ns0:spPr>
        <ns0:txBody>
          <ns1:bodyPr wrap="none" rtlCol="0">
            <ns1:spAutoFit/>
          </ns1:bodyPr>
          <ns1:lstStyle/>
          <ns1:p>
            <ns1:pPr algn="ctr"/>
            <ns1:r>
              <ns1:rPr lang="en-US" sz="2800">
                <ns1:latin typeface="Playfair Display" panose="00000500000000000000" pitchFamily="50" charset="0"/>
              </ns1:rPr>
              <ns1:t>{SlideSupportingContent5}</ns1:t>
            </ns1:r>
          </ns1:p>
        </ns0:txBody>
      </ns0:sp>
    </ns0:spTree>
    <ns0:extLst>
      <ns0:ext uri="{BB962C8B-B14F-4D97-AF65-F5344CB8AC3E}">
        <ns3:creationId val="4067301581"/>
      </ns0:ext>
    </ns0:extLst>
  </ns0:cSld>
  <ns0:clrMapOvr>
    <ns1:masterClrMapping/>
  </ns0:clrMapOvr>
</ns0:sld>
</file>

<file path=ppt/slides/slide10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microsoft.com/office/powerpoint/2010/main">
  <ns0:cSld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11" name="Slide Number Placeholder 10">
            <ns1:extLst>
              <ns1:ext uri="{FF2B5EF4-FFF2-40B4-BE49-F238E27FC236}">
                <ns2:creationId id="{8D8D94B0-C236-4F27-8E31-C3A0C5A1C08C}"/>
              </ns1:ext>
            </ns1:extLst>
          </ns0:cNvPr>
          <ns0:cNvSpPr>
            <ns1:spLocks noGrp="1"/>
          </ns0:cNvSpPr>
          <ns0:nvPr>
            <ns0:ph type="sldNum" sz="quarter" idx="4"/>
          </ns0:nvPr>
        </ns0:nvSpPr>
        <ns0:spPr/>
        <ns0:txBody>
          <ns1:bodyPr/>
          <ns1:lstStyle/>
          <ns1:p>
            <ns1:fld id="{BC64674B-0CCF-4531-A68C-815F17BC8CC8}" type="slidenum">
              <ns1:rPr lang="en-US" smtClean="0"/>
              <ns1:pPr/>
              <ns1:t>{SlideStatistic}</ns1:t>
            </ns1:fld>
            <ns1:endParaRPr lang="en-US"/>
          </ns1:p>
        </ns0:txBody>
      </ns0:sp>
      <ns0:sp>
        <ns0:nvSpPr>
          <ns0:cNvPr id="62" name="TextBox 61">
            <ns1:extLst>
              <ns1:ext uri="{FF2B5EF4-FFF2-40B4-BE49-F238E27FC236}">
                <ns2:creationId id="{94CC91D3-3F74-4937-91FA-A66422A7283C}"/>
              </ns1:ext>
            </ns1:extLst>
          </ns0:cNvPr>
          <ns0:cNvSpPr txBox="1"/>
          <ns0:nvPr/>
        </ns0:nvSpPr>
        <ns0:spPr>
          <ns1:xfrm>
            <ns1:off x="4049881" y="418502"/>
            <ns1:ext cx="4092238" cy="954107"/>
          </ns1:xfrm>
          <ns1:prstGeom prst="rect">
            <ns1:avLst/>
          </ns1:prstGeom>
          <ns1:noFill/>
        </ns0:spPr>
        <ns0:txBody>
          <ns1:bodyPr wrap="square" rtlCol="0">
            <ns1:spAutoFit/>
          </ns1:bodyPr>
          <ns1:lstStyle/>
          <ns1:p>
            <ns1:pPr algn="ctr"/>
            <ns1:r>
              <ns1:rPr lang="en-US" sz="2800">
                <ns1:latin typeface="Playfair Display" panose="00000500000000000000" pitchFamily="50" charset="0"/>
              </ns1:rPr>
              <ns1:t>{SlideSectionLabel}</ns1:t>
            </ns1:r>
          </ns1:p>
        </ns0:txBody>
      </ns0:sp>
      <ns0:sp>
        <ns0:nvSpPr>
          <ns0:cNvPr id="63" name="TextBox 62">
            <ns1:extLst>
              <ns1:ext uri="{FF2B5EF4-FFF2-40B4-BE49-F238E27FC236}">
                <ns2:creationId id="{9E7EC88C-8AFC-476D-B8F1-851DD79FE13D}"/>
              </ns1:ext>
            </ns1:extLst>
          </ns0:cNvPr>
          <ns0:cNvSpPr txBox="1"/>
          <ns0:nvPr/>
        </ns0:nvSpPr>
        <ns0:spPr>
          <ns1:xfrm>
            <ns1:off x="8625384" y="4508793"/>
            <ns1:ext cx="3357349" cy="1440844"/>
          </ns1:xfrm>
          <ns1:prstGeom prst="rect">
            <ns1:avLst/>
          </ns1:prstGeom>
          <ns1:noFill/>
        </ns0:spPr>
        <ns0:txBody>
          <ns1:bodyPr wrap="square" rtlCol="0">
            <ns1:spAutoFit/>
          </ns1:bodyPr>
          <ns1:lstStyle/>
          <ns1:p>
            <ns1:pPr>
              <ns1:lnSpc>
                <ns1:spcPct val="150000"/>
              </ns1:lnSpc>
            </ns1:pPr>
            <ns1:r>
              <ns1:rPr lang="en-US" sz="1200">
                <ns1:solidFill>
                  <ns1:schemeClr val="bg1">
                    <ns1:lumMod val="50000"/>
                  </ns1:schemeClr>
                </ns1:solidFill>
                <ns1:latin typeface="Lato" panose="020F0502020204030203" pitchFamily="34" charset="0"/>
                <ns1:ea typeface="Lato" panose="020F0502020204030203" pitchFamily="34" charset="0"/>
                <ns1:cs typeface="Lato" panose="020F0502020204030203" pitchFamily="34" charset="0"/>
              </ns1:rPr>
              <ns1:t>{SlideCallout}</ns1:t>
            </ns1:r>
          </ns1:p>
        </ns0:txBody>
      </ns0:sp>
      <ns0:sp>
        <ns0:nvSpPr>
          <ns0:cNvPr id="5" name="Hexagon 4">
            <ns1:extLst>
              <ns1:ext uri="{FF2B5EF4-FFF2-40B4-BE49-F238E27FC236}">
                <ns2:creationId id="{7AF222AA-7006-4913-BA00-0219AECAA3F8}"/>
              </ns1:ext>
            </ns1:extLst>
          </ns0:cNvPr>
          <ns0:cNvSpPr/>
          <ns0:nvPr/>
        </ns0:nvSpPr>
        <ns0:spPr>
          <ns1:xfrm rot="16200000">
            <ns1:off x="487661" y="3067392"/>
            <ns1:ext cx="821553" cy="722729"/>
          </ns1:xfrm>
          <ns1:prstGeom prst="hexagon">
            <ns1:avLst/>
          </ns1:prstGeom>
          <ns1:noFill/>
          <ns1:ln w="38100">
            <ns1:solidFill>
              <ns1:schemeClr val="bg1"/>
            </ns1:solidFill>
          </ns1:ln>
        </ns0:spPr>
        <ns0:style>
          <ns1:lnRef idx="2">
            <ns1:schemeClr val="accent1">
              <ns1:shade val="50000"/>
            </ns1:schemeClr>
          </ns1:lnRef>
          <ns1:fillRef idx="1">
            <ns1:schemeClr val="accent1"/>
          </ns1:fillRef>
          <ns1:effectRef idx="0">
            <ns1:schemeClr val="accent1"/>
          </ns1:effectRef>
          <ns1:fontRef idx="minor">
            <ns1:schemeClr val="lt1"/>
          </ns1:fontRef>
        </ns0:style>
        <ns0:txBody>
          <ns1:bodyPr vert="vert" rtlCol="0" anchor="ctr"/>
          <ns1:lstStyle/>
          <ns1:p>
            <ns1:pPr algn="ctr"/>
            <ns1:r>
              <ns1:rPr lang="en-US" b="1" i="1">
                <ns1:latin typeface="Lato" panose="020F0502020204030203" pitchFamily="34" charset="0"/>
                <ns1:ea typeface="Lato" panose="020F0502020204030203" pitchFamily="34" charset="0"/>
                <ns1:cs typeface="Lato" panose="020F0502020204030203" pitchFamily="34" charset="0"/>
              </ns1:rPr>
              <ns1:t>{SlideStatistic}</ns1:t>
            </ns1:r>
          </ns1:p>
        </ns0:txBody>
      </ns0:sp>
      <ns0:sp>
        <ns0:nvSpPr>
          <ns0:cNvPr id="64" name="TextBox 63">
            <ns1:extLst>
              <ns1:ext uri="{FF2B5EF4-FFF2-40B4-BE49-F238E27FC236}">
                <ns2:creationId id="{16505242-B6F0-4153-AF42-38447F1ACF87}"/>
              </ns1:ext>
            </ns1:extLst>
          </ns0:cNvPr>
          <ns0:cNvSpPr txBox="1"/>
          <ns0:nvPr/>
        </ns0:nvSpPr>
        <ns0:spPr>
          <ns1:xfrm>
            <ns1:off x="1422570" y="3106168"/>
            <ns1:ext cx="1689120" cy="662938"/>
          </ns1:xfrm>
          <ns1:prstGeom prst="rect">
            <ns1:avLst/>
          </ns1:prstGeom>
          <ns1:noFill/>
        </ns0:spPr>
        <ns0:txBody>
          <ns1:bodyPr wrap="square" rtlCol="0">
            <ns1:spAutoFit/>
          </ns1:bodyPr>
          <ns1:lstStyle/>
          <ns1:p>
            <ns1:pPr>
              <ns1:lnSpc>
                <ns1:spcPct val="120000"/>
              </ns1:lnSpc>
            </ns1:pPr>
            <ns1:r>
              <ns1:rPr lang="en-US" sz="1600">
                <ns1:solidFill>
                  <ns1:schemeClr val="bg1"/>
                </ns1:solidFill>
                <ns1:latin typeface="Merriweather" panose="02060503050406030704" pitchFamily="18" charset="0"/>
              </ns1:rPr>
              <ns1:t>{SlideSupportingContent}</ns1:t>
            </ns1:r>
          </ns1:p>
        </ns0:txBody>
      </ns0:sp>
      <ns0:sp>
        <ns0:nvSpPr>
          <ns0:cNvPr id="66" name="Hexagon 65">
            <ns1:extLst>
              <ns1:ext uri="{FF2B5EF4-FFF2-40B4-BE49-F238E27FC236}">
                <ns2:creationId id="{2DD5C519-0ED9-4C63-BA1C-71EE1B812882}"/>
              </ns1:ext>
            </ns1:extLst>
          </ns0:cNvPr>
          <ns0:cNvSpPr/>
          <ns0:nvPr/>
        </ns0:nvSpPr>
        <ns0:spPr>
          <ns1:xfrm rot="16200000">
            <ns1:off x="487663" y="1855017"/>
            <ns1:ext cx="821550" cy="722726"/>
          </ns1:xfrm>
          <ns1:prstGeom prst="hexagon">
            <ns1:avLst/>
          </ns1:prstGeom>
          <ns1:noFill/>
          <ns1:ln w="38100">
            <ns1:solidFill>
              <ns1:schemeClr val="bg1"/>
            </ns1:solidFill>
          </ns1:ln>
        </ns0:spPr>
        <ns0:style>
          <ns1:lnRef idx="2">
            <ns1:schemeClr val="accent1">
              <ns1:shade val="50000"/>
            </ns1:schemeClr>
          </ns1:lnRef>
          <ns1:fillRef idx="1">
            <ns1:schemeClr val="accent1"/>
          </ns1:fillRef>
          <ns1:effectRef idx="0">
            <ns1:schemeClr val="accent1"/>
          </ns1:effectRef>
          <ns1:fontRef idx="minor">
            <ns1:schemeClr val="lt1"/>
          </ns1:fontRef>
        </ns0:style>
        <ns0:txBody>
          <ns1:bodyPr vert="vert" rtlCol="0" anchor="ctr"/>
          <ns1:lstStyle/>
          <ns1:p>
            <ns1:pPr algn="ctr"/>
            <ns1:r>
              <ns1:rPr lang="en-US" b="1" i="1">
                <ns1:latin typeface="Lato" panose="020F0502020204030203" pitchFamily="34" charset="0"/>
                <ns1:ea typeface="Lato" panose="020F0502020204030203" pitchFamily="34" charset="0"/>
                <ns1:cs typeface="Lato" panose="020F0502020204030203" pitchFamily="34" charset="0"/>
              </ns1:rPr>
              <ns1:t>{SlideStatistic}</ns1:t>
            </ns1:r>
          </ns1:p>
        </ns0:txBody>
      </ns0:sp>
      <ns0:sp>
        <ns0:nvSpPr>
          <ns0:cNvPr id="67" name="TextBox 66">
            <ns1:extLst>
              <ns1:ext uri="{FF2B5EF4-FFF2-40B4-BE49-F238E27FC236}">
                <ns2:creationId id="{A9FFC669-9F0A-4F2B-8DBC-34FD6AF939E1}"/>
              </ns1:ext>
            </ns1:extLst>
          </ns0:cNvPr>
          <ns0:cNvSpPr txBox="1"/>
          <ns0:nvPr/>
        </ns0:nvSpPr>
        <ns0:spPr>
          <ns1:xfrm>
            <ns1:off x="1422570" y="1893792"/>
            <ns1:ext cx="1689119" cy="662938"/>
          </ns1:xfrm>
          <ns1:prstGeom prst="rect">
            <ns1:avLst/>
          </ns1:prstGeom>
          <ns1:noFill/>
        </ns0:spPr>
        <ns0:txBody>
          <ns1:bodyPr wrap="square" rtlCol="0">
            <ns1:spAutoFit/>
          </ns1:bodyPr>
          <ns1:lstStyle/>
          <ns1:p>
            <ns1:pPr>
              <ns1:lnSpc>
                <ns1:spcPct val="120000"/>
              </ns1:lnSpc>
            </ns1:pPr>
            <ns1:r>
              <ns1:rPr lang="en-US" sz="1600">
                <ns1:solidFill>
                  <ns1:schemeClr val="bg1"/>
                </ns1:solidFill>
                <ns1:latin typeface="Merriweather" panose="02060503050406030704" pitchFamily="18" charset="0"/>
              </ns1:rPr>
              <ns1:t>{SlideSectionLabel}</ns1:t>
            </ns1:r>
          </ns1:p>
        </ns0:txBody>
      </ns0:sp>
      <ns0:sp>
        <ns0:nvSpPr>
          <ns0:cNvPr id="68" name="Hexagon 67">
            <ns1:extLst>
              <ns1:ext uri="{FF2B5EF4-FFF2-40B4-BE49-F238E27FC236}">
                <ns2:creationId id="{81BC1433-3EDD-4E7A-BB47-6DBBBC2DE49B}"/>
              </ns1:ext>
            </ns1:extLst>
          </ns0:cNvPr>
          <ns0:cNvSpPr/>
          <ns0:nvPr/>
        </ns0:nvSpPr>
        <ns0:spPr>
          <ns1:xfrm rot="16200000">
            <ns1:off x="487661" y="4280254"/>
            <ns1:ext cx="821553" cy="722729"/>
          </ns1:xfrm>
          <ns1:prstGeom prst="hexagon">
            <ns1:avLst/>
          </ns1:prstGeom>
          <ns1:noFill/>
          <ns1:ln w="38100">
            <ns1:solidFill>
              <ns1:schemeClr val="bg1"/>
            </ns1:solidFill>
          </ns1:ln>
        </ns0:spPr>
        <ns0:style>
          <ns1:lnRef idx="2">
            <ns1:schemeClr val="accent1">
              <ns1:shade val="50000"/>
            </ns1:schemeClr>
          </ns1:lnRef>
          <ns1:fillRef idx="1">
            <ns1:schemeClr val="accent1"/>
          </ns1:fillRef>
          <ns1:effectRef idx="0">
            <ns1:schemeClr val="accent1"/>
          </ns1:effectRef>
          <ns1:fontRef idx="minor">
            <ns1:schemeClr val="lt1"/>
          </ns1:fontRef>
        </ns0:style>
        <ns0:txBody>
          <ns1:bodyPr vert="vert" rtlCol="0" anchor="ctr"/>
          <ns1:lstStyle/>
          <ns1:p>
            <ns1:pPr algn="ctr"/>
            <ns1:r>
              <ns1:rPr lang="en-US" b="1" i="1">
                <ns1:latin typeface="Lato" panose="020F0502020204030203" pitchFamily="34" charset="0"/>
                <ns1:ea typeface="Lato" panose="020F0502020204030203" pitchFamily="34" charset="0"/>
                <ns1:cs typeface="Lato" panose="020F0502020204030203" pitchFamily="34" charset="0"/>
              </ns1:rPr>
              <ns1:t>{SlideStatistic}</ns1:t>
            </ns1:r>
          </ns1:p>
        </ns0:txBody>
      </ns0:sp>
      <ns0:sp>
        <ns0:nvSpPr>
          <ns0:cNvPr id="69" name="TextBox 68">
            <ns1:extLst>
              <ns1:ext uri="{FF2B5EF4-FFF2-40B4-BE49-F238E27FC236}">
                <ns2:creationId id="{3A042A21-BD6B-4645-9921-D3AE20B3D80A}"/>
              </ns1:ext>
            </ns1:extLst>
          </ns0:cNvPr>
          <ns0:cNvSpPr txBox="1"/>
          <ns0:nvPr/>
        </ns0:nvSpPr>
        <ns0:spPr>
          <ns1:xfrm>
            <ns1:off x="1422570" y="4319030"/>
            <ns1:ext cx="1689120" cy="662938"/>
          </ns1:xfrm>
          <ns1:prstGeom prst="rect">
            <ns1:avLst/>
          </ns1:prstGeom>
          <ns1:noFill/>
        </ns0:spPr>
        <ns0:txBody>
          <ns1:bodyPr wrap="square" rtlCol="0">
            <ns1:spAutoFit/>
          </ns1:bodyPr>
          <ns1:lstStyle/>
          <ns1:p>
            <ns1:pPr>
              <ns1:lnSpc>
                <ns1:spcPct val="120000"/>
              </ns1:lnSpc>
            </ns1:pPr>
            <ns1:r>
              <ns1:rPr lang="en-US" sz="1600">
                <ns1:solidFill>
                  <ns1:schemeClr val="bg1"/>
                </ns1:solidFill>
                <ns1:latin typeface="Merriweather" panose="02060503050406030704" pitchFamily="18" charset="0"/>
              </ns1:rPr>
              <ns1:t>{SlideSupportingContent2}</ns1:t>
            </ns1:r>
          </ns1:p>
        </ns0:txBody>
      </ns0:sp>
      <ns0:sp>
        <ns0:nvSpPr>
          <ns0:cNvPr id="3" name="Picture Placeholder 2">
            <ns1:extLst>
              <ns1:ext uri="{FF2B5EF4-FFF2-40B4-BE49-F238E27FC236}">
                <ns2:creationId id="{D99F8D28-841B-4EA7-BE0F-2F7B9E1B31D1}"/>
              </ns1:ext>
            </ns1:extLst>
          </ns0:cNvPr>
          <ns0:cNvSpPr>
            <ns1:spLocks noGrp="1"/>
          </ns0:cNvSpPr>
          <ns0:nvPr>
            <ns0:ph type="pic" sz="quarter" idx="11"/>
          </ns0:nvPr>
        </ns0:nvSpPr>
        <ns0:spPr/>
      </ns0:sp>
      <ns0:sp>
        <ns0:nvSpPr>
          <ns0:cNvPr id="6" name="Picture Placeholder 5">
            <ns1:extLst>
              <ns1:ext uri="{FF2B5EF4-FFF2-40B4-BE49-F238E27FC236}">
                <ns2:creationId id="{C11125C5-ADD5-47BD-A753-421C4C9BDA27}"/>
              </ns1:ext>
            </ns1:extLst>
          </ns0:cNvPr>
          <ns0:cNvSpPr>
            <ns1:spLocks noGrp="1"/>
          </ns0:cNvSpPr>
          <ns0:nvPr>
            <ns0:ph type="pic" sz="quarter" idx="12"/>
          </ns0:nvPr>
        </ns0:nvSpPr>
        <ns0:spPr/>
      </ns0:sp>
    </ns0:spTree>
    <ns0:extLst>
      <ns0:ext uri="{BB962C8B-B14F-4D97-AF65-F5344CB8AC3E}">
        <ns3:creationId val="1120606523"/>
      </ns0:ext>
    </ns0:extLst>
  </ns0:cSld>
  <ns0:clrMapOvr>
    <ns1:masterClrMapping/>
  </ns0:clrMapOvr>
</ns0:sld>
</file>

<file path=ppt/slides/slide11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microsoft.com/office/drawing/2010/main" xmlns:ns4="http://schemas.microsoft.com/office/powerpoint/2010/main">
  <ns0:cSld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TextBox 1">
            <ns1:extLst>
              <ns1:ext uri="{FF2B5EF4-FFF2-40B4-BE49-F238E27FC236}">
                <ns2:creationId id="{BBFAC3A6-5A0A-421B-AEFA-8CABB87626D8}"/>
              </ns1:ext>
            </ns1:extLst>
          </ns0:cNvPr>
          <ns0:cNvSpPr txBox="1"/>
          <ns0:nvPr/>
        </ns0:nvSpPr>
        <ns0:spPr>
          <ns1:xfrm>
            <ns1:off x="4769772" y="486435"/>
            <ns1:ext cx="2652457" cy="523220"/>
          </ns1:xfrm>
          <ns1:prstGeom prst="rect">
            <ns1:avLst/>
          </ns1:prstGeom>
          <ns1:noFill/>
        </ns0:spPr>
        <ns0:txBody>
          <ns1:bodyPr wrap="none" rtlCol="0">
            <ns1:spAutoFit/>
          </ns1:bodyPr>
          <ns1:lstStyle/>
          <ns1:p>
            <ns1:pPr algn="ctr"/>
            <ns1:r>
              <ns1:rPr lang="en-US" sz="2800">
                <ns1:latin typeface="Playfair Display" panose="00000500000000000000" pitchFamily="50" charset="0"/>
              </ns1:rPr>
              <ns1:t>{SlideSectionLabel}</ns1:t>
            </ns1:r>
          </ns1:p>
        </ns0:txBody>
      </ns0:sp>
      <ns0:sp>
        <ns0:nvSpPr>
          <ns0:cNvPr id="4" name="TextBox 3">
            <ns1:extLst>
              <ns1:ext uri="{FF2B5EF4-FFF2-40B4-BE49-F238E27FC236}">
                <ns2:creationId id="{E25E5F83-0547-46AE-BCE2-1605878725F9}"/>
              </ns1:ext>
            </ns1:extLst>
          </ns0:cNvPr>
          <ns0:cNvSpPr txBox="1"/>
          <ns0:nvPr/>
        </ns0:nvSpPr>
        <ns0:spPr>
          <ns1:xfrm>
            <ns1:off x="4658992" y="2536610"/>
            <ns1:ext cx="2874016" cy="307777"/>
          </ns1:xfrm>
          <ns1:prstGeom prst="rect">
            <ns1:avLst/>
          </ns1:prstGeom>
          <ns1:noFill/>
        </ns0:spPr>
        <ns0:txBody>
          <ns1:bodyPr wrap="square" rtlCol="0">
            <ns1:spAutoFit/>
          </ns1:bodyPr>
          <ns1:lstStyle/>
          <ns1:p>
            <ns1:pPr algn="ctr"/>
            <ns1:r>
              <ns1:rPr lang="en-US" sz="1400" b="1">
                <ns1:solidFill>
                  <ns1:schemeClr val="tx1">
                    <ns1:lumMod val="75000"/>
                    <ns1:lumOff val="25000"/>
                  </ns1:schemeClr>
                </ns1:solidFill>
                <ns1:latin typeface="Playfair Display" panose="00000500000000000000" pitchFamily="50" charset="0"/>
                <ns1:ea typeface="Open Sans" panose="020B0606030504020204" pitchFamily="34" charset="0"/>
                <ns1:cs typeface="Open Sans" panose="020B0606030504020204" pitchFamily="34" charset="0"/>
              </ns1:rPr>
              <ns1:t>{SlideSupportingContent}</ns1:t>
            </ns1:r>
            <ns1:endParaRPr lang="en-US" sz="1600" b="1">
              <ns1:solidFill>
                <ns1:schemeClr val="tx1">
                  <ns1:lumMod val="75000"/>
                  <ns1:lumOff val="25000"/>
                </ns1:schemeClr>
              </ns1:solidFill>
              <ns1:latin typeface="Playfair Display" panose="00000500000000000000" pitchFamily="50" charset="0"/>
              <ns1:ea typeface="Open Sans" panose="020B0606030504020204" pitchFamily="34" charset="0"/>
              <ns1:cs typeface="Open Sans" panose="020B0606030504020204" pitchFamily="34" charset="0"/>
            </ns1:endParaRPr>
          </ns1:p>
        </ns0:txBody>
      </ns0:sp>
      <ns0:sp>
        <ns0:nvSpPr>
          <ns0:cNvPr id="5" name="TextBox 4">
            <ns1:extLst>
              <ns1:ext uri="{FF2B5EF4-FFF2-40B4-BE49-F238E27FC236}">
                <ns2:creationId id="{DB982F4B-6829-496E-9532-D3A2A31C9944}"/>
              </ns1:ext>
            </ns1:extLst>
          </ns0:cNvPr>
          <ns0:cNvSpPr txBox="1"/>
          <ns0:nvPr/>
        </ns0:nvSpPr>
        <ns0:spPr>
          <ns1:xfrm>
            <ns1:off x="4658992" y="2813888"/>
            <ns1:ext cx="2874016" cy="609847"/>
          </ns1:xfrm>
          <ns1:prstGeom prst="rect">
            <ns1:avLst/>
          </ns1:prstGeom>
          <ns1:noFill/>
        </ns0:spPr>
        <ns0:txBody>
          <ns1:bodyPr wrap="square" rtlCol="0">
            <ns1:spAutoFit/>
          </ns1:bodyPr>
          <ns1:lstStyle/>
          <ns1:p>
            <ns1:pPr algn="ctr">
              <ns1:lnSpc>
                <ns1:spcPct val="150000"/>
              </ns1:lnSpc>
            </ns1:pPr>
            <ns1:r>
              <ns1:rPr lang="en-US" sz="1200">
                <ns1:solidFill>
                  <ns1:schemeClr val="bg1">
                    <ns1:lumMod val="50000"/>
                  </ns1:schemeClr>
                </ns1:solidFill>
                <ns1:latin typeface="Lato" panose="020F0502020204030203" pitchFamily="34" charset="0"/>
                <ns1:ea typeface="Lato" panose="020F0502020204030203" pitchFamily="34" charset="0"/>
                <ns1:cs typeface="Lato" panose="020F0502020204030203" pitchFamily="34" charset="0"/>
              </ns1:rPr>
              <ns1:t>{SlideCallout}</ns1:t>
            </ns1:r>
          </ns1:p>
        </ns0:txBody>
      </ns0:sp>
      <ns0:sp>
        <ns0:nvSpPr>
          <ns0:cNvPr id="7" name="TextBox 6">
            <ns1:extLst>
              <ns1:ext uri="{FF2B5EF4-FFF2-40B4-BE49-F238E27FC236}">
                <ns2:creationId id="{8FDEA005-5D01-45EE-B1E0-02B211BF0D23}"/>
              </ns1:ext>
            </ns1:extLst>
          </ns0:cNvPr>
          <ns0:cNvSpPr txBox="1"/>
          <ns0:nvPr/>
        </ns0:nvSpPr>
        <ns0:spPr>
          <ns1:xfrm>
            <ns1:off x="4658992" y="4906045"/>
            <ns1:ext cx="2874016" cy="307777"/>
          </ns1:xfrm>
          <ns1:prstGeom prst="rect">
            <ns1:avLst/>
          </ns1:prstGeom>
          <ns1:noFill/>
        </ns0:spPr>
        <ns0:txBody>
          <ns1:bodyPr wrap="square" rtlCol="0">
            <ns1:spAutoFit/>
          </ns1:bodyPr>
          <ns1:lstStyle/>
          <ns1:p>
            <ns1:pPr algn="ctr"/>
            <ns1:r>
              <ns1:rPr lang="en-US" sz="1400" b="1">
                <ns1:solidFill>
                  <ns1:schemeClr val="tx1">
                    <ns1:lumMod val="75000"/>
                    <ns1:lumOff val="25000"/>
                  </ns1:schemeClr>
                </ns1:solidFill>
                <ns1:latin typeface="Playfair Display" panose="00000500000000000000" pitchFamily="50" charset="0"/>
                <ns1:ea typeface="Open Sans" panose="020B0606030504020204" pitchFamily="34" charset="0"/>
                <ns1:cs typeface="Open Sans" panose="020B0606030504020204" pitchFamily="34" charset="0"/>
              </ns1:rPr>
              <ns1:t>{SlideCaption}</ns1:t>
            </ns1:r>
            <ns1:endParaRPr lang="en-US" sz="1600" b="1">
              <ns1:solidFill>
                <ns1:schemeClr val="tx1">
                  <ns1:lumMod val="75000"/>
                  <ns1:lumOff val="25000"/>
                </ns1:schemeClr>
              </ns1:solidFill>
              <ns1:latin typeface="Playfair Display" panose="00000500000000000000" pitchFamily="50" charset="0"/>
              <ns1:ea typeface="Open Sans" panose="020B0606030504020204" pitchFamily="34" charset="0"/>
              <ns1:cs typeface="Open Sans" panose="020B0606030504020204" pitchFamily="34" charset="0"/>
            </ns1:endParaRPr>
          </ns1:p>
        </ns0:txBody>
      </ns0:sp>
      <ns0:sp>
        <ns0:nvSpPr>
          <ns0:cNvPr id="8" name="TextBox 7">
            <ns1:extLst>
              <ns1:ext uri="{FF2B5EF4-FFF2-40B4-BE49-F238E27FC236}">
                <ns2:creationId id="{73D1464B-A077-4286-827D-BBDB195D5CCA}"/>
              </ns1:ext>
            </ns1:extLst>
          </ns0:cNvPr>
          <ns0:cNvSpPr txBox="1"/>
          <ns0:nvPr/>
        </ns0:nvSpPr>
        <ns0:spPr>
          <ns1:xfrm>
            <ns1:off x="4658992" y="5183323"/>
            <ns1:ext cx="2874016" cy="609847"/>
          </ns1:xfrm>
          <ns1:prstGeom prst="rect">
            <ns1:avLst/>
          </ns1:prstGeom>
          <ns1:noFill/>
        </ns0:spPr>
        <ns0:txBody>
          <ns1:bodyPr wrap="square" rtlCol="0">
            <ns1:spAutoFit/>
          </ns1:bodyPr>
          <ns1:lstStyle/>
          <ns1:p>
            <ns1:pPr algn="ctr">
              <ns1:lnSpc>
                <ns1:spcPct val="150000"/>
              </ns1:lnSpc>
            </ns1:pPr>
            <ns1:r>
              <ns1:rPr lang="en-US" sz="1200">
                <ns1:solidFill>
                  <ns1:schemeClr val="bg1">
                    <ns1:lumMod val="50000"/>
                  </ns1:schemeClr>
                </ns1:solidFill>
                <ns1:latin typeface="Lato" panose="020F0502020204030203" pitchFamily="34" charset="0"/>
                <ns1:ea typeface="Lato" panose="020F0502020204030203" pitchFamily="34" charset="0"/>
                <ns1:cs typeface="Lato" panose="020F0502020204030203" pitchFamily="34" charset="0"/>
              </ns1:rPr>
              <ns1:t>{SlideSupportingContent2}</ns1:t>
            </ns1:r>
          </ns1:p>
        </ns0:txBody>
      </ns0:sp>
      <ns0:sp>
        <ns0:nvSpPr>
          <ns0:cNvPr id="10" name="TextBox 9">
            <ns1:extLst>
              <ns1:ext uri="{FF2B5EF4-FFF2-40B4-BE49-F238E27FC236}">
                <ns2:creationId id="{026E0CCA-A0DB-4899-A535-56E948CC845F}"/>
              </ns1:ext>
            </ns1:extLst>
          </ns0:cNvPr>
          <ns0:cNvSpPr txBox="1"/>
          <ns0:nvPr/>
        </ns0:nvSpPr>
        <ns0:spPr>
          <ns1:xfrm>
            <ns1:off x="1124221" y="2536610"/>
            <ns1:ext cx="2874016" cy="307777"/>
          </ns1:xfrm>
          <ns1:prstGeom prst="rect">
            <ns1:avLst/>
          </ns1:prstGeom>
          <ns1:noFill/>
        </ns0:spPr>
        <ns0:txBody>
          <ns1:bodyPr wrap="square" rtlCol="0">
            <ns1:spAutoFit/>
          </ns1:bodyPr>
          <ns1:lstStyle/>
          <ns1:p>
            <ns1:pPr algn="ctr"/>
            <ns1:r>
              <ns1:rPr lang="en-US" sz="1400" b="1">
                <ns1:solidFill>
                  <ns1:schemeClr val="tx1">
                    <ns1:lumMod val="75000"/>
                    <ns1:lumOff val="25000"/>
                  </ns1:schemeClr>
                </ns1:solidFill>
                <ns1:latin typeface="Playfair Display" panose="00000500000000000000" pitchFamily="50" charset="0"/>
                <ns1:ea typeface="Open Sans" panose="020B0606030504020204" pitchFamily="34" charset="0"/>
                <ns1:cs typeface="Open Sans" panose="020B0606030504020204" pitchFamily="34" charset="0"/>
              </ns1:rPr>
              <ns1:t>{SlideSupportingContent3}</ns1:t>
            </ns1:r>
            <ns1:endParaRPr lang="en-US" sz="1600" b="1">
              <ns1:solidFill>
                <ns1:schemeClr val="tx1">
                  <ns1:lumMod val="75000"/>
                  <ns1:lumOff val="25000"/>
                </ns1:schemeClr>
              </ns1:solidFill>
              <ns1:latin typeface="Playfair Display" panose="00000500000000000000" pitchFamily="50" charset="0"/>
              <ns1:ea typeface="Open Sans" panose="020B0606030504020204" pitchFamily="34" charset="0"/>
              <ns1:cs typeface="Open Sans" panose="020B0606030504020204" pitchFamily="34" charset="0"/>
            </ns1:endParaRPr>
          </ns1:p>
        </ns0:txBody>
      </ns0:sp>
      <ns0:sp>
        <ns0:nvSpPr>
          <ns0:cNvPr id="11" name="TextBox 10">
            <ns1:extLst>
              <ns1:ext uri="{FF2B5EF4-FFF2-40B4-BE49-F238E27FC236}">
                <ns2:creationId id="{61AA913D-915A-47EF-9C80-A7B483ABDE93}"/>
              </ns1:ext>
            </ns1:extLst>
          </ns0:cNvPr>
          <ns0:cNvSpPr txBox="1"/>
          <ns0:nvPr/>
        </ns0:nvSpPr>
        <ns0:spPr>
          <ns1:xfrm>
            <ns1:off x="1124221" y="2813888"/>
            <ns1:ext cx="2874016" cy="609847"/>
          </ns1:xfrm>
          <ns1:prstGeom prst="rect">
            <ns1:avLst/>
          </ns1:prstGeom>
          <ns1:noFill/>
        </ns0:spPr>
        <ns0:txBody>
          <ns1:bodyPr wrap="square" rtlCol="0">
            <ns1:spAutoFit/>
          </ns1:bodyPr>
          <ns1:lstStyle/>
          <ns1:p>
            <ns1:pPr algn="ctr">
              <ns1:lnSpc>
                <ns1:spcPct val="150000"/>
              </ns1:lnSpc>
            </ns1:pPr>
            <ns1:r>
              <ns1:rPr lang="en-US" sz="1200">
                <ns1:solidFill>
                  <ns1:schemeClr val="bg1">
                    <ns1:lumMod val="50000"/>
                  </ns1:schemeClr>
                </ns1:solidFill>
                <ns1:latin typeface="Lato" panose="020F0502020204030203" pitchFamily="34" charset="0"/>
                <ns1:ea typeface="Lato" panose="020F0502020204030203" pitchFamily="34" charset="0"/>
                <ns1:cs typeface="Lato" panose="020F0502020204030203" pitchFamily="34" charset="0"/>
              </ns1:rPr>
              <ns1:t>{SlideSupportingContent4}</ns1:t>
            </ns1:r>
          </ns1:p>
        </ns0:txBody>
      </ns0:sp>
      <ns0:sp>
        <ns0:nvSpPr>
          <ns0:cNvPr id="13" name="TextBox 12">
            <ns1:extLst>
              <ns1:ext uri="{FF2B5EF4-FFF2-40B4-BE49-F238E27FC236}">
                <ns2:creationId id="{A3690A89-9DE1-43AE-9E67-2F12E3AF4D21}"/>
              </ns1:ext>
            </ns1:extLst>
          </ns0:cNvPr>
          <ns0:cNvSpPr txBox="1"/>
          <ns0:nvPr/>
        </ns0:nvSpPr>
        <ns0:spPr>
          <ns1:xfrm>
            <ns1:off x="1124221" y="4906045"/>
            <ns1:ext cx="2874016" cy="307777"/>
          </ns1:xfrm>
          <ns1:prstGeom prst="rect">
            <ns1:avLst/>
          </ns1:prstGeom>
          <ns1:noFill/>
        </ns0:spPr>
        <ns0:txBody>
          <ns1:bodyPr wrap="square" rtlCol="0">
            <ns1:spAutoFit/>
          </ns1:bodyPr>
          <ns1:lstStyle/>
          <ns1:p>
            <ns1:pPr algn="ctr"/>
            <ns1:r>
              <ns1:rPr lang="en-US" sz="1400" b="1">
                <ns1:solidFill>
                  <ns1:schemeClr val="tx1">
                    <ns1:lumMod val="75000"/>
                    <ns1:lumOff val="25000"/>
                  </ns1:schemeClr>
                </ns1:solidFill>
                <ns1:latin typeface="Playfair Display" panose="00000500000000000000" pitchFamily="50" charset="0"/>
                <ns1:ea typeface="Open Sans" panose="020B0606030504020204" pitchFamily="34" charset="0"/>
                <ns1:cs typeface="Open Sans" panose="020B0606030504020204" pitchFamily="34" charset="0"/>
              </ns1:rPr>
              <ns1:t>{SlideSupportingContent5}</ns1:t>
            </ns1:r>
            <ns1:endParaRPr lang="en-US" sz="1600" b="1">
              <ns1:solidFill>
                <ns1:schemeClr val="tx1">
                  <ns1:lumMod val="75000"/>
                  <ns1:lumOff val="25000"/>
                </ns1:schemeClr>
              </ns1:solidFill>
              <ns1:latin typeface="Playfair Display" panose="00000500000000000000" pitchFamily="50" charset="0"/>
              <ns1:ea typeface="Open Sans" panose="020B0606030504020204" pitchFamily="34" charset="0"/>
              <ns1:cs typeface="Open Sans" panose="020B0606030504020204" pitchFamily="34" charset="0"/>
            </ns1:endParaRPr>
          </ns1:p>
        </ns0:txBody>
      </ns0:sp>
      <ns0:sp>
        <ns0:nvSpPr>
          <ns0:cNvPr id="14" name="TextBox 13">
            <ns1:extLst>
              <ns1:ext uri="{FF2B5EF4-FFF2-40B4-BE49-F238E27FC236}">
                <ns2:creationId id="{6A103EAA-D903-440B-BF87-08648C448CD9}"/>
              </ns1:ext>
            </ns1:extLst>
          </ns0:cNvPr>
          <ns0:cNvSpPr txBox="1"/>
          <ns0:nvPr/>
        </ns0:nvSpPr>
        <ns0:spPr>
          <ns1:xfrm>
            <ns1:off x="1124221" y="5183323"/>
            <ns1:ext cx="2874016" cy="609847"/>
          </ns1:xfrm>
          <ns1:prstGeom prst="rect">
            <ns1:avLst/>
          </ns1:prstGeom>
          <ns1:noFill/>
        </ns0:spPr>
        <ns0:txBody>
          <ns1:bodyPr wrap="square" rtlCol="0">
            <ns1:spAutoFit/>
          </ns1:bodyPr>
          <ns1:lstStyle/>
          <ns1:p>
            <ns1:pPr algn="ctr">
              <ns1:lnSpc>
                <ns1:spcPct val="150000"/>
              </ns1:lnSpc>
            </ns1:pPr>
            <ns1:r>
              <ns1:rPr lang="en-US" sz="1200">
                <ns1:solidFill>
                  <ns1:schemeClr val="bg1">
                    <ns1:lumMod val="50000"/>
                  </ns1:schemeClr>
                </ns1:solidFill>
                <ns1:latin typeface="Lato" panose="020F0502020204030203" pitchFamily="34" charset="0"/>
                <ns1:ea typeface="Lato" panose="020F0502020204030203" pitchFamily="34" charset="0"/>
                <ns1:cs typeface="Lato" panose="020F0502020204030203" pitchFamily="34" charset="0"/>
              </ns1:rPr>
              <ns1:t>{SlideSupportingContent}</ns1:t>
            </ns1:r>
          </ns1:p>
        </ns0:txBody>
      </ns0:sp>
      <ns0:sp>
        <ns0:nvSpPr>
          <ns0:cNvPr id="16" name="TextBox 15">
            <ns1:extLst>
              <ns1:ext uri="{FF2B5EF4-FFF2-40B4-BE49-F238E27FC236}">
                <ns2:creationId id="{437A6F88-C2FB-484F-B26B-3CBDD8E04801}"/>
              </ns1:ext>
            </ns1:extLst>
          </ns0:cNvPr>
          <ns0:cNvSpPr txBox="1"/>
          <ns0:nvPr/>
        </ns0:nvSpPr>
        <ns0:spPr>
          <ns1:xfrm>
            <ns1:off x="8193763" y="2536610"/>
            <ns1:ext cx="2874016" cy="307777"/>
          </ns1:xfrm>
          <ns1:prstGeom prst="rect">
            <ns1:avLst/>
          </ns1:prstGeom>
          <ns1:noFill/>
        </ns0:spPr>
        <ns0:txBody>
          <ns1:bodyPr wrap="square" rtlCol="0">
            <ns1:spAutoFit/>
          </ns1:bodyPr>
          <ns1:lstStyle/>
          <ns1:p>
            <ns1:pPr algn="ctr"/>
            <ns1:r>
              <ns1:rPr lang="en-US" sz="1400" b="1">
                <ns1:solidFill>
                  <ns1:schemeClr val="tx1">
                    <ns1:lumMod val="75000"/>
                    <ns1:lumOff val="25000"/>
                  </ns1:schemeClr>
                </ns1:solidFill>
                <ns1:latin typeface="Playfair Display" panose="00000500000000000000" pitchFamily="50" charset="0"/>
                <ns1:ea typeface="Open Sans" panose="020B0606030504020204" pitchFamily="34" charset="0"/>
                <ns1:cs typeface="Open Sans" panose="020B0606030504020204" pitchFamily="34" charset="0"/>
              </ns1:rPr>
              <ns1:t>{SlideSupportingContent}</ns1:t>
            </ns1:r>
            <ns1:endParaRPr lang="en-US" sz="1600" b="1">
              <ns1:solidFill>
                <ns1:schemeClr val="tx1">
                  <ns1:lumMod val="75000"/>
                  <ns1:lumOff val="25000"/>
                </ns1:schemeClr>
              </ns1:solidFill>
              <ns1:latin typeface="Playfair Display" panose="00000500000000000000" pitchFamily="50" charset="0"/>
              <ns1:ea typeface="Open Sans" panose="020B0606030504020204" pitchFamily="34" charset="0"/>
              <ns1:cs typeface="Open Sans" panose="020B0606030504020204" pitchFamily="34" charset="0"/>
            </ns1:endParaRPr>
          </ns1:p>
        </ns0:txBody>
      </ns0:sp>
      <ns0:sp>
        <ns0:nvSpPr>
          <ns0:cNvPr id="17" name="TextBox 16">
            <ns1:extLst>
              <ns1:ext uri="{FF2B5EF4-FFF2-40B4-BE49-F238E27FC236}">
                <ns2:creationId id="{F0D1DCEC-B572-4EB3-89F8-11A73F5802EF}"/>
              </ns1:ext>
            </ns1:extLst>
          </ns0:cNvPr>
          <ns0:cNvSpPr txBox="1"/>
          <ns0:nvPr/>
        </ns0:nvSpPr>
        <ns0:spPr>
          <ns1:xfrm>
            <ns1:off x="8193763" y="2813888"/>
            <ns1:ext cx="2874016" cy="609847"/>
          </ns1:xfrm>
          <ns1:prstGeom prst="rect">
            <ns1:avLst/>
          </ns1:prstGeom>
          <ns1:noFill/>
        </ns0:spPr>
        <ns0:txBody>
          <ns1:bodyPr wrap="square" rtlCol="0">
            <ns1:spAutoFit/>
          </ns1:bodyPr>
          <ns1:lstStyle/>
          <ns1:p>
            <ns1:pPr algn="ctr">
              <ns1:lnSpc>
                <ns1:spcPct val="150000"/>
              </ns1:lnSpc>
            </ns1:pPr>
            <ns1:r>
              <ns1:rPr lang="en-US" sz="1200">
                <ns1:solidFill>
                  <ns1:schemeClr val="bg1">
                    <ns1:lumMod val="50000"/>
                  </ns1:schemeClr>
                </ns1:solidFill>
                <ns1:latin typeface="Lato" panose="020F0502020204030203" pitchFamily="34" charset="0"/>
                <ns1:ea typeface="Lato" panose="020F0502020204030203" pitchFamily="34" charset="0"/>
                <ns1:cs typeface="Lato" panose="020F0502020204030203" pitchFamily="34" charset="0"/>
              </ns1:rPr>
              <ns1:t>{SlideSupportingContent}</ns1:t>
            </ns1:r>
          </ns1:p>
        </ns0:txBody>
      </ns0:sp>
      <ns0:sp>
        <ns0:nvSpPr>
          <ns0:cNvPr id="19" name="TextBox 18">
            <ns1:extLst>
              <ns1:ext uri="{FF2B5EF4-FFF2-40B4-BE49-F238E27FC236}">
                <ns2:creationId id="{43837811-1C68-4B68-BCD9-4C8D2EB3B606}"/>
              </ns1:ext>
            </ns1:extLst>
          </ns0:cNvPr>
          <ns0:cNvSpPr txBox="1"/>
          <ns0:nvPr/>
        </ns0:nvSpPr>
        <ns0:spPr>
          <ns1:xfrm>
            <ns1:off x="8193763" y="4906045"/>
            <ns1:ext cx="2874016" cy="307777"/>
          </ns1:xfrm>
          <ns1:prstGeom prst="rect">
            <ns1:avLst/>
          </ns1:prstGeom>
          <ns1:noFill/>
        </ns0:spPr>
        <ns0:txBody>
          <ns1:bodyPr wrap="square" rtlCol="0">
            <ns1:spAutoFit/>
          </ns1:bodyPr>
          <ns1:lstStyle/>
          <ns1:p>
            <ns1:pPr algn="ctr"/>
            <ns1:r>
              <ns1:rPr lang="en-US" sz="1400" b="1">
                <ns1:solidFill>
                  <ns1:schemeClr val="tx1">
                    <ns1:lumMod val="75000"/>
                    <ns1:lumOff val="25000"/>
                  </ns1:schemeClr>
                </ns1:solidFill>
                <ns1:latin typeface="Playfair Display" panose="00000500000000000000" pitchFamily="50" charset="0"/>
                <ns1:ea typeface="Open Sans" panose="020B0606030504020204" pitchFamily="34" charset="0"/>
                <ns1:cs typeface="Open Sans" panose="020B0606030504020204" pitchFamily="34" charset="0"/>
              </ns1:rPr>
              <ns1:t>{SlideSupportingContent}</ns1:t>
            </ns1:r>
          </ns1:p>
        </ns0:txBody>
      </ns0:sp>
      <ns0:sp>
        <ns0:nvSpPr>
          <ns0:cNvPr id="20" name="TextBox 19">
            <ns1:extLst>
              <ns1:ext uri="{FF2B5EF4-FFF2-40B4-BE49-F238E27FC236}">
                <ns2:creationId id="{FF286616-069B-43F6-A8B4-557D27F57C09}"/>
              </ns1:ext>
            </ns1:extLst>
          </ns0:cNvPr>
          <ns0:cNvSpPr txBox="1"/>
          <ns0:nvPr/>
        </ns0:nvSpPr>
        <ns0:spPr>
          <ns1:xfrm>
            <ns1:off x="8193763" y="5183323"/>
            <ns1:ext cx="2874016" cy="609847"/>
          </ns1:xfrm>
          <ns1:prstGeom prst="rect">
            <ns1:avLst/>
          </ns1:prstGeom>
          <ns1:noFill/>
        </ns0:spPr>
        <ns0:txBody>
          <ns1:bodyPr wrap="square" rtlCol="0">
            <ns1:spAutoFit/>
          </ns1:bodyPr>
          <ns1:lstStyle/>
          <ns1:p>
            <ns1:pPr algn="ctr">
              <ns1:lnSpc>
                <ns1:spcPct val="150000"/>
              </ns1:lnSpc>
            </ns1:pPr>
            <ns1:r>
              <ns1:rPr lang="en-US" sz="1200">
                <ns1:solidFill>
                  <ns1:schemeClr val="bg1">
                    <ns1:lumMod val="50000"/>
                  </ns1:schemeClr>
                </ns1:solidFill>
                <ns1:latin typeface="Lato" panose="020F0502020204030203" pitchFamily="34" charset="0"/>
                <ns1:ea typeface="Lato" panose="020F0502020204030203" pitchFamily="34" charset="0"/>
                <ns1:cs typeface="Lato" panose="020F0502020204030203" pitchFamily="34" charset="0"/>
              </ns1:rPr>
              <ns1:t>{SlideSupportingContent}</ns1:t>
            </ns1:r>
          </ns1:p>
        </ns0:txBody>
      </ns0:sp>
      <ns0:grpSp>
        <ns0:nvGrpSpPr>
          <ns0:cNvPr id="23" name="Group 4">
            <ns1:extLst>
              <ns1:ext uri="{FF2B5EF4-FFF2-40B4-BE49-F238E27FC236}">
                <ns2:creationId id="{7996553D-4444-484B-9940-7BC23AFFC907}"/>
              </ns1:ext>
            </ns1:extLst>
          </ns0:cNvPr>
          <ns0:cNvGrpSpPr>
            <ns1:grpSpLocks noChangeAspect="1"/>
          </ns0:cNvGrpSpPr>
          <ns0:nvPr/>
        </ns0:nvGrpSpPr>
        <ns0:grpSpPr bwMode="auto">
          <ns1:xfrm>
            <ns1:off x="2179660" y="1581955"/>
            <ns1:ext cx="758815" cy="758815"/>
            <ns1:chOff x="1678" y="0"/>
            <ns1:chExt cx="4322" cy="4322"/>
          </ns1:xfrm>
          <ns1:solidFill>
            <ns1:srgbClr val="F07D66"/>
          </ns1:solidFill>
        </ns0:grpSpPr>
        <ns0:sp>
          <ns0:nvSpPr>
            <ns0:cNvPr id="25" name="Freeform 5">
              <ns1:extLst>
                <ns1:ext uri="{FF2B5EF4-FFF2-40B4-BE49-F238E27FC236}">
                  <ns2:creationId id="{B90F45CC-0DCF-4F11-821B-153407FF5DFC}"/>
                </ns1:ext>
              </ns1:extLst>
            </ns0:cNvPr>
            <ns0:cNvSpPr>
              <ns1:spLocks noEditPoints="1"/>
            </ns0:cNvSpPr>
            <ns0:nvPr/>
          </ns0:nvSpPr>
          <ns0:spPr bwMode="auto">
            <ns1:xfrm>
              <ns1:off x="1678" y="0"/>
              <ns1:ext cx="4322" cy="4322"/>
            </ns1:xfrm>
            <ns1:custGeom>
              <ns1:avLst/>
              <ns1:gdLst>
                <ns1:gd name="T0" fmla="*/ 1792 w 1984"/>
                <ns1:gd name="T1" fmla="*/ 224 h 1984"/>
                <ns1:gd name="T2" fmla="*/ 1344 w 1984"/>
                <ns1:gd name="T3" fmla="*/ 352 h 1984"/>
                <ns1:gd name="T4" fmla="*/ 1278 w 1984"/>
                <ns1:gd name="T5" fmla="*/ 416 h 1984"/>
                <ns1:gd name="T6" fmla="*/ 160 w 1984"/>
                <ns1:gd name="T7" fmla="*/ 416 h 1984"/>
                <ns1:gd name="T8" fmla="*/ 160 w 1984"/>
                <ns1:gd name="T9" fmla="*/ 1664 h 1984"/>
                <ns1:gd name="T10" fmla="*/ 384 w 1984"/>
                <ns1:gd name="T11" fmla="*/ 1830 h 1984"/>
                <ns1:gd name="T12" fmla="*/ 1600 w 1984"/>
                <ns1:gd name="T13" fmla="*/ 1830 h 1984"/>
                <ns1:gd name="T14" fmla="*/ 1824 w 1984"/>
                <ns1:gd name="T15" fmla="*/ 1664 h 1984"/>
                <ns1:gd name="T16" fmla="*/ 1824 w 1984"/>
                <ns1:gd name="T17" fmla="*/ 416 h 1984"/>
                <ns1:gd name="T18" fmla="*/ 1568 w 1984"/>
                <ns1:gd name="T19" fmla="*/ 832 h 1984"/>
                <ns1:gd name="T20" fmla="*/ 1600 w 1984"/>
                <ns1:gd name="T21" fmla="*/ 608 h 1984"/>
                <ns1:gd name="T22" fmla="*/ 1536 w 1984"/>
                <ns1:gd name="T23" fmla="*/ 64 h 1984"/>
                <ns1:gd name="T24" fmla="*/ 1408 w 1984"/>
                <ns1:gd name="T25" fmla="*/ 832 h 1984"/>
                <ns1:gd name="T26" fmla="*/ 1472 w 1984"/>
                <ns1:gd name="T27" fmla="*/ 832 h 1984"/>
                <ns1:gd name="T28" fmla="*/ 1472 w 1984"/>
                <ns1:gd name="T29" fmla="*/ 64 h 1984"/>
                <ns1:gd name="T30" fmla="*/ 1408 w 1984"/>
                <ns1:gd name="T31" fmla="*/ 64 h 1984"/>
                <ns1:gd name="T32" fmla="*/ 1344 w 1984"/>
                <ns1:gd name="T33" fmla="*/ 896 h 1984"/>
                <ns1:gd name="T34" fmla="*/ 1792 w 1984"/>
                <ns1:gd name="T35" fmla="*/ 480 h 1984"/>
                <ns1:gd name="T36" fmla="*/ 1920 w 1984"/>
                <ns1:gd name="T37" fmla="*/ 1408 h 1984"/>
                <ns1:gd name="T38" fmla="*/ 1236 w 1984"/>
                <ns1:gd name="T39" fmla="*/ 1066 h 1984"/>
                <ns1:gd name="T40" fmla="*/ 1125 w 1984"/>
                <ns1:gd name="T41" fmla="*/ 863 h 1984"/>
                <ns1:gd name="T42" fmla="*/ 1536 w 1984"/>
                <ns1:gd name="T43" fmla="*/ 480 h 1984"/>
                <ns1:gd name="T44" fmla="*/ 1247 w 1984"/>
                <ns1:gd name="T45" fmla="*/ 1274 h 1984"/>
                <ns1:gd name="T46" fmla="*/ 956 w 1984"/>
                <ns1:gd name="T47" fmla="*/ 1408 h 1984"/>
                <ns1:gd name="T48" fmla="*/ 1088 w 1984"/>
                <ns1:gd name="T49" fmla="*/ 1108 h 1984"/>
                <ns1:gd name="T50" fmla="*/ 1457 w 1984"/>
                <ns1:gd name="T51" fmla="*/ 1408 h 1984"/>
                <ns1:gd name="T52" fmla="*/ 390 w 1984"/>
                <ns1:gd name="T53" fmla="*/ 1408 h 1984"/>
                <ns1:gd name="T54" fmla="*/ 437 w 1984"/>
                <ns1:gd name="T55" fmla="*/ 1129 h 1984"/>
                <ns1:gd name="T56" fmla="*/ 723 w 1984"/>
                <ns1:gd name="T57" fmla="*/ 1290 h 1984"/>
                <ns1:gd name="T58" fmla="*/ 479 w 1984"/>
                <ns1:gd name="T59" fmla="*/ 1286 h 1984"/>
                <ns1:gd name="T60" fmla="*/ 978 w 1984"/>
                <ns1:gd name="T61" fmla="*/ 1091 h 1984"/>
                <ns1:gd name="T62" fmla="*/ 933 w 1984"/>
                <ns1:gd name="T63" fmla="*/ 1223 h 1984"/>
                <ns1:gd name="T64" fmla="*/ 576 w 1984"/>
                <ns1:gd name="T65" fmla="*/ 736 h 1984"/>
                <ns1:gd name="T66" fmla="*/ 1088 w 1984"/>
                <ns1:gd name="T67" fmla="*/ 543 h 1984"/>
                <ns1:gd name="T68" fmla="*/ 736 w 1984"/>
                <ns1:gd name="T69" fmla="*/ 1041 h 1984"/>
                <ns1:gd name="T70" fmla="*/ 928 w 1984"/>
                <ns1:gd name="T71" fmla="*/ 1048 h 1984"/>
                <ns1:gd name="T72" fmla="*/ 736 w 1984"/>
                <ns1:gd name="T73" fmla="*/ 1048 h 1984"/>
                <ns1:gd name="T74" fmla="*/ 735 w 1984"/>
                <ns1:gd name="T75" fmla="*/ 1190 h 1984"/>
                <ns1:gd name="T76" fmla="*/ 640 w 1984"/>
                <ns1:gd name="T77" fmla="*/ 1098 h 1984"/>
                <ns1:gd name="T78" fmla="*/ 868 w 1984"/>
                <ns1:gd name="T79" fmla="*/ 1216 h 1984"/>
                <ns1:gd name="T80" fmla="*/ 796 w 1984"/>
                <ns1:gd name="T81" fmla="*/ 1216 h 1984"/>
                <ns1:gd name="T82" fmla="*/ 1216 w 1984"/>
                <ns1:gd name="T83" fmla="*/ 704 h 1984"/>
                <ns1:gd name="T84" fmla="*/ 832 w 1984"/>
                <ns1:gd name="T85" fmla="*/ 64 h 1984"/>
                <ns1:gd name="T86" fmla="*/ 1152 w 1984"/>
                <ns1:gd name="T87" fmla="*/ 547 h 1984"/>
                <ns1:gd name="T88" fmla="*/ 869 w 1984"/>
                <ns1:gd name="T89" fmla="*/ 376 h 1984"/>
                <ns1:gd name="T90" fmla="*/ 544 w 1984"/>
                <ns1:gd name="T91" fmla="*/ 480 h 1984"/>
                <ns1:gd name="T92" fmla="*/ 448 w 1984"/>
                <ns1:gd name="T93" fmla="*/ 577 h 1984"/>
                <ns1:gd name="T94" fmla="*/ 518 w 1984"/>
                <ns1:gd name="T95" fmla="*/ 796 h 1984"/>
                <ns1:gd name="T96" fmla="*/ 512 w 1984"/>
                <ns1:gd name="T97" fmla="*/ 736 h 1984"/>
                <ns1:gd name="T98" fmla="*/ 384 w 1984"/>
                <ns1:gd name="T99" fmla="*/ 480 h 1984"/>
                <ns1:gd name="T100" fmla="*/ 672 w 1984"/>
                <ns1:gd name="T101" fmla="*/ 1013 h 1984"/>
                <ns1:gd name="T102" fmla="*/ 204 w 1984"/>
                <ns1:gd name="T103" fmla="*/ 1244 h 1984"/>
                <ns1:gd name="T104" fmla="*/ 64 w 1984"/>
                <ns1:gd name="T105" fmla="*/ 576 h 1984"/>
                <ns1:gd name="T106" fmla="*/ 832 w 1984"/>
                <ns1:gd name="T107" fmla="*/ 1800 h 1984"/>
                <ns1:gd name="T108" fmla="*/ 448 w 1984"/>
                <ns1:gd name="T109" fmla="*/ 1882 h 1984"/>
                <ns1:gd name="T110" fmla="*/ 1152 w 1984"/>
                <ns1:gd name="T111" fmla="*/ 1920 h 1984"/>
                <ns1:gd name="T112" fmla="*/ 1088 w 1984"/>
                <ns1:gd name="T113" fmla="*/ 1920 h 1984"/>
                <ns1:gd name="T114" fmla="*/ 1088 w 1984"/>
                <ns1:gd name="T115" fmla="*/ 1664 h 1984"/>
                <ns1:gd name="T116" fmla="*/ 160 w 1984"/>
                <ns1:gd name="T117" fmla="*/ 1600 h 1984"/>
                <ns1:gd name="T118" fmla="*/ 1920 w 1984"/>
                <ns1:gd name="T119" fmla="*/ 1472 h 1984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  <ns1:cxn ang="0">
                  <ns1:pos x="T30" y="T31"/>
                </ns1:cxn>
                <ns1:cxn ang="0">
                  <ns1:pos x="T32" y="T33"/>
                </ns1:cxn>
                <ns1:cxn ang="0">
                  <ns1:pos x="T34" y="T35"/>
                </ns1:cxn>
                <ns1:cxn ang="0">
                  <ns1:pos x="T36" y="T37"/>
                </ns1:cxn>
                <ns1:cxn ang="0">
                  <ns1:pos x="T38" y="T39"/>
                </ns1:cxn>
                <ns1:cxn ang="0">
                  <ns1:pos x="T40" y="T41"/>
                </ns1:cxn>
                <ns1:cxn ang="0">
                  <ns1:pos x="T42" y="T43"/>
                </ns1:cxn>
                <ns1:cxn ang="0">
                  <ns1:pos x="T44" y="T45"/>
                </ns1:cxn>
                <ns1:cxn ang="0">
                  <ns1:pos x="T46" y="T47"/>
                </ns1:cxn>
                <ns1:cxn ang="0">
                  <ns1:pos x="T48" y="T49"/>
                </ns1:cxn>
                <ns1:cxn ang="0">
                  <ns1:pos x="T50" y="T51"/>
                </ns1:cxn>
                <ns1:cxn ang="0">
                  <ns1:pos x="T52" y="T53"/>
                </ns1:cxn>
                <ns1:cxn ang="0">
                  <ns1:pos x="T54" y="T55"/>
                </ns1:cxn>
                <ns1:cxn ang="0">
                  <ns1:pos x="T56" y="T57"/>
                </ns1:cxn>
                <ns1:cxn ang="0">
                  <ns1:pos x="T58" y="T59"/>
                </ns1:cxn>
                <ns1:cxn ang="0">
                  <ns1:pos x="T60" y="T61"/>
                </ns1:cxn>
                <ns1:cxn ang="0">
                  <ns1:pos x="T62" y="T63"/>
                </ns1:cxn>
                <ns1:cxn ang="0">
                  <ns1:pos x="T64" y="T65"/>
                </ns1:cxn>
                <ns1:cxn ang="0">
                  <ns1:pos x="T66" y="T67"/>
                </ns1:cxn>
                <ns1:cxn ang="0">
                  <ns1:pos x="T68" y="T69"/>
                </ns1:cxn>
                <ns1:cxn ang="0">
                  <ns1:pos x="T70" y="T71"/>
                </ns1:cxn>
                <ns1:cxn ang="0">
                  <ns1:pos x="T72" y="T73"/>
                </ns1:cxn>
                <ns1:cxn ang="0">
                  <ns1:pos x="T74" y="T75"/>
                </ns1:cxn>
                <ns1:cxn ang="0">
                  <ns1:pos x="T76" y="T77"/>
                </ns1:cxn>
                <ns1:cxn ang="0">
                  <ns1:pos x="T78" y="T79"/>
                </ns1:cxn>
                <ns1:cxn ang="0">
                  <ns1:pos x="T80" y="T81"/>
                </ns1:cxn>
                <ns1:cxn ang="0">
                  <ns1:pos x="T82" y="T83"/>
                </ns1:cxn>
                <ns1:cxn ang="0">
                  <ns1:pos x="T84" y="T85"/>
                </ns1:cxn>
                <ns1:cxn ang="0">
                  <ns1:pos x="T86" y="T87"/>
                </ns1:cxn>
                <ns1:cxn ang="0">
                  <ns1:pos x="T88" y="T89"/>
                </ns1:cxn>
                <ns1:cxn ang="0">
                  <ns1:pos x="T90" y="T91"/>
                </ns1:cxn>
                <ns1:cxn ang="0">
                  <ns1:pos x="T92" y="T93"/>
                </ns1:cxn>
                <ns1:cxn ang="0">
                  <ns1:pos x="T94" y="T95"/>
                </ns1:cxn>
                <ns1:cxn ang="0">
                  <ns1:pos x="T96" y="T97"/>
                </ns1:cxn>
                <ns1:cxn ang="0">
                  <ns1:pos x="T98" y="T99"/>
                </ns1:cxn>
                <ns1:cxn ang="0">
                  <ns1:pos x="T100" y="T101"/>
                </ns1:cxn>
                <ns1:cxn ang="0">
                  <ns1:pos x="T102" y="T103"/>
                </ns1:cxn>
                <ns1:cxn ang="0">
                  <ns1:pos x="T104" y="T105"/>
                </ns1:cxn>
                <ns1:cxn ang="0">
                  <ns1:pos x="T106" y="T107"/>
                </ns1:cxn>
                <ns1:cxn ang="0">
                  <ns1:pos x="T108" y="T109"/>
                </ns1:cxn>
                <ns1:cxn ang="0">
                  <ns1:pos x="T110" y="T111"/>
                </ns1:cxn>
                <ns1:cxn ang="0">
                  <ns1:pos x="T112" y="T113"/>
                </ns1:cxn>
                <ns1:cxn ang="0">
                  <ns1:pos x="T114" y="T115"/>
                </ns1:cxn>
                <ns1:cxn ang="0">
                  <ns1:pos x="T116" y="T117"/>
                </ns1:cxn>
                <ns1:cxn ang="0">
                  <ns1:pos x="T118" y="T119"/>
                </ns1:cxn>
              </ns1:cxnLst>
              <ns1:rect l="0" t="0" r="r" b="b"/>
              <ns1:pathLst>
                <ns1:path w="1984" h="1984">
                  <ns1:moveTo>
                    <ns1:pt x="1824" y="416"/>
                  </ns1:moveTo>
                  <ns1:cubicBezTo>
                    <ns1:pt x="1792" y="416"/>
                    <ns1:pt x="1792" y="416"/>
                    <ns1:pt x="1792" y="416"/>
                  </ns1:cubicBezTo>
                  <ns1:cubicBezTo>
                    <ns1:pt x="1792" y="224"/>
                    <ns1:pt x="1792" y="224"/>
                    <ns1:pt x="1792" y="224"/>
                  </ns1:cubicBezTo>
                  <ns1:cubicBezTo>
                    <ns1:pt x="1792" y="100"/>
                    <ns1:pt x="1691" y="0"/>
                    <ns1:pt x="1568" y="0"/>
                  </ns1:cubicBezTo>
                  <ns1:cubicBezTo>
                    <ns1:pt x="1344" y="0"/>
                    <ns1:pt x="1344" y="0"/>
                    <ns1:pt x="1344" y="0"/>
                  </ns1:cubicBezTo>
                  <ns1:cubicBezTo>
                    <ns1:pt x="1344" y="352"/>
                    <ns1:pt x="1344" y="352"/>
                    <ns1:pt x="1344" y="352"/>
                  </ns1:cubicBezTo>
                  <ns1:cubicBezTo>
                    <ns1:pt x="1536" y="352"/>
                    <ns1:pt x="1536" y="352"/>
                    <ns1:pt x="1536" y="352"/>
                  </ns1:cubicBezTo>
                  <ns1:cubicBezTo>
                    <ns1:pt x="1536" y="416"/>
                    <ns1:pt x="1536" y="416"/>
                    <ns1:pt x="1536" y="416"/>
                  </ns1:cubicBezTo>
                  <ns1:cubicBezTo>
                    <ns1:pt x="1278" y="416"/>
                    <ns1:pt x="1278" y="416"/>
                    <ns1:pt x="1278" y="416"/>
                  </ns1:cubicBezTo>
                  <ns1:cubicBezTo>
                    <ns1:pt x="1262" y="184"/>
                    <ns1:pt x="1068" y="0"/>
                    <ns1:pt x="832" y="0"/>
                  </ns1:cubicBezTo>
                  <ns1:cubicBezTo>
                    <ns1:pt x="596" y="0"/>
                    <ns1:pt x="402" y="184"/>
                    <ns1:pt x="386" y="416"/>
                  </ns1:cubicBezTo>
                  <ns1:cubicBezTo>
                    <ns1:pt x="160" y="416"/>
                    <ns1:pt x="160" y="416"/>
                    <ns1:pt x="160" y="416"/>
                  </ns1:cubicBezTo>
                  <ns1:cubicBezTo>
                    <ns1:pt x="72" y="416"/>
                    <ns1:pt x="0" y="488"/>
                    <ns1:pt x="0" y="576"/>
                  </ns1:cubicBezTo>
                  <ns1:cubicBezTo>
                    <ns1:pt x="0" y="1504"/>
                    <ns1:pt x="0" y="1504"/>
                    <ns1:pt x="0" y="1504"/>
                  </ns1:cubicBezTo>
                  <ns1:cubicBezTo>
                    <ns1:pt x="0" y="1592"/>
                    <ns1:pt x="72" y="1664"/>
                    <ns1:pt x="160" y="1664"/>
                  </ns1:cubicBezTo>
                  <ns1:cubicBezTo>
                    <ns1:pt x="832" y="1664"/>
                    <ns1:pt x="832" y="1664"/>
                    <ns1:pt x="832" y="1664"/>
                  </ns1:cubicBezTo>
                  <ns1:cubicBezTo>
                    <ns1:pt x="832" y="1734"/>
                    <ns1:pt x="832" y="1734"/>
                    <ns1:pt x="832" y="1734"/>
                  </ns1:cubicBezTo>
                  <ns1:cubicBezTo>
                    <ns1:pt x="384" y="1830"/>
                    <ns1:pt x="384" y="1830"/>
                    <ns1:pt x="384" y="1830"/>
                  </ns1:cubicBezTo>
                  <ns1:cubicBezTo>
                    <ns1:pt x="384" y="1984"/>
                    <ns1:pt x="384" y="1984"/>
                    <ns1:pt x="384" y="1984"/>
                  </ns1:cubicBezTo>
                  <ns1:cubicBezTo>
                    <ns1:pt x="1600" y="1984"/>
                    <ns1:pt x="1600" y="1984"/>
                    <ns1:pt x="1600" y="1984"/>
                  </ns1:cubicBezTo>
                  <ns1:cubicBezTo>
                    <ns1:pt x="1600" y="1830"/>
                    <ns1:pt x="1600" y="1830"/>
                    <ns1:pt x="1600" y="1830"/>
                  </ns1:cubicBezTo>
                  <ns1:cubicBezTo>
                    <ns1:pt x="1152" y="1734"/>
                    <ns1:pt x="1152" y="1734"/>
                    <ns1:pt x="1152" y="1734"/>
                  </ns1:cubicBezTo>
                  <ns1:cubicBezTo>
                    <ns1:pt x="1152" y="1664"/>
                    <ns1:pt x="1152" y="1664"/>
                    <ns1:pt x="1152" y="1664"/>
                  </ns1:cubicBezTo>
                  <ns1:cubicBezTo>
                    <ns1:pt x="1824" y="1664"/>
                    <ns1:pt x="1824" y="1664"/>
                    <ns1:pt x="1824" y="1664"/>
                  </ns1:cubicBezTo>
                  <ns1:cubicBezTo>
                    <ns1:pt x="1912" y="1664"/>
                    <ns1:pt x="1984" y="1592"/>
                    <ns1:pt x="1984" y="1504"/>
                  </ns1:cubicBezTo>
                  <ns1:cubicBezTo>
                    <ns1:pt x="1984" y="576"/>
                    <ns1:pt x="1984" y="576"/>
                    <ns1:pt x="1984" y="576"/>
                  </ns1:cubicBezTo>
                  <ns1:cubicBezTo>
                    <ns1:pt x="1984" y="488"/>
                    <ns1:pt x="1912" y="416"/>
                    <ns1:pt x="1824" y="416"/>
                  </ns1:cubicBezTo>
                  <ns1:close/>
                  <ns1:moveTo>
                    <ns1:pt x="1728" y="224"/>
                  </ns1:moveTo>
                  <ns1:cubicBezTo>
                    <ns1:pt x="1728" y="672"/>
                    <ns1:pt x="1728" y="672"/>
                    <ns1:pt x="1728" y="672"/>
                  </ns1:cubicBezTo>
                  <ns1:cubicBezTo>
                    <ns1:pt x="1728" y="760"/>
                    <ns1:pt x="1656" y="832"/>
                    <ns1:pt x="1568" y="832"/>
                  </ns1:cubicBezTo>
                  <ns1:cubicBezTo>
                    <ns1:pt x="1536" y="832"/>
                    <ns1:pt x="1536" y="832"/>
                    <ns1:pt x="1536" y="832"/>
                  </ns1:cubicBezTo>
                  <ns1:cubicBezTo>
                    <ns1:pt x="1536" y="608"/>
                    <ns1:pt x="1536" y="608"/>
                    <ns1:pt x="1536" y="608"/>
                  </ns1:cubicBezTo>
                  <ns1:cubicBezTo>
                    <ns1:pt x="1600" y="608"/>
                    <ns1:pt x="1600" y="608"/>
                    <ns1:pt x="1600" y="608"/>
                  </ns1:cubicBezTo>
                  <ns1:cubicBezTo>
                    <ns1:pt x="1600" y="288"/>
                    <ns1:pt x="1600" y="288"/>
                    <ns1:pt x="1600" y="288"/>
                  </ns1:cubicBezTo>
                  <ns1:cubicBezTo>
                    <ns1:pt x="1536" y="288"/>
                    <ns1:pt x="1536" y="288"/>
                    <ns1:pt x="1536" y="288"/>
                  </ns1:cubicBezTo>
                  <ns1:cubicBezTo>
                    <ns1:pt x="1536" y="64"/>
                    <ns1:pt x="1536" y="64"/>
                    <ns1:pt x="1536" y="64"/>
                  </ns1:cubicBezTo>
                  <ns1:cubicBezTo>
                    <ns1:pt x="1568" y="64"/>
                    <ns1:pt x="1568" y="64"/>
                    <ns1:pt x="1568" y="64"/>
                  </ns1:cubicBezTo>
                  <ns1:cubicBezTo>
                    <ns1:pt x="1656" y="64"/>
                    <ns1:pt x="1728" y="136"/>
                    <ns1:pt x="1728" y="224"/>
                  </ns1:cubicBezTo>
                  <ns1:close/>
                  <ns1:moveTo>
                    <ns1:pt x="1408" y="832"/>
                  </ns1:moveTo>
                  <ns1:cubicBezTo>
                    <ns1:pt x="1408" y="608"/>
                    <ns1:pt x="1408" y="608"/>
                    <ns1:pt x="1408" y="608"/>
                  </ns1:cubicBezTo>
                  <ns1:cubicBezTo>
                    <ns1:pt x="1472" y="608"/>
                    <ns1:pt x="1472" y="608"/>
                    <ns1:pt x="1472" y="608"/>
                  </ns1:cubicBezTo>
                  <ns1:cubicBezTo>
                    <ns1:pt x="1472" y="832"/>
                    <ns1:pt x="1472" y="832"/>
                    <ns1:pt x="1472" y="832"/>
                  </ns1:cubicBezTo>
                  <ns1:lnTo>
                    <ns1:pt x="1408" y="832"/>
                  </ns1:lnTo>
                  <ns1:close/>
                  <ns1:moveTo>
                    <ns1:pt x="1408" y="64"/>
                  </ns1:moveTo>
                  <ns1:cubicBezTo>
                    <ns1:pt x="1472" y="64"/>
                    <ns1:pt x="1472" y="64"/>
                    <ns1:pt x="1472" y="64"/>
                  </ns1:cubicBezTo>
                  <ns1:cubicBezTo>
                    <ns1:pt x="1472" y="288"/>
                    <ns1:pt x="1472" y="288"/>
                    <ns1:pt x="1472" y="288"/>
                  </ns1:cubicBezTo>
                  <ns1:cubicBezTo>
                    <ns1:pt x="1408" y="288"/>
                    <ns1:pt x="1408" y="288"/>
                    <ns1:pt x="1408" y="288"/>
                  </ns1:cubicBezTo>
                  <ns1:lnTo>
                    <ns1:pt x="1408" y="64"/>
                  </ns1:lnTo>
                  <ns1:close/>
                  <ns1:moveTo>
                    <ns1:pt x="1536" y="544"/>
                  </ns1:moveTo>
                  <ns1:cubicBezTo>
                    <ns1:pt x="1344" y="544"/>
                    <ns1:pt x="1344" y="544"/>
                    <ns1:pt x="1344" y="544"/>
                  </ns1:cubicBezTo>
                  <ns1:cubicBezTo>
                    <ns1:pt x="1344" y="896"/>
                    <ns1:pt x="1344" y="896"/>
                    <ns1:pt x="1344" y="896"/>
                  </ns1:cubicBezTo>
                  <ns1:cubicBezTo>
                    <ns1:pt x="1568" y="896"/>
                    <ns1:pt x="1568" y="896"/>
                    <ns1:pt x="1568" y="896"/>
                  </ns1:cubicBezTo>
                  <ns1:cubicBezTo>
                    <ns1:pt x="1691" y="896"/>
                    <ns1:pt x="1792" y="796"/>
                    <ns1:pt x="1792" y="672"/>
                  </ns1:cubicBezTo>
                  <ns1:cubicBezTo>
                    <ns1:pt x="1792" y="480"/>
                    <ns1:pt x="1792" y="480"/>
                    <ns1:pt x="1792" y="480"/>
                  </ns1:cubicBezTo>
                  <ns1:cubicBezTo>
                    <ns1:pt x="1824" y="480"/>
                    <ns1:pt x="1824" y="480"/>
                    <ns1:pt x="1824" y="480"/>
                  </ns1:cubicBezTo>
                  <ns1:cubicBezTo>
                    <ns1:pt x="1877" y="480"/>
                    <ns1:pt x="1920" y="523"/>
                    <ns1:pt x="1920" y="576"/>
                  </ns1:cubicBezTo>
                  <ns1:cubicBezTo>
                    <ns1:pt x="1920" y="1408"/>
                    <ns1:pt x="1920" y="1408"/>
                    <ns1:pt x="1920" y="1408"/>
                  </ns1:cubicBezTo>
                  <ns1:cubicBezTo>
                    <ns1:pt x="1526" y="1408"/>
                    <ns1:pt x="1526" y="1408"/>
                    <ns1:pt x="1526" y="1408"/>
                  </ns1:cubicBezTo>
                  <ns1:cubicBezTo>
                    <ns1:pt x="1460" y="1244"/>
                    <ns1:pt x="1460" y="1244"/>
                    <ns1:pt x="1460" y="1244"/>
                  </ns1:cubicBezTo>
                  <ns1:cubicBezTo>
                    <ns1:pt x="1422" y="1150"/>
                    <ns1:pt x="1337" y="1082"/>
                    <ns1:pt x="1236" y="1066"/>
                  </ns1:cubicBezTo>
                  <ns1:cubicBezTo>
                    <ns1:pt x="992" y="1029"/>
                    <ns1:pt x="992" y="1029"/>
                    <ns1:pt x="992" y="1029"/>
                  </ns1:cubicBezTo>
                  <ns1:cubicBezTo>
                    <ns1:pt x="992" y="1013"/>
                    <ns1:pt x="992" y="1013"/>
                    <ns1:pt x="992" y="1013"/>
                  </ns1:cubicBezTo>
                  <ns1:cubicBezTo>
                    <ns1:pt x="1051" y="979"/>
                    <ns1:pt x="1098" y="926"/>
                    <ns1:pt x="1125" y="863"/>
                  </ns1:cubicBezTo>
                  <ns1:cubicBezTo>
                    <ns1:pt x="1211" y="861"/>
                    <ns1:pt x="1280" y="790"/>
                    <ns1:pt x="1280" y="704"/>
                  </ns1:cubicBezTo>
                  <ns1:cubicBezTo>
                    <ns1:pt x="1280" y="480"/>
                    <ns1:pt x="1280" y="480"/>
                    <ns1:pt x="1280" y="480"/>
                  </ns1:cubicBezTo>
                  <ns1:cubicBezTo>
                    <ns1:pt x="1536" y="480"/>
                    <ns1:pt x="1536" y="480"/>
                    <ns1:pt x="1536" y="480"/>
                  </ns1:cubicBezTo>
                  <ns1:lnTo>
                    <ns1:pt x="1536" y="544"/>
                  </ns1:lnTo>
                  <ns1:close/>
                  <ns1:moveTo>
                    <ns1:pt x="1274" y="1408"/>
                  </ns1:moveTo>
                  <ns1:cubicBezTo>
                    <ns1:pt x="1247" y="1274"/>
                    <ns1:pt x="1247" y="1274"/>
                    <ns1:pt x="1247" y="1274"/>
                  </ns1:cubicBezTo>
                  <ns1:cubicBezTo>
                    <ns1:pt x="1185" y="1286"/>
                    <ns1:pt x="1185" y="1286"/>
                    <ns1:pt x="1185" y="1286"/>
                  </ns1:cubicBezTo>
                  <ns1:cubicBezTo>
                    <ns1:pt x="1209" y="1408"/>
                    <ns1:pt x="1209" y="1408"/>
                    <ns1:pt x="1209" y="1408"/>
                  </ns1:cubicBezTo>
                  <ns1:cubicBezTo>
                    <ns1:pt x="956" y="1408"/>
                    <ns1:pt x="956" y="1408"/>
                    <ns1:pt x="956" y="1408"/>
                  </ns1:cubicBezTo>
                  <ns1:cubicBezTo>
                    <ns1:pt x="941" y="1290"/>
                    <ns1:pt x="941" y="1290"/>
                    <ns1:pt x="941" y="1290"/>
                  </ns1:cubicBezTo>
                  <ns1:cubicBezTo>
                    <ns1:pt x="1088" y="1319"/>
                    <ns1:pt x="1088" y="1319"/>
                    <ns1:pt x="1088" y="1319"/>
                  </ns1:cubicBezTo>
                  <ns1:cubicBezTo>
                    <ns1:pt x="1088" y="1108"/>
                    <ns1:pt x="1088" y="1108"/>
                    <ns1:pt x="1088" y="1108"/>
                  </ns1:cubicBezTo>
                  <ns1:cubicBezTo>
                    <ns1:pt x="1227" y="1129"/>
                    <ns1:pt x="1227" y="1129"/>
                    <ns1:pt x="1227" y="1129"/>
                  </ns1:cubicBezTo>
                  <ns1:cubicBezTo>
                    <ns1:pt x="1305" y="1141"/>
                    <ns1:pt x="1371" y="1194"/>
                    <ns1:pt x="1401" y="1268"/>
                  </ns1:cubicBezTo>
                  <ns1:cubicBezTo>
                    <ns1:pt x="1457" y="1408"/>
                    <ns1:pt x="1457" y="1408"/>
                    <ns1:pt x="1457" y="1408"/>
                  </ns1:cubicBezTo>
                  <ns1:lnTo>
                    <ns1:pt x="1274" y="1408"/>
                  </ns1:lnTo>
                  <ns1:close/>
                  <ns1:moveTo>
                    <ns1:pt x="417" y="1274"/>
                  </ns1:moveTo>
                  <ns1:cubicBezTo>
                    <ns1:pt x="390" y="1408"/>
                    <ns1:pt x="390" y="1408"/>
                    <ns1:pt x="390" y="1408"/>
                  </ns1:cubicBezTo>
                  <ns1:cubicBezTo>
                    <ns1:pt x="207" y="1408"/>
                    <ns1:pt x="207" y="1408"/>
                    <ns1:pt x="207" y="1408"/>
                  </ns1:cubicBezTo>
                  <ns1:cubicBezTo>
                    <ns1:pt x="263" y="1268"/>
                    <ns1:pt x="263" y="1268"/>
                    <ns1:pt x="263" y="1268"/>
                  </ns1:cubicBezTo>
                  <ns1:cubicBezTo>
                    <ns1:pt x="293" y="1194"/>
                    <ns1:pt x="359" y="1141"/>
                    <ns1:pt x="437" y="1129"/>
                  </ns1:cubicBezTo>
                  <ns1:cubicBezTo>
                    <ns1:pt x="576" y="1108"/>
                    <ns1:pt x="576" y="1108"/>
                    <ns1:pt x="576" y="1108"/>
                  </ns1:cubicBezTo>
                  <ns1:cubicBezTo>
                    <ns1:pt x="576" y="1319"/>
                    <ns1:pt x="576" y="1319"/>
                    <ns1:pt x="576" y="1319"/>
                  </ns1:cubicBezTo>
                  <ns1:cubicBezTo>
                    <ns1:pt x="723" y="1290"/>
                    <ns1:pt x="723" y="1290"/>
                    <ns1:pt x="723" y="1290"/>
                  </ns1:cubicBezTo>
                  <ns1:cubicBezTo>
                    <ns1:pt x="708" y="1408"/>
                    <ns1:pt x="708" y="1408"/>
                    <ns1:pt x="708" y="1408"/>
                  </ns1:cubicBezTo>
                  <ns1:cubicBezTo>
                    <ns1:pt x="455" y="1408"/>
                    <ns1:pt x="455" y="1408"/>
                    <ns1:pt x="455" y="1408"/>
                  </ns1:cubicBezTo>
                  <ns1:cubicBezTo>
                    <ns1:pt x="479" y="1286"/>
                    <ns1:pt x="479" y="1286"/>
                    <ns1:pt x="479" y="1286"/>
                  </ns1:cubicBezTo>
                  <ns1:lnTo>
                    <ns1:pt x="417" y="1274"/>
                  </ns1:lnTo>
                  <ns1:close/>
                  <ns1:moveTo>
                    <ns1:pt x="929" y="1190"/>
                  </ns1:moveTo>
                  <ns1:cubicBezTo>
                    <ns1:pt x="978" y="1091"/>
                    <ns1:pt x="978" y="1091"/>
                    <ns1:pt x="978" y="1091"/>
                  </ns1:cubicBezTo>
                  <ns1:cubicBezTo>
                    <ns1:pt x="1024" y="1098"/>
                    <ns1:pt x="1024" y="1098"/>
                    <ns1:pt x="1024" y="1098"/>
                  </ns1:cubicBezTo>
                  <ns1:cubicBezTo>
                    <ns1:pt x="1024" y="1241"/>
                    <ns1:pt x="1024" y="1241"/>
                    <ns1:pt x="1024" y="1241"/>
                  </ns1:cubicBezTo>
                  <ns1:cubicBezTo>
                    <ns1:pt x="933" y="1223"/>
                    <ns1:pt x="933" y="1223"/>
                    <ns1:pt x="933" y="1223"/>
                  </ns1:cubicBezTo>
                  <ns1:lnTo>
                    <ns1:pt x="929" y="1190"/>
                  </ns1:lnTo>
                  <ns1:close/>
                  <ns1:moveTo>
                    <ns1:pt x="832" y="992"/>
                  </ns1:moveTo>
                  <ns1:cubicBezTo>
                    <ns1:pt x="691" y="992"/>
                    <ns1:pt x="576" y="877"/>
                    <ns1:pt x="576" y="736"/>
                  </ns1:cubicBezTo>
                  <ns1:cubicBezTo>
                    <ns1:pt x="576" y="543"/>
                    <ns1:pt x="576" y="543"/>
                    <ns1:pt x="576" y="543"/>
                  </ns1:cubicBezTo>
                  <ns1:cubicBezTo>
                    <ns1:pt x="672" y="536"/>
                    <ns1:pt x="762" y="496"/>
                    <ns1:pt x="832" y="429"/>
                  </ns1:cubicBezTo>
                  <ns1:cubicBezTo>
                    <ns1:pt x="902" y="496"/>
                    <ns1:pt x="992" y="536"/>
                    <ns1:pt x="1088" y="543"/>
                  </ns1:cubicBezTo>
                  <ns1:cubicBezTo>
                    <ns1:pt x="1088" y="736"/>
                    <ns1:pt x="1088" y="736"/>
                    <ns1:pt x="1088" y="736"/>
                  </ns1:cubicBezTo>
                  <ns1:cubicBezTo>
                    <ns1:pt x="1088" y="877"/>
                    <ns1:pt x="973" y="992"/>
                    <ns1:pt x="832" y="992"/>
                  </ns1:cubicBezTo>
                  <ns1:close/>
                  <ns1:moveTo>
                    <ns1:pt x="736" y="1041"/>
                  </ns1:moveTo>
                  <ns1:cubicBezTo>
                    <ns1:pt x="766" y="1051"/>
                    <ns1:pt x="799" y="1056"/>
                    <ns1:pt x="832" y="1056"/>
                  </ns1:cubicBezTo>
                  <ns1:cubicBezTo>
                    <ns1:pt x="865" y="1056"/>
                    <ns1:pt x="898" y="1051"/>
                    <ns1:pt x="928" y="1041"/>
                  </ns1:cubicBezTo>
                  <ns1:cubicBezTo>
                    <ns1:pt x="928" y="1048"/>
                    <ns1:pt x="928" y="1048"/>
                    <ns1:pt x="928" y="1048"/>
                  </ns1:cubicBezTo>
                  <ns1:cubicBezTo>
                    <ns1:pt x="876" y="1152"/>
                    <ns1:pt x="876" y="1152"/>
                    <ns1:pt x="876" y="1152"/>
                  </ns1:cubicBezTo>
                  <ns1:cubicBezTo>
                    <ns1:pt x="788" y="1152"/>
                    <ns1:pt x="788" y="1152"/>
                    <ns1:pt x="788" y="1152"/>
                  </ns1:cubicBezTo>
                  <ns1:cubicBezTo>
                    <ns1:pt x="736" y="1048"/>
                    <ns1:pt x="736" y="1048"/>
                    <ns1:pt x="736" y="1048"/>
                  </ns1:cubicBezTo>
                  <ns1:lnTo>
                    <ns1:pt x="736" y="1041"/>
                  </ns1:lnTo>
                  <ns1:close/>
                  <ns1:moveTo>
                    <ns1:pt x="686" y="1091"/>
                  </ns1:moveTo>
                  <ns1:cubicBezTo>
                    <ns1:pt x="735" y="1190"/>
                    <ns1:pt x="735" y="1190"/>
                    <ns1:pt x="735" y="1190"/>
                  </ns1:cubicBezTo>
                  <ns1:cubicBezTo>
                    <ns1:pt x="731" y="1223"/>
                    <ns1:pt x="731" y="1223"/>
                    <ns1:pt x="731" y="1223"/>
                  </ns1:cubicBezTo>
                  <ns1:cubicBezTo>
                    <ns1:pt x="640" y="1241"/>
                    <ns1:pt x="640" y="1241"/>
                    <ns1:pt x="640" y="1241"/>
                  </ns1:cubicBezTo>
                  <ns1:cubicBezTo>
                    <ns1:pt x="640" y="1098"/>
                    <ns1:pt x="640" y="1098"/>
                    <ns1:pt x="640" y="1098"/>
                  </ns1:cubicBezTo>
                  <ns1:lnTo>
                    <ns1:pt x="686" y="1091"/>
                  </ns1:lnTo>
                  <ns1:close/>
                  <ns1:moveTo>
                    <ns1:pt x="796" y="1216"/>
                  </ns1:moveTo>
                  <ns1:cubicBezTo>
                    <ns1:pt x="868" y="1216"/>
                    <ns1:pt x="868" y="1216"/>
                    <ns1:pt x="868" y="1216"/>
                  </ns1:cubicBezTo>
                  <ns1:cubicBezTo>
                    <ns1:pt x="892" y="1408"/>
                    <ns1:pt x="892" y="1408"/>
                    <ns1:pt x="892" y="1408"/>
                  </ns1:cubicBezTo>
                  <ns1:cubicBezTo>
                    <ns1:pt x="772" y="1408"/>
                    <ns1:pt x="772" y="1408"/>
                    <ns1:pt x="772" y="1408"/>
                  </ns1:cubicBezTo>
                  <ns1:lnTo>
                    <ns1:pt x="796" y="1216"/>
                  </ns1:lnTo>
                  <ns1:close/>
                  <ns1:moveTo>
                    <ns1:pt x="1152" y="736"/>
                  </ns1:moveTo>
                  <ns1:cubicBezTo>
                    <ns1:pt x="1152" y="614"/>
                    <ns1:pt x="1152" y="614"/>
                    <ns1:pt x="1152" y="614"/>
                  </ns1:cubicBezTo>
                  <ns1:cubicBezTo>
                    <ns1:pt x="1189" y="627"/>
                    <ns1:pt x="1216" y="662"/>
                    <ns1:pt x="1216" y="704"/>
                  </ns1:cubicBezTo>
                  <ns1:cubicBezTo>
                    <ns1:pt x="1216" y="748"/>
                    <ns1:pt x="1186" y="784"/>
                    <ns1:pt x="1146" y="796"/>
                  </ns1:cubicBezTo>
                  <ns1:cubicBezTo>
                    <ns1:pt x="1150" y="776"/>
                    <ns1:pt x="1152" y="756"/>
                    <ns1:pt x="1152" y="736"/>
                  </ns1:cubicBezTo>
                  <ns1:close/>
                  <ns1:moveTo>
                    <ns1:pt x="832" y="64"/>
                  </ns1:moveTo>
                  <ns1:cubicBezTo>
                    <ns1:pt x="1044" y="64"/>
                    <ns1:pt x="1216" y="236"/>
                    <ns1:pt x="1216" y="448"/>
                  </ns1:cubicBezTo>
                  <ns1:cubicBezTo>
                    <ns1:pt x="1216" y="577"/>
                    <ns1:pt x="1216" y="577"/>
                    <ns1:pt x="1216" y="577"/>
                  </ns1:cubicBezTo>
                  <ns1:cubicBezTo>
                    <ns1:pt x="1197" y="563"/>
                    <ns1:pt x="1176" y="552"/>
                    <ns1:pt x="1152" y="547"/>
                  </ns1:cubicBezTo>
                  <ns1:cubicBezTo>
                    <ns1:pt x="1152" y="480"/>
                    <ns1:pt x="1152" y="480"/>
                    <ns1:pt x="1152" y="480"/>
                  </ns1:cubicBezTo>
                  <ns1:cubicBezTo>
                    <ns1:pt x="1120" y="480"/>
                    <ns1:pt x="1120" y="480"/>
                    <ns1:pt x="1120" y="480"/>
                  </ns1:cubicBezTo>
                  <ns1:cubicBezTo>
                    <ns1:pt x="1025" y="480"/>
                    <ns1:pt x="936" y="443"/>
                    <ns1:pt x="869" y="376"/>
                  </ns1:cubicBezTo>
                  <ns1:cubicBezTo>
                    <ns1:pt x="832" y="339"/>
                    <ns1:pt x="832" y="339"/>
                    <ns1:pt x="832" y="339"/>
                  </ns1:cubicBezTo>
                  <ns1:cubicBezTo>
                    <ns1:pt x="794" y="376"/>
                    <ns1:pt x="794" y="376"/>
                    <ns1:pt x="794" y="376"/>
                  </ns1:cubicBezTo>
                  <ns1:cubicBezTo>
                    <ns1:pt x="728" y="443"/>
                    <ns1:pt x="639" y="480"/>
                    <ns1:pt x="544" y="480"/>
                  </ns1:cubicBezTo>
                  <ns1:cubicBezTo>
                    <ns1:pt x="512" y="480"/>
                    <ns1:pt x="512" y="480"/>
                    <ns1:pt x="512" y="480"/>
                  </ns1:cubicBezTo>
                  <ns1:cubicBezTo>
                    <ns1:pt x="512" y="547"/>
                    <ns1:pt x="512" y="547"/>
                    <ns1:pt x="512" y="547"/>
                  </ns1:cubicBezTo>
                  <ns1:cubicBezTo>
                    <ns1:pt x="488" y="552"/>
                    <ns1:pt x="467" y="563"/>
                    <ns1:pt x="448" y="577"/>
                  </ns1:cubicBezTo>
                  <ns1:cubicBezTo>
                    <ns1:pt x="448" y="448"/>
                    <ns1:pt x="448" y="448"/>
                    <ns1:pt x="448" y="448"/>
                  </ns1:cubicBezTo>
                  <ns1:cubicBezTo>
                    <ns1:pt x="448" y="236"/>
                    <ns1:pt x="620" y="64"/>
                    <ns1:pt x="832" y="64"/>
                  </ns1:cubicBezTo>
                  <ns1:close/>
                  <ns1:moveTo>
                    <ns1:pt x="518" y="796"/>
                  </ns1:moveTo>
                  <ns1:cubicBezTo>
                    <ns1:pt x="478" y="784"/>
                    <ns1:pt x="448" y="748"/>
                    <ns1:pt x="448" y="704"/>
                  </ns1:cubicBezTo>
                  <ns1:cubicBezTo>
                    <ns1:pt x="448" y="662"/>
                    <ns1:pt x="475" y="627"/>
                    <ns1:pt x="512" y="614"/>
                  </ns1:cubicBezTo>
                  <ns1:cubicBezTo>
                    <ns1:pt x="512" y="736"/>
                    <ns1:pt x="512" y="736"/>
                    <ns1:pt x="512" y="736"/>
                  </ns1:cubicBezTo>
                  <ns1:cubicBezTo>
                    <ns1:pt x="512" y="756"/>
                    <ns1:pt x="514" y="776"/>
                    <ns1:pt x="518" y="796"/>
                  </ns1:cubicBezTo>
                  <ns1:close/>
                  <ns1:moveTo>
                    <ns1:pt x="160" y="480"/>
                  </ns1:moveTo>
                  <ns1:cubicBezTo>
                    <ns1:pt x="384" y="480"/>
                    <ns1:pt x="384" y="480"/>
                    <ns1:pt x="384" y="480"/>
                  </ns1:cubicBezTo>
                  <ns1:cubicBezTo>
                    <ns1:pt x="384" y="704"/>
                    <ns1:pt x="384" y="704"/>
                    <ns1:pt x="384" y="704"/>
                  </ns1:cubicBezTo>
                  <ns1:cubicBezTo>
                    <ns1:pt x="384" y="790"/>
                    <ns1:pt x="453" y="861"/>
                    <ns1:pt x="539" y="863"/>
                  </ns1:cubicBezTo>
                  <ns1:cubicBezTo>
                    <ns1:pt x="566" y="926"/>
                    <ns1:pt x="613" y="979"/>
                    <ns1:pt x="672" y="1013"/>
                  </ns1:cubicBezTo>
                  <ns1:cubicBezTo>
                    <ns1:pt x="672" y="1029"/>
                    <ns1:pt x="672" y="1029"/>
                    <ns1:pt x="672" y="1029"/>
                  </ns1:cubicBezTo>
                  <ns1:cubicBezTo>
                    <ns1:pt x="428" y="1066"/>
                    <ns1:pt x="428" y="1066"/>
                    <ns1:pt x="428" y="1066"/>
                  </ns1:cubicBezTo>
                  <ns1:cubicBezTo>
                    <ns1:pt x="327" y="1082"/>
                    <ns1:pt x="242" y="1150"/>
                    <ns1:pt x="204" y="1244"/>
                  </ns1:cubicBezTo>
                  <ns1:cubicBezTo>
                    <ns1:pt x="138" y="1408"/>
                    <ns1:pt x="138" y="1408"/>
                    <ns1:pt x="138" y="1408"/>
                  </ns1:cubicBezTo>
                  <ns1:cubicBezTo>
                    <ns1:pt x="64" y="1408"/>
                    <ns1:pt x="64" y="1408"/>
                    <ns1:pt x="64" y="1408"/>
                  </ns1:cubicBezTo>
                  <ns1:cubicBezTo>
                    <ns1:pt x="64" y="576"/>
                    <ns1:pt x="64" y="576"/>
                    <ns1:pt x="64" y="576"/>
                  </ns1:cubicBezTo>
                  <ns1:cubicBezTo>
                    <ns1:pt x="64" y="523"/>
                    <ns1:pt x="107" y="480"/>
                    <ns1:pt x="160" y="480"/>
                  </ns1:cubicBezTo>
                  <ns1:close/>
                  <ns1:moveTo>
                    <ns1:pt x="448" y="1882"/>
                  </ns1:moveTo>
                  <ns1:cubicBezTo>
                    <ns1:pt x="832" y="1800"/>
                    <ns1:pt x="832" y="1800"/>
                    <ns1:pt x="832" y="1800"/>
                  </ns1:cubicBezTo>
                  <ns1:cubicBezTo>
                    <ns1:pt x="832" y="1920"/>
                    <ns1:pt x="832" y="1920"/>
                    <ns1:pt x="832" y="1920"/>
                  </ns1:cubicBezTo>
                  <ns1:cubicBezTo>
                    <ns1:pt x="448" y="1920"/>
                    <ns1:pt x="448" y="1920"/>
                    <ns1:pt x="448" y="1920"/>
                  </ns1:cubicBezTo>
                  <ns1:lnTo>
                    <ns1:pt x="448" y="1882"/>
                  </ns1:lnTo>
                  <ns1:close/>
                  <ns1:moveTo>
                    <ns1:pt x="1536" y="1882"/>
                  </ns1:moveTo>
                  <ns1:cubicBezTo>
                    <ns1:pt x="1536" y="1920"/>
                    <ns1:pt x="1536" y="1920"/>
                    <ns1:pt x="1536" y="1920"/>
                  </ns1:cubicBezTo>
                  <ns1:cubicBezTo>
                    <ns1:pt x="1152" y="1920"/>
                    <ns1:pt x="1152" y="1920"/>
                    <ns1:pt x="1152" y="1920"/>
                  </ns1:cubicBezTo>
                  <ns1:cubicBezTo>
                    <ns1:pt x="1152" y="1800"/>
                    <ns1:pt x="1152" y="1800"/>
                    <ns1:pt x="1152" y="1800"/>
                  </ns1:cubicBezTo>
                  <ns1:lnTo>
                    <ns1:pt x="1536" y="1882"/>
                  </ns1:lnTo>
                  <ns1:close/>
                  <ns1:moveTo>
                    <ns1:pt x="1088" y="1920"/>
                  </ns1:moveTo>
                  <ns1:cubicBezTo>
                    <ns1:pt x="896" y="1920"/>
                    <ns1:pt x="896" y="1920"/>
                    <ns1:pt x="896" y="1920"/>
                  </ns1:cubicBezTo>
                  <ns1:cubicBezTo>
                    <ns1:pt x="896" y="1664"/>
                    <ns1:pt x="896" y="1664"/>
                    <ns1:pt x="896" y="1664"/>
                  </ns1:cubicBezTo>
                  <ns1:cubicBezTo>
                    <ns1:pt x="1088" y="1664"/>
                    <ns1:pt x="1088" y="1664"/>
                    <ns1:pt x="1088" y="1664"/>
                  </ns1:cubicBezTo>
                  <ns1:lnTo>
                    <ns1:pt x="1088" y="1920"/>
                  </ns1:lnTo>
                  <ns1:close/>
                  <ns1:moveTo>
                    <ns1:pt x="1824" y="1600"/>
                  </ns1:moveTo>
                  <ns1:cubicBezTo>
                    <ns1:pt x="160" y="1600"/>
                    <ns1:pt x="160" y="1600"/>
                    <ns1:pt x="160" y="1600"/>
                  </ns1:cubicBezTo>
                  <ns1:cubicBezTo>
                    <ns1:pt x="107" y="1600"/>
                    <ns1:pt x="64" y="1557"/>
                    <ns1:pt x="64" y="1504"/>
                  </ns1:cubicBezTo>
                  <ns1:cubicBezTo>
                    <ns1:pt x="64" y="1472"/>
                    <ns1:pt x="64" y="1472"/>
                    <ns1:pt x="64" y="1472"/>
                  </ns1:cubicBezTo>
                  <ns1:cubicBezTo>
                    <ns1:pt x="1920" y="1472"/>
                    <ns1:pt x="1920" y="1472"/>
                    <ns1:pt x="1920" y="1472"/>
                  </ns1:cubicBezTo>
                  <ns1:cubicBezTo>
                    <ns1:pt x="1920" y="1504"/>
                    <ns1:pt x="1920" y="1504"/>
                    <ns1:pt x="1920" y="1504"/>
                  </ns1:cubicBezTo>
                  <ns1:cubicBezTo>
                    <ns1:pt x="1920" y="1557"/>
                    <ns1:pt x="1877" y="1600"/>
                    <ns1:pt x="1824" y="1600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3:hiddenLine w="9525">
                  <ns1:solidFill>
                    <ns1:srgbClr val="000000"/>
                  </ns1:solidFill>
                  <ns1:round/>
                  <ns1:headEnd/>
                  <ns1:tailEnd/>
                </ns3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en-US"/>
            </ns1:p>
          </ns0:txBody>
        </ns0:sp>
        <ns0:sp>
          <ns0:nvSpPr>
            <ns0:cNvPr id="26" name="Oval 6">
              <ns1:extLst>
                <ns1:ext uri="{FF2B5EF4-FFF2-40B4-BE49-F238E27FC236}">
                  <ns2:creationId id="{E136DEC5-1B0D-4827-B64D-9D1B72EA296B}"/>
                </ns1:ext>
              </ns1:extLst>
            </ns0:cNvPr>
            <ns0:cNvSpPr>
              <ns1:spLocks noChangeArrowheads="1"/>
            </ns0:cNvSpPr>
            <ns0:nvPr/>
          </ns0:nvSpPr>
          <ns0:spPr bwMode="auto">
            <ns1:xfrm>
              <ns1:off x="3769" y="1255"/>
              <ns1:ext cx="140" cy="139"/>
            </ns1:xfrm>
            <ns1:prstGeom prst="ellipse">
              <ns1:avLst/>
            </ns1:prstGeom>
            <ns1:grpFill/>
            <ns1:ln>
              <ns1:noFill/>
            </ns1:ln>
            <ns1:extLst>
              <ns1:ext uri="{91240B29-F687-4F45-9708-019B960494DF}">
                <ns3:hiddenLine w="9525">
                  <ns1:solidFill>
                    <ns1:srgbClr val="000000"/>
                  </ns1:solidFill>
                  <ns1:round/>
                  <ns1:headEnd/>
                  <ns1:tailEnd/>
                </ns3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en-US"/>
            </ns1:p>
          </ns0:txBody>
        </ns0:sp>
        <ns0:sp>
          <ns0:nvSpPr>
            <ns0:cNvPr id="27" name="Oval 7">
              <ns1:extLst>
                <ns1:ext uri="{FF2B5EF4-FFF2-40B4-BE49-F238E27FC236}">
                  <ns2:creationId id="{85D42101-0538-4E0A-9BAE-99842B8B551D}"/>
                </ns1:ext>
              </ns1:extLst>
            </ns0:cNvPr>
            <ns0:cNvSpPr>
              <ns1:spLocks noChangeArrowheads="1"/>
            </ns0:cNvSpPr>
            <ns0:nvPr/>
          </ns0:nvSpPr>
          <ns0:spPr bwMode="auto">
            <ns1:xfrm>
              <ns1:off x="3072" y="1255"/>
              <ns1:ext cx="139" cy="139"/>
            </ns1:xfrm>
            <ns1:prstGeom prst="ellipse">
              <ns1:avLst/>
            </ns1:prstGeom>
            <ns1:grpFill/>
            <ns1:ln>
              <ns1:noFill/>
            </ns1:ln>
            <ns1:extLst>
              <ns1:ext uri="{91240B29-F687-4F45-9708-019B960494DF}">
                <ns3:hiddenLine w="9525">
                  <ns1:solidFill>
                    <ns1:srgbClr val="000000"/>
                  </ns1:solidFill>
                  <ns1:round/>
                  <ns1:headEnd/>
                  <ns1:tailEnd/>
                </ns3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en-US"/>
            </ns1:p>
          </ns0:txBody>
        </ns0:sp>
        <ns0:sp>
          <ns0:nvSpPr>
            <ns0:cNvPr id="28" name="Freeform 8">
              <ns1:extLst>
                <ns1:ext uri="{FF2B5EF4-FFF2-40B4-BE49-F238E27FC236}">
                  <ns2:creationId id="{51F096DF-6F34-4023-9AD8-8F2D5F70A85E}"/>
                </ns1:ext>
              </ns1:extLst>
            </ns0:cNvPr>
            <ns0:cNvSpPr>
              <ns1:spLocks/>
            </ns0:cNvSpPr>
            <ns0:nvPr/>
          </ns0:nvSpPr>
          <ns0:spPr bwMode="auto">
            <ns1:xfrm>
              <ns1:off x="3072" y="1603"/>
              <ns1:ext cx="837" cy="419"/>
            </ns1:xfrm>
            <ns1:custGeom>
              <ns1:avLst/>
              <ns1:gdLst>
                <ns1:gd name="T0" fmla="*/ 320 w 384"/>
                <ns1:gd name="T1" fmla="*/ 0 h 192"/>
                <ns1:gd name="T2" fmla="*/ 192 w 384"/>
                <ns1:gd name="T3" fmla="*/ 128 h 192"/>
                <ns1:gd name="T4" fmla="*/ 64 w 384"/>
                <ns1:gd name="T5" fmla="*/ 0 h 192"/>
                <ns1:gd name="T6" fmla="*/ 0 w 384"/>
                <ns1:gd name="T7" fmla="*/ 0 h 192"/>
                <ns1:gd name="T8" fmla="*/ 192 w 384"/>
                <ns1:gd name="T9" fmla="*/ 192 h 192"/>
                <ns1:gd name="T10" fmla="*/ 384 w 384"/>
                <ns1:gd name="T11" fmla="*/ 0 h 192"/>
                <ns1:gd name="T12" fmla="*/ 320 w 384"/>
                <ns1:gd name="T13" fmla="*/ 0 h 192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</ns1:cxnLst>
              <ns1:rect l="0" t="0" r="r" b="b"/>
              <ns1:pathLst>
                <ns1:path w="384" h="192">
                  <ns1:moveTo>
                    <ns1:pt x="320" y="0"/>
                  </ns1:moveTo>
                  <ns1:cubicBezTo>
                    <ns1:pt x="320" y="71"/>
                    <ns1:pt x="263" y="128"/>
                    <ns1:pt x="192" y="128"/>
                  </ns1:cubicBezTo>
                  <ns1:cubicBezTo>
                    <ns1:pt x="121" y="128"/>
                    <ns1:pt x="64" y="71"/>
                    <ns1:pt x="64" y="0"/>
                  </ns1:cubicBezTo>
                  <ns1:cubicBezTo>
                    <ns1:pt x="0" y="0"/>
                    <ns1:pt x="0" y="0"/>
                    <ns1:pt x="0" y="0"/>
                  </ns1:cubicBezTo>
                  <ns1:cubicBezTo>
                    <ns1:pt x="0" y="106"/>
                    <ns1:pt x="86" y="192"/>
                    <ns1:pt x="192" y="192"/>
                  </ns1:cubicBezTo>
                  <ns1:cubicBezTo>
                    <ns1:pt x="298" y="192"/>
                    <ns1:pt x="384" y="106"/>
                    <ns1:pt x="384" y="0"/>
                  </ns1:cubicBezTo>
                  <ns1:lnTo>
                    <ns1:pt x="320" y="0"/>
                  </ns1:ln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3:hiddenLine w="9525">
                  <ns1:solidFill>
                    <ns1:srgbClr val="000000"/>
                  </ns1:solidFill>
                  <ns1:round/>
                  <ns1:headEnd/>
                  <ns1:tailEnd/>
                </ns3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en-US"/>
            </ns1:p>
          </ns0:txBody>
        </ns0:sp>
      </ns0:grpSp>
      <ns0:grpSp>
        <ns0:nvGrpSpPr>
          <ns0:cNvPr id="31" name="Group 11">
            <ns1:extLst>
              <ns1:ext uri="{FF2B5EF4-FFF2-40B4-BE49-F238E27FC236}">
                <ns2:creationId id="{70AA9150-C7A1-40CA-BFB8-CE03AB4C32C0}"/>
              </ns1:ext>
            </ns1:extLst>
          </ns0:cNvPr>
          <ns0:cNvGrpSpPr>
            <ns1:grpSpLocks noChangeAspect="1"/>
          </ns0:cNvGrpSpPr>
          <ns0:nvPr/>
        </ns0:nvGrpSpPr>
        <ns0:grpSpPr bwMode="auto">
          <ns1:xfrm>
            <ns1:off x="5716592" y="1581955"/>
            <ns1:ext cx="758815" cy="758815"/>
            <ns1:chOff x="1679" y="0"/>
            <ns1:chExt cx="4322" cy="4322"/>
          </ns1:xfrm>
          <ns1:solidFill>
            <ns1:srgbClr val="F07D66"/>
          </ns1:solidFill>
        </ns0:grpSpPr>
        <ns0:sp>
          <ns0:nvSpPr>
            <ns0:cNvPr id="33" name="Freeform 12">
              <ns1:extLst>
                <ns1:ext uri="{FF2B5EF4-FFF2-40B4-BE49-F238E27FC236}">
                  <ns2:creationId id="{3AC15565-6632-4C1E-8872-15CA46B8806E}"/>
                </ns1:ext>
              </ns1:extLst>
            </ns0:cNvPr>
            <ns0:cNvSpPr>
              <ns1:spLocks noEditPoints="1"/>
            </ns0:cNvSpPr>
            <ns0:nvPr/>
          </ns0:nvSpPr>
          <ns0:spPr bwMode="auto">
            <ns1:xfrm>
              <ns1:off x="2237" y="418"/>
              <ns1:ext cx="3206" cy="3904"/>
            </ns1:xfrm>
            <ns1:custGeom>
              <ns1:avLst/>
              <ns1:gdLst>
                <ns1:gd name="T0" fmla="*/ 992 w 1472"/>
                <ns1:gd name="T1" fmla="*/ 0 h 1792"/>
                <ns1:gd name="T2" fmla="*/ 234 w 1472"/>
                <ns1:gd name="T3" fmla="*/ 265 h 1792"/>
                <ns1:gd name="T4" fmla="*/ 0 w 1472"/>
                <ns1:gd name="T5" fmla="*/ 1376 h 1792"/>
                <ns1:gd name="T6" fmla="*/ 96 w 1472"/>
                <ns1:gd name="T7" fmla="*/ 1600 h 1792"/>
                <ns1:gd name="T8" fmla="*/ 256 w 1472"/>
                <ns1:gd name="T9" fmla="*/ 1760 h 1792"/>
                <ns1:gd name="T10" fmla="*/ 1216 w 1472"/>
                <ns1:gd name="T11" fmla="*/ 1760 h 1792"/>
                <ns1:gd name="T12" fmla="*/ 1376 w 1472"/>
                <ns1:gd name="T13" fmla="*/ 1600 h 1792"/>
                <ns1:gd name="T14" fmla="*/ 1472 w 1472"/>
                <ns1:gd name="T15" fmla="*/ 1376 h 1792"/>
                <ns1:gd name="T16" fmla="*/ 1238 w 1472"/>
                <ns1:gd name="T17" fmla="*/ 265 h 1792"/>
                <ns1:gd name="T18" fmla="*/ 864 w 1472"/>
                <ns1:gd name="T19" fmla="*/ 928 h 1792"/>
                <ns1:gd name="T20" fmla="*/ 778 w 1472"/>
                <ns1:gd name="T21" fmla="*/ 496 h 1792"/>
                <ns1:gd name="T22" fmla="*/ 1145 w 1472"/>
                <ns1:gd name="T23" fmla="*/ 256 h 1792"/>
                <ns1:gd name="T24" fmla="*/ 778 w 1472"/>
                <ns1:gd name="T25" fmla="*/ 496 h 1792"/>
                <ns1:gd name="T26" fmla="*/ 544 w 1472"/>
                <ns1:gd name="T27" fmla="*/ 928 h 1792"/>
                <ns1:gd name="T28" fmla="*/ 437 w 1472"/>
                <ns1:gd name="T29" fmla="*/ 264 h 1792"/>
                <ns1:gd name="T30" fmla="*/ 474 w 1472"/>
                <ns1:gd name="T31" fmla="*/ 87 h 1792"/>
                <ns1:gd name="T32" fmla="*/ 607 w 1472"/>
                <ns1:gd name="T33" fmla="*/ 192 h 1792"/>
                <ns1:gd name="T34" fmla="*/ 607 w 1472"/>
                <ns1:gd name="T35" fmla="*/ 192 h 1792"/>
                <ns1:gd name="T36" fmla="*/ 535 w 1472"/>
                <ns1:gd name="T37" fmla="*/ 64 h 1792"/>
                <ns1:gd name="T38" fmla="*/ 128 w 1472"/>
                <ns1:gd name="T39" fmla="*/ 576 h 1792"/>
                <ns1:gd name="T40" fmla="*/ 64 w 1472"/>
                <ns1:gd name="T41" fmla="*/ 576 h 1792"/>
                <ns1:gd name="T42" fmla="*/ 192 w 1472"/>
                <ns1:gd name="T43" fmla="*/ 1472 h 1792"/>
                <ns1:gd name="T44" fmla="*/ 128 w 1472"/>
                <ns1:gd name="T45" fmla="*/ 1472 h 1792"/>
                <ns1:gd name="T46" fmla="*/ 384 w 1472"/>
                <ns1:gd name="T47" fmla="*/ 1728 h 1792"/>
                <ns1:gd name="T48" fmla="*/ 1024 w 1472"/>
                <ns1:gd name="T49" fmla="*/ 1664 h 1792"/>
                <ns1:gd name="T50" fmla="*/ 960 w 1472"/>
                <ns1:gd name="T51" fmla="*/ 1664 h 1792"/>
                <ns1:gd name="T52" fmla="*/ 832 w 1472"/>
                <ns1:gd name="T53" fmla="*/ 1728 h 1792"/>
                <ns1:gd name="T54" fmla="*/ 896 w 1472"/>
                <ns1:gd name="T55" fmla="*/ 1728 h 1792"/>
                <ns1:gd name="T56" fmla="*/ 704 w 1472"/>
                <ns1:gd name="T57" fmla="*/ 1664 h 1792"/>
                <ns1:gd name="T58" fmla="*/ 640 w 1472"/>
                <ns1:gd name="T59" fmla="*/ 1728 h 1792"/>
                <ns1:gd name="T60" fmla="*/ 640 w 1472"/>
                <ns1:gd name="T61" fmla="*/ 1664 h 1792"/>
                <ns1:gd name="T62" fmla="*/ 448 w 1472"/>
                <ns1:gd name="T63" fmla="*/ 1728 h 1792"/>
                <ns1:gd name="T64" fmla="*/ 512 w 1472"/>
                <ns1:gd name="T65" fmla="*/ 1728 h 1792"/>
                <ns1:gd name="T66" fmla="*/ 1088 w 1472"/>
                <ns1:gd name="T67" fmla="*/ 1664 h 1792"/>
                <ns1:gd name="T68" fmla="*/ 1344 w 1472"/>
                <ns1:gd name="T69" fmla="*/ 1536 h 1792"/>
                <ns1:gd name="T70" fmla="*/ 1344 w 1472"/>
                <ns1:gd name="T71" fmla="*/ 1472 h 1792"/>
                <ns1:gd name="T72" fmla="*/ 1248 w 1472"/>
                <ns1:gd name="T73" fmla="*/ 1408 h 1792"/>
                <ns1:gd name="T74" fmla="*/ 1152 w 1472"/>
                <ns1:gd name="T75" fmla="*/ 800 h 1792"/>
                <ns1:gd name="T76" fmla="*/ 1216 w 1472"/>
                <ns1:gd name="T77" fmla="*/ 1568 h 1792"/>
                <ns1:gd name="T78" fmla="*/ 256 w 1472"/>
                <ns1:gd name="T79" fmla="*/ 1568 h 1792"/>
                <ns1:gd name="T80" fmla="*/ 320 w 1472"/>
                <ns1:gd name="T81" fmla="*/ 800 h 1792"/>
                <ns1:gd name="T82" fmla="*/ 224 w 1472"/>
                <ns1:gd name="T83" fmla="*/ 1408 h 1792"/>
                <ns1:gd name="T84" fmla="*/ 64 w 1472"/>
                <ns1:gd name="T85" fmla="*/ 768 h 1792"/>
                <ns1:gd name="T86" fmla="*/ 192 w 1472"/>
                <ns1:gd name="T87" fmla="*/ 544 h 1792"/>
                <ns1:gd name="T88" fmla="*/ 135 w 1472"/>
                <ns1:gd name="T89" fmla="*/ 391 h 1792"/>
                <ns1:gd name="T90" fmla="*/ 544 w 1472"/>
                <ns1:gd name="T91" fmla="*/ 446 h 1792"/>
                <ns1:gd name="T92" fmla="*/ 576 w 1472"/>
                <ns1:gd name="T93" fmla="*/ 1024 h 1792"/>
                <ns1:gd name="T94" fmla="*/ 608 w 1472"/>
                <ns1:gd name="T95" fmla="*/ 504 h 1792"/>
                <ns1:gd name="T96" fmla="*/ 864 w 1472"/>
                <ns1:gd name="T97" fmla="*/ 504 h 1792"/>
                <ns1:gd name="T98" fmla="*/ 896 w 1472"/>
                <ns1:gd name="T99" fmla="*/ 1024 h 1792"/>
                <ns1:gd name="T100" fmla="*/ 928 w 1472"/>
                <ns1:gd name="T101" fmla="*/ 446 h 1792"/>
                <ns1:gd name="T102" fmla="*/ 1337 w 1472"/>
                <ns1:gd name="T103" fmla="*/ 391 h 1792"/>
                <ns1:gd name="T104" fmla="*/ 1280 w 1472"/>
                <ns1:gd name="T105" fmla="*/ 544 h 1792"/>
                <ns1:gd name="T106" fmla="*/ 1408 w 1472"/>
                <ns1:gd name="T107" fmla="*/ 768 h 1792"/>
                <ns1:gd name="T108" fmla="*/ 1408 w 1472"/>
                <ns1:gd name="T109" fmla="*/ 576 h 1792"/>
                <ns1:gd name="T110" fmla="*/ 1344 w 1472"/>
                <ns1:gd name="T111" fmla="*/ 576 h 1792"/>
                <ns1:gd name="T112" fmla="*/ 1408 w 1472"/>
                <ns1:gd name="T113" fmla="*/ 576 h 1792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  <ns1:cxn ang="0">
                  <ns1:pos x="T30" y="T31"/>
                </ns1:cxn>
                <ns1:cxn ang="0">
                  <ns1:pos x="T32" y="T33"/>
                </ns1:cxn>
                <ns1:cxn ang="0">
                  <ns1:pos x="T34" y="T35"/>
                </ns1:cxn>
                <ns1:cxn ang="0">
                  <ns1:pos x="T36" y="T37"/>
                </ns1:cxn>
                <ns1:cxn ang="0">
                  <ns1:pos x="T38" y="T39"/>
                </ns1:cxn>
                <ns1:cxn ang="0">
                  <ns1:pos x="T40" y="T41"/>
                </ns1:cxn>
                <ns1:cxn ang="0">
                  <ns1:pos x="T42" y="T43"/>
                </ns1:cxn>
                <ns1:cxn ang="0">
                  <ns1:pos x="T44" y="T45"/>
                </ns1:cxn>
                <ns1:cxn ang="0">
                  <ns1:pos x="T46" y="T47"/>
                </ns1:cxn>
                <ns1:cxn ang="0">
                  <ns1:pos x="T48" y="T49"/>
                </ns1:cxn>
                <ns1:cxn ang="0">
                  <ns1:pos x="T50" y="T51"/>
                </ns1:cxn>
                <ns1:cxn ang="0">
                  <ns1:pos x="T52" y="T53"/>
                </ns1:cxn>
                <ns1:cxn ang="0">
                  <ns1:pos x="T54" y="T55"/>
                </ns1:cxn>
                <ns1:cxn ang="0">
                  <ns1:pos x="T56" y="T57"/>
                </ns1:cxn>
                <ns1:cxn ang="0">
                  <ns1:pos x="T58" y="T59"/>
                </ns1:cxn>
                <ns1:cxn ang="0">
                  <ns1:pos x="T60" y="T61"/>
                </ns1:cxn>
                <ns1:cxn ang="0">
                  <ns1:pos x="T62" y="T63"/>
                </ns1:cxn>
                <ns1:cxn ang="0">
                  <ns1:pos x="T64" y="T65"/>
                </ns1:cxn>
                <ns1:cxn ang="0">
                  <ns1:pos x="T66" y="T67"/>
                </ns1:cxn>
                <ns1:cxn ang="0">
                  <ns1:pos x="T68" y="T69"/>
                </ns1:cxn>
                <ns1:cxn ang="0">
                  <ns1:pos x="T70" y="T71"/>
                </ns1:cxn>
                <ns1:cxn ang="0">
                  <ns1:pos x="T72" y="T73"/>
                </ns1:cxn>
                <ns1:cxn ang="0">
                  <ns1:pos x="T74" y="T75"/>
                </ns1:cxn>
                <ns1:cxn ang="0">
                  <ns1:pos x="T76" y="T77"/>
                </ns1:cxn>
                <ns1:cxn ang="0">
                  <ns1:pos x="T78" y="T79"/>
                </ns1:cxn>
                <ns1:cxn ang="0">
                  <ns1:pos x="T80" y="T81"/>
                </ns1:cxn>
                <ns1:cxn ang="0">
                  <ns1:pos x="T82" y="T83"/>
                </ns1:cxn>
                <ns1:cxn ang="0">
                  <ns1:pos x="T84" y="T85"/>
                </ns1:cxn>
                <ns1:cxn ang="0">
                  <ns1:pos x="T86" y="T87"/>
                </ns1:cxn>
                <ns1:cxn ang="0">
                  <ns1:pos x="T88" y="T89"/>
                </ns1:cxn>
                <ns1:cxn ang="0">
                  <ns1:pos x="T90" y="T91"/>
                </ns1:cxn>
                <ns1:cxn ang="0">
                  <ns1:pos x="T92" y="T93"/>
                </ns1:cxn>
                <ns1:cxn ang="0">
                  <ns1:pos x="T94" y="T95"/>
                </ns1:cxn>
                <ns1:cxn ang="0">
                  <ns1:pos x="T96" y="T97"/>
                </ns1:cxn>
                <ns1:cxn ang="0">
                  <ns1:pos x="T98" y="T99"/>
                </ns1:cxn>
                <ns1:cxn ang="0">
                  <ns1:pos x="T100" y="T101"/>
                </ns1:cxn>
                <ns1:cxn ang="0">
                  <ns1:pos x="T102" y="T103"/>
                </ns1:cxn>
                <ns1:cxn ang="0">
                  <ns1:pos x="T104" y="T105"/>
                </ns1:cxn>
                <ns1:cxn ang="0">
                  <ns1:pos x="T106" y="T107"/>
                </ns1:cxn>
                <ns1:cxn ang="0">
                  <ns1:pos x="T108" y="T109"/>
                </ns1:cxn>
                <ns1:cxn ang="0">
                  <ns1:pos x="T110" y="T111"/>
                </ns1:cxn>
                <ns1:cxn ang="0">
                  <ns1:pos x="T112" y="T113"/>
                </ns1:cxn>
              </ns1:cxnLst>
              <ns1:rect l="0" t="0" r="r" b="b"/>
              <ns1:pathLst>
                <ns1:path w="1472" h="1792">
                  <ns1:moveTo>
                    <ns1:pt x="1238" y="265"/>
                  </ns1:moveTo>
                  <ns1:cubicBezTo>
                    <ns1:pt x="1016" y="11"/>
                    <ns1:pt x="1016" y="11"/>
                    <ns1:pt x="1016" y="11"/>
                  </ns1:cubicBezTo>
                  <ns1:cubicBezTo>
                    <ns1:pt x="1010" y="4"/>
                    <ns1:pt x="1001" y="0"/>
                    <ns1:pt x="992" y="0"/>
                  </ns1:cubicBezTo>
                  <ns1:cubicBezTo>
                    <ns1:pt x="480" y="0"/>
                    <ns1:pt x="480" y="0"/>
                    <ns1:pt x="480" y="0"/>
                  </ns1:cubicBezTo>
                  <ns1:cubicBezTo>
                    <ns1:pt x="471" y="0"/>
                    <ns1:pt x="462" y="4"/>
                    <ns1:pt x="456" y="11"/>
                  </ns1:cubicBezTo>
                  <ns1:cubicBezTo>
                    <ns1:pt x="234" y="265"/>
                    <ns1:pt x="234" y="265"/>
                    <ns1:pt x="234" y="265"/>
                  </ns1:cubicBezTo>
                  <ns1:cubicBezTo>
                    <ns1:pt x="180" y="278"/>
                    <ns1:pt x="130" y="305"/>
                    <ns1:pt x="89" y="345"/>
                  </ns1:cubicBezTo>
                  <ns1:cubicBezTo>
                    <ns1:pt x="32" y="403"/>
                    <ns1:pt x="0" y="480"/>
                    <ns1:pt x="0" y="561"/>
                  </ns1:cubicBezTo>
                  <ns1:cubicBezTo>
                    <ns1:pt x="0" y="1376"/>
                    <ns1:pt x="0" y="1376"/>
                    <ns1:pt x="0" y="1376"/>
                  </ns1:cubicBezTo>
                  <ns1:cubicBezTo>
                    <ns1:pt x="0" y="1418"/>
                    <ns1:pt x="27" y="1453"/>
                    <ns1:pt x="64" y="1466"/>
                  </ns1:cubicBezTo>
                  <ns1:cubicBezTo>
                    <ns1:pt x="64" y="1568"/>
                    <ns1:pt x="64" y="1568"/>
                    <ns1:pt x="64" y="1568"/>
                  </ns1:cubicBezTo>
                  <ns1:cubicBezTo>
                    <ns1:pt x="64" y="1586"/>
                    <ns1:pt x="78" y="1600"/>
                    <ns1:pt x="96" y="1600"/>
                  </ns1:cubicBezTo>
                  <ns1:cubicBezTo>
                    <ns1:pt x="198" y="1600"/>
                    <ns1:pt x="198" y="1600"/>
                    <ns1:pt x="198" y="1600"/>
                  </ns1:cubicBezTo>
                  <ns1:cubicBezTo>
                    <ns1:pt x="208" y="1627"/>
                    <ns1:pt x="229" y="1648"/>
                    <ns1:pt x="256" y="1658"/>
                  </ns1:cubicBezTo>
                  <ns1:cubicBezTo>
                    <ns1:pt x="256" y="1760"/>
                    <ns1:pt x="256" y="1760"/>
                    <ns1:pt x="256" y="1760"/>
                  </ns1:cubicBezTo>
                  <ns1:cubicBezTo>
                    <ns1:pt x="256" y="1778"/>
                    <ns1:pt x="270" y="1792"/>
                    <ns1:pt x="288" y="1792"/>
                  </ns1:cubicBezTo>
                  <ns1:cubicBezTo>
                    <ns1:pt x="1184" y="1792"/>
                    <ns1:pt x="1184" y="1792"/>
                    <ns1:pt x="1184" y="1792"/>
                  </ns1:cubicBezTo>
                  <ns1:cubicBezTo>
                    <ns1:pt x="1202" y="1792"/>
                    <ns1:pt x="1216" y="1778"/>
                    <ns1:pt x="1216" y="1760"/>
                  </ns1:cubicBezTo>
                  <ns1:cubicBezTo>
                    <ns1:pt x="1216" y="1658"/>
                    <ns1:pt x="1216" y="1658"/>
                    <ns1:pt x="1216" y="1658"/>
                  </ns1:cubicBezTo>
                  <ns1:cubicBezTo>
                    <ns1:pt x="1243" y="1648"/>
                    <ns1:pt x="1264" y="1627"/>
                    <ns1:pt x="1274" y="1600"/>
                  </ns1:cubicBezTo>
                  <ns1:cubicBezTo>
                    <ns1:pt x="1376" y="1600"/>
                    <ns1:pt x="1376" y="1600"/>
                    <ns1:pt x="1376" y="1600"/>
                  </ns1:cubicBezTo>
                  <ns1:cubicBezTo>
                    <ns1:pt x="1394" y="1600"/>
                    <ns1:pt x="1408" y="1586"/>
                    <ns1:pt x="1408" y="1568"/>
                  </ns1:cubicBezTo>
                  <ns1:cubicBezTo>
                    <ns1:pt x="1408" y="1466"/>
                    <ns1:pt x="1408" y="1466"/>
                    <ns1:pt x="1408" y="1466"/>
                  </ns1:cubicBezTo>
                  <ns1:cubicBezTo>
                    <ns1:pt x="1445" y="1453"/>
                    <ns1:pt x="1472" y="1418"/>
                    <ns1:pt x="1472" y="1376"/>
                  </ns1:cubicBezTo>
                  <ns1:cubicBezTo>
                    <ns1:pt x="1472" y="561"/>
                    <ns1:pt x="1472" y="561"/>
                    <ns1:pt x="1472" y="561"/>
                  </ns1:cubicBezTo>
                  <ns1:cubicBezTo>
                    <ns1:pt x="1472" y="480"/>
                    <ns1:pt x="1440" y="403"/>
                    <ns1:pt x="1383" y="345"/>
                  </ns1:cubicBezTo>
                  <ns1:cubicBezTo>
                    <ns1:pt x="1342" y="305"/>
                    <ns1:pt x="1292" y="278"/>
                    <ns1:pt x="1238" y="265"/>
                  </ns1:cubicBezTo>
                  <ns1:close/>
                  <ns1:moveTo>
                    <ns1:pt x="928" y="928"/>
                  </ns1:moveTo>
                  <ns1:cubicBezTo>
                    <ns1:pt x="928" y="946"/>
                    <ns1:pt x="914" y="960"/>
                    <ns1:pt x="896" y="960"/>
                  </ns1:cubicBezTo>
                  <ns1:cubicBezTo>
                    <ns1:pt x="878" y="960"/>
                    <ns1:pt x="864" y="946"/>
                    <ns1:pt x="864" y="928"/>
                  </ns1:cubicBezTo>
                  <ns1:cubicBezTo>
                    <ns1:pt x="864" y="910"/>
                    <ns1:pt x="878" y="896"/>
                    <ns1:pt x="896" y="896"/>
                  </ns1:cubicBezTo>
                  <ns1:cubicBezTo>
                    <ns1:pt x="914" y="896"/>
                    <ns1:pt x="928" y="910"/>
                    <ns1:pt x="928" y="928"/>
                  </ns1:cubicBezTo>
                  <ns1:close/>
                  <ns1:moveTo>
                    <ns1:pt x="778" y="496"/>
                  </ns1:moveTo>
                  <ns1:cubicBezTo>
                    <ns1:pt x="771" y="484"/>
                    <ns1:pt x="771" y="484"/>
                    <ns1:pt x="771" y="484"/>
                  </ns1:cubicBezTo>
                  <ns1:cubicBezTo>
                    <ns1:pt x="998" y="87"/>
                    <ns1:pt x="998" y="87"/>
                    <ns1:pt x="998" y="87"/>
                  </ns1:cubicBezTo>
                  <ns1:cubicBezTo>
                    <ns1:pt x="1145" y="256"/>
                    <ns1:pt x="1145" y="256"/>
                    <ns1:pt x="1145" y="256"/>
                  </ns1:cubicBezTo>
                  <ns1:cubicBezTo>
                    <ns1:pt x="1056" y="256"/>
                    <ns1:pt x="1056" y="256"/>
                    <ns1:pt x="1056" y="256"/>
                  </ns1:cubicBezTo>
                  <ns1:cubicBezTo>
                    <ns1:pt x="1048" y="256"/>
                    <ns1:pt x="1040" y="259"/>
                    <ns1:pt x="1035" y="264"/>
                  </ns1:cubicBezTo>
                  <ns1:lnTo>
                    <ns1:pt x="778" y="496"/>
                  </ns1:lnTo>
                  <ns1:close/>
                  <ns1:moveTo>
                    <ns1:pt x="608" y="928"/>
                  </ns1:moveTo>
                  <ns1:cubicBezTo>
                    <ns1:pt x="608" y="946"/>
                    <ns1:pt x="594" y="960"/>
                    <ns1:pt x="576" y="960"/>
                  </ns1:cubicBezTo>
                  <ns1:cubicBezTo>
                    <ns1:pt x="558" y="960"/>
                    <ns1:pt x="544" y="946"/>
                    <ns1:pt x="544" y="928"/>
                  </ns1:cubicBezTo>
                  <ns1:cubicBezTo>
                    <ns1:pt x="544" y="910"/>
                    <ns1:pt x="558" y="896"/>
                    <ns1:pt x="576" y="896"/>
                  </ns1:cubicBezTo>
                  <ns1:cubicBezTo>
                    <ns1:pt x="594" y="896"/>
                    <ns1:pt x="608" y="910"/>
                    <ns1:pt x="608" y="928"/>
                  </ns1:cubicBezTo>
                  <ns1:close/>
                  <ns1:moveTo>
                    <ns1:pt x="437" y="264"/>
                  </ns1:moveTo>
                  <ns1:cubicBezTo>
                    <ns1:pt x="432" y="259"/>
                    <ns1:pt x="424" y="256"/>
                    <ns1:pt x="416" y="256"/>
                  </ns1:cubicBezTo>
                  <ns1:cubicBezTo>
                    <ns1:pt x="327" y="256"/>
                    <ns1:pt x="327" y="256"/>
                    <ns1:pt x="327" y="256"/>
                  </ns1:cubicBezTo>
                  <ns1:cubicBezTo>
                    <ns1:pt x="474" y="87"/>
                    <ns1:pt x="474" y="87"/>
                    <ns1:pt x="474" y="87"/>
                  </ns1:cubicBezTo>
                  <ns1:cubicBezTo>
                    <ns1:pt x="714" y="513"/>
                    <ns1:pt x="714" y="513"/>
                    <ns1:pt x="714" y="513"/>
                  </ns1:cubicBezTo>
                  <ns1:lnTo>
                    <ns1:pt x="437" y="264"/>
                  </ns1:lnTo>
                  <ns1:close/>
                  <ns1:moveTo>
                    <ns1:pt x="607" y="192"/>
                  </ns1:moveTo>
                  <ns1:cubicBezTo>
                    <ns1:pt x="864" y="192"/>
                    <ns1:pt x="864" y="192"/>
                    <ns1:pt x="864" y="192"/>
                  </ns1:cubicBezTo>
                  <ns1:cubicBezTo>
                    <ns1:pt x="734" y="419"/>
                    <ns1:pt x="734" y="419"/>
                    <ns1:pt x="734" y="419"/>
                  </ns1:cubicBezTo>
                  <ns1:lnTo>
                    <ns1:pt x="607" y="192"/>
                  </ns1:lnTo>
                  <ns1:close/>
                  <ns1:moveTo>
                    <ns1:pt x="900" y="128"/>
                  </ns1:moveTo>
                  <ns1:cubicBezTo>
                    <ns1:pt x="571" y="128"/>
                    <ns1:pt x="571" y="128"/>
                    <ns1:pt x="571" y="128"/>
                  </ns1:cubicBezTo>
                  <ns1:cubicBezTo>
                    <ns1:pt x="535" y="64"/>
                    <ns1:pt x="535" y="64"/>
                    <ns1:pt x="535" y="64"/>
                  </ns1:cubicBezTo>
                  <ns1:cubicBezTo>
                    <ns1:pt x="937" y="64"/>
                    <ns1:pt x="937" y="64"/>
                    <ns1:pt x="937" y="64"/>
                  </ns1:cubicBezTo>
                  <ns1:lnTo>
                    <ns1:pt x="900" y="128"/>
                  </ns1:lnTo>
                  <ns1:close/>
                  <ns1:moveTo>
                    <ns1:pt x="128" y="576"/>
                  </ns1:moveTo>
                  <ns1:cubicBezTo>
                    <ns1:pt x="128" y="704"/>
                    <ns1:pt x="128" y="704"/>
                    <ns1:pt x="128" y="704"/>
                  </ns1:cubicBezTo>
                  <ns1:cubicBezTo>
                    <ns1:pt x="64" y="704"/>
                    <ns1:pt x="64" y="704"/>
                    <ns1:pt x="64" y="704"/>
                  </ns1:cubicBezTo>
                  <ns1:cubicBezTo>
                    <ns1:pt x="64" y="576"/>
                    <ns1:pt x="64" y="576"/>
                    <ns1:pt x="64" y="576"/>
                  </ns1:cubicBezTo>
                  <ns1:lnTo>
                    <ns1:pt x="128" y="576"/>
                  </ns1:lnTo>
                  <ns1:close/>
                  <ns1:moveTo>
                    <ns1:pt x="128" y="1472"/>
                  </ns1:moveTo>
                  <ns1:cubicBezTo>
                    <ns1:pt x="192" y="1472"/>
                    <ns1:pt x="192" y="1472"/>
                    <ns1:pt x="192" y="1472"/>
                  </ns1:cubicBezTo>
                  <ns1:cubicBezTo>
                    <ns1:pt x="192" y="1536"/>
                    <ns1:pt x="192" y="1536"/>
                    <ns1:pt x="192" y="1536"/>
                  </ns1:cubicBezTo>
                  <ns1:cubicBezTo>
                    <ns1:pt x="128" y="1536"/>
                    <ns1:pt x="128" y="1536"/>
                    <ns1:pt x="128" y="1536"/>
                  </ns1:cubicBezTo>
                  <ns1:lnTo>
                    <ns1:pt x="128" y="1472"/>
                  </ns1:lnTo>
                  <ns1:close/>
                  <ns1:moveTo>
                    <ns1:pt x="320" y="1664"/>
                  </ns1:moveTo>
                  <ns1:cubicBezTo>
                    <ns1:pt x="384" y="1664"/>
                    <ns1:pt x="384" y="1664"/>
                    <ns1:pt x="384" y="1664"/>
                  </ns1:cubicBezTo>
                  <ns1:cubicBezTo>
                    <ns1:pt x="384" y="1728"/>
                    <ns1:pt x="384" y="1728"/>
                    <ns1:pt x="384" y="1728"/>
                  </ns1:cubicBezTo>
                  <ns1:cubicBezTo>
                    <ns1:pt x="320" y="1728"/>
                    <ns1:pt x="320" y="1728"/>
                    <ns1:pt x="320" y="1728"/>
                  </ns1:cubicBezTo>
                  <ns1:lnTo>
                    <ns1:pt x="320" y="1664"/>
                  </ns1:lnTo>
                  <ns1:close/>
                  <ns1:moveTo>
                    <ns1:pt x="1024" y="1664"/>
                  </ns1:moveTo>
                  <ns1:cubicBezTo>
                    <ns1:pt x="1024" y="1728"/>
                    <ns1:pt x="1024" y="1728"/>
                    <ns1:pt x="1024" y="1728"/>
                  </ns1:cubicBezTo>
                  <ns1:cubicBezTo>
                    <ns1:pt x="960" y="1728"/>
                    <ns1:pt x="960" y="1728"/>
                    <ns1:pt x="960" y="1728"/>
                  </ns1:cubicBezTo>
                  <ns1:cubicBezTo>
                    <ns1:pt x="960" y="1664"/>
                    <ns1:pt x="960" y="1664"/>
                    <ns1:pt x="960" y="1664"/>
                  </ns1:cubicBezTo>
                  <ns1:lnTo>
                    <ns1:pt x="1024" y="1664"/>
                  </ns1:lnTo>
                  <ns1:close/>
                  <ns1:moveTo>
                    <ns1:pt x="896" y="1728"/>
                  </ns1:moveTo>
                  <ns1:cubicBezTo>
                    <ns1:pt x="832" y="1728"/>
                    <ns1:pt x="832" y="1728"/>
                    <ns1:pt x="832" y="1728"/>
                  </ns1:cubicBezTo>
                  <ns1:cubicBezTo>
                    <ns1:pt x="832" y="1664"/>
                    <ns1:pt x="832" y="1664"/>
                    <ns1:pt x="832" y="1664"/>
                  </ns1:cubicBezTo>
                  <ns1:cubicBezTo>
                    <ns1:pt x="896" y="1664"/>
                    <ns1:pt x="896" y="1664"/>
                    <ns1:pt x="896" y="1664"/>
                  </ns1:cubicBezTo>
                  <ns1:lnTo>
                    <ns1:pt x="896" y="1728"/>
                  </ns1:lnTo>
                  <ns1:close/>
                  <ns1:moveTo>
                    <ns1:pt x="768" y="1728"/>
                  </ns1:moveTo>
                  <ns1:cubicBezTo>
                    <ns1:pt x="704" y="1728"/>
                    <ns1:pt x="704" y="1728"/>
                    <ns1:pt x="704" y="1728"/>
                  </ns1:cubicBezTo>
                  <ns1:cubicBezTo>
                    <ns1:pt x="704" y="1664"/>
                    <ns1:pt x="704" y="1664"/>
                    <ns1:pt x="704" y="1664"/>
                  </ns1:cubicBezTo>
                  <ns1:cubicBezTo>
                    <ns1:pt x="768" y="1664"/>
                    <ns1:pt x="768" y="1664"/>
                    <ns1:pt x="768" y="1664"/>
                  </ns1:cubicBezTo>
                  <ns1:lnTo>
                    <ns1:pt x="768" y="1728"/>
                  </ns1:lnTo>
                  <ns1:close/>
                  <ns1:moveTo>
                    <ns1:pt x="640" y="1728"/>
                  </ns1:moveTo>
                  <ns1:cubicBezTo>
                    <ns1:pt x="576" y="1728"/>
                    <ns1:pt x="576" y="1728"/>
                    <ns1:pt x="576" y="1728"/>
                  </ns1:cubicBezTo>
                  <ns1:cubicBezTo>
                    <ns1:pt x="576" y="1664"/>
                    <ns1:pt x="576" y="1664"/>
                    <ns1:pt x="576" y="1664"/>
                  </ns1:cubicBezTo>
                  <ns1:cubicBezTo>
                    <ns1:pt x="640" y="1664"/>
                    <ns1:pt x="640" y="1664"/>
                    <ns1:pt x="640" y="1664"/>
                  </ns1:cubicBezTo>
                  <ns1:lnTo>
                    <ns1:pt x="640" y="1728"/>
                  </ns1:lnTo>
                  <ns1:close/>
                  <ns1:moveTo>
                    <ns1:pt x="512" y="1728"/>
                  </ns1:moveTo>
                  <ns1:cubicBezTo>
                    <ns1:pt x="448" y="1728"/>
                    <ns1:pt x="448" y="1728"/>
                    <ns1:pt x="448" y="1728"/>
                  </ns1:cubicBezTo>
                  <ns1:cubicBezTo>
                    <ns1:pt x="448" y="1664"/>
                    <ns1:pt x="448" y="1664"/>
                    <ns1:pt x="448" y="1664"/>
                  </ns1:cubicBezTo>
                  <ns1:cubicBezTo>
                    <ns1:pt x="512" y="1664"/>
                    <ns1:pt x="512" y="1664"/>
                    <ns1:pt x="512" y="1664"/>
                  </ns1:cubicBezTo>
                  <ns1:lnTo>
                    <ns1:pt x="512" y="1728"/>
                  </ns1:lnTo>
                  <ns1:close/>
                  <ns1:moveTo>
                    <ns1:pt x="1152" y="1728"/>
                  </ns1:moveTo>
                  <ns1:cubicBezTo>
                    <ns1:pt x="1088" y="1728"/>
                    <ns1:pt x="1088" y="1728"/>
                    <ns1:pt x="1088" y="1728"/>
                  </ns1:cubicBezTo>
                  <ns1:cubicBezTo>
                    <ns1:pt x="1088" y="1664"/>
                    <ns1:pt x="1088" y="1664"/>
                    <ns1:pt x="1088" y="1664"/>
                  </ns1:cubicBezTo>
                  <ns1:cubicBezTo>
                    <ns1:pt x="1152" y="1664"/>
                    <ns1:pt x="1152" y="1664"/>
                    <ns1:pt x="1152" y="1664"/>
                  </ns1:cubicBezTo>
                  <ns1:lnTo>
                    <ns1:pt x="1152" y="1728"/>
                  </ns1:lnTo>
                  <ns1:close/>
                  <ns1:moveTo>
                    <ns1:pt x="1344" y="1536"/>
                  </ns1:moveTo>
                  <ns1:cubicBezTo>
                    <ns1:pt x="1280" y="1536"/>
                    <ns1:pt x="1280" y="1536"/>
                    <ns1:pt x="1280" y="1536"/>
                  </ns1:cubicBezTo>
                  <ns1:cubicBezTo>
                    <ns1:pt x="1280" y="1472"/>
                    <ns1:pt x="1280" y="1472"/>
                    <ns1:pt x="1280" y="1472"/>
                  </ns1:cubicBezTo>
                  <ns1:cubicBezTo>
                    <ns1:pt x="1344" y="1472"/>
                    <ns1:pt x="1344" y="1472"/>
                    <ns1:pt x="1344" y="1472"/>
                  </ns1:cubicBezTo>
                  <ns1:lnTo>
                    <ns1:pt x="1344" y="1536"/>
                  </ns1:lnTo>
                  <ns1:close/>
                  <ns1:moveTo>
                    <ns1:pt x="1376" y="1408"/>
                  </ns1:moveTo>
                  <ns1:cubicBezTo>
                    <ns1:pt x="1248" y="1408"/>
                    <ns1:pt x="1248" y="1408"/>
                    <ns1:pt x="1248" y="1408"/>
                  </ns1:cubicBezTo>
                  <ns1:cubicBezTo>
                    <ns1:pt x="1230" y="1408"/>
                    <ns1:pt x="1216" y="1394"/>
                    <ns1:pt x="1216" y="1376"/>
                  </ns1:cubicBezTo>
                  <ns1:cubicBezTo>
                    <ns1:pt x="1216" y="800"/>
                    <ns1:pt x="1216" y="800"/>
                    <ns1:pt x="1216" y="800"/>
                  </ns1:cubicBezTo>
                  <ns1:cubicBezTo>
                    <ns1:pt x="1152" y="800"/>
                    <ns1:pt x="1152" y="800"/>
                    <ns1:pt x="1152" y="800"/>
                  </ns1:cubicBezTo>
                  <ns1:cubicBezTo>
                    <ns1:pt x="1152" y="1376"/>
                    <ns1:pt x="1152" y="1376"/>
                    <ns1:pt x="1152" y="1376"/>
                  </ns1:cubicBezTo>
                  <ns1:cubicBezTo>
                    <ns1:pt x="1152" y="1418"/>
                    <ns1:pt x="1179" y="1453"/>
                    <ns1:pt x="1216" y="1466"/>
                  </ns1:cubicBezTo>
                  <ns1:cubicBezTo>
                    <ns1:pt x="1216" y="1568"/>
                    <ns1:pt x="1216" y="1568"/>
                    <ns1:pt x="1216" y="1568"/>
                  </ns1:cubicBezTo>
                  <ns1:cubicBezTo>
                    <ns1:pt x="1216" y="1586"/>
                    <ns1:pt x="1202" y="1600"/>
                    <ns1:pt x="1184" y="1600"/>
                  </ns1:cubicBezTo>
                  <ns1:cubicBezTo>
                    <ns1:pt x="288" y="1600"/>
                    <ns1:pt x="288" y="1600"/>
                    <ns1:pt x="288" y="1600"/>
                  </ns1:cubicBezTo>
                  <ns1:cubicBezTo>
                    <ns1:pt x="270" y="1600"/>
                    <ns1:pt x="256" y="1586"/>
                    <ns1:pt x="256" y="1568"/>
                  </ns1:cubicBezTo>
                  <ns1:cubicBezTo>
                    <ns1:pt x="256" y="1466"/>
                    <ns1:pt x="256" y="1466"/>
                    <ns1:pt x="256" y="1466"/>
                  </ns1:cubicBezTo>
                  <ns1:cubicBezTo>
                    <ns1:pt x="293" y="1453"/>
                    <ns1:pt x="320" y="1418"/>
                    <ns1:pt x="320" y="1376"/>
                  </ns1:cubicBezTo>
                  <ns1:cubicBezTo>
                    <ns1:pt x="320" y="800"/>
                    <ns1:pt x="320" y="800"/>
                    <ns1:pt x="320" y="800"/>
                  </ns1:cubicBezTo>
                  <ns1:cubicBezTo>
                    <ns1:pt x="256" y="800"/>
                    <ns1:pt x="256" y="800"/>
                    <ns1:pt x="256" y="800"/>
                  </ns1:cubicBezTo>
                  <ns1:cubicBezTo>
                    <ns1:pt x="256" y="1376"/>
                    <ns1:pt x="256" y="1376"/>
                    <ns1:pt x="256" y="1376"/>
                  </ns1:cubicBezTo>
                  <ns1:cubicBezTo>
                    <ns1:pt x="256" y="1394"/>
                    <ns1:pt x="242" y="1408"/>
                    <ns1:pt x="224" y="1408"/>
                  </ns1:cubicBezTo>
                  <ns1:cubicBezTo>
                    <ns1:pt x="96" y="1408"/>
                    <ns1:pt x="96" y="1408"/>
                    <ns1:pt x="96" y="1408"/>
                  </ns1:cubicBezTo>
                  <ns1:cubicBezTo>
                    <ns1:pt x="78" y="1408"/>
                    <ns1:pt x="64" y="1394"/>
                    <ns1:pt x="64" y="1376"/>
                  </ns1:cubicBezTo>
                  <ns1:cubicBezTo>
                    <ns1:pt x="64" y="768"/>
                    <ns1:pt x="64" y="768"/>
                    <ns1:pt x="64" y="768"/>
                  </ns1:cubicBezTo>
                  <ns1:cubicBezTo>
                    <ns1:pt x="160" y="768"/>
                    <ns1:pt x="160" y="768"/>
                    <ns1:pt x="160" y="768"/>
                  </ns1:cubicBezTo>
                  <ns1:cubicBezTo>
                    <ns1:pt x="178" y="768"/>
                    <ns1:pt x="192" y="754"/>
                    <ns1:pt x="192" y="736"/>
                  </ns1:cubicBezTo>
                  <ns1:cubicBezTo>
                    <ns1:pt x="192" y="544"/>
                    <ns1:pt x="192" y="544"/>
                    <ns1:pt x="192" y="544"/>
                  </ns1:cubicBezTo>
                  <ns1:cubicBezTo>
                    <ns1:pt x="192" y="526"/>
                    <ns1:pt x="178" y="512"/>
                    <ns1:pt x="160" y="512"/>
                  </ns1:cubicBezTo>
                  <ns1:cubicBezTo>
                    <ns1:pt x="69" y="512"/>
                    <ns1:pt x="69" y="512"/>
                    <ns1:pt x="69" y="512"/>
                  </ns1:cubicBezTo>
                  <ns1:cubicBezTo>
                    <ns1:pt x="78" y="466"/>
                    <ns1:pt x="101" y="424"/>
                    <ns1:pt x="135" y="391"/>
                  </ns1:cubicBezTo>
                  <ns1:cubicBezTo>
                    <ns1:pt x="180" y="345"/>
                    <ns1:pt x="241" y="320"/>
                    <ns1:pt x="305" y="320"/>
                  </ns1:cubicBezTo>
                  <ns1:cubicBezTo>
                    <ns1:pt x="404" y="320"/>
                    <ns1:pt x="404" y="320"/>
                    <ns1:pt x="404" y="320"/>
                  </ns1:cubicBezTo>
                  <ns1:cubicBezTo>
                    <ns1:pt x="544" y="446"/>
                    <ns1:pt x="544" y="446"/>
                    <ns1:pt x="544" y="446"/>
                  </ns1:cubicBezTo>
                  <ns1:cubicBezTo>
                    <ns1:pt x="544" y="838"/>
                    <ns1:pt x="544" y="838"/>
                    <ns1:pt x="544" y="838"/>
                  </ns1:cubicBezTo>
                  <ns1:cubicBezTo>
                    <ns1:pt x="507" y="851"/>
                    <ns1:pt x="480" y="886"/>
                    <ns1:pt x="480" y="928"/>
                  </ns1:cubicBezTo>
                  <ns1:cubicBezTo>
                    <ns1:pt x="480" y="981"/>
                    <ns1:pt x="523" y="1024"/>
                    <ns1:pt x="576" y="1024"/>
                  </ns1:cubicBezTo>
                  <ns1:cubicBezTo>
                    <ns1:pt x="629" y="1024"/>
                    <ns1:pt x="672" y="981"/>
                    <ns1:pt x="672" y="928"/>
                  </ns1:cubicBezTo>
                  <ns1:cubicBezTo>
                    <ns1:pt x="672" y="886"/>
                    <ns1:pt x="645" y="851"/>
                    <ns1:pt x="608" y="838"/>
                  </ns1:cubicBezTo>
                  <ns1:cubicBezTo>
                    <ns1:pt x="608" y="504"/>
                    <ns1:pt x="608" y="504"/>
                    <ns1:pt x="608" y="504"/>
                  </ns1:cubicBezTo>
                  <ns1:cubicBezTo>
                    <ns1:pt x="715" y="600"/>
                    <ns1:pt x="715" y="600"/>
                    <ns1:pt x="715" y="600"/>
                  </ns1:cubicBezTo>
                  <ns1:cubicBezTo>
                    <ns1:pt x="727" y="611"/>
                    <ns1:pt x="745" y="611"/>
                    <ns1:pt x="757" y="600"/>
                  </ns1:cubicBezTo>
                  <ns1:cubicBezTo>
                    <ns1:pt x="864" y="504"/>
                    <ns1:pt x="864" y="504"/>
                    <ns1:pt x="864" y="504"/>
                  </ns1:cubicBezTo>
                  <ns1:cubicBezTo>
                    <ns1:pt x="864" y="838"/>
                    <ns1:pt x="864" y="838"/>
                    <ns1:pt x="864" y="838"/>
                  </ns1:cubicBezTo>
                  <ns1:cubicBezTo>
                    <ns1:pt x="827" y="851"/>
                    <ns1:pt x="800" y="886"/>
                    <ns1:pt x="800" y="928"/>
                  </ns1:cubicBezTo>
                  <ns1:cubicBezTo>
                    <ns1:pt x="800" y="981"/>
                    <ns1:pt x="843" y="1024"/>
                    <ns1:pt x="896" y="1024"/>
                  </ns1:cubicBezTo>
                  <ns1:cubicBezTo>
                    <ns1:pt x="949" y="1024"/>
                    <ns1:pt x="992" y="981"/>
                    <ns1:pt x="992" y="928"/>
                  </ns1:cubicBezTo>
                  <ns1:cubicBezTo>
                    <ns1:pt x="992" y="886"/>
                    <ns1:pt x="965" y="851"/>
                    <ns1:pt x="928" y="838"/>
                  </ns1:cubicBezTo>
                  <ns1:cubicBezTo>
                    <ns1:pt x="928" y="446"/>
                    <ns1:pt x="928" y="446"/>
                    <ns1:pt x="928" y="446"/>
                  </ns1:cubicBezTo>
                  <ns1:cubicBezTo>
                    <ns1:pt x="1068" y="320"/>
                    <ns1:pt x="1068" y="320"/>
                    <ns1:pt x="1068" y="320"/>
                  </ns1:cubicBezTo>
                  <ns1:cubicBezTo>
                    <ns1:pt x="1167" y="320"/>
                    <ns1:pt x="1167" y="320"/>
                    <ns1:pt x="1167" y="320"/>
                  </ns1:cubicBezTo>
                  <ns1:cubicBezTo>
                    <ns1:pt x="1231" y="320"/>
                    <ns1:pt x="1292" y="345"/>
                    <ns1:pt x="1337" y="391"/>
                  </ns1:cubicBezTo>
                  <ns1:cubicBezTo>
                    <ns1:pt x="1371" y="424"/>
                    <ns1:pt x="1394" y="466"/>
                    <ns1:pt x="1403" y="512"/>
                  </ns1:cubicBezTo>
                  <ns1:cubicBezTo>
                    <ns1:pt x="1312" y="512"/>
                    <ns1:pt x="1312" y="512"/>
                    <ns1:pt x="1312" y="512"/>
                  </ns1:cubicBezTo>
                  <ns1:cubicBezTo>
                    <ns1:pt x="1294" y="512"/>
                    <ns1:pt x="1280" y="526"/>
                    <ns1:pt x="1280" y="544"/>
                  </ns1:cubicBezTo>
                  <ns1:cubicBezTo>
                    <ns1:pt x="1280" y="736"/>
                    <ns1:pt x="1280" y="736"/>
                    <ns1:pt x="1280" y="736"/>
                  </ns1:cubicBezTo>
                  <ns1:cubicBezTo>
                    <ns1:pt x="1280" y="754"/>
                    <ns1:pt x="1294" y="768"/>
                    <ns1:pt x="1312" y="768"/>
                  </ns1:cubicBezTo>
                  <ns1:cubicBezTo>
                    <ns1:pt x="1408" y="768"/>
                    <ns1:pt x="1408" y="768"/>
                    <ns1:pt x="1408" y="768"/>
                  </ns1:cubicBezTo>
                  <ns1:cubicBezTo>
                    <ns1:pt x="1408" y="1376"/>
                    <ns1:pt x="1408" y="1376"/>
                    <ns1:pt x="1408" y="1376"/>
                  </ns1:cubicBezTo>
                  <ns1:cubicBezTo>
                    <ns1:pt x="1408" y="1394"/>
                    <ns1:pt x="1394" y="1408"/>
                    <ns1:pt x="1376" y="1408"/>
                  </ns1:cubicBezTo>
                  <ns1:close/>
                  <ns1:moveTo>
                    <ns1:pt x="1408" y="576"/>
                  </ns1:moveTo>
                  <ns1:cubicBezTo>
                    <ns1:pt x="1408" y="704"/>
                    <ns1:pt x="1408" y="704"/>
                    <ns1:pt x="1408" y="704"/>
                  </ns1:cubicBezTo>
                  <ns1:cubicBezTo>
                    <ns1:pt x="1344" y="704"/>
                    <ns1:pt x="1344" y="704"/>
                    <ns1:pt x="1344" y="704"/>
                  </ns1:cubicBezTo>
                  <ns1:cubicBezTo>
                    <ns1:pt x="1344" y="576"/>
                    <ns1:pt x="1344" y="576"/>
                    <ns1:pt x="1344" y="576"/>
                  </ns1:cubicBezTo>
                  <ns1:lnTo>
                    <ns1:pt x="1408" y="576"/>
                  </ns1:lnTo>
                  <ns1:close/>
                  <ns1:moveTo>
                    <ns1:pt x="1408" y="576"/>
                  </ns1:moveTo>
                  <ns1:cubicBezTo>
                    <ns1:pt x="1408" y="576"/>
                    <ns1:pt x="1408" y="576"/>
                    <ns1:pt x="1408" y="576"/>
                  </ns1:cubicBezTo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3:hiddenLine w="9525">
                  <ns1:solidFill>
                    <ns1:srgbClr val="000000"/>
                  </ns1:solidFill>
                  <ns1:round/>
                  <ns1:headEnd/>
                  <ns1:tailEnd/>
                </ns3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en-US"/>
            </ns1:p>
          </ns0:txBody>
        </ns0:sp>
        <ns0:sp>
          <ns0:nvSpPr>
            <ns0:cNvPr id="34" name="Freeform 13">
              <ns1:extLst>
                <ns1:ext uri="{FF2B5EF4-FFF2-40B4-BE49-F238E27FC236}">
                  <ns2:creationId id="{AE0A4BDA-B961-476E-8180-1B889CD36F2D}"/>
                </ns1:ext>
              </ns1:extLst>
            </ns0:cNvPr>
            <ns0:cNvSpPr>
              <ns1:spLocks noEditPoints="1"/>
            </ns0:cNvSpPr>
            <ns0:nvPr/>
          </ns0:nvSpPr>
          <ns0:spPr bwMode="auto">
            <ns1:xfrm>
              <ns1:off x="3069" y="2928"/>
              <ns1:ext cx="1542" cy="837"/>
            </ns1:xfrm>
            <ns1:custGeom>
              <ns1:avLst/>
              <ns1:gdLst>
                <ns1:gd name="T0" fmla="*/ 609 w 708"/>
                <ns1:gd name="T1" fmla="*/ 23 h 384"/>
                <ns1:gd name="T2" fmla="*/ 578 w 708"/>
                <ns1:gd name="T3" fmla="*/ 0 h 384"/>
                <ns1:gd name="T4" fmla="*/ 130 w 708"/>
                <ns1:gd name="T5" fmla="*/ 0 h 384"/>
                <ns1:gd name="T6" fmla="*/ 99 w 708"/>
                <ns1:gd name="T7" fmla="*/ 23 h 384"/>
                <ns1:gd name="T8" fmla="*/ 3 w 708"/>
                <ns1:gd name="T9" fmla="*/ 343 h 384"/>
                <ns1:gd name="T10" fmla="*/ 8 w 708"/>
                <ns1:gd name="T11" fmla="*/ 371 h 384"/>
                <ns1:gd name="T12" fmla="*/ 34 w 708"/>
                <ns1:gd name="T13" fmla="*/ 384 h 384"/>
                <ns1:gd name="T14" fmla="*/ 674 w 708"/>
                <ns1:gd name="T15" fmla="*/ 384 h 384"/>
                <ns1:gd name="T16" fmla="*/ 700 w 708"/>
                <ns1:gd name="T17" fmla="*/ 371 h 384"/>
                <ns1:gd name="T18" fmla="*/ 705 w 708"/>
                <ns1:gd name="T19" fmla="*/ 343 h 384"/>
                <ns1:gd name="T20" fmla="*/ 609 w 708"/>
                <ns1:gd name="T21" fmla="*/ 23 h 384"/>
                <ns1:gd name="T22" fmla="*/ 77 w 708"/>
                <ns1:gd name="T23" fmla="*/ 320 h 384"/>
                <ns1:gd name="T24" fmla="*/ 154 w 708"/>
                <ns1:gd name="T25" fmla="*/ 64 h 384"/>
                <ns1:gd name="T26" fmla="*/ 554 w 708"/>
                <ns1:gd name="T27" fmla="*/ 64 h 384"/>
                <ns1:gd name="T28" fmla="*/ 631 w 708"/>
                <ns1:gd name="T29" fmla="*/ 320 h 384"/>
                <ns1:gd name="T30" fmla="*/ 77 w 708"/>
                <ns1:gd name="T31" fmla="*/ 320 h 384"/>
                <ns1:gd name="T32" fmla="*/ 77 w 708"/>
                <ns1:gd name="T33" fmla="*/ 320 h 384"/>
                <ns1:gd name="T34" fmla="*/ 77 w 708"/>
                <ns1:gd name="T35" fmla="*/ 320 h 384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  <ns1:cxn ang="0">
                  <ns1:pos x="T30" y="T31"/>
                </ns1:cxn>
                <ns1:cxn ang="0">
                  <ns1:pos x="T32" y="T33"/>
                </ns1:cxn>
                <ns1:cxn ang="0">
                  <ns1:pos x="T34" y="T35"/>
                </ns1:cxn>
              </ns1:cxnLst>
              <ns1:rect l="0" t="0" r="r" b="b"/>
              <ns1:pathLst>
                <ns1:path w="708" h="384">
                  <ns1:moveTo>
                    <ns1:pt x="609" y="23"/>
                  </ns1:moveTo>
                  <ns1:cubicBezTo>
                    <ns1:pt x="605" y="9"/>
                    <ns1:pt x="592" y="0"/>
                    <ns1:pt x="578" y="0"/>
                  </ns1:cubicBezTo>
                  <ns1:cubicBezTo>
                    <ns1:pt x="130" y="0"/>
                    <ns1:pt x="130" y="0"/>
                    <ns1:pt x="130" y="0"/>
                  </ns1:cubicBezTo>
                  <ns1:cubicBezTo>
                    <ns1:pt x="116" y="0"/>
                    <ns1:pt x="103" y="9"/>
                    <ns1:pt x="99" y="23"/>
                  </ns1:cubicBezTo>
                  <ns1:cubicBezTo>
                    <ns1:pt x="3" y="343"/>
                    <ns1:pt x="3" y="343"/>
                    <ns1:pt x="3" y="343"/>
                  </ns1:cubicBezTo>
                  <ns1:cubicBezTo>
                    <ns1:pt x="0" y="353"/>
                    <ns1:pt x="2" y="363"/>
                    <ns1:pt x="8" y="371"/>
                  </ns1:cubicBezTo>
                  <ns1:cubicBezTo>
                    <ns1:pt x="14" y="379"/>
                    <ns1:pt x="24" y="384"/>
                    <ns1:pt x="34" y="384"/>
                  </ns1:cubicBezTo>
                  <ns1:cubicBezTo>
                    <ns1:pt x="674" y="384"/>
                    <ns1:pt x="674" y="384"/>
                    <ns1:pt x="674" y="384"/>
                  </ns1:cubicBezTo>
                  <ns1:cubicBezTo>
                    <ns1:pt x="684" y="384"/>
                    <ns1:pt x="694" y="379"/>
                    <ns1:pt x="700" y="371"/>
                  </ns1:cubicBezTo>
                  <ns1:cubicBezTo>
                    <ns1:pt x="706" y="363"/>
                    <ns1:pt x="708" y="353"/>
                    <ns1:pt x="705" y="343"/>
                  </ns1:cubicBezTo>
                  <ns1:lnTo>
                    <ns1:pt x="609" y="23"/>
                  </ns1:lnTo>
                  <ns1:close/>
                  <ns1:moveTo>
                    <ns1:pt x="77" y="320"/>
                  </ns1:moveTo>
                  <ns1:cubicBezTo>
                    <ns1:pt x="154" y="64"/>
                    <ns1:pt x="154" y="64"/>
                    <ns1:pt x="154" y="64"/>
                  </ns1:cubicBezTo>
                  <ns1:cubicBezTo>
                    <ns1:pt x="554" y="64"/>
                    <ns1:pt x="554" y="64"/>
                    <ns1:pt x="554" y="64"/>
                  </ns1:cubicBezTo>
                  <ns1:cubicBezTo>
                    <ns1:pt x="631" y="320"/>
                    <ns1:pt x="631" y="320"/>
                    <ns1:pt x="631" y="320"/>
                  </ns1:cubicBezTo>
                  <ns1:lnTo>
                    <ns1:pt x="77" y="320"/>
                  </ns1:lnTo>
                  <ns1:close/>
                  <ns1:moveTo>
                    <ns1:pt x="77" y="320"/>
                  </ns1:moveTo>
                  <ns1:cubicBezTo>
                    <ns1:pt x="77" y="320"/>
                    <ns1:pt x="77" y="320"/>
                    <ns1:pt x="77" y="320"/>
                  </ns1:cubicBezTo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3:hiddenLine w="9525">
                  <ns1:solidFill>
                    <ns1:srgbClr val="000000"/>
                  </ns1:solidFill>
                  <ns1:round/>
                  <ns1:headEnd/>
                  <ns1:tailEnd/>
                </ns3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en-US"/>
            </ns1:p>
          </ns0:txBody>
        </ns0:sp>
        <ns0:sp>
          <ns0:nvSpPr>
            <ns0:cNvPr id="35" name="Freeform 14">
              <ns1:extLst>
                <ns1:ext uri="{FF2B5EF4-FFF2-40B4-BE49-F238E27FC236}">
                  <ns2:creationId id="{0224AFB5-ED26-4E7C-8B33-83317B9D05F5}"/>
                </ns1:ext>
              </ns1:extLst>
            </ns0:cNvPr>
            <ns0:cNvSpPr>
              <ns1:spLocks noEditPoints="1"/>
            </ns0:cNvSpPr>
            <ns0:nvPr/>
          </ns0:nvSpPr>
          <ns0:spPr bwMode="auto">
            <ns1:xfrm>
              <ns1:off x="1679" y="0"/>
              <ns1:ext cx="4322" cy="3385"/>
            </ns1:xfrm>
            <ns1:custGeom>
              <ns1:avLst/>
              <ns1:gdLst>
                <ns1:gd name="T0" fmla="*/ 992 w 1984"/>
                <ns1:gd name="T1" fmla="*/ 0 h 1554"/>
                <ns1:gd name="T2" fmla="*/ 0 w 1984"/>
                <ns1:gd name="T3" fmla="*/ 992 h 1554"/>
                <ns1:gd name="T4" fmla="*/ 175 w 1984"/>
                <ns1:gd name="T5" fmla="*/ 1554 h 1554"/>
                <ns1:gd name="T6" fmla="*/ 227 w 1984"/>
                <ns1:gd name="T7" fmla="*/ 1518 h 1554"/>
                <ns1:gd name="T8" fmla="*/ 64 w 1984"/>
                <ns1:gd name="T9" fmla="*/ 992 h 1554"/>
                <ns1:gd name="T10" fmla="*/ 992 w 1984"/>
                <ns1:gd name="T11" fmla="*/ 64 h 1554"/>
                <ns1:gd name="T12" fmla="*/ 1920 w 1984"/>
                <ns1:gd name="T13" fmla="*/ 992 h 1554"/>
                <ns1:gd name="T14" fmla="*/ 1757 w 1984"/>
                <ns1:gd name="T15" fmla="*/ 1518 h 1554"/>
                <ns1:gd name="T16" fmla="*/ 1809 w 1984"/>
                <ns1:gd name="T17" fmla="*/ 1554 h 1554"/>
                <ns1:gd name="T18" fmla="*/ 1984 w 1984"/>
                <ns1:gd name="T19" fmla="*/ 992 h 1554"/>
                <ns1:gd name="T20" fmla="*/ 992 w 1984"/>
                <ns1:gd name="T21" fmla="*/ 0 h 1554"/>
                <ns1:gd name="T22" fmla="*/ 992 w 1984"/>
                <ns1:gd name="T23" fmla="*/ 0 h 1554"/>
                <ns1:gd name="T24" fmla="*/ 992 w 1984"/>
                <ns1:gd name="T25" fmla="*/ 0 h 1554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</ns1:cxnLst>
              <ns1:rect l="0" t="0" r="r" b="b"/>
              <ns1:pathLst>
                <ns1:path w="1984" h="1554">
                  <ns1:moveTo>
                    <ns1:pt x="992" y="0"/>
                  </ns1:moveTo>
                  <ns1:cubicBezTo>
                    <ns1:pt x="445" y="0"/>
                    <ns1:pt x="0" y="445"/>
                    <ns1:pt x="0" y="992"/>
                  </ns1:cubicBezTo>
                  <ns1:cubicBezTo>
                    <ns1:pt x="0" y="1194"/>
                    <ns1:pt x="60" y="1388"/>
                    <ns1:pt x="175" y="1554"/>
                  </ns1:cubicBezTo>
                  <ns1:cubicBezTo>
                    <ns1:pt x="227" y="1518"/>
                    <ns1:pt x="227" y="1518"/>
                    <ns1:pt x="227" y="1518"/>
                  </ns1:cubicBezTo>
                  <ns1:cubicBezTo>
                    <ns1:pt x="120" y="1363"/>
                    <ns1:pt x="64" y="1181"/>
                    <ns1:pt x="64" y="992"/>
                  </ns1:cubicBezTo>
                  <ns1:cubicBezTo>
                    <ns1:pt x="64" y="480"/>
                    <ns1:pt x="480" y="64"/>
                    <ns1:pt x="992" y="64"/>
                  </ns1:cubicBezTo>
                  <ns1:cubicBezTo>
                    <ns1:pt x="1504" y="64"/>
                    <ns1:pt x="1920" y="480"/>
                    <ns1:pt x="1920" y="992"/>
                  </ns1:cubicBezTo>
                  <ns1:cubicBezTo>
                    <ns1:pt x="1920" y="1181"/>
                    <ns1:pt x="1864" y="1363"/>
                    <ns1:pt x="1757" y="1518"/>
                  </ns1:cubicBezTo>
                  <ns1:cubicBezTo>
                    <ns1:pt x="1809" y="1554"/>
                    <ns1:pt x="1809" y="1554"/>
                    <ns1:pt x="1809" y="1554"/>
                  </ns1:cubicBezTo>
                  <ns1:cubicBezTo>
                    <ns1:pt x="1924" y="1388"/>
                    <ns1:pt x="1984" y="1194"/>
                    <ns1:pt x="1984" y="992"/>
                  </ns1:cubicBezTo>
                  <ns1:cubicBezTo>
                    <ns1:pt x="1984" y="445"/>
                    <ns1:pt x="1539" y="0"/>
                    <ns1:pt x="992" y="0"/>
                  </ns1:cubicBezTo>
                  <ns1:close/>
                  <ns1:moveTo>
                    <ns1:pt x="992" y="0"/>
                  </ns1:moveTo>
                  <ns1:cubicBezTo>
                    <ns1:pt x="992" y="0"/>
                    <ns1:pt x="992" y="0"/>
                    <ns1:pt x="992" y="0"/>
                  </ns1:cubicBezTo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3:hiddenLine w="9525">
                  <ns1:solidFill>
                    <ns1:srgbClr val="000000"/>
                  </ns1:solidFill>
                  <ns1:round/>
                  <ns1:headEnd/>
                  <ns1:tailEnd/>
                </ns3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en-US"/>
            </ns1:p>
          </ns0:txBody>
        </ns0:sp>
      </ns0:grpSp>
      <ns0:grpSp>
        <ns0:nvGrpSpPr>
          <ns0:cNvPr id="38" name="Group 17">
            <ns1:extLst>
              <ns1:ext uri="{FF2B5EF4-FFF2-40B4-BE49-F238E27FC236}">
                <ns2:creationId id="{EBAB476E-9E67-4BB5-A090-934E44F256EB}"/>
              </ns1:ext>
            </ns1:extLst>
          </ns0:cNvPr>
          <ns0:cNvGrpSpPr>
            <ns1:grpSpLocks noChangeAspect="1"/>
          </ns0:cNvGrpSpPr>
          <ns0:nvPr/>
        </ns0:nvGrpSpPr>
        <ns0:grpSpPr bwMode="auto">
          <ns1:xfrm>
            <ns1:off x="9312101" y="1581955"/>
            <ns1:ext cx="637341" cy="775660"/>
            <ns1:chOff x="2065" y="2"/>
            <ns1:chExt cx="3548" cy="4318"/>
          </ns1:xfrm>
          <ns1:solidFill>
            <ns1:srgbClr val="F07D66"/>
          </ns1:solidFill>
        </ns0:grpSpPr>
        <ns0:sp>
          <ns0:nvSpPr>
            <ns0:cNvPr id="40" name="Freeform 18">
              <ns1:extLst>
                <ns1:ext uri="{FF2B5EF4-FFF2-40B4-BE49-F238E27FC236}">
                  <ns2:creationId id="{9463A147-C326-4464-9798-C5876D687583}"/>
                </ns1:ext>
              </ns1:extLst>
            </ns0:cNvPr>
            <ns0:cNvSpPr>
              <ns1:spLocks/>
            </ns0:cNvSpPr>
            <ns0:nvPr/>
          </ns0:nvSpPr>
          <ns0:spPr bwMode="auto">
            <ns1:xfrm>
              <ns1:off x="4756" y="262"/>
              <ns1:ext cx="192" cy="194"/>
            </ns1:xfrm>
            <ns1:custGeom>
              <ns1:avLst/>
              <ns1:gdLst>
                <ns1:gd name="T0" fmla="*/ 26 w 91"/>
                <ns1:gd name="T1" fmla="*/ 81 h 92"/>
                <ns1:gd name="T2" fmla="*/ 80 w 91"/>
                <ns1:gd name="T3" fmla="*/ 66 h 92"/>
                <ns1:gd name="T4" fmla="*/ 66 w 91"/>
                <ns1:gd name="T5" fmla="*/ 11 h 92"/>
                <ns1:gd name="T6" fmla="*/ 11 w 91"/>
                <ns1:gd name="T7" fmla="*/ 26 h 92"/>
                <ns1:gd name="T8" fmla="*/ 26 w 91"/>
                <ns1:gd name="T9" fmla="*/ 81 h 92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</ns1:cxnLst>
              <ns1:rect l="0" t="0" r="r" b="b"/>
              <ns1:pathLst>
                <ns1:path w="91" h="92">
                  <ns1:moveTo>
                    <ns1:pt x="26" y="81"/>
                  </ns1:moveTo>
                  <ns1:cubicBezTo>
                    <ns1:pt x="45" y="92"/>
                    <ns1:pt x="69" y="85"/>
                    <ns1:pt x="80" y="66"/>
                  </ns1:cubicBezTo>
                  <ns1:cubicBezTo>
                    <ns1:pt x="91" y="47"/>
                    <ns1:pt x="85" y="22"/>
                    <ns1:pt x="66" y="11"/>
                  </ns1:cubicBezTo>
                  <ns1:cubicBezTo>
                    <ns1:pt x="47" y="0"/>
                    <ns1:pt x="22" y="7"/>
                    <ns1:pt x="11" y="26"/>
                  </ns1:cubicBezTo>
                  <ns1:cubicBezTo>
                    <ns1:pt x="0" y="45"/>
                    <ns1:pt x="6" y="69"/>
                    <ns1:pt x="26" y="81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3:hiddenLine w="9525">
                  <ns1:solidFill>
                    <ns1:srgbClr val="000000"/>
                  </ns1:solidFill>
                  <ns1:round/>
                  <ns1:headEnd/>
                  <ns1:tailEnd/>
                </ns3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en-US"/>
            </ns1:p>
          </ns0:txBody>
        </ns0:sp>
        <ns0:sp>
          <ns0:nvSpPr>
            <ns0:cNvPr id="41" name="Oval 19">
              <ns1:extLst>
                <ns1:ext uri="{FF2B5EF4-FFF2-40B4-BE49-F238E27FC236}">
                  <ns2:creationId id="{5A816012-5D5C-492C-A55C-3E03219AF531}"/>
                </ns1:ext>
              </ns1:extLst>
            </ns0:cNvPr>
            <ns0:cNvSpPr>
              <ns1:spLocks noChangeArrowheads="1"/>
            </ns0:cNvSpPr>
            <ns0:nvPr/>
          </ns0:nvSpPr>
          <ns0:spPr bwMode="auto">
            <ns1:xfrm>
              <ns1:off x="3755" y="2"/>
              <ns1:ext cx="168" cy="169"/>
            </ns1:xfrm>
            <ns1:prstGeom prst="ellipse">
              <ns1:avLst/>
            </ns1:prstGeom>
            <ns1:grpFill/>
            <ns1:ln>
              <ns1:noFill/>
            </ns1:ln>
            <ns1:extLst>
              <ns1:ext uri="{91240B29-F687-4F45-9708-019B960494DF}">
                <ns3:hiddenLine w="9525">
                  <ns1:solidFill>
                    <ns1:srgbClr val="000000"/>
                  </ns1:solidFill>
                  <ns1:round/>
                  <ns1:headEnd/>
                  <ns1:tailEnd/>
                </ns3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en-US"/>
            </ns1:p>
          </ns0:txBody>
        </ns0:sp>
        <ns0:sp>
          <ns0:nvSpPr>
            <ns0:cNvPr id="42" name="Oval 20">
              <ns1:extLst>
                <ns1:ext uri="{FF2B5EF4-FFF2-40B4-BE49-F238E27FC236}">
                  <ns2:creationId id="{793964CB-047B-411A-94DE-29D4F4A9C495}"/>
                </ns1:ext>
              </ns1:extLst>
            </ns0:cNvPr>
            <ns0:cNvSpPr>
              <ns1:spLocks noChangeArrowheads="1"/>
            </ns0:cNvSpPr>
            <ns0:nvPr/>
          </ns0:nvSpPr>
          <ns0:spPr bwMode="auto">
            <ns1:xfrm>
              <ns1:off x="3755" y="2248"/>
              <ns1:ext cx="168" cy="170"/>
            </ns1:xfrm>
            <ns1:prstGeom prst="ellipse">
              <ns1:avLst/>
            </ns1:prstGeom>
            <ns1:grpFill/>
            <ns1:ln>
              <ns1:noFill/>
            </ns1:ln>
            <ns1:extLst>
              <ns1:ext uri="{91240B29-F687-4F45-9708-019B960494DF}">
                <ns3:hiddenLine w="9525">
                  <ns1:solidFill>
                    <ns1:srgbClr val="000000"/>
                  </ns1:solidFill>
                  <ns1:round/>
                  <ns1:headEnd/>
                  <ns1:tailEnd/>
                </ns3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en-US"/>
            </ns1:p>
          </ns0:txBody>
        </ns0:sp>
        <ns0:sp>
          <ns0:nvSpPr>
            <ns0:cNvPr id="43" name="Freeform 21">
              <ns1:extLst>
                <ns1:ext uri="{FF2B5EF4-FFF2-40B4-BE49-F238E27FC236}">
                  <ns2:creationId id="{ADB52A9E-F5FD-4E6C-AB4C-6682D896AEC3}"/>
                </ns1:ext>
              </ns1:extLst>
            </ns0:cNvPr>
            <ns0:cNvSpPr>
              <ns1:spLocks/>
            </ns0:cNvSpPr>
            <ns0:nvPr/>
          </ns0:nvSpPr>
          <ns0:spPr bwMode="auto">
            <ns1:xfrm>
              <ns1:off x="2729" y="262"/>
              <ns1:ext cx="192" cy="194"/>
            </ns1:xfrm>
            <ns1:custGeom>
              <ns1:avLst/>
              <ns1:gdLst>
                <ns1:gd name="T0" fmla="*/ 65 w 91"/>
                <ns1:gd name="T1" fmla="*/ 81 h 92"/>
                <ns1:gd name="T2" fmla="*/ 80 w 91"/>
                <ns1:gd name="T3" fmla="*/ 26 h 92"/>
                <ns1:gd name="T4" fmla="*/ 25 w 91"/>
                <ns1:gd name="T5" fmla="*/ 11 h 92"/>
                <ns1:gd name="T6" fmla="*/ 11 w 91"/>
                <ns1:gd name="T7" fmla="*/ 66 h 92"/>
                <ns1:gd name="T8" fmla="*/ 65 w 91"/>
                <ns1:gd name="T9" fmla="*/ 81 h 92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</ns1:cxnLst>
              <ns1:rect l="0" t="0" r="r" b="b"/>
              <ns1:pathLst>
                <ns1:path w="91" h="92">
                  <ns1:moveTo>
                    <ns1:pt x="65" y="81"/>
                  </ns1:moveTo>
                  <ns1:cubicBezTo>
                    <ns1:pt x="85" y="69"/>
                    <ns1:pt x="91" y="45"/>
                    <ns1:pt x="80" y="26"/>
                  </ns1:cubicBezTo>
                  <ns1:cubicBezTo>
                    <ns1:pt x="69" y="7"/>
                    <ns1:pt x="44" y="0"/>
                    <ns1:pt x="25" y="11"/>
                  </ns1:cubicBezTo>
                  <ns1:cubicBezTo>
                    <ns1:pt x="6" y="22"/>
                    <ns1:pt x="0" y="47"/>
                    <ns1:pt x="11" y="66"/>
                  </ns1:cubicBezTo>
                  <ns1:cubicBezTo>
                    <ns1:pt x="22" y="85"/>
                    <ns1:pt x="46" y="92"/>
                    <ns1:pt x="65" y="81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3:hiddenLine w="9525">
                  <ns1:solidFill>
                    <ns1:srgbClr val="000000"/>
                  </ns1:solidFill>
                  <ns1:round/>
                  <ns1:headEnd/>
                  <ns1:tailEnd/>
                </ns3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en-US"/>
            </ns1:p>
          </ns0:txBody>
        </ns0:sp>
        <ns0:sp>
          <ns0:nvSpPr>
            <ns0:cNvPr id="44" name="Freeform 22">
              <ns1:extLst>
                <ns1:ext uri="{FF2B5EF4-FFF2-40B4-BE49-F238E27FC236}">
                  <ns2:creationId id="{E5BD26E9-EDDB-43B6-AEDE-C45BA0A9187A}"/>
                </ns1:ext>
              </ns1:extLst>
            </ns0:cNvPr>
            <ns0:cNvSpPr>
              <ns1:spLocks/>
            </ns0:cNvSpPr>
            <ns0:nvPr/>
          </ns0:nvSpPr>
          <ns0:spPr bwMode="auto">
            <ns1:xfrm>
              <ns1:off x="3755" y="340"/>
              <ns1:ext cx="168" cy="508"/>
            </ns1:xfrm>
            <ns1:custGeom>
              <ns1:avLst/>
              <ns1:gdLst>
                <ns1:gd name="T0" fmla="*/ 40 w 80"/>
                <ns1:gd name="T1" fmla="*/ 241 h 241"/>
                <ns1:gd name="T2" fmla="*/ 80 w 80"/>
                <ns1:gd name="T3" fmla="*/ 200 h 241"/>
                <ns1:gd name="T4" fmla="*/ 80 w 80"/>
                <ns1:gd name="T5" fmla="*/ 40 h 241"/>
                <ns1:gd name="T6" fmla="*/ 40 w 80"/>
                <ns1:gd name="T7" fmla="*/ 0 h 241"/>
                <ns1:gd name="T8" fmla="*/ 0 w 80"/>
                <ns1:gd name="T9" fmla="*/ 40 h 241"/>
                <ns1:gd name="T10" fmla="*/ 0 w 80"/>
                <ns1:gd name="T11" fmla="*/ 200 h 241"/>
                <ns1:gd name="T12" fmla="*/ 40 w 80"/>
                <ns1:gd name="T13" fmla="*/ 241 h 241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</ns1:cxnLst>
              <ns1:rect l="0" t="0" r="r" b="b"/>
              <ns1:pathLst>
                <ns1:path w="80" h="241">
                  <ns1:moveTo>
                    <ns1:pt x="40" y="241"/>
                  </ns1:moveTo>
                  <ns1:cubicBezTo>
                    <ns1:pt x="62" y="241"/>
                    <ns1:pt x="80" y="223"/>
                    <ns1:pt x="80" y="200"/>
                  </ns1:cubicBezTo>
                  <ns1:cubicBezTo>
                    <ns1:pt x="80" y="40"/>
                    <ns1:pt x="80" y="40"/>
                    <ns1:pt x="80" y="40"/>
                  </ns1:cubicBezTo>
                  <ns1:cubicBezTo>
                    <ns1:pt x="80" y="18"/>
                    <ns1:pt x="62" y="0"/>
                    <ns1:pt x="40" y="0"/>
                  </ns1:cubicBezTo>
                  <ns1:cubicBezTo>
                    <ns1:pt x="18" y="0"/>
                    <ns1:pt x="0" y="18"/>
                    <ns1:pt x="0" y="40"/>
                  </ns1:cubicBezTo>
                  <ns1:cubicBezTo>
                    <ns1:pt x="0" y="200"/>
                    <ns1:pt x="0" y="200"/>
                    <ns1:pt x="0" y="200"/>
                  </ns1:cubicBezTo>
                  <ns1:cubicBezTo>
                    <ns1:pt x="0" y="223"/>
                    <ns1:pt x="18" y="241"/>
                    <ns1:pt x="40" y="241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3:hiddenLine w="9525">
                  <ns1:solidFill>
                    <ns1:srgbClr val="000000"/>
                  </ns1:solidFill>
                  <ns1:round/>
                  <ns1:headEnd/>
                  <ns1:tailEnd/>
                </ns3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en-US"/>
            </ns1:p>
          </ns0:txBody>
        </ns0:sp>
        <ns0:sp>
          <ns0:nvSpPr>
            <ns0:cNvPr id="45" name="Freeform 23">
              <ns1:extLst>
                <ns1:ext uri="{FF2B5EF4-FFF2-40B4-BE49-F238E27FC236}">
                  <ns2:creationId id="{D41F0316-FC1F-4C1C-A536-3F697636F36F}"/>
                </ns1:ext>
              </ns1:extLst>
            </ns0:cNvPr>
            <ns0:cNvSpPr>
              <ns1:spLocks/>
            </ns0:cNvSpPr>
            <ns0:nvPr/>
          </ns0:nvSpPr>
          <ns0:spPr bwMode="auto">
            <ns1:xfrm>
              <ns1:off x="2898" y="555"/>
              <ns1:ext cx="361" cy="472"/>
            </ns1:xfrm>
            <ns1:custGeom>
              <ns1:avLst/>
              <ns1:gdLst>
                <ns1:gd name="T0" fmla="*/ 91 w 171"/>
                <ns1:gd name="T1" fmla="*/ 204 h 224"/>
                <ns1:gd name="T2" fmla="*/ 126 w 171"/>
                <ns1:gd name="T3" fmla="*/ 224 h 224"/>
                <ns1:gd name="T4" fmla="*/ 146 w 171"/>
                <ns1:gd name="T5" fmla="*/ 219 h 224"/>
                <ns1:gd name="T6" fmla="*/ 160 w 171"/>
                <ns1:gd name="T7" fmla="*/ 164 h 224"/>
                <ns1:gd name="T8" fmla="*/ 80 w 171"/>
                <ns1:gd name="T9" fmla="*/ 26 h 224"/>
                <ns1:gd name="T10" fmla="*/ 25 w 171"/>
                <ns1:gd name="T11" fmla="*/ 11 h 224"/>
                <ns1:gd name="T12" fmla="*/ 11 w 171"/>
                <ns1:gd name="T13" fmla="*/ 66 h 224"/>
                <ns1:gd name="T14" fmla="*/ 91 w 171"/>
                <ns1:gd name="T15" fmla="*/ 204 h 224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</ns1:cxnLst>
              <ns1:rect l="0" t="0" r="r" b="b"/>
              <ns1:pathLst>
                <ns1:path w="171" h="224">
                  <ns1:moveTo>
                    <ns1:pt x="91" y="204"/>
                  </ns1:moveTo>
                  <ns1:cubicBezTo>
                    <ns1:pt x="98" y="217"/>
                    <ns1:pt x="112" y="224"/>
                    <ns1:pt x="126" y="224"/>
                  </ns1:cubicBezTo>
                  <ns1:cubicBezTo>
                    <ns1:pt x="132" y="224"/>
                    <ns1:pt x="139" y="223"/>
                    <ns1:pt x="146" y="219"/>
                  </ns1:cubicBezTo>
                  <ns1:cubicBezTo>
                    <ns1:pt x="165" y="208"/>
                    <ns1:pt x="171" y="184"/>
                    <ns1:pt x="160" y="164"/>
                  </ns1:cubicBezTo>
                  <ns1:cubicBezTo>
                    <ns1:pt x="80" y="26"/>
                    <ns1:pt x="80" y="26"/>
                    <ns1:pt x="80" y="26"/>
                  </ns1:cubicBezTo>
                  <ns1:cubicBezTo>
                    <ns1:pt x="69" y="6"/>
                    <ns1:pt x="45" y="0"/>
                    <ns1:pt x="25" y="11"/>
                  </ns1:cubicBezTo>
                  <ns1:cubicBezTo>
                    <ns1:pt x="6" y="22"/>
                    <ns1:pt x="0" y="46"/>
                    <ns1:pt x="11" y="66"/>
                  </ns1:cubicBezTo>
                  <ns1:lnTo>
                    <ns1:pt x="91" y="204"/>
                  </ns1:ln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3:hiddenLine w="9525">
                  <ns1:solidFill>
                    <ns1:srgbClr val="000000"/>
                  </ns1:solidFill>
                  <ns1:round/>
                  <ns1:headEnd/>
                  <ns1:tailEnd/>
                </ns3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en-US"/>
            </ns1:p>
          </ns0:txBody>
        </ns0:sp>
        <ns0:sp>
          <ns0:nvSpPr>
            <ns0:cNvPr id="46" name="Freeform 24">
              <ns1:extLst>
                <ns1:ext uri="{FF2B5EF4-FFF2-40B4-BE49-F238E27FC236}">
                  <ns2:creationId id="{CC8AE084-4E6C-42F4-8A87-33D3371253D4}"/>
                </ns1:ext>
              </ns1:extLst>
            </ns0:cNvPr>
            <ns0:cNvSpPr>
              <ns1:spLocks/>
            </ns0:cNvSpPr>
            <ns0:nvPr/>
          </ns0:nvSpPr>
          <ns0:spPr bwMode="auto">
            <ns1:xfrm>
              <ns1:off x="4419" y="555"/>
              <ns1:ext cx="361" cy="472"/>
            </ns1:xfrm>
            <ns1:custGeom>
              <ns1:avLst/>
              <ns1:gdLst>
                <ns1:gd name="T0" fmla="*/ 25 w 171"/>
                <ns1:gd name="T1" fmla="*/ 219 h 224"/>
                <ns1:gd name="T2" fmla="*/ 45 w 171"/>
                <ns1:gd name="T3" fmla="*/ 224 h 224"/>
                <ns1:gd name="T4" fmla="*/ 80 w 171"/>
                <ns1:gd name="T5" fmla="*/ 204 h 224"/>
                <ns1:gd name="T6" fmla="*/ 160 w 171"/>
                <ns1:gd name="T7" fmla="*/ 66 h 224"/>
                <ns1:gd name="T8" fmla="*/ 146 w 171"/>
                <ns1:gd name="T9" fmla="*/ 11 h 224"/>
                <ns1:gd name="T10" fmla="*/ 91 w 171"/>
                <ns1:gd name="T11" fmla="*/ 26 h 224"/>
                <ns1:gd name="T12" fmla="*/ 11 w 171"/>
                <ns1:gd name="T13" fmla="*/ 164 h 224"/>
                <ns1:gd name="T14" fmla="*/ 25 w 171"/>
                <ns1:gd name="T15" fmla="*/ 219 h 224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</ns1:cxnLst>
              <ns1:rect l="0" t="0" r="r" b="b"/>
              <ns1:pathLst>
                <ns1:path w="171" h="224">
                  <ns1:moveTo>
                    <ns1:pt x="25" y="219"/>
                  </ns1:moveTo>
                  <ns1:cubicBezTo>
                    <ns1:pt x="32" y="223"/>
                    <ns1:pt x="39" y="224"/>
                    <ns1:pt x="45" y="224"/>
                  </ns1:cubicBezTo>
                  <ns1:cubicBezTo>
                    <ns1:pt x="59" y="224"/>
                    <ns1:pt x="73" y="217"/>
                    <ns1:pt x="80" y="204"/>
                  </ns1:cubicBezTo>
                  <ns1:cubicBezTo>
                    <ns1:pt x="160" y="66"/>
                    <ns1:pt x="160" y="66"/>
                    <ns1:pt x="160" y="66"/>
                  </ns1:cubicBezTo>
                  <ns1:cubicBezTo>
                    <ns1:pt x="171" y="46"/>
                    <ns1:pt x="165" y="22"/>
                    <ns1:pt x="146" y="11"/>
                  </ns1:cubicBezTo>
                  <ns1:cubicBezTo>
                    <ns1:pt x="126" y="0"/>
                    <ns1:pt x="102" y="6"/>
                    <ns1:pt x="91" y="26"/>
                  </ns1:cubicBezTo>
                  <ns1:cubicBezTo>
                    <ns1:pt x="11" y="164"/>
                    <ns1:pt x="11" y="164"/>
                    <ns1:pt x="11" y="164"/>
                  </ns1:cubicBezTo>
                  <ns1:cubicBezTo>
                    <ns1:pt x="0" y="184"/>
                    <ns1:pt x="6" y="208"/>
                    <ns1:pt x="25" y="219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3:hiddenLine w="9525">
                  <ns1:solidFill>
                    <ns1:srgbClr val="000000"/>
                  </ns1:solidFill>
                  <ns1:round/>
                  <ns1:headEnd/>
                  <ns1:tailEnd/>
                </ns3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en-US"/>
            </ns1:p>
          </ns0:txBody>
        </ns0:sp>
        <ns0:sp>
          <ns0:nvSpPr>
            <ns0:cNvPr id="47" name="Freeform 25">
              <ns1:extLst>
                <ns1:ext uri="{FF2B5EF4-FFF2-40B4-BE49-F238E27FC236}">
                  <ns2:creationId id="{8A1D9812-77B5-4621-B79A-862C1C1EFB5F}"/>
                </ns1:ext>
              </ns1:extLst>
            </ns0:cNvPr>
            <ns0:cNvSpPr>
              <ns1:spLocks noEditPoints="1"/>
            </ns0:cNvSpPr>
            <ns0:nvPr/>
          </ns0:nvSpPr>
          <ns0:spPr bwMode="auto">
            <ns1:xfrm>
              <ns1:off x="2065" y="1354"/>
              <ns1:ext cx="3548" cy="2966"/>
            </ns1:xfrm>
            <ns1:custGeom>
              <ns1:avLst/>
              <ns1:gdLst>
                <ns1:gd name="T0" fmla="*/ 1682 w 1682"/>
                <ns1:gd name="T1" fmla="*/ 461 h 1407"/>
                <ns1:gd name="T2" fmla="*/ 1682 w 1682"/>
                <ns1:gd name="T3" fmla="*/ 457 h 1407"/>
                <ns1:gd name="T4" fmla="*/ 1681 w 1682"/>
                <ns1:gd name="T5" fmla="*/ 454 h 1407"/>
                <ns1:gd name="T6" fmla="*/ 1679 w 1682"/>
                <ns1:gd name="T7" fmla="*/ 450 h 1407"/>
                <ns1:gd name="T8" fmla="*/ 1678 w 1682"/>
                <ns1:gd name="T9" fmla="*/ 446 h 1407"/>
                <ns1:gd name="T10" fmla="*/ 1437 w 1682"/>
                <ns1:gd name="T11" fmla="*/ 20 h 1407"/>
                <ns1:gd name="T12" fmla="*/ 1434 w 1682"/>
                <ns1:gd name="T13" fmla="*/ 15 h 1407"/>
                <ns1:gd name="T14" fmla="*/ 1427 w 1682"/>
                <ns1:gd name="T15" fmla="*/ 9 h 1407"/>
                <ns1:gd name="T16" fmla="*/ 1422 w 1682"/>
                <ns1:gd name="T17" fmla="*/ 5 h 1407"/>
                <ns1:gd name="T18" fmla="*/ 1418 w 1682"/>
                <ns1:gd name="T19" fmla="*/ 3 h 1407"/>
                <ns1:gd name="T20" fmla="*/ 1408 w 1682"/>
                <ns1:gd name="T21" fmla="*/ 0 h 1407"/>
                <ns1:gd name="T22" fmla="*/ 1402 w 1682"/>
                <ns1:gd name="T23" fmla="*/ 0 h 1407"/>
                <ns1:gd name="T24" fmla="*/ 841 w 1682"/>
                <ns1:gd name="T25" fmla="*/ 0 h 1407"/>
                <ns1:gd name="T26" fmla="*/ 275 w 1682"/>
                <ns1:gd name="T27" fmla="*/ 0 h 1407"/>
                <ns1:gd name="T28" fmla="*/ 269 w 1682"/>
                <ns1:gd name="T29" fmla="*/ 1 h 1407"/>
                <ns1:gd name="T30" fmla="*/ 265 w 1682"/>
                <ns1:gd name="T31" fmla="*/ 3 h 1407"/>
                <ns1:gd name="T32" fmla="*/ 256 w 1682"/>
                <ns1:gd name="T33" fmla="*/ 8 h 1407"/>
                <ns1:gd name="T34" fmla="*/ 252 w 1682"/>
                <ns1:gd name="T35" fmla="*/ 12 h 1407"/>
                <ns1:gd name="T36" fmla="*/ 246 w 1682"/>
                <ns1:gd name="T37" fmla="*/ 20 h 1407"/>
                <ns1:gd name="T38" fmla="*/ 6 w 1682"/>
                <ns1:gd name="T39" fmla="*/ 444 h 1407"/>
                <ns1:gd name="T40" fmla="*/ 4 w 1682"/>
                <ns1:gd name="T41" fmla="*/ 446 h 1407"/>
                <ns1:gd name="T42" fmla="*/ 3 w 1682"/>
                <ns1:gd name="T43" fmla="*/ 450 h 1407"/>
                <ns1:gd name="T44" fmla="*/ 1 w 1682"/>
                <ns1:gd name="T45" fmla="*/ 454 h 1407"/>
                <ns1:gd name="T46" fmla="*/ 0 w 1682"/>
                <ns1:gd name="T47" fmla="*/ 458 h 1407"/>
                <ns1:gd name="T48" fmla="*/ 0 w 1682"/>
                <ns1:gd name="T49" fmla="*/ 461 h 1407"/>
                <ns1:gd name="T50" fmla="*/ 0 w 1682"/>
                <ns1:gd name="T51" fmla="*/ 465 h 1407"/>
                <ns1:gd name="T52" fmla="*/ 0 w 1682"/>
                <ns1:gd name="T53" fmla="*/ 468 h 1407"/>
                <ns1:gd name="T54" fmla="*/ 1 w 1682"/>
                <ns1:gd name="T55" fmla="*/ 472 h 1407"/>
                <ns1:gd name="T56" fmla="*/ 1 w 1682"/>
                <ns1:gd name="T57" fmla="*/ 476 h 1407"/>
                <ns1:gd name="T58" fmla="*/ 3 w 1682"/>
                <ns1:gd name="T59" fmla="*/ 479 h 1407"/>
                <ns1:gd name="T60" fmla="*/ 4 w 1682"/>
                <ns1:gd name="T61" fmla="*/ 483 h 1407"/>
                <ns1:gd name="T62" fmla="*/ 6 w 1682"/>
                <ns1:gd name="T63" fmla="*/ 486 h 1407"/>
                <ns1:gd name="T64" fmla="*/ 9 w 1682"/>
                <ns1:gd name="T65" fmla="*/ 490 h 1407"/>
                <ns1:gd name="T66" fmla="*/ 816 w 1682"/>
                <ns1:gd name="T67" fmla="*/ 1394 h 1407"/>
                <ns1:gd name="T68" fmla="*/ 823 w 1682"/>
                <ns1:gd name="T69" fmla="*/ 1400 h 1407"/>
                <ns1:gd name="T70" fmla="*/ 829 w 1682"/>
                <ns1:gd name="T71" fmla="*/ 1403 h 1407"/>
                <ns1:gd name="T72" fmla="*/ 839 w 1682"/>
                <ns1:gd name="T73" fmla="*/ 1406 h 1407"/>
                <ns1:gd name="T74" fmla="*/ 846 w 1682"/>
                <ns1:gd name="T75" fmla="*/ 1407 h 1407"/>
                <ns1:gd name="T76" fmla="*/ 857 w 1682"/>
                <ns1:gd name="T77" fmla="*/ 1405 h 1407"/>
                <ns1:gd name="T78" fmla="*/ 864 w 1682"/>
                <ns1:gd name="T79" fmla="*/ 1403 h 1407"/>
                <ns1:gd name="T80" fmla="*/ 872 w 1682"/>
                <ns1:gd name="T81" fmla="*/ 1397 h 1407"/>
                <ns1:gd name="T82" fmla="*/ 1672 w 1682"/>
                <ns1:gd name="T83" fmla="*/ 491 h 1407"/>
                <ns1:gd name="T84" fmla="*/ 1674 w 1682"/>
                <ns1:gd name="T85" fmla="*/ 488 h 1407"/>
                <ns1:gd name="T86" fmla="*/ 1676 w 1682"/>
                <ns1:gd name="T87" fmla="*/ 485 h 1407"/>
                <ns1:gd name="T88" fmla="*/ 1678 w 1682"/>
                <ns1:gd name="T89" fmla="*/ 482 h 1407"/>
                <ns1:gd name="T90" fmla="*/ 1680 w 1682"/>
                <ns1:gd name="T91" fmla="*/ 478 h 1407"/>
                <ns1:gd name="T92" fmla="*/ 1681 w 1682"/>
                <ns1:gd name="T93" fmla="*/ 475 h 1407"/>
                <ns1:gd name="T94" fmla="*/ 1682 w 1682"/>
                <ns1:gd name="T95" fmla="*/ 471 h 1407"/>
                <ns1:gd name="T96" fmla="*/ 1682 w 1682"/>
                <ns1:gd name="T97" fmla="*/ 467 h 1407"/>
                <ns1:gd name="T98" fmla="*/ 1682 w 1682"/>
                <ns1:gd name="T99" fmla="*/ 464 h 1407"/>
                <ns1:gd name="T100" fmla="*/ 109 w 1682"/>
                <ns1:gd name="T101" fmla="*/ 424 h 1407"/>
                <ns1:gd name="T102" fmla="*/ 1284 w 1682"/>
                <ns1:gd name="T103" fmla="*/ 424 h 1407"/>
                <ns1:gd name="T104" fmla="*/ 681 w 1682"/>
                <ns1:gd name="T105" fmla="*/ 424 h 1407"/>
                <ns1:gd name="T106" fmla="*/ 1135 w 1682"/>
                <ns1:gd name="T107" fmla="*/ 424 h 1407"/>
                <ns1:gd name="T108" fmla="*/ 1001 w 1682"/>
                <ns1:gd name="T109" fmla="*/ 505 h 1407"/>
                <ns1:gd name="T110" fmla="*/ 522 w 1682"/>
                <ns1:gd name="T111" fmla="*/ 505 h 1407"/>
                <ns1:gd name="T112" fmla="*/ 681 w 1682"/>
                <ns1:gd name="T113" fmla="*/ 424 h 1407"/>
                <ns1:gd name="T114" fmla="*/ 1342 w 1682"/>
                <ns1:gd name="T115" fmla="*/ 80 h 1407"/>
                <ns1:gd name="T116" fmla="*/ 341 w 1682"/>
                <ns1:gd name="T117" fmla="*/ 80 h 1407"/>
                <ns1:gd name="T118" fmla="*/ 435 w 1682"/>
                <ns1:gd name="T119" fmla="*/ 505 h 1407"/>
                <ns1:gd name="T120" fmla="*/ 435 w 1682"/>
                <ns1:gd name="T121" fmla="*/ 505 h 1407"/>
                <ns1:gd name="T122" fmla="*/ 977 w 1682"/>
                <ns1:gd name="T123" fmla="*/ 1158 h 1407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  <ns1:cxn ang="0">
                  <ns1:pos x="T30" y="T31"/>
                </ns1:cxn>
                <ns1:cxn ang="0">
                  <ns1:pos x="T32" y="T33"/>
                </ns1:cxn>
                <ns1:cxn ang="0">
                  <ns1:pos x="T34" y="T35"/>
                </ns1:cxn>
                <ns1:cxn ang="0">
                  <ns1:pos x="T36" y="T37"/>
                </ns1:cxn>
                <ns1:cxn ang="0">
                  <ns1:pos x="T38" y="T39"/>
                </ns1:cxn>
                <ns1:cxn ang="0">
                  <ns1:pos x="T40" y="T41"/>
                </ns1:cxn>
                <ns1:cxn ang="0">
                  <ns1:pos x="T42" y="T43"/>
                </ns1:cxn>
                <ns1:cxn ang="0">
                  <ns1:pos x="T44" y="T45"/>
                </ns1:cxn>
                <ns1:cxn ang="0">
                  <ns1:pos x="T46" y="T47"/>
                </ns1:cxn>
                <ns1:cxn ang="0">
                  <ns1:pos x="T48" y="T49"/>
                </ns1:cxn>
                <ns1:cxn ang="0">
                  <ns1:pos x="T50" y="T51"/>
                </ns1:cxn>
                <ns1:cxn ang="0">
                  <ns1:pos x="T52" y="T53"/>
                </ns1:cxn>
                <ns1:cxn ang="0">
                  <ns1:pos x="T54" y="T55"/>
                </ns1:cxn>
                <ns1:cxn ang="0">
                  <ns1:pos x="T56" y="T57"/>
                </ns1:cxn>
                <ns1:cxn ang="0">
                  <ns1:pos x="T58" y="T59"/>
                </ns1:cxn>
                <ns1:cxn ang="0">
                  <ns1:pos x="T60" y="T61"/>
                </ns1:cxn>
                <ns1:cxn ang="0">
                  <ns1:pos x="T62" y="T63"/>
                </ns1:cxn>
                <ns1:cxn ang="0">
                  <ns1:pos x="T64" y="T65"/>
                </ns1:cxn>
                <ns1:cxn ang="0">
                  <ns1:pos x="T66" y="T67"/>
                </ns1:cxn>
                <ns1:cxn ang="0">
                  <ns1:pos x="T68" y="T69"/>
                </ns1:cxn>
                <ns1:cxn ang="0">
                  <ns1:pos x="T70" y="T71"/>
                </ns1:cxn>
                <ns1:cxn ang="0">
                  <ns1:pos x="T72" y="T73"/>
                </ns1:cxn>
                <ns1:cxn ang="0">
                  <ns1:pos x="T74" y="T75"/>
                </ns1:cxn>
                <ns1:cxn ang="0">
                  <ns1:pos x="T76" y="T77"/>
                </ns1:cxn>
                <ns1:cxn ang="0">
                  <ns1:pos x="T78" y="T79"/>
                </ns1:cxn>
                <ns1:cxn ang="0">
                  <ns1:pos x="T80" y="T81"/>
                </ns1:cxn>
                <ns1:cxn ang="0">
                  <ns1:pos x="T82" y="T83"/>
                </ns1:cxn>
                <ns1:cxn ang="0">
                  <ns1:pos x="T84" y="T85"/>
                </ns1:cxn>
                <ns1:cxn ang="0">
                  <ns1:pos x="T86" y="T87"/>
                </ns1:cxn>
                <ns1:cxn ang="0">
                  <ns1:pos x="T88" y="T89"/>
                </ns1:cxn>
                <ns1:cxn ang="0">
                  <ns1:pos x="T90" y="T91"/>
                </ns1:cxn>
                <ns1:cxn ang="0">
                  <ns1:pos x="T92" y="T93"/>
                </ns1:cxn>
                <ns1:cxn ang="0">
                  <ns1:pos x="T94" y="T95"/>
                </ns1:cxn>
                <ns1:cxn ang="0">
                  <ns1:pos x="T96" y="T97"/>
                </ns1:cxn>
                <ns1:cxn ang="0">
                  <ns1:pos x="T98" y="T99"/>
                </ns1:cxn>
                <ns1:cxn ang="0">
                  <ns1:pos x="T100" y="T101"/>
                </ns1:cxn>
                <ns1:cxn ang="0">
                  <ns1:pos x="T102" y="T103"/>
                </ns1:cxn>
                <ns1:cxn ang="0">
                  <ns1:pos x="T104" y="T105"/>
                </ns1:cxn>
                <ns1:cxn ang="0">
                  <ns1:pos x="T106" y="T107"/>
                </ns1:cxn>
                <ns1:cxn ang="0">
                  <ns1:pos x="T108" y="T109"/>
                </ns1:cxn>
                <ns1:cxn ang="0">
                  <ns1:pos x="T110" y="T111"/>
                </ns1:cxn>
                <ns1:cxn ang="0">
                  <ns1:pos x="T112" y="T113"/>
                </ns1:cxn>
                <ns1:cxn ang="0">
                  <ns1:pos x="T114" y="T115"/>
                </ns1:cxn>
                <ns1:cxn ang="0">
                  <ns1:pos x="T116" y="T117"/>
                </ns1:cxn>
                <ns1:cxn ang="0">
                  <ns1:pos x="T118" y="T119"/>
                </ns1:cxn>
                <ns1:cxn ang="0">
                  <ns1:pos x="T120" y="T121"/>
                </ns1:cxn>
                <ns1:cxn ang="0">
                  <ns1:pos x="T122" y="T123"/>
                </ns1:cxn>
              </ns1:cxnLst>
              <ns1:rect l="0" t="0" r="r" b="b"/>
              <ns1:pathLst>
                <ns1:path w="1682" h="1407">
                  <ns1:moveTo>
                    <ns1:pt x="1682" y="464"/>
                  </ns1:moveTo>
                  <ns1:cubicBezTo>
                    <ns1:pt x="1682" y="464"/>
                    <ns1:pt x="1682" y="463"/>
                    <ns1:pt x="1682" y="463"/>
                  </ns1:cubicBezTo>
                  <ns1:cubicBezTo>
                    <ns1:pt x="1682" y="462"/>
                    <ns1:pt x="1682" y="462"/>
                    <ns1:pt x="1682" y="461"/>
                  </ns1:cubicBezTo>
                  <ns1:cubicBezTo>
                    <ns1:pt x="1682" y="461"/>
                    <ns1:pt x="1682" y="461"/>
                    <ns1:pt x="1682" y="460"/>
                  </ns1:cubicBezTo>
                  <ns1:cubicBezTo>
                    <ns1:pt x="1682" y="460"/>
                    <ns1:pt x="1682" y="459"/>
                    <ns1:pt x="1682" y="459"/>
                  </ns1:cubicBezTo>
                  <ns1:cubicBezTo>
                    <ns1:pt x="1682" y="458"/>
                    <ns1:pt x="1682" y="458"/>
                    <ns1:pt x="1682" y="457"/>
                  </ns1:cubicBezTo>
                  <ns1:cubicBezTo>
                    <ns1:pt x="1681" y="457"/>
                    <ns1:pt x="1681" y="457"/>
                    <ns1:pt x="1681" y="456"/>
                  </ns1:cubicBezTo>
                  <ns1:cubicBezTo>
                    <ns1:pt x="1681" y="456"/>
                    <ns1:pt x="1681" y="456"/>
                    <ns1:pt x="1681" y="455"/>
                  </ns1:cubicBezTo>
                  <ns1:cubicBezTo>
                    <ns1:pt x="1681" y="455"/>
                    <ns1:pt x="1681" y="454"/>
                    <ns1:pt x="1681" y="454"/>
                  </ns1:cubicBezTo>
                  <ns1:cubicBezTo>
                    <ns1:pt x="1681" y="453"/>
                    <ns1:pt x="1680" y="453"/>
                    <ns1:pt x="1680" y="452"/>
                  </ns1:cubicBezTo>
                  <ns1:cubicBezTo>
                    <ns1:pt x="1680" y="452"/>
                    <ns1:pt x="1680" y="452"/>
                    <ns1:pt x="1680" y="452"/>
                  </ns1:cubicBezTo>
                  <ns1:cubicBezTo>
                    <ns1:pt x="1680" y="451"/>
                    <ns1:pt x="1680" y="450"/>
                    <ns1:pt x="1679" y="450"/>
                  </ns1:cubicBezTo>
                  <ns1:cubicBezTo>
                    <ns1:pt x="1679" y="449"/>
                    <ns1:pt x="1679" y="449"/>
                    <ns1:pt x="1679" y="449"/>
                  </ns1:cubicBezTo>
                  <ns1:cubicBezTo>
                    <ns1:pt x="1679" y="448"/>
                    <ns1:pt x="1679" y="448"/>
                    <ns1:pt x="1679" y="448"/>
                  </ns1:cubicBezTo>
                  <ns1:cubicBezTo>
                    <ns1:pt x="1678" y="447"/>
                    <ns1:pt x="1678" y="447"/>
                    <ns1:pt x="1678" y="446"/>
                  </ns1:cubicBezTo>
                  <ns1:cubicBezTo>
                    <ns1:pt x="1678" y="446"/>
                    <ns1:pt x="1677" y="445"/>
                    <ns1:pt x="1677" y="445"/>
                  </ns1:cubicBezTo>
                  <ns1:cubicBezTo>
                    <ns1:pt x="1677" y="445"/>
                    <ns1:pt x="1677" y="445"/>
                    <ns1:pt x="1677" y="445"/>
                  </ns1:cubicBezTo>
                  <ns1:cubicBezTo>
                    <ns1:pt x="1437" y="20"/>
                    <ns1:pt x="1437" y="20"/>
                    <ns1:pt x="1437" y="20"/>
                  </ns1:cubicBezTo>
                  <ns1:cubicBezTo>
                    <ns1:pt x="1437" y="20"/>
                    <ns1:pt x="1437" y="20"/>
                    <ns1:pt x="1437" y="20"/>
                  </ns1:cubicBezTo>
                  <ns1:cubicBezTo>
                    <ns1:pt x="1436" y="18"/>
                    <ns1:pt x="1435" y="17"/>
                    <ns1:pt x="1434" y="16"/>
                  </ns1:cubicBezTo>
                  <ns1:cubicBezTo>
                    <ns1:pt x="1434" y="16"/>
                    <ns1:pt x="1434" y="16"/>
                    <ns1:pt x="1434" y="15"/>
                  </ns1:cubicBezTo>
                  <ns1:cubicBezTo>
                    <ns1:pt x="1433" y="14"/>
                    <ns1:pt x="1432" y="13"/>
                    <ns1:pt x="1431" y="12"/>
                  </ns1:cubicBezTo>
                  <ns1:cubicBezTo>
                    <ns1:pt x="1431" y="12"/>
                    <ns1:pt x="1431" y="12"/>
                    <ns1:pt x="1431" y="12"/>
                  </ns1:cubicBezTo>
                  <ns1:cubicBezTo>
                    <ns1:pt x="1429" y="11"/>
                    <ns1:pt x="1428" y="10"/>
                    <ns1:pt x="1427" y="9"/>
                  </ns1:cubicBezTo>
                  <ns1:cubicBezTo>
                    <ns1:pt x="1427" y="8"/>
                    <ns1:pt x="1426" y="8"/>
                    <ns1:pt x="1426" y="8"/>
                  </ns1:cubicBezTo>
                  <ns1:cubicBezTo>
                    <ns1:pt x="1425" y="7"/>
                    <ns1:pt x="1424" y="6"/>
                    <ns1:pt x="1423" y="6"/>
                  </ns1:cubicBezTo>
                  <ns1:cubicBezTo>
                    <ns1:pt x="1423" y="6"/>
                    <ns1:pt x="1422" y="5"/>
                    <ns1:pt x="1422" y="5"/>
                  </ns1:cubicBezTo>
                  <ns1:cubicBezTo>
                    <ns1:pt x="1421" y="4"/>
                    <ns1:pt x="1419" y="4"/>
                    <ns1:pt x="1418" y="3"/>
                  </ns1:cubicBezTo>
                  <ns1:cubicBezTo>
                    <ns1:pt x="1418" y="3"/>
                    <ns1:pt x="1418" y="3"/>
                    <ns1:pt x="1418" y="3"/>
                  </ns1:cubicBezTo>
                  <ns1:cubicBezTo>
                    <ns1:pt x="1418" y="3"/>
                    <ns1:pt x="1418" y="3"/>
                    <ns1:pt x="1418" y="3"/>
                  </ns1:cubicBezTo>
                  <ns1:cubicBezTo>
                    <ns1:pt x="1416" y="2"/>
                    <ns1:pt x="1415" y="2"/>
                    <ns1:pt x="1413" y="1"/>
                  </ns1:cubicBezTo>
                  <ns1:cubicBezTo>
                    <ns1:pt x="1413" y="1"/>
                    <ns1:pt x="1412" y="1"/>
                    <ns1:pt x="1412" y="1"/>
                  </ns1:cubicBezTo>
                  <ns1:cubicBezTo>
                    <ns1:pt x="1411" y="1"/>
                    <ns1:pt x="1409" y="1"/>
                    <ns1:pt x="1408" y="0"/>
                  </ns1:cubicBezTo>
                  <ns1:cubicBezTo>
                    <ns1:pt x="1408" y="0"/>
                    <ns1:pt x="1407" y="0"/>
                    <ns1:pt x="1407" y="0"/>
                  </ns1:cubicBezTo>
                  <ns1:cubicBezTo>
                    <ns1:pt x="1405" y="0"/>
                    <ns1:pt x="1404" y="0"/>
                    <ns1:pt x="1402" y="0"/>
                  </ns1:cubicBezTo>
                  <ns1:cubicBezTo>
                    <ns1:pt x="1402" y="0"/>
                    <ns1:pt x="1402" y="0"/>
                    <ns1:pt x="1402" y="0"/>
                  </ns1:cubicBezTo>
                  <ns1:cubicBezTo>
                    <ns1:pt x="1402" y="0"/>
                    <ns1:pt x="1402" y="0"/>
                    <ns1:pt x="1402" y="0"/>
                  </ns1:cubicBezTo>
                  <ns1:cubicBezTo>
                    <ns1:pt x="1402" y="0"/>
                    <ns1:pt x="1402" y="0"/>
                    <ns1:pt x="1402" y="0"/>
                  </ns1:cubicBezTo>
                  <ns1:cubicBezTo>
                    <ns1:pt x="841" y="0"/>
                    <ns1:pt x="841" y="0"/>
                    <ns1:pt x="841" y="0"/>
                  </ns1:cubicBezTo>
                  <ns1:cubicBezTo>
                    <ns1:pt x="841" y="0"/>
                    <ns1:pt x="841" y="0"/>
                    <ns1:pt x="841" y="0"/>
                  </ns1:cubicBezTo>
                  <ns1:cubicBezTo>
                    <ns1:pt x="280" y="0"/>
                    <ns1:pt x="280" y="0"/>
                    <ns1:pt x="280" y="0"/>
                  </ns1:cubicBezTo>
                  <ns1:cubicBezTo>
                    <ns1:pt x="279" y="0"/>
                    <ns1:pt x="277" y="0"/>
                    <ns1:pt x="275" y="0"/>
                  </ns1:cubicBezTo>
                  <ns1:cubicBezTo>
                    <ns1:pt x="275" y="0"/>
                    <ns1:pt x="275" y="0"/>
                    <ns1:pt x="274" y="0"/>
                  </ns1:cubicBezTo>
                  <ns1:cubicBezTo>
                    <ns1:pt x="273" y="1"/>
                    <ns1:pt x="272" y="1"/>
                    <ns1:pt x="271" y="1"/>
                  </ns1:cubicBezTo>
                  <ns1:cubicBezTo>
                    <ns1:pt x="270" y="1"/>
                    <ns1:pt x="270" y="1"/>
                    <ns1:pt x="269" y="1"/>
                  </ns1:cubicBezTo>
                  <ns1:cubicBezTo>
                    <ns1:pt x="268" y="2"/>
                    <ns1:pt x="267" y="2"/>
                    <ns1:pt x="265" y="3"/>
                  </ns1:cubicBezTo>
                  <ns1:cubicBezTo>
                    <ns1:pt x="265" y="3"/>
                    <ns1:pt x="265" y="3"/>
                    <ns1:pt x="265" y="3"/>
                  </ns1:cubicBezTo>
                  <ns1:cubicBezTo>
                    <ns1:pt x="265" y="3"/>
                    <ns1:pt x="265" y="3"/>
                    <ns1:pt x="265" y="3"/>
                  </ns1:cubicBezTo>
                  <ns1:cubicBezTo>
                    <ns1:pt x="263" y="4"/>
                    <ns1:pt x="262" y="4"/>
                    <ns1:pt x="260" y="5"/>
                  </ns1:cubicBezTo>
                  <ns1:cubicBezTo>
                    <ns1:pt x="260" y="5"/>
                    <ns1:pt x="260" y="6"/>
                    <ns1:pt x="259" y="6"/>
                  </ns1:cubicBezTo>
                  <ns1:cubicBezTo>
                    <ns1:pt x="258" y="6"/>
                    <ns1:pt x="257" y="7"/>
                    <ns1:pt x="256" y="8"/>
                  </ns1:cubicBezTo>
                  <ns1:cubicBezTo>
                    <ns1:pt x="256" y="8"/>
                    <ns1:pt x="256" y="8"/>
                    <ns1:pt x="255" y="9"/>
                  </ns1:cubicBezTo>
                  <ns1:cubicBezTo>
                    <ns1:pt x="254" y="10"/>
                    <ns1:pt x="253" y="10"/>
                    <ns1:pt x="252" y="11"/>
                  </ns1:cubicBezTo>
                  <ns1:cubicBezTo>
                    <ns1:pt x="252" y="12"/>
                    <ns1:pt x="252" y="12"/>
                    <ns1:pt x="252" y="12"/>
                  </ns1:cubicBezTo>
                  <ns1:cubicBezTo>
                    <ns1:pt x="251" y="13"/>
                    <ns1:pt x="249" y="14"/>
                    <ns1:pt x="249" y="16"/>
                  </ns1:cubicBezTo>
                  <ns1:cubicBezTo>
                    <ns1:pt x="248" y="16"/>
                    <ns1:pt x="248" y="16"/>
                    <ns1:pt x="248" y="16"/>
                  </ns1:cubicBezTo>
                  <ns1:cubicBezTo>
                    <ns1:pt x="247" y="17"/>
                    <ns1:pt x="246" y="18"/>
                    <ns1:pt x="246" y="20"/>
                  </ns1:cubicBezTo>
                  <ns1:cubicBezTo>
                    <ns1:pt x="246" y="20"/>
                    <ns1:pt x="245" y="20"/>
                    <ns1:pt x="245" y="20"/>
                  </ns1:cubicBezTo>
                  <ns1:cubicBezTo>
                    <ns1:pt x="6" y="444"/>
                    <ns1:pt x="6" y="444"/>
                    <ns1:pt x="6" y="444"/>
                  </ns1:cubicBezTo>
                  <ns1:cubicBezTo>
                    <ns1:pt x="6" y="444"/>
                    <ns1:pt x="6" y="444"/>
                    <ns1:pt x="6" y="444"/>
                  </ns1:cubicBezTo>
                  <ns1:cubicBezTo>
                    <ns1:pt x="5" y="445"/>
                    <ns1:pt x="5" y="445"/>
                    <ns1:pt x="5" y="445"/>
                  </ns1:cubicBezTo>
                  <ns1:cubicBezTo>
                    <ns1:pt x="5" y="445"/>
                    <ns1:pt x="5" y="445"/>
                    <ns1:pt x="5" y="445"/>
                  </ns1:cubicBezTo>
                  <ns1:cubicBezTo>
                    <ns1:pt x="5" y="445"/>
                    <ns1:pt x="4" y="446"/>
                    <ns1:pt x="4" y="446"/>
                  </ns1:cubicBezTo>
                  <ns1:cubicBezTo>
                    <ns1:pt x="4" y="447"/>
                    <ns1:pt x="4" y="448"/>
                    <ns1:pt x="3" y="448"/>
                  </ns1:cubicBezTo>
                  <ns1:cubicBezTo>
                    <ns1:pt x="3" y="448"/>
                    <ns1:pt x="3" y="448"/>
                    <ns1:pt x="3" y="449"/>
                  </ns1:cubicBezTo>
                  <ns1:cubicBezTo>
                    <ns1:pt x="3" y="449"/>
                    <ns1:pt x="3" y="450"/>
                    <ns1:pt x="3" y="450"/>
                  </ns1:cubicBezTo>
                  <ns1:cubicBezTo>
                    <ns1:pt x="2" y="451"/>
                    <ns1:pt x="2" y="451"/>
                    <ns1:pt x="2" y="452"/>
                  </ns1:cubicBezTo>
                  <ns1:cubicBezTo>
                    <ns1:pt x="2" y="452"/>
                    <ns1:pt x="2" y="452"/>
                    <ns1:pt x="2" y="452"/>
                  </ns1:cubicBezTo>
                  <ns1:cubicBezTo>
                    <ns1:pt x="2" y="453"/>
                    <ns1:pt x="1" y="453"/>
                    <ns1:pt x="1" y="454"/>
                  </ns1:cubicBezTo>
                  <ns1:cubicBezTo>
                    <ns1:pt x="1" y="454"/>
                    <ns1:pt x="1" y="455"/>
                    <ns1:pt x="1" y="455"/>
                  </ns1:cubicBezTo>
                  <ns1:cubicBezTo>
                    <ns1:pt x="1" y="456"/>
                    <ns1:pt x="1" y="456"/>
                    <ns1:pt x="1" y="456"/>
                  </ns1:cubicBezTo>
                  <ns1:cubicBezTo>
                    <ns1:pt x="1" y="457"/>
                    <ns1:pt x="1" y="457"/>
                    <ns1:pt x="0" y="458"/>
                  </ns1:cubicBezTo>
                  <ns1:cubicBezTo>
                    <ns1:pt x="0" y="458"/>
                    <ns1:pt x="0" y="459"/>
                    <ns1:pt x="0" y="459"/>
                  </ns1:cubicBezTo>
                  <ns1:cubicBezTo>
                    <ns1:pt x="0" y="459"/>
                    <ns1:pt x="0" y="460"/>
                    <ns1:pt x="0" y="460"/>
                  </ns1:cubicBezTo>
                  <ns1:cubicBezTo>
                    <ns1:pt x="0" y="461"/>
                    <ns1:pt x="0" y="461"/>
                    <ns1:pt x="0" y="461"/>
                  </ns1:cubicBezTo>
                  <ns1:cubicBezTo>
                    <ns1:pt x="0" y="462"/>
                    <ns1:pt x="0" y="462"/>
                    <ns1:pt x="0" y="463"/>
                  </ns1:cubicBezTo>
                  <ns1:cubicBezTo>
                    <ns1:pt x="0" y="463"/>
                    <ns1:pt x="0" y="464"/>
                    <ns1:pt x="0" y="464"/>
                  </ns1:cubicBezTo>
                  <ns1:cubicBezTo>
                    <ns1:pt x="0" y="464"/>
                    <ns1:pt x="0" y="464"/>
                    <ns1:pt x="0" y="465"/>
                  </ns1:cubicBezTo>
                  <ns1:cubicBezTo>
                    <ns1:pt x="0" y="465"/>
                    <ns1:pt x="0" y="465"/>
                    <ns1:pt x="0" y="465"/>
                  </ns1:cubicBezTo>
                  <ns1:cubicBezTo>
                    <ns1:pt x="0" y="466"/>
                    <ns1:pt x="0" y="466"/>
                    <ns1:pt x="0" y="467"/>
                  </ns1:cubicBezTo>
                  <ns1:cubicBezTo>
                    <ns1:pt x="0" y="467"/>
                    <ns1:pt x="0" y="468"/>
                    <ns1:pt x="0" y="468"/>
                  </ns1:cubicBezTo>
                  <ns1:cubicBezTo>
                    <ns1:pt x="0" y="469"/>
                    <ns1:pt x="0" y="469"/>
                    <ns1:pt x="0" y="469"/>
                  </ns1:cubicBezTo>
                  <ns1:cubicBezTo>
                    <ns1:pt x="0" y="470"/>
                    <ns1:pt x="0" y="470"/>
                    <ns1:pt x="0" y="471"/>
                  </ns1:cubicBezTo>
                  <ns1:cubicBezTo>
                    <ns1:pt x="0" y="471"/>
                    <ns1:pt x="0" y="472"/>
                    <ns1:pt x="1" y="472"/>
                  </ns1:cubicBezTo>
                  <ns1:cubicBezTo>
                    <ns1:pt x="1" y="472"/>
                    <ns1:pt x="1" y="473"/>
                    <ns1:pt x="1" y="473"/>
                  </ns1:cubicBezTo>
                  <ns1:cubicBezTo>
                    <ns1:pt x="1" y="474"/>
                    <ns1:pt x="1" y="474"/>
                    <ns1:pt x="1" y="475"/>
                  </ns1:cubicBezTo>
                  <ns1:cubicBezTo>
                    <ns1:pt x="1" y="475"/>
                    <ns1:pt x="1" y="475"/>
                    <ns1:pt x="1" y="476"/>
                  </ns1:cubicBezTo>
                  <ns1:cubicBezTo>
                    <ns1:pt x="2" y="476"/>
                    <ns1:pt x="2" y="477"/>
                    <ns1:pt x="2" y="477"/>
                  </ns1:cubicBezTo>
                  <ns1:cubicBezTo>
                    <ns1:pt x="2" y="477"/>
                    <ns1:pt x="2" y="478"/>
                    <ns1:pt x="2" y="478"/>
                  </ns1:cubicBezTo>
                  <ns1:cubicBezTo>
                    <ns1:pt x="2" y="479"/>
                    <ns1:pt x="3" y="479"/>
                    <ns1:pt x="3" y="479"/>
                  </ns1:cubicBezTo>
                  <ns1:cubicBezTo>
                    <ns1:pt x="3" y="480"/>
                    <ns1:pt x="3" y="480"/>
                    <ns1:pt x="3" y="481"/>
                  </ns1:cubicBezTo>
                  <ns1:cubicBezTo>
                    <ns1:pt x="3" y="481"/>
                    <ns1:pt x="4" y="481"/>
                    <ns1:pt x="4" y="482"/>
                  </ns1:cubicBezTo>
                  <ns1:cubicBezTo>
                    <ns1:pt x="4" y="482"/>
                    <ns1:pt x="4" y="483"/>
                    <ns1:pt x="4" y="483"/>
                  </ns1:cubicBezTo>
                  <ns1:cubicBezTo>
                    <ns1:pt x="5" y="483"/>
                    <ns1:pt x="5" y="484"/>
                    <ns1:pt x="5" y="484"/>
                  </ns1:cubicBezTo>
                  <ns1:cubicBezTo>
                    <ns1:pt x="5" y="484"/>
                    <ns1:pt x="5" y="485"/>
                    <ns1:pt x="6" y="485"/>
                  </ns1:cubicBezTo>
                  <ns1:cubicBezTo>
                    <ns1:pt x="6" y="486"/>
                    <ns1:pt x="6" y="486"/>
                    <ns1:pt x="6" y="486"/>
                  </ns1:cubicBezTo>
                  <ns1:cubicBezTo>
                    <ns1:pt x="7" y="487"/>
                    <ns1:pt x="7" y="487"/>
                    <ns1:pt x="7" y="487"/>
                  </ns1:cubicBezTo>
                  <ns1:cubicBezTo>
                    <ns1:pt x="7" y="488"/>
                    <ns1:pt x="8" y="488"/>
                    <ns1:pt x="8" y="488"/>
                  </ns1:cubicBezTo>
                  <ns1:cubicBezTo>
                    <ns1:pt x="8" y="489"/>
                    <ns1:pt x="8" y="489"/>
                    <ns1:pt x="9" y="490"/>
                  </ns1:cubicBezTo>
                  <ns1:cubicBezTo>
                    <ns1:pt x="9" y="490"/>
                    <ns1:pt x="9" y="490"/>
                    <ns1:pt x="10" y="491"/>
                  </ns1:cubicBezTo>
                  <ns1:cubicBezTo>
                    <ns1:pt x="10" y="491"/>
                    <ns1:pt x="10" y="491"/>
                    <ns1:pt x="10" y="491"/>
                  </ns1:cubicBezTo>
                  <ns1:cubicBezTo>
                    <ns1:pt x="816" y="1394"/>
                    <ns1:pt x="816" y="1394"/>
                    <ns1:pt x="816" y="1394"/>
                  </ns1:cubicBezTo>
                  <ns1:cubicBezTo>
                    <ns1:pt x="817" y="1395"/>
                    <ns1:pt x="818" y="1396"/>
                    <ns1:pt x="819" y="1397"/>
                  </ns1:cubicBezTo>
                  <ns1:cubicBezTo>
                    <ns1:pt x="819" y="1397"/>
                    <ns1:pt x="820" y="1397"/>
                    <ns1:pt x="820" y="1397"/>
                  </ns1:cubicBezTo>
                  <ns1:cubicBezTo>
                    <ns1:pt x="821" y="1398"/>
                    <ns1:pt x="822" y="1399"/>
                    <ns1:pt x="823" y="1400"/>
                  </ns1:cubicBezTo>
                  <ns1:cubicBezTo>
                    <ns1:pt x="824" y="1400"/>
                    <ns1:pt x="824" y="1401"/>
                    <ns1:pt x="825" y="1401"/>
                  </ns1:cubicBezTo>
                  <ns1:cubicBezTo>
                    <ns1:pt x="826" y="1402"/>
                    <ns1:pt x="827" y="1402"/>
                    <ns1:pt x="828" y="1403"/>
                  </ns1:cubicBezTo>
                  <ns1:cubicBezTo>
                    <ns1:pt x="829" y="1403"/>
                    <ns1:pt x="829" y="1403"/>
                    <ns1:pt x="829" y="1403"/>
                  </ns1:cubicBezTo>
                  <ns1:cubicBezTo>
                    <ns1:pt x="831" y="1404"/>
                    <ns1:pt x="832" y="1405"/>
                    <ns1:pt x="834" y="1405"/>
                  </ns1:cubicBezTo>
                  <ns1:cubicBezTo>
                    <ns1:pt x="834" y="1405"/>
                    <ns1:pt x="835" y="1405"/>
                    <ns1:pt x="835" y="1405"/>
                  </ns1:cubicBezTo>
                  <ns1:cubicBezTo>
                    <ns1:pt x="837" y="1406"/>
                    <ns1:pt x="838" y="1406"/>
                    <ns1:pt x="839" y="1406"/>
                  </ns1:cubicBezTo>
                  <ns1:cubicBezTo>
                    <ns1:pt x="840" y="1406"/>
                    <ns1:pt x="840" y="1407"/>
                    <ns1:pt x="841" y="1407"/>
                  </ns1:cubicBezTo>
                  <ns1:cubicBezTo>
                    <ns1:pt x="842" y="1407"/>
                    <ns1:pt x="844" y="1407"/>
                    <ns1:pt x="846" y="1407"/>
                  </ns1:cubicBezTo>
                  <ns1:cubicBezTo>
                    <ns1:pt x="846" y="1407"/>
                    <ns1:pt x="846" y="1407"/>
                    <ns1:pt x="846" y="1407"/>
                  </ns1:cubicBezTo>
                  <ns1:cubicBezTo>
                    <ns1:pt x="848" y="1407"/>
                    <ns1:pt x="850" y="1407"/>
                    <ns1:pt x="851" y="1407"/>
                  </ns1:cubicBezTo>
                  <ns1:cubicBezTo>
                    <ns1:pt x="852" y="1407"/>
                    <ns1:pt x="852" y="1406"/>
                    <ns1:pt x="853" y="1406"/>
                  </ns1:cubicBezTo>
                  <ns1:cubicBezTo>
                    <ns1:pt x="854" y="1406"/>
                    <ns1:pt x="856" y="1406"/>
                    <ns1:pt x="857" y="1405"/>
                  </ns1:cubicBezTo>
                  <ns1:cubicBezTo>
                    <ns1:pt x="857" y="1405"/>
                    <ns1:pt x="858" y="1405"/>
                    <ns1:pt x="858" y="1405"/>
                  </ns1:cubicBezTo>
                  <ns1:cubicBezTo>
                    <ns1:pt x="860" y="1405"/>
                    <ns1:pt x="861" y="1404"/>
                    <ns1:pt x="863" y="1403"/>
                  </ns1:cubicBezTo>
                  <ns1:cubicBezTo>
                    <ns1:pt x="863" y="1403"/>
                    <ns1:pt x="864" y="1403"/>
                    <ns1:pt x="864" y="1403"/>
                  </ns1:cubicBezTo>
                  <ns1:cubicBezTo>
                    <ns1:pt x="865" y="1402"/>
                    <ns1:pt x="866" y="1401"/>
                    <ns1:pt x="868" y="1401"/>
                  </ns1:cubicBezTo>
                  <ns1:cubicBezTo>
                    <ns1:pt x="868" y="1400"/>
                    <ns1:pt x="868" y="1400"/>
                    <ns1:pt x="869" y="1400"/>
                  </ns1:cubicBezTo>
                  <ns1:cubicBezTo>
                    <ns1:pt x="870" y="1399"/>
                    <ns1:pt x="871" y="1398"/>
                    <ns1:pt x="872" y="1397"/>
                  </ns1:cubicBezTo>
                  <ns1:cubicBezTo>
                    <ns1:pt x="873" y="1397"/>
                    <ns1:pt x="873" y="1397"/>
                    <ns1:pt x="873" y="1397"/>
                  </ns1:cubicBezTo>
                  <ns1:cubicBezTo>
                    <ns1:pt x="874" y="1396"/>
                    <ns1:pt x="875" y="1395"/>
                    <ns1:pt x="876" y="1393"/>
                  </ns1:cubicBezTo>
                  <ns1:cubicBezTo>
                    <ns1:pt x="1672" y="491"/>
                    <ns1:pt x="1672" y="491"/>
                    <ns1:pt x="1672" y="491"/>
                  </ns1:cubicBezTo>
                  <ns1:cubicBezTo>
                    <ns1:pt x="1672" y="491"/>
                    <ns1:pt x="1672" y="491"/>
                    <ns1:pt x="1673" y="491"/>
                  </ns1:cubicBezTo>
                  <ns1:cubicBezTo>
                    <ns1:pt x="1673" y="490"/>
                    <ns1:pt x="1673" y="490"/>
                    <ns1:pt x="1673" y="490"/>
                  </ns1:cubicBezTo>
                  <ns1:cubicBezTo>
                    <ns1:pt x="1674" y="489"/>
                    <ns1:pt x="1674" y="489"/>
                    <ns1:pt x="1674" y="488"/>
                  </ns1:cubicBezTo>
                  <ns1:cubicBezTo>
                    <ns1:pt x="1675" y="488"/>
                    <ns1:pt x="1675" y="488"/>
                    <ns1:pt x="1675" y="487"/>
                  </ns1:cubicBezTo>
                  <ns1:cubicBezTo>
                    <ns1:pt x="1675" y="487"/>
                    <ns1:pt x="1675" y="487"/>
                    <ns1:pt x="1676" y="486"/>
                  </ns1:cubicBezTo>
                  <ns1:cubicBezTo>
                    <ns1:pt x="1676" y="486"/>
                    <ns1:pt x="1676" y="486"/>
                    <ns1:pt x="1676" y="485"/>
                  </ns1:cubicBezTo>
                  <ns1:cubicBezTo>
                    <ns1:pt x="1677" y="485"/>
                    <ns1:pt x="1677" y="484"/>
                    <ns1:pt x="1677" y="484"/>
                  </ns1:cubicBezTo>
                  <ns1:cubicBezTo>
                    <ns1:pt x="1677" y="484"/>
                    <ns1:pt x="1677" y="483"/>
                    <ns1:pt x="1678" y="483"/>
                  </ns1:cubicBezTo>
                  <ns1:cubicBezTo>
                    <ns1:pt x="1678" y="483"/>
                    <ns1:pt x="1678" y="482"/>
                    <ns1:pt x="1678" y="482"/>
                  </ns1:cubicBezTo>
                  <ns1:cubicBezTo>
                    <ns1:pt x="1678" y="481"/>
                    <ns1:pt x="1679" y="481"/>
                    <ns1:pt x="1679" y="481"/>
                  </ns1:cubicBezTo>
                  <ns1:cubicBezTo>
                    <ns1:pt x="1679" y="480"/>
                    <ns1:pt x="1679" y="480"/>
                    <ns1:pt x="1679" y="479"/>
                  </ns1:cubicBezTo>
                  <ns1:cubicBezTo>
                    <ns1:pt x="1679" y="479"/>
                    <ns1:pt x="1680" y="479"/>
                    <ns1:pt x="1680" y="478"/>
                  </ns1:cubicBezTo>
                  <ns1:cubicBezTo>
                    <ns1:pt x="1680" y="478"/>
                    <ns1:pt x="1680" y="477"/>
                    <ns1:pt x="1680" y="477"/>
                  </ns1:cubicBezTo>
                  <ns1:cubicBezTo>
                    <ns1:pt x="1680" y="476"/>
                    <ns1:pt x="1680" y="476"/>
                    <ns1:pt x="1681" y="476"/>
                  </ns1:cubicBezTo>
                  <ns1:cubicBezTo>
                    <ns1:pt x="1681" y="475"/>
                    <ns1:pt x="1681" y="475"/>
                    <ns1:pt x="1681" y="475"/>
                  </ns1:cubicBezTo>
                  <ns1:cubicBezTo>
                    <ns1:pt x="1681" y="474"/>
                    <ns1:pt x="1681" y="474"/>
                    <ns1:pt x="1681" y="473"/>
                  </ns1:cubicBezTo>
                  <ns1:cubicBezTo>
                    <ns1:pt x="1681" y="473"/>
                    <ns1:pt x="1681" y="472"/>
                    <ns1:pt x="1681" y="472"/>
                  </ns1:cubicBezTo>
                  <ns1:cubicBezTo>
                    <ns1:pt x="1682" y="472"/>
                    <ns1:pt x="1682" y="471"/>
                    <ns1:pt x="1682" y="471"/>
                  </ns1:cubicBezTo>
                  <ns1:cubicBezTo>
                    <ns1:pt x="1682" y="470"/>
                    <ns1:pt x="1682" y="470"/>
                    <ns1:pt x="1682" y="469"/>
                  </ns1:cubicBezTo>
                  <ns1:cubicBezTo>
                    <ns1:pt x="1682" y="469"/>
                    <ns1:pt x="1682" y="469"/>
                    <ns1:pt x="1682" y="468"/>
                  </ns1:cubicBezTo>
                  <ns1:cubicBezTo>
                    <ns1:pt x="1682" y="468"/>
                    <ns1:pt x="1682" y="467"/>
                    <ns1:pt x="1682" y="467"/>
                  </ns1:cubicBezTo>
                  <ns1:cubicBezTo>
                    <ns1:pt x="1682" y="466"/>
                    <ns1:pt x="1682" y="466"/>
                    <ns1:pt x="1682" y="465"/>
                  </ns1:cubicBezTo>
                  <ns1:cubicBezTo>
                    <ns1:pt x="1682" y="465"/>
                    <ns1:pt x="1682" y="465"/>
                    <ns1:pt x="1682" y="465"/>
                  </ns1:cubicBezTo>
                  <ns1:cubicBezTo>
                    <ns1:pt x="1682" y="464"/>
                    <ns1:pt x="1682" y="464"/>
                    <ns1:pt x="1682" y="464"/>
                  </ns1:cubicBezTo>
                  <ns1:close/>
                  <ns1:moveTo>
                    <ns1:pt x="275" y="130"/>
                  </ns1:moveTo>
                  <ns1:cubicBezTo>
                    <ns1:pt x="401" y="424"/>
                    <ns1:pt x="401" y="424"/>
                    <ns1:pt x="401" y="424"/>
                  </ns1:cubicBezTo>
                  <ns1:cubicBezTo>
                    <ns1:pt x="109" y="424"/>
                    <ns1:pt x="109" y="424"/>
                    <ns1:pt x="109" y="424"/>
                  </ns1:cubicBezTo>
                  <ns1:lnTo>
                    <ns1:pt x="275" y="130"/>
                  </ns1:lnTo>
                  <ns1:close/>
                  <ns1:moveTo>
                    <ns1:pt x="1573" y="424"/>
                  </ns1:moveTo>
                  <ns1:cubicBezTo>
                    <ns1:pt x="1284" y="424"/>
                    <ns1:pt x="1284" y="424"/>
                    <ns1:pt x="1284" y="424"/>
                  </ns1:cubicBezTo>
                  <ns1:cubicBezTo>
                    <ns1:pt x="1407" y="131"/>
                    <ns1:pt x="1407" y="131"/>
                    <ns1:pt x="1407" y="131"/>
                  </ns1:cubicBezTo>
                  <ns1:lnTo>
                    <ns1:pt x="1573" y="424"/>
                  </ns1:lnTo>
                  <ns1:close/>
                  <ns1:moveTo>
                    <ns1:pt x="681" y="424"/>
                  </ns1:moveTo>
                  <ns1:cubicBezTo>
                    <ns1:pt x="550" y="424"/>
                    <ns1:pt x="550" y="424"/>
                    <ns1:pt x="550" y="424"/>
                  </ns1:cubicBezTo>
                  <ns1:cubicBezTo>
                    <ns1:pt x="841" y="100"/>
                    <ns1:pt x="841" y="100"/>
                    <ns1:pt x="841" y="100"/>
                  </ns1:cubicBezTo>
                  <ns1:cubicBezTo>
                    <ns1:pt x="1135" y="424"/>
                    <ns1:pt x="1135" y="424"/>
                    <ns1:pt x="1135" y="424"/>
                  </ns1:cubicBezTo>
                  <ns1:cubicBezTo>
                    <ns1:pt x="1001" y="424"/>
                    <ns1:pt x="1001" y="424"/>
                    <ns1:pt x="1001" y="424"/>
                  </ns1:cubicBezTo>
                  <ns1:cubicBezTo>
                    <ns1:pt x="979" y="424"/>
                    <ns1:pt x="961" y="442"/>
                    <ns1:pt x="961" y="465"/>
                  </ns1:cubicBezTo>
                  <ns1:cubicBezTo>
                    <ns1:pt x="961" y="487"/>
                    <ns1:pt x="979" y="505"/>
                    <ns1:pt x="1001" y="505"/>
                  </ns1:cubicBezTo>
                  <ns1:cubicBezTo>
                    <ns1:pt x="1164" y="505"/>
                    <ns1:pt x="1164" y="505"/>
                    <ns1:pt x="1164" y="505"/>
                  </ns1:cubicBezTo>
                  <ns1:cubicBezTo>
                    <ns1:pt x="846" y="1264"/>
                    <ns1:pt x="846" y="1264"/>
                    <ns1:pt x="846" y="1264"/>
                  </ns1:cubicBezTo>
                  <ns1:cubicBezTo>
                    <ns1:pt x="522" y="505"/>
                    <ns1:pt x="522" y="505"/>
                    <ns1:pt x="522" y="505"/>
                  </ns1:cubicBezTo>
                  <ns1:cubicBezTo>
                    <ns1:pt x="681" y="505"/>
                    <ns1:pt x="681" y="505"/>
                    <ns1:pt x="681" y="505"/>
                  </ns1:cubicBezTo>
                  <ns1:cubicBezTo>
                    <ns1:pt x="703" y="505"/>
                    <ns1:pt x="721" y="487"/>
                    <ns1:pt x="721" y="465"/>
                  </ns1:cubicBezTo>
                  <ns1:cubicBezTo>
                    <ns1:pt x="721" y="442"/>
                    <ns1:pt x="703" y="424"/>
                    <ns1:pt x="681" y="424"/>
                  </ns1:cubicBezTo>
                  <ns1:close/>
                  <ns1:moveTo>
                    <ns1:pt x="1212" y="390"/>
                  </ns1:moveTo>
                  <ns1:cubicBezTo>
                    <ns1:pt x="931" y="80"/>
                    <ns1:pt x="931" y="80"/>
                    <ns1:pt x="931" y="80"/>
                  </ns1:cubicBezTo>
                  <ns1:cubicBezTo>
                    <ns1:pt x="1342" y="80"/>
                    <ns1:pt x="1342" y="80"/>
                    <ns1:pt x="1342" y="80"/>
                  </ns1:cubicBezTo>
                  <ns1:lnTo>
                    <ns1:pt x="1212" y="390"/>
                  </ns1:lnTo>
                  <ns1:close/>
                  <ns1:moveTo>
                    <ns1:pt x="473" y="390"/>
                  </ns1:moveTo>
                  <ns1:cubicBezTo>
                    <ns1:pt x="341" y="80"/>
                    <ns1:pt x="341" y="80"/>
                    <ns1:pt x="341" y="80"/>
                  </ns1:cubicBezTo>
                  <ns1:cubicBezTo>
                    <ns1:pt x="751" y="80"/>
                    <ns1:pt x="751" y="80"/>
                    <ns1:pt x="751" y="80"/>
                  </ns1:cubicBezTo>
                  <ns1:lnTo>
                    <ns1:pt x="473" y="390"/>
                  </ns1:lnTo>
                  <ns1:close/>
                  <ns1:moveTo>
                    <ns1:pt x="435" y="505"/>
                  </ns1:moveTo>
                  <ns1:cubicBezTo>
                    <ns1:pt x="714" y="1159"/>
                    <ns1:pt x="714" y="1159"/>
                    <ns1:pt x="714" y="1159"/>
                  </ns1:cubicBezTo>
                  <ns1:cubicBezTo>
                    <ns1:pt x="129" y="505"/>
                    <ns1:pt x="129" y="505"/>
                    <ns1:pt x="129" y="505"/>
                  </ns1:cubicBezTo>
                  <ns1:lnTo>
                    <ns1:pt x="435" y="505"/>
                  </ns1:lnTo>
                  <ns1:close/>
                  <ns1:moveTo>
                    <ns1:pt x="1251" y="505"/>
                  </ns1:moveTo>
                  <ns1:cubicBezTo>
                    <ns1:pt x="1553" y="505"/>
                    <ns1:pt x="1553" y="505"/>
                    <ns1:pt x="1553" y="505"/>
                  </ns1:cubicBezTo>
                  <ns1:cubicBezTo>
                    <ns1:pt x="977" y="1158"/>
                    <ns1:pt x="977" y="1158"/>
                    <ns1:pt x="977" y="1158"/>
                  </ns1:cubicBezTo>
                  <ns1:lnTo>
                    <ns1:pt x="1251" y="505"/>
                  </ns1:ln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3:hiddenLine w="9525">
                  <ns1:solidFill>
                    <ns1:srgbClr val="000000"/>
                  </ns1:solidFill>
                  <ns1:round/>
                  <ns1:headEnd/>
                  <ns1:tailEnd/>
                </ns3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en-US"/>
            </ns1:p>
          </ns0:txBody>
        </ns0:sp>
      </ns0:grpSp>
      <ns0:grpSp>
        <ns0:nvGrpSpPr>
          <ns0:cNvPr id="50" name="Group 28">
            <ns1:extLst>
              <ns1:ext uri="{FF2B5EF4-FFF2-40B4-BE49-F238E27FC236}">
                <ns2:creationId id="{5824FBA9-2757-4877-A355-28C9B8977FA8}"/>
              </ns1:ext>
            </ns1:extLst>
          </ns0:cNvPr>
          <ns0:cNvGrpSpPr>
            <ns1:grpSpLocks noChangeAspect="1"/>
          </ns0:cNvGrpSpPr>
          <ns0:nvPr/>
        </ns0:nvGrpSpPr>
        <ns0:grpSpPr bwMode="auto">
          <ns1:xfrm>
            <ns1:off x="2113926" y="3945075"/>
            <ns1:ext cx="894606" cy="763244"/>
            <ns1:chOff x="1310" y="3"/>
            <ns1:chExt cx="5060" cy="4317"/>
          </ns1:xfrm>
          <ns1:solidFill>
            <ns1:srgbClr val="F07D66"/>
          </ns1:solidFill>
        </ns0:grpSpPr>
        <ns0:sp>
          <ns0:nvSpPr>
            <ns0:cNvPr id="52" name="Freeform 29">
              <ns1:extLst>
                <ns1:ext uri="{FF2B5EF4-FFF2-40B4-BE49-F238E27FC236}">
                  <ns2:creationId id="{5A8A2720-8230-4910-99A3-490C260B9AAC}"/>
                </ns1:ext>
              </ns1:extLst>
            </ns0:cNvPr>
            <ns0:cNvSpPr>
              <ns1:spLocks noEditPoints="1"/>
            </ns0:cNvSpPr>
            <ns0:nvPr/>
          </ns0:nvSpPr>
          <ns0:spPr bwMode="auto">
            <ns1:xfrm>
              <ns1:off x="3086" y="3387"/>
              <ns1:ext cx="614" cy="233"/>
            </ns1:xfrm>
            <ns1:custGeom>
              <ns1:avLst/>
              <ns1:gdLst>
                <ns1:gd name="T0" fmla="*/ 199 w 251"/>
                <ns1:gd name="T1" fmla="*/ 10 h 95"/>
                <ns1:gd name="T2" fmla="*/ 53 w 251"/>
                <ns1:gd name="T3" fmla="*/ 10 h 95"/>
                <ns1:gd name="T4" fmla="*/ 10 w 251"/>
                <ns1:gd name="T5" fmla="*/ 15 h 95"/>
                <ns1:gd name="T6" fmla="*/ 16 w 251"/>
                <ns1:gd name="T7" fmla="*/ 57 h 95"/>
                <ns1:gd name="T8" fmla="*/ 126 w 251"/>
                <ns1:gd name="T9" fmla="*/ 95 h 95"/>
                <ns1:gd name="T10" fmla="*/ 236 w 251"/>
                <ns1:gd name="T11" fmla="*/ 57 h 95"/>
                <ns1:gd name="T12" fmla="*/ 241 w 251"/>
                <ns1:gd name="T13" fmla="*/ 15 h 95"/>
                <ns1:gd name="T14" fmla="*/ 199 w 251"/>
                <ns1:gd name="T15" fmla="*/ 10 h 95"/>
                <ns1:gd name="T16" fmla="*/ 199 w 251"/>
                <ns1:gd name="T17" fmla="*/ 10 h 95"/>
                <ns1:gd name="T18" fmla="*/ 199 w 251"/>
                <ns1:gd name="T19" fmla="*/ 10 h 95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</ns1:cxnLst>
              <ns1:rect l="0" t="0" r="r" b="b"/>
              <ns1:pathLst>
                <ns1:path w="251" h="95">
                  <ns1:moveTo>
                    <ns1:pt x="199" y="10"/>
                  </ns1:moveTo>
                  <ns1:cubicBezTo>
                    <ns1:pt x="156" y="43"/>
                    <ns1:pt x="96" y="43"/>
                    <ns1:pt x="53" y="10"/>
                  </ns1:cubicBezTo>
                  <ns1:cubicBezTo>
                    <ns1:pt x="39" y="0"/>
                    <ns1:pt x="21" y="2"/>
                    <ns1:pt x="10" y="15"/>
                  </ns1:cubicBezTo>
                  <ns1:cubicBezTo>
                    <ns1:pt x="0" y="28"/>
                    <ns1:pt x="3" y="47"/>
                    <ns1:pt x="16" y="57"/>
                  </ns1:cubicBezTo>
                  <ns1:cubicBezTo>
                    <ns1:pt x="48" y="83"/>
                    <ns1:pt x="87" y="95"/>
                    <ns1:pt x="126" y="95"/>
                  </ns1:cubicBezTo>
                  <ns1:cubicBezTo>
                    <ns1:pt x="165" y="95"/>
                    <ns1:pt x="203" y="83"/>
                    <ns1:pt x="236" y="57"/>
                  </ns1:cubicBezTo>
                  <ns1:cubicBezTo>
                    <ns1:pt x="249" y="47"/>
                    <ns1:pt x="251" y="28"/>
                    <ns1:pt x="241" y="15"/>
                  </ns1:cubicBezTo>
                  <ns1:cubicBezTo>
                    <ns1:pt x="231" y="2"/>
                    <ns1:pt x="212" y="0"/>
                    <ns1:pt x="199" y="10"/>
                  </ns1:cubicBezTo>
                  <ns1:close/>
                  <ns1:moveTo>
                    <ns1:pt x="199" y="10"/>
                  </ns1:moveTo>
                  <ns1:cubicBezTo>
                    <ns1:pt x="199" y="10"/>
                    <ns1:pt x="199" y="10"/>
                    <ns1:pt x="199" y="10"/>
                  </ns1:cubicBezTo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3:hiddenLine w="9525">
                  <ns1:solidFill>
                    <ns1:srgbClr val="000000"/>
                  </ns1:solidFill>
                  <ns1:round/>
                  <ns1:headEnd/>
                  <ns1:tailEnd/>
                </ns3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en-US"/>
            </ns1:p>
          </ns0:txBody>
        </ns0:sp>
        <ns0:sp>
          <ns0:nvSpPr>
            <ns0:cNvPr id="53" name="Freeform 30">
              <ns1:extLst>
                <ns1:ext uri="{FF2B5EF4-FFF2-40B4-BE49-F238E27FC236}">
                  <ns2:creationId id="{BEA58288-39A1-4088-ABC3-127644EC0DCB}"/>
                </ns1:ext>
              </ns1:extLst>
            </ns0:cNvPr>
            <ns0:cNvSpPr>
              <ns1:spLocks noEditPoints="1"/>
            </ns0:cNvSpPr>
            <ns0:nvPr/>
          </ns0:nvSpPr>
          <ns0:spPr bwMode="auto">
            <ns1:xfrm>
              <ns1:off x="2410" y="3304"/>
              <ns1:ext cx="389" cy="225"/>
            </ns1:xfrm>
            <ns1:custGeom>
              <ns1:avLst/>
              <ns1:gdLst>
                <ns1:gd name="T0" fmla="*/ 79 w 159"/>
                <ns1:gd name="T1" fmla="*/ 0 h 92"/>
                <ns1:gd name="T2" fmla="*/ 9 w 159"/>
                <ns1:gd name="T3" fmla="*/ 39 h 92"/>
                <ns1:gd name="T4" fmla="*/ 17 w 159"/>
                <ns1:gd name="T5" fmla="*/ 80 h 92"/>
                <ns1:gd name="T6" fmla="*/ 59 w 159"/>
                <ns1:gd name="T7" fmla="*/ 72 h 92"/>
                <ns1:gd name="T8" fmla="*/ 79 w 159"/>
                <ns1:gd name="T9" fmla="*/ 60 h 92"/>
                <ns1:gd name="T10" fmla="*/ 100 w 159"/>
                <ns1:gd name="T11" fmla="*/ 72 h 92"/>
                <ns1:gd name="T12" fmla="*/ 141 w 159"/>
                <ns1:gd name="T13" fmla="*/ 80 h 92"/>
                <ns1:gd name="T14" fmla="*/ 150 w 159"/>
                <ns1:gd name="T15" fmla="*/ 39 h 92"/>
                <ns1:gd name="T16" fmla="*/ 79 w 159"/>
                <ns1:gd name="T17" fmla="*/ 0 h 92"/>
                <ns1:gd name="T18" fmla="*/ 79 w 159"/>
                <ns1:gd name="T19" fmla="*/ 0 h 92"/>
                <ns1:gd name="T20" fmla="*/ 79 w 159"/>
                <ns1:gd name="T21" fmla="*/ 0 h 92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</ns1:cxnLst>
              <ns1:rect l="0" t="0" r="r" b="b"/>
              <ns1:pathLst>
                <ns1:path w="159" h="92">
                  <ns1:moveTo>
                    <ns1:pt x="79" y="0"/>
                  </ns1:moveTo>
                  <ns1:cubicBezTo>
                    <ns1:pt x="51" y="0"/>
                    <ns1:pt x="24" y="15"/>
                    <ns1:pt x="9" y="39"/>
                  </ns1:cubicBezTo>
                  <ns1:cubicBezTo>
                    <ns1:pt x="0" y="52"/>
                    <ns1:pt x="3" y="71"/>
                    <ns1:pt x="17" y="80"/>
                  </ns1:cubicBezTo>
                  <ns1:cubicBezTo>
                    <ns1:pt x="31" y="89"/>
                    <ns1:pt x="50" y="85"/>
                    <ns1:pt x="59" y="72"/>
                  </ns1:cubicBezTo>
                  <ns1:cubicBezTo>
                    <ns1:pt x="65" y="62"/>
                    <ns1:pt x="75" y="60"/>
                    <ns1:pt x="79" y="60"/>
                  </ns1:cubicBezTo>
                  <ns1:cubicBezTo>
                    <ns1:pt x="83" y="60"/>
                    <ns1:pt x="93" y="62"/>
                    <ns1:pt x="100" y="72"/>
                  </ns1:cubicBezTo>
                  <ns1:cubicBezTo>
                    <ns1:pt x="114" y="92"/>
                    <ns1:pt x="136" y="83"/>
                    <ns1:pt x="141" y="80"/>
                  </ns1:cubicBezTo>
                  <ns1:cubicBezTo>
                    <ns1:pt x="155" y="71"/>
                    <ns1:pt x="159" y="52"/>
                    <ns1:pt x="150" y="39"/>
                  </ns1:cubicBezTo>
                  <ns1:cubicBezTo>
                    <ns1:pt x="134" y="15"/>
                    <ns1:pt x="108" y="0"/>
                    <ns1:pt x="79" y="0"/>
                  </ns1:cubicBezTo>
                  <ns1:close/>
                  <ns1:moveTo>
                    <ns1:pt x="79" y="0"/>
                  </ns1:moveTo>
                  <ns1:cubicBezTo>
                    <ns1:pt x="79" y="0"/>
                    <ns1:pt x="79" y="0"/>
                    <ns1:pt x="79" y="0"/>
                  </ns1:cubicBezTo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3:hiddenLine w="9525">
                  <ns1:solidFill>
                    <ns1:srgbClr val="000000"/>
                  </ns1:solidFill>
                  <ns1:round/>
                  <ns1:headEnd/>
                  <ns1:tailEnd/>
                </ns3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en-US"/>
            </ns1:p>
          </ns0:txBody>
        </ns0:sp>
        <ns0:sp>
          <ns0:nvSpPr>
            <ns0:cNvPr id="54" name="Freeform 31">
              <ns1:extLst>
                <ns1:ext uri="{FF2B5EF4-FFF2-40B4-BE49-F238E27FC236}">
                  <ns2:creationId id="{F877EFA0-B02F-42C7-9584-32BFE224A55B}"/>
                </ns1:ext>
              </ns1:extLst>
            </ns0:cNvPr>
            <ns0:cNvSpPr>
              <ns1:spLocks noEditPoints="1"/>
            </ns0:cNvSpPr>
            <ns0:nvPr/>
          </ns0:nvSpPr>
          <ns0:spPr bwMode="auto">
            <ns1:xfrm>
              <ns1:off x="3989" y="3304"/>
              <ns1:ext cx="390" cy="225"/>
            </ns1:xfrm>
            <ns1:custGeom>
              <ns1:avLst/>
              <ns1:gdLst>
                <ns1:gd name="T0" fmla="*/ 79 w 159"/>
                <ns1:gd name="T1" fmla="*/ 0 h 92"/>
                <ns1:gd name="T2" fmla="*/ 9 w 159"/>
                <ns1:gd name="T3" fmla="*/ 39 h 92"/>
                <ns1:gd name="T4" fmla="*/ 17 w 159"/>
                <ns1:gd name="T5" fmla="*/ 80 h 92"/>
                <ns1:gd name="T6" fmla="*/ 59 w 159"/>
                <ns1:gd name="T7" fmla="*/ 72 h 92"/>
                <ns1:gd name="T8" fmla="*/ 79 w 159"/>
                <ns1:gd name="T9" fmla="*/ 60 h 92"/>
                <ns1:gd name="T10" fmla="*/ 100 w 159"/>
                <ns1:gd name="T11" fmla="*/ 72 h 92"/>
                <ns1:gd name="T12" fmla="*/ 141 w 159"/>
                <ns1:gd name="T13" fmla="*/ 80 h 92"/>
                <ns1:gd name="T14" fmla="*/ 150 w 159"/>
                <ns1:gd name="T15" fmla="*/ 39 h 92"/>
                <ns1:gd name="T16" fmla="*/ 79 w 159"/>
                <ns1:gd name="T17" fmla="*/ 0 h 92"/>
                <ns1:gd name="T18" fmla="*/ 79 w 159"/>
                <ns1:gd name="T19" fmla="*/ 0 h 92"/>
                <ns1:gd name="T20" fmla="*/ 79 w 159"/>
                <ns1:gd name="T21" fmla="*/ 0 h 92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</ns1:cxnLst>
              <ns1:rect l="0" t="0" r="r" b="b"/>
              <ns1:pathLst>
                <ns1:path w="159" h="92">
                  <ns1:moveTo>
                    <ns1:pt x="79" y="0"/>
                  </ns1:moveTo>
                  <ns1:cubicBezTo>
                    <ns1:pt x="51" y="0"/>
                    <ns1:pt x="24" y="15"/>
                    <ns1:pt x="9" y="39"/>
                  </ns1:cubicBezTo>
                  <ns1:cubicBezTo>
                    <ns1:pt x="0" y="52"/>
                    <ns1:pt x="4" y="71"/>
                    <ns1:pt x="17" y="80"/>
                  </ns1:cubicBezTo>
                  <ns1:cubicBezTo>
                    <ns1:pt x="31" y="89"/>
                    <ns1:pt x="50" y="85"/>
                    <ns1:pt x="59" y="72"/>
                  </ns1:cubicBezTo>
                  <ns1:cubicBezTo>
                    <ns1:pt x="66" y="62"/>
                    <ns1:pt x="75" y="60"/>
                    <ns1:pt x="79" y="60"/>
                  </ns1:cubicBezTo>
                  <ns1:cubicBezTo>
                    <ns1:pt x="83" y="60"/>
                    <ns1:pt x="93" y="62"/>
                    <ns1:pt x="100" y="72"/>
                  </ns1:cubicBezTo>
                  <ns1:cubicBezTo>
                    <ns1:pt x="114" y="92"/>
                    <ns1:pt x="136" y="83"/>
                    <ns1:pt x="141" y="80"/>
                  </ns1:cubicBezTo>
                  <ns1:cubicBezTo>
                    <ns1:pt x="155" y="71"/>
                    <ns1:pt x="159" y="52"/>
                    <ns1:pt x="150" y="39"/>
                  </ns1:cubicBezTo>
                  <ns1:cubicBezTo>
                    <ns1:pt x="134" y="15"/>
                    <ns1:pt x="108" y="0"/>
                    <ns1:pt x="79" y="0"/>
                  </ns1:cubicBezTo>
                  <ns1:close/>
                  <ns1:moveTo>
                    <ns1:pt x="79" y="0"/>
                  </ns1:moveTo>
                  <ns1:cubicBezTo>
                    <ns1:pt x="79" y="0"/>
                    <ns1:pt x="79" y="0"/>
                    <ns1:pt x="79" y="0"/>
                  </ns1:cubicBezTo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3:hiddenLine w="9525">
                  <ns1:solidFill>
                    <ns1:srgbClr val="000000"/>
                  </ns1:solidFill>
                  <ns1:round/>
                  <ns1:headEnd/>
                  <ns1:tailEnd/>
                </ns3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en-US"/>
            </ns1:p>
          </ns0:txBody>
        </ns0:sp>
        <ns0:sp>
          <ns0:nvSpPr>
            <ns0:cNvPr id="55" name="Freeform 32">
              <ns1:extLst>
                <ns1:ext uri="{FF2B5EF4-FFF2-40B4-BE49-F238E27FC236}">
                  <ns2:creationId id="{A93301F3-D1DF-48E9-B2F2-F260DF874444}"/>
                </ns1:ext>
              </ns1:extLst>
            </ns0:cNvPr>
            <ns0:cNvSpPr>
              <ns1:spLocks noEditPoints="1"/>
            </ns0:cNvSpPr>
            <ns0:nvPr/>
          </ns0:nvSpPr>
          <ns0:spPr bwMode="auto">
            <ns1:xfrm>
              <ns1:off x="1310" y="113"/>
              <ns1:ext cx="5060" cy="4207"/>
            </ns1:xfrm>
            <ns1:custGeom>
              <ns1:avLst/>
              <ns1:gdLst>
                <ns1:gd name="T0" fmla="*/ 1869 w 2066"/>
                <ns1:gd name="T1" fmla="*/ 844 h 1718"/>
                <ns1:gd name="T2" fmla="*/ 1481 w 2066"/>
                <ns1:gd name="T3" fmla="*/ 780 h 1718"/>
                <ns1:gd name="T4" fmla="*/ 1714 w 2066"/>
                <ns1:gd name="T5" fmla="*/ 505 h 1718"/>
                <ns1:gd name="T6" fmla="*/ 1749 w 2066"/>
                <ns1:gd name="T7" fmla="*/ 276 h 1718"/>
                <ns1:gd name="T8" fmla="*/ 1368 w 2066"/>
                <ns1:gd name="T9" fmla="*/ 104 h 1718"/>
                <ns1:gd name="T10" fmla="*/ 1206 w 2066"/>
                <ns1:gd name="T11" fmla="*/ 32 h 1718"/>
                <ns1:gd name="T12" fmla="*/ 716 w 2066"/>
                <ns1:gd name="T13" fmla="*/ 58 h 1718"/>
                <ns1:gd name="T14" fmla="*/ 586 w 2066"/>
                <ns1:gd name="T15" fmla="*/ 139 h 1718"/>
                <ns1:gd name="T16" fmla="*/ 604 w 2066"/>
                <ns1:gd name="T17" fmla="*/ 197 h 1718"/>
                <ns1:gd name="T18" fmla="*/ 741 w 2066"/>
                <ns1:gd name="T19" fmla="*/ 201 h 1718"/>
                <ns1:gd name="T20" fmla="*/ 1325 w 2066"/>
                <ns1:gd name="T21" fmla="*/ 201 h 1718"/>
                <ns1:gd name="T22" fmla="*/ 1636 w 2066"/>
                <ns1:gd name="T23" fmla="*/ 251 h 1718"/>
                <ns1:gd name="T24" fmla="*/ 1698 w 2066"/>
                <ns1:gd name="T25" fmla="*/ 380 h 1718"/>
                <ns1:gd name="T26" fmla="*/ 1546 w 2066"/>
                <ns1:gd name="T27" fmla="*/ 544 h 1718"/>
                <ns1:gd name="T28" fmla="*/ 1420 w 2066"/>
                <ns1:gd name="T29" fmla="*/ 555 h 1718"/>
                <ns1:gd name="T30" fmla="*/ 645 w 2066"/>
                <ns1:gd name="T31" fmla="*/ 780 h 1718"/>
                <ns1:gd name="T32" fmla="*/ 610 w 2066"/>
                <ns1:gd name="T33" fmla="*/ 525 h 1718"/>
                <ns1:gd name="T34" fmla="*/ 408 w 2066"/>
                <ns1:gd name="T35" fmla="*/ 483 h 1718"/>
                <ns1:gd name="T36" fmla="*/ 371 w 2066"/>
                <ns1:gd name="T37" fmla="*/ 302 h 1718"/>
                <ns1:gd name="T38" fmla="*/ 482 w 2066"/>
                <ns1:gd name="T39" fmla="*/ 235 h 1718"/>
                <ns1:gd name="T40" fmla="*/ 464 w 2066"/>
                <ns1:gd name="T41" fmla="*/ 178 h 1718"/>
                <ns1:gd name="T42" fmla="*/ 317 w 2066"/>
                <ns1:gd name="T43" fmla="*/ 276 h 1718"/>
                <ns1:gd name="T44" fmla="*/ 352 w 2066"/>
                <ns1:gd name="T45" fmla="*/ 505 h 1718"/>
                <ns1:gd name="T46" fmla="*/ 585 w 2066"/>
                <ns1:gd name="T47" fmla="*/ 780 h 1718"/>
                <ns1:gd name="T48" fmla="*/ 197 w 2066"/>
                <ns1:gd name="T49" fmla="*/ 844 h 1718"/>
                <ns1:gd name="T50" fmla="*/ 18 w 2066"/>
                <ns1:gd name="T51" fmla="*/ 1120 h 1718"/>
                <ns1:gd name="T52" fmla="*/ 243 w 2066"/>
                <ns1:gd name="T53" fmla="*/ 1189 h 1718"/>
                <ns1:gd name="T54" fmla="*/ 426 w 2066"/>
                <ns1:gd name="T55" fmla="*/ 1718 h 1718"/>
                <ns1:gd name="T56" fmla="*/ 1823 w 2066"/>
                <ns1:gd name="T57" fmla="*/ 1535 h 1718"/>
                <ns1:gd name="T58" fmla="*/ 1858 w 2066"/>
                <ns1:gd name="T59" fmla="*/ 1189 h 1718"/>
                <ns1:gd name="T60" fmla="*/ 2048 w 2066"/>
                <ns1:gd name="T61" fmla="*/ 1120 h 1718"/>
                <ns1:gd name="T62" fmla="*/ 1291 w 2066"/>
                <ns1:gd name="T63" fmla="*/ 152 h 1718"/>
                <ns1:gd name="T64" fmla="*/ 775 w 2066"/>
                <ns1:gd name="T65" fmla="*/ 152 h 1718"/>
                <ns1:gd name="T66" fmla="*/ 825 w 2066"/>
                <ns1:gd name="T67" fmla="*/ 82 h 1718"/>
                <ns1:gd name="T68" fmla="*/ 1301 w 2066"/>
                <ns1:gd name="T69" fmla="*/ 92 h 1718"/>
                <ns1:gd name="T70" fmla="*/ 73 w 2066"/>
                <ns1:gd name="T71" fmla="*/ 1097 h 1718"/>
                <ns1:gd name="T72" fmla="*/ 239 w 2066"/>
                <ns1:gd name="T73" fmla="*/ 886 h 1718"/>
                <ns1:gd name="T74" fmla="*/ 1356 w 2066"/>
                <ns1:gd name="T75" fmla="*/ 840 h 1718"/>
                <ns1:gd name="T76" fmla="*/ 1000 w 2066"/>
                <ns1:gd name="T77" fmla="*/ 1129 h 1718"/>
                <ns1:gd name="T78" fmla="*/ 73 w 2066"/>
                <ns1:gd name="T79" fmla="*/ 1097 h 1718"/>
                <ns1:gd name="T80" fmla="*/ 303 w 2066"/>
                <ns1:gd name="T81" fmla="*/ 1535 h 1718"/>
                <ns1:gd name="T82" fmla="*/ 1000 w 2066"/>
                <ns1:gd name="T83" fmla="*/ 1189 h 1718"/>
                <ns1:gd name="T84" fmla="*/ 1399 w 2066"/>
                <ns1:gd name="T85" fmla="*/ 882 h 1718"/>
                <ns1:gd name="T86" fmla="*/ 426 w 2066"/>
                <ns1:gd name="T87" fmla="*/ 1658 h 1718"/>
                <ns1:gd name="T88" fmla="*/ 1945 w 2066"/>
                <ns1:gd name="T89" fmla="*/ 1129 h 1718"/>
                <ns1:gd name="T90" fmla="*/ 1742 w 2066"/>
                <ns1:gd name="T91" fmla="*/ 1081 h 1718"/>
                <ns1:gd name="T92" fmla="*/ 1654 w 2066"/>
                <ns1:gd name="T93" fmla="*/ 1035 h 1718"/>
                <ns1:gd name="T94" fmla="*/ 1699 w 2066"/>
                <ns1:gd name="T95" fmla="*/ 1123 h 1718"/>
                <ns1:gd name="T96" fmla="*/ 1763 w 2066"/>
                <ns1:gd name="T97" fmla="*/ 1535 h 1718"/>
                <ns1:gd name="T98" fmla="*/ 1459 w 2066"/>
                <ns1:gd name="T99" fmla="*/ 1658 h 1718"/>
                <ns1:gd name="T100" fmla="*/ 1570 w 2066"/>
                <ns1:gd name="T101" fmla="*/ 994 h 1718"/>
                <ns1:gd name="T102" fmla="*/ 1612 w 2066"/>
                <ns1:gd name="T103" fmla="*/ 951 h 1718"/>
                <ns1:gd name="T104" fmla="*/ 1715 w 2066"/>
                <ns1:gd name="T105" fmla="*/ 840 h 1718"/>
                <ns1:gd name="T106" fmla="*/ 1982 w 2066"/>
                <ns1:gd name="T107" fmla="*/ 1041 h 1718"/>
                <ns1:gd name="T108" fmla="*/ 1993 w 2066"/>
                <ns1:gd name="T109" fmla="*/ 1097 h 1718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  <ns1:cxn ang="0">
                  <ns1:pos x="T30" y="T31"/>
                </ns1:cxn>
                <ns1:cxn ang="0">
                  <ns1:pos x="T32" y="T33"/>
                </ns1:cxn>
                <ns1:cxn ang="0">
                  <ns1:pos x="T34" y="T35"/>
                </ns1:cxn>
                <ns1:cxn ang="0">
                  <ns1:pos x="T36" y="T37"/>
                </ns1:cxn>
                <ns1:cxn ang="0">
                  <ns1:pos x="T38" y="T39"/>
                </ns1:cxn>
                <ns1:cxn ang="0">
                  <ns1:pos x="T40" y="T41"/>
                </ns1:cxn>
                <ns1:cxn ang="0">
                  <ns1:pos x="T42" y="T43"/>
                </ns1:cxn>
                <ns1:cxn ang="0">
                  <ns1:pos x="T44" y="T45"/>
                </ns1:cxn>
                <ns1:cxn ang="0">
                  <ns1:pos x="T46" y="T47"/>
                </ns1:cxn>
                <ns1:cxn ang="0">
                  <ns1:pos x="T48" y="T49"/>
                </ns1:cxn>
                <ns1:cxn ang="0">
                  <ns1:pos x="T50" y="T51"/>
                </ns1:cxn>
                <ns1:cxn ang="0">
                  <ns1:pos x="T52" y="T53"/>
                </ns1:cxn>
                <ns1:cxn ang="0">
                  <ns1:pos x="T54" y="T55"/>
                </ns1:cxn>
                <ns1:cxn ang="0">
                  <ns1:pos x="T56" y="T57"/>
                </ns1:cxn>
                <ns1:cxn ang="0">
                  <ns1:pos x="T58" y="T59"/>
                </ns1:cxn>
                <ns1:cxn ang="0">
                  <ns1:pos x="T60" y="T61"/>
                </ns1:cxn>
                <ns1:cxn ang="0">
                  <ns1:pos x="T62" y="T63"/>
                </ns1:cxn>
                <ns1:cxn ang="0">
                  <ns1:pos x="T64" y="T65"/>
                </ns1:cxn>
                <ns1:cxn ang="0">
                  <ns1:pos x="T66" y="T67"/>
                </ns1:cxn>
                <ns1:cxn ang="0">
                  <ns1:pos x="T68" y="T69"/>
                </ns1:cxn>
                <ns1:cxn ang="0">
                  <ns1:pos x="T70" y="T71"/>
                </ns1:cxn>
                <ns1:cxn ang="0">
                  <ns1:pos x="T72" y="T73"/>
                </ns1:cxn>
                <ns1:cxn ang="0">
                  <ns1:pos x="T74" y="T75"/>
                </ns1:cxn>
                <ns1:cxn ang="0">
                  <ns1:pos x="T76" y="T77"/>
                </ns1:cxn>
                <ns1:cxn ang="0">
                  <ns1:pos x="T78" y="T79"/>
                </ns1:cxn>
                <ns1:cxn ang="0">
                  <ns1:pos x="T80" y="T81"/>
                </ns1:cxn>
                <ns1:cxn ang="0">
                  <ns1:pos x="T82" y="T83"/>
                </ns1:cxn>
                <ns1:cxn ang="0">
                  <ns1:pos x="T84" y="T85"/>
                </ns1:cxn>
                <ns1:cxn ang="0">
                  <ns1:pos x="T86" y="T87"/>
                </ns1:cxn>
                <ns1:cxn ang="0">
                  <ns1:pos x="T88" y="T89"/>
                </ns1:cxn>
                <ns1:cxn ang="0">
                  <ns1:pos x="T90" y="T91"/>
                </ns1:cxn>
                <ns1:cxn ang="0">
                  <ns1:pos x="T92" y="T93"/>
                </ns1:cxn>
                <ns1:cxn ang="0">
                  <ns1:pos x="T94" y="T95"/>
                </ns1:cxn>
                <ns1:cxn ang="0">
                  <ns1:pos x="T96" y="T97"/>
                </ns1:cxn>
                <ns1:cxn ang="0">
                  <ns1:pos x="T98" y="T99"/>
                </ns1:cxn>
                <ns1:cxn ang="0">
                  <ns1:pos x="T100" y="T101"/>
                </ns1:cxn>
                <ns1:cxn ang="0">
                  <ns1:pos x="T102" y="T103"/>
                </ns1:cxn>
                <ns1:cxn ang="0">
                  <ns1:pos x="T104" y="T105"/>
                </ns1:cxn>
                <ns1:cxn ang="0">
                  <ns1:pos x="T106" y="T107"/>
                </ns1:cxn>
                <ns1:cxn ang="0">
                  <ns1:pos x="T108" y="T109"/>
                </ns1:cxn>
              </ns1:cxnLst>
              <ns1:rect l="0" t="0" r="r" b="b"/>
              <ns1:pathLst>
                <ns1:path w="2066" h="1718">
                  <ns1:moveTo>
                    <ns1:pt x="2024" y="999"/>
                  </ns1:moveTo>
                  <ns1:cubicBezTo>
                    <ns1:pt x="1869" y="844"/>
                    <ns1:pt x="1869" y="844"/>
                    <ns1:pt x="1869" y="844"/>
                  </ns1:cubicBezTo>
                  <ns1:cubicBezTo>
                    <ns1:pt x="1828" y="803"/>
                    <ns1:pt x="1773" y="780"/>
                    <ns1:pt x="1715" y="780"/>
                  </ns1:cubicBezTo>
                  <ns1:cubicBezTo>
                    <ns1:pt x="1481" y="780"/>
                    <ns1:pt x="1481" y="780"/>
                    <ns1:pt x="1481" y="780"/>
                  </ns1:cubicBezTo>
                  <ns1:cubicBezTo>
                    <ns1:pt x="1481" y="703"/>
                    <ns1:pt x="1481" y="632"/>
                    <ns1:pt x="1480" y="592"/>
                  </ns1:cubicBezTo>
                  <ns1:cubicBezTo>
                    <ns1:pt x="1480" y="592"/>
                    <ns1:pt x="1660" y="658"/>
                    <ns1:pt x="1714" y="505"/>
                  </ns1:cubicBezTo>
                  <ns1:cubicBezTo>
                    <ns1:pt x="1754" y="402"/>
                    <ns1:pt x="1754" y="402"/>
                    <ns1:pt x="1754" y="402"/>
                  </ns1:cubicBezTo>
                  <ns1:cubicBezTo>
                    <ns1:pt x="1770" y="361"/>
                    <ns1:pt x="1768" y="315"/>
                    <ns1:pt x="1749" y="276"/>
                  </ns1:cubicBezTo>
                  <ns1:cubicBezTo>
                    <ns1:pt x="1730" y="237"/>
                    <ns1:pt x="1695" y="207"/>
                    <ns1:pt x="1654" y="194"/>
                  </ns1:cubicBezTo>
                  <ns1:cubicBezTo>
                    <ns1:pt x="1368" y="104"/>
                    <ns1:pt x="1368" y="104"/>
                    <ns1:pt x="1368" y="104"/>
                  </ns1:cubicBezTo>
                  <ns1:cubicBezTo>
                    <ns1:pt x="1366" y="88"/>
                    <ns1:pt x="1360" y="72"/>
                    <ns1:pt x="1350" y="58"/>
                  </ns1:cubicBezTo>
                  <ns1:cubicBezTo>
                    <ns1:pt x="1317" y="11"/>
                    <ns1:pt x="1253" y="0"/>
                    <ns1:pt x="1206" y="32"/>
                  </ns1:cubicBezTo>
                  <ns1:cubicBezTo>
                    <ns1:pt x="1103" y="105"/>
                    <ns1:pt x="963" y="105"/>
                    <ns1:pt x="860" y="32"/>
                  </ns1:cubicBezTo>
                  <ns1:cubicBezTo>
                    <ns1:pt x="813" y="0"/>
                    <ns1:pt x="749" y="11"/>
                    <ns1:pt x="716" y="58"/>
                  </ns1:cubicBezTo>
                  <ns1:cubicBezTo>
                    <ns1:pt x="706" y="72"/>
                    <ns1:pt x="700" y="88"/>
                    <ns1:pt x="698" y="104"/>
                  </ns1:cubicBezTo>
                  <ns1:cubicBezTo>
                    <ns1:pt x="586" y="139"/>
                    <ns1:pt x="586" y="139"/>
                    <ns1:pt x="586" y="139"/>
                  </ns1:cubicBezTo>
                  <ns1:cubicBezTo>
                    <ns1:pt x="570" y="144"/>
                    <ns1:pt x="561" y="161"/>
                    <ns1:pt x="566" y="177"/>
                  </ns1:cubicBezTo>
                  <ns1:cubicBezTo>
                    <ns1:pt x="570" y="190"/>
                    <ns1:pt x="586" y="201"/>
                    <ns1:pt x="604" y="197"/>
                  </ns1:cubicBezTo>
                  <ns1:cubicBezTo>
                    <ns1:pt x="708" y="164"/>
                    <ns1:pt x="708" y="164"/>
                    <ns1:pt x="708" y="164"/>
                  </ns1:cubicBezTo>
                  <ns1:cubicBezTo>
                    <ns1:pt x="716" y="179"/>
                    <ns1:pt x="727" y="192"/>
                    <ns1:pt x="741" y="201"/>
                  </ns1:cubicBezTo>
                  <ns1:cubicBezTo>
                    <ns1:pt x="827" y="262"/>
                    <ns1:pt x="928" y="293"/>
                    <ns1:pt x="1033" y="293"/>
                  </ns1:cubicBezTo>
                  <ns1:cubicBezTo>
                    <ns1:pt x="1138" y="293"/>
                    <ns1:pt x="1239" y="262"/>
                    <ns1:pt x="1325" y="201"/>
                  </ns1:cubicBezTo>
                  <ns1:cubicBezTo>
                    <ns1:pt x="1339" y="192"/>
                    <ns1:pt x="1350" y="179"/>
                    <ns1:pt x="1358" y="164"/>
                  </ns1:cubicBezTo>
                  <ns1:cubicBezTo>
                    <ns1:pt x="1636" y="251"/>
                    <ns1:pt x="1636" y="251"/>
                    <ns1:pt x="1636" y="251"/>
                  </ns1:cubicBezTo>
                  <ns1:cubicBezTo>
                    <ns1:pt x="1662" y="259"/>
                    <ns1:pt x="1683" y="277"/>
                    <ns1:pt x="1695" y="302"/>
                  </ns1:cubicBezTo>
                  <ns1:cubicBezTo>
                    <ns1:pt x="1707" y="327"/>
                    <ns1:pt x="1708" y="355"/>
                    <ns1:pt x="1698" y="380"/>
                  </ns1:cubicBezTo>
                  <ns1:cubicBezTo>
                    <ns1:pt x="1658" y="483"/>
                    <ns1:pt x="1658" y="483"/>
                    <ns1:pt x="1658" y="483"/>
                  </ns1:cubicBezTo>
                  <ns1:cubicBezTo>
                    <ns1:pt x="1641" y="529"/>
                    <ns1:pt x="1594" y="554"/>
                    <ns1:pt x="1546" y="544"/>
                  </ns1:cubicBezTo>
                  <ns1:cubicBezTo>
                    <ns1:pt x="1456" y="525"/>
                    <ns1:pt x="1456" y="525"/>
                    <ns1:pt x="1456" y="525"/>
                  </ns1:cubicBezTo>
                  <ns1:cubicBezTo>
                    <ns1:pt x="1439" y="523"/>
                    <ns1:pt x="1421" y="528"/>
                    <ns1:pt x="1420" y="555"/>
                  </ns1:cubicBezTo>
                  <ns1:cubicBezTo>
                    <ns1:pt x="1420" y="556"/>
                    <ns1:pt x="1421" y="659"/>
                    <ns1:pt x="1421" y="780"/>
                  </ns1:cubicBezTo>
                  <ns1:cubicBezTo>
                    <ns1:pt x="645" y="780"/>
                    <ns1:pt x="645" y="780"/>
                    <ns1:pt x="645" y="780"/>
                  </ns1:cubicBezTo>
                  <ns1:cubicBezTo>
                    <ns1:pt x="645" y="659"/>
                    <ns1:pt x="646" y="556"/>
                    <ns1:pt x="646" y="555"/>
                  </ns1:cubicBezTo>
                  <ns1:cubicBezTo>
                    <ns1:pt x="646" y="531"/>
                    <ns1:pt x="632" y="521"/>
                    <ns1:pt x="610" y="525"/>
                  </ns1:cubicBezTo>
                  <ns1:cubicBezTo>
                    <ns1:pt x="520" y="544"/>
                    <ns1:pt x="520" y="544"/>
                    <ns1:pt x="520" y="544"/>
                  </ns1:cubicBezTo>
                  <ns1:cubicBezTo>
                    <ns1:pt x="472" y="554"/>
                    <ns1:pt x="425" y="529"/>
                    <ns1:pt x="408" y="483"/>
                  </ns1:cubicBezTo>
                  <ns1:cubicBezTo>
                    <ns1:pt x="368" y="380"/>
                    <ns1:pt x="368" y="380"/>
                    <ns1:pt x="368" y="380"/>
                  </ns1:cubicBezTo>
                  <ns1:cubicBezTo>
                    <ns1:pt x="358" y="355"/>
                    <ns1:pt x="359" y="327"/>
                    <ns1:pt x="371" y="302"/>
                  </ns1:cubicBezTo>
                  <ns1:cubicBezTo>
                    <ns1:pt x="383" y="277"/>
                    <ns1:pt x="404" y="259"/>
                    <ns1:pt x="430" y="251"/>
                  </ns1:cubicBezTo>
                  <ns1:cubicBezTo>
                    <ns1:pt x="482" y="235"/>
                    <ns1:pt x="482" y="235"/>
                    <ns1:pt x="482" y="235"/>
                  </ns1:cubicBezTo>
                  <ns1:cubicBezTo>
                    <ns1:pt x="498" y="230"/>
                    <ns1:pt x="506" y="213"/>
                    <ns1:pt x="501" y="197"/>
                  </ns1:cubicBezTo>
                  <ns1:cubicBezTo>
                    <ns1:pt x="497" y="182"/>
                    <ns1:pt x="480" y="173"/>
                    <ns1:pt x="464" y="178"/>
                  </ns1:cubicBezTo>
                  <ns1:cubicBezTo>
                    <ns1:pt x="412" y="194"/>
                    <ns1:pt x="412" y="194"/>
                    <ns1:pt x="412" y="194"/>
                  </ns1:cubicBezTo>
                  <ns1:cubicBezTo>
                    <ns1:pt x="371" y="207"/>
                    <ns1:pt x="336" y="237"/>
                    <ns1:pt x="317" y="276"/>
                  </ns1:cubicBezTo>
                  <ns1:cubicBezTo>
                    <ns1:pt x="298" y="315"/>
                    <ns1:pt x="296" y="361"/>
                    <ns1:pt x="312" y="402"/>
                  </ns1:cubicBezTo>
                  <ns1:cubicBezTo>
                    <ns1:pt x="352" y="505"/>
                    <ns1:pt x="352" y="505"/>
                    <ns1:pt x="352" y="505"/>
                  </ns1:cubicBezTo>
                  <ns1:cubicBezTo>
                    <ns1:pt x="416" y="666"/>
                    <ns1:pt x="586" y="592"/>
                    <ns1:pt x="586" y="592"/>
                  </ns1:cubicBezTo>
                  <ns1:cubicBezTo>
                    <ns1:pt x="585" y="780"/>
                    <ns1:pt x="585" y="780"/>
                    <ns1:pt x="585" y="780"/>
                  </ns1:cubicBezTo>
                  <ns1:cubicBezTo>
                    <ns1:pt x="351" y="780"/>
                    <ns1:pt x="351" y="780"/>
                    <ns1:pt x="351" y="780"/>
                  </ns1:cubicBezTo>
                  <ns1:cubicBezTo>
                    <ns1:pt x="293" y="780"/>
                    <ns1:pt x="238" y="803"/>
                    <ns1:pt x="197" y="844"/>
                  </ns1:cubicBezTo>
                  <ns1:cubicBezTo>
                    <ns1:pt x="42" y="999"/>
                    <ns1:pt x="42" y="999"/>
                    <ns1:pt x="42" y="999"/>
                  </ns1:cubicBezTo>
                  <ns1:cubicBezTo>
                    <ns1:pt x="9" y="1031"/>
                    <ns1:pt x="0" y="1078"/>
                    <ns1:pt x="18" y="1120"/>
                  </ns1:cubicBezTo>
                  <ns1:cubicBezTo>
                    <ns1:pt x="35" y="1162"/>
                    <ns1:pt x="75" y="1189"/>
                    <ns1:pt x="121" y="1189"/>
                  </ns1:cubicBezTo>
                  <ns1:cubicBezTo>
                    <ns1:pt x="243" y="1189"/>
                    <ns1:pt x="243" y="1189"/>
                    <ns1:pt x="243" y="1189"/>
                  </ns1:cubicBezTo>
                  <ns1:cubicBezTo>
                    <ns1:pt x="243" y="1535"/>
                    <ns1:pt x="243" y="1535"/>
                    <ns1:pt x="243" y="1535"/>
                  </ns1:cubicBezTo>
                  <ns1:cubicBezTo>
                    <ns1:pt x="243" y="1636"/>
                    <ns1:pt x="325" y="1718"/>
                    <ns1:pt x="426" y="1718"/>
                  </ns1:cubicBezTo>
                  <ns1:cubicBezTo>
                    <ns1:pt x="1640" y="1718"/>
                    <ns1:pt x="1640" y="1718"/>
                    <ns1:pt x="1640" y="1718"/>
                  </ns1:cubicBezTo>
                  <ns1:cubicBezTo>
                    <ns1:pt x="1741" y="1718"/>
                    <ns1:pt x="1823" y="1636"/>
                    <ns1:pt x="1823" y="1535"/>
                  </ns1:cubicBezTo>
                  <ns1:cubicBezTo>
                    <ns1:pt x="1823" y="1186"/>
                    <ns1:pt x="1823" y="1186"/>
                    <ns1:pt x="1823" y="1186"/>
                  </ns1:cubicBezTo>
                  <ns1:cubicBezTo>
                    <ns1:pt x="1834" y="1188"/>
                    <ns1:pt x="1846" y="1189"/>
                    <ns1:pt x="1858" y="1189"/>
                  </ns1:cubicBezTo>
                  <ns1:cubicBezTo>
                    <ns1:pt x="1945" y="1189"/>
                    <ns1:pt x="1945" y="1189"/>
                    <ns1:pt x="1945" y="1189"/>
                  </ns1:cubicBezTo>
                  <ns1:cubicBezTo>
                    <ns1:pt x="1991" y="1189"/>
                    <ns1:pt x="2031" y="1162"/>
                    <ns1:pt x="2048" y="1120"/>
                  </ns1:cubicBezTo>
                  <ns1:cubicBezTo>
                    <ns1:pt x="2066" y="1078"/>
                    <ns1:pt x="2057" y="1031"/>
                    <ns1:pt x="2024" y="999"/>
                  </ns1:cubicBezTo>
                  <ns1:close/>
                  <ns1:moveTo>
                    <ns1:pt x="1291" y="152"/>
                  </ns1:moveTo>
                  <ns1:cubicBezTo>
                    <ns1:pt x="1215" y="205"/>
                    <ns1:pt x="1126" y="233"/>
                    <ns1:pt x="1033" y="233"/>
                  </ns1:cubicBezTo>
                  <ns1:cubicBezTo>
                    <ns1:pt x="940" y="233"/>
                    <ns1:pt x="851" y="205"/>
                    <ns1:pt x="775" y="152"/>
                  </ns1:cubicBezTo>
                  <ns1:cubicBezTo>
                    <ns1:pt x="756" y="139"/>
                    <ns1:pt x="751" y="111"/>
                    <ns1:pt x="765" y="92"/>
                  </ns1:cubicBezTo>
                  <ns1:cubicBezTo>
                    <ns1:pt x="784" y="65"/>
                    <ns1:pt x="818" y="76"/>
                    <ns1:pt x="825" y="82"/>
                  </ns1:cubicBezTo>
                  <ns1:cubicBezTo>
                    <ns1:pt x="949" y="169"/>
                    <ns1:pt x="1117" y="169"/>
                    <ns1:pt x="1241" y="82"/>
                  </ns1:cubicBezTo>
                  <ns1:cubicBezTo>
                    <ns1:pt x="1260" y="68"/>
                    <ns1:pt x="1287" y="73"/>
                    <ns1:pt x="1301" y="92"/>
                  </ns1:cubicBezTo>
                  <ns1:cubicBezTo>
                    <ns1:pt x="1321" y="119"/>
                    <ns1:pt x="1300" y="146"/>
                    <ns1:pt x="1291" y="152"/>
                  </ns1:cubicBezTo>
                  <ns1:close/>
                  <ns1:moveTo>
                    <ns1:pt x="73" y="1097"/>
                  </ns1:moveTo>
                  <ns1:cubicBezTo>
                    <ns1:pt x="65" y="1077"/>
                    <ns1:pt x="69" y="1056"/>
                    <ns1:pt x="84" y="1041"/>
                  </ns1:cubicBezTo>
                  <ns1:cubicBezTo>
                    <ns1:pt x="239" y="886"/>
                    <ns1:pt x="239" y="886"/>
                    <ns1:pt x="239" y="886"/>
                  </ns1:cubicBezTo>
                  <ns1:cubicBezTo>
                    <ns1:pt x="269" y="856"/>
                    <ns1:pt x="309" y="840"/>
                    <ns1:pt x="351" y="840"/>
                  </ns1:cubicBezTo>
                  <ns1:cubicBezTo>
                    <ns1:pt x="1356" y="840"/>
                    <ns1:pt x="1356" y="840"/>
                    <ns1:pt x="1356" y="840"/>
                  </ns1:cubicBezTo>
                  <ns1:cubicBezTo>
                    <ns1:pt x="1116" y="1081"/>
                    <ns1:pt x="1116" y="1081"/>
                    <ns1:pt x="1116" y="1081"/>
                  </ns1:cubicBezTo>
                  <ns1:cubicBezTo>
                    <ns1:pt x="1085" y="1112"/>
                    <ns1:pt x="1044" y="1129"/>
                    <ns1:pt x="1000" y="1129"/>
                  </ns1:cubicBezTo>
                  <ns1:cubicBezTo>
                    <ns1:pt x="121" y="1129"/>
                    <ns1:pt x="121" y="1129"/>
                    <ns1:pt x="121" y="1129"/>
                  </ns1:cubicBezTo>
                  <ns1:cubicBezTo>
                    <ns1:pt x="99" y="1129"/>
                    <ns1:pt x="81" y="1117"/>
                    <ns1:pt x="73" y="1097"/>
                  </ns1:cubicBezTo>
                  <ns1:close/>
                  <ns1:moveTo>
                    <ns1:pt x="426" y="1658"/>
                  </ns1:moveTo>
                  <ns1:cubicBezTo>
                    <ns1:pt x="358" y="1658"/>
                    <ns1:pt x="303" y="1603"/>
                    <ns1:pt x="303" y="1535"/>
                  </ns1:cubicBezTo>
                  <ns1:cubicBezTo>
                    <ns1:pt x="303" y="1189"/>
                    <ns1:pt x="303" y="1189"/>
                    <ns1:pt x="303" y="1189"/>
                  </ns1:cubicBezTo>
                  <ns1:cubicBezTo>
                    <ns1:pt x="1000" y="1189"/>
                    <ns1:pt x="1000" y="1189"/>
                    <ns1:pt x="1000" y="1189"/>
                  </ns1:cubicBezTo>
                  <ns1:cubicBezTo>
                    <ns1:pt x="1060" y="1189"/>
                    <ns1:pt x="1116" y="1165"/>
                    <ns1:pt x="1158" y="1123"/>
                  </ns1:cubicBezTo>
                  <ns1:cubicBezTo>
                    <ns1:pt x="1399" y="882"/>
                    <ns1:pt x="1399" y="882"/>
                    <ns1:pt x="1399" y="882"/>
                  </ns1:cubicBezTo>
                  <ns1:cubicBezTo>
                    <ns1:pt x="1399" y="1658"/>
                    <ns1:pt x="1399" y="1658"/>
                    <ns1:pt x="1399" y="1658"/>
                  </ns1:cubicBezTo>
                  <ns1:lnTo>
                    <ns1:pt x="426" y="1658"/>
                  </ns1:lnTo>
                  <ns1:close/>
                  <ns1:moveTo>
                    <ns1:pt x="1993" y="1097"/>
                  </ns1:moveTo>
                  <ns1:cubicBezTo>
                    <ns1:pt x="1985" y="1117"/>
                    <ns1:pt x="1967" y="1129"/>
                    <ns1:pt x="1945" y="1129"/>
                  </ns1:cubicBezTo>
                  <ns1:cubicBezTo>
                    <ns1:pt x="1858" y="1129"/>
                    <ns1:pt x="1858" y="1129"/>
                    <ns1:pt x="1858" y="1129"/>
                  </ns1:cubicBezTo>
                  <ns1:cubicBezTo>
                    <ns1:pt x="1814" y="1129"/>
                    <ns1:pt x="1773" y="1112"/>
                    <ns1:pt x="1742" y="1081"/>
                  </ns1:cubicBezTo>
                  <ns1:cubicBezTo>
                    <ns1:pt x="1696" y="1035"/>
                    <ns1:pt x="1696" y="1035"/>
                    <ns1:pt x="1696" y="1035"/>
                  </ns1:cubicBezTo>
                  <ns1:cubicBezTo>
                    <ns1:pt x="1685" y="1024"/>
                    <ns1:pt x="1666" y="1024"/>
                    <ns1:pt x="1654" y="1035"/>
                  </ns1:cubicBezTo>
                  <ns1:cubicBezTo>
                    <ns1:pt x="1642" y="1047"/>
                    <ns1:pt x="1642" y="1066"/>
                    <ns1:pt x="1654" y="1078"/>
                  </ns1:cubicBezTo>
                  <ns1:cubicBezTo>
                    <ns1:pt x="1699" y="1123"/>
                    <ns1:pt x="1699" y="1123"/>
                    <ns1:pt x="1699" y="1123"/>
                  </ns1:cubicBezTo>
                  <ns1:cubicBezTo>
                    <ns1:pt x="1718" y="1142"/>
                    <ns1:pt x="1740" y="1157"/>
                    <ns1:pt x="1763" y="1168"/>
                  </ns1:cubicBezTo>
                  <ns1:cubicBezTo>
                    <ns1:pt x="1763" y="1535"/>
                    <ns1:pt x="1763" y="1535"/>
                    <ns1:pt x="1763" y="1535"/>
                  </ns1:cubicBezTo>
                  <ns1:cubicBezTo>
                    <ns1:pt x="1763" y="1603"/>
                    <ns1:pt x="1708" y="1658"/>
                    <ns1:pt x="1640" y="1658"/>
                  </ns1:cubicBezTo>
                  <ns1:cubicBezTo>
                    <ns1:pt x="1459" y="1658"/>
                    <ns1:pt x="1459" y="1658"/>
                    <ns1:pt x="1459" y="1658"/>
                  </ns1:cubicBezTo>
                  <ns1:cubicBezTo>
                    <ns1:pt x="1459" y="882"/>
                    <ns1:pt x="1459" y="882"/>
                    <ns1:pt x="1459" y="882"/>
                  </ns1:cubicBezTo>
                  <ns1:cubicBezTo>
                    <ns1:pt x="1570" y="994"/>
                    <ns1:pt x="1570" y="994"/>
                    <ns1:pt x="1570" y="994"/>
                  </ns1:cubicBezTo>
                  <ns1:cubicBezTo>
                    <ns1:pt x="1582" y="1005"/>
                    <ns1:pt x="1601" y="1005"/>
                    <ns1:pt x="1612" y="994"/>
                  </ns1:cubicBezTo>
                  <ns1:cubicBezTo>
                    <ns1:pt x="1624" y="982"/>
                    <ns1:pt x="1624" y="963"/>
                    <ns1:pt x="1612" y="951"/>
                  </ns1:cubicBezTo>
                  <ns1:cubicBezTo>
                    <ns1:pt x="1501" y="840"/>
                    <ns1:pt x="1501" y="840"/>
                    <ns1:pt x="1501" y="840"/>
                  </ns1:cubicBezTo>
                  <ns1:cubicBezTo>
                    <ns1:pt x="1715" y="840"/>
                    <ns1:pt x="1715" y="840"/>
                    <ns1:pt x="1715" y="840"/>
                  </ns1:cubicBezTo>
                  <ns1:cubicBezTo>
                    <ns1:pt x="1757" y="840"/>
                    <ns1:pt x="1797" y="856"/>
                    <ns1:pt x="1827" y="886"/>
                  </ns1:cubicBezTo>
                  <ns1:cubicBezTo>
                    <ns1:pt x="1982" y="1041"/>
                    <ns1:pt x="1982" y="1041"/>
                    <ns1:pt x="1982" y="1041"/>
                  </ns1:cubicBezTo>
                  <ns1:cubicBezTo>
                    <ns1:pt x="1997" y="1056"/>
                    <ns1:pt x="2001" y="1077"/>
                    <ns1:pt x="1993" y="1097"/>
                  </ns1:cubicBezTo>
                  <ns1:close/>
                  <ns1:moveTo>
                    <ns1:pt x="1993" y="1097"/>
                  </ns1:moveTo>
                  <ns1:cubicBezTo>
                    <ns1:pt x="1993" y="1097"/>
                    <ns1:pt x="1993" y="1097"/>
                    <ns1:pt x="1993" y="1097"/>
                  </ns1:cubicBezTo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3:hiddenLine w="9525">
                  <ns1:solidFill>
                    <ns1:srgbClr val="000000"/>
                  </ns1:solidFill>
                  <ns1:round/>
                  <ns1:headEnd/>
                  <ns1:tailEnd/>
                </ns3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en-US"/>
            </ns1:p>
          </ns0:txBody>
        </ns0:sp>
        <ns0:sp>
          <ns0:nvSpPr>
            <ns0:cNvPr id="56" name="Freeform 33">
              <ns1:extLst>
                <ns1:ext uri="{FF2B5EF4-FFF2-40B4-BE49-F238E27FC236}">
                  <ns2:creationId id="{60569339-646B-4956-B64B-0BDB02BF42E1}"/>
                </ns1:ext>
              </ns1:extLst>
            </ns0:cNvPr>
            <ns0:cNvSpPr>
              <ns1:spLocks noEditPoints="1"/>
            </ns0:cNvSpPr>
            <ns0:nvPr/>
          </ns0:nvSpPr>
          <ns0:spPr bwMode="auto">
            <ns1:xfrm>
              <ns1:off x="1612" y="3"/>
              <ns1:ext cx="734" cy="734"/>
            </ns1:xfrm>
            <ns1:custGeom>
              <ns1:avLst/>
              <ns1:gdLst>
                <ns1:gd name="T0" fmla="*/ 31 w 300"/>
                <ns1:gd name="T1" fmla="*/ 203 h 300"/>
                <ns1:gd name="T2" fmla="*/ 51 w 300"/>
                <ns1:gd name="T3" fmla="*/ 214 h 300"/>
                <ns1:gd name="T4" fmla="*/ 87 w 300"/>
                <ns1:gd name="T5" fmla="*/ 249 h 300"/>
                <ns1:gd name="T6" fmla="*/ 98 w 300"/>
                <ns1:gd name="T7" fmla="*/ 269 h 300"/>
                <ns1:gd name="T8" fmla="*/ 150 w 300"/>
                <ns1:gd name="T9" fmla="*/ 300 h 300"/>
                <ns1:gd name="T10" fmla="*/ 202 w 300"/>
                <ns1:gd name="T11" fmla="*/ 269 h 300"/>
                <ns1:gd name="T12" fmla="*/ 213 w 300"/>
                <ns1:gd name="T13" fmla="*/ 249 h 300"/>
                <ns1:gd name="T14" fmla="*/ 249 w 300"/>
                <ns1:gd name="T15" fmla="*/ 214 h 300"/>
                <ns1:gd name="T16" fmla="*/ 269 w 300"/>
                <ns1:gd name="T17" fmla="*/ 203 h 300"/>
                <ns1:gd name="T18" fmla="*/ 300 w 300"/>
                <ns1:gd name="T19" fmla="*/ 150 h 300"/>
                <ns1:gd name="T20" fmla="*/ 269 w 300"/>
                <ns1:gd name="T21" fmla="*/ 98 h 300"/>
                <ns1:gd name="T22" fmla="*/ 249 w 300"/>
                <ns1:gd name="T23" fmla="*/ 87 h 300"/>
                <ns1:gd name="T24" fmla="*/ 213 w 300"/>
                <ns1:gd name="T25" fmla="*/ 51 h 300"/>
                <ns1:gd name="T26" fmla="*/ 202 w 300"/>
                <ns1:gd name="T27" fmla="*/ 31 h 300"/>
                <ns1:gd name="T28" fmla="*/ 150 w 300"/>
                <ns1:gd name="T29" fmla="*/ 0 h 300"/>
                <ns1:gd name="T30" fmla="*/ 98 w 300"/>
                <ns1:gd name="T31" fmla="*/ 31 h 300"/>
                <ns1:gd name="T32" fmla="*/ 87 w 300"/>
                <ns1:gd name="T33" fmla="*/ 51 h 300"/>
                <ns1:gd name="T34" fmla="*/ 51 w 300"/>
                <ns1:gd name="T35" fmla="*/ 87 h 300"/>
                <ns1:gd name="T36" fmla="*/ 31 w 300"/>
                <ns1:gd name="T37" fmla="*/ 98 h 300"/>
                <ns1:gd name="T38" fmla="*/ 0 w 300"/>
                <ns1:gd name="T39" fmla="*/ 150 h 300"/>
                <ns1:gd name="T40" fmla="*/ 31 w 300"/>
                <ns1:gd name="T41" fmla="*/ 203 h 300"/>
                <ns1:gd name="T42" fmla="*/ 150 w 300"/>
                <ns1:gd name="T43" fmla="*/ 60 h 300"/>
                <ns1:gd name="T44" fmla="*/ 240 w 300"/>
                <ns1:gd name="T45" fmla="*/ 150 h 300"/>
                <ns1:gd name="T46" fmla="*/ 150 w 300"/>
                <ns1:gd name="T47" fmla="*/ 240 h 300"/>
                <ns1:gd name="T48" fmla="*/ 60 w 300"/>
                <ns1:gd name="T49" fmla="*/ 150 h 300"/>
                <ns1:gd name="T50" fmla="*/ 150 w 300"/>
                <ns1:gd name="T51" fmla="*/ 60 h 300"/>
                <ns1:gd name="T52" fmla="*/ 150 w 300"/>
                <ns1:gd name="T53" fmla="*/ 60 h 300"/>
                <ns1:gd name="T54" fmla="*/ 150 w 300"/>
                <ns1:gd name="T55" fmla="*/ 60 h 300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  <ns1:cxn ang="0">
                  <ns1:pos x="T30" y="T31"/>
                </ns1:cxn>
                <ns1:cxn ang="0">
                  <ns1:pos x="T32" y="T33"/>
                </ns1:cxn>
                <ns1:cxn ang="0">
                  <ns1:pos x="T34" y="T35"/>
                </ns1:cxn>
                <ns1:cxn ang="0">
                  <ns1:pos x="T36" y="T37"/>
                </ns1:cxn>
                <ns1:cxn ang="0">
                  <ns1:pos x="T38" y="T39"/>
                </ns1:cxn>
                <ns1:cxn ang="0">
                  <ns1:pos x="T40" y="T41"/>
                </ns1:cxn>
                <ns1:cxn ang="0">
                  <ns1:pos x="T42" y="T43"/>
                </ns1:cxn>
                <ns1:cxn ang="0">
                  <ns1:pos x="T44" y="T45"/>
                </ns1:cxn>
                <ns1:cxn ang="0">
                  <ns1:pos x="T46" y="T47"/>
                </ns1:cxn>
                <ns1:cxn ang="0">
                  <ns1:pos x="T48" y="T49"/>
                </ns1:cxn>
                <ns1:cxn ang="0">
                  <ns1:pos x="T50" y="T51"/>
                </ns1:cxn>
                <ns1:cxn ang="0">
                  <ns1:pos x="T52" y="T53"/>
                </ns1:cxn>
                <ns1:cxn ang="0">
                  <ns1:pos x="T54" y="T55"/>
                </ns1:cxn>
              </ns1:cxnLst>
              <ns1:rect l="0" t="0" r="r" b="b"/>
              <ns1:pathLst>
                <ns1:path w="300" h="300">
                  <ns1:moveTo>
                    <ns1:pt x="31" y="203"/>
                  </ns1:moveTo>
                  <ns1:cubicBezTo>
                    <ns1:pt x="51" y="214"/>
                    <ns1:pt x="51" y="214"/>
                    <ns1:pt x="51" y="214"/>
                  </ns1:cubicBezTo>
                  <ns1:cubicBezTo>
                    <ns1:pt x="66" y="222"/>
                    <ns1:pt x="78" y="234"/>
                    <ns1:pt x="87" y="249"/>
                  </ns1:cubicBezTo>
                  <ns1:cubicBezTo>
                    <ns1:pt x="98" y="269"/>
                    <ns1:pt x="98" y="269"/>
                    <ns1:pt x="98" y="269"/>
                  </ns1:cubicBezTo>
                  <ns1:cubicBezTo>
                    <ns1:pt x="108" y="289"/>
                    <ns1:pt x="128" y="300"/>
                    <ns1:pt x="150" y="300"/>
                  </ns1:cubicBezTo>
                  <ns1:cubicBezTo>
                    <ns1:pt x="172" y="300"/>
                    <ns1:pt x="192" y="289"/>
                    <ns1:pt x="202" y="269"/>
                  </ns1:cubicBezTo>
                  <ns1:cubicBezTo>
                    <ns1:pt x="213" y="249"/>
                    <ns1:pt x="213" y="249"/>
                    <ns1:pt x="213" y="249"/>
                  </ns1:cubicBezTo>
                  <ns1:cubicBezTo>
                    <ns1:pt x="222" y="234"/>
                    <ns1:pt x="234" y="222"/>
                    <ns1:pt x="249" y="214"/>
                  </ns1:cubicBezTo>
                  <ns1:cubicBezTo>
                    <ns1:pt x="269" y="203"/>
                    <ns1:pt x="269" y="203"/>
                    <ns1:pt x="269" y="203"/>
                  </ns1:cubicBezTo>
                  <ns1:cubicBezTo>
                    <ns1:pt x="288" y="192"/>
                    <ns1:pt x="300" y="172"/>
                    <ns1:pt x="300" y="150"/>
                  </ns1:cubicBezTo>
                  <ns1:cubicBezTo>
                    <ns1:pt x="300" y="128"/>
                    <ns1:pt x="288" y="108"/>
                    <ns1:pt x="269" y="98"/>
                  </ns1:cubicBezTo>
                  <ns1:cubicBezTo>
                    <ns1:pt x="249" y="87"/>
                    <ns1:pt x="249" y="87"/>
                    <ns1:pt x="249" y="87"/>
                  </ns1:cubicBezTo>
                  <ns1:cubicBezTo>
                    <ns1:pt x="234" y="79"/>
                    <ns1:pt x="222" y="66"/>
                    <ns1:pt x="213" y="51"/>
                  </ns1:cubicBezTo>
                  <ns1:cubicBezTo>
                    <ns1:pt x="202" y="31"/>
                    <ns1:pt x="202" y="31"/>
                    <ns1:pt x="202" y="31"/>
                  </ns1:cubicBezTo>
                  <ns1:cubicBezTo>
                    <ns1:pt x="192" y="12"/>
                    <ns1:pt x="172" y="0"/>
                    <ns1:pt x="150" y="0"/>
                  </ns1:cubicBezTo>
                  <ns1:cubicBezTo>
                    <ns1:pt x="128" y="0"/>
                    <ns1:pt x="108" y="12"/>
                    <ns1:pt x="98" y="31"/>
                  </ns1:cubicBezTo>
                  <ns1:cubicBezTo>
                    <ns1:pt x="87" y="51"/>
                    <ns1:pt x="87" y="51"/>
                    <ns1:pt x="87" y="51"/>
                  </ns1:cubicBezTo>
                  <ns1:cubicBezTo>
                    <ns1:pt x="78" y="66"/>
                    <ns1:pt x="66" y="79"/>
                    <ns1:pt x="51" y="87"/>
                  </ns1:cubicBezTo>
                  <ns1:cubicBezTo>
                    <ns1:pt x="31" y="98"/>
                    <ns1:pt x="31" y="98"/>
                    <ns1:pt x="31" y="98"/>
                  </ns1:cubicBezTo>
                  <ns1:cubicBezTo>
                    <ns1:pt x="12" y="108"/>
                    <ns1:pt x="0" y="128"/>
                    <ns1:pt x="0" y="150"/>
                  </ns1:cubicBezTo>
                  <ns1:cubicBezTo>
                    <ns1:pt x="0" y="172"/>
                    <ns1:pt x="12" y="192"/>
                    <ns1:pt x="31" y="203"/>
                  </ns1:cubicBezTo>
                  <ns1:close/>
                  <ns1:moveTo>
                    <ns1:pt x="150" y="60"/>
                  </ns1:moveTo>
                  <ns1:cubicBezTo>
                    <ns1:pt x="150" y="60"/>
                    <ns1:pt x="168" y="125"/>
                    <ns1:pt x="240" y="150"/>
                  </ns1:cubicBezTo>
                  <ns1:cubicBezTo>
                    <ns1:pt x="240" y="150"/>
                    <ns1:pt x="178" y="178"/>
                    <ns1:pt x="150" y="240"/>
                  </ns1:cubicBezTo>
                  <ns1:cubicBezTo>
                    <ns1:pt x="150" y="240"/>
                    <ns1:pt x="122" y="176"/>
                    <ns1:pt x="60" y="150"/>
                  </ns1:cubicBezTo>
                  <ns1:cubicBezTo>
                    <ns1:pt x="60" y="150"/>
                    <ns1:pt x="129" y="124"/>
                    <ns1:pt x="150" y="60"/>
                  </ns1:cubicBezTo>
                  <ns1:close/>
                  <ns1:moveTo>
                    <ns1:pt x="150" y="60"/>
                  </ns1:moveTo>
                  <ns1:cubicBezTo>
                    <ns1:pt x="150" y="60"/>
                    <ns1:pt x="150" y="60"/>
                    <ns1:pt x="150" y="60"/>
                  </ns1:cubicBezTo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3:hiddenLine w="9525">
                  <ns1:solidFill>
                    <ns1:srgbClr val="000000"/>
                  </ns1:solidFill>
                  <ns1:round/>
                  <ns1:headEnd/>
                  <ns1:tailEnd/>
                </ns3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en-US"/>
            </ns1:p>
          </ns0:txBody>
        </ns0:sp>
        <ns0:sp>
          <ns0:nvSpPr>
            <ns0:cNvPr id="57" name="Freeform 34">
              <ns1:extLst>
                <ns1:ext uri="{FF2B5EF4-FFF2-40B4-BE49-F238E27FC236}">
                  <ns2:creationId id="{F1580193-4104-4685-8463-9CA5EE4AB469}"/>
                </ns1:ext>
              </ns1:extLst>
            </ns0:cNvPr>
            <ns0:cNvSpPr>
              <ns1:spLocks noEditPoints="1"/>
            </ns0:cNvSpPr>
            <ns0:nvPr/>
          </ns0:nvSpPr>
          <ns0:spPr bwMode="auto">
            <ns1:xfrm>
              <ns1:off x="5395" y="1418"/>
              <ns1:ext cx="612" cy="612"/>
            </ns1:xfrm>
            <ns1:custGeom>
              <ns1:avLst/>
              <ns1:gdLst>
                <ns1:gd name="T0" fmla="*/ 78 w 250"/>
                <ns1:gd name="T1" fmla="*/ 28 h 250"/>
                <ns1:gd name="T2" fmla="*/ 70 w 250"/>
                <ns1:gd name="T3" fmla="*/ 44 h 250"/>
                <ns1:gd name="T4" fmla="*/ 44 w 250"/>
                <ns1:gd name="T5" fmla="*/ 70 h 250"/>
                <ns1:gd name="T6" fmla="*/ 28 w 250"/>
                <ns1:gd name="T7" fmla="*/ 78 h 250"/>
                <ns1:gd name="T8" fmla="*/ 0 w 250"/>
                <ns1:gd name="T9" fmla="*/ 125 h 250"/>
                <ns1:gd name="T10" fmla="*/ 28 w 250"/>
                <ns1:gd name="T11" fmla="*/ 172 h 250"/>
                <ns1:gd name="T12" fmla="*/ 44 w 250"/>
                <ns1:gd name="T13" fmla="*/ 181 h 250"/>
                <ns1:gd name="T14" fmla="*/ 70 w 250"/>
                <ns1:gd name="T15" fmla="*/ 206 h 250"/>
                <ns1:gd name="T16" fmla="*/ 78 w 250"/>
                <ns1:gd name="T17" fmla="*/ 222 h 250"/>
                <ns1:gd name="T18" fmla="*/ 125 w 250"/>
                <ns1:gd name="T19" fmla="*/ 250 h 250"/>
                <ns1:gd name="T20" fmla="*/ 172 w 250"/>
                <ns1:gd name="T21" fmla="*/ 222 h 250"/>
                <ns1:gd name="T22" fmla="*/ 181 w 250"/>
                <ns1:gd name="T23" fmla="*/ 206 h 250"/>
                <ns1:gd name="T24" fmla="*/ 206 w 250"/>
                <ns1:gd name="T25" fmla="*/ 181 h 250"/>
                <ns1:gd name="T26" fmla="*/ 222 w 250"/>
                <ns1:gd name="T27" fmla="*/ 172 h 250"/>
                <ns1:gd name="T28" fmla="*/ 250 w 250"/>
                <ns1:gd name="T29" fmla="*/ 125 h 250"/>
                <ns1:gd name="T30" fmla="*/ 222 w 250"/>
                <ns1:gd name="T31" fmla="*/ 78 h 250"/>
                <ns1:gd name="T32" fmla="*/ 206 w 250"/>
                <ns1:gd name="T33" fmla="*/ 70 h 250"/>
                <ns1:gd name="T34" fmla="*/ 181 w 250"/>
                <ns1:gd name="T35" fmla="*/ 44 h 250"/>
                <ns1:gd name="T36" fmla="*/ 172 w 250"/>
                <ns1:gd name="T37" fmla="*/ 28 h 250"/>
                <ns1:gd name="T38" fmla="*/ 125 w 250"/>
                <ns1:gd name="T39" fmla="*/ 0 h 250"/>
                <ns1:gd name="T40" fmla="*/ 78 w 250"/>
                <ns1:gd name="T41" fmla="*/ 28 h 250"/>
                <ns1:gd name="T42" fmla="*/ 125 w 250"/>
                <ns1:gd name="T43" fmla="*/ 68 h 250"/>
                <ns1:gd name="T44" fmla="*/ 182 w 250"/>
                <ns1:gd name="T45" fmla="*/ 125 h 250"/>
                <ns1:gd name="T46" fmla="*/ 125 w 250"/>
                <ns1:gd name="T47" fmla="*/ 182 h 250"/>
                <ns1:gd name="T48" fmla="*/ 68 w 250"/>
                <ns1:gd name="T49" fmla="*/ 125 h 250"/>
                <ns1:gd name="T50" fmla="*/ 125 w 250"/>
                <ns1:gd name="T51" fmla="*/ 68 h 250"/>
                <ns1:gd name="T52" fmla="*/ 125 w 250"/>
                <ns1:gd name="T53" fmla="*/ 68 h 250"/>
                <ns1:gd name="T54" fmla="*/ 125 w 250"/>
                <ns1:gd name="T55" fmla="*/ 68 h 250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  <ns1:cxn ang="0">
                  <ns1:pos x="T30" y="T31"/>
                </ns1:cxn>
                <ns1:cxn ang="0">
                  <ns1:pos x="T32" y="T33"/>
                </ns1:cxn>
                <ns1:cxn ang="0">
                  <ns1:pos x="T34" y="T35"/>
                </ns1:cxn>
                <ns1:cxn ang="0">
                  <ns1:pos x="T36" y="T37"/>
                </ns1:cxn>
                <ns1:cxn ang="0">
                  <ns1:pos x="T38" y="T39"/>
                </ns1:cxn>
                <ns1:cxn ang="0">
                  <ns1:pos x="T40" y="T41"/>
                </ns1:cxn>
                <ns1:cxn ang="0">
                  <ns1:pos x="T42" y="T43"/>
                </ns1:cxn>
                <ns1:cxn ang="0">
                  <ns1:pos x="T44" y="T45"/>
                </ns1:cxn>
                <ns1:cxn ang="0">
                  <ns1:pos x="T46" y="T47"/>
                </ns1:cxn>
                <ns1:cxn ang="0">
                  <ns1:pos x="T48" y="T49"/>
                </ns1:cxn>
                <ns1:cxn ang="0">
                  <ns1:pos x="T50" y="T51"/>
                </ns1:cxn>
                <ns1:cxn ang="0">
                  <ns1:pos x="T52" y="T53"/>
                </ns1:cxn>
                <ns1:cxn ang="0">
                  <ns1:pos x="T54" y="T55"/>
                </ns1:cxn>
              </ns1:cxnLst>
              <ns1:rect l="0" t="0" r="r" b="b"/>
              <ns1:pathLst>
                <ns1:path w="250" h="250">
                  <ns1:moveTo>
                    <ns1:pt x="78" y="28"/>
                  </ns1:moveTo>
                  <ns1:cubicBezTo>
                    <ns1:pt x="70" y="44"/>
                    <ns1:pt x="70" y="44"/>
                    <ns1:pt x="70" y="44"/>
                  </ns1:cubicBezTo>
                  <ns1:cubicBezTo>
                    <ns1:pt x="64" y="55"/>
                    <ns1:pt x="55" y="64"/>
                    <ns1:pt x="44" y="70"/>
                  </ns1:cubicBezTo>
                  <ns1:cubicBezTo>
                    <ns1:pt x="28" y="78"/>
                    <ns1:pt x="28" y="78"/>
                    <ns1:pt x="28" y="78"/>
                  </ns1:cubicBezTo>
                  <ns1:cubicBezTo>
                    <ns1:pt x="11" y="88"/>
                    <ns1:pt x="0" y="106"/>
                    <ns1:pt x="0" y="125"/>
                  </ns1:cubicBezTo>
                  <ns1:cubicBezTo>
                    <ns1:pt x="0" y="145"/>
                    <ns1:pt x="11" y="162"/>
                    <ns1:pt x="28" y="172"/>
                  </ns1:cubicBezTo>
                  <ns1:cubicBezTo>
                    <ns1:pt x="44" y="181"/>
                    <ns1:pt x="44" y="181"/>
                    <ns1:pt x="44" y="181"/>
                  </ns1:cubicBezTo>
                  <ns1:cubicBezTo>
                    <ns1:pt x="55" y="186"/>
                    <ns1:pt x="64" y="195"/>
                    <ns1:pt x="70" y="206"/>
                  </ns1:cubicBezTo>
                  <ns1:cubicBezTo>
                    <ns1:pt x="78" y="222"/>
                    <ns1:pt x="78" y="222"/>
                    <ns1:pt x="78" y="222"/>
                  </ns1:cubicBezTo>
                  <ns1:cubicBezTo>
                    <ns1:pt x="88" y="239"/>
                    <ns1:pt x="105" y="250"/>
                    <ns1:pt x="125" y="250"/>
                  </ns1:cubicBezTo>
                  <ns1:cubicBezTo>
                    <ns1:pt x="145" y="250"/>
                    <ns1:pt x="162" y="239"/>
                    <ns1:pt x="172" y="222"/>
                  </ns1:cubicBezTo>
                  <ns1:cubicBezTo>
                    <ns1:pt x="181" y="206"/>
                    <ns1:pt x="181" y="206"/>
                    <ns1:pt x="181" y="206"/>
                  </ns1:cubicBezTo>
                  <ns1:cubicBezTo>
                    <ns1:pt x="186" y="195"/>
                    <ns1:pt x="195" y="186"/>
                    <ns1:pt x="206" y="181"/>
                  </ns1:cubicBezTo>
                  <ns1:cubicBezTo>
                    <ns1:pt x="222" y="172"/>
                    <ns1:pt x="222" y="172"/>
                    <ns1:pt x="222" y="172"/>
                  </ns1:cubicBezTo>
                  <ns1:cubicBezTo>
                    <ns1:pt x="239" y="162"/>
                    <ns1:pt x="250" y="145"/>
                    <ns1:pt x="250" y="125"/>
                  </ns1:cubicBezTo>
                  <ns1:cubicBezTo>
                    <ns1:pt x="250" y="106"/>
                    <ns1:pt x="239" y="88"/>
                    <ns1:pt x="222" y="78"/>
                  </ns1:cubicBezTo>
                  <ns1:cubicBezTo>
                    <ns1:pt x="206" y="70"/>
                    <ns1:pt x="206" y="70"/>
                    <ns1:pt x="206" y="70"/>
                  </ns1:cubicBezTo>
                  <ns1:cubicBezTo>
                    <ns1:pt x="195" y="64"/>
                    <ns1:pt x="186" y="55"/>
                    <ns1:pt x="181" y="44"/>
                  </ns1:cubicBezTo>
                  <ns1:cubicBezTo>
                    <ns1:pt x="172" y="28"/>
                    <ns1:pt x="172" y="28"/>
                    <ns1:pt x="172" y="28"/>
                  </ns1:cubicBezTo>
                  <ns1:cubicBezTo>
                    <ns1:pt x="162" y="11"/>
                    <ns1:pt x="145" y="0"/>
                    <ns1:pt x="125" y="0"/>
                  </ns1:cubicBezTo>
                  <ns1:cubicBezTo>
                    <ns1:pt x="105" y="0"/>
                    <ns1:pt x="88" y="11"/>
                    <ns1:pt x="78" y="28"/>
                  </ns1:cubicBezTo>
                  <ns1:close/>
                  <ns1:moveTo>
                    <ns1:pt x="125" y="68"/>
                  </ns1:moveTo>
                  <ns1:cubicBezTo>
                    <ns1:pt x="133" y="107"/>
                    <ns1:pt x="182" y="125"/>
                    <ns1:pt x="182" y="125"/>
                  </ns1:cubicBezTo>
                  <ns1:cubicBezTo>
                    <ns1:pt x="146" y="143"/>
                    <ns1:pt x="125" y="182"/>
                    <ns1:pt x="125" y="182"/>
                  </ns1:cubicBezTo>
                  <ns1:cubicBezTo>
                    <ns1:pt x="112" y="146"/>
                    <ns1:pt x="68" y="125"/>
                    <ns1:pt x="68" y="125"/>
                  </ns1:cubicBezTo>
                  <ns1:cubicBezTo>
                    <ns1:pt x="109" y="112"/>
                    <ns1:pt x="125" y="68"/>
                    <ns1:pt x="125" y="68"/>
                  </ns1:cubicBezTo>
                  <ns1:close/>
                  <ns1:moveTo>
                    <ns1:pt x="125" y="68"/>
                  </ns1:moveTo>
                  <ns1:cubicBezTo>
                    <ns1:pt x="125" y="68"/>
                    <ns1:pt x="125" y="68"/>
                    <ns1:pt x="125" y="68"/>
                  </ns1:cubicBezTo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3:hiddenLine w="9525">
                  <ns1:solidFill>
                    <ns1:srgbClr val="000000"/>
                  </ns1:solidFill>
                  <ns1:round/>
                  <ns1:headEnd/>
                  <ns1:tailEnd/>
                </ns3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en-US"/>
            </ns1:p>
          </ns0:txBody>
        </ns0:sp>
      </ns0:grpSp>
      <ns0:grpSp>
        <ns0:nvGrpSpPr>
          <ns0:cNvPr id="66" name="Group 44">
            <ns1:extLst>
              <ns1:ext uri="{FF2B5EF4-FFF2-40B4-BE49-F238E27FC236}">
                <ns2:creationId id="{BBBE3CCB-04F5-477C-96F2-7AEF9DB38270}"/>
              </ns1:ext>
            </ns1:extLst>
          </ns0:cNvPr>
          <ns0:cNvGrpSpPr>
            <ns1:grpSpLocks noChangeAspect="1"/>
          </ns0:cNvGrpSpPr>
          <ns0:nvPr/>
        </ns0:nvGrpSpPr>
        <ns0:grpSpPr bwMode="auto">
          <ns1:xfrm>
            <ns1:off x="5713316" y="3945075"/>
            <ns1:ext cx="765369" cy="763244"/>
            <ns1:chOff x="1676" y="6"/>
            <ns1:chExt cx="4322" cy="4310"/>
          </ns1:xfrm>
          <ns1:solidFill>
            <ns1:srgbClr val="F07D66"/>
          </ns1:solidFill>
        </ns0:grpSpPr>
        <ns0:sp>
          <ns0:nvSpPr>
            <ns0:cNvPr id="68" name="Freeform 45">
              <ns1:extLst>
                <ns1:ext uri="{FF2B5EF4-FFF2-40B4-BE49-F238E27FC236}">
                  <ns2:creationId id="{9410A3A3-47D9-4E03-8402-0B70A35DB77E}"/>
                </ns1:ext>
              </ns1:extLst>
            </ns0:cNvPr>
            <ns0:cNvSpPr>
              <ns1:spLocks noEditPoints="1"/>
            </ns0:cNvSpPr>
            <ns0:nvPr/>
          </ns0:nvSpPr>
          <ns0:spPr bwMode="auto">
            <ns1:xfrm>
              <ns1:off x="4786" y="2487"/>
              <ns1:ext cx="514" cy="516"/>
            </ns1:xfrm>
            <ns1:custGeom>
              <ns1:avLst/>
              <ns1:gdLst>
                <ns1:gd name="T0" fmla="*/ 0 w 243"/>
                <ns1:gd name="T1" fmla="*/ 122 h 244"/>
                <ns1:gd name="T2" fmla="*/ 122 w 243"/>
                <ns1:gd name="T3" fmla="*/ 244 h 244"/>
                <ns1:gd name="T4" fmla="*/ 243 w 243"/>
                <ns1:gd name="T5" fmla="*/ 122 h 244"/>
                <ns1:gd name="T6" fmla="*/ 122 w 243"/>
                <ns1:gd name="T7" fmla="*/ 0 h 244"/>
                <ns1:gd name="T8" fmla="*/ 0 w 243"/>
                <ns1:gd name="T9" fmla="*/ 122 h 244"/>
                <ns1:gd name="T10" fmla="*/ 162 w 243"/>
                <ns1:gd name="T11" fmla="*/ 122 h 244"/>
                <ns1:gd name="T12" fmla="*/ 122 w 243"/>
                <ns1:gd name="T13" fmla="*/ 162 h 244"/>
                <ns1:gd name="T14" fmla="*/ 82 w 243"/>
                <ns1:gd name="T15" fmla="*/ 122 h 244"/>
                <ns1:gd name="T16" fmla="*/ 122 w 243"/>
                <ns1:gd name="T17" fmla="*/ 82 h 244"/>
                <ns1:gd name="T18" fmla="*/ 162 w 243"/>
                <ns1:gd name="T19" fmla="*/ 122 h 244"/>
                <ns1:gd name="T20" fmla="*/ 162 w 243"/>
                <ns1:gd name="T21" fmla="*/ 122 h 244"/>
                <ns1:gd name="T22" fmla="*/ 162 w 243"/>
                <ns1:gd name="T23" fmla="*/ 122 h 244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</ns1:cxnLst>
              <ns1:rect l="0" t="0" r="r" b="b"/>
              <ns1:pathLst>
                <ns1:path w="243" h="244">
                  <ns1:moveTo>
                    <ns1:pt x="0" y="122"/>
                  </ns1:moveTo>
                  <ns1:cubicBezTo>
                    <ns1:pt x="0" y="189"/>
                    <ns1:pt x="55" y="244"/>
                    <ns1:pt x="122" y="244"/>
                  </ns1:cubicBezTo>
                  <ns1:cubicBezTo>
                    <ns1:pt x="189" y="244"/>
                    <ns1:pt x="243" y="189"/>
                    <ns1:pt x="243" y="122"/>
                  </ns1:cubicBezTo>
                  <ns1:cubicBezTo>
                    <ns1:pt x="243" y="55"/>
                    <ns1:pt x="189" y="0"/>
                    <ns1:pt x="122" y="0"/>
                  </ns1:cubicBezTo>
                  <ns1:cubicBezTo>
                    <ns1:pt x="55" y="0"/>
                    <ns1:pt x="0" y="55"/>
                    <ns1:pt x="0" y="122"/>
                  </ns1:cubicBezTo>
                  <ns1:close/>
                  <ns1:moveTo>
                    <ns1:pt x="162" y="122"/>
                  </ns1:moveTo>
                  <ns1:cubicBezTo>
                    <ns1:pt x="162" y="144"/>
                    <ns1:pt x="144" y="162"/>
                    <ns1:pt x="122" y="162"/>
                  </ns1:cubicBezTo>
                  <ns1:cubicBezTo>
                    <ns1:pt x="100" y="162"/>
                    <ns1:pt x="82" y="144"/>
                    <ns1:pt x="82" y="122"/>
                  </ns1:cubicBezTo>
                  <ns1:cubicBezTo>
                    <ns1:pt x="82" y="100"/>
                    <ns1:pt x="100" y="82"/>
                    <ns1:pt x="122" y="82"/>
                  </ns1:cubicBezTo>
                  <ns1:cubicBezTo>
                    <ns1:pt x="144" y="82"/>
                    <ns1:pt x="162" y="100"/>
                    <ns1:pt x="162" y="122"/>
                  </ns1:cubicBezTo>
                  <ns1:close/>
                  <ns1:moveTo>
                    <ns1:pt x="162" y="122"/>
                  </ns1:moveTo>
                  <ns1:cubicBezTo>
                    <ns1:pt x="162" y="122"/>
                    <ns1:pt x="162" y="122"/>
                    <ns1:pt x="162" y="122"/>
                  </ns1:cubicBezTo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3:hiddenLine w="9525">
                  <ns1:solidFill>
                    <ns1:srgbClr val="000000"/>
                  </ns1:solidFill>
                  <ns1:round/>
                  <ns1:headEnd/>
                  <ns1:tailEnd/>
                </ns3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en-US"/>
            </ns1:p>
          </ns0:txBody>
        </ns0:sp>
        <ns0:sp>
          <ns0:nvSpPr>
            <ns0:cNvPr id="69" name="Freeform 46">
              <ns1:extLst>
                <ns1:ext uri="{FF2B5EF4-FFF2-40B4-BE49-F238E27FC236}">
                  <ns2:creationId id="{6F23F716-9911-4952-9A2B-6A78B858EE19}"/>
                </ns1:ext>
              </ns1:extLst>
            </ns0:cNvPr>
            <ns0:cNvSpPr>
              <ns1:spLocks noEditPoints="1"/>
            </ns0:cNvSpPr>
            <ns0:nvPr/>
          </ns0:nvSpPr>
          <ns0:spPr bwMode="auto">
            <ns1:xfrm>
              <ns1:off x="1676" y="6"/>
              <ns1:ext cx="4322" cy="4310"/>
            </ns1:xfrm>
            <ns1:custGeom>
              <ns1:avLst/>
              <ns1:gdLst>
                <ns1:gd name="T0" fmla="*/ 1854 w 2044"/>
                <ns1:gd name="T1" fmla="*/ 182 h 2038"/>
                <ns1:gd name="T2" fmla="*/ 983 w 2044"/>
                <ns1:gd name="T3" fmla="*/ 41 h 2038"/>
                <ns1:gd name="T4" fmla="*/ 404 w 2044"/>
                <ns1:gd name="T5" fmla="*/ 41 h 2038"/>
                <ns1:gd name="T6" fmla="*/ 157 w 2044"/>
                <ns1:gd name="T7" fmla="*/ 182 h 2038"/>
                <ns1:gd name="T8" fmla="*/ 0 w 2044"/>
                <ns1:gd name="T9" fmla="*/ 252 h 2038"/>
                <ns1:gd name="T10" fmla="*/ 157 w 2044"/>
                <ns1:gd name="T11" fmla="*/ 761 h 2038"/>
                <ns1:gd name="T12" fmla="*/ 339 w 2044"/>
                <ns1:gd name="T13" fmla="*/ 819 h 2038"/>
                <ns1:gd name="T14" fmla="*/ 443 w 2044"/>
                <ns1:gd name="T15" fmla="*/ 1064 h 2038"/>
                <ns1:gd name="T16" fmla="*/ 525 w 2044"/>
                <ns1:gd name="T17" fmla="*/ 1275 h 2038"/>
                <ns1:gd name="T18" fmla="*/ 617 w 2044"/>
                <ns1:gd name="T19" fmla="*/ 1275 h 2038"/>
                <ns1:gd name="T20" fmla="*/ 699 w 2044"/>
                <ns1:gd name="T21" fmla="*/ 1064 h 2038"/>
                <ns1:gd name="T22" fmla="*/ 800 w 2044"/>
                <ns1:gd name="T23" fmla="*/ 819 h 2038"/>
                <ns1:gd name="T24" fmla="*/ 290 w 2044"/>
                <ns1:gd name="T25" fmla="*/ 1771 h 2038"/>
                <ns1:gd name="T26" fmla="*/ 1813 w 2044"/>
                <ns1:gd name="T27" fmla="*/ 2038 h 2038"/>
                <ns1:gd name="T28" fmla="*/ 2003 w 2044"/>
                <ns1:gd name="T29" fmla="*/ 1853 h 2038"/>
                <ns1:gd name="T30" fmla="*/ 2003 w 2044"/>
                <ns1:gd name="T31" fmla="*/ 400 h 2038"/>
                <ns1:gd name="T32" fmla="*/ 1561 w 2044"/>
                <ns1:gd name="T33" fmla="*/ 223 h 2038"/>
                <ns1:gd name="T34" fmla="*/ 1269 w 2044"/>
                <ns1:gd name="T35" fmla="*/ 400 h 2038"/>
                <ns1:gd name="T36" fmla="*/ 1445 w 2044"/>
                <ns1:gd name="T37" fmla="*/ 223 h 2038"/>
                <ns1:gd name="T38" fmla="*/ 866 w 2044"/>
                <ns1:gd name="T39" fmla="*/ 400 h 2038"/>
                <ns1:gd name="T40" fmla="*/ 1109 w 2044"/>
                <ns1:gd name="T41" fmla="*/ 300 h 2038"/>
                <ns1:gd name="T42" fmla="*/ 606 w 2044"/>
                <ns1:gd name="T43" fmla="*/ 400 h 2038"/>
                <ns1:gd name="T44" fmla="*/ 926 w 2044"/>
                <ns1:gd name="T45" fmla="*/ 223 h 2038"/>
                <ns1:gd name="T46" fmla="*/ 491 w 2044"/>
                <ns1:gd name="T47" fmla="*/ 400 h 2038"/>
                <ns1:gd name="T48" fmla="*/ 667 w 2044"/>
                <ns1:gd name="T49" fmla="*/ 223 h 2038"/>
                <ns1:gd name="T50" fmla="*/ 1772 w 2044"/>
                <ns1:gd name="T51" fmla="*/ 271 h 2038"/>
                <ns1:gd name="T52" fmla="*/ 1772 w 2044"/>
                <ns1:gd name="T53" fmla="*/ 271 h 2038"/>
                <ns1:gd name="T54" fmla="*/ 735 w 2044"/>
                <ns1:gd name="T55" fmla="*/ 82 h 2038"/>
                <ns1:gd name="T56" fmla="*/ 486 w 2044"/>
                <ns1:gd name="T57" fmla="*/ 82 h 2038"/>
                <ns1:gd name="T58" fmla="*/ 486 w 2044"/>
                <ns1:gd name="T59" fmla="*/ 142 h 2038"/>
                <ns1:gd name="T60" fmla="*/ 82 w 2044"/>
                <ns1:gd name="T61" fmla="*/ 293 h 2038"/>
                <ns1:gd name="T62" fmla="*/ 82 w 2044"/>
                <ns1:gd name="T63" fmla="*/ 679 h 2038"/>
                <ns1:gd name="T64" fmla="*/ 737 w 2044"/>
                <ns1:gd name="T65" fmla="*/ 646 h 2038"/>
                <ns1:gd name="T66" fmla="*/ 239 w 2044"/>
                <ns1:gd name="T67" fmla="*/ 565 h 2038"/>
                <ns1:gd name="T68" fmla="*/ 404 w 2044"/>
                <ns1:gd name="T69" fmla="*/ 440 h 2038"/>
                <ns1:gd name="T70" fmla="*/ 1772 w 2044"/>
                <ns1:gd name="T71" fmla="*/ 565 h 2038"/>
                <ns1:gd name="T72" fmla="*/ 1064 w 2044"/>
                <ns1:gd name="T73" fmla="*/ 646 h 2038"/>
                <ns1:gd name="T74" fmla="*/ 239 w 2044"/>
                <ns1:gd name="T75" fmla="*/ 738 h 2038"/>
                <ns1:gd name="T76" fmla="*/ 421 w 2044"/>
                <ns1:gd name="T77" fmla="*/ 982 h 2038"/>
                <ns1:gd name="T78" fmla="*/ 718 w 2044"/>
                <ns1:gd name="T79" fmla="*/ 982 h 2038"/>
                <ns1:gd name="T80" fmla="*/ 1593 w 2044"/>
                <ns1:gd name="T81" fmla="*/ 1034 h 2038"/>
                <ns1:gd name="T82" fmla="*/ 1772 w 2044"/>
                <ns1:gd name="T83" fmla="*/ 819 h 2038"/>
                <ns1:gd name="T84" fmla="*/ 1413 w 2044"/>
                <ns1:gd name="T85" fmla="*/ 1295 h 2038"/>
                <ns1:gd name="T86" fmla="*/ 1413 w 2044"/>
                <ns1:gd name="T87" fmla="*/ 1485 h 2038"/>
                <ns1:gd name="T88" fmla="*/ 1772 w 2044"/>
                <ns1:gd name="T89" fmla="*/ 1771 h 2038"/>
                <ns1:gd name="T90" fmla="*/ 1772 w 2044"/>
                <ns1:gd name="T91" fmla="*/ 1956 h 2038"/>
                <ns1:gd name="T92" fmla="*/ 290 w 2044"/>
                <ns1:gd name="T93" fmla="*/ 1853 h 2038"/>
                <ns1:gd name="T94" fmla="*/ 1962 w 2044"/>
                <ns1:gd name="T95" fmla="*/ 1771 h 2038"/>
                <ns1:gd name="T96" fmla="*/ 1962 w 2044"/>
                <ns1:gd name="T97" fmla="*/ 481 h 2038"/>
                <ns1:gd name="T98" fmla="*/ 1962 w 2044"/>
                <ns1:gd name="T99" fmla="*/ 1771 h 2038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  <ns1:cxn ang="0">
                  <ns1:pos x="T30" y="T31"/>
                </ns1:cxn>
                <ns1:cxn ang="0">
                  <ns1:pos x="T32" y="T33"/>
                </ns1:cxn>
                <ns1:cxn ang="0">
                  <ns1:pos x="T34" y="T35"/>
                </ns1:cxn>
                <ns1:cxn ang="0">
                  <ns1:pos x="T36" y="T37"/>
                </ns1:cxn>
                <ns1:cxn ang="0">
                  <ns1:pos x="T38" y="T39"/>
                </ns1:cxn>
                <ns1:cxn ang="0">
                  <ns1:pos x="T40" y="T41"/>
                </ns1:cxn>
                <ns1:cxn ang="0">
                  <ns1:pos x="T42" y="T43"/>
                </ns1:cxn>
                <ns1:cxn ang="0">
                  <ns1:pos x="T44" y="T45"/>
                </ns1:cxn>
                <ns1:cxn ang="0">
                  <ns1:pos x="T46" y="T47"/>
                </ns1:cxn>
                <ns1:cxn ang="0">
                  <ns1:pos x="T48" y="T49"/>
                </ns1:cxn>
                <ns1:cxn ang="0">
                  <ns1:pos x="T50" y="T51"/>
                </ns1:cxn>
                <ns1:cxn ang="0">
                  <ns1:pos x="T52" y="T53"/>
                </ns1:cxn>
                <ns1:cxn ang="0">
                  <ns1:pos x="T54" y="T55"/>
                </ns1:cxn>
                <ns1:cxn ang="0">
                  <ns1:pos x="T56" y="T57"/>
                </ns1:cxn>
                <ns1:cxn ang="0">
                  <ns1:pos x="T58" y="T59"/>
                </ns1:cxn>
                <ns1:cxn ang="0">
                  <ns1:pos x="T60" y="T61"/>
                </ns1:cxn>
                <ns1:cxn ang="0">
                  <ns1:pos x="T62" y="T63"/>
                </ns1:cxn>
                <ns1:cxn ang="0">
                  <ns1:pos x="T64" y="T65"/>
                </ns1:cxn>
                <ns1:cxn ang="0">
                  <ns1:pos x="T66" y="T67"/>
                </ns1:cxn>
                <ns1:cxn ang="0">
                  <ns1:pos x="T68" y="T69"/>
                </ns1:cxn>
                <ns1:cxn ang="0">
                  <ns1:pos x="T70" y="T71"/>
                </ns1:cxn>
                <ns1:cxn ang="0">
                  <ns1:pos x="T72" y="T73"/>
                </ns1:cxn>
                <ns1:cxn ang="0">
                  <ns1:pos x="T74" y="T75"/>
                </ns1:cxn>
                <ns1:cxn ang="0">
                  <ns1:pos x="T76" y="T77"/>
                </ns1:cxn>
                <ns1:cxn ang="0">
                  <ns1:pos x="T78" y="T79"/>
                </ns1:cxn>
                <ns1:cxn ang="0">
                  <ns1:pos x="T80" y="T81"/>
                </ns1:cxn>
                <ns1:cxn ang="0">
                  <ns1:pos x="T82" y="T83"/>
                </ns1:cxn>
                <ns1:cxn ang="0">
                  <ns1:pos x="T84" y="T85"/>
                </ns1:cxn>
                <ns1:cxn ang="0">
                  <ns1:pos x="T86" y="T87"/>
                </ns1:cxn>
                <ns1:cxn ang="0">
                  <ns1:pos x="T88" y="T89"/>
                </ns1:cxn>
                <ns1:cxn ang="0">
                  <ns1:pos x="T90" y="T91"/>
                </ns1:cxn>
                <ns1:cxn ang="0">
                  <ns1:pos x="T92" y="T93"/>
                </ns1:cxn>
                <ns1:cxn ang="0">
                  <ns1:pos x="T94" y="T95"/>
                </ns1:cxn>
                <ns1:cxn ang="0">
                  <ns1:pos x="T96" y="T97"/>
                </ns1:cxn>
                <ns1:cxn ang="0">
                  <ns1:pos x="T98" y="T99"/>
                </ns1:cxn>
              </ns1:cxnLst>
              <ns1:rect l="0" t="0" r="r" b="b"/>
              <ns1:pathLst>
                <ns1:path w="2044" h="2038">
                  <ns1:moveTo>
                    <ns1:pt x="2003" y="400"/>
                  </ns1:moveTo>
                  <ns1:cubicBezTo>
                    <ns1:pt x="1854" y="400"/>
                    <ns1:pt x="1854" y="400"/>
                    <ns1:pt x="1854" y="400"/>
                  </ns1:cubicBezTo>
                  <ns1:cubicBezTo>
                    <ns1:pt x="1854" y="182"/>
                    <ns1:pt x="1854" y="182"/>
                    <ns1:pt x="1854" y="182"/>
                  </ns1:cubicBezTo>
                  <ns1:cubicBezTo>
                    <ns1:pt x="1854" y="160"/>
                    <ns1:pt x="1836" y="142"/>
                    <ns1:pt x="1813" y="142"/>
                  </ns1:cubicBezTo>
                  <ns1:cubicBezTo>
                    <ns1:pt x="983" y="142"/>
                    <ns1:pt x="983" y="142"/>
                    <ns1:pt x="983" y="142"/>
                  </ns1:cubicBezTo>
                  <ns1:cubicBezTo>
                    <ns1:pt x="983" y="41"/>
                    <ns1:pt x="983" y="41"/>
                    <ns1:pt x="983" y="41"/>
                  </ns1:cubicBezTo>
                  <ns1:cubicBezTo>
                    <ns1:pt x="983" y="18"/>
                    <ns1:pt x="965" y="0"/>
                    <ns1:pt x="942" y="0"/>
                  </ns1:cubicBezTo>
                  <ns1:cubicBezTo>
                    <ns1:pt x="445" y="0"/>
                    <ns1:pt x="445" y="0"/>
                    <ns1:pt x="445" y="0"/>
                  </ns1:cubicBezTo>
                  <ns1:cubicBezTo>
                    <ns1:pt x="423" y="0"/>
                    <ns1:pt x="404" y="18"/>
                    <ns1:pt x="404" y="41"/>
                  </ns1:cubicBezTo>
                  <ns1:cubicBezTo>
                    <ns1:pt x="404" y="142"/>
                    <ns1:pt x="404" y="142"/>
                    <ns1:pt x="404" y="142"/>
                  </ns1:cubicBezTo>
                  <ns1:cubicBezTo>
                    <ns1:pt x="198" y="142"/>
                    <ns1:pt x="198" y="142"/>
                    <ns1:pt x="198" y="142"/>
                  </ns1:cubicBezTo>
                  <ns1:cubicBezTo>
                    <ns1:pt x="175" y="142"/>
                    <ns1:pt x="157" y="160"/>
                    <ns1:pt x="157" y="182"/>
                  </ns1:cubicBezTo>
                  <ns1:cubicBezTo>
                    <ns1:pt x="157" y="211"/>
                    <ns1:pt x="157" y="211"/>
                    <ns1:pt x="157" y="211"/>
                  </ns1:cubicBezTo>
                  <ns1:cubicBezTo>
                    <ns1:pt x="41" y="211"/>
                    <ns1:pt x="41" y="211"/>
                    <ns1:pt x="41" y="211"/>
                  </ns1:cubicBezTo>
                  <ns1:cubicBezTo>
                    <ns1:pt x="18" y="211"/>
                    <ns1:pt x="0" y="229"/>
                    <ns1:pt x="0" y="252"/>
                  </ns1:cubicBezTo>
                  <ns1:cubicBezTo>
                    <ns1:pt x="0" y="720"/>
                    <ns1:pt x="0" y="720"/>
                    <ns1:pt x="0" y="720"/>
                  </ns1:cubicBezTo>
                  <ns1:cubicBezTo>
                    <ns1:pt x="0" y="743"/>
                    <ns1:pt x="18" y="761"/>
                    <ns1:pt x="41" y="761"/>
                  </ns1:cubicBezTo>
                  <ns1:cubicBezTo>
                    <ns1:pt x="157" y="761"/>
                    <ns1:pt x="157" y="761"/>
                    <ns1:pt x="157" y="761"/>
                  </ns1:cubicBezTo>
                  <ns1:cubicBezTo>
                    <ns1:pt x="157" y="778"/>
                    <ns1:pt x="157" y="778"/>
                    <ns1:pt x="157" y="778"/>
                  </ns1:cubicBezTo>
                  <ns1:cubicBezTo>
                    <ns1:pt x="157" y="801"/>
                    <ns1:pt x="175" y="819"/>
                    <ns1:pt x="198" y="819"/>
                  </ns1:cubicBezTo>
                  <ns1:cubicBezTo>
                    <ns1:pt x="339" y="819"/>
                    <ns1:pt x="339" y="819"/>
                    <ns1:pt x="339" y="819"/>
                  </ns1:cubicBezTo>
                  <ns1:cubicBezTo>
                    <ns1:pt x="339" y="1023"/>
                    <ns1:pt x="339" y="1023"/>
                    <ns1:pt x="339" y="1023"/>
                  </ns1:cubicBezTo>
                  <ns1:cubicBezTo>
                    <ns1:pt x="339" y="1045"/>
                    <ns1:pt x="358" y="1064"/>
                    <ns1:pt x="380" y="1064"/>
                  </ns1:cubicBezTo>
                  <ns1:cubicBezTo>
                    <ns1:pt x="443" y="1064"/>
                    <ns1:pt x="443" y="1064"/>
                    <ns1:pt x="443" y="1064"/>
                  </ns1:cubicBezTo>
                  <ns1:cubicBezTo>
                    <ns1:pt x="443" y="1275"/>
                    <ns1:pt x="443" y="1275"/>
                    <ns1:pt x="443" y="1275"/>
                  </ns1:cubicBezTo>
                  <ns1:cubicBezTo>
                    <ns1:pt x="443" y="1298"/>
                    <ns1:pt x="462" y="1316"/>
                    <ns1:pt x="484" y="1316"/>
                  </ns1:cubicBezTo>
                  <ns1:cubicBezTo>
                    <ns1:pt x="507" y="1316"/>
                    <ns1:pt x="525" y="1298"/>
                    <ns1:pt x="525" y="1275"/>
                  </ns1:cubicBezTo>
                  <ns1:cubicBezTo>
                    <ns1:pt x="525" y="1064"/>
                    <ns1:pt x="525" y="1064"/>
                    <ns1:pt x="525" y="1064"/>
                  </ns1:cubicBezTo>
                  <ns1:cubicBezTo>
                    <ns1:pt x="617" y="1064"/>
                    <ns1:pt x="617" y="1064"/>
                    <ns1:pt x="617" y="1064"/>
                  </ns1:cubicBezTo>
                  <ns1:cubicBezTo>
                    <ns1:pt x="617" y="1275"/>
                    <ns1:pt x="617" y="1275"/>
                    <ns1:pt x="617" y="1275"/>
                  </ns1:cubicBezTo>
                  <ns1:cubicBezTo>
                    <ns1:pt x="617" y="1298"/>
                    <ns1:pt x="635" y="1316"/>
                    <ns1:pt x="658" y="1316"/>
                  </ns1:cubicBezTo>
                  <ns1:cubicBezTo>
                    <ns1:pt x="680" y="1316"/>
                    <ns1:pt x="699" y="1298"/>
                    <ns1:pt x="699" y="1275"/>
                  </ns1:cubicBezTo>
                  <ns1:cubicBezTo>
                    <ns1:pt x="699" y="1064"/>
                    <ns1:pt x="699" y="1064"/>
                    <ns1:pt x="699" y="1064"/>
                  </ns1:cubicBezTo>
                  <ns1:cubicBezTo>
                    <ns1:pt x="759" y="1064"/>
                    <ns1:pt x="759" y="1064"/>
                    <ns1:pt x="759" y="1064"/>
                  </ns1:cubicBezTo>
                  <ns1:cubicBezTo>
                    <ns1:pt x="782" y="1064"/>
                    <ns1:pt x="800" y="1045"/>
                    <ns1:pt x="800" y="1023"/>
                  </ns1:cubicBezTo>
                  <ns1:cubicBezTo>
                    <ns1:pt x="800" y="819"/>
                    <ns1:pt x="800" y="819"/>
                    <ns1:pt x="800" y="819"/>
                  </ns1:cubicBezTo>
                  <ns1:cubicBezTo>
                    <ns1:pt x="1331" y="819"/>
                    <ns1:pt x="1331" y="819"/>
                    <ns1:pt x="1331" y="819"/>
                  </ns1:cubicBezTo>
                  <ns1:cubicBezTo>
                    <ns1:pt x="1331" y="1771"/>
                    <ns1:pt x="1331" y="1771"/>
                    <ns1:pt x="1331" y="1771"/>
                  </ns1:cubicBezTo>
                  <ns1:cubicBezTo>
                    <ns1:pt x="290" y="1771"/>
                    <ns1:pt x="290" y="1771"/>
                    <ns1:pt x="290" y="1771"/>
                  </ns1:cubicBezTo>
                  <ns1:cubicBezTo>
                    <ns1:pt x="217" y="1771"/>
                    <ns1:pt x="157" y="1831"/>
                    <ns1:pt x="157" y="1905"/>
                  </ns1:cubicBezTo>
                  <ns1:cubicBezTo>
                    <ns1:pt x="157" y="1978"/>
                    <ns1:pt x="217" y="2038"/>
                    <ns1:pt x="290" y="2038"/>
                  </ns1:cubicBezTo>
                  <ns1:cubicBezTo>
                    <ns1:pt x="1813" y="2038"/>
                    <ns1:pt x="1813" y="2038"/>
                    <ns1:pt x="1813" y="2038"/>
                  </ns1:cubicBezTo>
                  <ns1:cubicBezTo>
                    <ns1:pt x="1836" y="2038"/>
                    <ns1:pt x="1854" y="2020"/>
                    <ns1:pt x="1854" y="1997"/>
                  </ns1:cubicBezTo>
                  <ns1:cubicBezTo>
                    <ns1:pt x="1854" y="1853"/>
                    <ns1:pt x="1854" y="1853"/>
                    <ns1:pt x="1854" y="1853"/>
                  </ns1:cubicBezTo>
                  <ns1:cubicBezTo>
                    <ns1:pt x="2003" y="1853"/>
                    <ns1:pt x="2003" y="1853"/>
                    <ns1:pt x="2003" y="1853"/>
                  </ns1:cubicBezTo>
                  <ns1:cubicBezTo>
                    <ns1:pt x="2026" y="1853"/>
                    <ns1:pt x="2044" y="1835"/>
                    <ns1:pt x="2044" y="1812"/>
                  </ns1:cubicBezTo>
                  <ns1:cubicBezTo>
                    <ns1:pt x="2044" y="440"/>
                    <ns1:pt x="2044" y="440"/>
                    <ns1:pt x="2044" y="440"/>
                  </ns1:cubicBezTo>
                  <ns1:cubicBezTo>
                    <ns1:pt x="2044" y="418"/>
                    <ns1:pt x="2026" y="400"/>
                    <ns1:pt x="2003" y="400"/>
                  </ns1:cubicBezTo>
                  <ns1:close/>
                  <ns1:moveTo>
                    <ns1:pt x="1529" y="400"/>
                  </ns1:moveTo>
                  <ns1:cubicBezTo>
                    <ns1:pt x="1385" y="400"/>
                    <ns1:pt x="1385" y="400"/>
                    <ns1:pt x="1385" y="400"/>
                  </ns1:cubicBezTo>
                  <ns1:cubicBezTo>
                    <ns1:pt x="1561" y="223"/>
                    <ns1:pt x="1561" y="223"/>
                    <ns1:pt x="1561" y="223"/>
                  </ns1:cubicBezTo>
                  <ns1:cubicBezTo>
                    <ns1:pt x="1705" y="223"/>
                    <ns1:pt x="1705" y="223"/>
                    <ns1:pt x="1705" y="223"/>
                  </ns1:cubicBezTo>
                  <ns1:lnTo>
                    <ns1:pt x="1529" y="400"/>
                  </ns1:lnTo>
                  <ns1:close/>
                  <ns1:moveTo>
                    <ns1:pt x="1269" y="400"/>
                  </ns1:moveTo>
                  <ns1:cubicBezTo>
                    <ns1:pt x="1125" y="400"/>
                    <ns1:pt x="1125" y="400"/>
                    <ns1:pt x="1125" y="400"/>
                  </ns1:cubicBezTo>
                  <ns1:cubicBezTo>
                    <ns1:pt x="1301" y="223"/>
                    <ns1:pt x="1301" y="223"/>
                    <ns1:pt x="1301" y="223"/>
                  </ns1:cubicBezTo>
                  <ns1:cubicBezTo>
                    <ns1:pt x="1445" y="223"/>
                    <ns1:pt x="1445" y="223"/>
                    <ns1:pt x="1445" y="223"/>
                  </ns1:cubicBezTo>
                  <ns1:lnTo>
                    <ns1:pt x="1269" y="400"/>
                  </ns1:lnTo>
                  <ns1:close/>
                  <ns1:moveTo>
                    <ns1:pt x="1010" y="400"/>
                  </ns1:moveTo>
                  <ns1:cubicBezTo>
                    <ns1:pt x="866" y="400"/>
                    <ns1:pt x="866" y="400"/>
                    <ns1:pt x="866" y="400"/>
                  </ns1:cubicBezTo>
                  <ns1:cubicBezTo>
                    <ns1:pt x="1042" y="223"/>
                    <ns1:pt x="1042" y="223"/>
                    <ns1:pt x="1042" y="223"/>
                  </ns1:cubicBezTo>
                  <ns1:cubicBezTo>
                    <ns1:pt x="1186" y="223"/>
                    <ns1:pt x="1186" y="223"/>
                    <ns1:pt x="1186" y="223"/>
                  </ns1:cubicBezTo>
                  <ns1:cubicBezTo>
                    <ns1:pt x="1109" y="300"/>
                    <ns1:pt x="1109" y="300"/>
                    <ns1:pt x="1109" y="300"/>
                  </ns1:cubicBezTo>
                  <ns1:lnTo>
                    <ns1:pt x="1010" y="400"/>
                  </ns1:lnTo>
                  <ns1:close/>
                  <ns1:moveTo>
                    <ns1:pt x="750" y="400"/>
                  </ns1:moveTo>
                  <ns1:cubicBezTo>
                    <ns1:pt x="606" y="400"/>
                    <ns1:pt x="606" y="400"/>
                    <ns1:pt x="606" y="400"/>
                  </ns1:cubicBezTo>
                  <ns1:cubicBezTo>
                    <ns1:pt x="757" y="249"/>
                    <ns1:pt x="757" y="249"/>
                    <ns1:pt x="757" y="249"/>
                  </ns1:cubicBezTo>
                  <ns1:cubicBezTo>
                    <ns1:pt x="782" y="223"/>
                    <ns1:pt x="782" y="223"/>
                    <ns1:pt x="782" y="223"/>
                  </ns1:cubicBezTo>
                  <ns1:cubicBezTo>
                    <ns1:pt x="926" y="223"/>
                    <ns1:pt x="926" y="223"/>
                    <ns1:pt x="926" y="223"/>
                  </ns1:cubicBezTo>
                  <ns1:cubicBezTo>
                    <ns1:pt x="850" y="300"/>
                    <ns1:pt x="850" y="300"/>
                    <ns1:pt x="850" y="300"/>
                  </ns1:cubicBezTo>
                  <ns1:lnTo>
                    <ns1:pt x="750" y="400"/>
                  </ns1:lnTo>
                  <ns1:close/>
                  <ns1:moveTo>
                    <ns1:pt x="491" y="400"/>
                  </ns1:moveTo>
                  <ns1:cubicBezTo>
                    <ns1:pt x="486" y="400"/>
                    <ns1:pt x="486" y="400"/>
                    <ns1:pt x="486" y="400"/>
                  </ns1:cubicBezTo>
                  <ns1:cubicBezTo>
                    <ns1:pt x="486" y="223"/>
                    <ns1:pt x="486" y="223"/>
                    <ns1:pt x="486" y="223"/>
                  </ns1:cubicBezTo>
                  <ns1:cubicBezTo>
                    <ns1:pt x="667" y="223"/>
                    <ns1:pt x="667" y="223"/>
                    <ns1:pt x="667" y="223"/>
                  </ns1:cubicBezTo>
                  <ns1:cubicBezTo>
                    <ns1:pt x="516" y="374"/>
                    <ns1:pt x="516" y="374"/>
                    <ns1:pt x="516" y="374"/>
                  </ns1:cubicBezTo>
                  <ns1:lnTo>
                    <ns1:pt x="491" y="400"/>
                  </ns1:lnTo>
                  <ns1:close/>
                  <ns1:moveTo>
                    <ns1:pt x="1772" y="271"/>
                  </ns1:moveTo>
                  <ns1:cubicBezTo>
                    <ns1:pt x="1772" y="400"/>
                    <ns1:pt x="1772" y="400"/>
                    <ns1:pt x="1772" y="400"/>
                  </ns1:cubicBezTo>
                  <ns1:cubicBezTo>
                    <ns1:pt x="1644" y="400"/>
                    <ns1:pt x="1644" y="400"/>
                    <ns1:pt x="1644" y="400"/>
                  </ns1:cubicBezTo>
                  <ns1:lnTo>
                    <ns1:pt x="1772" y="271"/>
                  </ns1:lnTo>
                  <ns1:close/>
                  <ns1:moveTo>
                    <ns1:pt x="902" y="142"/>
                  </ns1:moveTo>
                  <ns1:cubicBezTo>
                    <ns1:pt x="735" y="142"/>
                    <ns1:pt x="735" y="142"/>
                    <ns1:pt x="735" y="142"/>
                  </ns1:cubicBezTo>
                  <ns1:cubicBezTo>
                    <ns1:pt x="735" y="82"/>
                    <ns1:pt x="735" y="82"/>
                    <ns1:pt x="735" y="82"/>
                  </ns1:cubicBezTo>
                  <ns1:cubicBezTo>
                    <ns1:pt x="902" y="82"/>
                    <ns1:pt x="902" y="82"/>
                    <ns1:pt x="902" y="82"/>
                  </ns1:cubicBezTo>
                  <ns1:cubicBezTo>
                    <ns1:pt x="902" y="142"/>
                    <ns1:pt x="902" y="142"/>
                    <ns1:pt x="902" y="142"/>
                  </ns1:cubicBezTo>
                  <ns1:close/>
                  <ns1:moveTo>
                    <ns1:pt x="486" y="82"/>
                  </ns1:moveTo>
                  <ns1:cubicBezTo>
                    <ns1:pt x="653" y="82"/>
                    <ns1:pt x="653" y="82"/>
                    <ns1:pt x="653" y="82"/>
                  </ns1:cubicBezTo>
                  <ns1:cubicBezTo>
                    <ns1:pt x="653" y="142"/>
                    <ns1:pt x="653" y="142"/>
                    <ns1:pt x="653" y="142"/>
                  </ns1:cubicBezTo>
                  <ns1:cubicBezTo>
                    <ns1:pt x="486" y="142"/>
                    <ns1:pt x="486" y="142"/>
                    <ns1:pt x="486" y="142"/>
                  </ns1:cubicBezTo>
                  <ns1:lnTo>
                    <ns1:pt x="486" y="82"/>
                  </ns1:lnTo>
                  <ns1:close/>
                  <ns1:moveTo>
                    <ns1:pt x="82" y="679"/>
                  </ns1:moveTo>
                  <ns1:cubicBezTo>
                    <ns1:pt x="82" y="293"/>
                    <ns1:pt x="82" y="293"/>
                    <ns1:pt x="82" y="293"/>
                  </ns1:cubicBezTo>
                  <ns1:cubicBezTo>
                    <ns1:pt x="157" y="293"/>
                    <ns1:pt x="157" y="293"/>
                    <ns1:pt x="157" y="293"/>
                  </ns1:cubicBezTo>
                  <ns1:cubicBezTo>
                    <ns1:pt x="157" y="679"/>
                    <ns1:pt x="157" y="679"/>
                    <ns1:pt x="157" y="679"/>
                  </ns1:cubicBezTo>
                  <ns1:lnTo>
                    <ns1:pt x="82" y="679"/>
                  </ns1:lnTo>
                  <ns1:close/>
                  <ns1:moveTo>
                    <ns1:pt x="239" y="720"/>
                  </ns1:moveTo>
                  <ns1:cubicBezTo>
                    <ns1:pt x="239" y="646"/>
                    <ns1:pt x="239" y="646"/>
                    <ns1:pt x="239" y="646"/>
                  </ns1:cubicBezTo>
                  <ns1:cubicBezTo>
                    <ns1:pt x="737" y="646"/>
                    <ns1:pt x="737" y="646"/>
                    <ns1:pt x="737" y="646"/>
                  </ns1:cubicBezTo>
                  <ns1:cubicBezTo>
                    <ns1:pt x="760" y="646"/>
                    <ns1:pt x="778" y="628"/>
                    <ns1:pt x="778" y="605"/>
                  </ns1:cubicBezTo>
                  <ns1:cubicBezTo>
                    <ns1:pt x="778" y="583"/>
                    <ns1:pt x="760" y="565"/>
                    <ns1:pt x="737" y="565"/>
                  </ns1:cubicBezTo>
                  <ns1:cubicBezTo>
                    <ns1:pt x="239" y="565"/>
                    <ns1:pt x="239" y="565"/>
                    <ns1:pt x="239" y="565"/>
                  </ns1:cubicBezTo>
                  <ns1:cubicBezTo>
                    <ns1:pt x="239" y="223"/>
                    <ns1:pt x="239" y="223"/>
                    <ns1:pt x="239" y="223"/>
                  </ns1:cubicBezTo>
                  <ns1:cubicBezTo>
                    <ns1:pt x="404" y="223"/>
                    <ns1:pt x="404" y="223"/>
                    <ns1:pt x="404" y="223"/>
                  </ns1:cubicBezTo>
                  <ns1:cubicBezTo>
                    <ns1:pt x="404" y="440"/>
                    <ns1:pt x="404" y="440"/>
                    <ns1:pt x="404" y="440"/>
                  </ns1:cubicBezTo>
                  <ns1:cubicBezTo>
                    <ns1:pt x="404" y="463"/>
                    <ns1:pt x="423" y="481"/>
                    <ns1:pt x="445" y="481"/>
                  </ns1:cubicBezTo>
                  <ns1:cubicBezTo>
                    <ns1:pt x="1772" y="481"/>
                    <ns1:pt x="1772" y="481"/>
                    <ns1:pt x="1772" y="481"/>
                  </ns1:cubicBezTo>
                  <ns1:cubicBezTo>
                    <ns1:pt x="1772" y="565"/>
                    <ns1:pt x="1772" y="565"/>
                    <ns1:pt x="1772" y="565"/>
                  </ns1:cubicBezTo>
                  <ns1:cubicBezTo>
                    <ns1:pt x="1064" y="565"/>
                    <ns1:pt x="1064" y="565"/>
                    <ns1:pt x="1064" y="565"/>
                  </ns1:cubicBezTo>
                  <ns1:cubicBezTo>
                    <ns1:pt x="1041" y="565"/>
                    <ns1:pt x="1023" y="583"/>
                    <ns1:pt x="1023" y="605"/>
                  </ns1:cubicBezTo>
                  <ns1:cubicBezTo>
                    <ns1:pt x="1023" y="628"/>
                    <ns1:pt x="1041" y="646"/>
                    <ns1:pt x="1064" y="646"/>
                  </ns1:cubicBezTo>
                  <ns1:cubicBezTo>
                    <ns1:pt x="1772" y="646"/>
                    <ns1:pt x="1772" y="646"/>
                    <ns1:pt x="1772" y="646"/>
                  </ns1:cubicBezTo>
                  <ns1:cubicBezTo>
                    <ns1:pt x="1772" y="738"/>
                    <ns1:pt x="1772" y="738"/>
                    <ns1:pt x="1772" y="738"/>
                  </ns1:cubicBezTo>
                  <ns1:cubicBezTo>
                    <ns1:pt x="239" y="738"/>
                    <ns1:pt x="239" y="738"/>
                    <ns1:pt x="239" y="738"/>
                  </ns1:cubicBezTo>
                  <ns1:lnTo>
                    <ns1:pt x="239" y="720"/>
                  </ns1:lnTo>
                  <ns1:close/>
                  <ns1:moveTo>
                    <ns1:pt x="718" y="982"/>
                  </ns1:moveTo>
                  <ns1:cubicBezTo>
                    <ns1:pt x="421" y="982"/>
                    <ns1:pt x="421" y="982"/>
                    <ns1:pt x="421" y="982"/>
                  </ns1:cubicBezTo>
                  <ns1:cubicBezTo>
                    <ns1:pt x="421" y="819"/>
                    <ns1:pt x="421" y="819"/>
                    <ns1:pt x="421" y="819"/>
                  </ns1:cubicBezTo>
                  <ns1:cubicBezTo>
                    <ns1:pt x="718" y="819"/>
                    <ns1:pt x="718" y="819"/>
                    <ns1:pt x="718" y="819"/>
                  </ns1:cubicBezTo>
                  <ns1:lnTo>
                    <ns1:pt x="718" y="982"/>
                  </ns1:lnTo>
                  <ns1:close/>
                  <ns1:moveTo>
                    <ns1:pt x="1772" y="819"/>
                  </ns1:moveTo>
                  <ns1:cubicBezTo>
                    <ns1:pt x="1772" y="1106"/>
                    <ns1:pt x="1772" y="1106"/>
                    <ns1:pt x="1772" y="1106"/>
                  </ns1:cubicBezTo>
                  <ns1:cubicBezTo>
                    <ns1:pt x="1726" y="1061"/>
                    <ns1:pt x="1662" y="1034"/>
                    <ns1:pt x="1593" y="1034"/>
                  </ns1:cubicBezTo>
                  <ns1:cubicBezTo>
                    <ns1:pt x="1523" y="1034"/>
                    <ns1:pt x="1460" y="1061"/>
                    <ns1:pt x="1413" y="1106"/>
                  </ns1:cubicBezTo>
                  <ns1:cubicBezTo>
                    <ns1:pt x="1413" y="819"/>
                    <ns1:pt x="1413" y="819"/>
                    <ns1:pt x="1413" y="819"/>
                  </ns1:cubicBezTo>
                  <ns1:lnTo>
                    <ns1:pt x="1772" y="819"/>
                  </ns1:lnTo>
                  <ns1:close/>
                  <ns1:moveTo>
                    <ns1:pt x="1772" y="1295"/>
                  </ns1:moveTo>
                  <ns1:cubicBezTo>
                    <ns1:pt x="1772" y="1394"/>
                    <ns1:pt x="1692" y="1475"/>
                    <ns1:pt x="1593" y="1475"/>
                  </ns1:cubicBezTo>
                  <ns1:cubicBezTo>
                    <ns1:pt x="1494" y="1475"/>
                    <ns1:pt x="1413" y="1394"/>
                    <ns1:pt x="1413" y="1295"/>
                  </ns1:cubicBezTo>
                  <ns1:cubicBezTo>
                    <ns1:pt x="1413" y="1196"/>
                    <ns1:pt x="1494" y="1115"/>
                    <ns1:pt x="1593" y="1115"/>
                  </ns1:cubicBezTo>
                  <ns1:cubicBezTo>
                    <ns1:pt x="1692" y="1115"/>
                    <ns1:pt x="1772" y="1196"/>
                    <ns1:pt x="1772" y="1295"/>
                  </ns1:cubicBezTo>
                  <ns1:close/>
                  <ns1:moveTo>
                    <ns1:pt x="1413" y="1485"/>
                  </ns1:moveTo>
                  <ns1:cubicBezTo>
                    <ns1:pt x="1460" y="1529"/>
                    <ns1:pt x="1523" y="1557"/>
                    <ns1:pt x="1593" y="1557"/>
                  </ns1:cubicBezTo>
                  <ns1:cubicBezTo>
                    <ns1:pt x="1662" y="1557"/>
                    <ns1:pt x="1726" y="1529"/>
                    <ns1:pt x="1772" y="1485"/>
                  </ns1:cubicBezTo>
                  <ns1:cubicBezTo>
                    <ns1:pt x="1772" y="1771"/>
                    <ns1:pt x="1772" y="1771"/>
                    <ns1:pt x="1772" y="1771"/>
                  </ns1:cubicBezTo>
                  <ns1:cubicBezTo>
                    <ns1:pt x="1413" y="1771"/>
                    <ns1:pt x="1413" y="1771"/>
                    <ns1:pt x="1413" y="1771"/>
                  </ns1:cubicBezTo>
                  <ns1:cubicBezTo>
                    <ns1:pt x="1413" y="1485"/>
                    <ns1:pt x="1413" y="1485"/>
                    <ns1:pt x="1413" y="1485"/>
                  </ns1:cubicBezTo>
                  <ns1:close/>
                  <ns1:moveTo>
                    <ns1:pt x="1772" y="1956"/>
                  </ns1:moveTo>
                  <ns1:cubicBezTo>
                    <ns1:pt x="290" y="1956"/>
                    <ns1:pt x="290" y="1956"/>
                    <ns1:pt x="290" y="1956"/>
                  </ns1:cubicBezTo>
                  <ns1:cubicBezTo>
                    <ns1:pt x="262" y="1956"/>
                    <ns1:pt x="239" y="1933"/>
                    <ns1:pt x="239" y="1905"/>
                  </ns1:cubicBezTo>
                  <ns1:cubicBezTo>
                    <ns1:pt x="239" y="1876"/>
                    <ns1:pt x="262" y="1853"/>
                    <ns1:pt x="290" y="1853"/>
                  </ns1:cubicBezTo>
                  <ns1:cubicBezTo>
                    <ns1:pt x="1772" y="1853"/>
                    <ns1:pt x="1772" y="1853"/>
                    <ns1:pt x="1772" y="1853"/>
                  </ns1:cubicBezTo>
                  <ns1:lnTo>
                    <ns1:pt x="1772" y="1956"/>
                  </ns1:lnTo>
                  <ns1:close/>
                  <ns1:moveTo>
                    <ns1:pt x="1962" y="1771"/>
                  </ns1:moveTo>
                  <ns1:cubicBezTo>
                    <ns1:pt x="1854" y="1771"/>
                    <ns1:pt x="1854" y="1771"/>
                    <ns1:pt x="1854" y="1771"/>
                  </ns1:cubicBezTo>
                  <ns1:cubicBezTo>
                    <ns1:pt x="1854" y="481"/>
                    <ns1:pt x="1854" y="481"/>
                    <ns1:pt x="1854" y="481"/>
                  </ns1:cubicBezTo>
                  <ns1:cubicBezTo>
                    <ns1:pt x="1962" y="481"/>
                    <ns1:pt x="1962" y="481"/>
                    <ns1:pt x="1962" y="481"/>
                  </ns1:cubicBezTo>
                  <ns1:lnTo>
                    <ns1:pt x="1962" y="1771"/>
                  </ns1:lnTo>
                  <ns1:close/>
                  <ns1:moveTo>
                    <ns1:pt x="1962" y="1771"/>
                  </ns1:moveTo>
                  <ns1:cubicBezTo>
                    <ns1:pt x="1962" y="1771"/>
                    <ns1:pt x="1962" y="1771"/>
                    <ns1:pt x="1962" y="1771"/>
                  </ns1:cubicBezTo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3:hiddenLine w="9525">
                  <ns1:solidFill>
                    <ns1:srgbClr val="000000"/>
                  </ns1:solidFill>
                  <ns1:round/>
                  <ns1:headEnd/>
                  <ns1:tailEnd/>
                </ns3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en-US"/>
            </ns1:p>
          </ns0:txBody>
        </ns0:sp>
        <ns0:sp>
          <ns0:nvSpPr>
            <ns0:cNvPr id="70" name="Freeform 47">
              <ns1:extLst>
                <ns1:ext uri="{FF2B5EF4-FFF2-40B4-BE49-F238E27FC236}">
                  <ns2:creationId id="{28AEE4AF-5E69-4B5F-8DB3-664CBB0DCFA5}"/>
                </ns1:ext>
              </ns1:extLst>
            </ns0:cNvPr>
            <ns0:cNvSpPr>
              <ns1:spLocks noEditPoints="1"/>
            </ns0:cNvSpPr>
            <ns0:nvPr/>
          </ns0:nvSpPr>
          <ns0:spPr bwMode="auto">
            <ns1:xfrm>
              <ns1:off x="3482" y="1186"/>
              <ns1:ext cx="196" cy="191"/>
            </ns1:xfrm>
            <ns1:custGeom>
              <ns1:avLst/>
              <ns1:gdLst>
                <ns1:gd name="T0" fmla="*/ 8 w 93"/>
                <ns1:gd name="T1" fmla="*/ 62 h 90"/>
                <ns1:gd name="T2" fmla="*/ 47 w 93"/>
                <ns1:gd name="T3" fmla="*/ 90 h 90"/>
                <ns1:gd name="T4" fmla="*/ 60 w 93"/>
                <ns1:gd name="T5" fmla="*/ 87 h 90"/>
                <ns1:gd name="T6" fmla="*/ 85 w 93"/>
                <ns1:gd name="T7" fmla="*/ 35 h 90"/>
                <ns1:gd name="T8" fmla="*/ 84 w 93"/>
                <ns1:gd name="T9" fmla="*/ 32 h 90"/>
                <ns1:gd name="T10" fmla="*/ 32 w 93"/>
                <ns1:gd name="T11" fmla="*/ 8 h 90"/>
                <ns1:gd name="T12" fmla="*/ 7 w 93"/>
                <ns1:gd name="T13" fmla="*/ 60 h 90"/>
                <ns1:gd name="T14" fmla="*/ 8 w 93"/>
                <ns1:gd name="T15" fmla="*/ 62 h 90"/>
                <ns1:gd name="T16" fmla="*/ 8 w 93"/>
                <ns1:gd name="T17" fmla="*/ 62 h 90"/>
                <ns1:gd name="T18" fmla="*/ 8 w 93"/>
                <ns1:gd name="T19" fmla="*/ 62 h 90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</ns1:cxnLst>
              <ns1:rect l="0" t="0" r="r" b="b"/>
              <ns1:pathLst>
                <ns1:path w="93" h="90">
                  <ns1:moveTo>
                    <ns1:pt x="8" y="62"/>
                  </ns1:moveTo>
                  <ns1:cubicBezTo>
                    <ns1:pt x="14" y="79"/>
                    <ns1:pt x="30" y="90"/>
                    <ns1:pt x="47" y="90"/>
                  </ns1:cubicBezTo>
                  <ns1:cubicBezTo>
                    <ns1:pt x="51" y="90"/>
                    <ns1:pt x="56" y="89"/>
                    <ns1:pt x="60" y="87"/>
                  </ns1:cubicBezTo>
                  <ns1:cubicBezTo>
                    <ns1:pt x="82" y="80"/>
                    <ns1:pt x="93" y="56"/>
                    <ns1:pt x="85" y="35"/>
                  </ns1:cubicBezTo>
                  <ns1:cubicBezTo>
                    <ns1:pt x="84" y="32"/>
                    <ns1:pt x="84" y="32"/>
                    <ns1:pt x="84" y="32"/>
                  </ns1:cubicBezTo>
                  <ns1:cubicBezTo>
                    <ns1:pt x="77" y="11"/>
                    <ns1:pt x="53" y="0"/>
                    <ns1:pt x="32" y="8"/>
                  </ns1:cubicBezTo>
                  <ns1:cubicBezTo>
                    <ns1:pt x="11" y="15"/>
                    <ns1:pt x="0" y="39"/>
                    <ns1:pt x="7" y="60"/>
                  </ns1:cubicBezTo>
                  <ns1:lnTo>
                    <ns1:pt x="8" y="62"/>
                  </ns1:lnTo>
                  <ns1:close/>
                  <ns1:moveTo>
                    <ns1:pt x="8" y="62"/>
                  </ns1:moveTo>
                  <ns1:cubicBezTo>
                    <ns1:pt x="8" y="62"/>
                    <ns1:pt x="8" y="62"/>
                    <ns1:pt x="8" y="62"/>
                  </ns1:cubicBezTo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3:hiddenLine w="9525">
                  <ns1:solidFill>
                    <ns1:srgbClr val="000000"/>
                  </ns1:solidFill>
                  <ns1:round/>
                  <ns1:headEnd/>
                  <ns1:tailEnd/>
                </ns3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en-US"/>
            </ns1:p>
          </ns0:txBody>
        </ns0:sp>
        <ns0:sp>
          <ns0:nvSpPr>
            <ns0:cNvPr id="71" name="Freeform 48">
              <ns1:extLst>
                <ns1:ext uri="{FF2B5EF4-FFF2-40B4-BE49-F238E27FC236}">
                  <ns2:creationId id="{1B68B3DF-8388-48CE-8C91-7EEDBCA0AC13}"/>
                </ns1:ext>
              </ns1:extLst>
            </ns0:cNvPr>
            <ns0:cNvSpPr>
              <ns1:spLocks noEditPoints="1"/>
            </ns0:cNvSpPr>
            <ns0:nvPr/>
          </ns0:nvSpPr>
          <ns0:spPr bwMode="auto">
            <ns1:xfrm>
              <ns1:off x="2609" y="2960"/>
              <ns1:ext cx="196" cy="189"/>
            </ns1:xfrm>
            <ns1:custGeom>
              <ns1:avLst/>
              <ns1:gdLst>
                <ns1:gd name="T0" fmla="*/ 47 w 93"/>
                <ns1:gd name="T1" fmla="*/ 89 h 89"/>
                <ns1:gd name="T2" fmla="*/ 60 w 93"/>
                <ns1:gd name="T3" fmla="*/ 87 h 89"/>
                <ns1:gd name="T4" fmla="*/ 85 w 93"/>
                <ns1:gd name="T5" fmla="*/ 35 h 89"/>
                <ns1:gd name="T6" fmla="*/ 84 w 93"/>
                <ns1:gd name="T7" fmla="*/ 32 h 89"/>
                <ns1:gd name="T8" fmla="*/ 32 w 93"/>
                <ns1:gd name="T9" fmla="*/ 7 h 89"/>
                <ns1:gd name="T10" fmla="*/ 7 w 93"/>
                <ns1:gd name="T11" fmla="*/ 59 h 89"/>
                <ns1:gd name="T12" fmla="*/ 8 w 93"/>
                <ns1:gd name="T13" fmla="*/ 62 h 89"/>
                <ns1:gd name="T14" fmla="*/ 47 w 93"/>
                <ns1:gd name="T15" fmla="*/ 89 h 89"/>
                <ns1:gd name="T16" fmla="*/ 47 w 93"/>
                <ns1:gd name="T17" fmla="*/ 89 h 89"/>
                <ns1:gd name="T18" fmla="*/ 47 w 93"/>
                <ns1:gd name="T19" fmla="*/ 89 h 89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</ns1:cxnLst>
              <ns1:rect l="0" t="0" r="r" b="b"/>
              <ns1:pathLst>
                <ns1:path w="93" h="89">
                  <ns1:moveTo>
                    <ns1:pt x="47" y="89"/>
                  </ns1:moveTo>
                  <ns1:cubicBezTo>
                    <ns1:pt x="51" y="89"/>
                    <ns1:pt x="56" y="89"/>
                    <ns1:pt x="60" y="87"/>
                  </ns1:cubicBezTo>
                  <ns1:cubicBezTo>
                    <ns1:pt x="82" y="79"/>
                    <ns1:pt x="93" y="56"/>
                    <ns1:pt x="85" y="35"/>
                  </ns1:cubicBezTo>
                  <ns1:cubicBezTo>
                    <ns1:pt x="84" y="32"/>
                    <ns1:pt x="84" y="32"/>
                    <ns1:pt x="84" y="32"/>
                  </ns1:cubicBezTo>
                  <ns1:cubicBezTo>
                    <ns1:pt x="77" y="11"/>
                    <ns1:pt x="53" y="0"/>
                    <ns1:pt x="32" y="7"/>
                  </ns1:cubicBezTo>
                  <ns1:cubicBezTo>
                    <ns1:pt x="11" y="15"/>
                    <ns1:pt x="0" y="38"/>
                    <ns1:pt x="7" y="59"/>
                  </ns1:cubicBezTo>
                  <ns1:cubicBezTo>
                    <ns1:pt x="8" y="62"/>
                    <ns1:pt x="8" y="62"/>
                    <ns1:pt x="8" y="62"/>
                  </ns1:cubicBezTo>
                  <ns1:cubicBezTo>
                    <ns1:pt x="14" y="79"/>
                    <ns1:pt x="30" y="89"/>
                    <ns1:pt x="47" y="89"/>
                  </ns1:cubicBezTo>
                  <ns1:close/>
                  <ns1:moveTo>
                    <ns1:pt x="47" y="89"/>
                  </ns1:moveTo>
                  <ns1:cubicBezTo>
                    <ns1:pt x="47" y="89"/>
                    <ns1:pt x="47" y="89"/>
                    <ns1:pt x="47" y="89"/>
                  </ns1:cubicBezTo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3:hiddenLine w="9525">
                  <ns1:solidFill>
                    <ns1:srgbClr val="000000"/>
                  </ns1:solidFill>
                  <ns1:round/>
                  <ns1:headEnd/>
                  <ns1:tailEnd/>
                </ns3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en-US"/>
            </ns1:p>
          </ns0:txBody>
        </ns0:sp>
      </ns0:grpSp>
      <ns0:grpSp>
        <ns0:nvGrpSpPr>
          <ns0:cNvPr id="74" name="Group 51">
            <ns1:extLst>
              <ns1:ext uri="{FF2B5EF4-FFF2-40B4-BE49-F238E27FC236}">
                <ns2:creationId id="{FB8FFFD0-8ABA-41E7-A31F-B755833A828A}"/>
              </ns1:ext>
            </ns1:extLst>
          </ns0:cNvPr>
          <ns0:cNvGrpSpPr>
            <ns1:grpSpLocks noChangeAspect="1"/>
          </ns0:cNvGrpSpPr>
          <ns0:nvPr/>
        </ns0:nvGrpSpPr>
        <ns0:grpSpPr bwMode="auto">
          <ns1:xfrm>
            <ns1:off x="9258964" y="3972598"/>
            <ns1:ext cx="743615" cy="767016"/>
            <ns1:chOff x="1746" y="-72"/>
            <ns1:chExt cx="4258" cy="4392"/>
          </ns1:xfrm>
          <ns1:solidFill>
            <ns1:srgbClr val="F07D66"/>
          </ns1:solidFill>
        </ns0:grpSpPr>
        <ns0:sp>
          <ns0:nvSpPr>
            <ns0:cNvPr id="76" name="Freeform 52">
              <ns1:extLst>
                <ns1:ext uri="{FF2B5EF4-FFF2-40B4-BE49-F238E27FC236}">
                  <ns2:creationId id="{F354F367-D7B2-4B05-8ED8-1A1D7829885D}"/>
                </ns1:ext>
              </ns1:extLst>
            </ns0:cNvPr>
            <ns0:cNvSpPr>
              <ns1:spLocks/>
            </ns0:cNvSpPr>
            <ns0:nvPr/>
          </ns0:nvSpPr>
          <ns0:spPr bwMode="auto">
            <ns1:xfrm>
              <ns1:off x="3662" y="2461"/>
              <ns1:ext cx="206" cy="210"/>
            </ns1:xfrm>
            <ns1:custGeom>
              <ns1:avLst/>
              <ns1:gdLst>
                <ns1:gd name="T0" fmla="*/ 29 w 98"/>
                <ns1:gd name="T1" fmla="*/ 96 h 100"/>
                <ns1:gd name="T2" fmla="*/ 46 w 98"/>
                <ns1:gd name="T3" fmla="*/ 100 h 100"/>
                <ns1:gd name="T4" fmla="*/ 82 w 98"/>
                <ns1:gd name="T5" fmla="*/ 77 h 100"/>
                <ns1:gd name="T6" fmla="*/ 89 w 98"/>
                <ns1:gd name="T7" fmla="*/ 63 h 100"/>
                <ns1:gd name="T8" fmla="*/ 70 w 98"/>
                <ns1:gd name="T9" fmla="*/ 10 h 100"/>
                <ns1:gd name="T10" fmla="*/ 16 w 98"/>
                <ns1:gd name="T11" fmla="*/ 28 h 100"/>
                <ns1:gd name="T12" fmla="*/ 10 w 98"/>
                <ns1:gd name="T13" fmla="*/ 42 h 100"/>
                <ns1:gd name="T14" fmla="*/ 29 w 98"/>
                <ns1:gd name="T15" fmla="*/ 96 h 100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</ns1:cxnLst>
              <ns1:rect l="0" t="0" r="r" b="b"/>
              <ns1:pathLst>
                <ns1:path w="98" h="100">
                  <ns1:moveTo>
                    <ns1:pt x="29" y="96"/>
                  </ns1:moveTo>
                  <ns1:cubicBezTo>
                    <ns1:pt x="34" y="98"/>
                    <ns1:pt x="40" y="100"/>
                    <ns1:pt x="46" y="100"/>
                  </ns1:cubicBezTo>
                  <ns1:cubicBezTo>
                    <ns1:pt x="61" y="100"/>
                    <ns1:pt x="75" y="91"/>
                    <ns1:pt x="82" y="77"/>
                  </ns1:cubicBezTo>
                  <ns1:cubicBezTo>
                    <ns1:pt x="89" y="63"/>
                    <ns1:pt x="89" y="63"/>
                    <ns1:pt x="89" y="63"/>
                  </ns1:cubicBezTo>
                  <ns1:cubicBezTo>
                    <ns1:pt x="98" y="43"/>
                    <ns1:pt x="90" y="19"/>
                    <ns1:pt x="70" y="10"/>
                  </ns1:cubicBezTo>
                  <ns1:cubicBezTo>
                    <ns1:pt x="50" y="0"/>
                    <ns1:pt x="26" y="9"/>
                    <ns1:pt x="16" y="28"/>
                  </ns1:cubicBezTo>
                  <ns1:cubicBezTo>
                    <ns1:pt x="10" y="42"/>
                    <ns1:pt x="10" y="42"/>
                    <ns1:pt x="10" y="42"/>
                  </ns1:cubicBezTo>
                  <ns1:cubicBezTo>
                    <ns1:pt x="0" y="62"/>
                    <ns1:pt x="9" y="86"/>
                    <ns1:pt x="29" y="96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3:hiddenLine w="9525">
                  <ns1:solidFill>
                    <ns1:srgbClr val="000000"/>
                  </ns1:solidFill>
                  <ns1:round/>
                  <ns1:headEnd/>
                  <ns1:tailEnd/>
                </ns3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en-US"/>
            </ns1:p>
          </ns0:txBody>
        </ns0:sp>
        <ns0:sp>
          <ns0:nvSpPr>
            <ns0:cNvPr id="77" name="Freeform 53">
              <ns1:extLst>
                <ns1:ext uri="{FF2B5EF4-FFF2-40B4-BE49-F238E27FC236}">
                  <ns2:creationId id="{D41939C5-0C3A-4002-A2CF-F75F78FAFD78}"/>
                </ns1:ext>
              </ns1:extLst>
            </ns0:cNvPr>
            <ns0:cNvSpPr>
              <ns1:spLocks/>
            </ns0:cNvSpPr>
            <ns0:nvPr/>
          </ns0:nvSpPr>
          <ns0:spPr bwMode="auto">
            <ns1:xfrm>
              <ns1:off x="2340" y="1959"/>
              <ns1:ext cx="557" cy="255"/>
            </ns1:xfrm>
            <ns1:custGeom>
              <ns1:avLst/>
              <ns1:gdLst>
                <ns1:gd name="T0" fmla="*/ 249 w 264"/>
                <ns1:gd name="T1" fmla="*/ 16 h 121"/>
                <ns1:gd name="T2" fmla="*/ 192 w 264"/>
                <ns1:gd name="T3" fmla="*/ 16 h 121"/>
                <ns1:gd name="T4" fmla="*/ 72 w 264"/>
                <ns1:gd name="T5" fmla="*/ 16 h 121"/>
                <ns1:gd name="T6" fmla="*/ 15 w 264"/>
                <ns1:gd name="T7" fmla="*/ 16 h 121"/>
                <ns1:gd name="T8" fmla="*/ 15 w 264"/>
                <ns1:gd name="T9" fmla="*/ 72 h 121"/>
                <ns1:gd name="T10" fmla="*/ 132 w 264"/>
                <ns1:gd name="T11" fmla="*/ 121 h 121"/>
                <ns1:gd name="T12" fmla="*/ 249 w 264"/>
                <ns1:gd name="T13" fmla="*/ 72 h 121"/>
                <ns1:gd name="T14" fmla="*/ 249 w 264"/>
                <ns1:gd name="T15" fmla="*/ 16 h 121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</ns1:cxnLst>
              <ns1:rect l="0" t="0" r="r" b="b"/>
              <ns1:pathLst>
                <ns1:path w="264" h="121">
                  <ns1:moveTo>
                    <ns1:pt x="249" y="16"/>
                  </ns1:moveTo>
                  <ns1:cubicBezTo>
                    <ns1:pt x="233" y="0"/>
                    <ns1:pt x="208" y="0"/>
                    <ns1:pt x="192" y="16"/>
                  </ns1:cubicBezTo>
                  <ns1:cubicBezTo>
                    <ns1:pt x="159" y="49"/>
                    <ns1:pt x="105" y="49"/>
                    <ns1:pt x="72" y="16"/>
                  </ns1:cubicBezTo>
                  <ns1:cubicBezTo>
                    <ns1:pt x="56" y="0"/>
                    <ns1:pt x="31" y="0"/>
                    <ns1:pt x="15" y="16"/>
                  </ns1:cubicBezTo>
                  <ns1:cubicBezTo>
                    <ns1:pt x="0" y="31"/>
                    <ns1:pt x="0" y="57"/>
                    <ns1:pt x="15" y="72"/>
                  </ns1:cubicBezTo>
                  <ns1:cubicBezTo>
                    <ns1:pt x="47" y="105"/>
                    <ns1:pt x="90" y="121"/>
                    <ns1:pt x="132" y="121"/>
                  </ns1:cubicBezTo>
                  <ns1:cubicBezTo>
                    <ns1:pt x="174" y="121"/>
                    <ns1:pt x="216" y="105"/>
                    <ns1:pt x="249" y="72"/>
                  </ns1:cubicBezTo>
                  <ns1:cubicBezTo>
                    <ns1:pt x="264" y="57"/>
                    <ns1:pt x="264" y="31"/>
                    <ns1:pt x="249" y="16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3:hiddenLine w="9525">
                  <ns1:solidFill>
                    <ns1:srgbClr val="000000"/>
                  </ns1:solidFill>
                  <ns1:round/>
                  <ns1:headEnd/>
                  <ns1:tailEnd/>
                </ns3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en-US"/>
            </ns1:p>
          </ns0:txBody>
        </ns0:sp>
        <ns0:sp>
          <ns0:nvSpPr>
            <ns0:cNvPr id="78" name="Freeform 54">
              <ns1:extLst>
                <ns1:ext uri="{FF2B5EF4-FFF2-40B4-BE49-F238E27FC236}">
                  <ns2:creationId id="{75DB83EE-88F4-447E-9E0A-D11B4E7AB607}"/>
                </ns1:ext>
              </ns1:extLst>
            </ns0:cNvPr>
            <ns0:cNvSpPr>
              <ns1:spLocks noEditPoints="1"/>
            </ns0:cNvSpPr>
            <ns0:nvPr/>
          </ns0:nvSpPr>
          <ns0:spPr bwMode="auto">
            <ns1:xfrm>
              <ns1:off x="1746" y="-72"/>
              <ns1:ext cx="4258" cy="4390"/>
            </ns1:xfrm>
            <ns1:custGeom>
              <ns1:avLst/>
              <ns1:gdLst>
                <ns1:gd name="T0" fmla="*/ 1367 w 2020"/>
                <ns1:gd name="T1" fmla="*/ 140 h 2082"/>
                <ns1:gd name="T2" fmla="*/ 921 w 2020"/>
                <ns1:gd name="T3" fmla="*/ 35 h 2082"/>
                <ns1:gd name="T4" fmla="*/ 398 w 2020"/>
                <ns1:gd name="T5" fmla="*/ 333 h 2082"/>
                <ns1:gd name="T6" fmla="*/ 30 w 2020"/>
                <ns1:gd name="T7" fmla="*/ 1156 h 2082"/>
                <ns1:gd name="T8" fmla="*/ 39 w 2020"/>
                <ns1:gd name="T9" fmla="*/ 1278 h 2082"/>
                <ns1:gd name="T10" fmla="*/ 161 w 2020"/>
                <ns1:gd name="T11" fmla="*/ 1340 h 2082"/>
                <ns1:gd name="T12" fmla="*/ 156 w 2020"/>
                <ns1:gd name="T13" fmla="*/ 1440 h 2082"/>
                <ns1:gd name="T14" fmla="*/ 159 w 2020"/>
                <ns1:gd name="T15" fmla="*/ 1565 h 2082"/>
                <ns1:gd name="T16" fmla="*/ 189 w 2020"/>
                <ns1:gd name="T17" fmla="*/ 1640 h 2082"/>
                <ns1:gd name="T18" fmla="*/ 372 w 2020"/>
                <ns1:gd name="T19" fmla="*/ 1869 h 2082"/>
                <ns1:gd name="T20" fmla="*/ 530 w 2020"/>
                <ns1:gd name="T21" fmla="*/ 1829 h 2082"/>
                <ns1:gd name="T22" fmla="*/ 372 w 2020"/>
                <ns1:gd name="T23" fmla="*/ 1789 h 2082"/>
                <ns1:gd name="T24" fmla="*/ 269 w 2020"/>
                <ns1:gd name="T25" fmla="*/ 1618 h 2082"/>
                <ns1:gd name="T26" fmla="*/ 243 w 2020"/>
                <ns1:gd name="T27" fmla="*/ 1580 h 2082"/>
                <ns1:gd name="T28" fmla="*/ 239 w 2020"/>
                <ns1:gd name="T29" fmla="*/ 1551 h 2082"/>
                <ns1:gd name="T30" fmla="*/ 223 w 2020"/>
                <ns1:gd name="T31" fmla="*/ 1517 h 2082"/>
                <ns1:gd name="T32" fmla="*/ 230 w 2020"/>
                <ns1:gd name="T33" fmla="*/ 1470 h 2082"/>
                <ns1:gd name="T34" fmla="*/ 241 w 2020"/>
                <ns1:gd name="T35" fmla="*/ 1326 h 2082"/>
                <ns1:gd name="T36" fmla="*/ 87 w 2020"/>
                <ns1:gd name="T37" fmla="*/ 1213 h 2082"/>
                <ns1:gd name="T38" fmla="*/ 375 w 2020"/>
                <ns1:gd name="T39" fmla="*/ 482 h 2082"/>
                <ns1:gd name="T40" fmla="*/ 863 w 2020"/>
                <ns1:gd name="T41" fmla="*/ 1035 h 2082"/>
                <ns1:gd name="T42" fmla="*/ 1037 w 2020"/>
                <ns1:gd name="T43" fmla="*/ 1345 h 2082"/>
                <ns1:gd name="T44" fmla="*/ 929 w 2020"/>
                <ns1:gd name="T45" fmla="*/ 1390 h 2082"/>
                <ns1:gd name="T46" fmla="*/ 1018 w 2020"/>
                <ns1:gd name="T47" fmla="*/ 1590 h 2082"/>
                <ns1:gd name="T48" fmla="*/ 1423 w 2020"/>
                <ns1:gd name="T49" fmla="*/ 2055 h 2082"/>
                <ns1:gd name="T50" fmla="*/ 1474 w 2020"/>
                <ns1:gd name="T51" fmla="*/ 2080 h 2082"/>
                <ns1:gd name="T52" fmla="*/ 1393 w 2020"/>
                <ns1:gd name="T53" fmla="*/ 1719 h 2082"/>
                <ns1:gd name="T54" fmla="*/ 1810 w 2020"/>
                <ns1:gd name="T55" fmla="*/ 707 h 2082"/>
                <ns1:gd name="T56" fmla="*/ 1879 w 2020"/>
                <ns1:gd name="T57" fmla="*/ 141 h 2082"/>
                <ns1:gd name="T58" fmla="*/ 1333 w 2020"/>
                <ns1:gd name="T59" fmla="*/ 1660 h 2082"/>
                <ns1:gd name="T60" fmla="*/ 1019 w 2020"/>
                <ns1:gd name="T61" fmla="*/ 1446 h 2082"/>
                <ns1:gd name="T62" fmla="*/ 1157 w 2020"/>
                <ns1:gd name="T63" fmla="*/ 1215 h 2082"/>
                <ns1:gd name="T64" fmla="*/ 508 w 2020"/>
                <ns1:gd name="T65" fmla="*/ 660 h 2082"/>
                <ns1:gd name="T66" fmla="*/ 470 w 2020"/>
                <ns1:gd name="T67" fmla="*/ 369 h 2082"/>
                <ns1:gd name="T68" fmla="*/ 921 w 2020"/>
                <ns1:gd name="T69" fmla="*/ 115 h 2082"/>
                <ns1:gd name="T70" fmla="*/ 1203 w 2020"/>
                <ns1:gd name="T71" fmla="*/ 160 h 2082"/>
                <ns1:gd name="T72" fmla="*/ 1723 w 2020"/>
                <ns1:gd name="T73" fmla="*/ 1213 h 2082"/>
                <ns1:gd name="T74" fmla="*/ 1720 w 2020"/>
                <ns1:gd name="T75" fmla="*/ 476 h 2082"/>
                <ns1:gd name="T76" fmla="*/ 1822 w 2020"/>
                <ns1:gd name="T77" fmla="*/ 198 h 2082"/>
                <ns1:gd name="T78" fmla="*/ 1786 w 2020"/>
                <ns1:gd name="T79" fmla="*/ 628 h 2082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  <ns1:cxn ang="0">
                  <ns1:pos x="T30" y="T31"/>
                </ns1:cxn>
                <ns1:cxn ang="0">
                  <ns1:pos x="T32" y="T33"/>
                </ns1:cxn>
                <ns1:cxn ang="0">
                  <ns1:pos x="T34" y="T35"/>
                </ns1:cxn>
                <ns1:cxn ang="0">
                  <ns1:pos x="T36" y="T37"/>
                </ns1:cxn>
                <ns1:cxn ang="0">
                  <ns1:pos x="T38" y="T39"/>
                </ns1:cxn>
                <ns1:cxn ang="0">
                  <ns1:pos x="T40" y="T41"/>
                </ns1:cxn>
                <ns1:cxn ang="0">
                  <ns1:pos x="T42" y="T43"/>
                </ns1:cxn>
                <ns1:cxn ang="0">
                  <ns1:pos x="T44" y="T45"/>
                </ns1:cxn>
                <ns1:cxn ang="0">
                  <ns1:pos x="T46" y="T47"/>
                </ns1:cxn>
                <ns1:cxn ang="0">
                  <ns1:pos x="T48" y="T49"/>
                </ns1:cxn>
                <ns1:cxn ang="0">
                  <ns1:pos x="T50" y="T51"/>
                </ns1:cxn>
                <ns1:cxn ang="0">
                  <ns1:pos x="T52" y="T53"/>
                </ns1:cxn>
                <ns1:cxn ang="0">
                  <ns1:pos x="T54" y="T55"/>
                </ns1:cxn>
                <ns1:cxn ang="0">
                  <ns1:pos x="T56" y="T57"/>
                </ns1:cxn>
                <ns1:cxn ang="0">
                  <ns1:pos x="T58" y="T59"/>
                </ns1:cxn>
                <ns1:cxn ang="0">
                  <ns1:pos x="T60" y="T61"/>
                </ns1:cxn>
                <ns1:cxn ang="0">
                  <ns1:pos x="T62" y="T63"/>
                </ns1:cxn>
                <ns1:cxn ang="0">
                  <ns1:pos x="T64" y="T65"/>
                </ns1:cxn>
                <ns1:cxn ang="0">
                  <ns1:pos x="T66" y="T67"/>
                </ns1:cxn>
                <ns1:cxn ang="0">
                  <ns1:pos x="T68" y="T69"/>
                </ns1:cxn>
                <ns1:cxn ang="0">
                  <ns1:pos x="T70" y="T71"/>
                </ns1:cxn>
                <ns1:cxn ang="0">
                  <ns1:pos x="T72" y="T73"/>
                </ns1:cxn>
                <ns1:cxn ang="0">
                  <ns1:pos x="T74" y="T75"/>
                </ns1:cxn>
                <ns1:cxn ang="0">
                  <ns1:pos x="T76" y="T77"/>
                </ns1:cxn>
                <ns1:cxn ang="0">
                  <ns1:pos x="T78" y="T79"/>
                </ns1:cxn>
              </ns1:cxnLst>
              <ns1:rect l="0" t="0" r="r" b="b"/>
              <ns1:pathLst>
                <ns1:path w="2020" h="2082">
                  <ns1:moveTo>
                    <ns1:pt x="1879" y="141"/>
                  </ns1:moveTo>
                  <ns1:cubicBezTo>
                    <ns1:pt x="1738" y="0"/>
                    <ns1:pt x="1509" y="0"/>
                    <ns1:pt x="1367" y="140"/>
                  </ns1:cubicBezTo>
                  <ns1:cubicBezTo>
                    <ns1:pt x="1323" y="118"/>
                    <ns1:pt x="1276" y="99"/>
                    <ns1:pt x="1227" y="84"/>
                  </ns1:cubicBezTo>
                  <ns1:cubicBezTo>
                    <ns1:pt x="1065" y="33"/>
                    <ns1:pt x="932" y="35"/>
                    <ns1:pt x="921" y="35"/>
                  </ns1:cubicBezTo>
                  <ns1:cubicBezTo>
                    <ns1:pt x="704" y="35"/>
                    <ns1:pt x="514" y="126"/>
                    <ns1:pt x="427" y="273"/>
                  </ns1:cubicBezTo>
                  <ns1:cubicBezTo>
                    <ns1:pt x="415" y="292"/>
                    <ns1:pt x="405" y="312"/>
                    <ns1:pt x="398" y="333"/>
                  </ns1:cubicBezTo>
                  <ns1:cubicBezTo>
                    <ns1:pt x="356" y="372"/>
                    <ns1:pt x="170" y="565"/>
                    <ns1:pt x="170" y="838"/>
                  </ns1:cubicBezTo>
                  <ns1:cubicBezTo>
                    <ns1:pt x="170" y="1020"/>
                    <ns1:pt x="82" y="1115"/>
                    <ns1:pt x="30" y="1156"/>
                  </ns1:cubicBezTo>
                  <ns1:cubicBezTo>
                    <ns1:pt x="10" y="1171"/>
                    <ns1:pt x="0" y="1195"/>
                    <ns1:pt x="2" y="1219"/>
                  </ns1:cubicBezTo>
                  <ns1:cubicBezTo>
                    <ns1:pt x="4" y="1244"/>
                    <ns1:pt x="17" y="1266"/>
                    <ns1:pt x="39" y="1278"/>
                  </ns1:cubicBezTo>
                  <ns1:cubicBezTo>
                    <ns1:pt x="59" y="1289"/>
                    <ns1:pt x="81" y="1300"/>
                    <ns1:pt x="102" y="1310"/>
                  </ns1:cubicBezTo>
                  <ns1:cubicBezTo>
                    <ns1:pt x="121" y="1319"/>
                    <ns1:pt x="148" y="1332"/>
                    <ns1:pt x="161" y="1340"/>
                  </ns1:cubicBezTo>
                  <ns1:cubicBezTo>
                    <ns1:pt x="161" y="1412"/>
                    <ns1:pt x="161" y="1412"/>
                    <ns1:pt x="161" y="1412"/>
                  </ns1:cubicBezTo>
                  <ns1:cubicBezTo>
                    <ns1:pt x="161" y="1421"/>
                    <ns1:pt x="159" y="1431"/>
                    <ns1:pt x="156" y="1440"/>
                  </ns1:cubicBezTo>
                  <ns1:cubicBezTo>
                    <ns1:pt x="146" y="1464"/>
                    <ns1:pt x="146" y="1464"/>
                    <ns1:pt x="146" y="1464"/>
                  </ns1:cubicBezTo>
                  <ns1:cubicBezTo>
                    <ns1:pt x="132" y="1498"/>
                    <ns1:pt x="137" y="1536"/>
                    <ns1:pt x="159" y="1565"/>
                  </ns1:cubicBezTo>
                  <ns1:cubicBezTo>
                    <ns1:pt x="159" y="1574"/>
                    <ns1:pt x="159" y="1574"/>
                    <ns1:pt x="159" y="1574"/>
                  </ns1:cubicBezTo>
                  <ns1:cubicBezTo>
                    <ns1:pt x="159" y="1599"/>
                    <ns1:pt x="170" y="1623"/>
                    <ns1:pt x="189" y="1640"/>
                  </ns1:cubicBezTo>
                  <ns1:cubicBezTo>
                    <ns1:pt x="189" y="1687"/>
                    <ns1:pt x="189" y="1687"/>
                    <ns1:pt x="189" y="1687"/>
                  </ns1:cubicBezTo>
                  <ns1:cubicBezTo>
                    <ns1:pt x="189" y="1787"/>
                    <ns1:pt x="271" y="1869"/>
                    <ns1:pt x="372" y="1869"/>
                  </ns1:cubicBezTo>
                  <ns1:cubicBezTo>
                    <ns1:pt x="490" y="1869"/>
                    <ns1:pt x="490" y="1869"/>
                    <ns1:pt x="490" y="1869"/>
                  </ns1:cubicBezTo>
                  <ns1:cubicBezTo>
                    <ns1:pt x="512" y="1869"/>
                    <ns1:pt x="530" y="1851"/>
                    <ns1:pt x="530" y="1829"/>
                  </ns1:cubicBezTo>
                  <ns1:cubicBezTo>
                    <ns1:pt x="530" y="1807"/>
                    <ns1:pt x="512" y="1789"/>
                    <ns1:pt x="490" y="1789"/>
                  </ns1:cubicBezTo>
                  <ns1:cubicBezTo>
                    <ns1:pt x="372" y="1789"/>
                    <ns1:pt x="372" y="1789"/>
                    <ns1:pt x="372" y="1789"/>
                  </ns1:cubicBezTo>
                  <ns1:cubicBezTo>
                    <ns1:pt x="315" y="1789"/>
                    <ns1:pt x="269" y="1743"/>
                    <ns1:pt x="269" y="1687"/>
                  </ns1:cubicBezTo>
                  <ns1:cubicBezTo>
                    <ns1:pt x="269" y="1618"/>
                    <ns1:pt x="269" y="1618"/>
                    <ns1:pt x="269" y="1618"/>
                  </ns1:cubicBezTo>
                  <ns1:cubicBezTo>
                    <ns1:pt x="269" y="1602"/>
                    <ns1:pt x="259" y="1587"/>
                    <ns1:pt x="245" y="1581"/>
                  </ns1:cubicBezTo>
                  <ns1:cubicBezTo>
                    <ns1:pt x="243" y="1580"/>
                    <ns1:pt x="243" y="1580"/>
                    <ns1:pt x="243" y="1580"/>
                  </ns1:cubicBezTo>
                  <ns1:cubicBezTo>
                    <ns1:pt x="240" y="1579"/>
                    <ns1:pt x="239" y="1576"/>
                    <ns1:pt x="239" y="1574"/>
                  </ns1:cubicBezTo>
                  <ns1:cubicBezTo>
                    <ns1:pt x="239" y="1551"/>
                    <ns1:pt x="239" y="1551"/>
                    <ns1:pt x="239" y="1551"/>
                  </ns1:cubicBezTo>
                  <ns1:cubicBezTo>
                    <ns1:pt x="239" y="1542"/>
                    <ns1:pt x="236" y="1533"/>
                    <ns1:pt x="230" y="1526"/>
                  </ns1:cubicBezTo>
                  <ns1:cubicBezTo>
                    <ns1:pt x="223" y="1517"/>
                    <ns1:pt x="223" y="1517"/>
                    <ns1:pt x="223" y="1517"/>
                  </ns1:cubicBezTo>
                  <ns1:cubicBezTo>
                    <ns1:pt x="218" y="1511"/>
                    <ns1:pt x="217" y="1502"/>
                    <ns1:pt x="220" y="1494"/>
                  </ns1:cubicBezTo>
                  <ns1:cubicBezTo>
                    <ns1:pt x="230" y="1470"/>
                    <ns1:pt x="230" y="1470"/>
                    <ns1:pt x="230" y="1470"/>
                  </ns1:cubicBezTo>
                  <ns1:cubicBezTo>
                    <ns1:pt x="237" y="1451"/>
                    <ns1:pt x="241" y="1432"/>
                    <ns1:pt x="241" y="1412"/>
                  </ns1:cubicBezTo>
                  <ns1:cubicBezTo>
                    <ns1:pt x="241" y="1326"/>
                    <ns1:pt x="241" y="1326"/>
                    <ns1:pt x="241" y="1326"/>
                  </ns1:cubicBezTo>
                  <ns1:cubicBezTo>
                    <ns1:pt x="241" y="1288"/>
                    <ns1:pt x="202" y="1269"/>
                    <ns1:pt x="137" y="1238"/>
                  </ns1:cubicBezTo>
                  <ns1:cubicBezTo>
                    <ns1:pt x="120" y="1230"/>
                    <ns1:pt x="102" y="1221"/>
                    <ns1:pt x="87" y="1213"/>
                  </ns1:cubicBezTo>
                  <ns1:cubicBezTo>
                    <ns1:pt x="151" y="1160"/>
                    <ns1:pt x="250" y="1046"/>
                    <ns1:pt x="250" y="838"/>
                  </ns1:cubicBezTo>
                  <ns1:cubicBezTo>
                    <ns1:pt x="250" y="688"/>
                    <ns1:pt x="317" y="563"/>
                    <ns1:pt x="375" y="482"/>
                  </ns1:cubicBezTo>
                  <ns1:cubicBezTo>
                    <ns1:pt x="378" y="552"/>
                    <ns1:pt x="399" y="625"/>
                    <ns1:pt x="438" y="698"/>
                  </ns1:cubicBezTo>
                  <ns1:cubicBezTo>
                    <ns1:pt x="541" y="890"/>
                    <ns1:pt x="719" y="970"/>
                    <ns1:pt x="863" y="1035"/>
                  </ns1:cubicBezTo>
                  <ns1:cubicBezTo>
                    <ns1:pt x="1000" y="1096"/>
                    <ns1:pt x="1077" y="1135"/>
                    <ns1:pt x="1077" y="1215"/>
                  </ns1:cubicBezTo>
                  <ns1:cubicBezTo>
                    <ns1:pt x="1078" y="1275"/>
                    <ns1:pt x="1064" y="1318"/>
                    <ns1:pt x="1037" y="1345"/>
                  </ns1:cubicBezTo>
                  <ns1:cubicBezTo>
                    <ns1:pt x="1006" y="1375"/>
                    <ns1:pt x="964" y="1375"/>
                    <ns1:pt x="964" y="1375"/>
                  </ns1:cubicBezTo>
                  <ns1:cubicBezTo>
                    <ns1:pt x="950" y="1374"/>
                    <ns1:pt x="938" y="1380"/>
                    <ns1:pt x="929" y="1390"/>
                  </ns1:cubicBezTo>
                  <ns1:cubicBezTo>
                    <ns1:pt x="921" y="1401"/>
                    <ns1:pt x="919" y="1415"/>
                    <ns1:pt x="924" y="1428"/>
                  </ns1:cubicBezTo>
                  <ns1:cubicBezTo>
                    <ns1:pt x="925" y="1431"/>
                    <ns1:pt x="953" y="1511"/>
                    <ns1:pt x="1018" y="1590"/>
                  </ns1:cubicBezTo>
                  <ns1:cubicBezTo>
                    <ns1:pt x="1099" y="1688"/>
                    <ns1:pt x="1201" y="1739"/>
                    <ns1:pt x="1316" y="1740"/>
                  </ns1:cubicBezTo>
                  <ns1:cubicBezTo>
                    <ns1:pt x="1423" y="2055"/>
                    <ns1:pt x="1423" y="2055"/>
                    <ns1:pt x="1423" y="2055"/>
                  </ns1:cubicBezTo>
                  <ns1:cubicBezTo>
                    <ns1:pt x="1429" y="2072"/>
                    <ns1:pt x="1444" y="2082"/>
                    <ns1:pt x="1461" y="2082"/>
                  </ns1:cubicBezTo>
                  <ns1:cubicBezTo>
                    <ns1:pt x="1465" y="2082"/>
                    <ns1:pt x="1469" y="2082"/>
                    <ns1:pt x="1474" y="2080"/>
                  </ns1:cubicBezTo>
                  <ns1:cubicBezTo>
                    <ns1:pt x="1495" y="2073"/>
                    <ns1:pt x="1506" y="2050"/>
                    <ns1:pt x="1499" y="2029"/>
                  </ns1:cubicBezTo>
                  <ns1:cubicBezTo>
                    <ns1:pt x="1393" y="1719"/>
                    <ns1:pt x="1393" y="1719"/>
                    <ns1:pt x="1393" y="1719"/>
                  </ns1:cubicBezTo>
                  <ns1:cubicBezTo>
                    <ns1:pt x="1592" y="1612"/>
                    <ns1:pt x="1733" y="1447"/>
                    <ns1:pt x="1799" y="1238"/>
                  </ns1:cubicBezTo>
                  <ns1:cubicBezTo>
                    <ns1:pt x="1853" y="1071"/>
                    <ns1:pt x="1855" y="884"/>
                    <ns1:pt x="1810" y="707"/>
                  </ns1:cubicBezTo>
                  <ns1:cubicBezTo>
                    <ns1:pt x="1835" y="692"/>
                    <ns1:pt x="1858" y="675"/>
                    <ns1:pt x="1879" y="654"/>
                  </ns1:cubicBezTo>
                  <ns1:cubicBezTo>
                    <ns1:pt x="2020" y="513"/>
                    <ns1:pt x="2020" y="283"/>
                    <ns1:pt x="1879" y="141"/>
                  </ns1:cubicBezTo>
                  <ns1:close/>
                  <ns1:moveTo>
                    <ns1:pt x="1723" y="1213"/>
                  </ns1:moveTo>
                  <ns1:cubicBezTo>
                    <ns1:pt x="1661" y="1409"/>
                    <ns1:pt x="1526" y="1564"/>
                    <ns1:pt x="1333" y="1660"/>
                  </ns1:cubicBezTo>
                  <ns1:cubicBezTo>
                    <ns1:pt x="1236" y="1664"/>
                    <ns1:pt x="1151" y="1624"/>
                    <ns1:pt x="1081" y="1540"/>
                  </ns1:cubicBezTo>
                  <ns1:cubicBezTo>
                    <ns1:pt x="1053" y="1507"/>
                    <ns1:pt x="1032" y="1472"/>
                    <ns1:pt x="1019" y="1446"/>
                  </ns1:cubicBezTo>
                  <ns1:cubicBezTo>
                    <ns1:pt x="1042" y="1438"/>
                    <ns1:pt x="1068" y="1426"/>
                    <ns1:pt x="1092" y="1403"/>
                  </ns1:cubicBezTo>
                  <ns1:cubicBezTo>
                    <ns1:pt x="1136" y="1361"/>
                    <ns1:pt x="1158" y="1297"/>
                    <ns1:pt x="1157" y="1215"/>
                  </ns1:cubicBezTo>
                  <ns1:cubicBezTo>
                    <ns1:pt x="1156" y="1079"/>
                    <ns1:pt x="1030" y="1022"/>
                    <ns1:pt x="896" y="962"/>
                  </ns1:cubicBezTo>
                  <ns1:cubicBezTo>
                    <ns1:pt x="756" y="899"/>
                    <ns1:pt x="598" y="828"/>
                    <ns1:pt x="508" y="660"/>
                  </ns1:cubicBezTo>
                  <ns1:cubicBezTo>
                    <ns1:pt x="453" y="556"/>
                    <ns1:pt x="440" y="456"/>
                    <ns1:pt x="469" y="370"/>
                  </ns1:cubicBezTo>
                  <ns1:cubicBezTo>
                    <ns1:pt x="469" y="369"/>
                    <ns1:pt x="470" y="369"/>
                    <ns1:pt x="470" y="369"/>
                  </ns1:cubicBezTo>
                  <ns1:cubicBezTo>
                    <ns1:pt x="476" y="350"/>
                    <ns1:pt x="485" y="331"/>
                    <ns1:pt x="495" y="314"/>
                  </ns1:cubicBezTo>
                  <ns1:cubicBezTo>
                    <ns1:pt x="569" y="191"/>
                    <ns1:pt x="732" y="115"/>
                    <ns1:pt x="921" y="115"/>
                  </ns1:cubicBezTo>
                  <ns1:cubicBezTo>
                    <ns1:pt x="921" y="115"/>
                    <ns1:pt x="922" y="115"/>
                    <ns1:pt x="922" y="115"/>
                  </ns1:cubicBezTo>
                  <ns1:cubicBezTo>
                    <ns1:pt x="923" y="115"/>
                    <ns1:pt x="1049" y="112"/>
                    <ns1:pt x="1203" y="160"/>
                  </ns1:cubicBezTo>
                  <ns1:cubicBezTo>
                    <ns1:pt x="1407" y="224"/>
                    <ns1:pt x="1557" y="343"/>
                    <ns1:pt x="1650" y="514"/>
                  </ns1:cubicBezTo>
                  <ns1:cubicBezTo>
                    <ns1:pt x="1767" y="731"/>
                    <ns1:pt x="1794" y="992"/>
                    <ns1:pt x="1723" y="1213"/>
                  </ns1:cubicBezTo>
                  <ns1:close/>
                  <ns1:moveTo>
                    <ns1:pt x="1786" y="628"/>
                  </ns1:moveTo>
                  <ns1:cubicBezTo>
                    <ns1:pt x="1769" y="576"/>
                    <ns1:pt x="1747" y="525"/>
                    <ns1:pt x="1720" y="476"/>
                  </ns1:cubicBezTo>
                  <ns1:cubicBezTo>
                    <ns1:pt x="1655" y="355"/>
                    <ns1:pt x="1560" y="255"/>
                    <ns1:pt x="1441" y="181"/>
                  </ns1:cubicBezTo>
                  <ns1:cubicBezTo>
                    <ns1:pt x="1552" y="88"/>
                    <ns1:pt x="1718" y="94"/>
                    <ns1:pt x="1822" y="198"/>
                  </ns1:cubicBezTo>
                  <ns1:cubicBezTo>
                    <ns1:pt x="1932" y="308"/>
                    <ns1:pt x="1932" y="487"/>
                    <ns1:pt x="1822" y="597"/>
                  </ns1:cubicBezTo>
                  <ns1:cubicBezTo>
                    <ns1:pt x="1811" y="608"/>
                    <ns1:pt x="1799" y="618"/>
                    <ns1:pt x="1786" y="628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3:hiddenLine w="9525">
                  <ns1:solidFill>
                    <ns1:srgbClr val="000000"/>
                  </ns1:solidFill>
                  <ns1:round/>
                  <ns1:headEnd/>
                  <ns1:tailEnd/>
                </ns3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en-US"/>
            </ns1:p>
          </ns0:txBody>
        </ns0:sp>
        <ns0:sp>
          <ns0:nvSpPr>
            <ns0:cNvPr id="79" name="Freeform 55">
              <ns1:extLst>
                <ns1:ext uri="{FF2B5EF4-FFF2-40B4-BE49-F238E27FC236}">
                  <ns2:creationId id="{9B6A48E9-A3C7-4759-B40E-91C56A29FED2}"/>
                </ns1:ext>
              </ns1:extLst>
            </ns0:cNvPr>
            <ns0:cNvSpPr>
              <ns1:spLocks noEditPoints="1"/>
            </ns0:cNvSpPr>
            <ns0:nvPr/>
          </ns0:nvSpPr>
          <ns0:spPr bwMode="auto">
            <ns1:xfrm>
              <ns1:off x="2595" y="2669"/>
              <ns1:ext cx="1339" cy="1649"/>
            </ns1:xfrm>
            <ns1:custGeom>
              <ns1:avLst/>
              <ns1:gdLst>
                <ns1:gd name="T0" fmla="*/ 624 w 635"/>
                <ns1:gd name="T1" fmla="*/ 608 h 782"/>
                <ns1:gd name="T2" fmla="*/ 499 w 635"/>
                <ns1:gd name="T3" fmla="*/ 391 h 782"/>
                <ns1:gd name="T4" fmla="*/ 495 w 635"/>
                <ns1:gd name="T5" fmla="*/ 243 h 782"/>
                <ns1:gd name="T6" fmla="*/ 272 w 635"/>
                <ns1:gd name="T7" fmla="*/ 8 h 782"/>
                <ns1:gd name="T8" fmla="*/ 54 w 635"/>
                <ns1:gd name="T9" fmla="*/ 133 h 782"/>
                <ns1:gd name="T10" fmla="*/ 52 w 635"/>
                <ns1:gd name="T11" fmla="*/ 137 h 782"/>
                <ns1:gd name="T12" fmla="*/ 139 w 635"/>
                <ns1:gd name="T13" fmla="*/ 445 h 782"/>
                <ns1:gd name="T14" fmla="*/ 264 w 635"/>
                <ns1:gd name="T15" fmla="*/ 526 h 782"/>
                <ns1:gd name="T16" fmla="*/ 400 w 635"/>
                <ns1:gd name="T17" fmla="*/ 762 h 782"/>
                <ns1:gd name="T18" fmla="*/ 435 w 635"/>
                <ns1:gd name="T19" fmla="*/ 782 h 782"/>
                <ns1:gd name="T20" fmla="*/ 455 w 635"/>
                <ns1:gd name="T21" fmla="*/ 777 h 782"/>
                <ns1:gd name="T22" fmla="*/ 469 w 635"/>
                <ns1:gd name="T23" fmla="*/ 722 h 782"/>
                <ns1:gd name="T24" fmla="*/ 348 w 635"/>
                <ns1:gd name="T25" fmla="*/ 513 h 782"/>
                <ns1:gd name="T26" fmla="*/ 396 w 635"/>
                <ns1:gd name="T27" fmla="*/ 485 h 782"/>
                <ns1:gd name="T28" fmla="*/ 445 w 635"/>
                <ns1:gd name="T29" fmla="*/ 457 h 782"/>
                <ns1:gd name="T30" fmla="*/ 555 w 635"/>
                <ns1:gd name="T31" fmla="*/ 648 h 782"/>
                <ns1:gd name="T32" fmla="*/ 610 w 635"/>
                <ns1:gd name="T33" fmla="*/ 663 h 782"/>
                <ns1:gd name="T34" fmla="*/ 624 w 635"/>
                <ns1:gd name="T35" fmla="*/ 608 h 782"/>
                <ns1:gd name="T36" fmla="*/ 124 w 635"/>
                <ns1:gd name="T37" fmla="*/ 172 h 782"/>
                <ns1:gd name="T38" fmla="*/ 126 w 635"/>
                <ns1:gd name="T39" fmla="*/ 168 h 782"/>
                <ns1:gd name="T40" fmla="*/ 254 w 635"/>
                <ns1:gd name="T41" fmla="*/ 87 h 782"/>
                <ns1:gd name="T42" fmla="*/ 265 w 635"/>
                <ns1:gd name="T43" fmla="*/ 87 h 782"/>
                <ns1:gd name="T44" fmla="*/ 415 w 635"/>
                <ns1:gd name="T45" fmla="*/ 245 h 782"/>
                <ns1:gd name="T46" fmla="*/ 419 w 635"/>
                <ns1:gd name="T47" fmla="*/ 380 h 782"/>
                <ns1:gd name="T48" fmla="*/ 295 w 635"/>
                <ns1:gd name="T49" fmla="*/ 451 h 782"/>
                <ns1:gd name="T50" fmla="*/ 183 w 635"/>
                <ns1:gd name="T51" fmla="*/ 378 h 782"/>
                <ns1:gd name="T52" fmla="*/ 124 w 635"/>
                <ns1:gd name="T53" fmla="*/ 172 h 782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  <ns1:cxn ang="0">
                  <ns1:pos x="T30" y="T31"/>
                </ns1:cxn>
                <ns1:cxn ang="0">
                  <ns1:pos x="T32" y="T33"/>
                </ns1:cxn>
                <ns1:cxn ang="0">
                  <ns1:pos x="T34" y="T35"/>
                </ns1:cxn>
                <ns1:cxn ang="0">
                  <ns1:pos x="T36" y="T37"/>
                </ns1:cxn>
                <ns1:cxn ang="0">
                  <ns1:pos x="T38" y="T39"/>
                </ns1:cxn>
                <ns1:cxn ang="0">
                  <ns1:pos x="T40" y="T41"/>
                </ns1:cxn>
                <ns1:cxn ang="0">
                  <ns1:pos x="T42" y="T43"/>
                </ns1:cxn>
                <ns1:cxn ang="0">
                  <ns1:pos x="T44" y="T45"/>
                </ns1:cxn>
                <ns1:cxn ang="0">
                  <ns1:pos x="T46" y="T47"/>
                </ns1:cxn>
                <ns1:cxn ang="0">
                  <ns1:pos x="T48" y="T49"/>
                </ns1:cxn>
                <ns1:cxn ang="0">
                  <ns1:pos x="T50" y="T51"/>
                </ns1:cxn>
                <ns1:cxn ang="0">
                  <ns1:pos x="T52" y="T53"/>
                </ns1:cxn>
              </ns1:cxnLst>
              <ns1:rect l="0" t="0" r="r" b="b"/>
              <ns1:pathLst>
                <ns1:path w="635" h="782">
                  <ns1:moveTo>
                    <ns1:pt x="624" y="608"/>
                  </ns1:moveTo>
                  <ns1:cubicBezTo>
                    <ns1:pt x="499" y="391"/>
                    <ns1:pt x="499" y="391"/>
                    <ns1:pt x="499" y="391"/>
                  </ns1:cubicBezTo>
                  <ns1:cubicBezTo>
                    <ns1:pt x="495" y="243"/>
                    <ns1:pt x="495" y="243"/>
                    <ns1:pt x="495" y="243"/>
                  </ns1:cubicBezTo>
                  <ns1:cubicBezTo>
                    <ns1:pt x="491" y="119"/>
                    <ns1:pt x="395" y="18"/>
                    <ns1:pt x="272" y="8"/>
                  </ns1:cubicBezTo>
                  <ns1:cubicBezTo>
                    <ns1:pt x="181" y="0"/>
                    <ns1:pt x="93" y="51"/>
                    <ns1:pt x="54" y="133"/>
                  </ns1:cubicBezTo>
                  <ns1:cubicBezTo>
                    <ns1:pt x="52" y="137"/>
                    <ns1:pt x="52" y="137"/>
                    <ns1:pt x="52" y="137"/>
                  </ns1:cubicBezTo>
                  <ns1:cubicBezTo>
                    <ns1:pt x="0" y="247"/>
                    <ns1:pt x="38" y="379"/>
                    <ns1:pt x="139" y="445"/>
                  </ns1:cubicBezTo>
                  <ns1:cubicBezTo>
                    <ns1:pt x="264" y="526"/>
                    <ns1:pt x="264" y="526"/>
                    <ns1:pt x="264" y="526"/>
                  </ns1:cubicBezTo>
                  <ns1:cubicBezTo>
                    <ns1:pt x="400" y="762"/>
                    <ns1:pt x="400" y="762"/>
                    <ns1:pt x="400" y="762"/>
                  </ns1:cubicBezTo>
                  <ns1:cubicBezTo>
                    <ns1:pt x="407" y="775"/>
                    <ns1:pt x="421" y="782"/>
                    <ns1:pt x="435" y="782"/>
                  </ns1:cubicBezTo>
                  <ns1:cubicBezTo>
                    <ns1:pt x="441" y="782"/>
                    <ns1:pt x="448" y="781"/>
                    <ns1:pt x="455" y="777"/>
                  </ns1:cubicBezTo>
                  <ns1:cubicBezTo>
                    <ns1:pt x="474" y="766"/>
                    <ns1:pt x="480" y="742"/>
                    <ns1:pt x="469" y="722"/>
                  </ns1:cubicBezTo>
                  <ns1:cubicBezTo>
                    <ns1:pt x="348" y="513"/>
                    <ns1:pt x="348" y="513"/>
                    <ns1:pt x="348" y="513"/>
                  </ns1:cubicBezTo>
                  <ns1:cubicBezTo>
                    <ns1:pt x="396" y="485"/>
                    <ns1:pt x="396" y="485"/>
                    <ns1:pt x="396" y="485"/>
                  </ns1:cubicBezTo>
                  <ns1:cubicBezTo>
                    <ns1:pt x="445" y="457"/>
                    <ns1:pt x="445" y="457"/>
                    <ns1:pt x="445" y="457"/>
                  </ns1:cubicBezTo>
                  <ns1:cubicBezTo>
                    <ns1:pt x="555" y="648"/>
                    <ns1:pt x="555" y="648"/>
                    <ns1:pt x="555" y="648"/>
                  </ns1:cubicBezTo>
                  <ns1:cubicBezTo>
                    <ns1:pt x="566" y="667"/>
                    <ns1:pt x="591" y="674"/>
                    <ns1:pt x="610" y="663"/>
                  </ns1:cubicBezTo>
                  <ns1:cubicBezTo>
                    <ns1:pt x="629" y="652"/>
                    <ns1:pt x="635" y="627"/>
                    <ns1:pt x="624" y="608"/>
                  </ns1:cubicBezTo>
                  <ns1:close/>
                  <ns1:moveTo>
                    <ns1:pt x="124" y="172"/>
                  </ns1:moveTo>
                  <ns1:cubicBezTo>
                    <ns1:pt x="126" y="168"/>
                    <ns1:pt x="126" y="168"/>
                    <ns1:pt x="126" y="168"/>
                  </ns1:cubicBezTo>
                  <ns1:cubicBezTo>
                    <ns1:pt x="150" y="118"/>
                    <ns1:pt x="200" y="87"/>
                    <ns1:pt x="254" y="87"/>
                  </ns1:cubicBezTo>
                  <ns1:cubicBezTo>
                    <ns1:pt x="258" y="87"/>
                    <ns1:pt x="261" y="87"/>
                    <ns1:pt x="265" y="87"/>
                  </ns1:cubicBezTo>
                  <ns1:cubicBezTo>
                    <ns1:pt x="348" y="94"/>
                    <ns1:pt x="412" y="162"/>
                    <ns1:pt x="415" y="245"/>
                  </ns1:cubicBezTo>
                  <ns1:cubicBezTo>
                    <ns1:pt x="419" y="380"/>
                    <ns1:pt x="419" y="380"/>
                    <ns1:pt x="419" y="380"/>
                  </ns1:cubicBezTo>
                  <ns1:cubicBezTo>
                    <ns1:pt x="295" y="451"/>
                    <ns1:pt x="295" y="451"/>
                    <ns1:pt x="295" y="451"/>
                  </ns1:cubicBezTo>
                  <ns1:cubicBezTo>
                    <ns1:pt x="183" y="378"/>
                    <ns1:pt x="183" y="378"/>
                    <ns1:pt x="183" y="378"/>
                  </ns1:cubicBezTo>
                  <ns1:cubicBezTo>
                    <ns1:pt x="115" y="334"/>
                    <ns1:pt x="90" y="245"/>
                    <ns1:pt x="124" y="172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3:hiddenLine w="9525">
                  <ns1:solidFill>
                    <ns1:srgbClr val="000000"/>
                  </ns1:solidFill>
                  <ns1:round/>
                  <ns1:headEnd/>
                  <ns1:tailEnd/>
                </ns3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en-US"/>
            </ns1:p>
          </ns0:txBody>
        </ns0:sp>
        <ns0:sp>
          <ns0:nvSpPr>
            <ns0:cNvPr id="80" name="Freeform 56">
              <ns1:extLst>
                <ns1:ext uri="{FF2B5EF4-FFF2-40B4-BE49-F238E27FC236}">
                  <ns2:creationId id="{C3D284FA-EB43-4697-9542-656FA106B743}"/>
                </ns1:ext>
              </ns1:extLst>
            </ns0:cNvPr>
            <ns0:cNvSpPr>
              <ns1:spLocks/>
            </ns0:cNvSpPr>
            <ns0:nvPr/>
          </ns0:nvSpPr>
          <ns0:spPr bwMode="auto">
            <ns1:xfrm>
              <ns1:off x="3894" y="4151"/>
              <ns1:ext cx="168" cy="169"/>
            </ns1:xfrm>
            <ns1:custGeom>
              <ns1:avLst/>
              <ns1:gdLst>
                <ns1:gd name="T0" fmla="*/ 40 w 80"/>
                <ns1:gd name="T1" fmla="*/ 0 h 80"/>
                <ns1:gd name="T2" fmla="*/ 12 w 80"/>
                <ns1:gd name="T3" fmla="*/ 12 h 80"/>
                <ns1:gd name="T4" fmla="*/ 0 w 80"/>
                <ns1:gd name="T5" fmla="*/ 40 h 80"/>
                <ns1:gd name="T6" fmla="*/ 12 w 80"/>
                <ns1:gd name="T7" fmla="*/ 68 h 80"/>
                <ns1:gd name="T8" fmla="*/ 40 w 80"/>
                <ns1:gd name="T9" fmla="*/ 80 h 80"/>
                <ns1:gd name="T10" fmla="*/ 68 w 80"/>
                <ns1:gd name="T11" fmla="*/ 68 h 80"/>
                <ns1:gd name="T12" fmla="*/ 80 w 80"/>
                <ns1:gd name="T13" fmla="*/ 40 h 80"/>
                <ns1:gd name="T14" fmla="*/ 68 w 80"/>
                <ns1:gd name="T15" fmla="*/ 12 h 80"/>
                <ns1:gd name="T16" fmla="*/ 40 w 80"/>
                <ns1:gd name="T17" fmla="*/ 0 h 80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</ns1:cxnLst>
              <ns1:rect l="0" t="0" r="r" b="b"/>
              <ns1:pathLst>
                <ns1:path w="80" h="80">
                  <ns1:moveTo>
                    <ns1:pt x="40" y="0"/>
                  </ns1:moveTo>
                  <ns1:cubicBezTo>
                    <ns1:pt x="29" y="0"/>
                    <ns1:pt x="19" y="4"/>
                    <ns1:pt x="12" y="12"/>
                  </ns1:cubicBezTo>
                  <ns1:cubicBezTo>
                    <ns1:pt x="4" y="19"/>
                    <ns1:pt x="0" y="29"/>
                    <ns1:pt x="0" y="40"/>
                  </ns1:cubicBezTo>
                  <ns1:cubicBezTo>
                    <ns1:pt x="0" y="51"/>
                    <ns1:pt x="4" y="61"/>
                    <ns1:pt x="12" y="68"/>
                  </ns1:cubicBezTo>
                  <ns1:cubicBezTo>
                    <ns1:pt x="19" y="76"/>
                    <ns1:pt x="29" y="80"/>
                    <ns1:pt x="40" y="80"/>
                  </ns1:cubicBezTo>
                  <ns1:cubicBezTo>
                    <ns1:pt x="50" y="80"/>
                    <ns1:pt x="61" y="76"/>
                    <ns1:pt x="68" y="68"/>
                  </ns1:cubicBezTo>
                  <ns1:cubicBezTo>
                    <ns1:pt x="76" y="61"/>
                    <ns1:pt x="80" y="51"/>
                    <ns1:pt x="80" y="40"/>
                  </ns1:cubicBezTo>
                  <ns1:cubicBezTo>
                    <ns1:pt x="80" y="29"/>
                    <ns1:pt x="76" y="19"/>
                    <ns1:pt x="68" y="12"/>
                  </ns1:cubicBezTo>
                  <ns1:cubicBezTo>
                    <ns1:pt x="61" y="4"/>
                    <ns1:pt x="50" y="0"/>
                    <ns1:pt x="40" y="0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3:hiddenLine w="9525">
                  <ns1:solidFill>
                    <ns1:srgbClr val="000000"/>
                  </ns1:solidFill>
                  <ns1:round/>
                  <ns1:headEnd/>
                  <ns1:tailEnd/>
                </ns3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en-US"/>
            </ns1:p>
          </ns0:txBody>
        </ns0:sp>
        <ns0:sp>
          <ns0:nvSpPr>
            <ns0:cNvPr id="81" name="Freeform 57">
              <ns1:extLst>
                <ns1:ext uri="{FF2B5EF4-FFF2-40B4-BE49-F238E27FC236}">
                  <ns2:creationId id="{16C5358A-F6AF-43F6-B721-BD15494AD980}"/>
                </ns1:ext>
              </ns1:extLst>
            </ns0:cNvPr>
            <ns0:cNvSpPr>
              <ns1:spLocks/>
            </ns0:cNvSpPr>
            <ns0:nvPr/>
          </ns0:nvSpPr>
          <ns0:spPr bwMode="auto">
            <ns1:xfrm>
              <ns1:off x="2888" y="434"/>
              <ns1:ext cx="477" cy="791"/>
            </ns1:xfrm>
            <ns1:custGeom>
              <ns1:avLst/>
              <ns1:gdLst>
                <ns1:gd name="T0" fmla="*/ 165 w 226"/>
                <ns1:gd name="T1" fmla="*/ 8 h 375"/>
                <ns1:gd name="T2" fmla="*/ 22 w 226"/>
                <ns1:gd name="T3" fmla="*/ 151 h 375"/>
                <ns1:gd name="T4" fmla="*/ 46 w 226"/>
                <ns1:gd name="T5" fmla="*/ 354 h 375"/>
                <ns1:gd name="T6" fmla="*/ 81 w 226"/>
                <ns1:gd name="T7" fmla="*/ 375 h 375"/>
                <ns1:gd name="T8" fmla="*/ 100 w 226"/>
                <ns1:gd name="T9" fmla="*/ 370 h 375"/>
                <ns1:gd name="T10" fmla="*/ 116 w 226"/>
                <ns1:gd name="T11" fmla="*/ 316 h 375"/>
                <ns1:gd name="T12" fmla="*/ 97 w 226"/>
                <ns1:gd name="T13" fmla="*/ 178 h 375"/>
                <ns1:gd name="T14" fmla="*/ 196 w 226"/>
                <ns1:gd name="T15" fmla="*/ 82 h 375"/>
                <ns1:gd name="T16" fmla="*/ 218 w 226"/>
                <ns1:gd name="T17" fmla="*/ 29 h 375"/>
                <ns1:gd name="T18" fmla="*/ 165 w 226"/>
                <ns1:gd name="T19" fmla="*/ 8 h 375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</ns1:cxnLst>
              <ns1:rect l="0" t="0" r="r" b="b"/>
              <ns1:pathLst>
                <ns1:path w="226" h="375">
                  <ns1:moveTo>
                    <ns1:pt x="165" y="8"/>
                  </ns1:moveTo>
                  <ns1:cubicBezTo>
                    <ns1:pt x="95" y="39"/>
                    <ns1:pt x="44" y="89"/>
                    <ns1:pt x="22" y="151"/>
                  </ns1:cubicBezTo>
                  <ns1:cubicBezTo>
                    <ns1:pt x="0" y="214"/>
                    <ns1:pt x="8" y="284"/>
                    <ns1:pt x="46" y="354"/>
                  </ns1:cubicBezTo>
                  <ns1:cubicBezTo>
                    <ns1:pt x="53" y="367"/>
                    <ns1:pt x="67" y="375"/>
                    <ns1:pt x="81" y="375"/>
                  </ns1:cubicBezTo>
                  <ns1:cubicBezTo>
                    <ns1:pt x="87" y="375"/>
                    <ns1:pt x="94" y="373"/>
                    <ns1:pt x="100" y="370"/>
                  </ns1:cubicBezTo>
                  <ns1:cubicBezTo>
                    <ns1:pt x="119" y="360"/>
                    <ns1:pt x="127" y="335"/>
                    <ns1:pt x="116" y="316"/>
                  </ns1:cubicBezTo>
                  <ns1:cubicBezTo>
                    <ns1:pt x="89" y="266"/>
                    <ns1:pt x="83" y="219"/>
                    <ns1:pt x="97" y="178"/>
                  </ns1:cubicBezTo>
                  <ns1:cubicBezTo>
                    <ns1:pt x="112" y="137"/>
                    <ns1:pt x="147" y="103"/>
                    <ns1:pt x="196" y="82"/>
                  </ns1:cubicBezTo>
                  <ns1:cubicBezTo>
                    <ns1:pt x="217" y="73"/>
                    <ns1:pt x="226" y="50"/>
                    <ns1:pt x="218" y="29"/>
                  </ns1:cubicBezTo>
                  <ns1:cubicBezTo>
                    <ns1:pt x="209" y="9"/>
                    <ns1:pt x="185" y="0"/>
                    <ns1:pt x="165" y="8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3:hiddenLine w="9525">
                  <ns1:solidFill>
                    <ns1:srgbClr val="000000"/>
                  </ns1:solidFill>
                  <ns1:round/>
                  <ns1:headEnd/>
                  <ns1:tailEnd/>
                </ns3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en-US"/>
            </ns1:p>
          </ns0:txBody>
        </ns0:sp>
        <ns0:sp>
          <ns0:nvSpPr>
            <ns0:cNvPr id="82" name="Freeform 58">
              <ns1:extLst>
                <ns1:ext uri="{FF2B5EF4-FFF2-40B4-BE49-F238E27FC236}">
                  <ns2:creationId id="{5EE14378-3D0F-430B-B344-6323F9A61E43}"/>
                </ns1:ext>
              </ns1:extLst>
            </ns0:cNvPr>
            <ns0:cNvSpPr>
              <ns1:spLocks/>
            </ns0:cNvSpPr>
            <ns0:nvPr/>
          </ns0:nvSpPr>
          <ns0:spPr bwMode="auto">
            <ns1:xfrm>
              <ns1:off x="3464" y="390"/>
              <ns1:ext cx="173" cy="169"/>
            </ns1:xfrm>
            <ns1:custGeom>
              <ns1:avLst/>
              <ns1:gdLst>
                <ns1:gd name="T0" fmla="*/ 42 w 82"/>
                <ns1:gd name="T1" fmla="*/ 0 h 80"/>
                <ns1:gd name="T2" fmla="*/ 40 w 82"/>
                <ns1:gd name="T3" fmla="*/ 0 h 80"/>
                <ns1:gd name="T4" fmla="*/ 0 w 82"/>
                <ns1:gd name="T5" fmla="*/ 40 h 80"/>
                <ns1:gd name="T6" fmla="*/ 40 w 82"/>
                <ns1:gd name="T7" fmla="*/ 80 h 80"/>
                <ns1:gd name="T8" fmla="*/ 40 w 82"/>
                <ns1:gd name="T9" fmla="*/ 80 h 80"/>
                <ns1:gd name="T10" fmla="*/ 42 w 82"/>
                <ns1:gd name="T11" fmla="*/ 80 h 80"/>
                <ns1:gd name="T12" fmla="*/ 82 w 82"/>
                <ns1:gd name="T13" fmla="*/ 40 h 80"/>
                <ns1:gd name="T14" fmla="*/ 42 w 82"/>
                <ns1:gd name="T15" fmla="*/ 0 h 80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</ns1:cxnLst>
              <ns1:rect l="0" t="0" r="r" b="b"/>
              <ns1:pathLst>
                <ns1:path w="82" h="80">
                  <ns1:moveTo>
                    <ns1:pt x="42" y="0"/>
                  </ns1:moveTo>
                  <ns1:cubicBezTo>
                    <ns1:pt x="40" y="0"/>
                    <ns1:pt x="40" y="0"/>
                    <ns1:pt x="40" y="0"/>
                  </ns1:cubicBezTo>
                  <ns1:cubicBezTo>
                    <ns1:pt x="18" y="0"/>
                    <ns1:pt x="0" y="18"/>
                    <ns1:pt x="0" y="40"/>
                  </ns1:cubicBezTo>
                  <ns1:cubicBezTo>
                    <ns1:pt x="0" y="62"/>
                    <ns1:pt x="18" y="80"/>
                    <ns1:pt x="40" y="80"/>
                  </ns1:cubicBezTo>
                  <ns1:cubicBezTo>
                    <ns1:pt x="40" y="80"/>
                    <ns1:pt x="40" y="80"/>
                    <ns1:pt x="40" y="80"/>
                  </ns1:cubicBezTo>
                  <ns1:cubicBezTo>
                    <ns1:pt x="42" y="80"/>
                    <ns1:pt x="42" y="80"/>
                    <ns1:pt x="42" y="80"/>
                  </ns1:cubicBezTo>
                  <ns1:cubicBezTo>
                    <ns1:pt x="64" y="80"/>
                    <ns1:pt x="82" y="62"/>
                    <ns1:pt x="82" y="40"/>
                  </ns1:cubicBezTo>
                  <ns1:cubicBezTo>
                    <ns1:pt x="82" y="18"/>
                    <ns1:pt x="64" y="0"/>
                    <ns1:pt x="42" y="0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3:hiddenLine w="9525">
                  <ns1:solidFill>
                    <ns1:srgbClr val="000000"/>
                  </ns1:solidFill>
                  <ns1:round/>
                  <ns1:headEnd/>
                  <ns1:tailEnd/>
                </ns3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en-US"/>
            </ns1:p>
          </ns0:txBody>
        </ns0:sp>
      </ns0:grpSp>
      <ns0:sp>
        <ns0:nvSpPr>
          <ns0:cNvPr id="87" name="Slide Number Placeholder 86">
            <ns1:extLst>
              <ns1:ext uri="{FF2B5EF4-FFF2-40B4-BE49-F238E27FC236}">
                <ns2:creationId id="{17CF4A9C-C6A2-4647-A2BB-FC3033FC07D9}"/>
              </ns1:ext>
            </ns1:extLst>
          </ns0:cNvPr>
          <ns0:cNvSpPr>
            <ns1:spLocks noGrp="1"/>
          </ns0:cNvSpPr>
          <ns0:nvPr>
            <ns0:ph type="sldNum" sz="quarter" idx="4"/>
          </ns0:nvPr>
        </ns0:nvSpPr>
        <ns0:spPr/>
        <ns0:txBody>
          <ns1:bodyPr/>
          <ns1:lstStyle/>
          <ns1:p>
            <ns1:fld id="{BC64674B-0CCF-4531-A68C-815F17BC8CC8}" type="slidenum">
              <ns1:rPr lang="en-US" smtClean="0"/>
              <ns1:pPr/>
              <ns1:t>{SlideStatistic}</ns1:t>
            </ns1:fld>
            <ns1:endParaRPr lang="en-US"/>
          </ns1:p>
        </ns0:txBody>
      </ns0:sp>
    </ns0:spTree>
    <ns0:extLst>
      <ns0:ext uri="{BB962C8B-B14F-4D97-AF65-F5344CB8AC3E}">
        <ns4:creationId val="83987832"/>
      </ns0:ext>
    </ns0:extLst>
  </ns0:cSld>
  <ns0:clrMapOvr>
    <ns1:masterClrMapping/>
  </ns0:clrMapOvr>
</ns0:sld>
</file>

<file path=ppt/slides/slide12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microsoft.com/office/drawing/2010/main" xmlns:ns4="http://schemas.microsoft.com/office/powerpoint/2010/main">
  <ns0:cSld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37" name="TextBox 36">
            <ns1:extLst>
              <ns1:ext uri="{FF2B5EF4-FFF2-40B4-BE49-F238E27FC236}">
                <ns2:creationId id="{F04C7468-6E29-4AEE-83EC-0FF522541797}"/>
              </ns1:ext>
            </ns1:extLst>
          </ns0:cNvPr>
          <ns0:cNvSpPr txBox="1"/>
          <ns0:nvPr/>
        </ns0:nvSpPr>
        <ns0:spPr>
          <ns1:xfrm>
            <ns1:off x="577459" y="4992933"/>
            <ns1:ext cx="2874016" cy="353943"/>
          </ns1:xfrm>
          <ns1:prstGeom prst="rect">
            <ns1:avLst/>
          </ns1:prstGeom>
          <ns1:noFill/>
        </ns0:spPr>
        <ns0:txBody>
          <ns1:bodyPr wrap="square" rtlCol="0">
            <ns1:spAutoFit/>
          </ns1:bodyPr>
          <ns1:lstStyle/>
          <ns1:p>
            <ns1:pPr algn="ctr"/>
            <ns1:r>
              <ns1:rPr lang="en-US" sz="1700" b="1">
                <ns1:solidFill>
                  <ns1:schemeClr val="tx1">
                    <ns1:lumMod val="75000"/>
                    <ns1:lumOff val="25000"/>
                  </ns1:schemeClr>
                </ns1:solidFill>
                <ns1:latin typeface="Playfair Display" panose="00000500000000000000" pitchFamily="50" charset="0"/>
                <ns1:ea typeface="Open Sans" panose="020B0606030504020204" pitchFamily="34" charset="0"/>
                <ns1:cs typeface="Open Sans" panose="020B0606030504020204" pitchFamily="34" charset="0"/>
              </ns1:rPr>
              <ns1:t>{SlideMainExplanation}</ns1:t>
            </ns1:r>
          </ns1:p>
        </ns0:txBody>
      </ns0:sp>
      <ns0:sp>
        <ns0:nvSpPr>
          <ns0:cNvPr id="38" name="TextBox 37">
            <ns1:extLst>
              <ns1:ext uri="{FF2B5EF4-FFF2-40B4-BE49-F238E27FC236}">
                <ns2:creationId id="{6BBA962D-712B-4B65-8847-F5F0C93413A4}"/>
              </ns1:ext>
            </ns1:extLst>
          </ns0:cNvPr>
          <ns0:cNvSpPr txBox="1"/>
          <ns0:nvPr/>
        </ns0:nvSpPr>
        <ns0:spPr>
          <ns1:xfrm>
            <ns1:off x="577459" y="5337585"/>
            <ns1:ext cx="2874016" cy="886846"/>
          </ns1:xfrm>
          <ns1:prstGeom prst="rect">
            <ns1:avLst/>
          </ns1:prstGeom>
          <ns1:noFill/>
        </ns0:spPr>
        <ns0:txBody>
          <ns1:bodyPr wrap="square" rtlCol="0">
            <ns1:spAutoFit/>
          </ns1:bodyPr>
          <ns1:lstStyle/>
          <ns1:p>
            <ns1:pPr algn="ctr">
              <ns1:lnSpc>
                <ns1:spcPct val="150000"/>
              </ns1:lnSpc>
            </ns1:pPr>
            <ns1:r>
              <ns1:rPr lang="en-US" sz="1200">
                <ns1:solidFill>
                  <ns1:schemeClr val="bg1">
                    <ns1:lumMod val="50000"/>
                  </ns1:schemeClr>
                </ns1:solidFill>
                <ns1:latin typeface="Lato" panose="020F0502020204030203" pitchFamily="34" charset="0"/>
                <ns1:ea typeface="Lato" panose="020F0502020204030203" pitchFamily="34" charset="0"/>
                <ns1:cs typeface="Lato" panose="020F0502020204030203" pitchFamily="34" charset="0"/>
              </ns1:rPr>
              <ns1:t>{SlideSupportingContent}</ns1:t>
            </ns1:r>
          </ns1:p>
        </ns0:txBody>
      </ns0:sp>
      <ns0:sp>
        <ns0:nvSpPr>
          <ns0:cNvPr id="30" name="TextBox 29">
            <ns1:extLst>
              <ns1:ext uri="{FF2B5EF4-FFF2-40B4-BE49-F238E27FC236}">
                <ns2:creationId id="{D648A269-B884-4628-9197-A8C63893B607}"/>
              </ns1:ext>
            </ns1:extLst>
          </ns0:cNvPr>
          <ns0:cNvSpPr txBox="1"/>
          <ns0:nvPr/>
        </ns0:nvSpPr>
        <ns0:spPr>
          <ns1:xfrm>
            <ns1:off x="4649895" y="1557367"/>
            <ns1:ext cx="2874016" cy="353943"/>
          </ns1:xfrm>
          <ns1:prstGeom prst="rect">
            <ns1:avLst/>
          </ns1:prstGeom>
          <ns1:noFill/>
        </ns0:spPr>
        <ns0:txBody>
          <ns1:bodyPr wrap="square" rtlCol="0">
            <ns1:spAutoFit/>
          </ns1:bodyPr>
          <ns1:lstStyle/>
          <ns1:p>
            <ns1:pPr algn="ctr"/>
            <ns1:r>
              <ns1:rPr lang="en-US" sz="1700" b="1">
                <ns1:solidFill>
                  <ns1:schemeClr val="tx1">
                    <ns1:lumMod val="75000"/>
                    <ns1:lumOff val="25000"/>
                  </ns1:schemeClr>
                </ns1:solidFill>
                <ns1:latin typeface="Playfair Display" panose="00000500000000000000" pitchFamily="50" charset="0"/>
                <ns1:ea typeface="Open Sans" panose="020B0606030504020204" pitchFamily="34" charset="0"/>
                <ns1:cs typeface="Open Sans" panose="020B0606030504020204" pitchFamily="34" charset="0"/>
              </ns1:rPr>
              <ns1:t>{SlideSectionLabel}</ns1:t>
            </ns1:r>
          </ns1:p>
        </ns0:txBody>
      </ns0:sp>
      <ns0:sp>
        <ns0:nvSpPr>
          <ns0:cNvPr id="31" name="TextBox 30">
            <ns1:extLst>
              <ns1:ext uri="{FF2B5EF4-FFF2-40B4-BE49-F238E27FC236}">
                <ns2:creationId id="{B26E7661-A0A0-40EB-B562-82D44D449A4A}"/>
              </ns1:ext>
            </ns1:extLst>
          </ns0:cNvPr>
          <ns0:cNvSpPr txBox="1"/>
          <ns0:nvPr/>
        </ns0:nvSpPr>
        <ns0:spPr>
          <ns1:xfrm>
            <ns1:off x="4649895" y="1902019"/>
            <ns1:ext cx="2874016" cy="886846"/>
          </ns1:xfrm>
          <ns1:prstGeom prst="rect">
            <ns1:avLst/>
          </ns1:prstGeom>
          <ns1:noFill/>
        </ns0:spPr>
        <ns0:txBody>
          <ns1:bodyPr wrap="square" rtlCol="0">
            <ns1:spAutoFit/>
          </ns1:bodyPr>
          <ns1:lstStyle/>
          <ns1:p>
            <ns1:pPr algn="ctr">
              <ns1:lnSpc>
                <ns1:spcPct val="150000"/>
              </ns1:lnSpc>
            </ns1:pPr>
            <ns1:r>
              <ns1:rPr lang="en-US" sz="1200">
                <ns1:solidFill>
                  <ns1:schemeClr val="bg1">
                    <ns1:lumMod val="50000"/>
                  </ns1:schemeClr>
                </ns1:solidFill>
                <ns1:latin typeface="Lato" panose="020F0502020204030203" pitchFamily="34" charset="0"/>
                <ns1:ea typeface="Lato" panose="020F0502020204030203" pitchFamily="34" charset="0"/>
                <ns1:cs typeface="Lato" panose="020F0502020204030203" pitchFamily="34" charset="0"/>
              </ns1:rPr>
              <ns1:t>{SlideCaption}</ns1:t>
            </ns1:r>
          </ns1:p>
        </ns0:txBody>
      </ns0:sp>
      <ns0:grpSp>
        <ns0:nvGrpSpPr>
          <ns0:cNvPr id="14" name="Group 11">
            <ns1:extLst>
              <ns1:ext uri="{FF2B5EF4-FFF2-40B4-BE49-F238E27FC236}">
                <ns2:creationId id="{D278B35B-87DD-4F2D-B42A-CC73919524E0}"/>
              </ns1:ext>
            </ns1:extLst>
          </ns0:cNvPr>
          <ns0:cNvGrpSpPr>
            <ns1:grpSpLocks noChangeAspect="1"/>
          </ns0:cNvGrpSpPr>
          <ns0:nvPr/>
        </ns0:nvGrpSpPr>
        <ns0:grpSpPr bwMode="auto">
          <ns1:xfrm>
            <ns1:off x="5707067" y="654636"/>
            <ns1:ext cx="758815" cy="758815"/>
            <ns1:chOff x="1679" y="0"/>
            <ns1:chExt cx="4322" cy="4322"/>
          </ns1:xfrm>
          <ns1:solidFill>
            <ns1:srgbClr val="F07D66"/>
          </ns1:solidFill>
        </ns0:grpSpPr>
        <ns0:sp>
          <ns0:nvSpPr>
            <ns0:cNvPr id="15" name="Freeform 12">
              <ns1:extLst>
                <ns1:ext uri="{FF2B5EF4-FFF2-40B4-BE49-F238E27FC236}">
                  <ns2:creationId id="{9E002016-16EC-4DF3-A6F4-1AE1C96DC5FB}"/>
                </ns1:ext>
              </ns1:extLst>
            </ns0:cNvPr>
            <ns0:cNvSpPr>
              <ns1:spLocks noEditPoints="1"/>
            </ns0:cNvSpPr>
            <ns0:nvPr/>
          </ns0:nvSpPr>
          <ns0:spPr bwMode="auto">
            <ns1:xfrm>
              <ns1:off x="2237" y="418"/>
              <ns1:ext cx="3206" cy="3904"/>
            </ns1:xfrm>
            <ns1:custGeom>
              <ns1:avLst/>
              <ns1:gdLst>
                <ns1:gd name="T0" fmla="*/ 992 w 1472"/>
                <ns1:gd name="T1" fmla="*/ 0 h 1792"/>
                <ns1:gd name="T2" fmla="*/ 234 w 1472"/>
                <ns1:gd name="T3" fmla="*/ 265 h 1792"/>
                <ns1:gd name="T4" fmla="*/ 0 w 1472"/>
                <ns1:gd name="T5" fmla="*/ 1376 h 1792"/>
                <ns1:gd name="T6" fmla="*/ 96 w 1472"/>
                <ns1:gd name="T7" fmla="*/ 1600 h 1792"/>
                <ns1:gd name="T8" fmla="*/ 256 w 1472"/>
                <ns1:gd name="T9" fmla="*/ 1760 h 1792"/>
                <ns1:gd name="T10" fmla="*/ 1216 w 1472"/>
                <ns1:gd name="T11" fmla="*/ 1760 h 1792"/>
                <ns1:gd name="T12" fmla="*/ 1376 w 1472"/>
                <ns1:gd name="T13" fmla="*/ 1600 h 1792"/>
                <ns1:gd name="T14" fmla="*/ 1472 w 1472"/>
                <ns1:gd name="T15" fmla="*/ 1376 h 1792"/>
                <ns1:gd name="T16" fmla="*/ 1238 w 1472"/>
                <ns1:gd name="T17" fmla="*/ 265 h 1792"/>
                <ns1:gd name="T18" fmla="*/ 864 w 1472"/>
                <ns1:gd name="T19" fmla="*/ 928 h 1792"/>
                <ns1:gd name="T20" fmla="*/ 778 w 1472"/>
                <ns1:gd name="T21" fmla="*/ 496 h 1792"/>
                <ns1:gd name="T22" fmla="*/ 1145 w 1472"/>
                <ns1:gd name="T23" fmla="*/ 256 h 1792"/>
                <ns1:gd name="T24" fmla="*/ 778 w 1472"/>
                <ns1:gd name="T25" fmla="*/ 496 h 1792"/>
                <ns1:gd name="T26" fmla="*/ 544 w 1472"/>
                <ns1:gd name="T27" fmla="*/ 928 h 1792"/>
                <ns1:gd name="T28" fmla="*/ 437 w 1472"/>
                <ns1:gd name="T29" fmla="*/ 264 h 1792"/>
                <ns1:gd name="T30" fmla="*/ 474 w 1472"/>
                <ns1:gd name="T31" fmla="*/ 87 h 1792"/>
                <ns1:gd name="T32" fmla="*/ 607 w 1472"/>
                <ns1:gd name="T33" fmla="*/ 192 h 1792"/>
                <ns1:gd name="T34" fmla="*/ 607 w 1472"/>
                <ns1:gd name="T35" fmla="*/ 192 h 1792"/>
                <ns1:gd name="T36" fmla="*/ 535 w 1472"/>
                <ns1:gd name="T37" fmla="*/ 64 h 1792"/>
                <ns1:gd name="T38" fmla="*/ 128 w 1472"/>
                <ns1:gd name="T39" fmla="*/ 576 h 1792"/>
                <ns1:gd name="T40" fmla="*/ 64 w 1472"/>
                <ns1:gd name="T41" fmla="*/ 576 h 1792"/>
                <ns1:gd name="T42" fmla="*/ 192 w 1472"/>
                <ns1:gd name="T43" fmla="*/ 1472 h 1792"/>
                <ns1:gd name="T44" fmla="*/ 128 w 1472"/>
                <ns1:gd name="T45" fmla="*/ 1472 h 1792"/>
                <ns1:gd name="T46" fmla="*/ 384 w 1472"/>
                <ns1:gd name="T47" fmla="*/ 1728 h 1792"/>
                <ns1:gd name="T48" fmla="*/ 1024 w 1472"/>
                <ns1:gd name="T49" fmla="*/ 1664 h 1792"/>
                <ns1:gd name="T50" fmla="*/ 960 w 1472"/>
                <ns1:gd name="T51" fmla="*/ 1664 h 1792"/>
                <ns1:gd name="T52" fmla="*/ 832 w 1472"/>
                <ns1:gd name="T53" fmla="*/ 1728 h 1792"/>
                <ns1:gd name="T54" fmla="*/ 896 w 1472"/>
                <ns1:gd name="T55" fmla="*/ 1728 h 1792"/>
                <ns1:gd name="T56" fmla="*/ 704 w 1472"/>
                <ns1:gd name="T57" fmla="*/ 1664 h 1792"/>
                <ns1:gd name="T58" fmla="*/ 640 w 1472"/>
                <ns1:gd name="T59" fmla="*/ 1728 h 1792"/>
                <ns1:gd name="T60" fmla="*/ 640 w 1472"/>
                <ns1:gd name="T61" fmla="*/ 1664 h 1792"/>
                <ns1:gd name="T62" fmla="*/ 448 w 1472"/>
                <ns1:gd name="T63" fmla="*/ 1728 h 1792"/>
                <ns1:gd name="T64" fmla="*/ 512 w 1472"/>
                <ns1:gd name="T65" fmla="*/ 1728 h 1792"/>
                <ns1:gd name="T66" fmla="*/ 1088 w 1472"/>
                <ns1:gd name="T67" fmla="*/ 1664 h 1792"/>
                <ns1:gd name="T68" fmla="*/ 1344 w 1472"/>
                <ns1:gd name="T69" fmla="*/ 1536 h 1792"/>
                <ns1:gd name="T70" fmla="*/ 1344 w 1472"/>
                <ns1:gd name="T71" fmla="*/ 1472 h 1792"/>
                <ns1:gd name="T72" fmla="*/ 1248 w 1472"/>
                <ns1:gd name="T73" fmla="*/ 1408 h 1792"/>
                <ns1:gd name="T74" fmla="*/ 1152 w 1472"/>
                <ns1:gd name="T75" fmla="*/ 800 h 1792"/>
                <ns1:gd name="T76" fmla="*/ 1216 w 1472"/>
                <ns1:gd name="T77" fmla="*/ 1568 h 1792"/>
                <ns1:gd name="T78" fmla="*/ 256 w 1472"/>
                <ns1:gd name="T79" fmla="*/ 1568 h 1792"/>
                <ns1:gd name="T80" fmla="*/ 320 w 1472"/>
                <ns1:gd name="T81" fmla="*/ 800 h 1792"/>
                <ns1:gd name="T82" fmla="*/ 224 w 1472"/>
                <ns1:gd name="T83" fmla="*/ 1408 h 1792"/>
                <ns1:gd name="T84" fmla="*/ 64 w 1472"/>
                <ns1:gd name="T85" fmla="*/ 768 h 1792"/>
                <ns1:gd name="T86" fmla="*/ 192 w 1472"/>
                <ns1:gd name="T87" fmla="*/ 544 h 1792"/>
                <ns1:gd name="T88" fmla="*/ 135 w 1472"/>
                <ns1:gd name="T89" fmla="*/ 391 h 1792"/>
                <ns1:gd name="T90" fmla="*/ 544 w 1472"/>
                <ns1:gd name="T91" fmla="*/ 446 h 1792"/>
                <ns1:gd name="T92" fmla="*/ 576 w 1472"/>
                <ns1:gd name="T93" fmla="*/ 1024 h 1792"/>
                <ns1:gd name="T94" fmla="*/ 608 w 1472"/>
                <ns1:gd name="T95" fmla="*/ 504 h 1792"/>
                <ns1:gd name="T96" fmla="*/ 864 w 1472"/>
                <ns1:gd name="T97" fmla="*/ 504 h 1792"/>
                <ns1:gd name="T98" fmla="*/ 896 w 1472"/>
                <ns1:gd name="T99" fmla="*/ 1024 h 1792"/>
                <ns1:gd name="T100" fmla="*/ 928 w 1472"/>
                <ns1:gd name="T101" fmla="*/ 446 h 1792"/>
                <ns1:gd name="T102" fmla="*/ 1337 w 1472"/>
                <ns1:gd name="T103" fmla="*/ 391 h 1792"/>
                <ns1:gd name="T104" fmla="*/ 1280 w 1472"/>
                <ns1:gd name="T105" fmla="*/ 544 h 1792"/>
                <ns1:gd name="T106" fmla="*/ 1408 w 1472"/>
                <ns1:gd name="T107" fmla="*/ 768 h 1792"/>
                <ns1:gd name="T108" fmla="*/ 1408 w 1472"/>
                <ns1:gd name="T109" fmla="*/ 576 h 1792"/>
                <ns1:gd name="T110" fmla="*/ 1344 w 1472"/>
                <ns1:gd name="T111" fmla="*/ 576 h 1792"/>
                <ns1:gd name="T112" fmla="*/ 1408 w 1472"/>
                <ns1:gd name="T113" fmla="*/ 576 h 1792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  <ns1:cxn ang="0">
                  <ns1:pos x="T30" y="T31"/>
                </ns1:cxn>
                <ns1:cxn ang="0">
                  <ns1:pos x="T32" y="T33"/>
                </ns1:cxn>
                <ns1:cxn ang="0">
                  <ns1:pos x="T34" y="T35"/>
                </ns1:cxn>
                <ns1:cxn ang="0">
                  <ns1:pos x="T36" y="T37"/>
                </ns1:cxn>
                <ns1:cxn ang="0">
                  <ns1:pos x="T38" y="T39"/>
                </ns1:cxn>
                <ns1:cxn ang="0">
                  <ns1:pos x="T40" y="T41"/>
                </ns1:cxn>
                <ns1:cxn ang="0">
                  <ns1:pos x="T42" y="T43"/>
                </ns1:cxn>
                <ns1:cxn ang="0">
                  <ns1:pos x="T44" y="T45"/>
                </ns1:cxn>
                <ns1:cxn ang="0">
                  <ns1:pos x="T46" y="T47"/>
                </ns1:cxn>
                <ns1:cxn ang="0">
                  <ns1:pos x="T48" y="T49"/>
                </ns1:cxn>
                <ns1:cxn ang="0">
                  <ns1:pos x="T50" y="T51"/>
                </ns1:cxn>
                <ns1:cxn ang="0">
                  <ns1:pos x="T52" y="T53"/>
                </ns1:cxn>
                <ns1:cxn ang="0">
                  <ns1:pos x="T54" y="T55"/>
                </ns1:cxn>
                <ns1:cxn ang="0">
                  <ns1:pos x="T56" y="T57"/>
                </ns1:cxn>
                <ns1:cxn ang="0">
                  <ns1:pos x="T58" y="T59"/>
                </ns1:cxn>
                <ns1:cxn ang="0">
                  <ns1:pos x="T60" y="T61"/>
                </ns1:cxn>
                <ns1:cxn ang="0">
                  <ns1:pos x="T62" y="T63"/>
                </ns1:cxn>
                <ns1:cxn ang="0">
                  <ns1:pos x="T64" y="T65"/>
                </ns1:cxn>
                <ns1:cxn ang="0">
                  <ns1:pos x="T66" y="T67"/>
                </ns1:cxn>
                <ns1:cxn ang="0">
                  <ns1:pos x="T68" y="T69"/>
                </ns1:cxn>
                <ns1:cxn ang="0">
                  <ns1:pos x="T70" y="T71"/>
                </ns1:cxn>
                <ns1:cxn ang="0">
                  <ns1:pos x="T72" y="T73"/>
                </ns1:cxn>
                <ns1:cxn ang="0">
                  <ns1:pos x="T74" y="T75"/>
                </ns1:cxn>
                <ns1:cxn ang="0">
                  <ns1:pos x="T76" y="T77"/>
                </ns1:cxn>
                <ns1:cxn ang="0">
                  <ns1:pos x="T78" y="T79"/>
                </ns1:cxn>
                <ns1:cxn ang="0">
                  <ns1:pos x="T80" y="T81"/>
                </ns1:cxn>
                <ns1:cxn ang="0">
                  <ns1:pos x="T82" y="T83"/>
                </ns1:cxn>
                <ns1:cxn ang="0">
                  <ns1:pos x="T84" y="T85"/>
                </ns1:cxn>
                <ns1:cxn ang="0">
                  <ns1:pos x="T86" y="T87"/>
                </ns1:cxn>
                <ns1:cxn ang="0">
                  <ns1:pos x="T88" y="T89"/>
                </ns1:cxn>
                <ns1:cxn ang="0">
                  <ns1:pos x="T90" y="T91"/>
                </ns1:cxn>
                <ns1:cxn ang="0">
                  <ns1:pos x="T92" y="T93"/>
                </ns1:cxn>
                <ns1:cxn ang="0">
                  <ns1:pos x="T94" y="T95"/>
                </ns1:cxn>
                <ns1:cxn ang="0">
                  <ns1:pos x="T96" y="T97"/>
                </ns1:cxn>
                <ns1:cxn ang="0">
                  <ns1:pos x="T98" y="T99"/>
                </ns1:cxn>
                <ns1:cxn ang="0">
                  <ns1:pos x="T100" y="T101"/>
                </ns1:cxn>
                <ns1:cxn ang="0">
                  <ns1:pos x="T102" y="T103"/>
                </ns1:cxn>
                <ns1:cxn ang="0">
                  <ns1:pos x="T104" y="T105"/>
                </ns1:cxn>
                <ns1:cxn ang="0">
                  <ns1:pos x="T106" y="T107"/>
                </ns1:cxn>
                <ns1:cxn ang="0">
                  <ns1:pos x="T108" y="T109"/>
                </ns1:cxn>
                <ns1:cxn ang="0">
                  <ns1:pos x="T110" y="T111"/>
                </ns1:cxn>
                <ns1:cxn ang="0">
                  <ns1:pos x="T112" y="T113"/>
                </ns1:cxn>
              </ns1:cxnLst>
              <ns1:rect l="0" t="0" r="r" b="b"/>
              <ns1:pathLst>
                <ns1:path w="1472" h="1792">
                  <ns1:moveTo>
                    <ns1:pt x="1238" y="265"/>
                  </ns1:moveTo>
                  <ns1:cubicBezTo>
                    <ns1:pt x="1016" y="11"/>
                    <ns1:pt x="1016" y="11"/>
                    <ns1:pt x="1016" y="11"/>
                  </ns1:cubicBezTo>
                  <ns1:cubicBezTo>
                    <ns1:pt x="1010" y="4"/>
                    <ns1:pt x="1001" y="0"/>
                    <ns1:pt x="992" y="0"/>
                  </ns1:cubicBezTo>
                  <ns1:cubicBezTo>
                    <ns1:pt x="480" y="0"/>
                    <ns1:pt x="480" y="0"/>
                    <ns1:pt x="480" y="0"/>
                  </ns1:cubicBezTo>
                  <ns1:cubicBezTo>
                    <ns1:pt x="471" y="0"/>
                    <ns1:pt x="462" y="4"/>
                    <ns1:pt x="456" y="11"/>
                  </ns1:cubicBezTo>
                  <ns1:cubicBezTo>
                    <ns1:pt x="234" y="265"/>
                    <ns1:pt x="234" y="265"/>
                    <ns1:pt x="234" y="265"/>
                  </ns1:cubicBezTo>
                  <ns1:cubicBezTo>
                    <ns1:pt x="180" y="278"/>
                    <ns1:pt x="130" y="305"/>
                    <ns1:pt x="89" y="345"/>
                  </ns1:cubicBezTo>
                  <ns1:cubicBezTo>
                    <ns1:pt x="32" y="403"/>
                    <ns1:pt x="0" y="480"/>
                    <ns1:pt x="0" y="561"/>
                  </ns1:cubicBezTo>
                  <ns1:cubicBezTo>
                    <ns1:pt x="0" y="1376"/>
                    <ns1:pt x="0" y="1376"/>
                    <ns1:pt x="0" y="1376"/>
                  </ns1:cubicBezTo>
                  <ns1:cubicBezTo>
                    <ns1:pt x="0" y="1418"/>
                    <ns1:pt x="27" y="1453"/>
                    <ns1:pt x="64" y="1466"/>
                  </ns1:cubicBezTo>
                  <ns1:cubicBezTo>
                    <ns1:pt x="64" y="1568"/>
                    <ns1:pt x="64" y="1568"/>
                    <ns1:pt x="64" y="1568"/>
                  </ns1:cubicBezTo>
                  <ns1:cubicBezTo>
                    <ns1:pt x="64" y="1586"/>
                    <ns1:pt x="78" y="1600"/>
                    <ns1:pt x="96" y="1600"/>
                  </ns1:cubicBezTo>
                  <ns1:cubicBezTo>
                    <ns1:pt x="198" y="1600"/>
                    <ns1:pt x="198" y="1600"/>
                    <ns1:pt x="198" y="1600"/>
                  </ns1:cubicBezTo>
                  <ns1:cubicBezTo>
                    <ns1:pt x="208" y="1627"/>
                    <ns1:pt x="229" y="1648"/>
                    <ns1:pt x="256" y="1658"/>
                  </ns1:cubicBezTo>
                  <ns1:cubicBezTo>
                    <ns1:pt x="256" y="1760"/>
                    <ns1:pt x="256" y="1760"/>
                    <ns1:pt x="256" y="1760"/>
                  </ns1:cubicBezTo>
                  <ns1:cubicBezTo>
                    <ns1:pt x="256" y="1778"/>
                    <ns1:pt x="270" y="1792"/>
                    <ns1:pt x="288" y="1792"/>
                  </ns1:cubicBezTo>
                  <ns1:cubicBezTo>
                    <ns1:pt x="1184" y="1792"/>
                    <ns1:pt x="1184" y="1792"/>
                    <ns1:pt x="1184" y="1792"/>
                  </ns1:cubicBezTo>
                  <ns1:cubicBezTo>
                    <ns1:pt x="1202" y="1792"/>
                    <ns1:pt x="1216" y="1778"/>
                    <ns1:pt x="1216" y="1760"/>
                  </ns1:cubicBezTo>
                  <ns1:cubicBezTo>
                    <ns1:pt x="1216" y="1658"/>
                    <ns1:pt x="1216" y="1658"/>
                    <ns1:pt x="1216" y="1658"/>
                  </ns1:cubicBezTo>
                  <ns1:cubicBezTo>
                    <ns1:pt x="1243" y="1648"/>
                    <ns1:pt x="1264" y="1627"/>
                    <ns1:pt x="1274" y="1600"/>
                  </ns1:cubicBezTo>
                  <ns1:cubicBezTo>
                    <ns1:pt x="1376" y="1600"/>
                    <ns1:pt x="1376" y="1600"/>
                    <ns1:pt x="1376" y="1600"/>
                  </ns1:cubicBezTo>
                  <ns1:cubicBezTo>
                    <ns1:pt x="1394" y="1600"/>
                    <ns1:pt x="1408" y="1586"/>
                    <ns1:pt x="1408" y="1568"/>
                  </ns1:cubicBezTo>
                  <ns1:cubicBezTo>
                    <ns1:pt x="1408" y="1466"/>
                    <ns1:pt x="1408" y="1466"/>
                    <ns1:pt x="1408" y="1466"/>
                  </ns1:cubicBezTo>
                  <ns1:cubicBezTo>
                    <ns1:pt x="1445" y="1453"/>
                    <ns1:pt x="1472" y="1418"/>
                    <ns1:pt x="1472" y="1376"/>
                  </ns1:cubicBezTo>
                  <ns1:cubicBezTo>
                    <ns1:pt x="1472" y="561"/>
                    <ns1:pt x="1472" y="561"/>
                    <ns1:pt x="1472" y="561"/>
                  </ns1:cubicBezTo>
                  <ns1:cubicBezTo>
                    <ns1:pt x="1472" y="480"/>
                    <ns1:pt x="1440" y="403"/>
                    <ns1:pt x="1383" y="345"/>
                  </ns1:cubicBezTo>
                  <ns1:cubicBezTo>
                    <ns1:pt x="1342" y="305"/>
                    <ns1:pt x="1292" y="278"/>
                    <ns1:pt x="1238" y="265"/>
                  </ns1:cubicBezTo>
                  <ns1:close/>
                  <ns1:moveTo>
                    <ns1:pt x="928" y="928"/>
                  </ns1:moveTo>
                  <ns1:cubicBezTo>
                    <ns1:pt x="928" y="946"/>
                    <ns1:pt x="914" y="960"/>
                    <ns1:pt x="896" y="960"/>
                  </ns1:cubicBezTo>
                  <ns1:cubicBezTo>
                    <ns1:pt x="878" y="960"/>
                    <ns1:pt x="864" y="946"/>
                    <ns1:pt x="864" y="928"/>
                  </ns1:cubicBezTo>
                  <ns1:cubicBezTo>
                    <ns1:pt x="864" y="910"/>
                    <ns1:pt x="878" y="896"/>
                    <ns1:pt x="896" y="896"/>
                  </ns1:cubicBezTo>
                  <ns1:cubicBezTo>
                    <ns1:pt x="914" y="896"/>
                    <ns1:pt x="928" y="910"/>
                    <ns1:pt x="928" y="928"/>
                  </ns1:cubicBezTo>
                  <ns1:close/>
                  <ns1:moveTo>
                    <ns1:pt x="778" y="496"/>
                  </ns1:moveTo>
                  <ns1:cubicBezTo>
                    <ns1:pt x="771" y="484"/>
                    <ns1:pt x="771" y="484"/>
                    <ns1:pt x="771" y="484"/>
                  </ns1:cubicBezTo>
                  <ns1:cubicBezTo>
                    <ns1:pt x="998" y="87"/>
                    <ns1:pt x="998" y="87"/>
                    <ns1:pt x="998" y="87"/>
                  </ns1:cubicBezTo>
                  <ns1:cubicBezTo>
                    <ns1:pt x="1145" y="256"/>
                    <ns1:pt x="1145" y="256"/>
                    <ns1:pt x="1145" y="256"/>
                  </ns1:cubicBezTo>
                  <ns1:cubicBezTo>
                    <ns1:pt x="1056" y="256"/>
                    <ns1:pt x="1056" y="256"/>
                    <ns1:pt x="1056" y="256"/>
                  </ns1:cubicBezTo>
                  <ns1:cubicBezTo>
                    <ns1:pt x="1048" y="256"/>
                    <ns1:pt x="1040" y="259"/>
                    <ns1:pt x="1035" y="264"/>
                  </ns1:cubicBezTo>
                  <ns1:lnTo>
                    <ns1:pt x="778" y="496"/>
                  </ns1:lnTo>
                  <ns1:close/>
                  <ns1:moveTo>
                    <ns1:pt x="608" y="928"/>
                  </ns1:moveTo>
                  <ns1:cubicBezTo>
                    <ns1:pt x="608" y="946"/>
                    <ns1:pt x="594" y="960"/>
                    <ns1:pt x="576" y="960"/>
                  </ns1:cubicBezTo>
                  <ns1:cubicBezTo>
                    <ns1:pt x="558" y="960"/>
                    <ns1:pt x="544" y="946"/>
                    <ns1:pt x="544" y="928"/>
                  </ns1:cubicBezTo>
                  <ns1:cubicBezTo>
                    <ns1:pt x="544" y="910"/>
                    <ns1:pt x="558" y="896"/>
                    <ns1:pt x="576" y="896"/>
                  </ns1:cubicBezTo>
                  <ns1:cubicBezTo>
                    <ns1:pt x="594" y="896"/>
                    <ns1:pt x="608" y="910"/>
                    <ns1:pt x="608" y="928"/>
                  </ns1:cubicBezTo>
                  <ns1:close/>
                  <ns1:moveTo>
                    <ns1:pt x="437" y="264"/>
                  </ns1:moveTo>
                  <ns1:cubicBezTo>
                    <ns1:pt x="432" y="259"/>
                    <ns1:pt x="424" y="256"/>
                    <ns1:pt x="416" y="256"/>
                  </ns1:cubicBezTo>
                  <ns1:cubicBezTo>
                    <ns1:pt x="327" y="256"/>
                    <ns1:pt x="327" y="256"/>
                    <ns1:pt x="327" y="256"/>
                  </ns1:cubicBezTo>
                  <ns1:cubicBezTo>
                    <ns1:pt x="474" y="87"/>
                    <ns1:pt x="474" y="87"/>
                    <ns1:pt x="474" y="87"/>
                  </ns1:cubicBezTo>
                  <ns1:cubicBezTo>
                    <ns1:pt x="714" y="513"/>
                    <ns1:pt x="714" y="513"/>
                    <ns1:pt x="714" y="513"/>
                  </ns1:cubicBezTo>
                  <ns1:lnTo>
                    <ns1:pt x="437" y="264"/>
                  </ns1:lnTo>
                  <ns1:close/>
                  <ns1:moveTo>
                    <ns1:pt x="607" y="192"/>
                  </ns1:moveTo>
                  <ns1:cubicBezTo>
                    <ns1:pt x="864" y="192"/>
                    <ns1:pt x="864" y="192"/>
                    <ns1:pt x="864" y="192"/>
                  </ns1:cubicBezTo>
                  <ns1:cubicBezTo>
                    <ns1:pt x="734" y="419"/>
                    <ns1:pt x="734" y="419"/>
                    <ns1:pt x="734" y="419"/>
                  </ns1:cubicBezTo>
                  <ns1:lnTo>
                    <ns1:pt x="607" y="192"/>
                  </ns1:lnTo>
                  <ns1:close/>
                  <ns1:moveTo>
                    <ns1:pt x="900" y="128"/>
                  </ns1:moveTo>
                  <ns1:cubicBezTo>
                    <ns1:pt x="571" y="128"/>
                    <ns1:pt x="571" y="128"/>
                    <ns1:pt x="571" y="128"/>
                  </ns1:cubicBezTo>
                  <ns1:cubicBezTo>
                    <ns1:pt x="535" y="64"/>
                    <ns1:pt x="535" y="64"/>
                    <ns1:pt x="535" y="64"/>
                  </ns1:cubicBezTo>
                  <ns1:cubicBezTo>
                    <ns1:pt x="937" y="64"/>
                    <ns1:pt x="937" y="64"/>
                    <ns1:pt x="937" y="64"/>
                  </ns1:cubicBezTo>
                  <ns1:lnTo>
                    <ns1:pt x="900" y="128"/>
                  </ns1:lnTo>
                  <ns1:close/>
                  <ns1:moveTo>
                    <ns1:pt x="128" y="576"/>
                  </ns1:moveTo>
                  <ns1:cubicBezTo>
                    <ns1:pt x="128" y="704"/>
                    <ns1:pt x="128" y="704"/>
                    <ns1:pt x="128" y="704"/>
                  </ns1:cubicBezTo>
                  <ns1:cubicBezTo>
                    <ns1:pt x="64" y="704"/>
                    <ns1:pt x="64" y="704"/>
                    <ns1:pt x="64" y="704"/>
                  </ns1:cubicBezTo>
                  <ns1:cubicBezTo>
                    <ns1:pt x="64" y="576"/>
                    <ns1:pt x="64" y="576"/>
                    <ns1:pt x="64" y="576"/>
                  </ns1:cubicBezTo>
                  <ns1:lnTo>
                    <ns1:pt x="128" y="576"/>
                  </ns1:lnTo>
                  <ns1:close/>
                  <ns1:moveTo>
                    <ns1:pt x="128" y="1472"/>
                  </ns1:moveTo>
                  <ns1:cubicBezTo>
                    <ns1:pt x="192" y="1472"/>
                    <ns1:pt x="192" y="1472"/>
                    <ns1:pt x="192" y="1472"/>
                  </ns1:cubicBezTo>
                  <ns1:cubicBezTo>
                    <ns1:pt x="192" y="1536"/>
                    <ns1:pt x="192" y="1536"/>
                    <ns1:pt x="192" y="1536"/>
                  </ns1:cubicBezTo>
                  <ns1:cubicBezTo>
                    <ns1:pt x="128" y="1536"/>
                    <ns1:pt x="128" y="1536"/>
                    <ns1:pt x="128" y="1536"/>
                  </ns1:cubicBezTo>
                  <ns1:lnTo>
                    <ns1:pt x="128" y="1472"/>
                  </ns1:lnTo>
                  <ns1:close/>
                  <ns1:moveTo>
                    <ns1:pt x="320" y="1664"/>
                  </ns1:moveTo>
                  <ns1:cubicBezTo>
                    <ns1:pt x="384" y="1664"/>
                    <ns1:pt x="384" y="1664"/>
                    <ns1:pt x="384" y="1664"/>
                  </ns1:cubicBezTo>
                  <ns1:cubicBezTo>
                    <ns1:pt x="384" y="1728"/>
                    <ns1:pt x="384" y="1728"/>
                    <ns1:pt x="384" y="1728"/>
                  </ns1:cubicBezTo>
                  <ns1:cubicBezTo>
                    <ns1:pt x="320" y="1728"/>
                    <ns1:pt x="320" y="1728"/>
                    <ns1:pt x="320" y="1728"/>
                  </ns1:cubicBezTo>
                  <ns1:lnTo>
                    <ns1:pt x="320" y="1664"/>
                  </ns1:lnTo>
                  <ns1:close/>
                  <ns1:moveTo>
                    <ns1:pt x="1024" y="1664"/>
                  </ns1:moveTo>
                  <ns1:cubicBezTo>
                    <ns1:pt x="1024" y="1728"/>
                    <ns1:pt x="1024" y="1728"/>
                    <ns1:pt x="1024" y="1728"/>
                  </ns1:cubicBezTo>
                  <ns1:cubicBezTo>
                    <ns1:pt x="960" y="1728"/>
                    <ns1:pt x="960" y="1728"/>
                    <ns1:pt x="960" y="1728"/>
                  </ns1:cubicBezTo>
                  <ns1:cubicBezTo>
                    <ns1:pt x="960" y="1664"/>
                    <ns1:pt x="960" y="1664"/>
                    <ns1:pt x="960" y="1664"/>
                  </ns1:cubicBezTo>
                  <ns1:lnTo>
                    <ns1:pt x="1024" y="1664"/>
                  </ns1:lnTo>
                  <ns1:close/>
                  <ns1:moveTo>
                    <ns1:pt x="896" y="1728"/>
                  </ns1:moveTo>
                  <ns1:cubicBezTo>
                    <ns1:pt x="832" y="1728"/>
                    <ns1:pt x="832" y="1728"/>
                    <ns1:pt x="832" y="1728"/>
                  </ns1:cubicBezTo>
                  <ns1:cubicBezTo>
                    <ns1:pt x="832" y="1664"/>
                    <ns1:pt x="832" y="1664"/>
                    <ns1:pt x="832" y="1664"/>
                  </ns1:cubicBezTo>
                  <ns1:cubicBezTo>
                    <ns1:pt x="896" y="1664"/>
                    <ns1:pt x="896" y="1664"/>
                    <ns1:pt x="896" y="1664"/>
                  </ns1:cubicBezTo>
                  <ns1:lnTo>
                    <ns1:pt x="896" y="1728"/>
                  </ns1:lnTo>
                  <ns1:close/>
                  <ns1:moveTo>
                    <ns1:pt x="768" y="1728"/>
                  </ns1:moveTo>
                  <ns1:cubicBezTo>
                    <ns1:pt x="704" y="1728"/>
                    <ns1:pt x="704" y="1728"/>
                    <ns1:pt x="704" y="1728"/>
                  </ns1:cubicBezTo>
                  <ns1:cubicBezTo>
                    <ns1:pt x="704" y="1664"/>
                    <ns1:pt x="704" y="1664"/>
                    <ns1:pt x="704" y="1664"/>
                  </ns1:cubicBezTo>
                  <ns1:cubicBezTo>
                    <ns1:pt x="768" y="1664"/>
                    <ns1:pt x="768" y="1664"/>
                    <ns1:pt x="768" y="1664"/>
                  </ns1:cubicBezTo>
                  <ns1:lnTo>
                    <ns1:pt x="768" y="1728"/>
                  </ns1:lnTo>
                  <ns1:close/>
                  <ns1:moveTo>
                    <ns1:pt x="640" y="1728"/>
                  </ns1:moveTo>
                  <ns1:cubicBezTo>
                    <ns1:pt x="576" y="1728"/>
                    <ns1:pt x="576" y="1728"/>
                    <ns1:pt x="576" y="1728"/>
                  </ns1:cubicBezTo>
                  <ns1:cubicBezTo>
                    <ns1:pt x="576" y="1664"/>
                    <ns1:pt x="576" y="1664"/>
                    <ns1:pt x="576" y="1664"/>
                  </ns1:cubicBezTo>
                  <ns1:cubicBezTo>
                    <ns1:pt x="640" y="1664"/>
                    <ns1:pt x="640" y="1664"/>
                    <ns1:pt x="640" y="1664"/>
                  </ns1:cubicBezTo>
                  <ns1:lnTo>
                    <ns1:pt x="640" y="1728"/>
                  </ns1:lnTo>
                  <ns1:close/>
                  <ns1:moveTo>
                    <ns1:pt x="512" y="1728"/>
                  </ns1:moveTo>
                  <ns1:cubicBezTo>
                    <ns1:pt x="448" y="1728"/>
                    <ns1:pt x="448" y="1728"/>
                    <ns1:pt x="448" y="1728"/>
                  </ns1:cubicBezTo>
                  <ns1:cubicBezTo>
                    <ns1:pt x="448" y="1664"/>
                    <ns1:pt x="448" y="1664"/>
                    <ns1:pt x="448" y="1664"/>
                  </ns1:cubicBezTo>
                  <ns1:cubicBezTo>
                    <ns1:pt x="512" y="1664"/>
                    <ns1:pt x="512" y="1664"/>
                    <ns1:pt x="512" y="1664"/>
                  </ns1:cubicBezTo>
                  <ns1:lnTo>
                    <ns1:pt x="512" y="1728"/>
                  </ns1:lnTo>
                  <ns1:close/>
                  <ns1:moveTo>
                    <ns1:pt x="1152" y="1728"/>
                  </ns1:moveTo>
                  <ns1:cubicBezTo>
                    <ns1:pt x="1088" y="1728"/>
                    <ns1:pt x="1088" y="1728"/>
                    <ns1:pt x="1088" y="1728"/>
                  </ns1:cubicBezTo>
                  <ns1:cubicBezTo>
                    <ns1:pt x="1088" y="1664"/>
                    <ns1:pt x="1088" y="1664"/>
                    <ns1:pt x="1088" y="1664"/>
                  </ns1:cubicBezTo>
                  <ns1:cubicBezTo>
                    <ns1:pt x="1152" y="1664"/>
                    <ns1:pt x="1152" y="1664"/>
                    <ns1:pt x="1152" y="1664"/>
                  </ns1:cubicBezTo>
                  <ns1:lnTo>
                    <ns1:pt x="1152" y="1728"/>
                  </ns1:lnTo>
                  <ns1:close/>
                  <ns1:moveTo>
                    <ns1:pt x="1344" y="1536"/>
                  </ns1:moveTo>
                  <ns1:cubicBezTo>
                    <ns1:pt x="1280" y="1536"/>
                    <ns1:pt x="1280" y="1536"/>
                    <ns1:pt x="1280" y="1536"/>
                  </ns1:cubicBezTo>
                  <ns1:cubicBezTo>
                    <ns1:pt x="1280" y="1472"/>
                    <ns1:pt x="1280" y="1472"/>
                    <ns1:pt x="1280" y="1472"/>
                  </ns1:cubicBezTo>
                  <ns1:cubicBezTo>
                    <ns1:pt x="1344" y="1472"/>
                    <ns1:pt x="1344" y="1472"/>
                    <ns1:pt x="1344" y="1472"/>
                  </ns1:cubicBezTo>
                  <ns1:lnTo>
                    <ns1:pt x="1344" y="1536"/>
                  </ns1:lnTo>
                  <ns1:close/>
                  <ns1:moveTo>
                    <ns1:pt x="1376" y="1408"/>
                  </ns1:moveTo>
                  <ns1:cubicBezTo>
                    <ns1:pt x="1248" y="1408"/>
                    <ns1:pt x="1248" y="1408"/>
                    <ns1:pt x="1248" y="1408"/>
                  </ns1:cubicBezTo>
                  <ns1:cubicBezTo>
                    <ns1:pt x="1230" y="1408"/>
                    <ns1:pt x="1216" y="1394"/>
                    <ns1:pt x="1216" y="1376"/>
                  </ns1:cubicBezTo>
                  <ns1:cubicBezTo>
                    <ns1:pt x="1216" y="800"/>
                    <ns1:pt x="1216" y="800"/>
                    <ns1:pt x="1216" y="800"/>
                  </ns1:cubicBezTo>
                  <ns1:cubicBezTo>
                    <ns1:pt x="1152" y="800"/>
                    <ns1:pt x="1152" y="800"/>
                    <ns1:pt x="1152" y="800"/>
                  </ns1:cubicBezTo>
                  <ns1:cubicBezTo>
                    <ns1:pt x="1152" y="1376"/>
                    <ns1:pt x="1152" y="1376"/>
                    <ns1:pt x="1152" y="1376"/>
                  </ns1:cubicBezTo>
                  <ns1:cubicBezTo>
                    <ns1:pt x="1152" y="1418"/>
                    <ns1:pt x="1179" y="1453"/>
                    <ns1:pt x="1216" y="1466"/>
                  </ns1:cubicBezTo>
                  <ns1:cubicBezTo>
                    <ns1:pt x="1216" y="1568"/>
                    <ns1:pt x="1216" y="1568"/>
                    <ns1:pt x="1216" y="1568"/>
                  </ns1:cubicBezTo>
                  <ns1:cubicBezTo>
                    <ns1:pt x="1216" y="1586"/>
                    <ns1:pt x="1202" y="1600"/>
                    <ns1:pt x="1184" y="1600"/>
                  </ns1:cubicBezTo>
                  <ns1:cubicBezTo>
                    <ns1:pt x="288" y="1600"/>
                    <ns1:pt x="288" y="1600"/>
                    <ns1:pt x="288" y="1600"/>
                  </ns1:cubicBezTo>
                  <ns1:cubicBezTo>
                    <ns1:pt x="270" y="1600"/>
                    <ns1:pt x="256" y="1586"/>
                    <ns1:pt x="256" y="1568"/>
                  </ns1:cubicBezTo>
                  <ns1:cubicBezTo>
                    <ns1:pt x="256" y="1466"/>
                    <ns1:pt x="256" y="1466"/>
                    <ns1:pt x="256" y="1466"/>
                  </ns1:cubicBezTo>
                  <ns1:cubicBezTo>
                    <ns1:pt x="293" y="1453"/>
                    <ns1:pt x="320" y="1418"/>
                    <ns1:pt x="320" y="1376"/>
                  </ns1:cubicBezTo>
                  <ns1:cubicBezTo>
                    <ns1:pt x="320" y="800"/>
                    <ns1:pt x="320" y="800"/>
                    <ns1:pt x="320" y="800"/>
                  </ns1:cubicBezTo>
                  <ns1:cubicBezTo>
                    <ns1:pt x="256" y="800"/>
                    <ns1:pt x="256" y="800"/>
                    <ns1:pt x="256" y="800"/>
                  </ns1:cubicBezTo>
                  <ns1:cubicBezTo>
                    <ns1:pt x="256" y="1376"/>
                    <ns1:pt x="256" y="1376"/>
                    <ns1:pt x="256" y="1376"/>
                  </ns1:cubicBezTo>
                  <ns1:cubicBezTo>
                    <ns1:pt x="256" y="1394"/>
                    <ns1:pt x="242" y="1408"/>
                    <ns1:pt x="224" y="1408"/>
                  </ns1:cubicBezTo>
                  <ns1:cubicBezTo>
                    <ns1:pt x="96" y="1408"/>
                    <ns1:pt x="96" y="1408"/>
                    <ns1:pt x="96" y="1408"/>
                  </ns1:cubicBezTo>
                  <ns1:cubicBezTo>
                    <ns1:pt x="78" y="1408"/>
                    <ns1:pt x="64" y="1394"/>
                    <ns1:pt x="64" y="1376"/>
                  </ns1:cubicBezTo>
                  <ns1:cubicBezTo>
                    <ns1:pt x="64" y="768"/>
                    <ns1:pt x="64" y="768"/>
                    <ns1:pt x="64" y="768"/>
                  </ns1:cubicBezTo>
                  <ns1:cubicBezTo>
                    <ns1:pt x="160" y="768"/>
                    <ns1:pt x="160" y="768"/>
                    <ns1:pt x="160" y="768"/>
                  </ns1:cubicBezTo>
                  <ns1:cubicBezTo>
                    <ns1:pt x="178" y="768"/>
                    <ns1:pt x="192" y="754"/>
                    <ns1:pt x="192" y="736"/>
                  </ns1:cubicBezTo>
                  <ns1:cubicBezTo>
                    <ns1:pt x="192" y="544"/>
                    <ns1:pt x="192" y="544"/>
                    <ns1:pt x="192" y="544"/>
                  </ns1:cubicBezTo>
                  <ns1:cubicBezTo>
                    <ns1:pt x="192" y="526"/>
                    <ns1:pt x="178" y="512"/>
                    <ns1:pt x="160" y="512"/>
                  </ns1:cubicBezTo>
                  <ns1:cubicBezTo>
                    <ns1:pt x="69" y="512"/>
                    <ns1:pt x="69" y="512"/>
                    <ns1:pt x="69" y="512"/>
                  </ns1:cubicBezTo>
                  <ns1:cubicBezTo>
                    <ns1:pt x="78" y="466"/>
                    <ns1:pt x="101" y="424"/>
                    <ns1:pt x="135" y="391"/>
                  </ns1:cubicBezTo>
                  <ns1:cubicBezTo>
                    <ns1:pt x="180" y="345"/>
                    <ns1:pt x="241" y="320"/>
                    <ns1:pt x="305" y="320"/>
                  </ns1:cubicBezTo>
                  <ns1:cubicBezTo>
                    <ns1:pt x="404" y="320"/>
                    <ns1:pt x="404" y="320"/>
                    <ns1:pt x="404" y="320"/>
                  </ns1:cubicBezTo>
                  <ns1:cubicBezTo>
                    <ns1:pt x="544" y="446"/>
                    <ns1:pt x="544" y="446"/>
                    <ns1:pt x="544" y="446"/>
                  </ns1:cubicBezTo>
                  <ns1:cubicBezTo>
                    <ns1:pt x="544" y="838"/>
                    <ns1:pt x="544" y="838"/>
                    <ns1:pt x="544" y="838"/>
                  </ns1:cubicBezTo>
                  <ns1:cubicBezTo>
                    <ns1:pt x="507" y="851"/>
                    <ns1:pt x="480" y="886"/>
                    <ns1:pt x="480" y="928"/>
                  </ns1:cubicBezTo>
                  <ns1:cubicBezTo>
                    <ns1:pt x="480" y="981"/>
                    <ns1:pt x="523" y="1024"/>
                    <ns1:pt x="576" y="1024"/>
                  </ns1:cubicBezTo>
                  <ns1:cubicBezTo>
                    <ns1:pt x="629" y="1024"/>
                    <ns1:pt x="672" y="981"/>
                    <ns1:pt x="672" y="928"/>
                  </ns1:cubicBezTo>
                  <ns1:cubicBezTo>
                    <ns1:pt x="672" y="886"/>
                    <ns1:pt x="645" y="851"/>
                    <ns1:pt x="608" y="838"/>
                  </ns1:cubicBezTo>
                  <ns1:cubicBezTo>
                    <ns1:pt x="608" y="504"/>
                    <ns1:pt x="608" y="504"/>
                    <ns1:pt x="608" y="504"/>
                  </ns1:cubicBezTo>
                  <ns1:cubicBezTo>
                    <ns1:pt x="715" y="600"/>
                    <ns1:pt x="715" y="600"/>
                    <ns1:pt x="715" y="600"/>
                  </ns1:cubicBezTo>
                  <ns1:cubicBezTo>
                    <ns1:pt x="727" y="611"/>
                    <ns1:pt x="745" y="611"/>
                    <ns1:pt x="757" y="600"/>
                  </ns1:cubicBezTo>
                  <ns1:cubicBezTo>
                    <ns1:pt x="864" y="504"/>
                    <ns1:pt x="864" y="504"/>
                    <ns1:pt x="864" y="504"/>
                  </ns1:cubicBezTo>
                  <ns1:cubicBezTo>
                    <ns1:pt x="864" y="838"/>
                    <ns1:pt x="864" y="838"/>
                    <ns1:pt x="864" y="838"/>
                  </ns1:cubicBezTo>
                  <ns1:cubicBezTo>
                    <ns1:pt x="827" y="851"/>
                    <ns1:pt x="800" y="886"/>
                    <ns1:pt x="800" y="928"/>
                  </ns1:cubicBezTo>
                  <ns1:cubicBezTo>
                    <ns1:pt x="800" y="981"/>
                    <ns1:pt x="843" y="1024"/>
                    <ns1:pt x="896" y="1024"/>
                  </ns1:cubicBezTo>
                  <ns1:cubicBezTo>
                    <ns1:pt x="949" y="1024"/>
                    <ns1:pt x="992" y="981"/>
                    <ns1:pt x="992" y="928"/>
                  </ns1:cubicBezTo>
                  <ns1:cubicBezTo>
                    <ns1:pt x="992" y="886"/>
                    <ns1:pt x="965" y="851"/>
                    <ns1:pt x="928" y="838"/>
                  </ns1:cubicBezTo>
                  <ns1:cubicBezTo>
                    <ns1:pt x="928" y="446"/>
                    <ns1:pt x="928" y="446"/>
                    <ns1:pt x="928" y="446"/>
                  </ns1:cubicBezTo>
                  <ns1:cubicBezTo>
                    <ns1:pt x="1068" y="320"/>
                    <ns1:pt x="1068" y="320"/>
                    <ns1:pt x="1068" y="320"/>
                  </ns1:cubicBezTo>
                  <ns1:cubicBezTo>
                    <ns1:pt x="1167" y="320"/>
                    <ns1:pt x="1167" y="320"/>
                    <ns1:pt x="1167" y="320"/>
                  </ns1:cubicBezTo>
                  <ns1:cubicBezTo>
                    <ns1:pt x="1231" y="320"/>
                    <ns1:pt x="1292" y="345"/>
                    <ns1:pt x="1337" y="391"/>
                  </ns1:cubicBezTo>
                  <ns1:cubicBezTo>
                    <ns1:pt x="1371" y="424"/>
                    <ns1:pt x="1394" y="466"/>
                    <ns1:pt x="1403" y="512"/>
                  </ns1:cubicBezTo>
                  <ns1:cubicBezTo>
                    <ns1:pt x="1312" y="512"/>
                    <ns1:pt x="1312" y="512"/>
                    <ns1:pt x="1312" y="512"/>
                  </ns1:cubicBezTo>
                  <ns1:cubicBezTo>
                    <ns1:pt x="1294" y="512"/>
                    <ns1:pt x="1280" y="526"/>
                    <ns1:pt x="1280" y="544"/>
                  </ns1:cubicBezTo>
                  <ns1:cubicBezTo>
                    <ns1:pt x="1280" y="736"/>
                    <ns1:pt x="1280" y="736"/>
                    <ns1:pt x="1280" y="736"/>
                  </ns1:cubicBezTo>
                  <ns1:cubicBezTo>
                    <ns1:pt x="1280" y="754"/>
                    <ns1:pt x="1294" y="768"/>
                    <ns1:pt x="1312" y="768"/>
                  </ns1:cubicBezTo>
                  <ns1:cubicBezTo>
                    <ns1:pt x="1408" y="768"/>
                    <ns1:pt x="1408" y="768"/>
                    <ns1:pt x="1408" y="768"/>
                  </ns1:cubicBezTo>
                  <ns1:cubicBezTo>
                    <ns1:pt x="1408" y="1376"/>
                    <ns1:pt x="1408" y="1376"/>
                    <ns1:pt x="1408" y="1376"/>
                  </ns1:cubicBezTo>
                  <ns1:cubicBezTo>
                    <ns1:pt x="1408" y="1394"/>
                    <ns1:pt x="1394" y="1408"/>
                    <ns1:pt x="1376" y="1408"/>
                  </ns1:cubicBezTo>
                  <ns1:close/>
                  <ns1:moveTo>
                    <ns1:pt x="1408" y="576"/>
                  </ns1:moveTo>
                  <ns1:cubicBezTo>
                    <ns1:pt x="1408" y="704"/>
                    <ns1:pt x="1408" y="704"/>
                    <ns1:pt x="1408" y="704"/>
                  </ns1:cubicBezTo>
                  <ns1:cubicBezTo>
                    <ns1:pt x="1344" y="704"/>
                    <ns1:pt x="1344" y="704"/>
                    <ns1:pt x="1344" y="704"/>
                  </ns1:cubicBezTo>
                  <ns1:cubicBezTo>
                    <ns1:pt x="1344" y="576"/>
                    <ns1:pt x="1344" y="576"/>
                    <ns1:pt x="1344" y="576"/>
                  </ns1:cubicBezTo>
                  <ns1:lnTo>
                    <ns1:pt x="1408" y="576"/>
                  </ns1:lnTo>
                  <ns1:close/>
                  <ns1:moveTo>
                    <ns1:pt x="1408" y="576"/>
                  </ns1:moveTo>
                  <ns1:cubicBezTo>
                    <ns1:pt x="1408" y="576"/>
                    <ns1:pt x="1408" y="576"/>
                    <ns1:pt x="1408" y="576"/>
                  </ns1:cubicBezTo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3:hiddenLine w="9525">
                  <ns1:solidFill>
                    <ns1:srgbClr val="000000"/>
                  </ns1:solidFill>
                  <ns1:round/>
                  <ns1:headEnd/>
                  <ns1:tailEnd/>
                </ns3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en-US"/>
            </ns1:p>
          </ns0:txBody>
        </ns0:sp>
        <ns0:sp>
          <ns0:nvSpPr>
            <ns0:cNvPr id="16" name="Freeform 13">
              <ns1:extLst>
                <ns1:ext uri="{FF2B5EF4-FFF2-40B4-BE49-F238E27FC236}">
                  <ns2:creationId id="{DE392E56-EEB8-4FD0-988E-ACC333BBE5D1}"/>
                </ns1:ext>
              </ns1:extLst>
            </ns0:cNvPr>
            <ns0:cNvSpPr>
              <ns1:spLocks noEditPoints="1"/>
            </ns0:cNvSpPr>
            <ns0:nvPr/>
          </ns0:nvSpPr>
          <ns0:spPr bwMode="auto">
            <ns1:xfrm>
              <ns1:off x="3069" y="2928"/>
              <ns1:ext cx="1542" cy="837"/>
            </ns1:xfrm>
            <ns1:custGeom>
              <ns1:avLst/>
              <ns1:gdLst>
                <ns1:gd name="T0" fmla="*/ 609 w 708"/>
                <ns1:gd name="T1" fmla="*/ 23 h 384"/>
                <ns1:gd name="T2" fmla="*/ 578 w 708"/>
                <ns1:gd name="T3" fmla="*/ 0 h 384"/>
                <ns1:gd name="T4" fmla="*/ 130 w 708"/>
                <ns1:gd name="T5" fmla="*/ 0 h 384"/>
                <ns1:gd name="T6" fmla="*/ 99 w 708"/>
                <ns1:gd name="T7" fmla="*/ 23 h 384"/>
                <ns1:gd name="T8" fmla="*/ 3 w 708"/>
                <ns1:gd name="T9" fmla="*/ 343 h 384"/>
                <ns1:gd name="T10" fmla="*/ 8 w 708"/>
                <ns1:gd name="T11" fmla="*/ 371 h 384"/>
                <ns1:gd name="T12" fmla="*/ 34 w 708"/>
                <ns1:gd name="T13" fmla="*/ 384 h 384"/>
                <ns1:gd name="T14" fmla="*/ 674 w 708"/>
                <ns1:gd name="T15" fmla="*/ 384 h 384"/>
                <ns1:gd name="T16" fmla="*/ 700 w 708"/>
                <ns1:gd name="T17" fmla="*/ 371 h 384"/>
                <ns1:gd name="T18" fmla="*/ 705 w 708"/>
                <ns1:gd name="T19" fmla="*/ 343 h 384"/>
                <ns1:gd name="T20" fmla="*/ 609 w 708"/>
                <ns1:gd name="T21" fmla="*/ 23 h 384"/>
                <ns1:gd name="T22" fmla="*/ 77 w 708"/>
                <ns1:gd name="T23" fmla="*/ 320 h 384"/>
                <ns1:gd name="T24" fmla="*/ 154 w 708"/>
                <ns1:gd name="T25" fmla="*/ 64 h 384"/>
                <ns1:gd name="T26" fmla="*/ 554 w 708"/>
                <ns1:gd name="T27" fmla="*/ 64 h 384"/>
                <ns1:gd name="T28" fmla="*/ 631 w 708"/>
                <ns1:gd name="T29" fmla="*/ 320 h 384"/>
                <ns1:gd name="T30" fmla="*/ 77 w 708"/>
                <ns1:gd name="T31" fmla="*/ 320 h 384"/>
                <ns1:gd name="T32" fmla="*/ 77 w 708"/>
                <ns1:gd name="T33" fmla="*/ 320 h 384"/>
                <ns1:gd name="T34" fmla="*/ 77 w 708"/>
                <ns1:gd name="T35" fmla="*/ 320 h 384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  <ns1:cxn ang="0">
                  <ns1:pos x="T30" y="T31"/>
                </ns1:cxn>
                <ns1:cxn ang="0">
                  <ns1:pos x="T32" y="T33"/>
                </ns1:cxn>
                <ns1:cxn ang="0">
                  <ns1:pos x="T34" y="T35"/>
                </ns1:cxn>
              </ns1:cxnLst>
              <ns1:rect l="0" t="0" r="r" b="b"/>
              <ns1:pathLst>
                <ns1:path w="708" h="384">
                  <ns1:moveTo>
                    <ns1:pt x="609" y="23"/>
                  </ns1:moveTo>
                  <ns1:cubicBezTo>
                    <ns1:pt x="605" y="9"/>
                    <ns1:pt x="592" y="0"/>
                    <ns1:pt x="578" y="0"/>
                  </ns1:cubicBezTo>
                  <ns1:cubicBezTo>
                    <ns1:pt x="130" y="0"/>
                    <ns1:pt x="130" y="0"/>
                    <ns1:pt x="130" y="0"/>
                  </ns1:cubicBezTo>
                  <ns1:cubicBezTo>
                    <ns1:pt x="116" y="0"/>
                    <ns1:pt x="103" y="9"/>
                    <ns1:pt x="99" y="23"/>
                  </ns1:cubicBezTo>
                  <ns1:cubicBezTo>
                    <ns1:pt x="3" y="343"/>
                    <ns1:pt x="3" y="343"/>
                    <ns1:pt x="3" y="343"/>
                  </ns1:cubicBezTo>
                  <ns1:cubicBezTo>
                    <ns1:pt x="0" y="353"/>
                    <ns1:pt x="2" y="363"/>
                    <ns1:pt x="8" y="371"/>
                  </ns1:cubicBezTo>
                  <ns1:cubicBezTo>
                    <ns1:pt x="14" y="379"/>
                    <ns1:pt x="24" y="384"/>
                    <ns1:pt x="34" y="384"/>
                  </ns1:cubicBezTo>
                  <ns1:cubicBezTo>
                    <ns1:pt x="674" y="384"/>
                    <ns1:pt x="674" y="384"/>
                    <ns1:pt x="674" y="384"/>
                  </ns1:cubicBezTo>
                  <ns1:cubicBezTo>
                    <ns1:pt x="684" y="384"/>
                    <ns1:pt x="694" y="379"/>
                    <ns1:pt x="700" y="371"/>
                  </ns1:cubicBezTo>
                  <ns1:cubicBezTo>
                    <ns1:pt x="706" y="363"/>
                    <ns1:pt x="708" y="353"/>
                    <ns1:pt x="705" y="343"/>
                  </ns1:cubicBezTo>
                  <ns1:lnTo>
                    <ns1:pt x="609" y="23"/>
                  </ns1:lnTo>
                  <ns1:close/>
                  <ns1:moveTo>
                    <ns1:pt x="77" y="320"/>
                  </ns1:moveTo>
                  <ns1:cubicBezTo>
                    <ns1:pt x="154" y="64"/>
                    <ns1:pt x="154" y="64"/>
                    <ns1:pt x="154" y="64"/>
                  </ns1:cubicBezTo>
                  <ns1:cubicBezTo>
                    <ns1:pt x="554" y="64"/>
                    <ns1:pt x="554" y="64"/>
                    <ns1:pt x="554" y="64"/>
                  </ns1:cubicBezTo>
                  <ns1:cubicBezTo>
                    <ns1:pt x="631" y="320"/>
                    <ns1:pt x="631" y="320"/>
                    <ns1:pt x="631" y="320"/>
                  </ns1:cubicBezTo>
                  <ns1:lnTo>
                    <ns1:pt x="77" y="320"/>
                  </ns1:lnTo>
                  <ns1:close/>
                  <ns1:moveTo>
                    <ns1:pt x="77" y="320"/>
                  </ns1:moveTo>
                  <ns1:cubicBezTo>
                    <ns1:pt x="77" y="320"/>
                    <ns1:pt x="77" y="320"/>
                    <ns1:pt x="77" y="320"/>
                  </ns1:cubicBezTo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3:hiddenLine w="9525">
                  <ns1:solidFill>
                    <ns1:srgbClr val="000000"/>
                  </ns1:solidFill>
                  <ns1:round/>
                  <ns1:headEnd/>
                  <ns1:tailEnd/>
                </ns3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en-US"/>
            </ns1:p>
          </ns0:txBody>
        </ns0:sp>
        <ns0:sp>
          <ns0:nvSpPr>
            <ns0:cNvPr id="17" name="Freeform 14">
              <ns1:extLst>
                <ns1:ext uri="{FF2B5EF4-FFF2-40B4-BE49-F238E27FC236}">
                  <ns2:creationId id="{DE7EEF57-9588-41C7-98EC-E970A79C6DA2}"/>
                </ns1:ext>
              </ns1:extLst>
            </ns0:cNvPr>
            <ns0:cNvSpPr>
              <ns1:spLocks noEditPoints="1"/>
            </ns0:cNvSpPr>
            <ns0:nvPr/>
          </ns0:nvSpPr>
          <ns0:spPr bwMode="auto">
            <ns1:xfrm>
              <ns1:off x="1679" y="0"/>
              <ns1:ext cx="4322" cy="3385"/>
            </ns1:xfrm>
            <ns1:custGeom>
              <ns1:avLst/>
              <ns1:gdLst>
                <ns1:gd name="T0" fmla="*/ 992 w 1984"/>
                <ns1:gd name="T1" fmla="*/ 0 h 1554"/>
                <ns1:gd name="T2" fmla="*/ 0 w 1984"/>
                <ns1:gd name="T3" fmla="*/ 992 h 1554"/>
                <ns1:gd name="T4" fmla="*/ 175 w 1984"/>
                <ns1:gd name="T5" fmla="*/ 1554 h 1554"/>
                <ns1:gd name="T6" fmla="*/ 227 w 1984"/>
                <ns1:gd name="T7" fmla="*/ 1518 h 1554"/>
                <ns1:gd name="T8" fmla="*/ 64 w 1984"/>
                <ns1:gd name="T9" fmla="*/ 992 h 1554"/>
                <ns1:gd name="T10" fmla="*/ 992 w 1984"/>
                <ns1:gd name="T11" fmla="*/ 64 h 1554"/>
                <ns1:gd name="T12" fmla="*/ 1920 w 1984"/>
                <ns1:gd name="T13" fmla="*/ 992 h 1554"/>
                <ns1:gd name="T14" fmla="*/ 1757 w 1984"/>
                <ns1:gd name="T15" fmla="*/ 1518 h 1554"/>
                <ns1:gd name="T16" fmla="*/ 1809 w 1984"/>
                <ns1:gd name="T17" fmla="*/ 1554 h 1554"/>
                <ns1:gd name="T18" fmla="*/ 1984 w 1984"/>
                <ns1:gd name="T19" fmla="*/ 992 h 1554"/>
                <ns1:gd name="T20" fmla="*/ 992 w 1984"/>
                <ns1:gd name="T21" fmla="*/ 0 h 1554"/>
                <ns1:gd name="T22" fmla="*/ 992 w 1984"/>
                <ns1:gd name="T23" fmla="*/ 0 h 1554"/>
                <ns1:gd name="T24" fmla="*/ 992 w 1984"/>
                <ns1:gd name="T25" fmla="*/ 0 h 1554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</ns1:cxnLst>
              <ns1:rect l="0" t="0" r="r" b="b"/>
              <ns1:pathLst>
                <ns1:path w="1984" h="1554">
                  <ns1:moveTo>
                    <ns1:pt x="992" y="0"/>
                  </ns1:moveTo>
                  <ns1:cubicBezTo>
                    <ns1:pt x="445" y="0"/>
                    <ns1:pt x="0" y="445"/>
                    <ns1:pt x="0" y="992"/>
                  </ns1:cubicBezTo>
                  <ns1:cubicBezTo>
                    <ns1:pt x="0" y="1194"/>
                    <ns1:pt x="60" y="1388"/>
                    <ns1:pt x="175" y="1554"/>
                  </ns1:cubicBezTo>
                  <ns1:cubicBezTo>
                    <ns1:pt x="227" y="1518"/>
                    <ns1:pt x="227" y="1518"/>
                    <ns1:pt x="227" y="1518"/>
                  </ns1:cubicBezTo>
                  <ns1:cubicBezTo>
                    <ns1:pt x="120" y="1363"/>
                    <ns1:pt x="64" y="1181"/>
                    <ns1:pt x="64" y="992"/>
                  </ns1:cubicBezTo>
                  <ns1:cubicBezTo>
                    <ns1:pt x="64" y="480"/>
                    <ns1:pt x="480" y="64"/>
                    <ns1:pt x="992" y="64"/>
                  </ns1:cubicBezTo>
                  <ns1:cubicBezTo>
                    <ns1:pt x="1504" y="64"/>
                    <ns1:pt x="1920" y="480"/>
                    <ns1:pt x="1920" y="992"/>
                  </ns1:cubicBezTo>
                  <ns1:cubicBezTo>
                    <ns1:pt x="1920" y="1181"/>
                    <ns1:pt x="1864" y="1363"/>
                    <ns1:pt x="1757" y="1518"/>
                  </ns1:cubicBezTo>
                  <ns1:cubicBezTo>
                    <ns1:pt x="1809" y="1554"/>
                    <ns1:pt x="1809" y="1554"/>
                    <ns1:pt x="1809" y="1554"/>
                  </ns1:cubicBezTo>
                  <ns1:cubicBezTo>
                    <ns1:pt x="1924" y="1388"/>
                    <ns1:pt x="1984" y="1194"/>
                    <ns1:pt x="1984" y="992"/>
                  </ns1:cubicBezTo>
                  <ns1:cubicBezTo>
                    <ns1:pt x="1984" y="445"/>
                    <ns1:pt x="1539" y="0"/>
                    <ns1:pt x="992" y="0"/>
                  </ns1:cubicBezTo>
                  <ns1:close/>
                  <ns1:moveTo>
                    <ns1:pt x="992" y="0"/>
                  </ns1:moveTo>
                  <ns1:cubicBezTo>
                    <ns1:pt x="992" y="0"/>
                    <ns1:pt x="992" y="0"/>
                    <ns1:pt x="992" y="0"/>
                  </ns1:cubicBezTo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3:hiddenLine w="9525">
                  <ns1:solidFill>
                    <ns1:srgbClr val="000000"/>
                  </ns1:solidFill>
                  <ns1:round/>
                  <ns1:headEnd/>
                  <ns1:tailEnd/>
                </ns3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en-US"/>
            </ns1:p>
          </ns0:txBody>
        </ns0:sp>
      </ns0:grpSp>
      <ns0:sp>
        <ns0:nvSpPr>
          <ns0:cNvPr id="34" name="TextBox 33">
            <ns1:extLst>
              <ns1:ext uri="{FF2B5EF4-FFF2-40B4-BE49-F238E27FC236}">
                <ns2:creationId id="{22CDBDF9-0D17-47FC-B370-2FD93F441D08}"/>
              </ns1:ext>
            </ns1:extLst>
          </ns0:cNvPr>
          <ns0:cNvSpPr txBox="1"/>
          <ns0:nvPr/>
        </ns0:nvSpPr>
        <ns0:spPr>
          <ns1:xfrm>
            <ns1:off x="8721475" y="4992933"/>
            <ns1:ext cx="2874016" cy="353943"/>
          </ns1:xfrm>
          <ns1:prstGeom prst="rect">
            <ns1:avLst/>
          </ns1:prstGeom>
          <ns1:noFill/>
        </ns0:spPr>
        <ns0:txBody>
          <ns1:bodyPr wrap="square" rtlCol="0">
            <ns1:spAutoFit/>
          </ns1:bodyPr>
          <ns1:lstStyle/>
          <ns1:p>
            <ns1:pPr algn="ctr"/>
            <ns1:r>
              <ns1:rPr lang="en-US" sz="1700" b="1">
                <ns1:solidFill>
                  <ns1:schemeClr val="tx1">
                    <ns1:lumMod val="75000"/>
                    <ns1:lumOff val="25000"/>
                  </ns1:schemeClr>
                </ns1:solidFill>
                <ns1:latin typeface="Playfair Display" panose="00000500000000000000" pitchFamily="50" charset="0"/>
                <ns1:ea typeface="Open Sans" panose="020B0606030504020204" pitchFamily="34" charset="0"/>
                <ns1:cs typeface="Open Sans" panose="020B0606030504020204" pitchFamily="34" charset="0"/>
              </ns1:rPr>
              <ns1:t>{SlideSupportingContent2}</ns1:t>
            </ns1:r>
          </ns1:p>
        </ns0:txBody>
      </ns0:sp>
      <ns0:sp>
        <ns0:nvSpPr>
          <ns0:cNvPr id="35" name="TextBox 34">
            <ns1:extLst>
              <ns1:ext uri="{FF2B5EF4-FFF2-40B4-BE49-F238E27FC236}">
                <ns2:creationId id="{F567DFC3-F109-4A57-856E-F9CACE0827F1}"/>
              </ns1:ext>
            </ns1:extLst>
          </ns0:cNvPr>
          <ns0:cNvSpPr txBox="1"/>
          <ns0:nvPr/>
        </ns0:nvSpPr>
        <ns0:spPr>
          <ns1:xfrm>
            <ns1:off x="8721475" y="5337585"/>
            <ns1:ext cx="2874016" cy="886846"/>
          </ns1:xfrm>
          <ns1:prstGeom prst="rect">
            <ns1:avLst/>
          </ns1:prstGeom>
          <ns1:noFill/>
        </ns0:spPr>
        <ns0:txBody>
          <ns1:bodyPr wrap="square" rtlCol="0">
            <ns1:spAutoFit/>
          </ns1:bodyPr>
          <ns1:lstStyle/>
          <ns1:p>
            <ns1:pPr algn="ctr">
              <ns1:lnSpc>
                <ns1:spcPct val="150000"/>
              </ns1:lnSpc>
            </ns1:pPr>
            <ns1:r>
              <ns1:rPr lang="en-US" sz="1200">
                <ns1:solidFill>
                  <ns1:schemeClr val="bg1">
                    <ns1:lumMod val="50000"/>
                  </ns1:schemeClr>
                </ns1:solidFill>
                <ns1:latin typeface="Lato" panose="020F0502020204030203" pitchFamily="34" charset="0"/>
                <ns1:ea typeface="Lato" panose="020F0502020204030203" pitchFamily="34" charset="0"/>
                <ns1:cs typeface="Lato" panose="020F0502020204030203" pitchFamily="34" charset="0"/>
              </ns1:rPr>
              <ns1:t>{SlideSupportingContent3}</ns1:t>
            </ns1:r>
          </ns1:p>
        </ns0:txBody>
      </ns0:sp>
      <ns0:grpSp>
        <ns0:nvGrpSpPr>
          <ns0:cNvPr id="19" name="Group 51">
            <ns1:extLst>
              <ns1:ext uri="{FF2B5EF4-FFF2-40B4-BE49-F238E27FC236}">
                <ns2:creationId id="{282A0264-6F63-4DEE-B60D-DDF39779403E}"/>
              </ns1:ext>
            </ns1:extLst>
          </ns0:cNvPr>
          <ns0:cNvGrpSpPr>
            <ns1:grpSpLocks noChangeAspect="1"/>
          </ns0:cNvGrpSpPr>
          <ns0:nvPr/>
        </ns0:nvGrpSpPr>
        <ns0:grpSpPr bwMode="auto">
          <ns1:xfrm>
            <ns1:off x="9786676" y="4077083"/>
            <ns1:ext cx="743615" cy="767016"/>
            <ns1:chOff x="1746" y="-72"/>
            <ns1:chExt cx="4258" cy="4392"/>
          </ns1:xfrm>
          <ns1:solidFill>
            <ns1:srgbClr val="F07D66"/>
          </ns1:solidFill>
        </ns0:grpSpPr>
        <ns0:sp>
          <ns0:nvSpPr>
            <ns0:cNvPr id="20" name="Freeform 52">
              <ns1:extLst>
                <ns1:ext uri="{FF2B5EF4-FFF2-40B4-BE49-F238E27FC236}">
                  <ns2:creationId id="{12303AE5-A402-46EC-A781-49A15989DCE0}"/>
                </ns1:ext>
              </ns1:extLst>
            </ns0:cNvPr>
            <ns0:cNvSpPr>
              <ns1:spLocks/>
            </ns0:cNvSpPr>
            <ns0:nvPr/>
          </ns0:nvSpPr>
          <ns0:spPr bwMode="auto">
            <ns1:xfrm>
              <ns1:off x="3662" y="2461"/>
              <ns1:ext cx="206" cy="210"/>
            </ns1:xfrm>
            <ns1:custGeom>
              <ns1:avLst/>
              <ns1:gdLst>
                <ns1:gd name="T0" fmla="*/ 29 w 98"/>
                <ns1:gd name="T1" fmla="*/ 96 h 100"/>
                <ns1:gd name="T2" fmla="*/ 46 w 98"/>
                <ns1:gd name="T3" fmla="*/ 100 h 100"/>
                <ns1:gd name="T4" fmla="*/ 82 w 98"/>
                <ns1:gd name="T5" fmla="*/ 77 h 100"/>
                <ns1:gd name="T6" fmla="*/ 89 w 98"/>
                <ns1:gd name="T7" fmla="*/ 63 h 100"/>
                <ns1:gd name="T8" fmla="*/ 70 w 98"/>
                <ns1:gd name="T9" fmla="*/ 10 h 100"/>
                <ns1:gd name="T10" fmla="*/ 16 w 98"/>
                <ns1:gd name="T11" fmla="*/ 28 h 100"/>
                <ns1:gd name="T12" fmla="*/ 10 w 98"/>
                <ns1:gd name="T13" fmla="*/ 42 h 100"/>
                <ns1:gd name="T14" fmla="*/ 29 w 98"/>
                <ns1:gd name="T15" fmla="*/ 96 h 100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</ns1:cxnLst>
              <ns1:rect l="0" t="0" r="r" b="b"/>
              <ns1:pathLst>
                <ns1:path w="98" h="100">
                  <ns1:moveTo>
                    <ns1:pt x="29" y="96"/>
                  </ns1:moveTo>
                  <ns1:cubicBezTo>
                    <ns1:pt x="34" y="98"/>
                    <ns1:pt x="40" y="100"/>
                    <ns1:pt x="46" y="100"/>
                  </ns1:cubicBezTo>
                  <ns1:cubicBezTo>
                    <ns1:pt x="61" y="100"/>
                    <ns1:pt x="75" y="91"/>
                    <ns1:pt x="82" y="77"/>
                  </ns1:cubicBezTo>
                  <ns1:cubicBezTo>
                    <ns1:pt x="89" y="63"/>
                    <ns1:pt x="89" y="63"/>
                    <ns1:pt x="89" y="63"/>
                  </ns1:cubicBezTo>
                  <ns1:cubicBezTo>
                    <ns1:pt x="98" y="43"/>
                    <ns1:pt x="90" y="19"/>
                    <ns1:pt x="70" y="10"/>
                  </ns1:cubicBezTo>
                  <ns1:cubicBezTo>
                    <ns1:pt x="50" y="0"/>
                    <ns1:pt x="26" y="9"/>
                    <ns1:pt x="16" y="28"/>
                  </ns1:cubicBezTo>
                  <ns1:cubicBezTo>
                    <ns1:pt x="10" y="42"/>
                    <ns1:pt x="10" y="42"/>
                    <ns1:pt x="10" y="42"/>
                  </ns1:cubicBezTo>
                  <ns1:cubicBezTo>
                    <ns1:pt x="0" y="62"/>
                    <ns1:pt x="9" y="86"/>
                    <ns1:pt x="29" y="96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3:hiddenLine w="9525">
                  <ns1:solidFill>
                    <ns1:srgbClr val="000000"/>
                  </ns1:solidFill>
                  <ns1:round/>
                  <ns1:headEnd/>
                  <ns1:tailEnd/>
                </ns3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en-US"/>
            </ns1:p>
          </ns0:txBody>
        </ns0:sp>
        <ns0:sp>
          <ns0:nvSpPr>
            <ns0:cNvPr id="22" name="Freeform 53">
              <ns1:extLst>
                <ns1:ext uri="{FF2B5EF4-FFF2-40B4-BE49-F238E27FC236}">
                  <ns2:creationId id="{339828FA-ED90-4316-AF6C-4FD3B76B35EA}"/>
                </ns1:ext>
              </ns1:extLst>
            </ns0:cNvPr>
            <ns0:cNvSpPr>
              <ns1:spLocks/>
            </ns0:cNvSpPr>
            <ns0:nvPr/>
          </ns0:nvSpPr>
          <ns0:spPr bwMode="auto">
            <ns1:xfrm>
              <ns1:off x="2340" y="1959"/>
              <ns1:ext cx="557" cy="255"/>
            </ns1:xfrm>
            <ns1:custGeom>
              <ns1:avLst/>
              <ns1:gdLst>
                <ns1:gd name="T0" fmla="*/ 249 w 264"/>
                <ns1:gd name="T1" fmla="*/ 16 h 121"/>
                <ns1:gd name="T2" fmla="*/ 192 w 264"/>
                <ns1:gd name="T3" fmla="*/ 16 h 121"/>
                <ns1:gd name="T4" fmla="*/ 72 w 264"/>
                <ns1:gd name="T5" fmla="*/ 16 h 121"/>
                <ns1:gd name="T6" fmla="*/ 15 w 264"/>
                <ns1:gd name="T7" fmla="*/ 16 h 121"/>
                <ns1:gd name="T8" fmla="*/ 15 w 264"/>
                <ns1:gd name="T9" fmla="*/ 72 h 121"/>
                <ns1:gd name="T10" fmla="*/ 132 w 264"/>
                <ns1:gd name="T11" fmla="*/ 121 h 121"/>
                <ns1:gd name="T12" fmla="*/ 249 w 264"/>
                <ns1:gd name="T13" fmla="*/ 72 h 121"/>
                <ns1:gd name="T14" fmla="*/ 249 w 264"/>
                <ns1:gd name="T15" fmla="*/ 16 h 121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</ns1:cxnLst>
              <ns1:rect l="0" t="0" r="r" b="b"/>
              <ns1:pathLst>
                <ns1:path w="264" h="121">
                  <ns1:moveTo>
                    <ns1:pt x="249" y="16"/>
                  </ns1:moveTo>
                  <ns1:cubicBezTo>
                    <ns1:pt x="233" y="0"/>
                    <ns1:pt x="208" y="0"/>
                    <ns1:pt x="192" y="16"/>
                  </ns1:cubicBezTo>
                  <ns1:cubicBezTo>
                    <ns1:pt x="159" y="49"/>
                    <ns1:pt x="105" y="49"/>
                    <ns1:pt x="72" y="16"/>
                  </ns1:cubicBezTo>
                  <ns1:cubicBezTo>
                    <ns1:pt x="56" y="0"/>
                    <ns1:pt x="31" y="0"/>
                    <ns1:pt x="15" y="16"/>
                  </ns1:cubicBezTo>
                  <ns1:cubicBezTo>
                    <ns1:pt x="0" y="31"/>
                    <ns1:pt x="0" y="57"/>
                    <ns1:pt x="15" y="72"/>
                  </ns1:cubicBezTo>
                  <ns1:cubicBezTo>
                    <ns1:pt x="47" y="105"/>
                    <ns1:pt x="90" y="121"/>
                    <ns1:pt x="132" y="121"/>
                  </ns1:cubicBezTo>
                  <ns1:cubicBezTo>
                    <ns1:pt x="174" y="121"/>
                    <ns1:pt x="216" y="105"/>
                    <ns1:pt x="249" y="72"/>
                  </ns1:cubicBezTo>
                  <ns1:cubicBezTo>
                    <ns1:pt x="264" y="57"/>
                    <ns1:pt x="264" y="31"/>
                    <ns1:pt x="249" y="16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3:hiddenLine w="9525">
                  <ns1:solidFill>
                    <ns1:srgbClr val="000000"/>
                  </ns1:solidFill>
                  <ns1:round/>
                  <ns1:headEnd/>
                  <ns1:tailEnd/>
                </ns3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en-US"/>
            </ns1:p>
          </ns0:txBody>
        </ns0:sp>
        <ns0:sp>
          <ns0:nvSpPr>
            <ns0:cNvPr id="23" name="Freeform 54">
              <ns1:extLst>
                <ns1:ext uri="{FF2B5EF4-FFF2-40B4-BE49-F238E27FC236}">
                  <ns2:creationId id="{732BE38C-F76A-4E2E-8D92-FA2CE7E7EDCD}"/>
                </ns1:ext>
              </ns1:extLst>
            </ns0:cNvPr>
            <ns0:cNvSpPr>
              <ns1:spLocks noEditPoints="1"/>
            </ns0:cNvSpPr>
            <ns0:nvPr/>
          </ns0:nvSpPr>
          <ns0:spPr bwMode="auto">
            <ns1:xfrm>
              <ns1:off x="1746" y="-72"/>
              <ns1:ext cx="4258" cy="4390"/>
            </ns1:xfrm>
            <ns1:custGeom>
              <ns1:avLst/>
              <ns1:gdLst>
                <ns1:gd name="T0" fmla="*/ 1367 w 2020"/>
                <ns1:gd name="T1" fmla="*/ 140 h 2082"/>
                <ns1:gd name="T2" fmla="*/ 921 w 2020"/>
                <ns1:gd name="T3" fmla="*/ 35 h 2082"/>
                <ns1:gd name="T4" fmla="*/ 398 w 2020"/>
                <ns1:gd name="T5" fmla="*/ 333 h 2082"/>
                <ns1:gd name="T6" fmla="*/ 30 w 2020"/>
                <ns1:gd name="T7" fmla="*/ 1156 h 2082"/>
                <ns1:gd name="T8" fmla="*/ 39 w 2020"/>
                <ns1:gd name="T9" fmla="*/ 1278 h 2082"/>
                <ns1:gd name="T10" fmla="*/ 161 w 2020"/>
                <ns1:gd name="T11" fmla="*/ 1340 h 2082"/>
                <ns1:gd name="T12" fmla="*/ 156 w 2020"/>
                <ns1:gd name="T13" fmla="*/ 1440 h 2082"/>
                <ns1:gd name="T14" fmla="*/ 159 w 2020"/>
                <ns1:gd name="T15" fmla="*/ 1565 h 2082"/>
                <ns1:gd name="T16" fmla="*/ 189 w 2020"/>
                <ns1:gd name="T17" fmla="*/ 1640 h 2082"/>
                <ns1:gd name="T18" fmla="*/ 372 w 2020"/>
                <ns1:gd name="T19" fmla="*/ 1869 h 2082"/>
                <ns1:gd name="T20" fmla="*/ 530 w 2020"/>
                <ns1:gd name="T21" fmla="*/ 1829 h 2082"/>
                <ns1:gd name="T22" fmla="*/ 372 w 2020"/>
                <ns1:gd name="T23" fmla="*/ 1789 h 2082"/>
                <ns1:gd name="T24" fmla="*/ 269 w 2020"/>
                <ns1:gd name="T25" fmla="*/ 1618 h 2082"/>
                <ns1:gd name="T26" fmla="*/ 243 w 2020"/>
                <ns1:gd name="T27" fmla="*/ 1580 h 2082"/>
                <ns1:gd name="T28" fmla="*/ 239 w 2020"/>
                <ns1:gd name="T29" fmla="*/ 1551 h 2082"/>
                <ns1:gd name="T30" fmla="*/ 223 w 2020"/>
                <ns1:gd name="T31" fmla="*/ 1517 h 2082"/>
                <ns1:gd name="T32" fmla="*/ 230 w 2020"/>
                <ns1:gd name="T33" fmla="*/ 1470 h 2082"/>
                <ns1:gd name="T34" fmla="*/ 241 w 2020"/>
                <ns1:gd name="T35" fmla="*/ 1326 h 2082"/>
                <ns1:gd name="T36" fmla="*/ 87 w 2020"/>
                <ns1:gd name="T37" fmla="*/ 1213 h 2082"/>
                <ns1:gd name="T38" fmla="*/ 375 w 2020"/>
                <ns1:gd name="T39" fmla="*/ 482 h 2082"/>
                <ns1:gd name="T40" fmla="*/ 863 w 2020"/>
                <ns1:gd name="T41" fmla="*/ 1035 h 2082"/>
                <ns1:gd name="T42" fmla="*/ 1037 w 2020"/>
                <ns1:gd name="T43" fmla="*/ 1345 h 2082"/>
                <ns1:gd name="T44" fmla="*/ 929 w 2020"/>
                <ns1:gd name="T45" fmla="*/ 1390 h 2082"/>
                <ns1:gd name="T46" fmla="*/ 1018 w 2020"/>
                <ns1:gd name="T47" fmla="*/ 1590 h 2082"/>
                <ns1:gd name="T48" fmla="*/ 1423 w 2020"/>
                <ns1:gd name="T49" fmla="*/ 2055 h 2082"/>
                <ns1:gd name="T50" fmla="*/ 1474 w 2020"/>
                <ns1:gd name="T51" fmla="*/ 2080 h 2082"/>
                <ns1:gd name="T52" fmla="*/ 1393 w 2020"/>
                <ns1:gd name="T53" fmla="*/ 1719 h 2082"/>
                <ns1:gd name="T54" fmla="*/ 1810 w 2020"/>
                <ns1:gd name="T55" fmla="*/ 707 h 2082"/>
                <ns1:gd name="T56" fmla="*/ 1879 w 2020"/>
                <ns1:gd name="T57" fmla="*/ 141 h 2082"/>
                <ns1:gd name="T58" fmla="*/ 1333 w 2020"/>
                <ns1:gd name="T59" fmla="*/ 1660 h 2082"/>
                <ns1:gd name="T60" fmla="*/ 1019 w 2020"/>
                <ns1:gd name="T61" fmla="*/ 1446 h 2082"/>
                <ns1:gd name="T62" fmla="*/ 1157 w 2020"/>
                <ns1:gd name="T63" fmla="*/ 1215 h 2082"/>
                <ns1:gd name="T64" fmla="*/ 508 w 2020"/>
                <ns1:gd name="T65" fmla="*/ 660 h 2082"/>
                <ns1:gd name="T66" fmla="*/ 470 w 2020"/>
                <ns1:gd name="T67" fmla="*/ 369 h 2082"/>
                <ns1:gd name="T68" fmla="*/ 921 w 2020"/>
                <ns1:gd name="T69" fmla="*/ 115 h 2082"/>
                <ns1:gd name="T70" fmla="*/ 1203 w 2020"/>
                <ns1:gd name="T71" fmla="*/ 160 h 2082"/>
                <ns1:gd name="T72" fmla="*/ 1723 w 2020"/>
                <ns1:gd name="T73" fmla="*/ 1213 h 2082"/>
                <ns1:gd name="T74" fmla="*/ 1720 w 2020"/>
                <ns1:gd name="T75" fmla="*/ 476 h 2082"/>
                <ns1:gd name="T76" fmla="*/ 1822 w 2020"/>
                <ns1:gd name="T77" fmla="*/ 198 h 2082"/>
                <ns1:gd name="T78" fmla="*/ 1786 w 2020"/>
                <ns1:gd name="T79" fmla="*/ 628 h 2082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  <ns1:cxn ang="0">
                  <ns1:pos x="T30" y="T31"/>
                </ns1:cxn>
                <ns1:cxn ang="0">
                  <ns1:pos x="T32" y="T33"/>
                </ns1:cxn>
                <ns1:cxn ang="0">
                  <ns1:pos x="T34" y="T35"/>
                </ns1:cxn>
                <ns1:cxn ang="0">
                  <ns1:pos x="T36" y="T37"/>
                </ns1:cxn>
                <ns1:cxn ang="0">
                  <ns1:pos x="T38" y="T39"/>
                </ns1:cxn>
                <ns1:cxn ang="0">
                  <ns1:pos x="T40" y="T41"/>
                </ns1:cxn>
                <ns1:cxn ang="0">
                  <ns1:pos x="T42" y="T43"/>
                </ns1:cxn>
                <ns1:cxn ang="0">
                  <ns1:pos x="T44" y="T45"/>
                </ns1:cxn>
                <ns1:cxn ang="0">
                  <ns1:pos x="T46" y="T47"/>
                </ns1:cxn>
                <ns1:cxn ang="0">
                  <ns1:pos x="T48" y="T49"/>
                </ns1:cxn>
                <ns1:cxn ang="0">
                  <ns1:pos x="T50" y="T51"/>
                </ns1:cxn>
                <ns1:cxn ang="0">
                  <ns1:pos x="T52" y="T53"/>
                </ns1:cxn>
                <ns1:cxn ang="0">
                  <ns1:pos x="T54" y="T55"/>
                </ns1:cxn>
                <ns1:cxn ang="0">
                  <ns1:pos x="T56" y="T57"/>
                </ns1:cxn>
                <ns1:cxn ang="0">
                  <ns1:pos x="T58" y="T59"/>
                </ns1:cxn>
                <ns1:cxn ang="0">
                  <ns1:pos x="T60" y="T61"/>
                </ns1:cxn>
                <ns1:cxn ang="0">
                  <ns1:pos x="T62" y="T63"/>
                </ns1:cxn>
                <ns1:cxn ang="0">
                  <ns1:pos x="T64" y="T65"/>
                </ns1:cxn>
                <ns1:cxn ang="0">
                  <ns1:pos x="T66" y="T67"/>
                </ns1:cxn>
                <ns1:cxn ang="0">
                  <ns1:pos x="T68" y="T69"/>
                </ns1:cxn>
                <ns1:cxn ang="0">
                  <ns1:pos x="T70" y="T71"/>
                </ns1:cxn>
                <ns1:cxn ang="0">
                  <ns1:pos x="T72" y="T73"/>
                </ns1:cxn>
                <ns1:cxn ang="0">
                  <ns1:pos x="T74" y="T75"/>
                </ns1:cxn>
                <ns1:cxn ang="0">
                  <ns1:pos x="T76" y="T77"/>
                </ns1:cxn>
                <ns1:cxn ang="0">
                  <ns1:pos x="T78" y="T79"/>
                </ns1:cxn>
              </ns1:cxnLst>
              <ns1:rect l="0" t="0" r="r" b="b"/>
              <ns1:pathLst>
                <ns1:path w="2020" h="2082">
                  <ns1:moveTo>
                    <ns1:pt x="1879" y="141"/>
                  </ns1:moveTo>
                  <ns1:cubicBezTo>
                    <ns1:pt x="1738" y="0"/>
                    <ns1:pt x="1509" y="0"/>
                    <ns1:pt x="1367" y="140"/>
                  </ns1:cubicBezTo>
                  <ns1:cubicBezTo>
                    <ns1:pt x="1323" y="118"/>
                    <ns1:pt x="1276" y="99"/>
                    <ns1:pt x="1227" y="84"/>
                  </ns1:cubicBezTo>
                  <ns1:cubicBezTo>
                    <ns1:pt x="1065" y="33"/>
                    <ns1:pt x="932" y="35"/>
                    <ns1:pt x="921" y="35"/>
                  </ns1:cubicBezTo>
                  <ns1:cubicBezTo>
                    <ns1:pt x="704" y="35"/>
                    <ns1:pt x="514" y="126"/>
                    <ns1:pt x="427" y="273"/>
                  </ns1:cubicBezTo>
                  <ns1:cubicBezTo>
                    <ns1:pt x="415" y="292"/>
                    <ns1:pt x="405" y="312"/>
                    <ns1:pt x="398" y="333"/>
                  </ns1:cubicBezTo>
                  <ns1:cubicBezTo>
                    <ns1:pt x="356" y="372"/>
                    <ns1:pt x="170" y="565"/>
                    <ns1:pt x="170" y="838"/>
                  </ns1:cubicBezTo>
                  <ns1:cubicBezTo>
                    <ns1:pt x="170" y="1020"/>
                    <ns1:pt x="82" y="1115"/>
                    <ns1:pt x="30" y="1156"/>
                  </ns1:cubicBezTo>
                  <ns1:cubicBezTo>
                    <ns1:pt x="10" y="1171"/>
                    <ns1:pt x="0" y="1195"/>
                    <ns1:pt x="2" y="1219"/>
                  </ns1:cubicBezTo>
                  <ns1:cubicBezTo>
                    <ns1:pt x="4" y="1244"/>
                    <ns1:pt x="17" y="1266"/>
                    <ns1:pt x="39" y="1278"/>
                  </ns1:cubicBezTo>
                  <ns1:cubicBezTo>
                    <ns1:pt x="59" y="1289"/>
                    <ns1:pt x="81" y="1300"/>
                    <ns1:pt x="102" y="1310"/>
                  </ns1:cubicBezTo>
                  <ns1:cubicBezTo>
                    <ns1:pt x="121" y="1319"/>
                    <ns1:pt x="148" y="1332"/>
                    <ns1:pt x="161" y="1340"/>
                  </ns1:cubicBezTo>
                  <ns1:cubicBezTo>
                    <ns1:pt x="161" y="1412"/>
                    <ns1:pt x="161" y="1412"/>
                    <ns1:pt x="161" y="1412"/>
                  </ns1:cubicBezTo>
                  <ns1:cubicBezTo>
                    <ns1:pt x="161" y="1421"/>
                    <ns1:pt x="159" y="1431"/>
                    <ns1:pt x="156" y="1440"/>
                  </ns1:cubicBezTo>
                  <ns1:cubicBezTo>
                    <ns1:pt x="146" y="1464"/>
                    <ns1:pt x="146" y="1464"/>
                    <ns1:pt x="146" y="1464"/>
                  </ns1:cubicBezTo>
                  <ns1:cubicBezTo>
                    <ns1:pt x="132" y="1498"/>
                    <ns1:pt x="137" y="1536"/>
                    <ns1:pt x="159" y="1565"/>
                  </ns1:cubicBezTo>
                  <ns1:cubicBezTo>
                    <ns1:pt x="159" y="1574"/>
                    <ns1:pt x="159" y="1574"/>
                    <ns1:pt x="159" y="1574"/>
                  </ns1:cubicBezTo>
                  <ns1:cubicBezTo>
                    <ns1:pt x="159" y="1599"/>
                    <ns1:pt x="170" y="1623"/>
                    <ns1:pt x="189" y="1640"/>
                  </ns1:cubicBezTo>
                  <ns1:cubicBezTo>
                    <ns1:pt x="189" y="1687"/>
                    <ns1:pt x="189" y="1687"/>
                    <ns1:pt x="189" y="1687"/>
                  </ns1:cubicBezTo>
                  <ns1:cubicBezTo>
                    <ns1:pt x="189" y="1787"/>
                    <ns1:pt x="271" y="1869"/>
                    <ns1:pt x="372" y="1869"/>
                  </ns1:cubicBezTo>
                  <ns1:cubicBezTo>
                    <ns1:pt x="490" y="1869"/>
                    <ns1:pt x="490" y="1869"/>
                    <ns1:pt x="490" y="1869"/>
                  </ns1:cubicBezTo>
                  <ns1:cubicBezTo>
                    <ns1:pt x="512" y="1869"/>
                    <ns1:pt x="530" y="1851"/>
                    <ns1:pt x="530" y="1829"/>
                  </ns1:cubicBezTo>
                  <ns1:cubicBezTo>
                    <ns1:pt x="530" y="1807"/>
                    <ns1:pt x="512" y="1789"/>
                    <ns1:pt x="490" y="1789"/>
                  </ns1:cubicBezTo>
                  <ns1:cubicBezTo>
                    <ns1:pt x="372" y="1789"/>
                    <ns1:pt x="372" y="1789"/>
                    <ns1:pt x="372" y="1789"/>
                  </ns1:cubicBezTo>
                  <ns1:cubicBezTo>
                    <ns1:pt x="315" y="1789"/>
                    <ns1:pt x="269" y="1743"/>
                    <ns1:pt x="269" y="1687"/>
                  </ns1:cubicBezTo>
                  <ns1:cubicBezTo>
                    <ns1:pt x="269" y="1618"/>
                    <ns1:pt x="269" y="1618"/>
                    <ns1:pt x="269" y="1618"/>
                  </ns1:cubicBezTo>
                  <ns1:cubicBezTo>
                    <ns1:pt x="269" y="1602"/>
                    <ns1:pt x="259" y="1587"/>
                    <ns1:pt x="245" y="1581"/>
                  </ns1:cubicBezTo>
                  <ns1:cubicBezTo>
                    <ns1:pt x="243" y="1580"/>
                    <ns1:pt x="243" y="1580"/>
                    <ns1:pt x="243" y="1580"/>
                  </ns1:cubicBezTo>
                  <ns1:cubicBezTo>
                    <ns1:pt x="240" y="1579"/>
                    <ns1:pt x="239" y="1576"/>
                    <ns1:pt x="239" y="1574"/>
                  </ns1:cubicBezTo>
                  <ns1:cubicBezTo>
                    <ns1:pt x="239" y="1551"/>
                    <ns1:pt x="239" y="1551"/>
                    <ns1:pt x="239" y="1551"/>
                  </ns1:cubicBezTo>
                  <ns1:cubicBezTo>
                    <ns1:pt x="239" y="1542"/>
                    <ns1:pt x="236" y="1533"/>
                    <ns1:pt x="230" y="1526"/>
                  </ns1:cubicBezTo>
                  <ns1:cubicBezTo>
                    <ns1:pt x="223" y="1517"/>
                    <ns1:pt x="223" y="1517"/>
                    <ns1:pt x="223" y="1517"/>
                  </ns1:cubicBezTo>
                  <ns1:cubicBezTo>
                    <ns1:pt x="218" y="1511"/>
                    <ns1:pt x="217" y="1502"/>
                    <ns1:pt x="220" y="1494"/>
                  </ns1:cubicBezTo>
                  <ns1:cubicBezTo>
                    <ns1:pt x="230" y="1470"/>
                    <ns1:pt x="230" y="1470"/>
                    <ns1:pt x="230" y="1470"/>
                  </ns1:cubicBezTo>
                  <ns1:cubicBezTo>
                    <ns1:pt x="237" y="1451"/>
                    <ns1:pt x="241" y="1432"/>
                    <ns1:pt x="241" y="1412"/>
                  </ns1:cubicBezTo>
                  <ns1:cubicBezTo>
                    <ns1:pt x="241" y="1326"/>
                    <ns1:pt x="241" y="1326"/>
                    <ns1:pt x="241" y="1326"/>
                  </ns1:cubicBezTo>
                  <ns1:cubicBezTo>
                    <ns1:pt x="241" y="1288"/>
                    <ns1:pt x="202" y="1269"/>
                    <ns1:pt x="137" y="1238"/>
                  </ns1:cubicBezTo>
                  <ns1:cubicBezTo>
                    <ns1:pt x="120" y="1230"/>
                    <ns1:pt x="102" y="1221"/>
                    <ns1:pt x="87" y="1213"/>
                  </ns1:cubicBezTo>
                  <ns1:cubicBezTo>
                    <ns1:pt x="151" y="1160"/>
                    <ns1:pt x="250" y="1046"/>
                    <ns1:pt x="250" y="838"/>
                  </ns1:cubicBezTo>
                  <ns1:cubicBezTo>
                    <ns1:pt x="250" y="688"/>
                    <ns1:pt x="317" y="563"/>
                    <ns1:pt x="375" y="482"/>
                  </ns1:cubicBezTo>
                  <ns1:cubicBezTo>
                    <ns1:pt x="378" y="552"/>
                    <ns1:pt x="399" y="625"/>
                    <ns1:pt x="438" y="698"/>
                  </ns1:cubicBezTo>
                  <ns1:cubicBezTo>
                    <ns1:pt x="541" y="890"/>
                    <ns1:pt x="719" y="970"/>
                    <ns1:pt x="863" y="1035"/>
                  </ns1:cubicBezTo>
                  <ns1:cubicBezTo>
                    <ns1:pt x="1000" y="1096"/>
                    <ns1:pt x="1077" y="1135"/>
                    <ns1:pt x="1077" y="1215"/>
                  </ns1:cubicBezTo>
                  <ns1:cubicBezTo>
                    <ns1:pt x="1078" y="1275"/>
                    <ns1:pt x="1064" y="1318"/>
                    <ns1:pt x="1037" y="1345"/>
                  </ns1:cubicBezTo>
                  <ns1:cubicBezTo>
                    <ns1:pt x="1006" y="1375"/>
                    <ns1:pt x="964" y="1375"/>
                    <ns1:pt x="964" y="1375"/>
                  </ns1:cubicBezTo>
                  <ns1:cubicBezTo>
                    <ns1:pt x="950" y="1374"/>
                    <ns1:pt x="938" y="1380"/>
                    <ns1:pt x="929" y="1390"/>
                  </ns1:cubicBezTo>
                  <ns1:cubicBezTo>
                    <ns1:pt x="921" y="1401"/>
                    <ns1:pt x="919" y="1415"/>
                    <ns1:pt x="924" y="1428"/>
                  </ns1:cubicBezTo>
                  <ns1:cubicBezTo>
                    <ns1:pt x="925" y="1431"/>
                    <ns1:pt x="953" y="1511"/>
                    <ns1:pt x="1018" y="1590"/>
                  </ns1:cubicBezTo>
                  <ns1:cubicBezTo>
                    <ns1:pt x="1099" y="1688"/>
                    <ns1:pt x="1201" y="1739"/>
                    <ns1:pt x="1316" y="1740"/>
                  </ns1:cubicBezTo>
                  <ns1:cubicBezTo>
                    <ns1:pt x="1423" y="2055"/>
                    <ns1:pt x="1423" y="2055"/>
                    <ns1:pt x="1423" y="2055"/>
                  </ns1:cubicBezTo>
                  <ns1:cubicBezTo>
                    <ns1:pt x="1429" y="2072"/>
                    <ns1:pt x="1444" y="2082"/>
                    <ns1:pt x="1461" y="2082"/>
                  </ns1:cubicBezTo>
                  <ns1:cubicBezTo>
                    <ns1:pt x="1465" y="2082"/>
                    <ns1:pt x="1469" y="2082"/>
                    <ns1:pt x="1474" y="2080"/>
                  </ns1:cubicBezTo>
                  <ns1:cubicBezTo>
                    <ns1:pt x="1495" y="2073"/>
                    <ns1:pt x="1506" y="2050"/>
                    <ns1:pt x="1499" y="2029"/>
                  </ns1:cubicBezTo>
                  <ns1:cubicBezTo>
                    <ns1:pt x="1393" y="1719"/>
                    <ns1:pt x="1393" y="1719"/>
                    <ns1:pt x="1393" y="1719"/>
                  </ns1:cubicBezTo>
                  <ns1:cubicBezTo>
                    <ns1:pt x="1592" y="1612"/>
                    <ns1:pt x="1733" y="1447"/>
                    <ns1:pt x="1799" y="1238"/>
                  </ns1:cubicBezTo>
                  <ns1:cubicBezTo>
                    <ns1:pt x="1853" y="1071"/>
                    <ns1:pt x="1855" y="884"/>
                    <ns1:pt x="1810" y="707"/>
                  </ns1:cubicBezTo>
                  <ns1:cubicBezTo>
                    <ns1:pt x="1835" y="692"/>
                    <ns1:pt x="1858" y="675"/>
                    <ns1:pt x="1879" y="654"/>
                  </ns1:cubicBezTo>
                  <ns1:cubicBezTo>
                    <ns1:pt x="2020" y="513"/>
                    <ns1:pt x="2020" y="283"/>
                    <ns1:pt x="1879" y="141"/>
                  </ns1:cubicBezTo>
                  <ns1:close/>
                  <ns1:moveTo>
                    <ns1:pt x="1723" y="1213"/>
                  </ns1:moveTo>
                  <ns1:cubicBezTo>
                    <ns1:pt x="1661" y="1409"/>
                    <ns1:pt x="1526" y="1564"/>
                    <ns1:pt x="1333" y="1660"/>
                  </ns1:cubicBezTo>
                  <ns1:cubicBezTo>
                    <ns1:pt x="1236" y="1664"/>
                    <ns1:pt x="1151" y="1624"/>
                    <ns1:pt x="1081" y="1540"/>
                  </ns1:cubicBezTo>
                  <ns1:cubicBezTo>
                    <ns1:pt x="1053" y="1507"/>
                    <ns1:pt x="1032" y="1472"/>
                    <ns1:pt x="1019" y="1446"/>
                  </ns1:cubicBezTo>
                  <ns1:cubicBezTo>
                    <ns1:pt x="1042" y="1438"/>
                    <ns1:pt x="1068" y="1426"/>
                    <ns1:pt x="1092" y="1403"/>
                  </ns1:cubicBezTo>
                  <ns1:cubicBezTo>
                    <ns1:pt x="1136" y="1361"/>
                    <ns1:pt x="1158" y="1297"/>
                    <ns1:pt x="1157" y="1215"/>
                  </ns1:cubicBezTo>
                  <ns1:cubicBezTo>
                    <ns1:pt x="1156" y="1079"/>
                    <ns1:pt x="1030" y="1022"/>
                    <ns1:pt x="896" y="962"/>
                  </ns1:cubicBezTo>
                  <ns1:cubicBezTo>
                    <ns1:pt x="756" y="899"/>
                    <ns1:pt x="598" y="828"/>
                    <ns1:pt x="508" y="660"/>
                  </ns1:cubicBezTo>
                  <ns1:cubicBezTo>
                    <ns1:pt x="453" y="556"/>
                    <ns1:pt x="440" y="456"/>
                    <ns1:pt x="469" y="370"/>
                  </ns1:cubicBezTo>
                  <ns1:cubicBezTo>
                    <ns1:pt x="469" y="369"/>
                    <ns1:pt x="470" y="369"/>
                    <ns1:pt x="470" y="369"/>
                  </ns1:cubicBezTo>
                  <ns1:cubicBezTo>
                    <ns1:pt x="476" y="350"/>
                    <ns1:pt x="485" y="331"/>
                    <ns1:pt x="495" y="314"/>
                  </ns1:cubicBezTo>
                  <ns1:cubicBezTo>
                    <ns1:pt x="569" y="191"/>
                    <ns1:pt x="732" y="115"/>
                    <ns1:pt x="921" y="115"/>
                  </ns1:cubicBezTo>
                  <ns1:cubicBezTo>
                    <ns1:pt x="921" y="115"/>
                    <ns1:pt x="922" y="115"/>
                    <ns1:pt x="922" y="115"/>
                  </ns1:cubicBezTo>
                  <ns1:cubicBezTo>
                    <ns1:pt x="923" y="115"/>
                    <ns1:pt x="1049" y="112"/>
                    <ns1:pt x="1203" y="160"/>
                  </ns1:cubicBezTo>
                  <ns1:cubicBezTo>
                    <ns1:pt x="1407" y="224"/>
                    <ns1:pt x="1557" y="343"/>
                    <ns1:pt x="1650" y="514"/>
                  </ns1:cubicBezTo>
                  <ns1:cubicBezTo>
                    <ns1:pt x="1767" y="731"/>
                    <ns1:pt x="1794" y="992"/>
                    <ns1:pt x="1723" y="1213"/>
                  </ns1:cubicBezTo>
                  <ns1:close/>
                  <ns1:moveTo>
                    <ns1:pt x="1786" y="628"/>
                  </ns1:moveTo>
                  <ns1:cubicBezTo>
                    <ns1:pt x="1769" y="576"/>
                    <ns1:pt x="1747" y="525"/>
                    <ns1:pt x="1720" y="476"/>
                  </ns1:cubicBezTo>
                  <ns1:cubicBezTo>
                    <ns1:pt x="1655" y="355"/>
                    <ns1:pt x="1560" y="255"/>
                    <ns1:pt x="1441" y="181"/>
                  </ns1:cubicBezTo>
                  <ns1:cubicBezTo>
                    <ns1:pt x="1552" y="88"/>
                    <ns1:pt x="1718" y="94"/>
                    <ns1:pt x="1822" y="198"/>
                  </ns1:cubicBezTo>
                  <ns1:cubicBezTo>
                    <ns1:pt x="1932" y="308"/>
                    <ns1:pt x="1932" y="487"/>
                    <ns1:pt x="1822" y="597"/>
                  </ns1:cubicBezTo>
                  <ns1:cubicBezTo>
                    <ns1:pt x="1811" y="608"/>
                    <ns1:pt x="1799" y="618"/>
                    <ns1:pt x="1786" y="628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3:hiddenLine w="9525">
                  <ns1:solidFill>
                    <ns1:srgbClr val="000000"/>
                  </ns1:solidFill>
                  <ns1:round/>
                  <ns1:headEnd/>
                  <ns1:tailEnd/>
                </ns3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en-US"/>
            </ns1:p>
          </ns0:txBody>
        </ns0:sp>
        <ns0:sp>
          <ns0:nvSpPr>
            <ns0:cNvPr id="24" name="Freeform 55">
              <ns1:extLst>
                <ns1:ext uri="{FF2B5EF4-FFF2-40B4-BE49-F238E27FC236}">
                  <ns2:creationId id="{4FC7B5B2-EB1F-4744-95AD-539276F9B3BD}"/>
                </ns1:ext>
              </ns1:extLst>
            </ns0:cNvPr>
            <ns0:cNvSpPr>
              <ns1:spLocks noEditPoints="1"/>
            </ns0:cNvSpPr>
            <ns0:nvPr/>
          </ns0:nvSpPr>
          <ns0:spPr bwMode="auto">
            <ns1:xfrm>
              <ns1:off x="2595" y="2669"/>
              <ns1:ext cx="1339" cy="1649"/>
            </ns1:xfrm>
            <ns1:custGeom>
              <ns1:avLst/>
              <ns1:gdLst>
                <ns1:gd name="T0" fmla="*/ 624 w 635"/>
                <ns1:gd name="T1" fmla="*/ 608 h 782"/>
                <ns1:gd name="T2" fmla="*/ 499 w 635"/>
                <ns1:gd name="T3" fmla="*/ 391 h 782"/>
                <ns1:gd name="T4" fmla="*/ 495 w 635"/>
                <ns1:gd name="T5" fmla="*/ 243 h 782"/>
                <ns1:gd name="T6" fmla="*/ 272 w 635"/>
                <ns1:gd name="T7" fmla="*/ 8 h 782"/>
                <ns1:gd name="T8" fmla="*/ 54 w 635"/>
                <ns1:gd name="T9" fmla="*/ 133 h 782"/>
                <ns1:gd name="T10" fmla="*/ 52 w 635"/>
                <ns1:gd name="T11" fmla="*/ 137 h 782"/>
                <ns1:gd name="T12" fmla="*/ 139 w 635"/>
                <ns1:gd name="T13" fmla="*/ 445 h 782"/>
                <ns1:gd name="T14" fmla="*/ 264 w 635"/>
                <ns1:gd name="T15" fmla="*/ 526 h 782"/>
                <ns1:gd name="T16" fmla="*/ 400 w 635"/>
                <ns1:gd name="T17" fmla="*/ 762 h 782"/>
                <ns1:gd name="T18" fmla="*/ 435 w 635"/>
                <ns1:gd name="T19" fmla="*/ 782 h 782"/>
                <ns1:gd name="T20" fmla="*/ 455 w 635"/>
                <ns1:gd name="T21" fmla="*/ 777 h 782"/>
                <ns1:gd name="T22" fmla="*/ 469 w 635"/>
                <ns1:gd name="T23" fmla="*/ 722 h 782"/>
                <ns1:gd name="T24" fmla="*/ 348 w 635"/>
                <ns1:gd name="T25" fmla="*/ 513 h 782"/>
                <ns1:gd name="T26" fmla="*/ 396 w 635"/>
                <ns1:gd name="T27" fmla="*/ 485 h 782"/>
                <ns1:gd name="T28" fmla="*/ 445 w 635"/>
                <ns1:gd name="T29" fmla="*/ 457 h 782"/>
                <ns1:gd name="T30" fmla="*/ 555 w 635"/>
                <ns1:gd name="T31" fmla="*/ 648 h 782"/>
                <ns1:gd name="T32" fmla="*/ 610 w 635"/>
                <ns1:gd name="T33" fmla="*/ 663 h 782"/>
                <ns1:gd name="T34" fmla="*/ 624 w 635"/>
                <ns1:gd name="T35" fmla="*/ 608 h 782"/>
                <ns1:gd name="T36" fmla="*/ 124 w 635"/>
                <ns1:gd name="T37" fmla="*/ 172 h 782"/>
                <ns1:gd name="T38" fmla="*/ 126 w 635"/>
                <ns1:gd name="T39" fmla="*/ 168 h 782"/>
                <ns1:gd name="T40" fmla="*/ 254 w 635"/>
                <ns1:gd name="T41" fmla="*/ 87 h 782"/>
                <ns1:gd name="T42" fmla="*/ 265 w 635"/>
                <ns1:gd name="T43" fmla="*/ 87 h 782"/>
                <ns1:gd name="T44" fmla="*/ 415 w 635"/>
                <ns1:gd name="T45" fmla="*/ 245 h 782"/>
                <ns1:gd name="T46" fmla="*/ 419 w 635"/>
                <ns1:gd name="T47" fmla="*/ 380 h 782"/>
                <ns1:gd name="T48" fmla="*/ 295 w 635"/>
                <ns1:gd name="T49" fmla="*/ 451 h 782"/>
                <ns1:gd name="T50" fmla="*/ 183 w 635"/>
                <ns1:gd name="T51" fmla="*/ 378 h 782"/>
                <ns1:gd name="T52" fmla="*/ 124 w 635"/>
                <ns1:gd name="T53" fmla="*/ 172 h 782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  <ns1:cxn ang="0">
                  <ns1:pos x="T30" y="T31"/>
                </ns1:cxn>
                <ns1:cxn ang="0">
                  <ns1:pos x="T32" y="T33"/>
                </ns1:cxn>
                <ns1:cxn ang="0">
                  <ns1:pos x="T34" y="T35"/>
                </ns1:cxn>
                <ns1:cxn ang="0">
                  <ns1:pos x="T36" y="T37"/>
                </ns1:cxn>
                <ns1:cxn ang="0">
                  <ns1:pos x="T38" y="T39"/>
                </ns1:cxn>
                <ns1:cxn ang="0">
                  <ns1:pos x="T40" y="T41"/>
                </ns1:cxn>
                <ns1:cxn ang="0">
                  <ns1:pos x="T42" y="T43"/>
                </ns1:cxn>
                <ns1:cxn ang="0">
                  <ns1:pos x="T44" y="T45"/>
                </ns1:cxn>
                <ns1:cxn ang="0">
                  <ns1:pos x="T46" y="T47"/>
                </ns1:cxn>
                <ns1:cxn ang="0">
                  <ns1:pos x="T48" y="T49"/>
                </ns1:cxn>
                <ns1:cxn ang="0">
                  <ns1:pos x="T50" y="T51"/>
                </ns1:cxn>
                <ns1:cxn ang="0">
                  <ns1:pos x="T52" y="T53"/>
                </ns1:cxn>
              </ns1:cxnLst>
              <ns1:rect l="0" t="0" r="r" b="b"/>
              <ns1:pathLst>
                <ns1:path w="635" h="782">
                  <ns1:moveTo>
                    <ns1:pt x="624" y="608"/>
                  </ns1:moveTo>
                  <ns1:cubicBezTo>
                    <ns1:pt x="499" y="391"/>
                    <ns1:pt x="499" y="391"/>
                    <ns1:pt x="499" y="391"/>
                  </ns1:cubicBezTo>
                  <ns1:cubicBezTo>
                    <ns1:pt x="495" y="243"/>
                    <ns1:pt x="495" y="243"/>
                    <ns1:pt x="495" y="243"/>
                  </ns1:cubicBezTo>
                  <ns1:cubicBezTo>
                    <ns1:pt x="491" y="119"/>
                    <ns1:pt x="395" y="18"/>
                    <ns1:pt x="272" y="8"/>
                  </ns1:cubicBezTo>
                  <ns1:cubicBezTo>
                    <ns1:pt x="181" y="0"/>
                    <ns1:pt x="93" y="51"/>
                    <ns1:pt x="54" y="133"/>
                  </ns1:cubicBezTo>
                  <ns1:cubicBezTo>
                    <ns1:pt x="52" y="137"/>
                    <ns1:pt x="52" y="137"/>
                    <ns1:pt x="52" y="137"/>
                  </ns1:cubicBezTo>
                  <ns1:cubicBezTo>
                    <ns1:pt x="0" y="247"/>
                    <ns1:pt x="38" y="379"/>
                    <ns1:pt x="139" y="445"/>
                  </ns1:cubicBezTo>
                  <ns1:cubicBezTo>
                    <ns1:pt x="264" y="526"/>
                    <ns1:pt x="264" y="526"/>
                    <ns1:pt x="264" y="526"/>
                  </ns1:cubicBezTo>
                  <ns1:cubicBezTo>
                    <ns1:pt x="400" y="762"/>
                    <ns1:pt x="400" y="762"/>
                    <ns1:pt x="400" y="762"/>
                  </ns1:cubicBezTo>
                  <ns1:cubicBezTo>
                    <ns1:pt x="407" y="775"/>
                    <ns1:pt x="421" y="782"/>
                    <ns1:pt x="435" y="782"/>
                  </ns1:cubicBezTo>
                  <ns1:cubicBezTo>
                    <ns1:pt x="441" y="782"/>
                    <ns1:pt x="448" y="781"/>
                    <ns1:pt x="455" y="777"/>
                  </ns1:cubicBezTo>
                  <ns1:cubicBezTo>
                    <ns1:pt x="474" y="766"/>
                    <ns1:pt x="480" y="742"/>
                    <ns1:pt x="469" y="722"/>
                  </ns1:cubicBezTo>
                  <ns1:cubicBezTo>
                    <ns1:pt x="348" y="513"/>
                    <ns1:pt x="348" y="513"/>
                    <ns1:pt x="348" y="513"/>
                  </ns1:cubicBezTo>
                  <ns1:cubicBezTo>
                    <ns1:pt x="396" y="485"/>
                    <ns1:pt x="396" y="485"/>
                    <ns1:pt x="396" y="485"/>
                  </ns1:cubicBezTo>
                  <ns1:cubicBezTo>
                    <ns1:pt x="445" y="457"/>
                    <ns1:pt x="445" y="457"/>
                    <ns1:pt x="445" y="457"/>
                  </ns1:cubicBezTo>
                  <ns1:cubicBezTo>
                    <ns1:pt x="555" y="648"/>
                    <ns1:pt x="555" y="648"/>
                    <ns1:pt x="555" y="648"/>
                  </ns1:cubicBezTo>
                  <ns1:cubicBezTo>
                    <ns1:pt x="566" y="667"/>
                    <ns1:pt x="591" y="674"/>
                    <ns1:pt x="610" y="663"/>
                  </ns1:cubicBezTo>
                  <ns1:cubicBezTo>
                    <ns1:pt x="629" y="652"/>
                    <ns1:pt x="635" y="627"/>
                    <ns1:pt x="624" y="608"/>
                  </ns1:cubicBezTo>
                  <ns1:close/>
                  <ns1:moveTo>
                    <ns1:pt x="124" y="172"/>
                  </ns1:moveTo>
                  <ns1:cubicBezTo>
                    <ns1:pt x="126" y="168"/>
                    <ns1:pt x="126" y="168"/>
                    <ns1:pt x="126" y="168"/>
                  </ns1:cubicBezTo>
                  <ns1:cubicBezTo>
                    <ns1:pt x="150" y="118"/>
                    <ns1:pt x="200" y="87"/>
                    <ns1:pt x="254" y="87"/>
                  </ns1:cubicBezTo>
                  <ns1:cubicBezTo>
                    <ns1:pt x="258" y="87"/>
                    <ns1:pt x="261" y="87"/>
                    <ns1:pt x="265" y="87"/>
                  </ns1:cubicBezTo>
                  <ns1:cubicBezTo>
                    <ns1:pt x="348" y="94"/>
                    <ns1:pt x="412" y="162"/>
                    <ns1:pt x="415" y="245"/>
                  </ns1:cubicBezTo>
                  <ns1:cubicBezTo>
                    <ns1:pt x="419" y="380"/>
                    <ns1:pt x="419" y="380"/>
                    <ns1:pt x="419" y="380"/>
                  </ns1:cubicBezTo>
                  <ns1:cubicBezTo>
                    <ns1:pt x="295" y="451"/>
                    <ns1:pt x="295" y="451"/>
                    <ns1:pt x="295" y="451"/>
                  </ns1:cubicBezTo>
                  <ns1:cubicBezTo>
                    <ns1:pt x="183" y="378"/>
                    <ns1:pt x="183" y="378"/>
                    <ns1:pt x="183" y="378"/>
                  </ns1:cubicBezTo>
                  <ns1:cubicBezTo>
                    <ns1:pt x="115" y="334"/>
                    <ns1:pt x="90" y="245"/>
                    <ns1:pt x="124" y="172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3:hiddenLine w="9525">
                  <ns1:solidFill>
                    <ns1:srgbClr val="000000"/>
                  </ns1:solidFill>
                  <ns1:round/>
                  <ns1:headEnd/>
                  <ns1:tailEnd/>
                </ns3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en-US"/>
            </ns1:p>
          </ns0:txBody>
        </ns0:sp>
        <ns0:sp>
          <ns0:nvSpPr>
            <ns0:cNvPr id="26" name="Freeform 56">
              <ns1:extLst>
                <ns1:ext uri="{FF2B5EF4-FFF2-40B4-BE49-F238E27FC236}">
                  <ns2:creationId id="{359F244C-1C84-43C7-99D5-C190408525CA}"/>
                </ns1:ext>
              </ns1:extLst>
            </ns0:cNvPr>
            <ns0:cNvSpPr>
              <ns1:spLocks/>
            </ns0:cNvSpPr>
            <ns0:nvPr/>
          </ns0:nvSpPr>
          <ns0:spPr bwMode="auto">
            <ns1:xfrm>
              <ns1:off x="3894" y="4151"/>
              <ns1:ext cx="168" cy="169"/>
            </ns1:xfrm>
            <ns1:custGeom>
              <ns1:avLst/>
              <ns1:gdLst>
                <ns1:gd name="T0" fmla="*/ 40 w 80"/>
                <ns1:gd name="T1" fmla="*/ 0 h 80"/>
                <ns1:gd name="T2" fmla="*/ 12 w 80"/>
                <ns1:gd name="T3" fmla="*/ 12 h 80"/>
                <ns1:gd name="T4" fmla="*/ 0 w 80"/>
                <ns1:gd name="T5" fmla="*/ 40 h 80"/>
                <ns1:gd name="T6" fmla="*/ 12 w 80"/>
                <ns1:gd name="T7" fmla="*/ 68 h 80"/>
                <ns1:gd name="T8" fmla="*/ 40 w 80"/>
                <ns1:gd name="T9" fmla="*/ 80 h 80"/>
                <ns1:gd name="T10" fmla="*/ 68 w 80"/>
                <ns1:gd name="T11" fmla="*/ 68 h 80"/>
                <ns1:gd name="T12" fmla="*/ 80 w 80"/>
                <ns1:gd name="T13" fmla="*/ 40 h 80"/>
                <ns1:gd name="T14" fmla="*/ 68 w 80"/>
                <ns1:gd name="T15" fmla="*/ 12 h 80"/>
                <ns1:gd name="T16" fmla="*/ 40 w 80"/>
                <ns1:gd name="T17" fmla="*/ 0 h 80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</ns1:cxnLst>
              <ns1:rect l="0" t="0" r="r" b="b"/>
              <ns1:pathLst>
                <ns1:path w="80" h="80">
                  <ns1:moveTo>
                    <ns1:pt x="40" y="0"/>
                  </ns1:moveTo>
                  <ns1:cubicBezTo>
                    <ns1:pt x="29" y="0"/>
                    <ns1:pt x="19" y="4"/>
                    <ns1:pt x="12" y="12"/>
                  </ns1:cubicBezTo>
                  <ns1:cubicBezTo>
                    <ns1:pt x="4" y="19"/>
                    <ns1:pt x="0" y="29"/>
                    <ns1:pt x="0" y="40"/>
                  </ns1:cubicBezTo>
                  <ns1:cubicBezTo>
                    <ns1:pt x="0" y="51"/>
                    <ns1:pt x="4" y="61"/>
                    <ns1:pt x="12" y="68"/>
                  </ns1:cubicBezTo>
                  <ns1:cubicBezTo>
                    <ns1:pt x="19" y="76"/>
                    <ns1:pt x="29" y="80"/>
                    <ns1:pt x="40" y="80"/>
                  </ns1:cubicBezTo>
                  <ns1:cubicBezTo>
                    <ns1:pt x="50" y="80"/>
                    <ns1:pt x="61" y="76"/>
                    <ns1:pt x="68" y="68"/>
                  </ns1:cubicBezTo>
                  <ns1:cubicBezTo>
                    <ns1:pt x="76" y="61"/>
                    <ns1:pt x="80" y="51"/>
                    <ns1:pt x="80" y="40"/>
                  </ns1:cubicBezTo>
                  <ns1:cubicBezTo>
                    <ns1:pt x="80" y="29"/>
                    <ns1:pt x="76" y="19"/>
                    <ns1:pt x="68" y="12"/>
                  </ns1:cubicBezTo>
                  <ns1:cubicBezTo>
                    <ns1:pt x="61" y="4"/>
                    <ns1:pt x="50" y="0"/>
                    <ns1:pt x="40" y="0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3:hiddenLine w="9525">
                  <ns1:solidFill>
                    <ns1:srgbClr val="000000"/>
                  </ns1:solidFill>
                  <ns1:round/>
                  <ns1:headEnd/>
                  <ns1:tailEnd/>
                </ns3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en-US"/>
            </ns1:p>
          </ns0:txBody>
        </ns0:sp>
        <ns0:sp>
          <ns0:nvSpPr>
            <ns0:cNvPr id="27" name="Freeform 57">
              <ns1:extLst>
                <ns1:ext uri="{FF2B5EF4-FFF2-40B4-BE49-F238E27FC236}">
                  <ns2:creationId id="{581E1FAA-7038-426A-BEF2-068FDCAC542F}"/>
                </ns1:ext>
              </ns1:extLst>
            </ns0:cNvPr>
            <ns0:cNvSpPr>
              <ns1:spLocks/>
            </ns0:cNvSpPr>
            <ns0:nvPr/>
          </ns0:nvSpPr>
          <ns0:spPr bwMode="auto">
            <ns1:xfrm>
              <ns1:off x="2888" y="434"/>
              <ns1:ext cx="477" cy="791"/>
            </ns1:xfrm>
            <ns1:custGeom>
              <ns1:avLst/>
              <ns1:gdLst>
                <ns1:gd name="T0" fmla="*/ 165 w 226"/>
                <ns1:gd name="T1" fmla="*/ 8 h 375"/>
                <ns1:gd name="T2" fmla="*/ 22 w 226"/>
                <ns1:gd name="T3" fmla="*/ 151 h 375"/>
                <ns1:gd name="T4" fmla="*/ 46 w 226"/>
                <ns1:gd name="T5" fmla="*/ 354 h 375"/>
                <ns1:gd name="T6" fmla="*/ 81 w 226"/>
                <ns1:gd name="T7" fmla="*/ 375 h 375"/>
                <ns1:gd name="T8" fmla="*/ 100 w 226"/>
                <ns1:gd name="T9" fmla="*/ 370 h 375"/>
                <ns1:gd name="T10" fmla="*/ 116 w 226"/>
                <ns1:gd name="T11" fmla="*/ 316 h 375"/>
                <ns1:gd name="T12" fmla="*/ 97 w 226"/>
                <ns1:gd name="T13" fmla="*/ 178 h 375"/>
                <ns1:gd name="T14" fmla="*/ 196 w 226"/>
                <ns1:gd name="T15" fmla="*/ 82 h 375"/>
                <ns1:gd name="T16" fmla="*/ 218 w 226"/>
                <ns1:gd name="T17" fmla="*/ 29 h 375"/>
                <ns1:gd name="T18" fmla="*/ 165 w 226"/>
                <ns1:gd name="T19" fmla="*/ 8 h 375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</ns1:cxnLst>
              <ns1:rect l="0" t="0" r="r" b="b"/>
              <ns1:pathLst>
                <ns1:path w="226" h="375">
                  <ns1:moveTo>
                    <ns1:pt x="165" y="8"/>
                  </ns1:moveTo>
                  <ns1:cubicBezTo>
                    <ns1:pt x="95" y="39"/>
                    <ns1:pt x="44" y="89"/>
                    <ns1:pt x="22" y="151"/>
                  </ns1:cubicBezTo>
                  <ns1:cubicBezTo>
                    <ns1:pt x="0" y="214"/>
                    <ns1:pt x="8" y="284"/>
                    <ns1:pt x="46" y="354"/>
                  </ns1:cubicBezTo>
                  <ns1:cubicBezTo>
                    <ns1:pt x="53" y="367"/>
                    <ns1:pt x="67" y="375"/>
                    <ns1:pt x="81" y="375"/>
                  </ns1:cubicBezTo>
                  <ns1:cubicBezTo>
                    <ns1:pt x="87" y="375"/>
                    <ns1:pt x="94" y="373"/>
                    <ns1:pt x="100" y="370"/>
                  </ns1:cubicBezTo>
                  <ns1:cubicBezTo>
                    <ns1:pt x="119" y="360"/>
                    <ns1:pt x="127" y="335"/>
                    <ns1:pt x="116" y="316"/>
                  </ns1:cubicBezTo>
                  <ns1:cubicBezTo>
                    <ns1:pt x="89" y="266"/>
                    <ns1:pt x="83" y="219"/>
                    <ns1:pt x="97" y="178"/>
                  </ns1:cubicBezTo>
                  <ns1:cubicBezTo>
                    <ns1:pt x="112" y="137"/>
                    <ns1:pt x="147" y="103"/>
                    <ns1:pt x="196" y="82"/>
                  </ns1:cubicBezTo>
                  <ns1:cubicBezTo>
                    <ns1:pt x="217" y="73"/>
                    <ns1:pt x="226" y="50"/>
                    <ns1:pt x="218" y="29"/>
                  </ns1:cubicBezTo>
                  <ns1:cubicBezTo>
                    <ns1:pt x="209" y="9"/>
                    <ns1:pt x="185" y="0"/>
                    <ns1:pt x="165" y="8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3:hiddenLine w="9525">
                  <ns1:solidFill>
                    <ns1:srgbClr val="000000"/>
                  </ns1:solidFill>
                  <ns1:round/>
                  <ns1:headEnd/>
                  <ns1:tailEnd/>
                </ns3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en-US"/>
            </ns1:p>
          </ns0:txBody>
        </ns0:sp>
        <ns0:sp>
          <ns0:nvSpPr>
            <ns0:cNvPr id="28" name="Freeform 58">
              <ns1:extLst>
                <ns1:ext uri="{FF2B5EF4-FFF2-40B4-BE49-F238E27FC236}">
                  <ns2:creationId id="{6100787D-09EE-47AE-8051-89C8880B516F}"/>
                </ns1:ext>
              </ns1:extLst>
            </ns0:cNvPr>
            <ns0:cNvSpPr>
              <ns1:spLocks/>
            </ns0:cNvSpPr>
            <ns0:nvPr/>
          </ns0:nvSpPr>
          <ns0:spPr bwMode="auto">
            <ns1:xfrm>
              <ns1:off x="3464" y="390"/>
              <ns1:ext cx="173" cy="169"/>
            </ns1:xfrm>
            <ns1:custGeom>
              <ns1:avLst/>
              <ns1:gdLst>
                <ns1:gd name="T0" fmla="*/ 42 w 82"/>
                <ns1:gd name="T1" fmla="*/ 0 h 80"/>
                <ns1:gd name="T2" fmla="*/ 40 w 82"/>
                <ns1:gd name="T3" fmla="*/ 0 h 80"/>
                <ns1:gd name="T4" fmla="*/ 0 w 82"/>
                <ns1:gd name="T5" fmla="*/ 40 h 80"/>
                <ns1:gd name="T6" fmla="*/ 40 w 82"/>
                <ns1:gd name="T7" fmla="*/ 80 h 80"/>
                <ns1:gd name="T8" fmla="*/ 40 w 82"/>
                <ns1:gd name="T9" fmla="*/ 80 h 80"/>
                <ns1:gd name="T10" fmla="*/ 42 w 82"/>
                <ns1:gd name="T11" fmla="*/ 80 h 80"/>
                <ns1:gd name="T12" fmla="*/ 82 w 82"/>
                <ns1:gd name="T13" fmla="*/ 40 h 80"/>
                <ns1:gd name="T14" fmla="*/ 42 w 82"/>
                <ns1:gd name="T15" fmla="*/ 0 h 80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</ns1:cxnLst>
              <ns1:rect l="0" t="0" r="r" b="b"/>
              <ns1:pathLst>
                <ns1:path w="82" h="80">
                  <ns1:moveTo>
                    <ns1:pt x="42" y="0"/>
                  </ns1:moveTo>
                  <ns1:cubicBezTo>
                    <ns1:pt x="40" y="0"/>
                    <ns1:pt x="40" y="0"/>
                    <ns1:pt x="40" y="0"/>
                  </ns1:cubicBezTo>
                  <ns1:cubicBezTo>
                    <ns1:pt x="18" y="0"/>
                    <ns1:pt x="0" y="18"/>
                    <ns1:pt x="0" y="40"/>
                  </ns1:cubicBezTo>
                  <ns1:cubicBezTo>
                    <ns1:pt x="0" y="62"/>
                    <ns1:pt x="18" y="80"/>
                    <ns1:pt x="40" y="80"/>
                  </ns1:cubicBezTo>
                  <ns1:cubicBezTo>
                    <ns1:pt x="40" y="80"/>
                    <ns1:pt x="40" y="80"/>
                    <ns1:pt x="40" y="80"/>
                  </ns1:cubicBezTo>
                  <ns1:cubicBezTo>
                    <ns1:pt x="42" y="80"/>
                    <ns1:pt x="42" y="80"/>
                    <ns1:pt x="42" y="80"/>
                  </ns1:cubicBezTo>
                  <ns1:cubicBezTo>
                    <ns1:pt x="64" y="80"/>
                    <ns1:pt x="82" y="62"/>
                    <ns1:pt x="82" y="40"/>
                  </ns1:cubicBezTo>
                  <ns1:cubicBezTo>
                    <ns1:pt x="82" y="18"/>
                    <ns1:pt x="64" y="0"/>
                    <ns1:pt x="42" y="0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3:hiddenLine w="9525">
                  <ns1:solidFill>
                    <ns1:srgbClr val="000000"/>
                  </ns1:solidFill>
                  <ns1:round/>
                  <ns1:headEnd/>
                  <ns1:tailEnd/>
                </ns3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en-US"/>
            </ns1:p>
          </ns0:txBody>
        </ns0:sp>
      </ns0:grpSp>
      <ns0:grpSp>
        <ns0:nvGrpSpPr>
          <ns0:cNvPr id="43" name="Group 15">
            <ns1:extLst>
              <ns1:ext uri="{FF2B5EF4-FFF2-40B4-BE49-F238E27FC236}">
                <ns2:creationId id="{25F52393-44E1-4948-BF48-62C3AC39726E}"/>
              </ns1:ext>
            </ns1:extLst>
          </ns0:cNvPr>
          <ns0:cNvGrpSpPr>
            <ns1:grpSpLocks noChangeAspect="1"/>
          </ns0:cNvGrpSpPr>
          <ns0:nvPr/>
        </ns0:nvGrpSpPr>
        <ns0:grpSpPr bwMode="auto">
          <ns1:xfrm>
            <ns1:off x="1635060" y="4090202"/>
            <ns1:ext cx="758815" cy="758815"/>
            <ns1:chOff x="1679" y="0"/>
            <ns1:chExt cx="4322" cy="4322"/>
          </ns1:xfrm>
          <ns1:solidFill>
            <ns1:srgbClr val="F07D66"/>
          </ns1:solidFill>
        </ns0:grpSpPr>
        <ns0:sp>
          <ns0:nvSpPr>
            <ns0:cNvPr id="45" name="Freeform 16">
              <ns1:extLst>
                <ns1:ext uri="{FF2B5EF4-FFF2-40B4-BE49-F238E27FC236}">
                  <ns2:creationId id="{46EC40B2-E3CE-4E83-8C88-F7BAF11EED39}"/>
                </ns1:ext>
              </ns1:extLst>
            </ns0:cNvPr>
            <ns0:cNvSpPr>
              <ns1:spLocks noEditPoints="1"/>
            </ns0:cNvSpPr>
            <ns0:nvPr/>
          </ns0:nvSpPr>
          <ns0:spPr bwMode="auto">
            <ns1:xfrm>
              <ns1:off x="1679" y="0"/>
              <ns1:ext cx="4322" cy="4322"/>
            </ns1:xfrm>
            <ns1:custGeom>
              <ns1:avLst/>
              <ns1:gdLst>
                <ns1:gd name="T0" fmla="*/ 1888 w 1984"/>
                <ns1:gd name="T1" fmla="*/ 768 h 1984"/>
                <ns1:gd name="T2" fmla="*/ 576 w 1984"/>
                <ns1:gd name="T3" fmla="*/ 32 h 1984"/>
                <ns1:gd name="T4" fmla="*/ 64 w 1984"/>
                <ns1:gd name="T5" fmla="*/ 1024 h 1984"/>
                <ns1:gd name="T6" fmla="*/ 32 w 1984"/>
                <ns1:gd name="T7" fmla="*/ 1216 h 1984"/>
                <ns1:gd name="T8" fmla="*/ 1312 w 1984"/>
                <ns1:gd name="T9" fmla="*/ 1024 h 1984"/>
                <ns1:gd name="T10" fmla="*/ 1029 w 1984"/>
                <ns1:gd name="T11" fmla="*/ 640 h 1984"/>
                <ns1:gd name="T12" fmla="*/ 992 w 1984"/>
                <ns1:gd name="T13" fmla="*/ 192 h 1984"/>
                <ns1:gd name="T14" fmla="*/ 1408 w 1984"/>
                <ns1:gd name="T15" fmla="*/ 1248 h 1984"/>
                <ns1:gd name="T16" fmla="*/ 704 w 1984"/>
                <ns1:gd name="T17" fmla="*/ 1658 h 1984"/>
                <ns1:gd name="T18" fmla="*/ 640 w 1984"/>
                <ns1:gd name="T19" fmla="*/ 1952 h 1984"/>
                <ns1:gd name="T20" fmla="*/ 1984 w 1984"/>
                <ns1:gd name="T21" fmla="*/ 1824 h 1984"/>
                <ns1:gd name="T22" fmla="*/ 128 w 1984"/>
                <ns1:gd name="T23" fmla="*/ 378 h 1984"/>
                <ns1:gd name="T24" fmla="*/ 1088 w 1984"/>
                <ns1:gd name="T25" fmla="*/ 1152 h 1984"/>
                <ns1:gd name="T26" fmla="*/ 960 w 1984"/>
                <ns1:gd name="T27" fmla="*/ 1152 h 1984"/>
                <ns1:gd name="T28" fmla="*/ 896 w 1984"/>
                <ns1:gd name="T29" fmla="*/ 1152 h 1984"/>
                <ns1:gd name="T30" fmla="*/ 896 w 1984"/>
                <ns1:gd name="T31" fmla="*/ 1152 h 1984"/>
                <ns1:gd name="T32" fmla="*/ 768 w 1984"/>
                <ns1:gd name="T33" fmla="*/ 1088 h 1984"/>
                <ns1:gd name="T34" fmla="*/ 576 w 1984"/>
                <ns1:gd name="T35" fmla="*/ 1088 h 1984"/>
                <ns1:gd name="T36" fmla="*/ 448 w 1984"/>
                <ns1:gd name="T37" fmla="*/ 1152 h 1984"/>
                <ns1:gd name="T38" fmla="*/ 384 w 1984"/>
                <ns1:gd name="T39" fmla="*/ 1152 h 1984"/>
                <ns1:gd name="T40" fmla="*/ 384 w 1984"/>
                <ns1:gd name="T41" fmla="*/ 1152 h 1984"/>
                <ns1:gd name="T42" fmla="*/ 256 w 1984"/>
                <ns1:gd name="T43" fmla="*/ 1088 h 1984"/>
                <ns1:gd name="T44" fmla="*/ 128 w 1984"/>
                <ns1:gd name="T45" fmla="*/ 1152 h 1984"/>
                <ns1:gd name="T46" fmla="*/ 1216 w 1984"/>
                <ns1:gd name="T47" fmla="*/ 1152 h 1984"/>
                <ns1:gd name="T48" fmla="*/ 1216 w 1984"/>
                <ns1:gd name="T49" fmla="*/ 890 h 1984"/>
                <ns1:gd name="T50" fmla="*/ 1024 w 1984"/>
                <ns1:gd name="T51" fmla="*/ 864 h 1984"/>
                <ns1:gd name="T52" fmla="*/ 1216 w 1984"/>
                <ns1:gd name="T53" fmla="*/ 890 h 1984"/>
                <ns1:gd name="T54" fmla="*/ 1014 w 1984"/>
                <ns1:gd name="T55" fmla="*/ 1024 h 1984"/>
                <ns1:gd name="T56" fmla="*/ 128 w 1984"/>
                <ns1:gd name="T57" fmla="*/ 131 h 1984"/>
                <ns1:gd name="T58" fmla="*/ 416 w 1984"/>
                <ns1:gd name="T59" fmla="*/ 256 h 1984"/>
                <ns1:gd name="T60" fmla="*/ 416 w 1984"/>
                <ns1:gd name="T61" fmla="*/ 384 h 1984"/>
                <ns1:gd name="T62" fmla="*/ 736 w 1984"/>
                <ns1:gd name="T63" fmla="*/ 704 h 1984"/>
                <ns1:gd name="T64" fmla="*/ 1856 w 1984"/>
                <ns1:gd name="T65" fmla="*/ 1146 h 1984"/>
                <ns1:gd name="T66" fmla="*/ 1568 w 1984"/>
                <ns1:gd name="T67" fmla="*/ 1152 h 1984"/>
                <ns1:gd name="T68" fmla="*/ 1568 w 1984"/>
                <ns1:gd name="T69" fmla="*/ 1024 h 1984"/>
                <ns1:gd name="T70" fmla="*/ 1856 w 1984"/>
                <ns1:gd name="T71" fmla="*/ 899 h 1984"/>
                <ns1:gd name="T72" fmla="*/ 970 w 1984"/>
                <ns1:gd name="T73" fmla="*/ 1792 h 1984"/>
                <ns1:gd name="T74" fmla="*/ 1472 w 1984"/>
                <ns1:gd name="T75" fmla="*/ 1248 h 1984"/>
                <ns1:gd name="T76" fmla="*/ 832 w 1984"/>
                <ns1:gd name="T77" fmla="*/ 1856 h 1984"/>
                <ns1:gd name="T78" fmla="*/ 1024 w 1984"/>
                <ns1:gd name="T79" fmla="*/ 1920 h 1984"/>
                <ns1:gd name="T80" fmla="*/ 1152 w 1984"/>
                <ns1:gd name="T81" fmla="*/ 1856 h 1984"/>
                <ns1:gd name="T82" fmla="*/ 1216 w 1984"/>
                <ns1:gd name="T83" fmla="*/ 1856 h 1984"/>
                <ns1:gd name="T84" fmla="*/ 1216 w 1984"/>
                <ns1:gd name="T85" fmla="*/ 1856 h 1984"/>
                <ns1:gd name="T86" fmla="*/ 1344 w 1984"/>
                <ns1:gd name="T87" fmla="*/ 1920 h 1984"/>
                <ns1:gd name="T88" fmla="*/ 1536 w 1984"/>
                <ns1:gd name="T89" fmla="*/ 1920 h 1984"/>
                <ns1:gd name="T90" fmla="*/ 1664 w 1984"/>
                <ns1:gd name="T91" fmla="*/ 1856 h 1984"/>
                <ns1:gd name="T92" fmla="*/ 1728 w 1984"/>
                <ns1:gd name="T93" fmla="*/ 1856 h 1984"/>
                <ns1:gd name="T94" fmla="*/ 1728 w 1984"/>
                <ns1:gd name="T95" fmla="*/ 1856 h 1984"/>
                <ns1:gd name="T96" fmla="*/ 902 w 1984"/>
                <ns1:gd name="T97" fmla="*/ 1491 h 1984"/>
                <ns1:gd name="T98" fmla="*/ 768 w 1984"/>
                <ns1:gd name="T99" fmla="*/ 1792 h 1984"/>
                <ns1:gd name="T100" fmla="*/ 768 w 1984"/>
                <ns1:gd name="T101" fmla="*/ 1920 h 1984"/>
                <ns1:gd name="T102" fmla="*/ 1856 w 1984"/>
                <ns1:gd name="T103" fmla="*/ 1920 h 1984"/>
                <ns1:gd name="T104" fmla="*/ 1920 w 1984"/>
                <ns1:gd name="T105" fmla="*/ 1920 h 1984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  <ns1:cxn ang="0">
                  <ns1:pos x="T30" y="T31"/>
                </ns1:cxn>
                <ns1:cxn ang="0">
                  <ns1:pos x="T32" y="T33"/>
                </ns1:cxn>
                <ns1:cxn ang="0">
                  <ns1:pos x="T34" y="T35"/>
                </ns1:cxn>
                <ns1:cxn ang="0">
                  <ns1:pos x="T36" y="T37"/>
                </ns1:cxn>
                <ns1:cxn ang="0">
                  <ns1:pos x="T38" y="T39"/>
                </ns1:cxn>
                <ns1:cxn ang="0">
                  <ns1:pos x="T40" y="T41"/>
                </ns1:cxn>
                <ns1:cxn ang="0">
                  <ns1:pos x="T42" y="T43"/>
                </ns1:cxn>
                <ns1:cxn ang="0">
                  <ns1:pos x="T44" y="T45"/>
                </ns1:cxn>
                <ns1:cxn ang="0">
                  <ns1:pos x="T46" y="T47"/>
                </ns1:cxn>
                <ns1:cxn ang="0">
                  <ns1:pos x="T48" y="T49"/>
                </ns1:cxn>
                <ns1:cxn ang="0">
                  <ns1:pos x="T50" y="T51"/>
                </ns1:cxn>
                <ns1:cxn ang="0">
                  <ns1:pos x="T52" y="T53"/>
                </ns1:cxn>
                <ns1:cxn ang="0">
                  <ns1:pos x="T54" y="T55"/>
                </ns1:cxn>
                <ns1:cxn ang="0">
                  <ns1:pos x="T56" y="T57"/>
                </ns1:cxn>
                <ns1:cxn ang="0">
                  <ns1:pos x="T58" y="T59"/>
                </ns1:cxn>
                <ns1:cxn ang="0">
                  <ns1:pos x="T60" y="T61"/>
                </ns1:cxn>
                <ns1:cxn ang="0">
                  <ns1:pos x="T62" y="T63"/>
                </ns1:cxn>
                <ns1:cxn ang="0">
                  <ns1:pos x="T64" y="T65"/>
                </ns1:cxn>
                <ns1:cxn ang="0">
                  <ns1:pos x="T66" y="T67"/>
                </ns1:cxn>
                <ns1:cxn ang="0">
                  <ns1:pos x="T68" y="T69"/>
                </ns1:cxn>
                <ns1:cxn ang="0">
                  <ns1:pos x="T70" y="T71"/>
                </ns1:cxn>
                <ns1:cxn ang="0">
                  <ns1:pos x="T72" y="T73"/>
                </ns1:cxn>
                <ns1:cxn ang="0">
                  <ns1:pos x="T74" y="T75"/>
                </ns1:cxn>
                <ns1:cxn ang="0">
                  <ns1:pos x="T76" y="T77"/>
                </ns1:cxn>
                <ns1:cxn ang="0">
                  <ns1:pos x="T78" y="T79"/>
                </ns1:cxn>
                <ns1:cxn ang="0">
                  <ns1:pos x="T80" y="T81"/>
                </ns1:cxn>
                <ns1:cxn ang="0">
                  <ns1:pos x="T82" y="T83"/>
                </ns1:cxn>
                <ns1:cxn ang="0">
                  <ns1:pos x="T84" y="T85"/>
                </ns1:cxn>
                <ns1:cxn ang="0">
                  <ns1:pos x="T86" y="T87"/>
                </ns1:cxn>
                <ns1:cxn ang="0">
                  <ns1:pos x="T88" y="T89"/>
                </ns1:cxn>
                <ns1:cxn ang="0">
                  <ns1:pos x="T90" y="T91"/>
                </ns1:cxn>
                <ns1:cxn ang="0">
                  <ns1:pos x="T92" y="T93"/>
                </ns1:cxn>
                <ns1:cxn ang="0">
                  <ns1:pos x="T94" y="T95"/>
                </ns1:cxn>
                <ns1:cxn ang="0">
                  <ns1:pos x="T96" y="T97"/>
                </ns1:cxn>
                <ns1:cxn ang="0">
                  <ns1:pos x="T98" y="T99"/>
                </ns1:cxn>
                <ns1:cxn ang="0">
                  <ns1:pos x="T100" y="T101"/>
                </ns1:cxn>
                <ns1:cxn ang="0">
                  <ns1:pos x="T102" y="T103"/>
                </ns1:cxn>
                <ns1:cxn ang="0">
                  <ns1:pos x="T104" y="T105"/>
                </ns1:cxn>
              </ns1:cxnLst>
              <ns1:rect l="0" t="0" r="r" b="b"/>
              <ns1:pathLst>
                <ns1:path w="1984" h="1984">
                  <ns1:moveTo>
                    <ns1:pt x="1952" y="1792"/>
                  </ns1:moveTo>
                  <ns1:cubicBezTo>
                    <ns1:pt x="1920" y="1792"/>
                    <ns1:pt x="1920" y="1792"/>
                    <ns1:pt x="1920" y="1792"/>
                  </ns1:cubicBezTo>
                  <ns1:cubicBezTo>
                    <ns1:pt x="1920" y="800"/>
                    <ns1:pt x="1920" y="800"/>
                    <ns1:pt x="1920" y="800"/>
                  </ns1:cubicBezTo>
                  <ns1:cubicBezTo>
                    <ns1:pt x="1920" y="782"/>
                    <ns1:pt x="1906" y="768"/>
                    <ns1:pt x="1888" y="768"/>
                  </ns1:cubicBezTo>
                  <ns1:cubicBezTo>
                    <ns1:pt x="1826" y="768"/>
                    <ns1:pt x="1826" y="768"/>
                    <ns1:pt x="1826" y="768"/>
                  </ns1:cubicBezTo>
                  <ns1:cubicBezTo>
                    <ns1:pt x="1725" y="390"/>
                    <ns1:pt x="1386" y="128"/>
                    <ns1:pt x="992" y="128"/>
                  </ns1:cubicBezTo>
                  <ns1:cubicBezTo>
                    <ns1:pt x="846" y="128"/>
                    <ns1:pt x="703" y="165"/>
                    <ns1:pt x="576" y="235"/>
                  </ns1:cubicBezTo>
                  <ns1:cubicBezTo>
                    <ns1:pt x="576" y="32"/>
                    <ns1:pt x="576" y="32"/>
                    <ns1:pt x="576" y="32"/>
                  </ns1:cubicBezTo>
                  <ns1:cubicBezTo>
                    <ns1:pt x="576" y="14"/>
                    <ns1:pt x="562" y="0"/>
                    <ns1:pt x="544" y="0"/>
                  </ns1:cubicBezTo>
                  <ns1:cubicBezTo>
                    <ns1:pt x="96" y="0"/>
                    <ns1:pt x="96" y="0"/>
                    <ns1:pt x="96" y="0"/>
                  </ns1:cubicBezTo>
                  <ns1:cubicBezTo>
                    <ns1:pt x="78" y="0"/>
                    <ns1:pt x="64" y="14"/>
                    <ns1:pt x="64" y="32"/>
                  </ns1:cubicBezTo>
                  <ns1:cubicBezTo>
                    <ns1:pt x="64" y="1024"/>
                    <ns1:pt x="64" y="1024"/>
                    <ns1:pt x="64" y="1024"/>
                  </ns1:cubicBezTo>
                  <ns1:cubicBezTo>
                    <ns1:pt x="32" y="1024"/>
                    <ns1:pt x="32" y="1024"/>
                    <ns1:pt x="32" y="1024"/>
                  </ns1:cubicBezTo>
                  <ns1:cubicBezTo>
                    <ns1:pt x="14" y="1024"/>
                    <ns1:pt x="0" y="1038"/>
                    <ns1:pt x="0" y="1056"/>
                  </ns1:cubicBezTo>
                  <ns1:cubicBezTo>
                    <ns1:pt x="0" y="1184"/>
                    <ns1:pt x="0" y="1184"/>
                    <ns1:pt x="0" y="1184"/>
                  </ns1:cubicBezTo>
                  <ns1:cubicBezTo>
                    <ns1:pt x="0" y="1202"/>
                    <ns1:pt x="14" y="1216"/>
                    <ns1:pt x="32" y="1216"/>
                  </ns1:cubicBezTo>
                  <ns1:cubicBezTo>
                    <ns1:pt x="1312" y="1216"/>
                    <ns1:pt x="1312" y="1216"/>
                    <ns1:pt x="1312" y="1216"/>
                  </ns1:cubicBezTo>
                  <ns1:cubicBezTo>
                    <ns1:pt x="1330" y="1216"/>
                    <ns1:pt x="1344" y="1202"/>
                    <ns1:pt x="1344" y="1184"/>
                  </ns1:cubicBezTo>
                  <ns1:cubicBezTo>
                    <ns1:pt x="1344" y="1056"/>
                    <ns1:pt x="1344" y="1056"/>
                    <ns1:pt x="1344" y="1056"/>
                  </ns1:cubicBezTo>
                  <ns1:cubicBezTo>
                    <ns1:pt x="1344" y="1038"/>
                    <ns1:pt x="1330" y="1024"/>
                    <ns1:pt x="1312" y="1024"/>
                  </ns1:cubicBezTo>
                  <ns1:cubicBezTo>
                    <ns1:pt x="1280" y="1024"/>
                    <ns1:pt x="1280" y="1024"/>
                    <ns1:pt x="1280" y="1024"/>
                  </ns1:cubicBezTo>
                  <ns1:cubicBezTo>
                    <ns1:pt x="1280" y="890"/>
                    <ns1:pt x="1280" y="890"/>
                    <ns1:pt x="1280" y="890"/>
                  </ns1:cubicBezTo>
                  <ns1:cubicBezTo>
                    <ns1:pt x="1280" y="824"/>
                    <ns1:pt x="1254" y="761"/>
                    <ns1:pt x="1207" y="713"/>
                  </ns1:cubicBezTo>
                  <ns1:cubicBezTo>
                    <ns1:pt x="1159" y="666"/>
                    <ns1:pt x="1096" y="640"/>
                    <ns1:pt x="1029" y="640"/>
                  </ns1:cubicBezTo>
                  <ns1:cubicBezTo>
                    <ns1:pt x="736" y="640"/>
                    <ns1:pt x="736" y="640"/>
                    <ns1:pt x="736" y="640"/>
                  </ns1:cubicBezTo>
                  <ns1:cubicBezTo>
                    <ns1:pt x="648" y="640"/>
                    <ns1:pt x="576" y="568"/>
                    <ns1:pt x="576" y="480"/>
                  </ns1:cubicBezTo>
                  <ns1:cubicBezTo>
                    <ns1:pt x="576" y="309"/>
                    <ns1:pt x="576" y="309"/>
                    <ns1:pt x="576" y="309"/>
                  </ns1:cubicBezTo>
                  <ns1:cubicBezTo>
                    <ns1:pt x="701" y="233"/>
                    <ns1:pt x="845" y="192"/>
                    <ns1:pt x="992" y="192"/>
                  </ns1:cubicBezTo>
                  <ns1:cubicBezTo>
                    <ns1:pt x="1351" y="192"/>
                    <ns1:pt x="1661" y="427"/>
                    <ns1:pt x="1760" y="768"/>
                  </ns1:cubicBezTo>
                  <ns1:cubicBezTo>
                    <ns1:pt x="1440" y="768"/>
                    <ns1:pt x="1440" y="768"/>
                    <ns1:pt x="1440" y="768"/>
                  </ns1:cubicBezTo>
                  <ns1:cubicBezTo>
                    <ns1:pt x="1422" y="768"/>
                    <ns1:pt x="1408" y="782"/>
                    <ns1:pt x="1408" y="800"/>
                  </ns1:cubicBezTo>
                  <ns1:cubicBezTo>
                    <ns1:pt x="1408" y="1248"/>
                    <ns1:pt x="1408" y="1248"/>
                    <ns1:pt x="1408" y="1248"/>
                  </ns1:cubicBezTo>
                  <ns1:cubicBezTo>
                    <ns1:pt x="1408" y="1336"/>
                    <ns1:pt x="1336" y="1408"/>
                    <ns1:pt x="1248" y="1408"/>
                  </ns1:cubicBezTo>
                  <ns1:cubicBezTo>
                    <ns1:pt x="955" y="1408"/>
                    <ns1:pt x="955" y="1408"/>
                    <ns1:pt x="955" y="1408"/>
                  </ns1:cubicBezTo>
                  <ns1:cubicBezTo>
                    <ns1:pt x="888" y="1408"/>
                    <ns1:pt x="825" y="1434"/>
                    <ns1:pt x="777" y="1481"/>
                  </ns1:cubicBezTo>
                  <ns1:cubicBezTo>
                    <ns1:pt x="730" y="1529"/>
                    <ns1:pt x="704" y="1592"/>
                    <ns1:pt x="704" y="1658"/>
                  </ns1:cubicBezTo>
                  <ns1:cubicBezTo>
                    <ns1:pt x="704" y="1792"/>
                    <ns1:pt x="704" y="1792"/>
                    <ns1:pt x="704" y="1792"/>
                  </ns1:cubicBezTo>
                  <ns1:cubicBezTo>
                    <ns1:pt x="672" y="1792"/>
                    <ns1:pt x="672" y="1792"/>
                    <ns1:pt x="672" y="1792"/>
                  </ns1:cubicBezTo>
                  <ns1:cubicBezTo>
                    <ns1:pt x="654" y="1792"/>
                    <ns1:pt x="640" y="1806"/>
                    <ns1:pt x="640" y="1824"/>
                  </ns1:cubicBezTo>
                  <ns1:cubicBezTo>
                    <ns1:pt x="640" y="1952"/>
                    <ns1:pt x="640" y="1952"/>
                    <ns1:pt x="640" y="1952"/>
                  </ns1:cubicBezTo>
                  <ns1:cubicBezTo>
                    <ns1:pt x="640" y="1970"/>
                    <ns1:pt x="654" y="1984"/>
                    <ns1:pt x="672" y="1984"/>
                  </ns1:cubicBezTo>
                  <ns1:cubicBezTo>
                    <ns1:pt x="1952" y="1984"/>
                    <ns1:pt x="1952" y="1984"/>
                    <ns1:pt x="1952" y="1984"/>
                  </ns1:cubicBezTo>
                  <ns1:cubicBezTo>
                    <ns1:pt x="1970" y="1984"/>
                    <ns1:pt x="1984" y="1970"/>
                    <ns1:pt x="1984" y="1952"/>
                  </ns1:cubicBezTo>
                  <ns1:cubicBezTo>
                    <ns1:pt x="1984" y="1824"/>
                    <ns1:pt x="1984" y="1824"/>
                    <ns1:pt x="1984" y="1824"/>
                  </ns1:cubicBezTo>
                  <ns1:cubicBezTo>
                    <ns1:pt x="1984" y="1806"/>
                    <ns1:pt x="1970" y="1792"/>
                    <ns1:pt x="1952" y="1792"/>
                  </ns1:cubicBezTo>
                  <ns1:close/>
                  <ns1:moveTo>
                    <ns1:pt x="128" y="198"/>
                  </ns1:moveTo>
                  <ns1:cubicBezTo>
                    <ns1:pt x="165" y="211"/>
                    <ns1:pt x="192" y="246"/>
                    <ns1:pt x="192" y="288"/>
                  </ns1:cubicBezTo>
                  <ns1:cubicBezTo>
                    <ns1:pt x="192" y="330"/>
                    <ns1:pt x="165" y="365"/>
                    <ns1:pt x="128" y="378"/>
                  </ns1:cubicBezTo>
                  <ns1:lnTo>
                    <ns1:pt x="128" y="198"/>
                  </ns1:lnTo>
                  <ns1:close/>
                  <ns1:moveTo>
                    <ns1:pt x="1152" y="1088"/>
                  </ns1:moveTo>
                  <ns1:cubicBezTo>
                    <ns1:pt x="1152" y="1152"/>
                    <ns1:pt x="1152" y="1152"/>
                    <ns1:pt x="1152" y="1152"/>
                  </ns1:cubicBezTo>
                  <ns1:cubicBezTo>
                    <ns1:pt x="1088" y="1152"/>
                    <ns1:pt x="1088" y="1152"/>
                    <ns1:pt x="1088" y="1152"/>
                  </ns1:cubicBezTo>
                  <ns1:cubicBezTo>
                    <ns1:pt x="1088" y="1088"/>
                    <ns1:pt x="1088" y="1088"/>
                    <ns1:pt x="1088" y="1088"/>
                  </ns1:cubicBezTo>
                  <ns1:lnTo>
                    <ns1:pt x="1152" y="1088"/>
                  </ns1:lnTo>
                  <ns1:close/>
                  <ns1:moveTo>
                    <ns1:pt x="1024" y="1152"/>
                  </ns1:moveTo>
                  <ns1:cubicBezTo>
                    <ns1:pt x="960" y="1152"/>
                    <ns1:pt x="960" y="1152"/>
                    <ns1:pt x="960" y="1152"/>
                  </ns1:cubicBezTo>
                  <ns1:cubicBezTo>
                    <ns1:pt x="960" y="1088"/>
                    <ns1:pt x="960" y="1088"/>
                    <ns1:pt x="960" y="1088"/>
                  </ns1:cubicBezTo>
                  <ns1:cubicBezTo>
                    <ns1:pt x="1024" y="1088"/>
                    <ns1:pt x="1024" y="1088"/>
                    <ns1:pt x="1024" y="1088"/>
                  </ns1:cubicBezTo>
                  <ns1:lnTo>
                    <ns1:pt x="1024" y="1152"/>
                  </ns1:lnTo>
                  <ns1:close/>
                  <ns1:moveTo>
                    <ns1:pt x="896" y="1152"/>
                  </ns1:moveTo>
                  <ns1:cubicBezTo>
                    <ns1:pt x="832" y="1152"/>
                    <ns1:pt x="832" y="1152"/>
                    <ns1:pt x="832" y="1152"/>
                  </ns1:cubicBezTo>
                  <ns1:cubicBezTo>
                    <ns1:pt x="832" y="1088"/>
                    <ns1:pt x="832" y="1088"/>
                    <ns1:pt x="832" y="1088"/>
                  </ns1:cubicBezTo>
                  <ns1:cubicBezTo>
                    <ns1:pt x="896" y="1088"/>
                    <ns1:pt x="896" y="1088"/>
                    <ns1:pt x="896" y="1088"/>
                  </ns1:cubicBezTo>
                  <ns1:lnTo>
                    <ns1:pt x="896" y="1152"/>
                  </ns1:lnTo>
                  <ns1:close/>
                  <ns1:moveTo>
                    <ns1:pt x="768" y="1152"/>
                  </ns1:moveTo>
                  <ns1:cubicBezTo>
                    <ns1:pt x="704" y="1152"/>
                    <ns1:pt x="704" y="1152"/>
                    <ns1:pt x="704" y="1152"/>
                  </ns1:cubicBezTo>
                  <ns1:cubicBezTo>
                    <ns1:pt x="704" y="1088"/>
                    <ns1:pt x="704" y="1088"/>
                    <ns1:pt x="704" y="1088"/>
                  </ns1:cubicBezTo>
                  <ns1:cubicBezTo>
                    <ns1:pt x="768" y="1088"/>
                    <ns1:pt x="768" y="1088"/>
                    <ns1:pt x="768" y="1088"/>
                  </ns1:cubicBezTo>
                  <ns1:lnTo>
                    <ns1:pt x="768" y="1152"/>
                  </ns1:lnTo>
                  <ns1:close/>
                  <ns1:moveTo>
                    <ns1:pt x="640" y="1152"/>
                  </ns1:moveTo>
                  <ns1:cubicBezTo>
                    <ns1:pt x="576" y="1152"/>
                    <ns1:pt x="576" y="1152"/>
                    <ns1:pt x="576" y="1152"/>
                  </ns1:cubicBezTo>
                  <ns1:cubicBezTo>
                    <ns1:pt x="576" y="1088"/>
                    <ns1:pt x="576" y="1088"/>
                    <ns1:pt x="576" y="1088"/>
                  </ns1:cubicBezTo>
                  <ns1:cubicBezTo>
                    <ns1:pt x="640" y="1088"/>
                    <ns1:pt x="640" y="1088"/>
                    <ns1:pt x="640" y="1088"/>
                  </ns1:cubicBezTo>
                  <ns1:lnTo>
                    <ns1:pt x="640" y="1152"/>
                  </ns1:lnTo>
                  <ns1:close/>
                  <ns1:moveTo>
                    <ns1:pt x="512" y="1152"/>
                  </ns1:moveTo>
                  <ns1:cubicBezTo>
                    <ns1:pt x="448" y="1152"/>
                    <ns1:pt x="448" y="1152"/>
                    <ns1:pt x="448" y="1152"/>
                  </ns1:cubicBezTo>
                  <ns1:cubicBezTo>
                    <ns1:pt x="448" y="1088"/>
                    <ns1:pt x="448" y="1088"/>
                    <ns1:pt x="448" y="1088"/>
                  </ns1:cubicBezTo>
                  <ns1:cubicBezTo>
                    <ns1:pt x="512" y="1088"/>
                    <ns1:pt x="512" y="1088"/>
                    <ns1:pt x="512" y="1088"/>
                  </ns1:cubicBezTo>
                  <ns1:lnTo>
                    <ns1:pt x="512" y="1152"/>
                  </ns1:lnTo>
                  <ns1:close/>
                  <ns1:moveTo>
                    <ns1:pt x="384" y="1152"/>
                  </ns1:moveTo>
                  <ns1:cubicBezTo>
                    <ns1:pt x="320" y="1152"/>
                    <ns1:pt x="320" y="1152"/>
                    <ns1:pt x="320" y="1152"/>
                  </ns1:cubicBezTo>
                  <ns1:cubicBezTo>
                    <ns1:pt x="320" y="1088"/>
                    <ns1:pt x="320" y="1088"/>
                    <ns1:pt x="320" y="1088"/>
                  </ns1:cubicBezTo>
                  <ns1:cubicBezTo>
                    <ns1:pt x="384" y="1088"/>
                    <ns1:pt x="384" y="1088"/>
                    <ns1:pt x="384" y="1088"/>
                  </ns1:cubicBezTo>
                  <ns1:lnTo>
                    <ns1:pt x="384" y="1152"/>
                  </ns1:lnTo>
                  <ns1:close/>
                  <ns1:moveTo>
                    <ns1:pt x="256" y="1152"/>
                  </ns1:moveTo>
                  <ns1:cubicBezTo>
                    <ns1:pt x="192" y="1152"/>
                    <ns1:pt x="192" y="1152"/>
                    <ns1:pt x="192" y="1152"/>
                  </ns1:cubicBezTo>
                  <ns1:cubicBezTo>
                    <ns1:pt x="192" y="1088"/>
                    <ns1:pt x="192" y="1088"/>
                    <ns1:pt x="192" y="1088"/>
                  </ns1:cubicBezTo>
                  <ns1:cubicBezTo>
                    <ns1:pt x="256" y="1088"/>
                    <ns1:pt x="256" y="1088"/>
                    <ns1:pt x="256" y="1088"/>
                  </ns1:cubicBezTo>
                  <ns1:lnTo>
                    <ns1:pt x="256" y="1152"/>
                  </ns1:lnTo>
                  <ns1:close/>
                  <ns1:moveTo>
                    <ns1:pt x="64" y="1088"/>
                  </ns1:moveTo>
                  <ns1:cubicBezTo>
                    <ns1:pt x="128" y="1088"/>
                    <ns1:pt x="128" y="1088"/>
                    <ns1:pt x="128" y="1088"/>
                  </ns1:cubicBezTo>
                  <ns1:cubicBezTo>
                    <ns1:pt x="128" y="1152"/>
                    <ns1:pt x="128" y="1152"/>
                    <ns1:pt x="128" y="1152"/>
                  </ns1:cubicBezTo>
                  <ns1:cubicBezTo>
                    <ns1:pt x="64" y="1152"/>
                    <ns1:pt x="64" y="1152"/>
                    <ns1:pt x="64" y="1152"/>
                  </ns1:cubicBezTo>
                  <ns1:lnTo>
                    <ns1:pt x="64" y="1088"/>
                  </ns1:lnTo>
                  <ns1:close/>
                  <ns1:moveTo>
                    <ns1:pt x="1280" y="1152"/>
                  </ns1:moveTo>
                  <ns1:cubicBezTo>
                    <ns1:pt x="1216" y="1152"/>
                    <ns1:pt x="1216" y="1152"/>
                    <ns1:pt x="1216" y="1152"/>
                  </ns1:cubicBezTo>
                  <ns1:cubicBezTo>
                    <ns1:pt x="1216" y="1088"/>
                    <ns1:pt x="1216" y="1088"/>
                    <ns1:pt x="1216" y="1088"/>
                  </ns1:cubicBezTo>
                  <ns1:cubicBezTo>
                    <ns1:pt x="1280" y="1088"/>
                    <ns1:pt x="1280" y="1088"/>
                    <ns1:pt x="1280" y="1088"/>
                  </ns1:cubicBezTo>
                  <ns1:lnTo>
                    <ns1:pt x="1280" y="1152"/>
                  </ns1:lnTo>
                  <ns1:close/>
                  <ns1:moveTo>
                    <ns1:pt x="1216" y="890"/>
                  </ns1:moveTo>
                  <ns1:cubicBezTo>
                    <ns1:pt x="1216" y="1024"/>
                    <ns1:pt x="1216" y="1024"/>
                    <ns1:pt x="1216" y="1024"/>
                  </ns1:cubicBezTo>
                  <ns1:cubicBezTo>
                    <ns1:pt x="1101" y="1024"/>
                    <ns1:pt x="1101" y="1024"/>
                    <ns1:pt x="1101" y="1024"/>
                  </ns1:cubicBezTo>
                  <ns1:cubicBezTo>
                    <ns1:pt x="1083" y="1005"/>
                    <ns1:pt x="1083" y="1005"/>
                    <ns1:pt x="1083" y="1005"/>
                  </ns1:cubicBezTo>
                  <ns1:cubicBezTo>
                    <ns1:pt x="1045" y="967"/>
                    <ns1:pt x="1024" y="917"/>
                    <ns1:pt x="1024" y="864"/>
                  </ns1:cubicBezTo>
                  <ns1:cubicBezTo>
                    <ns1:pt x="1024" y="811"/>
                    <ns1:pt x="1045" y="761"/>
                    <ns1:pt x="1083" y="723"/>
                  </ns1:cubicBezTo>
                  <ns1:cubicBezTo>
                    <ns1:pt x="1091" y="714"/>
                    <ns1:pt x="1091" y="714"/>
                    <ns1:pt x="1091" y="714"/>
                  </ns1:cubicBezTo>
                  <ns1:cubicBezTo>
                    <ns1:pt x="1117" y="724"/>
                    <ns1:pt x="1141" y="738"/>
                    <ns1:pt x="1161" y="759"/>
                  </ns1:cubicBezTo>
                  <ns1:cubicBezTo>
                    <ns1:pt x="1197" y="794"/>
                    <ns1:pt x="1216" y="841"/>
                    <ns1:pt x="1216" y="890"/>
                  </ns1:cubicBezTo>
                  <ns1:close/>
                  <ns1:moveTo>
                    <ns1:pt x="736" y="704"/>
                  </ns1:moveTo>
                  <ns1:cubicBezTo>
                    <ns1:pt x="1014" y="704"/>
                    <ns1:pt x="1014" y="704"/>
                    <ns1:pt x="1014" y="704"/>
                  </ns1:cubicBezTo>
                  <ns1:cubicBezTo>
                    <ns1:pt x="979" y="750"/>
                    <ns1:pt x="960" y="805"/>
                    <ns1:pt x="960" y="864"/>
                  </ns1:cubicBezTo>
                  <ns1:cubicBezTo>
                    <ns1:pt x="960" y="923"/>
                    <ns1:pt x="979" y="978"/>
                    <ns1:pt x="1014" y="1024"/>
                  </ns1:cubicBezTo>
                  <ns1:cubicBezTo>
                    <ns1:pt x="128" y="1024"/>
                    <ns1:pt x="128" y="1024"/>
                    <ns1:pt x="128" y="1024"/>
                  </ns1:cubicBezTo>
                  <ns1:cubicBezTo>
                    <ns1:pt x="128" y="445"/>
                    <ns1:pt x="128" y="445"/>
                    <ns1:pt x="128" y="445"/>
                  </ns1:cubicBezTo>
                  <ns1:cubicBezTo>
                    <ns1:pt x="201" y="430"/>
                    <ns1:pt x="256" y="365"/>
                    <ns1:pt x="256" y="288"/>
                  </ns1:cubicBezTo>
                  <ns1:cubicBezTo>
                    <ns1:pt x="256" y="211"/>
                    <ns1:pt x="201" y="146"/>
                    <ns1:pt x="128" y="131"/>
                  </ns1:cubicBezTo>
                  <ns1:cubicBezTo>
                    <ns1:pt x="128" y="64"/>
                    <ns1:pt x="128" y="64"/>
                    <ns1:pt x="128" y="64"/>
                  </ns1:cubicBezTo>
                  <ns1:cubicBezTo>
                    <ns1:pt x="512" y="64"/>
                    <ns1:pt x="512" y="64"/>
                    <ns1:pt x="512" y="64"/>
                  </ns1:cubicBezTo>
                  <ns1:cubicBezTo>
                    <ns1:pt x="512" y="256"/>
                    <ns1:pt x="512" y="256"/>
                    <ns1:pt x="512" y="256"/>
                  </ns1:cubicBezTo>
                  <ns1:cubicBezTo>
                    <ns1:pt x="416" y="256"/>
                    <ns1:pt x="416" y="256"/>
                    <ns1:pt x="416" y="256"/>
                  </ns1:cubicBezTo>
                  <ns1:cubicBezTo>
                    <ns1:pt x="416" y="320"/>
                    <ns1:pt x="416" y="320"/>
                    <ns1:pt x="416" y="320"/>
                  </ns1:cubicBezTo>
                  <ns1:cubicBezTo>
                    <ns1:pt x="512" y="320"/>
                    <ns1:pt x="512" y="320"/>
                    <ns1:pt x="512" y="320"/>
                  </ns1:cubicBezTo>
                  <ns1:cubicBezTo>
                    <ns1:pt x="512" y="384"/>
                    <ns1:pt x="512" y="384"/>
                    <ns1:pt x="512" y="384"/>
                  </ns1:cubicBezTo>
                  <ns1:cubicBezTo>
                    <ns1:pt x="416" y="384"/>
                    <ns1:pt x="416" y="384"/>
                    <ns1:pt x="416" y="384"/>
                  </ns1:cubicBezTo>
                  <ns1:cubicBezTo>
                    <ns1:pt x="416" y="448"/>
                    <ns1:pt x="416" y="448"/>
                    <ns1:pt x="416" y="448"/>
                  </ns1:cubicBezTo>
                  <ns1:cubicBezTo>
                    <ns1:pt x="512" y="448"/>
                    <ns1:pt x="512" y="448"/>
                    <ns1:pt x="512" y="448"/>
                  </ns1:cubicBezTo>
                  <ns1:cubicBezTo>
                    <ns1:pt x="512" y="480"/>
                    <ns1:pt x="512" y="480"/>
                    <ns1:pt x="512" y="480"/>
                  </ns1:cubicBezTo>
                  <ns1:cubicBezTo>
                    <ns1:pt x="512" y="603"/>
                    <ns1:pt x="612" y="704"/>
                    <ns1:pt x="736" y="704"/>
                  </ns1:cubicBezTo>
                  <ns1:close/>
                  <ns1:moveTo>
                    <ns1:pt x="1856" y="1146"/>
                  </ns1:moveTo>
                  <ns1:cubicBezTo>
                    <ns1:pt x="1819" y="1133"/>
                    <ns1:pt x="1792" y="1098"/>
                    <ns1:pt x="1792" y="1056"/>
                  </ns1:cubicBezTo>
                  <ns1:cubicBezTo>
                    <ns1:pt x="1792" y="1014"/>
                    <ns1:pt x="1819" y="979"/>
                    <ns1:pt x="1856" y="966"/>
                  </ns1:cubicBezTo>
                  <ns1:lnTo>
                    <ns1:pt x="1856" y="1146"/>
                  </ns1:lnTo>
                  <ns1:close/>
                  <ns1:moveTo>
                    <ns1:pt x="1472" y="1248"/>
                  </ns1:moveTo>
                  <ns1:cubicBezTo>
                    <ns1:pt x="1472" y="1216"/>
                    <ns1:pt x="1472" y="1216"/>
                    <ns1:pt x="1472" y="1216"/>
                  </ns1:cubicBezTo>
                  <ns1:cubicBezTo>
                    <ns1:pt x="1568" y="1216"/>
                    <ns1:pt x="1568" y="1216"/>
                    <ns1:pt x="1568" y="1216"/>
                  </ns1:cubicBezTo>
                  <ns1:cubicBezTo>
                    <ns1:pt x="1568" y="1152"/>
                    <ns1:pt x="1568" y="1152"/>
                    <ns1:pt x="1568" y="1152"/>
                  </ns1:cubicBezTo>
                  <ns1:cubicBezTo>
                    <ns1:pt x="1472" y="1152"/>
                    <ns1:pt x="1472" y="1152"/>
                    <ns1:pt x="1472" y="1152"/>
                  </ns1:cubicBezTo>
                  <ns1:cubicBezTo>
                    <ns1:pt x="1472" y="1088"/>
                    <ns1:pt x="1472" y="1088"/>
                    <ns1:pt x="1472" y="1088"/>
                  </ns1:cubicBezTo>
                  <ns1:cubicBezTo>
                    <ns1:pt x="1568" y="1088"/>
                    <ns1:pt x="1568" y="1088"/>
                    <ns1:pt x="1568" y="1088"/>
                  </ns1:cubicBezTo>
                  <ns1:cubicBezTo>
                    <ns1:pt x="1568" y="1024"/>
                    <ns1:pt x="1568" y="1024"/>
                    <ns1:pt x="1568" y="1024"/>
                  </ns1:cubicBezTo>
                  <ns1:cubicBezTo>
                    <ns1:pt x="1472" y="1024"/>
                    <ns1:pt x="1472" y="1024"/>
                    <ns1:pt x="1472" y="1024"/>
                  </ns1:cubicBezTo>
                  <ns1:cubicBezTo>
                    <ns1:pt x="1472" y="832"/>
                    <ns1:pt x="1472" y="832"/>
                    <ns1:pt x="1472" y="832"/>
                  </ns1:cubicBezTo>
                  <ns1:cubicBezTo>
                    <ns1:pt x="1856" y="832"/>
                    <ns1:pt x="1856" y="832"/>
                    <ns1:pt x="1856" y="832"/>
                  </ns1:cubicBezTo>
                  <ns1:cubicBezTo>
                    <ns1:pt x="1856" y="899"/>
                    <ns1:pt x="1856" y="899"/>
                    <ns1:pt x="1856" y="899"/>
                  </ns1:cubicBezTo>
                  <ns1:cubicBezTo>
                    <ns1:pt x="1783" y="914"/>
                    <ns1:pt x="1728" y="979"/>
                    <ns1:pt x="1728" y="1056"/>
                  </ns1:cubicBezTo>
                  <ns1:cubicBezTo>
                    <ns1:pt x="1728" y="1133"/>
                    <ns1:pt x="1783" y="1198"/>
                    <ns1:pt x="1856" y="1213"/>
                  </ns1:cubicBezTo>
                  <ns1:cubicBezTo>
                    <ns1:pt x="1856" y="1792"/>
                    <ns1:pt x="1856" y="1792"/>
                    <ns1:pt x="1856" y="1792"/>
                  </ns1:cubicBezTo>
                  <ns1:cubicBezTo>
                    <ns1:pt x="970" y="1792"/>
                    <ns1:pt x="970" y="1792"/>
                    <ns1:pt x="970" y="1792"/>
                  </ns1:cubicBezTo>
                  <ns1:cubicBezTo>
                    <ns1:pt x="1005" y="1746"/>
                    <ns1:pt x="1024" y="1691"/>
                    <ns1:pt x="1024" y="1632"/>
                  </ns1:cubicBezTo>
                  <ns1:cubicBezTo>
                    <ns1:pt x="1024" y="1573"/>
                    <ns1:pt x="1005" y="1518"/>
                    <ns1:pt x="970" y="1472"/>
                  </ns1:cubicBezTo>
                  <ns1:cubicBezTo>
                    <ns1:pt x="1248" y="1472"/>
                    <ns1:pt x="1248" y="1472"/>
                    <ns1:pt x="1248" y="1472"/>
                  </ns1:cubicBezTo>
                  <ns1:cubicBezTo>
                    <ns1:pt x="1372" y="1472"/>
                    <ns1:pt x="1472" y="1371"/>
                    <ns1:pt x="1472" y="1248"/>
                  </ns1:cubicBezTo>
                  <ns1:close/>
                  <ns1:moveTo>
                    <ns1:pt x="896" y="1856"/>
                  </ns1:moveTo>
                  <ns1:cubicBezTo>
                    <ns1:pt x="896" y="1920"/>
                    <ns1:pt x="896" y="1920"/>
                    <ns1:pt x="896" y="1920"/>
                  </ns1:cubicBezTo>
                  <ns1:cubicBezTo>
                    <ns1:pt x="832" y="1920"/>
                    <ns1:pt x="832" y="1920"/>
                    <ns1:pt x="832" y="1920"/>
                  </ns1:cubicBezTo>
                  <ns1:cubicBezTo>
                    <ns1:pt x="832" y="1856"/>
                    <ns1:pt x="832" y="1856"/>
                    <ns1:pt x="832" y="1856"/>
                  </ns1:cubicBezTo>
                  <ns1:lnTo>
                    <ns1:pt x="896" y="1856"/>
                  </ns1:lnTo>
                  <ns1:close/>
                  <ns1:moveTo>
                    <ns1:pt x="960" y="1856"/>
                  </ns1:moveTo>
                  <ns1:cubicBezTo>
                    <ns1:pt x="1024" y="1856"/>
                    <ns1:pt x="1024" y="1856"/>
                    <ns1:pt x="1024" y="1856"/>
                  </ns1:cubicBezTo>
                  <ns1:cubicBezTo>
                    <ns1:pt x="1024" y="1920"/>
                    <ns1:pt x="1024" y="1920"/>
                    <ns1:pt x="1024" y="1920"/>
                  </ns1:cubicBezTo>
                  <ns1:cubicBezTo>
                    <ns1:pt x="960" y="1920"/>
                    <ns1:pt x="960" y="1920"/>
                    <ns1:pt x="960" y="1920"/>
                  </ns1:cubicBezTo>
                  <ns1:lnTo>
                    <ns1:pt x="960" y="1856"/>
                  </ns1:lnTo>
                  <ns1:close/>
                  <ns1:moveTo>
                    <ns1:pt x="1088" y="1856"/>
                  </ns1:moveTo>
                  <ns1:cubicBezTo>
                    <ns1:pt x="1152" y="1856"/>
                    <ns1:pt x="1152" y="1856"/>
                    <ns1:pt x="1152" y="1856"/>
                  </ns1:cubicBezTo>
                  <ns1:cubicBezTo>
                    <ns1:pt x="1152" y="1920"/>
                    <ns1:pt x="1152" y="1920"/>
                    <ns1:pt x="1152" y="1920"/>
                  </ns1:cubicBezTo>
                  <ns1:cubicBezTo>
                    <ns1:pt x="1088" y="1920"/>
                    <ns1:pt x="1088" y="1920"/>
                    <ns1:pt x="1088" y="1920"/>
                  </ns1:cubicBezTo>
                  <ns1:lnTo>
                    <ns1:pt x="1088" y="1856"/>
                  </ns1:lnTo>
                  <ns1:close/>
                  <ns1:moveTo>
                    <ns1:pt x="1216" y="1856"/>
                  </ns1:moveTo>
                  <ns1:cubicBezTo>
                    <ns1:pt x="1280" y="1856"/>
                    <ns1:pt x="1280" y="1856"/>
                    <ns1:pt x="1280" y="1856"/>
                  </ns1:cubicBezTo>
                  <ns1:cubicBezTo>
                    <ns1:pt x="1280" y="1920"/>
                    <ns1:pt x="1280" y="1920"/>
                    <ns1:pt x="1280" y="1920"/>
                  </ns1:cubicBezTo>
                  <ns1:cubicBezTo>
                    <ns1:pt x="1216" y="1920"/>
                    <ns1:pt x="1216" y="1920"/>
                    <ns1:pt x="1216" y="1920"/>
                  </ns1:cubicBezTo>
                  <ns1:lnTo>
                    <ns1:pt x="1216" y="1856"/>
                  </ns1:lnTo>
                  <ns1:close/>
                  <ns1:moveTo>
                    <ns1:pt x="1344" y="1856"/>
                  </ns1:moveTo>
                  <ns1:cubicBezTo>
                    <ns1:pt x="1408" y="1856"/>
                    <ns1:pt x="1408" y="1856"/>
                    <ns1:pt x="1408" y="1856"/>
                  </ns1:cubicBezTo>
                  <ns1:cubicBezTo>
                    <ns1:pt x="1408" y="1920"/>
                    <ns1:pt x="1408" y="1920"/>
                    <ns1:pt x="1408" y="1920"/>
                  </ns1:cubicBezTo>
                  <ns1:cubicBezTo>
                    <ns1:pt x="1344" y="1920"/>
                    <ns1:pt x="1344" y="1920"/>
                    <ns1:pt x="1344" y="1920"/>
                  </ns1:cubicBezTo>
                  <ns1:lnTo>
                    <ns1:pt x="1344" y="1856"/>
                  </ns1:lnTo>
                  <ns1:close/>
                  <ns1:moveTo>
                    <ns1:pt x="1472" y="1856"/>
                  </ns1:moveTo>
                  <ns1:cubicBezTo>
                    <ns1:pt x="1536" y="1856"/>
                    <ns1:pt x="1536" y="1856"/>
                    <ns1:pt x="1536" y="1856"/>
                  </ns1:cubicBezTo>
                  <ns1:cubicBezTo>
                    <ns1:pt x="1536" y="1920"/>
                    <ns1:pt x="1536" y="1920"/>
                    <ns1:pt x="1536" y="1920"/>
                  </ns1:cubicBezTo>
                  <ns1:cubicBezTo>
                    <ns1:pt x="1472" y="1920"/>
                    <ns1:pt x="1472" y="1920"/>
                    <ns1:pt x="1472" y="1920"/>
                  </ns1:cubicBezTo>
                  <ns1:lnTo>
                    <ns1:pt x="1472" y="1856"/>
                  </ns1:lnTo>
                  <ns1:close/>
                  <ns1:moveTo>
                    <ns1:pt x="1600" y="1856"/>
                  </ns1:moveTo>
                  <ns1:cubicBezTo>
                    <ns1:pt x="1664" y="1856"/>
                    <ns1:pt x="1664" y="1856"/>
                    <ns1:pt x="1664" y="1856"/>
                  </ns1:cubicBezTo>
                  <ns1:cubicBezTo>
                    <ns1:pt x="1664" y="1920"/>
                    <ns1:pt x="1664" y="1920"/>
                    <ns1:pt x="1664" y="1920"/>
                  </ns1:cubicBezTo>
                  <ns1:cubicBezTo>
                    <ns1:pt x="1600" y="1920"/>
                    <ns1:pt x="1600" y="1920"/>
                    <ns1:pt x="1600" y="1920"/>
                  </ns1:cubicBezTo>
                  <ns1:lnTo>
                    <ns1:pt x="1600" y="1856"/>
                  </ns1:lnTo>
                  <ns1:close/>
                  <ns1:moveTo>
                    <ns1:pt x="1728" y="1856"/>
                  </ns1:moveTo>
                  <ns1:cubicBezTo>
                    <ns1:pt x="1792" y="1856"/>
                    <ns1:pt x="1792" y="1856"/>
                    <ns1:pt x="1792" y="1856"/>
                  </ns1:cubicBezTo>
                  <ns1:cubicBezTo>
                    <ns1:pt x="1792" y="1920"/>
                    <ns1:pt x="1792" y="1920"/>
                    <ns1:pt x="1792" y="1920"/>
                  </ns1:cubicBezTo>
                  <ns1:cubicBezTo>
                    <ns1:pt x="1728" y="1920"/>
                    <ns1:pt x="1728" y="1920"/>
                    <ns1:pt x="1728" y="1920"/>
                  </ns1:cubicBezTo>
                  <ns1:lnTo>
                    <ns1:pt x="1728" y="1856"/>
                  </ns1:lnTo>
                  <ns1:close/>
                  <ns1:moveTo>
                    <ns1:pt x="768" y="1658"/>
                  </ns1:moveTo>
                  <ns1:cubicBezTo>
                    <ns1:pt x="768" y="1609"/>
                    <ns1:pt x="787" y="1562"/>
                    <ns1:pt x="823" y="1527"/>
                  </ns1:cubicBezTo>
                  <ns1:cubicBezTo>
                    <ns1:pt x="843" y="1506"/>
                    <ns1:pt x="867" y="1492"/>
                    <ns1:pt x="893" y="1482"/>
                  </ns1:cubicBezTo>
                  <ns1:cubicBezTo>
                    <ns1:pt x="902" y="1491"/>
                    <ns1:pt x="902" y="1491"/>
                    <ns1:pt x="902" y="1491"/>
                  </ns1:cubicBezTo>
                  <ns1:cubicBezTo>
                    <ns1:pt x="939" y="1529"/>
                    <ns1:pt x="960" y="1579"/>
                    <ns1:pt x="960" y="1632"/>
                  </ns1:cubicBezTo>
                  <ns1:cubicBezTo>
                    <ns1:pt x="960" y="1685"/>
                    <ns1:pt x="939" y="1735"/>
                    <ns1:pt x="902" y="1773"/>
                  </ns1:cubicBezTo>
                  <ns1:cubicBezTo>
                    <ns1:pt x="883" y="1792"/>
                    <ns1:pt x="883" y="1792"/>
                    <ns1:pt x="883" y="1792"/>
                  </ns1:cubicBezTo>
                  <ns1:cubicBezTo>
                    <ns1:pt x="768" y="1792"/>
                    <ns1:pt x="768" y="1792"/>
                    <ns1:pt x="768" y="1792"/>
                  </ns1:cubicBezTo>
                  <ns1:lnTo>
                    <ns1:pt x="768" y="1658"/>
                  </ns1:lnTo>
                  <ns1:close/>
                  <ns1:moveTo>
                    <ns1:pt x="704" y="1856"/>
                  </ns1:moveTo>
                  <ns1:cubicBezTo>
                    <ns1:pt x="768" y="1856"/>
                    <ns1:pt x="768" y="1856"/>
                    <ns1:pt x="768" y="1856"/>
                  </ns1:cubicBezTo>
                  <ns1:cubicBezTo>
                    <ns1:pt x="768" y="1920"/>
                    <ns1:pt x="768" y="1920"/>
                    <ns1:pt x="768" y="1920"/>
                  </ns1:cubicBezTo>
                  <ns1:cubicBezTo>
                    <ns1:pt x="704" y="1920"/>
                    <ns1:pt x="704" y="1920"/>
                    <ns1:pt x="704" y="1920"/>
                  </ns1:cubicBezTo>
                  <ns1:lnTo>
                    <ns1:pt x="704" y="1856"/>
                  </ns1:lnTo>
                  <ns1:close/>
                  <ns1:moveTo>
                    <ns1:pt x="1920" y="1920"/>
                  </ns1:moveTo>
                  <ns1:cubicBezTo>
                    <ns1:pt x="1856" y="1920"/>
                    <ns1:pt x="1856" y="1920"/>
                    <ns1:pt x="1856" y="1920"/>
                  </ns1:cubicBezTo>
                  <ns1:cubicBezTo>
                    <ns1:pt x="1856" y="1856"/>
                    <ns1:pt x="1856" y="1856"/>
                    <ns1:pt x="1856" y="1856"/>
                  </ns1:cubicBezTo>
                  <ns1:cubicBezTo>
                    <ns1:pt x="1920" y="1856"/>
                    <ns1:pt x="1920" y="1856"/>
                    <ns1:pt x="1920" y="1856"/>
                  </ns1:cubicBezTo>
                  <ns1:lnTo>
                    <ns1:pt x="1920" y="1920"/>
                  </ns1:lnTo>
                  <ns1:close/>
                  <ns1:moveTo>
                    <ns1:pt x="1920" y="1920"/>
                  </ns1:moveTo>
                  <ns1:cubicBezTo>
                    <ns1:pt x="1920" y="1920"/>
                    <ns1:pt x="1920" y="1920"/>
                    <ns1:pt x="1920" y="1920"/>
                  </ns1:cubicBezTo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3:hiddenLine w="9525">
                  <ns1:solidFill>
                    <ns1:srgbClr val="000000"/>
                  </ns1:solidFill>
                  <ns1:round/>
                  <ns1:headEnd/>
                  <ns1:tailEnd/>
                </ns3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en-US"/>
            </ns1:p>
          </ns0:txBody>
        </ns0:sp>
        <ns0:sp>
          <ns0:nvSpPr>
            <ns0:cNvPr id="46" name="Rectangle 17">
              <ns1:extLst>
                <ns1:ext uri="{FF2B5EF4-FFF2-40B4-BE49-F238E27FC236}">
                  <ns2:creationId id="{E6EC7DE0-96EC-4CF6-B25B-15451C1784E1}"/>
                </ns1:ext>
              </ns1:extLst>
            </ns0:cNvPr>
            <ns0:cNvSpPr>
              <ns1:spLocks noChangeArrowheads="1"/>
            </ns0:cNvSpPr>
            <ns0:nvPr/>
          </ns0:nvSpPr>
          <ns0:spPr bwMode="auto">
            <ns1:xfrm>
              <ns1:off x="4049" y="3625"/>
              <ns1:ext cx="140" cy="140"/>
            </ns1:xfrm>
            <ns1:prstGeom prst="rect">
              <ns1:avLst/>
            </ns1:prstGeom>
            <ns1:grpFill/>
            <ns1:ln>
              <ns1:noFill/>
            </ns1:ln>
            <ns1:extLst>
              <ns1:ext uri="{91240B29-F687-4F45-9708-019B960494DF}">
                <ns3:hiddenLine w="9525">
                  <ns1:solidFill>
                    <ns1:srgbClr val="000000"/>
                  </ns1:solidFill>
                  <ns1:miter lim="800000"/>
                  <ns1:headEnd/>
                  <ns1:tailEnd/>
                </ns3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en-US"/>
            </ns1:p>
          </ns0:txBody>
        </ns0:sp>
        <ns0:sp>
          <ns0:nvSpPr>
            <ns0:cNvPr id="47" name="Rectangle 18">
              <ns1:extLst>
                <ns1:ext uri="{FF2B5EF4-FFF2-40B4-BE49-F238E27FC236}">
                  <ns2:creationId id="{3CDB5C70-C785-421B-89DF-92D9F9961C08}"/>
                </ns1:ext>
              </ns1:extLst>
            </ns0:cNvPr>
            <ns0:cNvSpPr>
              <ns1:spLocks noChangeArrowheads="1"/>
            </ns0:cNvSpPr>
            <ns0:nvPr/>
          </ns0:nvSpPr>
          <ns0:spPr bwMode="auto">
            <ns1:xfrm>
              <ns1:off x="4328" y="3625"/>
              <ns1:ext cx="139" cy="140"/>
            </ns1:xfrm>
            <ns1:prstGeom prst="rect">
              <ns1:avLst/>
            </ns1:prstGeom>
            <ns1:grpFill/>
            <ns1:ln>
              <ns1:noFill/>
            </ns1:ln>
            <ns1:extLst>
              <ns1:ext uri="{91240B29-F687-4F45-9708-019B960494DF}">
                <ns3:hiddenLine w="9525">
                  <ns1:solidFill>
                    <ns1:srgbClr val="000000"/>
                  </ns1:solidFill>
                  <ns1:miter lim="800000"/>
                  <ns1:headEnd/>
                  <ns1:tailEnd/>
                </ns3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en-US"/>
            </ns1:p>
          </ns0:txBody>
        </ns0:sp>
        <ns0:sp>
          <ns0:nvSpPr>
            <ns0:cNvPr id="48" name="Freeform 19">
              <ns1:extLst>
                <ns1:ext uri="{FF2B5EF4-FFF2-40B4-BE49-F238E27FC236}">
                  <ns2:creationId id="{8D7E3708-86AB-4FA7-9940-0F8EF8E437C8}"/>
                </ns1:ext>
              </ns1:extLst>
            </ns0:cNvPr>
            <ns0:cNvSpPr>
              <ns1:spLocks noEditPoints="1"/>
            </ns0:cNvSpPr>
            <ns0:nvPr/>
          </ns0:nvSpPr>
          <ns0:spPr bwMode="auto">
            <ns1:xfrm>
              <ns1:off x="4600" y="3200"/>
              <ns1:ext cx="989" cy="565"/>
            </ns1:xfrm>
            <ns1:custGeom>
              <ns1:avLst/>
              <ns1:gdLst>
                <ns1:gd name="T0" fmla="*/ 35 w 454"/>
                <ns1:gd name="T1" fmla="*/ 259 h 259"/>
                <ns1:gd name="T2" fmla="*/ 419 w 454"/>
                <ns1:gd name="T3" fmla="*/ 259 h 259"/>
                <ns1:gd name="T4" fmla="*/ 449 w 454"/>
                <ns1:gd name="T5" fmla="*/ 239 h 259"/>
                <ns1:gd name="T6" fmla="*/ 442 w 454"/>
                <ns1:gd name="T7" fmla="*/ 204 h 259"/>
                <ns1:gd name="T8" fmla="*/ 250 w 454"/>
                <ns1:gd name="T9" fmla="*/ 12 h 259"/>
                <ns1:gd name="T10" fmla="*/ 204 w 454"/>
                <ns1:gd name="T11" fmla="*/ 12 h 259"/>
                <ns1:gd name="T12" fmla="*/ 12 w 454"/>
                <ns1:gd name="T13" fmla="*/ 204 h 259"/>
                <ns1:gd name="T14" fmla="*/ 5 w 454"/>
                <ns1:gd name="T15" fmla="*/ 239 h 259"/>
                <ns1:gd name="T16" fmla="*/ 35 w 454"/>
                <ns1:gd name="T17" fmla="*/ 259 h 259"/>
                <ns1:gd name="T18" fmla="*/ 227 w 454"/>
                <ns1:gd name="T19" fmla="*/ 80 h 259"/>
                <ns1:gd name="T20" fmla="*/ 342 w 454"/>
                <ns1:gd name="T21" fmla="*/ 195 h 259"/>
                <ns1:gd name="T22" fmla="*/ 112 w 454"/>
                <ns1:gd name="T23" fmla="*/ 195 h 259"/>
                <ns1:gd name="T24" fmla="*/ 227 w 454"/>
                <ns1:gd name="T25" fmla="*/ 80 h 259"/>
                <ns1:gd name="T26" fmla="*/ 227 w 454"/>
                <ns1:gd name="T27" fmla="*/ 80 h 259"/>
                <ns1:gd name="T28" fmla="*/ 227 w 454"/>
                <ns1:gd name="T29" fmla="*/ 80 h 259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</ns1:cxnLst>
              <ns1:rect l="0" t="0" r="r" b="b"/>
              <ns1:pathLst>
                <ns1:path w="454" h="259">
                  <ns1:moveTo>
                    <ns1:pt x="35" y="259"/>
                  </ns1:moveTo>
                  <ns1:cubicBezTo>
                    <ns1:pt x="419" y="259"/>
                    <ns1:pt x="419" y="259"/>
                    <ns1:pt x="419" y="259"/>
                  </ns1:cubicBezTo>
                  <ns1:cubicBezTo>
                    <ns1:pt x="432" y="259"/>
                    <ns1:pt x="444" y="251"/>
                    <ns1:pt x="449" y="239"/>
                  </ns1:cubicBezTo>
                  <ns1:cubicBezTo>
                    <ns1:pt x="454" y="227"/>
                    <ns1:pt x="451" y="214"/>
                    <ns1:pt x="442" y="204"/>
                  </ns1:cubicBezTo>
                  <ns1:cubicBezTo>
                    <ns1:pt x="250" y="12"/>
                    <ns1:pt x="250" y="12"/>
                    <ns1:pt x="250" y="12"/>
                  </ns1:cubicBezTo>
                  <ns1:cubicBezTo>
                    <ns1:pt x="237" y="0"/>
                    <ns1:pt x="217" y="0"/>
                    <ns1:pt x="204" y="12"/>
                  </ns1:cubicBezTo>
                  <ns1:cubicBezTo>
                    <ns1:pt x="12" y="204"/>
                    <ns1:pt x="12" y="204"/>
                    <ns1:pt x="12" y="204"/>
                  </ns1:cubicBezTo>
                  <ns1:cubicBezTo>
                    <ns1:pt x="3" y="214"/>
                    <ns1:pt x="0" y="227"/>
                    <ns1:pt x="5" y="239"/>
                  </ns1:cubicBezTo>
                  <ns1:cubicBezTo>
                    <ns1:pt x="10" y="251"/>
                    <ns1:pt x="22" y="259"/>
                    <ns1:pt x="35" y="259"/>
                  </ns1:cubicBezTo>
                  <ns1:close/>
                  <ns1:moveTo>
                    <ns1:pt x="227" y="80"/>
                  </ns1:moveTo>
                  <ns1:cubicBezTo>
                    <ns1:pt x="342" y="195"/>
                    <ns1:pt x="342" y="195"/>
                    <ns1:pt x="342" y="195"/>
                  </ns1:cubicBezTo>
                  <ns1:cubicBezTo>
                    <ns1:pt x="112" y="195"/>
                    <ns1:pt x="112" y="195"/>
                    <ns1:pt x="112" y="195"/>
                  </ns1:cubicBezTo>
                  <ns1:lnTo>
                    <ns1:pt x="227" y="80"/>
                  </ns1:lnTo>
                  <ns1:close/>
                  <ns1:moveTo>
                    <ns1:pt x="227" y="80"/>
                  </ns1:moveTo>
                  <ns1:cubicBezTo>
                    <ns1:pt x="227" y="80"/>
                    <ns1:pt x="227" y="80"/>
                    <ns1:pt x="227" y="80"/>
                  </ns1:cubicBezTo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3:hiddenLine w="9525">
                  <ns1:solidFill>
                    <ns1:srgbClr val="000000"/>
                  </ns1:solidFill>
                  <ns1:round/>
                  <ns1:headEnd/>
                  <ns1:tailEnd/>
                </ns3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en-US"/>
            </ns1:p>
          </ns0:txBody>
        </ns0:sp>
        <ns0:sp>
          <ns0:nvSpPr>
            <ns0:cNvPr id="49" name="Rectangle 20">
              <ns1:extLst>
                <ns1:ext uri="{FF2B5EF4-FFF2-40B4-BE49-F238E27FC236}">
                  <ns2:creationId id="{62A1EB62-B841-4950-83CD-00F67C9E7731}"/>
                </ns1:ext>
              </ns1:extLst>
            </ns0:cNvPr>
            <ns0:cNvSpPr>
              <ns1:spLocks noChangeArrowheads="1"/>
            </ns0:cNvSpPr>
            <ns0:nvPr/>
          </ns0:nvSpPr>
          <ns0:spPr bwMode="auto">
            <ns1:xfrm>
              <ns1:off x="3491" y="1952"/>
              <ns1:ext cx="140" cy="139"/>
            </ns1:xfrm>
            <ns1:prstGeom prst="rect">
              <ns1:avLst/>
            </ns1:prstGeom>
            <ns1:grpFill/>
            <ns1:ln>
              <ns1:noFill/>
            </ns1:ln>
            <ns1:extLst>
              <ns1:ext uri="{91240B29-F687-4F45-9708-019B960494DF}">
                <ns3:hiddenLine w="9525">
                  <ns1:solidFill>
                    <ns1:srgbClr val="000000"/>
                  </ns1:solidFill>
                  <ns1:miter lim="800000"/>
                  <ns1:headEnd/>
                  <ns1:tailEnd/>
                </ns3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en-US"/>
            </ns1:p>
          </ns0:txBody>
        </ns0:sp>
        <ns0:sp>
          <ns0:nvSpPr>
            <ns0:cNvPr id="50" name="Rectangle 21">
              <ns1:extLst>
                <ns1:ext uri="{FF2B5EF4-FFF2-40B4-BE49-F238E27FC236}">
                  <ns2:creationId id="{D4F1A474-B7B0-4223-AC82-8941BAA47036}"/>
                </ns1:ext>
              </ns1:extLst>
            </ns0:cNvPr>
            <ns0:cNvSpPr>
              <ns1:spLocks noChangeArrowheads="1"/>
            </ns0:cNvSpPr>
            <ns0:nvPr/>
          </ns0:nvSpPr>
          <ns0:spPr bwMode="auto">
            <ns1:xfrm>
              <ns1:off x="3213" y="1952"/>
              <ns1:ext cx="139" cy="139"/>
            </ns1:xfrm>
            <ns1:prstGeom prst="rect">
              <ns1:avLst/>
            </ns1:prstGeom>
            <ns1:grpFill/>
            <ns1:ln>
              <ns1:noFill/>
            </ns1:ln>
            <ns1:extLst>
              <ns1:ext uri="{91240B29-F687-4F45-9708-019B960494DF}">
                <ns3:hiddenLine w="9525">
                  <ns1:solidFill>
                    <ns1:srgbClr val="000000"/>
                  </ns1:solidFill>
                  <ns1:miter lim="800000"/>
                  <ns1:headEnd/>
                  <ns1:tailEnd/>
                </ns3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en-US"/>
            </ns1:p>
          </ns0:txBody>
        </ns0:sp>
        <ns0:sp>
          <ns0:nvSpPr>
            <ns0:cNvPr id="51" name="Freeform 22">
              <ns1:extLst>
                <ns1:ext uri="{FF2B5EF4-FFF2-40B4-BE49-F238E27FC236}">
                  <ns2:creationId id="{397DE34F-817F-474D-ADFE-98DBDB4B3EC9}"/>
                </ns1:ext>
              </ns1:extLst>
            </ns0:cNvPr>
            <ns0:cNvSpPr>
              <ns1:spLocks noEditPoints="1"/>
            </ns0:cNvSpPr>
            <ns0:nvPr/>
          </ns0:nvSpPr>
          <ns0:spPr bwMode="auto">
            <ns1:xfrm>
              <ns1:off x="2091" y="1527"/>
              <ns1:ext cx="989" cy="564"/>
            </ns1:xfrm>
            <ns1:custGeom>
              <ns1:avLst/>
              <ns1:gdLst>
                <ns1:gd name="T0" fmla="*/ 204 w 454"/>
                <ns1:gd name="T1" fmla="*/ 12 h 259"/>
                <ns1:gd name="T2" fmla="*/ 12 w 454"/>
                <ns1:gd name="T3" fmla="*/ 204 h 259"/>
                <ns1:gd name="T4" fmla="*/ 5 w 454"/>
                <ns1:gd name="T5" fmla="*/ 239 h 259"/>
                <ns1:gd name="T6" fmla="*/ 35 w 454"/>
                <ns1:gd name="T7" fmla="*/ 259 h 259"/>
                <ns1:gd name="T8" fmla="*/ 419 w 454"/>
                <ns1:gd name="T9" fmla="*/ 259 h 259"/>
                <ns1:gd name="T10" fmla="*/ 449 w 454"/>
                <ns1:gd name="T11" fmla="*/ 239 h 259"/>
                <ns1:gd name="T12" fmla="*/ 442 w 454"/>
                <ns1:gd name="T13" fmla="*/ 204 h 259"/>
                <ns1:gd name="T14" fmla="*/ 250 w 454"/>
                <ns1:gd name="T15" fmla="*/ 12 h 259"/>
                <ns1:gd name="T16" fmla="*/ 204 w 454"/>
                <ns1:gd name="T17" fmla="*/ 12 h 259"/>
                <ns1:gd name="T18" fmla="*/ 112 w 454"/>
                <ns1:gd name="T19" fmla="*/ 195 h 259"/>
                <ns1:gd name="T20" fmla="*/ 227 w 454"/>
                <ns1:gd name="T21" fmla="*/ 80 h 259"/>
                <ns1:gd name="T22" fmla="*/ 342 w 454"/>
                <ns1:gd name="T23" fmla="*/ 195 h 259"/>
                <ns1:gd name="T24" fmla="*/ 112 w 454"/>
                <ns1:gd name="T25" fmla="*/ 195 h 259"/>
                <ns1:gd name="T26" fmla="*/ 112 w 454"/>
                <ns1:gd name="T27" fmla="*/ 195 h 259"/>
                <ns1:gd name="T28" fmla="*/ 112 w 454"/>
                <ns1:gd name="T29" fmla="*/ 195 h 259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</ns1:cxnLst>
              <ns1:rect l="0" t="0" r="r" b="b"/>
              <ns1:pathLst>
                <ns1:path w="454" h="259">
                  <ns1:moveTo>
                    <ns1:pt x="204" y="12"/>
                  </ns1:moveTo>
                  <ns1:cubicBezTo>
                    <ns1:pt x="12" y="204"/>
                    <ns1:pt x="12" y="204"/>
                    <ns1:pt x="12" y="204"/>
                  </ns1:cubicBezTo>
                  <ns1:cubicBezTo>
                    <ns1:pt x="3" y="214"/>
                    <ns1:pt x="0" y="227"/>
                    <ns1:pt x="5" y="239"/>
                  </ns1:cubicBezTo>
                  <ns1:cubicBezTo>
                    <ns1:pt x="10" y="251"/>
                    <ns1:pt x="22" y="259"/>
                    <ns1:pt x="35" y="259"/>
                  </ns1:cubicBezTo>
                  <ns1:cubicBezTo>
                    <ns1:pt x="419" y="259"/>
                    <ns1:pt x="419" y="259"/>
                    <ns1:pt x="419" y="259"/>
                  </ns1:cubicBezTo>
                  <ns1:cubicBezTo>
                    <ns1:pt x="432" y="259"/>
                    <ns1:pt x="444" y="251"/>
                    <ns1:pt x="449" y="239"/>
                  </ns1:cubicBezTo>
                  <ns1:cubicBezTo>
                    <ns1:pt x="454" y="227"/>
                    <ns1:pt x="451" y="214"/>
                    <ns1:pt x="442" y="204"/>
                  </ns1:cubicBezTo>
                  <ns1:cubicBezTo>
                    <ns1:pt x="250" y="12"/>
                    <ns1:pt x="250" y="12"/>
                    <ns1:pt x="250" y="12"/>
                  </ns1:cubicBezTo>
                  <ns1:cubicBezTo>
                    <ns1:pt x="237" y="0"/>
                    <ns1:pt x="217" y="0"/>
                    <ns1:pt x="204" y="12"/>
                  </ns1:cubicBezTo>
                  <ns1:close/>
                  <ns1:moveTo>
                    <ns1:pt x="112" y="195"/>
                  </ns1:moveTo>
                  <ns1:cubicBezTo>
                    <ns1:pt x="227" y="80"/>
                    <ns1:pt x="227" y="80"/>
                    <ns1:pt x="227" y="80"/>
                  </ns1:cubicBezTo>
                  <ns1:cubicBezTo>
                    <ns1:pt x="342" y="195"/>
                    <ns1:pt x="342" y="195"/>
                    <ns1:pt x="342" y="195"/>
                  </ns1:cubicBezTo>
                  <ns1:lnTo>
                    <ns1:pt x="112" y="195"/>
                  </ns1:lnTo>
                  <ns1:close/>
                  <ns1:moveTo>
                    <ns1:pt x="112" y="195"/>
                  </ns1:moveTo>
                  <ns1:cubicBezTo>
                    <ns1:pt x="112" y="195"/>
                    <ns1:pt x="112" y="195"/>
                    <ns1:pt x="112" y="195"/>
                  </ns1:cubicBezTo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3:hiddenLine w="9525">
                  <ns1:solidFill>
                    <ns1:srgbClr val="000000"/>
                  </ns1:solidFill>
                  <ns1:round/>
                  <ns1:headEnd/>
                  <ns1:tailEnd/>
                </ns3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en-US"/>
            </ns1:p>
          </ns0:txBody>
        </ns0:sp>
        <ns0:sp>
          <ns0:nvSpPr>
            <ns0:cNvPr id="52" name="Freeform 23">
              <ns1:extLst>
                <ns1:ext uri="{FF2B5EF4-FFF2-40B4-BE49-F238E27FC236}">
                  <ns2:creationId id="{5A20906F-2441-462D-9696-C3C8FDB37855}"/>
                </ns1:ext>
              </ns1:extLst>
            </ns0:cNvPr>
            <ns0:cNvSpPr>
              <ns1:spLocks noEditPoints="1"/>
            </ns0:cNvSpPr>
            <ns0:nvPr/>
          </ns0:nvSpPr>
          <ns0:spPr bwMode="auto">
            <ns1:xfrm>
              <ns1:off x="1777" y="2767"/>
              <ns1:ext cx="1187" cy="1342"/>
            </ns1:xfrm>
            <ns1:custGeom>
              <ns1:avLst/>
              <ns1:gdLst>
                <ns1:gd name="T0" fmla="*/ 62 w 545"/>
                <ns1:gd name="T1" fmla="*/ 0 h 616"/>
                <ns1:gd name="T2" fmla="*/ 0 w 545"/>
                <ns1:gd name="T3" fmla="*/ 20 h 616"/>
                <ns1:gd name="T4" fmla="*/ 517 w 545"/>
                <ns1:gd name="T5" fmla="*/ 616 h 616"/>
                <ns1:gd name="T6" fmla="*/ 545 w 545"/>
                <ns1:gd name="T7" fmla="*/ 559 h 616"/>
                <ns1:gd name="T8" fmla="*/ 62 w 545"/>
                <ns1:gd name="T9" fmla="*/ 0 h 616"/>
                <ns1:gd name="T10" fmla="*/ 62 w 545"/>
                <ns1:gd name="T11" fmla="*/ 0 h 616"/>
                <ns1:gd name="T12" fmla="*/ 62 w 545"/>
                <ns1:gd name="T13" fmla="*/ 0 h 616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</ns1:cxnLst>
              <ns1:rect l="0" t="0" r="r" b="b"/>
              <ns1:pathLst>
                <ns1:path w="545" h="616">
                  <ns1:moveTo>
                    <ns1:pt x="62" y="0"/>
                  </ns1:moveTo>
                  <ns1:cubicBezTo>
                    <ns1:pt x="0" y="20"/>
                    <ns1:pt x="0" y="20"/>
                    <ns1:pt x="0" y="20"/>
                  </ns1:cubicBezTo>
                  <ns1:cubicBezTo>
                    <ns1:pt x="82" y="280"/>
                    <ns1:pt x="271" y="498"/>
                    <ns1:pt x="517" y="616"/>
                  </ns1:cubicBezTo>
                  <ns1:cubicBezTo>
                    <ns1:pt x="545" y="559"/>
                    <ns1:pt x="545" y="559"/>
                    <ns1:pt x="545" y="559"/>
                  </ns1:cubicBezTo>
                  <ns1:cubicBezTo>
                    <ns1:pt x="314" y="447"/>
                    <ns1:pt x="138" y="244"/>
                    <ns1:pt x="62" y="0"/>
                  </ns1:cubicBezTo>
                  <ns1:close/>
                  <ns1:moveTo>
                    <ns1:pt x="62" y="0"/>
                  </ns1:moveTo>
                  <ns1:cubicBezTo>
                    <ns1:pt x="62" y="0"/>
                    <ns1:pt x="62" y="0"/>
                    <ns1:pt x="62" y="0"/>
                  </ns1:cubicBezTo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3:hiddenLine w="9525">
                  <ns1:solidFill>
                    <ns1:srgbClr val="000000"/>
                  </ns1:solidFill>
                  <ns1:round/>
                  <ns1:headEnd/>
                  <ns1:tailEnd/>
                </ns3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en-US"/>
            </ns1:p>
          </ns0:txBody>
        </ns0:sp>
        <ns0:sp>
          <ns0:nvSpPr>
            <ns0:cNvPr id="53" name="Freeform 24">
              <ns1:extLst>
                <ns1:ext uri="{FF2B5EF4-FFF2-40B4-BE49-F238E27FC236}">
                  <ns2:creationId id="{B9646387-05D5-4175-92A7-0BBF94F9C61C}"/>
                </ns1:ext>
              </ns1:extLst>
            </ns0:cNvPr>
            <ns0:cNvSpPr>
              <ns1:spLocks noEditPoints="1"/>
            </ns0:cNvSpPr>
            <ns0:nvPr/>
          </ns0:nvSpPr>
          <ns0:spPr bwMode="auto">
            <ns1:xfrm>
              <ns1:off x="3047" y="0"/>
              <ns1:ext cx="2856" cy="1556"/>
            </ns1:xfrm>
            <ns1:custGeom>
              <ns1:avLst/>
              <ns1:gdLst>
                <ns1:gd name="T0" fmla="*/ 364 w 1311"/>
                <ns1:gd name="T1" fmla="*/ 64 h 714"/>
                <ns1:gd name="T2" fmla="*/ 1250 w 1311"/>
                <ns1:gd name="T3" fmla="*/ 714 h 714"/>
                <ns1:gd name="T4" fmla="*/ 1311 w 1311"/>
                <ns1:gd name="T5" fmla="*/ 694 h 714"/>
                <ns1:gd name="T6" fmla="*/ 364 w 1311"/>
                <ns1:gd name="T7" fmla="*/ 0 h 714"/>
                <ns1:gd name="T8" fmla="*/ 0 w 1311"/>
                <ns1:gd name="T9" fmla="*/ 69 h 714"/>
                <ns1:gd name="T10" fmla="*/ 24 w 1311"/>
                <ns1:gd name="T11" fmla="*/ 128 h 714"/>
                <ns1:gd name="T12" fmla="*/ 364 w 1311"/>
                <ns1:gd name="T13" fmla="*/ 64 h 714"/>
                <ns1:gd name="T14" fmla="*/ 364 w 1311"/>
                <ns1:gd name="T15" fmla="*/ 64 h 714"/>
                <ns1:gd name="T16" fmla="*/ 364 w 1311"/>
                <ns1:gd name="T17" fmla="*/ 64 h 714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</ns1:cxnLst>
              <ns1:rect l="0" t="0" r="r" b="b"/>
              <ns1:pathLst>
                <ns1:path w="1311" h="714">
                  <ns1:moveTo>
                    <ns1:pt x="364" y="64"/>
                  </ns1:moveTo>
                  <ns1:cubicBezTo>
                    <ns1:pt x="772" y="64"/>
                    <ns1:pt x="1127" y="325"/>
                    <ns1:pt x="1250" y="714"/>
                  </ns1:cubicBezTo>
                  <ns1:cubicBezTo>
                    <ns1:pt x="1311" y="694"/>
                    <ns1:pt x="1311" y="694"/>
                    <ns1:pt x="1311" y="694"/>
                  </ns1:cubicBezTo>
                  <ns1:cubicBezTo>
                    <ns1:pt x="1180" y="279"/>
                    <ns1:pt x="800" y="0"/>
                    <ns1:pt x="364" y="0"/>
                  </ns1:cubicBezTo>
                  <ns1:cubicBezTo>
                    <ns1:pt x="238" y="0"/>
                    <ns1:pt x="116" y="23"/>
                    <ns1:pt x="0" y="69"/>
                  </ns1:cubicBezTo>
                  <ns1:cubicBezTo>
                    <ns1:pt x="24" y="128"/>
                    <ns1:pt x="24" y="128"/>
                    <ns1:pt x="24" y="128"/>
                  </ns1:cubicBezTo>
                  <ns1:cubicBezTo>
                    <ns1:pt x="132" y="86"/>
                    <ns1:pt x="246" y="64"/>
                    <ns1:pt x="364" y="64"/>
                  </ns1:cubicBezTo>
                  <ns1:close/>
                  <ns1:moveTo>
                    <ns1:pt x="364" y="64"/>
                  </ns1:moveTo>
                  <ns1:cubicBezTo>
                    <ns1:pt x="364" y="64"/>
                    <ns1:pt x="364" y="64"/>
                    <ns1:pt x="364" y="64"/>
                  </ns1:cubicBezTo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3:hiddenLine w="9525">
                  <ns1:solidFill>
                    <ns1:srgbClr val="000000"/>
                  </ns1:solidFill>
                  <ns1:round/>
                  <ns1:headEnd/>
                  <ns1:tailEnd/>
                </ns3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en-US"/>
            </ns1:p>
          </ns0:txBody>
        </ns0:sp>
        <ns0:sp>
          <ns0:nvSpPr>
            <ns0:cNvPr id="54" name="Freeform 25">
              <ns1:extLst>
                <ns1:ext uri="{FF2B5EF4-FFF2-40B4-BE49-F238E27FC236}">
                  <ns2:creationId id="{1E797673-4260-488C-8CFC-C5CE4521D00B}"/>
                </ns1:ext>
              </ns1:extLst>
            </ns0:cNvPr>
            <ns0:cNvSpPr>
              <ns1:spLocks noEditPoints="1"/>
            </ns0:cNvSpPr>
            <ns0:nvPr/>
          </ns0:nvSpPr>
          <ns0:spPr bwMode="auto">
            <ns1:xfrm>
              <ns1:off x="2073" y="2765"/>
              <ns1:ext cx="1031" cy="1102"/>
            </ns1:xfrm>
            <ns1:custGeom>
              <ns1:avLst/>
              <ns1:gdLst>
                <ns1:gd name="T0" fmla="*/ 60 w 473"/>
                <ns1:gd name="T1" fmla="*/ 0 h 506"/>
                <ns1:gd name="T2" fmla="*/ 0 w 473"/>
                <ns1:gd name="T3" fmla="*/ 22 h 506"/>
                <ns1:gd name="T4" fmla="*/ 445 w 473"/>
                <ns1:gd name="T5" fmla="*/ 506 h 506"/>
                <ns1:gd name="T6" fmla="*/ 473 w 473"/>
                <ns1:gd name="T7" fmla="*/ 448 h 506"/>
                <ns1:gd name="T8" fmla="*/ 60 w 473"/>
                <ns1:gd name="T9" fmla="*/ 0 h 506"/>
                <ns1:gd name="T10" fmla="*/ 60 w 473"/>
                <ns1:gd name="T11" fmla="*/ 0 h 506"/>
                <ns1:gd name="T12" fmla="*/ 60 w 473"/>
                <ns1:gd name="T13" fmla="*/ 0 h 506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</ns1:cxnLst>
              <ns1:rect l="0" t="0" r="r" b="b"/>
              <ns1:pathLst>
                <ns1:path w="473" h="506">
                  <ns1:moveTo>
                    <ns1:pt x="60" y="0"/>
                  </ns1:moveTo>
                  <ns1:cubicBezTo>
                    <ns1:pt x="0" y="22"/>
                    <ns1:pt x="0" y="22"/>
                    <ns1:pt x="0" y="22"/>
                  </ns1:cubicBezTo>
                  <ns1:cubicBezTo>
                    <ns1:pt x="78" y="234"/>
                    <ns1:pt x="241" y="410"/>
                    <ns1:pt x="445" y="506"/>
                  </ns1:cubicBezTo>
                  <ns1:cubicBezTo>
                    <ns1:pt x="473" y="448"/>
                    <ns1:pt x="473" y="448"/>
                    <ns1:pt x="473" y="448"/>
                  </ns1:cubicBezTo>
                  <ns1:cubicBezTo>
                    <ns1:pt x="283" y="359"/>
                    <ns1:pt x="133" y="196"/>
                    <ns1:pt x="60" y="0"/>
                  </ns1:cubicBezTo>
                  <ns1:close/>
                  <ns1:moveTo>
                    <ns1:pt x="60" y="0"/>
                  </ns1:moveTo>
                  <ns1:cubicBezTo>
                    <ns1:pt x="60" y="0"/>
                    <ns1:pt x="60" y="0"/>
                    <ns1:pt x="60" y="0"/>
                  </ns1:cubicBezTo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3:hiddenLine w="9525">
                  <ns1:solidFill>
                    <ns1:srgbClr val="000000"/>
                  </ns1:solidFill>
                  <ns1:round/>
                  <ns1:headEnd/>
                  <ns1:tailEnd/>
                </ns3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en-US"/>
            </ns1:p>
          </ns0:txBody>
        </ns0:sp>
      </ns0:grpSp>
      <ns0:sp>
        <ns0:nvSpPr>
          <ns0:cNvPr id="3" name="Picture Placeholder 2">
            <ns1:extLst>
              <ns1:ext uri="{FF2B5EF4-FFF2-40B4-BE49-F238E27FC236}">
                <ns2:creationId id="{9D46B689-A890-46E3-97F6-C3DBB34BA701}"/>
              </ns1:ext>
            </ns1:extLst>
          </ns0:cNvPr>
          <ns0:cNvSpPr>
            <ns1:spLocks noGrp="1"/>
          </ns0:cNvSpPr>
          <ns0:nvPr>
            <ns0:ph type="pic" sz="quarter" idx="12"/>
          </ns0:nvPr>
        </ns0:nvSpPr>
        <ns0:spPr/>
      </ns0:sp>
      <ns0:sp>
        <ns0:nvSpPr>
          <ns0:cNvPr id="5" name="Picture Placeholder 4">
            <ns1:extLst>
              <ns1:ext uri="{FF2B5EF4-FFF2-40B4-BE49-F238E27FC236}">
                <ns2:creationId id="{9439BF86-AD78-430B-8207-29C3E021027F}"/>
              </ns1:ext>
            </ns1:extLst>
          </ns0:cNvPr>
          <ns0:cNvSpPr>
            <ns1:spLocks noGrp="1"/>
          </ns0:cNvSpPr>
          <ns0:nvPr>
            <ns0:ph type="pic" sz="quarter" idx="11"/>
          </ns0:nvPr>
        </ns0:nvSpPr>
        <ns0:spPr/>
      </ns0:sp>
      <ns0:sp>
        <ns0:nvSpPr>
          <ns0:cNvPr id="7" name="Picture Placeholder 6">
            <ns1:extLst>
              <ns1:ext uri="{FF2B5EF4-FFF2-40B4-BE49-F238E27FC236}">
                <ns2:creationId id="{52BB7882-85FE-4200-8926-B0DF544B2401}"/>
              </ns1:ext>
            </ns1:extLst>
          </ns0:cNvPr>
          <ns0:cNvSpPr>
            <ns1:spLocks noGrp="1"/>
          </ns0:cNvSpPr>
          <ns0:nvPr>
            <ns0:ph type="pic" sz="quarter" idx="13"/>
          </ns0:nvPr>
        </ns0:nvSpPr>
        <ns0:spPr/>
      </ns0:sp>
    </ns0:spTree>
    <ns0:extLst>
      <ns0:ext uri="{BB962C8B-B14F-4D97-AF65-F5344CB8AC3E}">
        <ns4:creationId val="244500105"/>
      </ns0:ext>
    </ns0:extLst>
  </ns0:cSld>
  <ns0:clrMapOvr>
    <ns1:masterClrMapping/>
  </ns0:clrMapOvr>
</ns0:sld>
</file>

<file path=ppt/slides/slide13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microsoft.com/office/powerpoint/2010/main">
  <ns0:cSld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4" name="Picture Placeholder 3">
            <ns1:extLst>
              <ns1:ext uri="{FF2B5EF4-FFF2-40B4-BE49-F238E27FC236}">
                <ns2:creationId id="{2BE233BC-0D70-4A18-A024-2F18E9E8C3AD}"/>
              </ns1:ext>
            </ns1:extLst>
          </ns0:cNvPr>
          <ns0:cNvSpPr>
            <ns1:spLocks noGrp="1"/>
          </ns0:cNvSpPr>
          <ns0:nvPr>
            <ns0:ph type="pic" sz="quarter" idx="12"/>
          </ns0:nvPr>
        </ns0:nvSpPr>
        <ns0:spPr/>
      </ns0:sp>
      <ns0:sp>
        <ns0:nvSpPr>
          <ns0:cNvPr id="3" name="Rectangle 2">
            <ns1:extLst>
              <ns1:ext uri="{FF2B5EF4-FFF2-40B4-BE49-F238E27FC236}">
                <ns2:creationId id="{5C28A191-F377-41D9-B417-4C2AA4899B91}"/>
              </ns1:ext>
            </ns1:extLst>
          </ns0:cNvPr>
          <ns0:cNvSpPr/>
          <ns0:nvPr/>
        </ns0:nvSpPr>
        <ns0:spPr>
          <ns1:xfrm>
            <ns1:off x="4653886" y="2459875"/>
            <ns1:ext cx="518615" cy="1938251"/>
          </ns1:xfrm>
          <ns1:prstGeom prst="rect">
            <ns1:avLst/>
          </ns1:prstGeom>
          <ns1:solidFill>
            <ns1:srgbClr val="F07D66"/>
          </ns1:solidFill>
          <ns1:ln>
            <ns1:noFill/>
          </ns1:ln>
        </ns0:spPr>
        <ns0:style>
          <ns1:lnRef idx="2">
            <ns1:schemeClr val="accent1">
              <ns1:shade val="50000"/>
            </ns1:schemeClr>
          </ns1:lnRef>
          <ns1:fillRef idx="1">
            <ns1:schemeClr val="accent1"/>
          </ns1:fillRef>
          <ns1:effectRef idx="0">
            <ns1:schemeClr val="accent1"/>
          </ns1:effectRef>
          <ns1:fontRef idx="minor">
            <ns1:schemeClr val="lt1"/>
          </ns1:fontRef>
        </ns0:style>
        <ns0:txBody>
          <ns1:bodyPr vert="vert270" rtlCol="0" anchor="ctr"/>
          <ns1:lstStyle/>
          <ns1:p>
            <ns1:pPr algn="ctr"/>
            <ns1:r>
              <ns1:rPr lang="en-US" sz="1400" spc="300">
                <ns1:latin typeface="Lato Semibold" panose="020F0502020204030203" pitchFamily="34" charset="0"/>
                <ns1:ea typeface="Lato Semibold" panose="020F0502020204030203" pitchFamily="34" charset="0"/>
                <ns1:cs typeface="Lato Semibold" panose="020F0502020204030203" pitchFamily="34" charset="0"/>
              </ns1:rPr>
              <ns1:t>{SlideMainExplanation}</ns1:t>
            </ns1:r>
          </ns1:p>
        </ns0:txBody>
      </ns0:sp>
      <ns0:sp>
        <ns0:nvSpPr>
          <ns0:cNvPr id="8" name="TextBox 7">
            <ns1:extLst>
              <ns1:ext uri="{FF2B5EF4-FFF2-40B4-BE49-F238E27FC236}">
                <ns2:creationId id="{3B47DDED-6870-4583-947A-D4F3074D46FB}"/>
              </ns1:ext>
            </ns1:extLst>
          </ns0:cNvPr>
          <ns0:cNvSpPr txBox="1"/>
          <ns0:nvPr/>
        </ns0:nvSpPr>
        <ns0:spPr>
          <ns1:xfrm>
            <ns1:off x="7640235" y="759212"/>
            <ns1:ext cx="3073258" cy="307777"/>
          </ns1:xfrm>
          <ns1:prstGeom prst="rect">
            <ns1:avLst/>
          </ns1:prstGeom>
          <ns1:noFill/>
        </ns0:spPr>
        <ns0:txBody>
          <ns1:bodyPr wrap="square" rtlCol="0">
            <ns1:spAutoFit/>
          </ns1:bodyPr>
          <ns1:lstStyle/>
          <ns1:p>
            <ns1:r>
              <ns1:rPr lang="en-US" sz="1400" b="1">
                <ns1:solidFill>
                  <ns1:schemeClr val="tx1">
                    <ns1:lumMod val="75000"/>
                    <ns1:lumOff val="25000"/>
                  </ns1:schemeClr>
                </ns1:solidFill>
                <ns1:latin typeface="Playfair Display" panose="00000500000000000000" pitchFamily="50" charset="0"/>
                <ns1:ea typeface="Open Sans" panose="020B0606030504020204" pitchFamily="34" charset="0"/>
                <ns1:cs typeface="Open Sans" panose="020B0606030504020204" pitchFamily="34" charset="0"/>
              </ns1:rPr>
              <ns1:t>{SlideSectionLabel}</ns1:t>
            </ns1:r>
            <ns1:endParaRPr lang="en-US" sz="1600" b="1">
              <ns1:solidFill>
                <ns1:schemeClr val="tx1">
                  <ns1:lumMod val="75000"/>
                  <ns1:lumOff val="25000"/>
                </ns1:schemeClr>
              </ns1:solidFill>
              <ns1:latin typeface="Playfair Display" panose="00000500000000000000" pitchFamily="50" charset="0"/>
              <ns1:ea typeface="Open Sans" panose="020B0606030504020204" pitchFamily="34" charset="0"/>
              <ns1:cs typeface="Open Sans" panose="020B0606030504020204" pitchFamily="34" charset="0"/>
            </ns1:endParaRPr>
          </ns1:p>
        </ns0:txBody>
      </ns0:sp>
      <ns0:sp>
        <ns0:nvSpPr>
          <ns0:cNvPr id="9" name="TextBox 8">
            <ns1:extLst>
              <ns1:ext uri="{FF2B5EF4-FFF2-40B4-BE49-F238E27FC236}">
                <ns2:creationId id="{11DDEDFB-F8C9-45CE-96A4-00087A35EBF2}"/>
              </ns1:ext>
            </ns1:extLst>
          </ns0:cNvPr>
          <ns0:cNvSpPr txBox="1"/>
          <ns0:nvPr/>
        </ns0:nvSpPr>
        <ns0:spPr>
          <ns1:xfrm>
            <ns1:off x="7640235" y="1010682"/>
            <ns1:ext cx="3073258" cy="886846"/>
          </ns1:xfrm>
          <ns1:prstGeom prst="rect">
            <ns1:avLst/>
          </ns1:prstGeom>
          <ns1:noFill/>
        </ns0:spPr>
        <ns0:txBody>
          <ns1:bodyPr wrap="square" rtlCol="0">
            <ns1:spAutoFit/>
          </ns1:bodyPr>
          <ns1:lstStyle/>
          <ns1:p>
            <ns1:pPr>
              <ns1:lnSpc>
                <ns1:spcPct val="150000"/>
              </ns1:lnSpc>
            </ns1:pPr>
            <ns1:r>
              <ns1:rPr lang="en-US" sz="1200">
                <ns1:solidFill>
                  <ns1:schemeClr val="bg1">
                    <ns1:lumMod val="50000"/>
                  </ns1:schemeClr>
                </ns1:solidFill>
                <ns1:latin typeface="Lato" panose="020F0502020204030203" pitchFamily="34" charset="0"/>
                <ns1:ea typeface="Lato" panose="020F0502020204030203" pitchFamily="34" charset="0"/>
                <ns1:cs typeface="Lato" panose="020F0502020204030203" pitchFamily="34" charset="0"/>
              </ns1:rPr>
              <ns1:t>{SlideCallout}</ns1:t>
            </ns1:r>
          </ns1:p>
        </ns0:txBody>
      </ns0:sp>
      <ns0:sp>
        <ns0:nvSpPr>
          <ns0:cNvPr id="22" name="TextBox 21">
            <ns1:extLst>
              <ns1:ext uri="{FF2B5EF4-FFF2-40B4-BE49-F238E27FC236}">
                <ns2:creationId id="{75840B58-1199-4423-92A4-D800FF559158}"/>
              </ns1:ext>
            </ns1:extLst>
          </ns0:cNvPr>
          <ns0:cNvSpPr txBox="1"/>
          <ns0:nvPr/>
        </ns0:nvSpPr>
        <ns0:spPr>
          <ns1:xfrm>
            <ns1:off x="7664219" y="2670591"/>
            <ns1:ext cx="3050588" cy="307777"/>
          </ns1:xfrm>
          <ns1:prstGeom prst="rect">
            <ns1:avLst/>
          </ns1:prstGeom>
          <ns1:noFill/>
        </ns0:spPr>
        <ns0:txBody>
          <ns1:bodyPr wrap="square" rtlCol="0">
            <ns1:spAutoFit/>
          </ns1:bodyPr>
          <ns1:lstStyle/>
          <ns1:p>
            <ns1:r>
              <ns1:rPr lang="en-US" sz="1400" b="1">
                <ns1:solidFill>
                  <ns1:schemeClr val="tx1">
                    <ns1:lumMod val="75000"/>
                    <ns1:lumOff val="25000"/>
                  </ns1:schemeClr>
                </ns1:solidFill>
                <ns1:latin typeface="Playfair Display" panose="00000500000000000000" pitchFamily="50" charset="0"/>
                <ns1:ea typeface="Open Sans" panose="020B0606030504020204" pitchFamily="34" charset="0"/>
                <ns1:cs typeface="Open Sans" panose="020B0606030504020204" pitchFamily="34" charset="0"/>
              </ns1:rPr>
              <ns1:t>{SlideCaption}</ns1:t>
            </ns1:r>
            <ns1:endParaRPr lang="en-US" sz="1600" b="1">
              <ns1:solidFill>
                <ns1:schemeClr val="tx1">
                  <ns1:lumMod val="75000"/>
                  <ns1:lumOff val="25000"/>
                </ns1:schemeClr>
              </ns1:solidFill>
              <ns1:latin typeface="Playfair Display" panose="00000500000000000000" pitchFamily="50" charset="0"/>
              <ns1:ea typeface="Open Sans" panose="020B0606030504020204" pitchFamily="34" charset="0"/>
              <ns1:cs typeface="Open Sans" panose="020B0606030504020204" pitchFamily="34" charset="0"/>
            </ns1:endParaRPr>
          </ns1:p>
        </ns0:txBody>
      </ns0:sp>
      <ns0:sp>
        <ns0:nvSpPr>
          <ns0:cNvPr id="23" name="TextBox 22">
            <ns1:extLst>
              <ns1:ext uri="{FF2B5EF4-FFF2-40B4-BE49-F238E27FC236}">
                <ns2:creationId id="{8F521A98-FEBE-41F4-B7AF-B6436E493811}"/>
              </ns1:ext>
            </ns1:extLst>
          </ns0:cNvPr>
          <ns0:cNvSpPr txBox="1"/>
          <ns0:nvPr/>
        </ns0:nvSpPr>
        <ns0:spPr>
          <ns1:xfrm>
            <ns1:off x="7664219" y="2922061"/>
            <ns1:ext cx="3050588" cy="886846"/>
          </ns1:xfrm>
          <ns1:prstGeom prst="rect">
            <ns1:avLst/>
          </ns1:prstGeom>
          <ns1:noFill/>
        </ns0:spPr>
        <ns0:txBody>
          <ns1:bodyPr wrap="square" rtlCol="0">
            <ns1:spAutoFit/>
          </ns1:bodyPr>
          <ns1:lstStyle/>
          <ns1:p>
            <ns1:pPr>
              <ns1:lnSpc>
                <ns1:spcPct val="150000"/>
              </ns1:lnSpc>
            </ns1:pPr>
            <ns1:r>
              <ns1:rPr lang="en-US" sz="1200">
                <ns1:solidFill>
                  <ns1:schemeClr val="bg1">
                    <ns1:lumMod val="50000"/>
                  </ns1:schemeClr>
                </ns1:solidFill>
                <ns1:latin typeface="Lato" panose="020F0502020204030203" pitchFamily="34" charset="0"/>
                <ns1:ea typeface="Lato" panose="020F0502020204030203" pitchFamily="34" charset="0"/>
                <ns1:cs typeface="Lato" panose="020F0502020204030203" pitchFamily="34" charset="0"/>
              </ns1:rPr>
              <ns1:t>{SlideSupportingContent}</ns1:t>
            </ns1:r>
          </ns1:p>
        </ns0:txBody>
      </ns0:sp>
      <ns0:sp>
        <ns0:nvSpPr>
          <ns0:cNvPr id="26" name="TextBox 25">
            <ns1:extLst>
              <ns1:ext uri="{FF2B5EF4-FFF2-40B4-BE49-F238E27FC236}">
                <ns2:creationId id="{264A1D76-F660-497B-9969-8ED3D53F1273}"/>
              </ns1:ext>
            </ns1:extLst>
          </ns0:cNvPr>
          <ns0:cNvSpPr txBox="1"/>
          <ns0:nvPr/>
        </ns0:nvSpPr>
        <ns0:spPr>
          <ns1:xfrm>
            <ns1:off x="7640235" y="4608842"/>
            <ns1:ext cx="3073258" cy="307777"/>
          </ns1:xfrm>
          <ns1:prstGeom prst="rect">
            <ns1:avLst/>
          </ns1:prstGeom>
          <ns1:noFill/>
        </ns0:spPr>
        <ns0:txBody>
          <ns1:bodyPr wrap="square" rtlCol="0">
            <ns1:spAutoFit/>
          </ns1:bodyPr>
          <ns1:lstStyle/>
          <ns1:p>
            <ns1:r>
              <ns1:rPr lang="en-US" sz="1400" b="1">
                <ns1:solidFill>
                  <ns1:schemeClr val="tx1">
                    <ns1:lumMod val="75000"/>
                    <ns1:lumOff val="25000"/>
                  </ns1:schemeClr>
                </ns1:solidFill>
                <ns1:latin typeface="Playfair Display" panose="00000500000000000000" pitchFamily="50" charset="0"/>
                <ns1:ea typeface="Open Sans" panose="020B0606030504020204" pitchFamily="34" charset="0"/>
                <ns1:cs typeface="Open Sans" panose="020B0606030504020204" pitchFamily="34" charset="0"/>
              </ns1:rPr>
              <ns1:t>{SlideSupportingContent2}</ns1:t>
            </ns1:r>
            <ns1:endParaRPr lang="en-US" sz="1600" b="1">
              <ns1:solidFill>
                <ns1:schemeClr val="tx1">
                  <ns1:lumMod val="75000"/>
                  <ns1:lumOff val="25000"/>
                </ns1:schemeClr>
              </ns1:solidFill>
              <ns1:latin typeface="Playfair Display" panose="00000500000000000000" pitchFamily="50" charset="0"/>
              <ns1:ea typeface="Open Sans" panose="020B0606030504020204" pitchFamily="34" charset="0"/>
              <ns1:cs typeface="Open Sans" panose="020B0606030504020204" pitchFamily="34" charset="0"/>
            </ns1:endParaRPr>
          </ns1:p>
        </ns0:txBody>
      </ns0:sp>
      <ns0:sp>
        <ns0:nvSpPr>
          <ns0:cNvPr id="27" name="TextBox 26">
            <ns1:extLst>
              <ns1:ext uri="{FF2B5EF4-FFF2-40B4-BE49-F238E27FC236}">
                <ns2:creationId id="{9531DC93-F7BE-43EF-99F0-E4DC4EBAA9E2}"/>
              </ns1:ext>
            </ns1:extLst>
          </ns0:cNvPr>
          <ns0:cNvSpPr txBox="1"/>
          <ns0:nvPr/>
        </ns0:nvSpPr>
        <ns0:spPr>
          <ns1:xfrm>
            <ns1:off x="7640235" y="4860312"/>
            <ns1:ext cx="3073258" cy="886846"/>
          </ns1:xfrm>
          <ns1:prstGeom prst="rect">
            <ns1:avLst/>
          </ns1:prstGeom>
          <ns1:noFill/>
        </ns0:spPr>
        <ns0:txBody>
          <ns1:bodyPr wrap="square" rtlCol="0">
            <ns1:spAutoFit/>
          </ns1:bodyPr>
          <ns1:lstStyle/>
          <ns1:p>
            <ns1:pPr>
              <ns1:lnSpc>
                <ns1:spcPct val="150000"/>
              </ns1:lnSpc>
            </ns1:pPr>
            <ns1:r>
              <ns1:rPr lang="en-US" sz="1200">
                <ns1:solidFill>
                  <ns1:schemeClr val="bg1">
                    <ns1:lumMod val="50000"/>
                  </ns1:schemeClr>
                </ns1:solidFill>
                <ns1:latin typeface="Lato" panose="020F0502020204030203" pitchFamily="34" charset="0"/>
                <ns1:ea typeface="Lato" panose="020F0502020204030203" pitchFamily="34" charset="0"/>
                <ns1:cs typeface="Lato" panose="020F0502020204030203" pitchFamily="34" charset="0"/>
              </ns1:rPr>
              <ns1:t>{SlideSupportingContent3}</ns1:t>
            </ns1:r>
          </ns1:p>
        </ns0:txBody>
      </ns0:sp>
      <ns0:grpSp>
        <ns0:nvGrpSpPr>
          <ns0:cNvPr id="32" name="Group 31">
            <ns1:extLst>
              <ns1:ext uri="{FF2B5EF4-FFF2-40B4-BE49-F238E27FC236}">
                <ns2:creationId id="{36B2185F-1510-48DE-B848-CC789DDBE83B}"/>
              </ns1:ext>
            </ns1:extLst>
          </ns0:cNvPr>
          <ns0:cNvGrpSpPr/>
          <ns0:nvPr/>
        </ns0:nvGrpSpPr>
        <ns0:grpSpPr>
          <ns1:xfrm>
            <ns1:off x="11546118" y="560264"/>
            <ns1:ext cx="400110" cy="3615786"/>
            <ns1:chOff x="11546118" y="505672"/>
            <ns1:chExt cx="400110" cy="3615786"/>
          </ns1:xfrm>
        </ns0:grpSpPr>
        <ns0:sp>
          <ns0:nvSpPr>
            <ns0:cNvPr id="29" name="TextBox 28">
              <ns1:extLst>
                <ns1:ext uri="{FF2B5EF4-FFF2-40B4-BE49-F238E27FC236}">
                  <ns2:creationId id="{522BA0F3-ABE4-4E99-BC1D-01E4C734A3EE}"/>
                </ns1:ext>
              </ns1:extLst>
            </ns0:cNvPr>
            <ns0:cNvSpPr txBox="1"/>
            <ns0:nvPr/>
          </ns0:nvSpPr>
          <ns0:spPr>
            <ns1:xfrm>
              <ns1:off x="11546118" y="2028577"/>
              <ns1:ext cx="400110" cy="2092881"/>
            </ns1:xfrm>
            <ns1:prstGeom prst="rect">
              <ns1:avLst/>
            </ns1:prstGeom>
            <ns1:noFill/>
          </ns0:spPr>
          <ns0:txBody>
            <ns1:bodyPr vert="vert" wrap="none" rtlCol="0">
              <ns1:spAutoFit/>
            </ns1:bodyPr>
            <ns1:lstStyle/>
            <ns1:p>
              <ns1:r>
                <ns1:rPr lang="en-US" sz="1400" b="1" spc="300">
                  <ns1:solidFill>
                    <ns1:schemeClr val="bg1"/>
                  </ns1:solidFill>
                  <ns1:latin typeface="Lato" panose="020F0502020204030203" pitchFamily="34" charset="0"/>
                  <ns1:ea typeface="Lato" panose="020F0502020204030203" pitchFamily="34" charset="0"/>
                  <ns1:cs typeface="Lato" panose="020F0502020204030203" pitchFamily="34" charset="0"/>
                </ns1:rPr>
                <ns1:t>{SlideSectionLabel}</ns1:t>
              </ns1:r>
            </ns1:p>
          </ns0:txBody>
        </ns0:sp>
        <ns0:cxnSp>
          <ns0:nvCxnSpPr>
            <ns0:cNvPr id="30" name="Straight Connector 29">
              <ns1:extLst>
                <ns1:ext uri="{FF2B5EF4-FFF2-40B4-BE49-F238E27FC236}">
                  <ns2:creationId id="{02D76F2D-72AF-4A76-AB16-FBF30BE71DEF}"/>
                </ns1:ext>
              </ns1:extLst>
            </ns0:cNvPr>
            <ns0:cNvCxnSpPr/>
            <ns0:nvPr/>
          </ns0:nvCxnSpPr>
          <ns0:spPr>
            <ns1:xfrm>
              <ns1:off x="11718877" y="505672"/>
              <ns1:ext cx="0" cy="1296538"/>
            </ns1:xfrm>
            <ns1:prstGeom prst="line">
              <ns1:avLst/>
            </ns1:prstGeom>
            <ns1:ln>
              <ns1:solidFill>
                <ns1:schemeClr val="bg1"/>
              </ns1:solidFill>
            </ns1:ln>
          </ns0:spPr>
          <ns0:style>
            <ns1:lnRef idx="1">
              <ns1:schemeClr val="accent1"/>
            </ns1:lnRef>
            <ns1:fillRef idx="0">
              <ns1:schemeClr val="accent1"/>
            </ns1:fillRef>
            <ns1:effectRef idx="0">
              <ns1:schemeClr val="accent1"/>
            </ns1:effectRef>
            <ns1:fontRef idx="minor">
              <ns1:schemeClr val="tx1"/>
            </ns1:fontRef>
          </ns0:style>
        </ns0:cxnSp>
      </ns0:grpSp>
      <ns0:sp>
        <ns0:nvSpPr>
          <ns0:cNvPr id="6" name="Picture Placeholder 5">
            <ns1:extLst>
              <ns1:ext uri="{FF2B5EF4-FFF2-40B4-BE49-F238E27FC236}">
                <ns2:creationId id="{0238FC24-DE9E-4921-912E-4DB2D2885C79}"/>
              </ns1:ext>
            </ns1:extLst>
          </ns0:cNvPr>
          <ns0:cNvSpPr>
            <ns1:spLocks noGrp="1"/>
          </ns0:cNvSpPr>
          <ns0:nvPr>
            <ns0:ph type="pic" sz="quarter" idx="13"/>
          </ns0:nvPr>
        </ns0:nvSpPr>
        <ns0:spPr/>
      </ns0:sp>
      <ns0:sp>
        <ns0:nvSpPr>
          <ns0:cNvPr id="10" name="Picture Placeholder 9">
            <ns1:extLst>
              <ns1:ext uri="{FF2B5EF4-FFF2-40B4-BE49-F238E27FC236}">
                <ns2:creationId id="{65296B4B-EFAF-4B54-A9C6-054E88CBB06A}"/>
              </ns1:ext>
            </ns1:extLst>
          </ns0:cNvPr>
          <ns0:cNvSpPr>
            <ns1:spLocks noGrp="1"/>
          </ns0:cNvSpPr>
          <ns0:nvPr>
            <ns0:ph type="pic" sz="quarter" idx="14"/>
          </ns0:nvPr>
        </ns0:nvSpPr>
        <ns0:spPr/>
      </ns0:sp>
      <ns0:sp>
        <ns0:nvSpPr>
          <ns0:cNvPr id="12" name="Picture Placeholder 11">
            <ns1:extLst>
              <ns1:ext uri="{FF2B5EF4-FFF2-40B4-BE49-F238E27FC236}">
                <ns2:creationId id="{C4575B30-6B3C-49CD-91A6-D8BD9233DB24}"/>
              </ns1:ext>
            </ns1:extLst>
          </ns0:cNvPr>
          <ns0:cNvSpPr>
            <ns1:spLocks noGrp="1"/>
          </ns0:cNvSpPr>
          <ns0:nvPr>
            <ns0:ph type="pic" sz="quarter" idx="15"/>
          </ns0:nvPr>
        </ns0:nvSpPr>
        <ns0:spPr/>
      </ns0:sp>
    </ns0:spTree>
    <ns0:extLst>
      <ns0:ext uri="{BB962C8B-B14F-4D97-AF65-F5344CB8AC3E}">
        <ns3:creationId val="3422527732"/>
      </ns0:ext>
    </ns0:extLst>
  </ns0:cSld>
  <ns0:clrMapOvr>
    <ns1:masterClrMapping/>
  </ns0:clrMapOvr>
</ns0:sld>
</file>

<file path=ppt/slides/slide14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microsoft.com/office/drawing/2010/main" xmlns:ns4="http://schemas.microsoft.com/office/powerpoint/2010/main">
  <ns0:cSld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3" name="Picture Placeholder 2">
            <ns1:extLst>
              <ns1:ext uri="{FF2B5EF4-FFF2-40B4-BE49-F238E27FC236}">
                <ns2:creationId id="{BDB83DF9-B4D7-4F0F-90DC-96121C47F2F9}"/>
              </ns1:ext>
            </ns1:extLst>
          </ns0:cNvPr>
          <ns0:cNvSpPr>
            <ns1:spLocks noGrp="1"/>
          </ns0:cNvSpPr>
          <ns0:nvPr>
            <ns0:ph type="pic" sz="quarter" idx="12"/>
          </ns0:nvPr>
        </ns0:nvSpPr>
        <ns0:spPr/>
      </ns0:sp>
      <ns0:sp>
        <ns0:nvSpPr>
          <ns0:cNvPr id="26" name="TextBox 25">
            <ns1:extLst>
              <ns1:ext uri="{FF2B5EF4-FFF2-40B4-BE49-F238E27FC236}">
                <ns2:creationId id="{80F18479-96F4-49EB-96E3-AC6F61E3AA80}"/>
              </ns1:ext>
            </ns1:extLst>
          </ns0:cNvPr>
          <ns0:cNvSpPr txBox="1"/>
          <ns0:nvPr/>
        </ns0:nvSpPr>
        <ns0:spPr>
          <ns1:xfrm>
            <ns1:off x="9090586" y="1511189"/>
            <ns1:ext cx="2547027" cy="292388"/>
          </ns1:xfrm>
          <ns1:prstGeom prst="rect">
            <ns1:avLst/>
          </ns1:prstGeom>
          <ns1:noFill/>
        </ns0:spPr>
        <ns0:txBody>
          <ns1:bodyPr wrap="square" rtlCol="0">
            <ns1:spAutoFit/>
          </ns1:bodyPr>
          <ns1:lstStyle/>
          <ns1:p>
            <ns1:r>
              <ns1:rPr lang="en-US" sz="1300" b="1">
                <ns1:solidFill>
                  <ns1:schemeClr val="tx1">
                    <ns1:lumMod val="75000"/>
                    <ns1:lumOff val="25000"/>
                  </ns1:schemeClr>
                </ns1:solidFill>
                <ns1:latin typeface="Playfair Display" panose="00000500000000000000" pitchFamily="50" charset="0"/>
                <ns1:ea typeface="Open Sans" panose="020B0606030504020204" pitchFamily="34" charset="0"/>
                <ns1:cs typeface="Open Sans" panose="020B0606030504020204" pitchFamily="34" charset="0"/>
              </ns1:rPr>
              <ns1:t>{SlideSectionLabel}</ns1:t>
            </ns1:r>
          </ns1:p>
        </ns0:txBody>
      </ns0:sp>
      <ns0:sp>
        <ns0:nvSpPr>
          <ns0:cNvPr id="27" name="TextBox 26">
            <ns1:extLst>
              <ns1:ext uri="{FF2B5EF4-FFF2-40B4-BE49-F238E27FC236}">
                <ns2:creationId id="{376ADA93-5586-41C5-83EF-0D0DED99D99D}"/>
              </ns1:ext>
            </ns1:extLst>
          </ns0:cNvPr>
          <ns0:cNvSpPr txBox="1"/>
          <ns0:nvPr/>
        </ns0:nvSpPr>
        <ns0:spPr>
          <ns1:xfrm>
            <ns1:off x="9090586" y="1733874"/>
            <ns1:ext cx="2547027" cy="609847"/>
          </ns1:xfrm>
          <ns1:prstGeom prst="rect">
            <ns1:avLst/>
          </ns1:prstGeom>
          <ns1:noFill/>
        </ns0:spPr>
        <ns0:txBody>
          <ns1:bodyPr wrap="square" rtlCol="0">
            <ns1:spAutoFit/>
          </ns1:bodyPr>
          <ns1:lstStyle/>
          <ns1:p>
            <ns1:pPr>
              <ns1:lnSpc>
                <ns1:spcPct val="150000"/>
              </ns1:lnSpc>
            </ns1:pPr>
            <ns1:r>
              <ns1:rPr lang="en-US" sz="1200">
                <ns1:solidFill>
                  <ns1:schemeClr val="bg1">
                    <ns1:lumMod val="50000"/>
                  </ns1:schemeClr>
                </ns1:solidFill>
                <ns1:latin typeface="Lato" panose="020F0502020204030203" pitchFamily="34" charset="0"/>
                <ns1:ea typeface="Lato" panose="020F0502020204030203" pitchFamily="34" charset="0"/>
                <ns1:cs typeface="Lato" panose="020F0502020204030203" pitchFamily="34" charset="0"/>
              </ns1:rPr>
              <ns1:t>{SlideSupportingContent}</ns1:t>
            </ns1:r>
          </ns1:p>
        </ns0:txBody>
      </ns0:sp>
      <ns0:sp>
        <ns0:nvSpPr>
          <ns0:cNvPr id="28" name="TextBox 27">
            <ns1:extLst>
              <ns1:ext uri="{FF2B5EF4-FFF2-40B4-BE49-F238E27FC236}">
                <ns2:creationId id="{F5B74A2D-7D11-4D74-90D8-58FE60457382}"/>
              </ns1:ext>
            </ns1:extLst>
          </ns0:cNvPr>
          <ns0:cNvSpPr txBox="1"/>
          <ns0:nvPr/>
        </ns0:nvSpPr>
        <ns0:spPr>
          <ns1:xfrm>
            <ns1:off x="9090586" y="3346622"/>
            <ns1:ext cx="2547027" cy="292388"/>
          </ns1:xfrm>
          <ns1:prstGeom prst="rect">
            <ns1:avLst/>
          </ns1:prstGeom>
          <ns1:noFill/>
        </ns0:spPr>
        <ns0:txBody>
          <ns1:bodyPr wrap="square" rtlCol="0">
            <ns1:spAutoFit/>
          </ns1:bodyPr>
          <ns1:lstStyle/>
          <ns1:p>
            <ns1:r>
              <ns1:rPr lang="en-US" sz="1300" b="1">
                <ns1:solidFill>
                  <ns1:schemeClr val="tx1">
                    <ns1:lumMod val="75000"/>
                    <ns1:lumOff val="25000"/>
                  </ns1:schemeClr>
                </ns1:solidFill>
                <ns1:latin typeface="Playfair Display" panose="00000500000000000000" pitchFamily="50" charset="0"/>
                <ns1:ea typeface="Open Sans" panose="020B0606030504020204" pitchFamily="34" charset="0"/>
                <ns1:cs typeface="Open Sans" panose="020B0606030504020204" pitchFamily="34" charset="0"/>
              </ns1:rPr>
              <ns1:t>{SlideCallout}</ns1:t>
            </ns1:r>
          </ns1:p>
        </ns0:txBody>
      </ns0:sp>
      <ns0:sp>
        <ns0:nvSpPr>
          <ns0:cNvPr id="29" name="TextBox 28">
            <ns1:extLst>
              <ns1:ext uri="{FF2B5EF4-FFF2-40B4-BE49-F238E27FC236}">
                <ns2:creationId id="{CF135B48-6785-4786-A5BD-D9644DD249AB}"/>
              </ns1:ext>
            </ns1:extLst>
          </ns0:cNvPr>
          <ns0:cNvSpPr txBox="1"/>
          <ns0:nvPr/>
        </ns0:nvSpPr>
        <ns0:spPr>
          <ns1:xfrm>
            <ns1:off x="9090586" y="3569307"/>
            <ns1:ext cx="2547027" cy="609847"/>
          </ns1:xfrm>
          <ns1:prstGeom prst="rect">
            <ns1:avLst/>
          </ns1:prstGeom>
          <ns1:noFill/>
        </ns0:spPr>
        <ns0:txBody>
          <ns1:bodyPr wrap="square" rtlCol="0">
            <ns1:spAutoFit/>
          </ns1:bodyPr>
          <ns1:lstStyle/>
          <ns1:p>
            <ns1:pPr>
              <ns1:lnSpc>
                <ns1:spcPct val="150000"/>
              </ns1:lnSpc>
            </ns1:pPr>
            <ns1:r>
              <ns1:rPr lang="en-US" sz="1200">
                <ns1:solidFill>
                  <ns1:schemeClr val="bg1">
                    <ns1:lumMod val="50000"/>
                  </ns1:schemeClr>
                </ns1:solidFill>
                <ns1:latin typeface="Lato" panose="020F0502020204030203" pitchFamily="34" charset="0"/>
                <ns1:ea typeface="Lato" panose="020F0502020204030203" pitchFamily="34" charset="0"/>
                <ns1:cs typeface="Lato" panose="020F0502020204030203" pitchFamily="34" charset="0"/>
              </ns1:rPr>
              <ns1:t>{SlideCaption}</ns1:t>
            </ns1:r>
          </ns1:p>
        </ns0:txBody>
      </ns0:sp>
      <ns0:grpSp>
        <ns0:nvGrpSpPr>
          <ns0:cNvPr id="30" name="Group 4">
            <ns1:extLst>
              <ns1:ext uri="{FF2B5EF4-FFF2-40B4-BE49-F238E27FC236}">
                <ns2:creationId id="{D6600946-E475-46C5-8BF0-95EAEE754647}"/>
              </ns1:ext>
            </ns1:extLst>
          </ns0:cNvPr>
          <ns0:cNvGrpSpPr>
            <ns1:grpSpLocks noChangeAspect="1"/>
          </ns0:cNvGrpSpPr>
          <ns0:nvPr/>
        </ns0:nvGrpSpPr>
        <ns0:grpSpPr bwMode="auto">
          <ns1:xfrm>
            <ns1:off x="9213416" y="809549"/>
            <ns1:ext cx="565635" cy="565635"/>
            <ns1:chOff x="1678" y="0"/>
            <ns1:chExt cx="4322" cy="4322"/>
          </ns1:xfrm>
          <ns1:solidFill>
            <ns1:srgbClr val="F07D66"/>
          </ns1:solidFill>
        </ns0:grpSpPr>
        <ns0:sp>
          <ns0:nvSpPr>
            <ns0:cNvPr id="31" name="Freeform 5">
              <ns1:extLst>
                <ns1:ext uri="{FF2B5EF4-FFF2-40B4-BE49-F238E27FC236}">
                  <ns2:creationId id="{C386C947-88AC-4C2E-BB5C-10C306979A5F}"/>
                </ns1:ext>
              </ns1:extLst>
            </ns0:cNvPr>
            <ns0:cNvSpPr>
              <ns1:spLocks noEditPoints="1"/>
            </ns0:cNvSpPr>
            <ns0:nvPr/>
          </ns0:nvSpPr>
          <ns0:spPr bwMode="auto">
            <ns1:xfrm>
              <ns1:off x="1678" y="0"/>
              <ns1:ext cx="4322" cy="4322"/>
            </ns1:xfrm>
            <ns1:custGeom>
              <ns1:avLst/>
              <ns1:gdLst>
                <ns1:gd name="T0" fmla="*/ 1792 w 1984"/>
                <ns1:gd name="T1" fmla="*/ 224 h 1984"/>
                <ns1:gd name="T2" fmla="*/ 1344 w 1984"/>
                <ns1:gd name="T3" fmla="*/ 352 h 1984"/>
                <ns1:gd name="T4" fmla="*/ 1278 w 1984"/>
                <ns1:gd name="T5" fmla="*/ 416 h 1984"/>
                <ns1:gd name="T6" fmla="*/ 160 w 1984"/>
                <ns1:gd name="T7" fmla="*/ 416 h 1984"/>
                <ns1:gd name="T8" fmla="*/ 160 w 1984"/>
                <ns1:gd name="T9" fmla="*/ 1664 h 1984"/>
                <ns1:gd name="T10" fmla="*/ 384 w 1984"/>
                <ns1:gd name="T11" fmla="*/ 1830 h 1984"/>
                <ns1:gd name="T12" fmla="*/ 1600 w 1984"/>
                <ns1:gd name="T13" fmla="*/ 1830 h 1984"/>
                <ns1:gd name="T14" fmla="*/ 1824 w 1984"/>
                <ns1:gd name="T15" fmla="*/ 1664 h 1984"/>
                <ns1:gd name="T16" fmla="*/ 1824 w 1984"/>
                <ns1:gd name="T17" fmla="*/ 416 h 1984"/>
                <ns1:gd name="T18" fmla="*/ 1568 w 1984"/>
                <ns1:gd name="T19" fmla="*/ 832 h 1984"/>
                <ns1:gd name="T20" fmla="*/ 1600 w 1984"/>
                <ns1:gd name="T21" fmla="*/ 608 h 1984"/>
                <ns1:gd name="T22" fmla="*/ 1536 w 1984"/>
                <ns1:gd name="T23" fmla="*/ 64 h 1984"/>
                <ns1:gd name="T24" fmla="*/ 1408 w 1984"/>
                <ns1:gd name="T25" fmla="*/ 832 h 1984"/>
                <ns1:gd name="T26" fmla="*/ 1472 w 1984"/>
                <ns1:gd name="T27" fmla="*/ 832 h 1984"/>
                <ns1:gd name="T28" fmla="*/ 1472 w 1984"/>
                <ns1:gd name="T29" fmla="*/ 64 h 1984"/>
                <ns1:gd name="T30" fmla="*/ 1408 w 1984"/>
                <ns1:gd name="T31" fmla="*/ 64 h 1984"/>
                <ns1:gd name="T32" fmla="*/ 1344 w 1984"/>
                <ns1:gd name="T33" fmla="*/ 896 h 1984"/>
                <ns1:gd name="T34" fmla="*/ 1792 w 1984"/>
                <ns1:gd name="T35" fmla="*/ 480 h 1984"/>
                <ns1:gd name="T36" fmla="*/ 1920 w 1984"/>
                <ns1:gd name="T37" fmla="*/ 1408 h 1984"/>
                <ns1:gd name="T38" fmla="*/ 1236 w 1984"/>
                <ns1:gd name="T39" fmla="*/ 1066 h 1984"/>
                <ns1:gd name="T40" fmla="*/ 1125 w 1984"/>
                <ns1:gd name="T41" fmla="*/ 863 h 1984"/>
                <ns1:gd name="T42" fmla="*/ 1536 w 1984"/>
                <ns1:gd name="T43" fmla="*/ 480 h 1984"/>
                <ns1:gd name="T44" fmla="*/ 1247 w 1984"/>
                <ns1:gd name="T45" fmla="*/ 1274 h 1984"/>
                <ns1:gd name="T46" fmla="*/ 956 w 1984"/>
                <ns1:gd name="T47" fmla="*/ 1408 h 1984"/>
                <ns1:gd name="T48" fmla="*/ 1088 w 1984"/>
                <ns1:gd name="T49" fmla="*/ 1108 h 1984"/>
                <ns1:gd name="T50" fmla="*/ 1457 w 1984"/>
                <ns1:gd name="T51" fmla="*/ 1408 h 1984"/>
                <ns1:gd name="T52" fmla="*/ 390 w 1984"/>
                <ns1:gd name="T53" fmla="*/ 1408 h 1984"/>
                <ns1:gd name="T54" fmla="*/ 437 w 1984"/>
                <ns1:gd name="T55" fmla="*/ 1129 h 1984"/>
                <ns1:gd name="T56" fmla="*/ 723 w 1984"/>
                <ns1:gd name="T57" fmla="*/ 1290 h 1984"/>
                <ns1:gd name="T58" fmla="*/ 479 w 1984"/>
                <ns1:gd name="T59" fmla="*/ 1286 h 1984"/>
                <ns1:gd name="T60" fmla="*/ 978 w 1984"/>
                <ns1:gd name="T61" fmla="*/ 1091 h 1984"/>
                <ns1:gd name="T62" fmla="*/ 933 w 1984"/>
                <ns1:gd name="T63" fmla="*/ 1223 h 1984"/>
                <ns1:gd name="T64" fmla="*/ 576 w 1984"/>
                <ns1:gd name="T65" fmla="*/ 736 h 1984"/>
                <ns1:gd name="T66" fmla="*/ 1088 w 1984"/>
                <ns1:gd name="T67" fmla="*/ 543 h 1984"/>
                <ns1:gd name="T68" fmla="*/ 736 w 1984"/>
                <ns1:gd name="T69" fmla="*/ 1041 h 1984"/>
                <ns1:gd name="T70" fmla="*/ 928 w 1984"/>
                <ns1:gd name="T71" fmla="*/ 1048 h 1984"/>
                <ns1:gd name="T72" fmla="*/ 736 w 1984"/>
                <ns1:gd name="T73" fmla="*/ 1048 h 1984"/>
                <ns1:gd name="T74" fmla="*/ 735 w 1984"/>
                <ns1:gd name="T75" fmla="*/ 1190 h 1984"/>
                <ns1:gd name="T76" fmla="*/ 640 w 1984"/>
                <ns1:gd name="T77" fmla="*/ 1098 h 1984"/>
                <ns1:gd name="T78" fmla="*/ 868 w 1984"/>
                <ns1:gd name="T79" fmla="*/ 1216 h 1984"/>
                <ns1:gd name="T80" fmla="*/ 796 w 1984"/>
                <ns1:gd name="T81" fmla="*/ 1216 h 1984"/>
                <ns1:gd name="T82" fmla="*/ 1216 w 1984"/>
                <ns1:gd name="T83" fmla="*/ 704 h 1984"/>
                <ns1:gd name="T84" fmla="*/ 832 w 1984"/>
                <ns1:gd name="T85" fmla="*/ 64 h 1984"/>
                <ns1:gd name="T86" fmla="*/ 1152 w 1984"/>
                <ns1:gd name="T87" fmla="*/ 547 h 1984"/>
                <ns1:gd name="T88" fmla="*/ 869 w 1984"/>
                <ns1:gd name="T89" fmla="*/ 376 h 1984"/>
                <ns1:gd name="T90" fmla="*/ 544 w 1984"/>
                <ns1:gd name="T91" fmla="*/ 480 h 1984"/>
                <ns1:gd name="T92" fmla="*/ 448 w 1984"/>
                <ns1:gd name="T93" fmla="*/ 577 h 1984"/>
                <ns1:gd name="T94" fmla="*/ 518 w 1984"/>
                <ns1:gd name="T95" fmla="*/ 796 h 1984"/>
                <ns1:gd name="T96" fmla="*/ 512 w 1984"/>
                <ns1:gd name="T97" fmla="*/ 736 h 1984"/>
                <ns1:gd name="T98" fmla="*/ 384 w 1984"/>
                <ns1:gd name="T99" fmla="*/ 480 h 1984"/>
                <ns1:gd name="T100" fmla="*/ 672 w 1984"/>
                <ns1:gd name="T101" fmla="*/ 1013 h 1984"/>
                <ns1:gd name="T102" fmla="*/ 204 w 1984"/>
                <ns1:gd name="T103" fmla="*/ 1244 h 1984"/>
                <ns1:gd name="T104" fmla="*/ 64 w 1984"/>
                <ns1:gd name="T105" fmla="*/ 576 h 1984"/>
                <ns1:gd name="T106" fmla="*/ 832 w 1984"/>
                <ns1:gd name="T107" fmla="*/ 1800 h 1984"/>
                <ns1:gd name="T108" fmla="*/ 448 w 1984"/>
                <ns1:gd name="T109" fmla="*/ 1882 h 1984"/>
                <ns1:gd name="T110" fmla="*/ 1152 w 1984"/>
                <ns1:gd name="T111" fmla="*/ 1920 h 1984"/>
                <ns1:gd name="T112" fmla="*/ 1088 w 1984"/>
                <ns1:gd name="T113" fmla="*/ 1920 h 1984"/>
                <ns1:gd name="T114" fmla="*/ 1088 w 1984"/>
                <ns1:gd name="T115" fmla="*/ 1664 h 1984"/>
                <ns1:gd name="T116" fmla="*/ 160 w 1984"/>
                <ns1:gd name="T117" fmla="*/ 1600 h 1984"/>
                <ns1:gd name="T118" fmla="*/ 1920 w 1984"/>
                <ns1:gd name="T119" fmla="*/ 1472 h 1984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  <ns1:cxn ang="0">
                  <ns1:pos x="T30" y="T31"/>
                </ns1:cxn>
                <ns1:cxn ang="0">
                  <ns1:pos x="T32" y="T33"/>
                </ns1:cxn>
                <ns1:cxn ang="0">
                  <ns1:pos x="T34" y="T35"/>
                </ns1:cxn>
                <ns1:cxn ang="0">
                  <ns1:pos x="T36" y="T37"/>
                </ns1:cxn>
                <ns1:cxn ang="0">
                  <ns1:pos x="T38" y="T39"/>
                </ns1:cxn>
                <ns1:cxn ang="0">
                  <ns1:pos x="T40" y="T41"/>
                </ns1:cxn>
                <ns1:cxn ang="0">
                  <ns1:pos x="T42" y="T43"/>
                </ns1:cxn>
                <ns1:cxn ang="0">
                  <ns1:pos x="T44" y="T45"/>
                </ns1:cxn>
                <ns1:cxn ang="0">
                  <ns1:pos x="T46" y="T47"/>
                </ns1:cxn>
                <ns1:cxn ang="0">
                  <ns1:pos x="T48" y="T49"/>
                </ns1:cxn>
                <ns1:cxn ang="0">
                  <ns1:pos x="T50" y="T51"/>
                </ns1:cxn>
                <ns1:cxn ang="0">
                  <ns1:pos x="T52" y="T53"/>
                </ns1:cxn>
                <ns1:cxn ang="0">
                  <ns1:pos x="T54" y="T55"/>
                </ns1:cxn>
                <ns1:cxn ang="0">
                  <ns1:pos x="T56" y="T57"/>
                </ns1:cxn>
                <ns1:cxn ang="0">
                  <ns1:pos x="T58" y="T59"/>
                </ns1:cxn>
                <ns1:cxn ang="0">
                  <ns1:pos x="T60" y="T61"/>
                </ns1:cxn>
                <ns1:cxn ang="0">
                  <ns1:pos x="T62" y="T63"/>
                </ns1:cxn>
                <ns1:cxn ang="0">
                  <ns1:pos x="T64" y="T65"/>
                </ns1:cxn>
                <ns1:cxn ang="0">
                  <ns1:pos x="T66" y="T67"/>
                </ns1:cxn>
                <ns1:cxn ang="0">
                  <ns1:pos x="T68" y="T69"/>
                </ns1:cxn>
                <ns1:cxn ang="0">
                  <ns1:pos x="T70" y="T71"/>
                </ns1:cxn>
                <ns1:cxn ang="0">
                  <ns1:pos x="T72" y="T73"/>
                </ns1:cxn>
                <ns1:cxn ang="0">
                  <ns1:pos x="T74" y="T75"/>
                </ns1:cxn>
                <ns1:cxn ang="0">
                  <ns1:pos x="T76" y="T77"/>
                </ns1:cxn>
                <ns1:cxn ang="0">
                  <ns1:pos x="T78" y="T79"/>
                </ns1:cxn>
                <ns1:cxn ang="0">
                  <ns1:pos x="T80" y="T81"/>
                </ns1:cxn>
                <ns1:cxn ang="0">
                  <ns1:pos x="T82" y="T83"/>
                </ns1:cxn>
                <ns1:cxn ang="0">
                  <ns1:pos x="T84" y="T85"/>
                </ns1:cxn>
                <ns1:cxn ang="0">
                  <ns1:pos x="T86" y="T87"/>
                </ns1:cxn>
                <ns1:cxn ang="0">
                  <ns1:pos x="T88" y="T89"/>
                </ns1:cxn>
                <ns1:cxn ang="0">
                  <ns1:pos x="T90" y="T91"/>
                </ns1:cxn>
                <ns1:cxn ang="0">
                  <ns1:pos x="T92" y="T93"/>
                </ns1:cxn>
                <ns1:cxn ang="0">
                  <ns1:pos x="T94" y="T95"/>
                </ns1:cxn>
                <ns1:cxn ang="0">
                  <ns1:pos x="T96" y="T97"/>
                </ns1:cxn>
                <ns1:cxn ang="0">
                  <ns1:pos x="T98" y="T99"/>
                </ns1:cxn>
                <ns1:cxn ang="0">
                  <ns1:pos x="T100" y="T101"/>
                </ns1:cxn>
                <ns1:cxn ang="0">
                  <ns1:pos x="T102" y="T103"/>
                </ns1:cxn>
                <ns1:cxn ang="0">
                  <ns1:pos x="T104" y="T105"/>
                </ns1:cxn>
                <ns1:cxn ang="0">
                  <ns1:pos x="T106" y="T107"/>
                </ns1:cxn>
                <ns1:cxn ang="0">
                  <ns1:pos x="T108" y="T109"/>
                </ns1:cxn>
                <ns1:cxn ang="0">
                  <ns1:pos x="T110" y="T111"/>
                </ns1:cxn>
                <ns1:cxn ang="0">
                  <ns1:pos x="T112" y="T113"/>
                </ns1:cxn>
                <ns1:cxn ang="0">
                  <ns1:pos x="T114" y="T115"/>
                </ns1:cxn>
                <ns1:cxn ang="0">
                  <ns1:pos x="T116" y="T117"/>
                </ns1:cxn>
                <ns1:cxn ang="0">
                  <ns1:pos x="T118" y="T119"/>
                </ns1:cxn>
              </ns1:cxnLst>
              <ns1:rect l="0" t="0" r="r" b="b"/>
              <ns1:pathLst>
                <ns1:path w="1984" h="1984">
                  <ns1:moveTo>
                    <ns1:pt x="1824" y="416"/>
                  </ns1:moveTo>
                  <ns1:cubicBezTo>
                    <ns1:pt x="1792" y="416"/>
                    <ns1:pt x="1792" y="416"/>
                    <ns1:pt x="1792" y="416"/>
                  </ns1:cubicBezTo>
                  <ns1:cubicBezTo>
                    <ns1:pt x="1792" y="224"/>
                    <ns1:pt x="1792" y="224"/>
                    <ns1:pt x="1792" y="224"/>
                  </ns1:cubicBezTo>
                  <ns1:cubicBezTo>
                    <ns1:pt x="1792" y="100"/>
                    <ns1:pt x="1691" y="0"/>
                    <ns1:pt x="1568" y="0"/>
                  </ns1:cubicBezTo>
                  <ns1:cubicBezTo>
                    <ns1:pt x="1344" y="0"/>
                    <ns1:pt x="1344" y="0"/>
                    <ns1:pt x="1344" y="0"/>
                  </ns1:cubicBezTo>
                  <ns1:cubicBezTo>
                    <ns1:pt x="1344" y="352"/>
                    <ns1:pt x="1344" y="352"/>
                    <ns1:pt x="1344" y="352"/>
                  </ns1:cubicBezTo>
                  <ns1:cubicBezTo>
                    <ns1:pt x="1536" y="352"/>
                    <ns1:pt x="1536" y="352"/>
                    <ns1:pt x="1536" y="352"/>
                  </ns1:cubicBezTo>
                  <ns1:cubicBezTo>
                    <ns1:pt x="1536" y="416"/>
                    <ns1:pt x="1536" y="416"/>
                    <ns1:pt x="1536" y="416"/>
                  </ns1:cubicBezTo>
                  <ns1:cubicBezTo>
                    <ns1:pt x="1278" y="416"/>
                    <ns1:pt x="1278" y="416"/>
                    <ns1:pt x="1278" y="416"/>
                  </ns1:cubicBezTo>
                  <ns1:cubicBezTo>
                    <ns1:pt x="1262" y="184"/>
                    <ns1:pt x="1068" y="0"/>
                    <ns1:pt x="832" y="0"/>
                  </ns1:cubicBezTo>
                  <ns1:cubicBezTo>
                    <ns1:pt x="596" y="0"/>
                    <ns1:pt x="402" y="184"/>
                    <ns1:pt x="386" y="416"/>
                  </ns1:cubicBezTo>
                  <ns1:cubicBezTo>
                    <ns1:pt x="160" y="416"/>
                    <ns1:pt x="160" y="416"/>
                    <ns1:pt x="160" y="416"/>
                  </ns1:cubicBezTo>
                  <ns1:cubicBezTo>
                    <ns1:pt x="72" y="416"/>
                    <ns1:pt x="0" y="488"/>
                    <ns1:pt x="0" y="576"/>
                  </ns1:cubicBezTo>
                  <ns1:cubicBezTo>
                    <ns1:pt x="0" y="1504"/>
                    <ns1:pt x="0" y="1504"/>
                    <ns1:pt x="0" y="1504"/>
                  </ns1:cubicBezTo>
                  <ns1:cubicBezTo>
                    <ns1:pt x="0" y="1592"/>
                    <ns1:pt x="72" y="1664"/>
                    <ns1:pt x="160" y="1664"/>
                  </ns1:cubicBezTo>
                  <ns1:cubicBezTo>
                    <ns1:pt x="832" y="1664"/>
                    <ns1:pt x="832" y="1664"/>
                    <ns1:pt x="832" y="1664"/>
                  </ns1:cubicBezTo>
                  <ns1:cubicBezTo>
                    <ns1:pt x="832" y="1734"/>
                    <ns1:pt x="832" y="1734"/>
                    <ns1:pt x="832" y="1734"/>
                  </ns1:cubicBezTo>
                  <ns1:cubicBezTo>
                    <ns1:pt x="384" y="1830"/>
                    <ns1:pt x="384" y="1830"/>
                    <ns1:pt x="384" y="1830"/>
                  </ns1:cubicBezTo>
                  <ns1:cubicBezTo>
                    <ns1:pt x="384" y="1984"/>
                    <ns1:pt x="384" y="1984"/>
                    <ns1:pt x="384" y="1984"/>
                  </ns1:cubicBezTo>
                  <ns1:cubicBezTo>
                    <ns1:pt x="1600" y="1984"/>
                    <ns1:pt x="1600" y="1984"/>
                    <ns1:pt x="1600" y="1984"/>
                  </ns1:cubicBezTo>
                  <ns1:cubicBezTo>
                    <ns1:pt x="1600" y="1830"/>
                    <ns1:pt x="1600" y="1830"/>
                    <ns1:pt x="1600" y="1830"/>
                  </ns1:cubicBezTo>
                  <ns1:cubicBezTo>
                    <ns1:pt x="1152" y="1734"/>
                    <ns1:pt x="1152" y="1734"/>
                    <ns1:pt x="1152" y="1734"/>
                  </ns1:cubicBezTo>
                  <ns1:cubicBezTo>
                    <ns1:pt x="1152" y="1664"/>
                    <ns1:pt x="1152" y="1664"/>
                    <ns1:pt x="1152" y="1664"/>
                  </ns1:cubicBezTo>
                  <ns1:cubicBezTo>
                    <ns1:pt x="1824" y="1664"/>
                    <ns1:pt x="1824" y="1664"/>
                    <ns1:pt x="1824" y="1664"/>
                  </ns1:cubicBezTo>
                  <ns1:cubicBezTo>
                    <ns1:pt x="1912" y="1664"/>
                    <ns1:pt x="1984" y="1592"/>
                    <ns1:pt x="1984" y="1504"/>
                  </ns1:cubicBezTo>
                  <ns1:cubicBezTo>
                    <ns1:pt x="1984" y="576"/>
                    <ns1:pt x="1984" y="576"/>
                    <ns1:pt x="1984" y="576"/>
                  </ns1:cubicBezTo>
                  <ns1:cubicBezTo>
                    <ns1:pt x="1984" y="488"/>
                    <ns1:pt x="1912" y="416"/>
                    <ns1:pt x="1824" y="416"/>
                  </ns1:cubicBezTo>
                  <ns1:close/>
                  <ns1:moveTo>
                    <ns1:pt x="1728" y="224"/>
                  </ns1:moveTo>
                  <ns1:cubicBezTo>
                    <ns1:pt x="1728" y="672"/>
                    <ns1:pt x="1728" y="672"/>
                    <ns1:pt x="1728" y="672"/>
                  </ns1:cubicBezTo>
                  <ns1:cubicBezTo>
                    <ns1:pt x="1728" y="760"/>
                    <ns1:pt x="1656" y="832"/>
                    <ns1:pt x="1568" y="832"/>
                  </ns1:cubicBezTo>
                  <ns1:cubicBezTo>
                    <ns1:pt x="1536" y="832"/>
                    <ns1:pt x="1536" y="832"/>
                    <ns1:pt x="1536" y="832"/>
                  </ns1:cubicBezTo>
                  <ns1:cubicBezTo>
                    <ns1:pt x="1536" y="608"/>
                    <ns1:pt x="1536" y="608"/>
                    <ns1:pt x="1536" y="608"/>
                  </ns1:cubicBezTo>
                  <ns1:cubicBezTo>
                    <ns1:pt x="1600" y="608"/>
                    <ns1:pt x="1600" y="608"/>
                    <ns1:pt x="1600" y="608"/>
                  </ns1:cubicBezTo>
                  <ns1:cubicBezTo>
                    <ns1:pt x="1600" y="288"/>
                    <ns1:pt x="1600" y="288"/>
                    <ns1:pt x="1600" y="288"/>
                  </ns1:cubicBezTo>
                  <ns1:cubicBezTo>
                    <ns1:pt x="1536" y="288"/>
                    <ns1:pt x="1536" y="288"/>
                    <ns1:pt x="1536" y="288"/>
                  </ns1:cubicBezTo>
                  <ns1:cubicBezTo>
                    <ns1:pt x="1536" y="64"/>
                    <ns1:pt x="1536" y="64"/>
                    <ns1:pt x="1536" y="64"/>
                  </ns1:cubicBezTo>
                  <ns1:cubicBezTo>
                    <ns1:pt x="1568" y="64"/>
                    <ns1:pt x="1568" y="64"/>
                    <ns1:pt x="1568" y="64"/>
                  </ns1:cubicBezTo>
                  <ns1:cubicBezTo>
                    <ns1:pt x="1656" y="64"/>
                    <ns1:pt x="1728" y="136"/>
                    <ns1:pt x="1728" y="224"/>
                  </ns1:cubicBezTo>
                  <ns1:close/>
                  <ns1:moveTo>
                    <ns1:pt x="1408" y="832"/>
                  </ns1:moveTo>
                  <ns1:cubicBezTo>
                    <ns1:pt x="1408" y="608"/>
                    <ns1:pt x="1408" y="608"/>
                    <ns1:pt x="1408" y="608"/>
                  </ns1:cubicBezTo>
                  <ns1:cubicBezTo>
                    <ns1:pt x="1472" y="608"/>
                    <ns1:pt x="1472" y="608"/>
                    <ns1:pt x="1472" y="608"/>
                  </ns1:cubicBezTo>
                  <ns1:cubicBezTo>
                    <ns1:pt x="1472" y="832"/>
                    <ns1:pt x="1472" y="832"/>
                    <ns1:pt x="1472" y="832"/>
                  </ns1:cubicBezTo>
                  <ns1:lnTo>
                    <ns1:pt x="1408" y="832"/>
                  </ns1:lnTo>
                  <ns1:close/>
                  <ns1:moveTo>
                    <ns1:pt x="1408" y="64"/>
                  </ns1:moveTo>
                  <ns1:cubicBezTo>
                    <ns1:pt x="1472" y="64"/>
                    <ns1:pt x="1472" y="64"/>
                    <ns1:pt x="1472" y="64"/>
                  </ns1:cubicBezTo>
                  <ns1:cubicBezTo>
                    <ns1:pt x="1472" y="288"/>
                    <ns1:pt x="1472" y="288"/>
                    <ns1:pt x="1472" y="288"/>
                  </ns1:cubicBezTo>
                  <ns1:cubicBezTo>
                    <ns1:pt x="1408" y="288"/>
                    <ns1:pt x="1408" y="288"/>
                    <ns1:pt x="1408" y="288"/>
                  </ns1:cubicBezTo>
                  <ns1:lnTo>
                    <ns1:pt x="1408" y="64"/>
                  </ns1:lnTo>
                  <ns1:close/>
                  <ns1:moveTo>
                    <ns1:pt x="1536" y="544"/>
                  </ns1:moveTo>
                  <ns1:cubicBezTo>
                    <ns1:pt x="1344" y="544"/>
                    <ns1:pt x="1344" y="544"/>
                    <ns1:pt x="1344" y="544"/>
                  </ns1:cubicBezTo>
                  <ns1:cubicBezTo>
                    <ns1:pt x="1344" y="896"/>
                    <ns1:pt x="1344" y="896"/>
                    <ns1:pt x="1344" y="896"/>
                  </ns1:cubicBezTo>
                  <ns1:cubicBezTo>
                    <ns1:pt x="1568" y="896"/>
                    <ns1:pt x="1568" y="896"/>
                    <ns1:pt x="1568" y="896"/>
                  </ns1:cubicBezTo>
                  <ns1:cubicBezTo>
                    <ns1:pt x="1691" y="896"/>
                    <ns1:pt x="1792" y="796"/>
                    <ns1:pt x="1792" y="672"/>
                  </ns1:cubicBezTo>
                  <ns1:cubicBezTo>
                    <ns1:pt x="1792" y="480"/>
                    <ns1:pt x="1792" y="480"/>
                    <ns1:pt x="1792" y="480"/>
                  </ns1:cubicBezTo>
                  <ns1:cubicBezTo>
                    <ns1:pt x="1824" y="480"/>
                    <ns1:pt x="1824" y="480"/>
                    <ns1:pt x="1824" y="480"/>
                  </ns1:cubicBezTo>
                  <ns1:cubicBezTo>
                    <ns1:pt x="1877" y="480"/>
                    <ns1:pt x="1920" y="523"/>
                    <ns1:pt x="1920" y="576"/>
                  </ns1:cubicBezTo>
                  <ns1:cubicBezTo>
                    <ns1:pt x="1920" y="1408"/>
                    <ns1:pt x="1920" y="1408"/>
                    <ns1:pt x="1920" y="1408"/>
                  </ns1:cubicBezTo>
                  <ns1:cubicBezTo>
                    <ns1:pt x="1526" y="1408"/>
                    <ns1:pt x="1526" y="1408"/>
                    <ns1:pt x="1526" y="1408"/>
                  </ns1:cubicBezTo>
                  <ns1:cubicBezTo>
                    <ns1:pt x="1460" y="1244"/>
                    <ns1:pt x="1460" y="1244"/>
                    <ns1:pt x="1460" y="1244"/>
                  </ns1:cubicBezTo>
                  <ns1:cubicBezTo>
                    <ns1:pt x="1422" y="1150"/>
                    <ns1:pt x="1337" y="1082"/>
                    <ns1:pt x="1236" y="1066"/>
                  </ns1:cubicBezTo>
                  <ns1:cubicBezTo>
                    <ns1:pt x="992" y="1029"/>
                    <ns1:pt x="992" y="1029"/>
                    <ns1:pt x="992" y="1029"/>
                  </ns1:cubicBezTo>
                  <ns1:cubicBezTo>
                    <ns1:pt x="992" y="1013"/>
                    <ns1:pt x="992" y="1013"/>
                    <ns1:pt x="992" y="1013"/>
                  </ns1:cubicBezTo>
                  <ns1:cubicBezTo>
                    <ns1:pt x="1051" y="979"/>
                    <ns1:pt x="1098" y="926"/>
                    <ns1:pt x="1125" y="863"/>
                  </ns1:cubicBezTo>
                  <ns1:cubicBezTo>
                    <ns1:pt x="1211" y="861"/>
                    <ns1:pt x="1280" y="790"/>
                    <ns1:pt x="1280" y="704"/>
                  </ns1:cubicBezTo>
                  <ns1:cubicBezTo>
                    <ns1:pt x="1280" y="480"/>
                    <ns1:pt x="1280" y="480"/>
                    <ns1:pt x="1280" y="480"/>
                  </ns1:cubicBezTo>
                  <ns1:cubicBezTo>
                    <ns1:pt x="1536" y="480"/>
                    <ns1:pt x="1536" y="480"/>
                    <ns1:pt x="1536" y="480"/>
                  </ns1:cubicBezTo>
                  <ns1:lnTo>
                    <ns1:pt x="1536" y="544"/>
                  </ns1:lnTo>
                  <ns1:close/>
                  <ns1:moveTo>
                    <ns1:pt x="1274" y="1408"/>
                  </ns1:moveTo>
                  <ns1:cubicBezTo>
                    <ns1:pt x="1247" y="1274"/>
                    <ns1:pt x="1247" y="1274"/>
                    <ns1:pt x="1247" y="1274"/>
                  </ns1:cubicBezTo>
                  <ns1:cubicBezTo>
                    <ns1:pt x="1185" y="1286"/>
                    <ns1:pt x="1185" y="1286"/>
                    <ns1:pt x="1185" y="1286"/>
                  </ns1:cubicBezTo>
                  <ns1:cubicBezTo>
                    <ns1:pt x="1209" y="1408"/>
                    <ns1:pt x="1209" y="1408"/>
                    <ns1:pt x="1209" y="1408"/>
                  </ns1:cubicBezTo>
                  <ns1:cubicBezTo>
                    <ns1:pt x="956" y="1408"/>
                    <ns1:pt x="956" y="1408"/>
                    <ns1:pt x="956" y="1408"/>
                  </ns1:cubicBezTo>
                  <ns1:cubicBezTo>
                    <ns1:pt x="941" y="1290"/>
                    <ns1:pt x="941" y="1290"/>
                    <ns1:pt x="941" y="1290"/>
                  </ns1:cubicBezTo>
                  <ns1:cubicBezTo>
                    <ns1:pt x="1088" y="1319"/>
                    <ns1:pt x="1088" y="1319"/>
                    <ns1:pt x="1088" y="1319"/>
                  </ns1:cubicBezTo>
                  <ns1:cubicBezTo>
                    <ns1:pt x="1088" y="1108"/>
                    <ns1:pt x="1088" y="1108"/>
                    <ns1:pt x="1088" y="1108"/>
                  </ns1:cubicBezTo>
                  <ns1:cubicBezTo>
                    <ns1:pt x="1227" y="1129"/>
                    <ns1:pt x="1227" y="1129"/>
                    <ns1:pt x="1227" y="1129"/>
                  </ns1:cubicBezTo>
                  <ns1:cubicBezTo>
                    <ns1:pt x="1305" y="1141"/>
                    <ns1:pt x="1371" y="1194"/>
                    <ns1:pt x="1401" y="1268"/>
                  </ns1:cubicBezTo>
                  <ns1:cubicBezTo>
                    <ns1:pt x="1457" y="1408"/>
                    <ns1:pt x="1457" y="1408"/>
                    <ns1:pt x="1457" y="1408"/>
                  </ns1:cubicBezTo>
                  <ns1:lnTo>
                    <ns1:pt x="1274" y="1408"/>
                  </ns1:lnTo>
                  <ns1:close/>
                  <ns1:moveTo>
                    <ns1:pt x="417" y="1274"/>
                  </ns1:moveTo>
                  <ns1:cubicBezTo>
                    <ns1:pt x="390" y="1408"/>
                    <ns1:pt x="390" y="1408"/>
                    <ns1:pt x="390" y="1408"/>
                  </ns1:cubicBezTo>
                  <ns1:cubicBezTo>
                    <ns1:pt x="207" y="1408"/>
                    <ns1:pt x="207" y="1408"/>
                    <ns1:pt x="207" y="1408"/>
                  </ns1:cubicBezTo>
                  <ns1:cubicBezTo>
                    <ns1:pt x="263" y="1268"/>
                    <ns1:pt x="263" y="1268"/>
                    <ns1:pt x="263" y="1268"/>
                  </ns1:cubicBezTo>
                  <ns1:cubicBezTo>
                    <ns1:pt x="293" y="1194"/>
                    <ns1:pt x="359" y="1141"/>
                    <ns1:pt x="437" y="1129"/>
                  </ns1:cubicBezTo>
                  <ns1:cubicBezTo>
                    <ns1:pt x="576" y="1108"/>
                    <ns1:pt x="576" y="1108"/>
                    <ns1:pt x="576" y="1108"/>
                  </ns1:cubicBezTo>
                  <ns1:cubicBezTo>
                    <ns1:pt x="576" y="1319"/>
                    <ns1:pt x="576" y="1319"/>
                    <ns1:pt x="576" y="1319"/>
                  </ns1:cubicBezTo>
                  <ns1:cubicBezTo>
                    <ns1:pt x="723" y="1290"/>
                    <ns1:pt x="723" y="1290"/>
                    <ns1:pt x="723" y="1290"/>
                  </ns1:cubicBezTo>
                  <ns1:cubicBezTo>
                    <ns1:pt x="708" y="1408"/>
                    <ns1:pt x="708" y="1408"/>
                    <ns1:pt x="708" y="1408"/>
                  </ns1:cubicBezTo>
                  <ns1:cubicBezTo>
                    <ns1:pt x="455" y="1408"/>
                    <ns1:pt x="455" y="1408"/>
                    <ns1:pt x="455" y="1408"/>
                  </ns1:cubicBezTo>
                  <ns1:cubicBezTo>
                    <ns1:pt x="479" y="1286"/>
                    <ns1:pt x="479" y="1286"/>
                    <ns1:pt x="479" y="1286"/>
                  </ns1:cubicBezTo>
                  <ns1:lnTo>
                    <ns1:pt x="417" y="1274"/>
                  </ns1:lnTo>
                  <ns1:close/>
                  <ns1:moveTo>
                    <ns1:pt x="929" y="1190"/>
                  </ns1:moveTo>
                  <ns1:cubicBezTo>
                    <ns1:pt x="978" y="1091"/>
                    <ns1:pt x="978" y="1091"/>
                    <ns1:pt x="978" y="1091"/>
                  </ns1:cubicBezTo>
                  <ns1:cubicBezTo>
                    <ns1:pt x="1024" y="1098"/>
                    <ns1:pt x="1024" y="1098"/>
                    <ns1:pt x="1024" y="1098"/>
                  </ns1:cubicBezTo>
                  <ns1:cubicBezTo>
                    <ns1:pt x="1024" y="1241"/>
                    <ns1:pt x="1024" y="1241"/>
                    <ns1:pt x="1024" y="1241"/>
                  </ns1:cubicBezTo>
                  <ns1:cubicBezTo>
                    <ns1:pt x="933" y="1223"/>
                    <ns1:pt x="933" y="1223"/>
                    <ns1:pt x="933" y="1223"/>
                  </ns1:cubicBezTo>
                  <ns1:lnTo>
                    <ns1:pt x="929" y="1190"/>
                  </ns1:lnTo>
                  <ns1:close/>
                  <ns1:moveTo>
                    <ns1:pt x="832" y="992"/>
                  </ns1:moveTo>
                  <ns1:cubicBezTo>
                    <ns1:pt x="691" y="992"/>
                    <ns1:pt x="576" y="877"/>
                    <ns1:pt x="576" y="736"/>
                  </ns1:cubicBezTo>
                  <ns1:cubicBezTo>
                    <ns1:pt x="576" y="543"/>
                    <ns1:pt x="576" y="543"/>
                    <ns1:pt x="576" y="543"/>
                  </ns1:cubicBezTo>
                  <ns1:cubicBezTo>
                    <ns1:pt x="672" y="536"/>
                    <ns1:pt x="762" y="496"/>
                    <ns1:pt x="832" y="429"/>
                  </ns1:cubicBezTo>
                  <ns1:cubicBezTo>
                    <ns1:pt x="902" y="496"/>
                    <ns1:pt x="992" y="536"/>
                    <ns1:pt x="1088" y="543"/>
                  </ns1:cubicBezTo>
                  <ns1:cubicBezTo>
                    <ns1:pt x="1088" y="736"/>
                    <ns1:pt x="1088" y="736"/>
                    <ns1:pt x="1088" y="736"/>
                  </ns1:cubicBezTo>
                  <ns1:cubicBezTo>
                    <ns1:pt x="1088" y="877"/>
                    <ns1:pt x="973" y="992"/>
                    <ns1:pt x="832" y="992"/>
                  </ns1:cubicBezTo>
                  <ns1:close/>
                  <ns1:moveTo>
                    <ns1:pt x="736" y="1041"/>
                  </ns1:moveTo>
                  <ns1:cubicBezTo>
                    <ns1:pt x="766" y="1051"/>
                    <ns1:pt x="799" y="1056"/>
                    <ns1:pt x="832" y="1056"/>
                  </ns1:cubicBezTo>
                  <ns1:cubicBezTo>
                    <ns1:pt x="865" y="1056"/>
                    <ns1:pt x="898" y="1051"/>
                    <ns1:pt x="928" y="1041"/>
                  </ns1:cubicBezTo>
                  <ns1:cubicBezTo>
                    <ns1:pt x="928" y="1048"/>
                    <ns1:pt x="928" y="1048"/>
                    <ns1:pt x="928" y="1048"/>
                  </ns1:cubicBezTo>
                  <ns1:cubicBezTo>
                    <ns1:pt x="876" y="1152"/>
                    <ns1:pt x="876" y="1152"/>
                    <ns1:pt x="876" y="1152"/>
                  </ns1:cubicBezTo>
                  <ns1:cubicBezTo>
                    <ns1:pt x="788" y="1152"/>
                    <ns1:pt x="788" y="1152"/>
                    <ns1:pt x="788" y="1152"/>
                  </ns1:cubicBezTo>
                  <ns1:cubicBezTo>
                    <ns1:pt x="736" y="1048"/>
                    <ns1:pt x="736" y="1048"/>
                    <ns1:pt x="736" y="1048"/>
                  </ns1:cubicBezTo>
                  <ns1:lnTo>
                    <ns1:pt x="736" y="1041"/>
                  </ns1:lnTo>
                  <ns1:close/>
                  <ns1:moveTo>
                    <ns1:pt x="686" y="1091"/>
                  </ns1:moveTo>
                  <ns1:cubicBezTo>
                    <ns1:pt x="735" y="1190"/>
                    <ns1:pt x="735" y="1190"/>
                    <ns1:pt x="735" y="1190"/>
                  </ns1:cubicBezTo>
                  <ns1:cubicBezTo>
                    <ns1:pt x="731" y="1223"/>
                    <ns1:pt x="731" y="1223"/>
                    <ns1:pt x="731" y="1223"/>
                  </ns1:cubicBezTo>
                  <ns1:cubicBezTo>
                    <ns1:pt x="640" y="1241"/>
                    <ns1:pt x="640" y="1241"/>
                    <ns1:pt x="640" y="1241"/>
                  </ns1:cubicBezTo>
                  <ns1:cubicBezTo>
                    <ns1:pt x="640" y="1098"/>
                    <ns1:pt x="640" y="1098"/>
                    <ns1:pt x="640" y="1098"/>
                  </ns1:cubicBezTo>
                  <ns1:lnTo>
                    <ns1:pt x="686" y="1091"/>
                  </ns1:lnTo>
                  <ns1:close/>
                  <ns1:moveTo>
                    <ns1:pt x="796" y="1216"/>
                  </ns1:moveTo>
                  <ns1:cubicBezTo>
                    <ns1:pt x="868" y="1216"/>
                    <ns1:pt x="868" y="1216"/>
                    <ns1:pt x="868" y="1216"/>
                  </ns1:cubicBezTo>
                  <ns1:cubicBezTo>
                    <ns1:pt x="892" y="1408"/>
                    <ns1:pt x="892" y="1408"/>
                    <ns1:pt x="892" y="1408"/>
                  </ns1:cubicBezTo>
                  <ns1:cubicBezTo>
                    <ns1:pt x="772" y="1408"/>
                    <ns1:pt x="772" y="1408"/>
                    <ns1:pt x="772" y="1408"/>
                  </ns1:cubicBezTo>
                  <ns1:lnTo>
                    <ns1:pt x="796" y="1216"/>
                  </ns1:lnTo>
                  <ns1:close/>
                  <ns1:moveTo>
                    <ns1:pt x="1152" y="736"/>
                  </ns1:moveTo>
                  <ns1:cubicBezTo>
                    <ns1:pt x="1152" y="614"/>
                    <ns1:pt x="1152" y="614"/>
                    <ns1:pt x="1152" y="614"/>
                  </ns1:cubicBezTo>
                  <ns1:cubicBezTo>
                    <ns1:pt x="1189" y="627"/>
                    <ns1:pt x="1216" y="662"/>
                    <ns1:pt x="1216" y="704"/>
                  </ns1:cubicBezTo>
                  <ns1:cubicBezTo>
                    <ns1:pt x="1216" y="748"/>
                    <ns1:pt x="1186" y="784"/>
                    <ns1:pt x="1146" y="796"/>
                  </ns1:cubicBezTo>
                  <ns1:cubicBezTo>
                    <ns1:pt x="1150" y="776"/>
                    <ns1:pt x="1152" y="756"/>
                    <ns1:pt x="1152" y="736"/>
                  </ns1:cubicBezTo>
                  <ns1:close/>
                  <ns1:moveTo>
                    <ns1:pt x="832" y="64"/>
                  </ns1:moveTo>
                  <ns1:cubicBezTo>
                    <ns1:pt x="1044" y="64"/>
                    <ns1:pt x="1216" y="236"/>
                    <ns1:pt x="1216" y="448"/>
                  </ns1:cubicBezTo>
                  <ns1:cubicBezTo>
                    <ns1:pt x="1216" y="577"/>
                    <ns1:pt x="1216" y="577"/>
                    <ns1:pt x="1216" y="577"/>
                  </ns1:cubicBezTo>
                  <ns1:cubicBezTo>
                    <ns1:pt x="1197" y="563"/>
                    <ns1:pt x="1176" y="552"/>
                    <ns1:pt x="1152" y="547"/>
                  </ns1:cubicBezTo>
                  <ns1:cubicBezTo>
                    <ns1:pt x="1152" y="480"/>
                    <ns1:pt x="1152" y="480"/>
                    <ns1:pt x="1152" y="480"/>
                  </ns1:cubicBezTo>
                  <ns1:cubicBezTo>
                    <ns1:pt x="1120" y="480"/>
                    <ns1:pt x="1120" y="480"/>
                    <ns1:pt x="1120" y="480"/>
                  </ns1:cubicBezTo>
                  <ns1:cubicBezTo>
                    <ns1:pt x="1025" y="480"/>
                    <ns1:pt x="936" y="443"/>
                    <ns1:pt x="869" y="376"/>
                  </ns1:cubicBezTo>
                  <ns1:cubicBezTo>
                    <ns1:pt x="832" y="339"/>
                    <ns1:pt x="832" y="339"/>
                    <ns1:pt x="832" y="339"/>
                  </ns1:cubicBezTo>
                  <ns1:cubicBezTo>
                    <ns1:pt x="794" y="376"/>
                    <ns1:pt x="794" y="376"/>
                    <ns1:pt x="794" y="376"/>
                  </ns1:cubicBezTo>
                  <ns1:cubicBezTo>
                    <ns1:pt x="728" y="443"/>
                    <ns1:pt x="639" y="480"/>
                    <ns1:pt x="544" y="480"/>
                  </ns1:cubicBezTo>
                  <ns1:cubicBezTo>
                    <ns1:pt x="512" y="480"/>
                    <ns1:pt x="512" y="480"/>
                    <ns1:pt x="512" y="480"/>
                  </ns1:cubicBezTo>
                  <ns1:cubicBezTo>
                    <ns1:pt x="512" y="547"/>
                    <ns1:pt x="512" y="547"/>
                    <ns1:pt x="512" y="547"/>
                  </ns1:cubicBezTo>
                  <ns1:cubicBezTo>
                    <ns1:pt x="488" y="552"/>
                    <ns1:pt x="467" y="563"/>
                    <ns1:pt x="448" y="577"/>
                  </ns1:cubicBezTo>
                  <ns1:cubicBezTo>
                    <ns1:pt x="448" y="448"/>
                    <ns1:pt x="448" y="448"/>
                    <ns1:pt x="448" y="448"/>
                  </ns1:cubicBezTo>
                  <ns1:cubicBezTo>
                    <ns1:pt x="448" y="236"/>
                    <ns1:pt x="620" y="64"/>
                    <ns1:pt x="832" y="64"/>
                  </ns1:cubicBezTo>
                  <ns1:close/>
                  <ns1:moveTo>
                    <ns1:pt x="518" y="796"/>
                  </ns1:moveTo>
                  <ns1:cubicBezTo>
                    <ns1:pt x="478" y="784"/>
                    <ns1:pt x="448" y="748"/>
                    <ns1:pt x="448" y="704"/>
                  </ns1:cubicBezTo>
                  <ns1:cubicBezTo>
                    <ns1:pt x="448" y="662"/>
                    <ns1:pt x="475" y="627"/>
                    <ns1:pt x="512" y="614"/>
                  </ns1:cubicBezTo>
                  <ns1:cubicBezTo>
                    <ns1:pt x="512" y="736"/>
                    <ns1:pt x="512" y="736"/>
                    <ns1:pt x="512" y="736"/>
                  </ns1:cubicBezTo>
                  <ns1:cubicBezTo>
                    <ns1:pt x="512" y="756"/>
                    <ns1:pt x="514" y="776"/>
                    <ns1:pt x="518" y="796"/>
                  </ns1:cubicBezTo>
                  <ns1:close/>
                  <ns1:moveTo>
                    <ns1:pt x="160" y="480"/>
                  </ns1:moveTo>
                  <ns1:cubicBezTo>
                    <ns1:pt x="384" y="480"/>
                    <ns1:pt x="384" y="480"/>
                    <ns1:pt x="384" y="480"/>
                  </ns1:cubicBezTo>
                  <ns1:cubicBezTo>
                    <ns1:pt x="384" y="704"/>
                    <ns1:pt x="384" y="704"/>
                    <ns1:pt x="384" y="704"/>
                  </ns1:cubicBezTo>
                  <ns1:cubicBezTo>
                    <ns1:pt x="384" y="790"/>
                    <ns1:pt x="453" y="861"/>
                    <ns1:pt x="539" y="863"/>
                  </ns1:cubicBezTo>
                  <ns1:cubicBezTo>
                    <ns1:pt x="566" y="926"/>
                    <ns1:pt x="613" y="979"/>
                    <ns1:pt x="672" y="1013"/>
                  </ns1:cubicBezTo>
                  <ns1:cubicBezTo>
                    <ns1:pt x="672" y="1029"/>
                    <ns1:pt x="672" y="1029"/>
                    <ns1:pt x="672" y="1029"/>
                  </ns1:cubicBezTo>
                  <ns1:cubicBezTo>
                    <ns1:pt x="428" y="1066"/>
                    <ns1:pt x="428" y="1066"/>
                    <ns1:pt x="428" y="1066"/>
                  </ns1:cubicBezTo>
                  <ns1:cubicBezTo>
                    <ns1:pt x="327" y="1082"/>
                    <ns1:pt x="242" y="1150"/>
                    <ns1:pt x="204" y="1244"/>
                  </ns1:cubicBezTo>
                  <ns1:cubicBezTo>
                    <ns1:pt x="138" y="1408"/>
                    <ns1:pt x="138" y="1408"/>
                    <ns1:pt x="138" y="1408"/>
                  </ns1:cubicBezTo>
                  <ns1:cubicBezTo>
                    <ns1:pt x="64" y="1408"/>
                    <ns1:pt x="64" y="1408"/>
                    <ns1:pt x="64" y="1408"/>
                  </ns1:cubicBezTo>
                  <ns1:cubicBezTo>
                    <ns1:pt x="64" y="576"/>
                    <ns1:pt x="64" y="576"/>
                    <ns1:pt x="64" y="576"/>
                  </ns1:cubicBezTo>
                  <ns1:cubicBezTo>
                    <ns1:pt x="64" y="523"/>
                    <ns1:pt x="107" y="480"/>
                    <ns1:pt x="160" y="480"/>
                  </ns1:cubicBezTo>
                  <ns1:close/>
                  <ns1:moveTo>
                    <ns1:pt x="448" y="1882"/>
                  </ns1:moveTo>
                  <ns1:cubicBezTo>
                    <ns1:pt x="832" y="1800"/>
                    <ns1:pt x="832" y="1800"/>
                    <ns1:pt x="832" y="1800"/>
                  </ns1:cubicBezTo>
                  <ns1:cubicBezTo>
                    <ns1:pt x="832" y="1920"/>
                    <ns1:pt x="832" y="1920"/>
                    <ns1:pt x="832" y="1920"/>
                  </ns1:cubicBezTo>
                  <ns1:cubicBezTo>
                    <ns1:pt x="448" y="1920"/>
                    <ns1:pt x="448" y="1920"/>
                    <ns1:pt x="448" y="1920"/>
                  </ns1:cubicBezTo>
                  <ns1:lnTo>
                    <ns1:pt x="448" y="1882"/>
                  </ns1:lnTo>
                  <ns1:close/>
                  <ns1:moveTo>
                    <ns1:pt x="1536" y="1882"/>
                  </ns1:moveTo>
                  <ns1:cubicBezTo>
                    <ns1:pt x="1536" y="1920"/>
                    <ns1:pt x="1536" y="1920"/>
                    <ns1:pt x="1536" y="1920"/>
                  </ns1:cubicBezTo>
                  <ns1:cubicBezTo>
                    <ns1:pt x="1152" y="1920"/>
                    <ns1:pt x="1152" y="1920"/>
                    <ns1:pt x="1152" y="1920"/>
                  </ns1:cubicBezTo>
                  <ns1:cubicBezTo>
                    <ns1:pt x="1152" y="1800"/>
                    <ns1:pt x="1152" y="1800"/>
                    <ns1:pt x="1152" y="1800"/>
                  </ns1:cubicBezTo>
                  <ns1:lnTo>
                    <ns1:pt x="1536" y="1882"/>
                  </ns1:lnTo>
                  <ns1:close/>
                  <ns1:moveTo>
                    <ns1:pt x="1088" y="1920"/>
                  </ns1:moveTo>
                  <ns1:cubicBezTo>
                    <ns1:pt x="896" y="1920"/>
                    <ns1:pt x="896" y="1920"/>
                    <ns1:pt x="896" y="1920"/>
                  </ns1:cubicBezTo>
                  <ns1:cubicBezTo>
                    <ns1:pt x="896" y="1664"/>
                    <ns1:pt x="896" y="1664"/>
                    <ns1:pt x="896" y="1664"/>
                  </ns1:cubicBezTo>
                  <ns1:cubicBezTo>
                    <ns1:pt x="1088" y="1664"/>
                    <ns1:pt x="1088" y="1664"/>
                    <ns1:pt x="1088" y="1664"/>
                  </ns1:cubicBezTo>
                  <ns1:lnTo>
                    <ns1:pt x="1088" y="1920"/>
                  </ns1:lnTo>
                  <ns1:close/>
                  <ns1:moveTo>
                    <ns1:pt x="1824" y="1600"/>
                  </ns1:moveTo>
                  <ns1:cubicBezTo>
                    <ns1:pt x="160" y="1600"/>
                    <ns1:pt x="160" y="1600"/>
                    <ns1:pt x="160" y="1600"/>
                  </ns1:cubicBezTo>
                  <ns1:cubicBezTo>
                    <ns1:pt x="107" y="1600"/>
                    <ns1:pt x="64" y="1557"/>
                    <ns1:pt x="64" y="1504"/>
                  </ns1:cubicBezTo>
                  <ns1:cubicBezTo>
                    <ns1:pt x="64" y="1472"/>
                    <ns1:pt x="64" y="1472"/>
                    <ns1:pt x="64" y="1472"/>
                  </ns1:cubicBezTo>
                  <ns1:cubicBezTo>
                    <ns1:pt x="1920" y="1472"/>
                    <ns1:pt x="1920" y="1472"/>
                    <ns1:pt x="1920" y="1472"/>
                  </ns1:cubicBezTo>
                  <ns1:cubicBezTo>
                    <ns1:pt x="1920" y="1504"/>
                    <ns1:pt x="1920" y="1504"/>
                    <ns1:pt x="1920" y="1504"/>
                  </ns1:cubicBezTo>
                  <ns1:cubicBezTo>
                    <ns1:pt x="1920" y="1557"/>
                    <ns1:pt x="1877" y="1600"/>
                    <ns1:pt x="1824" y="1600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3:hiddenLine w="9525">
                  <ns1:solidFill>
                    <ns1:srgbClr val="000000"/>
                  </ns1:solidFill>
                  <ns1:round/>
                  <ns1:headEnd/>
                  <ns1:tailEnd/>
                </ns3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en-US"/>
            </ns1:p>
          </ns0:txBody>
        </ns0:sp>
        <ns0:sp>
          <ns0:nvSpPr>
            <ns0:cNvPr id="32" name="Oval 6">
              <ns1:extLst>
                <ns1:ext uri="{FF2B5EF4-FFF2-40B4-BE49-F238E27FC236}">
                  <ns2:creationId id="{6D996152-E32B-4E99-BAA3-05F28DD14513}"/>
                </ns1:ext>
              </ns1:extLst>
            </ns0:cNvPr>
            <ns0:cNvSpPr>
              <ns1:spLocks noChangeArrowheads="1"/>
            </ns0:cNvSpPr>
            <ns0:nvPr/>
          </ns0:nvSpPr>
          <ns0:spPr bwMode="auto">
            <ns1:xfrm>
              <ns1:off x="3769" y="1255"/>
              <ns1:ext cx="140" cy="139"/>
            </ns1:xfrm>
            <ns1:prstGeom prst="ellipse">
              <ns1:avLst/>
            </ns1:prstGeom>
            <ns1:grpFill/>
            <ns1:ln>
              <ns1:noFill/>
            </ns1:ln>
            <ns1:extLst>
              <ns1:ext uri="{91240B29-F687-4F45-9708-019B960494DF}">
                <ns3:hiddenLine w="9525">
                  <ns1:solidFill>
                    <ns1:srgbClr val="000000"/>
                  </ns1:solidFill>
                  <ns1:round/>
                  <ns1:headEnd/>
                  <ns1:tailEnd/>
                </ns3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en-US"/>
            </ns1:p>
          </ns0:txBody>
        </ns0:sp>
        <ns0:sp>
          <ns0:nvSpPr>
            <ns0:cNvPr id="33" name="Oval 7">
              <ns1:extLst>
                <ns1:ext uri="{FF2B5EF4-FFF2-40B4-BE49-F238E27FC236}">
                  <ns2:creationId id="{C6377C08-B6D8-426A-A388-43079E6E8A1B}"/>
                </ns1:ext>
              </ns1:extLst>
            </ns0:cNvPr>
            <ns0:cNvSpPr>
              <ns1:spLocks noChangeArrowheads="1"/>
            </ns0:cNvSpPr>
            <ns0:nvPr/>
          </ns0:nvSpPr>
          <ns0:spPr bwMode="auto">
            <ns1:xfrm>
              <ns1:off x="3072" y="1255"/>
              <ns1:ext cx="139" cy="139"/>
            </ns1:xfrm>
            <ns1:prstGeom prst="ellipse">
              <ns1:avLst/>
            </ns1:prstGeom>
            <ns1:grpFill/>
            <ns1:ln>
              <ns1:noFill/>
            </ns1:ln>
            <ns1:extLst>
              <ns1:ext uri="{91240B29-F687-4F45-9708-019B960494DF}">
                <ns3:hiddenLine w="9525">
                  <ns1:solidFill>
                    <ns1:srgbClr val="000000"/>
                  </ns1:solidFill>
                  <ns1:round/>
                  <ns1:headEnd/>
                  <ns1:tailEnd/>
                </ns3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en-US"/>
            </ns1:p>
          </ns0:txBody>
        </ns0:sp>
        <ns0:sp>
          <ns0:nvSpPr>
            <ns0:cNvPr id="34" name="Freeform 8">
              <ns1:extLst>
                <ns1:ext uri="{FF2B5EF4-FFF2-40B4-BE49-F238E27FC236}">
                  <ns2:creationId id="{157B3A14-17F7-4C59-B093-5527591D9443}"/>
                </ns1:ext>
              </ns1:extLst>
            </ns0:cNvPr>
            <ns0:cNvSpPr>
              <ns1:spLocks/>
            </ns0:cNvSpPr>
            <ns0:nvPr/>
          </ns0:nvSpPr>
          <ns0:spPr bwMode="auto">
            <ns1:xfrm>
              <ns1:off x="3072" y="1603"/>
              <ns1:ext cx="837" cy="419"/>
            </ns1:xfrm>
            <ns1:custGeom>
              <ns1:avLst/>
              <ns1:gdLst>
                <ns1:gd name="T0" fmla="*/ 320 w 384"/>
                <ns1:gd name="T1" fmla="*/ 0 h 192"/>
                <ns1:gd name="T2" fmla="*/ 192 w 384"/>
                <ns1:gd name="T3" fmla="*/ 128 h 192"/>
                <ns1:gd name="T4" fmla="*/ 64 w 384"/>
                <ns1:gd name="T5" fmla="*/ 0 h 192"/>
                <ns1:gd name="T6" fmla="*/ 0 w 384"/>
                <ns1:gd name="T7" fmla="*/ 0 h 192"/>
                <ns1:gd name="T8" fmla="*/ 192 w 384"/>
                <ns1:gd name="T9" fmla="*/ 192 h 192"/>
                <ns1:gd name="T10" fmla="*/ 384 w 384"/>
                <ns1:gd name="T11" fmla="*/ 0 h 192"/>
                <ns1:gd name="T12" fmla="*/ 320 w 384"/>
                <ns1:gd name="T13" fmla="*/ 0 h 192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</ns1:cxnLst>
              <ns1:rect l="0" t="0" r="r" b="b"/>
              <ns1:pathLst>
                <ns1:path w="384" h="192">
                  <ns1:moveTo>
                    <ns1:pt x="320" y="0"/>
                  </ns1:moveTo>
                  <ns1:cubicBezTo>
                    <ns1:pt x="320" y="71"/>
                    <ns1:pt x="263" y="128"/>
                    <ns1:pt x="192" y="128"/>
                  </ns1:cubicBezTo>
                  <ns1:cubicBezTo>
                    <ns1:pt x="121" y="128"/>
                    <ns1:pt x="64" y="71"/>
                    <ns1:pt x="64" y="0"/>
                  </ns1:cubicBezTo>
                  <ns1:cubicBezTo>
                    <ns1:pt x="0" y="0"/>
                    <ns1:pt x="0" y="0"/>
                    <ns1:pt x="0" y="0"/>
                  </ns1:cubicBezTo>
                  <ns1:cubicBezTo>
                    <ns1:pt x="0" y="106"/>
                    <ns1:pt x="86" y="192"/>
                    <ns1:pt x="192" y="192"/>
                  </ns1:cubicBezTo>
                  <ns1:cubicBezTo>
                    <ns1:pt x="298" y="192"/>
                    <ns1:pt x="384" y="106"/>
                    <ns1:pt x="384" y="0"/>
                  </ns1:cubicBezTo>
                  <ns1:lnTo>
                    <ns1:pt x="320" y="0"/>
                  </ns1:ln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3:hiddenLine w="9525">
                  <ns1:solidFill>
                    <ns1:srgbClr val="000000"/>
                  </ns1:solidFill>
                  <ns1:round/>
                  <ns1:headEnd/>
                  <ns1:tailEnd/>
                </ns3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en-US"/>
            </ns1:p>
          </ns0:txBody>
        </ns0:sp>
      </ns0:grpSp>
      <ns0:grpSp>
        <ns0:nvGrpSpPr>
          <ns0:cNvPr id="35" name="Group 28">
            <ns1:extLst>
              <ns1:ext uri="{FF2B5EF4-FFF2-40B4-BE49-F238E27FC236}">
                <ns2:creationId id="{739B3576-723F-4B25-BB2E-3ADF8E36D252}"/>
              </ns1:ext>
            </ns1:extLst>
          </ns0:cNvPr>
          <ns0:cNvGrpSpPr>
            <ns1:grpSpLocks noChangeAspect="1"/>
          </ns0:cNvGrpSpPr>
          <ns0:nvPr/>
        </ns0:nvGrpSpPr>
        <ns0:grpSpPr bwMode="auto">
          <ns1:xfrm>
            <ns1:off x="9173901" y="2648294"/>
            <ns1:ext cx="662986" cy="565635"/>
            <ns1:chOff x="1310" y="3"/>
            <ns1:chExt cx="5060" cy="4317"/>
          </ns1:xfrm>
          <ns1:solidFill>
            <ns1:srgbClr val="F07D66"/>
          </ns1:solidFill>
        </ns0:grpSpPr>
        <ns0:sp>
          <ns0:nvSpPr>
            <ns0:cNvPr id="36" name="Freeform 29">
              <ns1:extLst>
                <ns1:ext uri="{FF2B5EF4-FFF2-40B4-BE49-F238E27FC236}">
                  <ns2:creationId id="{8C330CBE-F240-4DC7-9C1E-BC26883E5E6B}"/>
                </ns1:ext>
              </ns1:extLst>
            </ns0:cNvPr>
            <ns0:cNvSpPr>
              <ns1:spLocks noEditPoints="1"/>
            </ns0:cNvSpPr>
            <ns0:nvPr/>
          </ns0:nvSpPr>
          <ns0:spPr bwMode="auto">
            <ns1:xfrm>
              <ns1:off x="3086" y="3387"/>
              <ns1:ext cx="614" cy="233"/>
            </ns1:xfrm>
            <ns1:custGeom>
              <ns1:avLst/>
              <ns1:gdLst>
                <ns1:gd name="T0" fmla="*/ 199 w 251"/>
                <ns1:gd name="T1" fmla="*/ 10 h 95"/>
                <ns1:gd name="T2" fmla="*/ 53 w 251"/>
                <ns1:gd name="T3" fmla="*/ 10 h 95"/>
                <ns1:gd name="T4" fmla="*/ 10 w 251"/>
                <ns1:gd name="T5" fmla="*/ 15 h 95"/>
                <ns1:gd name="T6" fmla="*/ 16 w 251"/>
                <ns1:gd name="T7" fmla="*/ 57 h 95"/>
                <ns1:gd name="T8" fmla="*/ 126 w 251"/>
                <ns1:gd name="T9" fmla="*/ 95 h 95"/>
                <ns1:gd name="T10" fmla="*/ 236 w 251"/>
                <ns1:gd name="T11" fmla="*/ 57 h 95"/>
                <ns1:gd name="T12" fmla="*/ 241 w 251"/>
                <ns1:gd name="T13" fmla="*/ 15 h 95"/>
                <ns1:gd name="T14" fmla="*/ 199 w 251"/>
                <ns1:gd name="T15" fmla="*/ 10 h 95"/>
                <ns1:gd name="T16" fmla="*/ 199 w 251"/>
                <ns1:gd name="T17" fmla="*/ 10 h 95"/>
                <ns1:gd name="T18" fmla="*/ 199 w 251"/>
                <ns1:gd name="T19" fmla="*/ 10 h 95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</ns1:cxnLst>
              <ns1:rect l="0" t="0" r="r" b="b"/>
              <ns1:pathLst>
                <ns1:path w="251" h="95">
                  <ns1:moveTo>
                    <ns1:pt x="199" y="10"/>
                  </ns1:moveTo>
                  <ns1:cubicBezTo>
                    <ns1:pt x="156" y="43"/>
                    <ns1:pt x="96" y="43"/>
                    <ns1:pt x="53" y="10"/>
                  </ns1:cubicBezTo>
                  <ns1:cubicBezTo>
                    <ns1:pt x="39" y="0"/>
                    <ns1:pt x="21" y="2"/>
                    <ns1:pt x="10" y="15"/>
                  </ns1:cubicBezTo>
                  <ns1:cubicBezTo>
                    <ns1:pt x="0" y="28"/>
                    <ns1:pt x="3" y="47"/>
                    <ns1:pt x="16" y="57"/>
                  </ns1:cubicBezTo>
                  <ns1:cubicBezTo>
                    <ns1:pt x="48" y="83"/>
                    <ns1:pt x="87" y="95"/>
                    <ns1:pt x="126" y="95"/>
                  </ns1:cubicBezTo>
                  <ns1:cubicBezTo>
                    <ns1:pt x="165" y="95"/>
                    <ns1:pt x="203" y="83"/>
                    <ns1:pt x="236" y="57"/>
                  </ns1:cubicBezTo>
                  <ns1:cubicBezTo>
                    <ns1:pt x="249" y="47"/>
                    <ns1:pt x="251" y="28"/>
                    <ns1:pt x="241" y="15"/>
                  </ns1:cubicBezTo>
                  <ns1:cubicBezTo>
                    <ns1:pt x="231" y="2"/>
                    <ns1:pt x="212" y="0"/>
                    <ns1:pt x="199" y="10"/>
                  </ns1:cubicBezTo>
                  <ns1:close/>
                  <ns1:moveTo>
                    <ns1:pt x="199" y="10"/>
                  </ns1:moveTo>
                  <ns1:cubicBezTo>
                    <ns1:pt x="199" y="10"/>
                    <ns1:pt x="199" y="10"/>
                    <ns1:pt x="199" y="10"/>
                  </ns1:cubicBezTo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3:hiddenLine w="9525">
                  <ns1:solidFill>
                    <ns1:srgbClr val="000000"/>
                  </ns1:solidFill>
                  <ns1:round/>
                  <ns1:headEnd/>
                  <ns1:tailEnd/>
                </ns3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en-US"/>
            </ns1:p>
          </ns0:txBody>
        </ns0:sp>
        <ns0:sp>
          <ns0:nvSpPr>
            <ns0:cNvPr id="37" name="Freeform 30">
              <ns1:extLst>
                <ns1:ext uri="{FF2B5EF4-FFF2-40B4-BE49-F238E27FC236}">
                  <ns2:creationId id="{92C80169-3C99-4D9C-81B5-6014E2CB79B6}"/>
                </ns1:ext>
              </ns1:extLst>
            </ns0:cNvPr>
            <ns0:cNvSpPr>
              <ns1:spLocks noEditPoints="1"/>
            </ns0:cNvSpPr>
            <ns0:nvPr/>
          </ns0:nvSpPr>
          <ns0:spPr bwMode="auto">
            <ns1:xfrm>
              <ns1:off x="2410" y="3304"/>
              <ns1:ext cx="389" cy="225"/>
            </ns1:xfrm>
            <ns1:custGeom>
              <ns1:avLst/>
              <ns1:gdLst>
                <ns1:gd name="T0" fmla="*/ 79 w 159"/>
                <ns1:gd name="T1" fmla="*/ 0 h 92"/>
                <ns1:gd name="T2" fmla="*/ 9 w 159"/>
                <ns1:gd name="T3" fmla="*/ 39 h 92"/>
                <ns1:gd name="T4" fmla="*/ 17 w 159"/>
                <ns1:gd name="T5" fmla="*/ 80 h 92"/>
                <ns1:gd name="T6" fmla="*/ 59 w 159"/>
                <ns1:gd name="T7" fmla="*/ 72 h 92"/>
                <ns1:gd name="T8" fmla="*/ 79 w 159"/>
                <ns1:gd name="T9" fmla="*/ 60 h 92"/>
                <ns1:gd name="T10" fmla="*/ 100 w 159"/>
                <ns1:gd name="T11" fmla="*/ 72 h 92"/>
                <ns1:gd name="T12" fmla="*/ 141 w 159"/>
                <ns1:gd name="T13" fmla="*/ 80 h 92"/>
                <ns1:gd name="T14" fmla="*/ 150 w 159"/>
                <ns1:gd name="T15" fmla="*/ 39 h 92"/>
                <ns1:gd name="T16" fmla="*/ 79 w 159"/>
                <ns1:gd name="T17" fmla="*/ 0 h 92"/>
                <ns1:gd name="T18" fmla="*/ 79 w 159"/>
                <ns1:gd name="T19" fmla="*/ 0 h 92"/>
                <ns1:gd name="T20" fmla="*/ 79 w 159"/>
                <ns1:gd name="T21" fmla="*/ 0 h 92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</ns1:cxnLst>
              <ns1:rect l="0" t="0" r="r" b="b"/>
              <ns1:pathLst>
                <ns1:path w="159" h="92">
                  <ns1:moveTo>
                    <ns1:pt x="79" y="0"/>
                  </ns1:moveTo>
                  <ns1:cubicBezTo>
                    <ns1:pt x="51" y="0"/>
                    <ns1:pt x="24" y="15"/>
                    <ns1:pt x="9" y="39"/>
                  </ns1:cubicBezTo>
                  <ns1:cubicBezTo>
                    <ns1:pt x="0" y="52"/>
                    <ns1:pt x="3" y="71"/>
                    <ns1:pt x="17" y="80"/>
                  </ns1:cubicBezTo>
                  <ns1:cubicBezTo>
                    <ns1:pt x="31" y="89"/>
                    <ns1:pt x="50" y="85"/>
                    <ns1:pt x="59" y="72"/>
                  </ns1:cubicBezTo>
                  <ns1:cubicBezTo>
                    <ns1:pt x="65" y="62"/>
                    <ns1:pt x="75" y="60"/>
                    <ns1:pt x="79" y="60"/>
                  </ns1:cubicBezTo>
                  <ns1:cubicBezTo>
                    <ns1:pt x="83" y="60"/>
                    <ns1:pt x="93" y="62"/>
                    <ns1:pt x="100" y="72"/>
                  </ns1:cubicBezTo>
                  <ns1:cubicBezTo>
                    <ns1:pt x="114" y="92"/>
                    <ns1:pt x="136" y="83"/>
                    <ns1:pt x="141" y="80"/>
                  </ns1:cubicBezTo>
                  <ns1:cubicBezTo>
                    <ns1:pt x="155" y="71"/>
                    <ns1:pt x="159" y="52"/>
                    <ns1:pt x="150" y="39"/>
                  </ns1:cubicBezTo>
                  <ns1:cubicBezTo>
                    <ns1:pt x="134" y="15"/>
                    <ns1:pt x="108" y="0"/>
                    <ns1:pt x="79" y="0"/>
                  </ns1:cubicBezTo>
                  <ns1:close/>
                  <ns1:moveTo>
                    <ns1:pt x="79" y="0"/>
                  </ns1:moveTo>
                  <ns1:cubicBezTo>
                    <ns1:pt x="79" y="0"/>
                    <ns1:pt x="79" y="0"/>
                    <ns1:pt x="79" y="0"/>
                  </ns1:cubicBezTo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3:hiddenLine w="9525">
                  <ns1:solidFill>
                    <ns1:srgbClr val="000000"/>
                  </ns1:solidFill>
                  <ns1:round/>
                  <ns1:headEnd/>
                  <ns1:tailEnd/>
                </ns3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en-US"/>
            </ns1:p>
          </ns0:txBody>
        </ns0:sp>
        <ns0:sp>
          <ns0:nvSpPr>
            <ns0:cNvPr id="38" name="Freeform 31">
              <ns1:extLst>
                <ns1:ext uri="{FF2B5EF4-FFF2-40B4-BE49-F238E27FC236}">
                  <ns2:creationId id="{88970635-0F43-4D61-8DD2-14674F409361}"/>
                </ns1:ext>
              </ns1:extLst>
            </ns0:cNvPr>
            <ns0:cNvSpPr>
              <ns1:spLocks noEditPoints="1"/>
            </ns0:cNvSpPr>
            <ns0:nvPr/>
          </ns0:nvSpPr>
          <ns0:spPr bwMode="auto">
            <ns1:xfrm>
              <ns1:off x="3989" y="3304"/>
              <ns1:ext cx="390" cy="225"/>
            </ns1:xfrm>
            <ns1:custGeom>
              <ns1:avLst/>
              <ns1:gdLst>
                <ns1:gd name="T0" fmla="*/ 79 w 159"/>
                <ns1:gd name="T1" fmla="*/ 0 h 92"/>
                <ns1:gd name="T2" fmla="*/ 9 w 159"/>
                <ns1:gd name="T3" fmla="*/ 39 h 92"/>
                <ns1:gd name="T4" fmla="*/ 17 w 159"/>
                <ns1:gd name="T5" fmla="*/ 80 h 92"/>
                <ns1:gd name="T6" fmla="*/ 59 w 159"/>
                <ns1:gd name="T7" fmla="*/ 72 h 92"/>
                <ns1:gd name="T8" fmla="*/ 79 w 159"/>
                <ns1:gd name="T9" fmla="*/ 60 h 92"/>
                <ns1:gd name="T10" fmla="*/ 100 w 159"/>
                <ns1:gd name="T11" fmla="*/ 72 h 92"/>
                <ns1:gd name="T12" fmla="*/ 141 w 159"/>
                <ns1:gd name="T13" fmla="*/ 80 h 92"/>
                <ns1:gd name="T14" fmla="*/ 150 w 159"/>
                <ns1:gd name="T15" fmla="*/ 39 h 92"/>
                <ns1:gd name="T16" fmla="*/ 79 w 159"/>
                <ns1:gd name="T17" fmla="*/ 0 h 92"/>
                <ns1:gd name="T18" fmla="*/ 79 w 159"/>
                <ns1:gd name="T19" fmla="*/ 0 h 92"/>
                <ns1:gd name="T20" fmla="*/ 79 w 159"/>
                <ns1:gd name="T21" fmla="*/ 0 h 92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</ns1:cxnLst>
              <ns1:rect l="0" t="0" r="r" b="b"/>
              <ns1:pathLst>
                <ns1:path w="159" h="92">
                  <ns1:moveTo>
                    <ns1:pt x="79" y="0"/>
                  </ns1:moveTo>
                  <ns1:cubicBezTo>
                    <ns1:pt x="51" y="0"/>
                    <ns1:pt x="24" y="15"/>
                    <ns1:pt x="9" y="39"/>
                  </ns1:cubicBezTo>
                  <ns1:cubicBezTo>
                    <ns1:pt x="0" y="52"/>
                    <ns1:pt x="4" y="71"/>
                    <ns1:pt x="17" y="80"/>
                  </ns1:cubicBezTo>
                  <ns1:cubicBezTo>
                    <ns1:pt x="31" y="89"/>
                    <ns1:pt x="50" y="85"/>
                    <ns1:pt x="59" y="72"/>
                  </ns1:cubicBezTo>
                  <ns1:cubicBezTo>
                    <ns1:pt x="66" y="62"/>
                    <ns1:pt x="75" y="60"/>
                    <ns1:pt x="79" y="60"/>
                  </ns1:cubicBezTo>
                  <ns1:cubicBezTo>
                    <ns1:pt x="83" y="60"/>
                    <ns1:pt x="93" y="62"/>
                    <ns1:pt x="100" y="72"/>
                  </ns1:cubicBezTo>
                  <ns1:cubicBezTo>
                    <ns1:pt x="114" y="92"/>
                    <ns1:pt x="136" y="83"/>
                    <ns1:pt x="141" y="80"/>
                  </ns1:cubicBezTo>
                  <ns1:cubicBezTo>
                    <ns1:pt x="155" y="71"/>
                    <ns1:pt x="159" y="52"/>
                    <ns1:pt x="150" y="39"/>
                  </ns1:cubicBezTo>
                  <ns1:cubicBezTo>
                    <ns1:pt x="134" y="15"/>
                    <ns1:pt x="108" y="0"/>
                    <ns1:pt x="79" y="0"/>
                  </ns1:cubicBezTo>
                  <ns1:close/>
                  <ns1:moveTo>
                    <ns1:pt x="79" y="0"/>
                  </ns1:moveTo>
                  <ns1:cubicBezTo>
                    <ns1:pt x="79" y="0"/>
                    <ns1:pt x="79" y="0"/>
                    <ns1:pt x="79" y="0"/>
                  </ns1:cubicBezTo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3:hiddenLine w="9525">
                  <ns1:solidFill>
                    <ns1:srgbClr val="000000"/>
                  </ns1:solidFill>
                  <ns1:round/>
                  <ns1:headEnd/>
                  <ns1:tailEnd/>
                </ns3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en-US"/>
            </ns1:p>
          </ns0:txBody>
        </ns0:sp>
        <ns0:sp>
          <ns0:nvSpPr>
            <ns0:cNvPr id="39" name="Freeform 32">
              <ns1:extLst>
                <ns1:ext uri="{FF2B5EF4-FFF2-40B4-BE49-F238E27FC236}">
                  <ns2:creationId id="{6E28E263-F138-4A97-B3BA-A89AB99ADE13}"/>
                </ns1:ext>
              </ns1:extLst>
            </ns0:cNvPr>
            <ns0:cNvSpPr>
              <ns1:spLocks noEditPoints="1"/>
            </ns0:cNvSpPr>
            <ns0:nvPr/>
          </ns0:nvSpPr>
          <ns0:spPr bwMode="auto">
            <ns1:xfrm>
              <ns1:off x="1310" y="113"/>
              <ns1:ext cx="5060" cy="4207"/>
            </ns1:xfrm>
            <ns1:custGeom>
              <ns1:avLst/>
              <ns1:gdLst>
                <ns1:gd name="T0" fmla="*/ 1869 w 2066"/>
                <ns1:gd name="T1" fmla="*/ 844 h 1718"/>
                <ns1:gd name="T2" fmla="*/ 1481 w 2066"/>
                <ns1:gd name="T3" fmla="*/ 780 h 1718"/>
                <ns1:gd name="T4" fmla="*/ 1714 w 2066"/>
                <ns1:gd name="T5" fmla="*/ 505 h 1718"/>
                <ns1:gd name="T6" fmla="*/ 1749 w 2066"/>
                <ns1:gd name="T7" fmla="*/ 276 h 1718"/>
                <ns1:gd name="T8" fmla="*/ 1368 w 2066"/>
                <ns1:gd name="T9" fmla="*/ 104 h 1718"/>
                <ns1:gd name="T10" fmla="*/ 1206 w 2066"/>
                <ns1:gd name="T11" fmla="*/ 32 h 1718"/>
                <ns1:gd name="T12" fmla="*/ 716 w 2066"/>
                <ns1:gd name="T13" fmla="*/ 58 h 1718"/>
                <ns1:gd name="T14" fmla="*/ 586 w 2066"/>
                <ns1:gd name="T15" fmla="*/ 139 h 1718"/>
                <ns1:gd name="T16" fmla="*/ 604 w 2066"/>
                <ns1:gd name="T17" fmla="*/ 197 h 1718"/>
                <ns1:gd name="T18" fmla="*/ 741 w 2066"/>
                <ns1:gd name="T19" fmla="*/ 201 h 1718"/>
                <ns1:gd name="T20" fmla="*/ 1325 w 2066"/>
                <ns1:gd name="T21" fmla="*/ 201 h 1718"/>
                <ns1:gd name="T22" fmla="*/ 1636 w 2066"/>
                <ns1:gd name="T23" fmla="*/ 251 h 1718"/>
                <ns1:gd name="T24" fmla="*/ 1698 w 2066"/>
                <ns1:gd name="T25" fmla="*/ 380 h 1718"/>
                <ns1:gd name="T26" fmla="*/ 1546 w 2066"/>
                <ns1:gd name="T27" fmla="*/ 544 h 1718"/>
                <ns1:gd name="T28" fmla="*/ 1420 w 2066"/>
                <ns1:gd name="T29" fmla="*/ 555 h 1718"/>
                <ns1:gd name="T30" fmla="*/ 645 w 2066"/>
                <ns1:gd name="T31" fmla="*/ 780 h 1718"/>
                <ns1:gd name="T32" fmla="*/ 610 w 2066"/>
                <ns1:gd name="T33" fmla="*/ 525 h 1718"/>
                <ns1:gd name="T34" fmla="*/ 408 w 2066"/>
                <ns1:gd name="T35" fmla="*/ 483 h 1718"/>
                <ns1:gd name="T36" fmla="*/ 371 w 2066"/>
                <ns1:gd name="T37" fmla="*/ 302 h 1718"/>
                <ns1:gd name="T38" fmla="*/ 482 w 2066"/>
                <ns1:gd name="T39" fmla="*/ 235 h 1718"/>
                <ns1:gd name="T40" fmla="*/ 464 w 2066"/>
                <ns1:gd name="T41" fmla="*/ 178 h 1718"/>
                <ns1:gd name="T42" fmla="*/ 317 w 2066"/>
                <ns1:gd name="T43" fmla="*/ 276 h 1718"/>
                <ns1:gd name="T44" fmla="*/ 352 w 2066"/>
                <ns1:gd name="T45" fmla="*/ 505 h 1718"/>
                <ns1:gd name="T46" fmla="*/ 585 w 2066"/>
                <ns1:gd name="T47" fmla="*/ 780 h 1718"/>
                <ns1:gd name="T48" fmla="*/ 197 w 2066"/>
                <ns1:gd name="T49" fmla="*/ 844 h 1718"/>
                <ns1:gd name="T50" fmla="*/ 18 w 2066"/>
                <ns1:gd name="T51" fmla="*/ 1120 h 1718"/>
                <ns1:gd name="T52" fmla="*/ 243 w 2066"/>
                <ns1:gd name="T53" fmla="*/ 1189 h 1718"/>
                <ns1:gd name="T54" fmla="*/ 426 w 2066"/>
                <ns1:gd name="T55" fmla="*/ 1718 h 1718"/>
                <ns1:gd name="T56" fmla="*/ 1823 w 2066"/>
                <ns1:gd name="T57" fmla="*/ 1535 h 1718"/>
                <ns1:gd name="T58" fmla="*/ 1858 w 2066"/>
                <ns1:gd name="T59" fmla="*/ 1189 h 1718"/>
                <ns1:gd name="T60" fmla="*/ 2048 w 2066"/>
                <ns1:gd name="T61" fmla="*/ 1120 h 1718"/>
                <ns1:gd name="T62" fmla="*/ 1291 w 2066"/>
                <ns1:gd name="T63" fmla="*/ 152 h 1718"/>
                <ns1:gd name="T64" fmla="*/ 775 w 2066"/>
                <ns1:gd name="T65" fmla="*/ 152 h 1718"/>
                <ns1:gd name="T66" fmla="*/ 825 w 2066"/>
                <ns1:gd name="T67" fmla="*/ 82 h 1718"/>
                <ns1:gd name="T68" fmla="*/ 1301 w 2066"/>
                <ns1:gd name="T69" fmla="*/ 92 h 1718"/>
                <ns1:gd name="T70" fmla="*/ 73 w 2066"/>
                <ns1:gd name="T71" fmla="*/ 1097 h 1718"/>
                <ns1:gd name="T72" fmla="*/ 239 w 2066"/>
                <ns1:gd name="T73" fmla="*/ 886 h 1718"/>
                <ns1:gd name="T74" fmla="*/ 1356 w 2066"/>
                <ns1:gd name="T75" fmla="*/ 840 h 1718"/>
                <ns1:gd name="T76" fmla="*/ 1000 w 2066"/>
                <ns1:gd name="T77" fmla="*/ 1129 h 1718"/>
                <ns1:gd name="T78" fmla="*/ 73 w 2066"/>
                <ns1:gd name="T79" fmla="*/ 1097 h 1718"/>
                <ns1:gd name="T80" fmla="*/ 303 w 2066"/>
                <ns1:gd name="T81" fmla="*/ 1535 h 1718"/>
                <ns1:gd name="T82" fmla="*/ 1000 w 2066"/>
                <ns1:gd name="T83" fmla="*/ 1189 h 1718"/>
                <ns1:gd name="T84" fmla="*/ 1399 w 2066"/>
                <ns1:gd name="T85" fmla="*/ 882 h 1718"/>
                <ns1:gd name="T86" fmla="*/ 426 w 2066"/>
                <ns1:gd name="T87" fmla="*/ 1658 h 1718"/>
                <ns1:gd name="T88" fmla="*/ 1945 w 2066"/>
                <ns1:gd name="T89" fmla="*/ 1129 h 1718"/>
                <ns1:gd name="T90" fmla="*/ 1742 w 2066"/>
                <ns1:gd name="T91" fmla="*/ 1081 h 1718"/>
                <ns1:gd name="T92" fmla="*/ 1654 w 2066"/>
                <ns1:gd name="T93" fmla="*/ 1035 h 1718"/>
                <ns1:gd name="T94" fmla="*/ 1699 w 2066"/>
                <ns1:gd name="T95" fmla="*/ 1123 h 1718"/>
                <ns1:gd name="T96" fmla="*/ 1763 w 2066"/>
                <ns1:gd name="T97" fmla="*/ 1535 h 1718"/>
                <ns1:gd name="T98" fmla="*/ 1459 w 2066"/>
                <ns1:gd name="T99" fmla="*/ 1658 h 1718"/>
                <ns1:gd name="T100" fmla="*/ 1570 w 2066"/>
                <ns1:gd name="T101" fmla="*/ 994 h 1718"/>
                <ns1:gd name="T102" fmla="*/ 1612 w 2066"/>
                <ns1:gd name="T103" fmla="*/ 951 h 1718"/>
                <ns1:gd name="T104" fmla="*/ 1715 w 2066"/>
                <ns1:gd name="T105" fmla="*/ 840 h 1718"/>
                <ns1:gd name="T106" fmla="*/ 1982 w 2066"/>
                <ns1:gd name="T107" fmla="*/ 1041 h 1718"/>
                <ns1:gd name="T108" fmla="*/ 1993 w 2066"/>
                <ns1:gd name="T109" fmla="*/ 1097 h 1718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  <ns1:cxn ang="0">
                  <ns1:pos x="T30" y="T31"/>
                </ns1:cxn>
                <ns1:cxn ang="0">
                  <ns1:pos x="T32" y="T33"/>
                </ns1:cxn>
                <ns1:cxn ang="0">
                  <ns1:pos x="T34" y="T35"/>
                </ns1:cxn>
                <ns1:cxn ang="0">
                  <ns1:pos x="T36" y="T37"/>
                </ns1:cxn>
                <ns1:cxn ang="0">
                  <ns1:pos x="T38" y="T39"/>
                </ns1:cxn>
                <ns1:cxn ang="0">
                  <ns1:pos x="T40" y="T41"/>
                </ns1:cxn>
                <ns1:cxn ang="0">
                  <ns1:pos x="T42" y="T43"/>
                </ns1:cxn>
                <ns1:cxn ang="0">
                  <ns1:pos x="T44" y="T45"/>
                </ns1:cxn>
                <ns1:cxn ang="0">
                  <ns1:pos x="T46" y="T47"/>
                </ns1:cxn>
                <ns1:cxn ang="0">
                  <ns1:pos x="T48" y="T49"/>
                </ns1:cxn>
                <ns1:cxn ang="0">
                  <ns1:pos x="T50" y="T51"/>
                </ns1:cxn>
                <ns1:cxn ang="0">
                  <ns1:pos x="T52" y="T53"/>
                </ns1:cxn>
                <ns1:cxn ang="0">
                  <ns1:pos x="T54" y="T55"/>
                </ns1:cxn>
                <ns1:cxn ang="0">
                  <ns1:pos x="T56" y="T57"/>
                </ns1:cxn>
                <ns1:cxn ang="0">
                  <ns1:pos x="T58" y="T59"/>
                </ns1:cxn>
                <ns1:cxn ang="0">
                  <ns1:pos x="T60" y="T61"/>
                </ns1:cxn>
                <ns1:cxn ang="0">
                  <ns1:pos x="T62" y="T63"/>
                </ns1:cxn>
                <ns1:cxn ang="0">
                  <ns1:pos x="T64" y="T65"/>
                </ns1:cxn>
                <ns1:cxn ang="0">
                  <ns1:pos x="T66" y="T67"/>
                </ns1:cxn>
                <ns1:cxn ang="0">
                  <ns1:pos x="T68" y="T69"/>
                </ns1:cxn>
                <ns1:cxn ang="0">
                  <ns1:pos x="T70" y="T71"/>
                </ns1:cxn>
                <ns1:cxn ang="0">
                  <ns1:pos x="T72" y="T73"/>
                </ns1:cxn>
                <ns1:cxn ang="0">
                  <ns1:pos x="T74" y="T75"/>
                </ns1:cxn>
                <ns1:cxn ang="0">
                  <ns1:pos x="T76" y="T77"/>
                </ns1:cxn>
                <ns1:cxn ang="0">
                  <ns1:pos x="T78" y="T79"/>
                </ns1:cxn>
                <ns1:cxn ang="0">
                  <ns1:pos x="T80" y="T81"/>
                </ns1:cxn>
                <ns1:cxn ang="0">
                  <ns1:pos x="T82" y="T83"/>
                </ns1:cxn>
                <ns1:cxn ang="0">
                  <ns1:pos x="T84" y="T85"/>
                </ns1:cxn>
                <ns1:cxn ang="0">
                  <ns1:pos x="T86" y="T87"/>
                </ns1:cxn>
                <ns1:cxn ang="0">
                  <ns1:pos x="T88" y="T89"/>
                </ns1:cxn>
                <ns1:cxn ang="0">
                  <ns1:pos x="T90" y="T91"/>
                </ns1:cxn>
                <ns1:cxn ang="0">
                  <ns1:pos x="T92" y="T93"/>
                </ns1:cxn>
                <ns1:cxn ang="0">
                  <ns1:pos x="T94" y="T95"/>
                </ns1:cxn>
                <ns1:cxn ang="0">
                  <ns1:pos x="T96" y="T97"/>
                </ns1:cxn>
                <ns1:cxn ang="0">
                  <ns1:pos x="T98" y="T99"/>
                </ns1:cxn>
                <ns1:cxn ang="0">
                  <ns1:pos x="T100" y="T101"/>
                </ns1:cxn>
                <ns1:cxn ang="0">
                  <ns1:pos x="T102" y="T103"/>
                </ns1:cxn>
                <ns1:cxn ang="0">
                  <ns1:pos x="T104" y="T105"/>
                </ns1:cxn>
                <ns1:cxn ang="0">
                  <ns1:pos x="T106" y="T107"/>
                </ns1:cxn>
                <ns1:cxn ang="0">
                  <ns1:pos x="T108" y="T109"/>
                </ns1:cxn>
              </ns1:cxnLst>
              <ns1:rect l="0" t="0" r="r" b="b"/>
              <ns1:pathLst>
                <ns1:path w="2066" h="1718">
                  <ns1:moveTo>
                    <ns1:pt x="2024" y="999"/>
                  </ns1:moveTo>
                  <ns1:cubicBezTo>
                    <ns1:pt x="1869" y="844"/>
                    <ns1:pt x="1869" y="844"/>
                    <ns1:pt x="1869" y="844"/>
                  </ns1:cubicBezTo>
                  <ns1:cubicBezTo>
                    <ns1:pt x="1828" y="803"/>
                    <ns1:pt x="1773" y="780"/>
                    <ns1:pt x="1715" y="780"/>
                  </ns1:cubicBezTo>
                  <ns1:cubicBezTo>
                    <ns1:pt x="1481" y="780"/>
                    <ns1:pt x="1481" y="780"/>
                    <ns1:pt x="1481" y="780"/>
                  </ns1:cubicBezTo>
                  <ns1:cubicBezTo>
                    <ns1:pt x="1481" y="703"/>
                    <ns1:pt x="1481" y="632"/>
                    <ns1:pt x="1480" y="592"/>
                  </ns1:cubicBezTo>
                  <ns1:cubicBezTo>
                    <ns1:pt x="1480" y="592"/>
                    <ns1:pt x="1660" y="658"/>
                    <ns1:pt x="1714" y="505"/>
                  </ns1:cubicBezTo>
                  <ns1:cubicBezTo>
                    <ns1:pt x="1754" y="402"/>
                    <ns1:pt x="1754" y="402"/>
                    <ns1:pt x="1754" y="402"/>
                  </ns1:cubicBezTo>
                  <ns1:cubicBezTo>
                    <ns1:pt x="1770" y="361"/>
                    <ns1:pt x="1768" y="315"/>
                    <ns1:pt x="1749" y="276"/>
                  </ns1:cubicBezTo>
                  <ns1:cubicBezTo>
                    <ns1:pt x="1730" y="237"/>
                    <ns1:pt x="1695" y="207"/>
                    <ns1:pt x="1654" y="194"/>
                  </ns1:cubicBezTo>
                  <ns1:cubicBezTo>
                    <ns1:pt x="1368" y="104"/>
                    <ns1:pt x="1368" y="104"/>
                    <ns1:pt x="1368" y="104"/>
                  </ns1:cubicBezTo>
                  <ns1:cubicBezTo>
                    <ns1:pt x="1366" y="88"/>
                    <ns1:pt x="1360" y="72"/>
                    <ns1:pt x="1350" y="58"/>
                  </ns1:cubicBezTo>
                  <ns1:cubicBezTo>
                    <ns1:pt x="1317" y="11"/>
                    <ns1:pt x="1253" y="0"/>
                    <ns1:pt x="1206" y="32"/>
                  </ns1:cubicBezTo>
                  <ns1:cubicBezTo>
                    <ns1:pt x="1103" y="105"/>
                    <ns1:pt x="963" y="105"/>
                    <ns1:pt x="860" y="32"/>
                  </ns1:cubicBezTo>
                  <ns1:cubicBezTo>
                    <ns1:pt x="813" y="0"/>
                    <ns1:pt x="749" y="11"/>
                    <ns1:pt x="716" y="58"/>
                  </ns1:cubicBezTo>
                  <ns1:cubicBezTo>
                    <ns1:pt x="706" y="72"/>
                    <ns1:pt x="700" y="88"/>
                    <ns1:pt x="698" y="104"/>
                  </ns1:cubicBezTo>
                  <ns1:cubicBezTo>
                    <ns1:pt x="586" y="139"/>
                    <ns1:pt x="586" y="139"/>
                    <ns1:pt x="586" y="139"/>
                  </ns1:cubicBezTo>
                  <ns1:cubicBezTo>
                    <ns1:pt x="570" y="144"/>
                    <ns1:pt x="561" y="161"/>
                    <ns1:pt x="566" y="177"/>
                  </ns1:cubicBezTo>
                  <ns1:cubicBezTo>
                    <ns1:pt x="570" y="190"/>
                    <ns1:pt x="586" y="201"/>
                    <ns1:pt x="604" y="197"/>
                  </ns1:cubicBezTo>
                  <ns1:cubicBezTo>
                    <ns1:pt x="708" y="164"/>
                    <ns1:pt x="708" y="164"/>
                    <ns1:pt x="708" y="164"/>
                  </ns1:cubicBezTo>
                  <ns1:cubicBezTo>
                    <ns1:pt x="716" y="179"/>
                    <ns1:pt x="727" y="192"/>
                    <ns1:pt x="741" y="201"/>
                  </ns1:cubicBezTo>
                  <ns1:cubicBezTo>
                    <ns1:pt x="827" y="262"/>
                    <ns1:pt x="928" y="293"/>
                    <ns1:pt x="1033" y="293"/>
                  </ns1:cubicBezTo>
                  <ns1:cubicBezTo>
                    <ns1:pt x="1138" y="293"/>
                    <ns1:pt x="1239" y="262"/>
                    <ns1:pt x="1325" y="201"/>
                  </ns1:cubicBezTo>
                  <ns1:cubicBezTo>
                    <ns1:pt x="1339" y="192"/>
                    <ns1:pt x="1350" y="179"/>
                    <ns1:pt x="1358" y="164"/>
                  </ns1:cubicBezTo>
                  <ns1:cubicBezTo>
                    <ns1:pt x="1636" y="251"/>
                    <ns1:pt x="1636" y="251"/>
                    <ns1:pt x="1636" y="251"/>
                  </ns1:cubicBezTo>
                  <ns1:cubicBezTo>
                    <ns1:pt x="1662" y="259"/>
                    <ns1:pt x="1683" y="277"/>
                    <ns1:pt x="1695" y="302"/>
                  </ns1:cubicBezTo>
                  <ns1:cubicBezTo>
                    <ns1:pt x="1707" y="327"/>
                    <ns1:pt x="1708" y="355"/>
                    <ns1:pt x="1698" y="380"/>
                  </ns1:cubicBezTo>
                  <ns1:cubicBezTo>
                    <ns1:pt x="1658" y="483"/>
                    <ns1:pt x="1658" y="483"/>
                    <ns1:pt x="1658" y="483"/>
                  </ns1:cubicBezTo>
                  <ns1:cubicBezTo>
                    <ns1:pt x="1641" y="529"/>
                    <ns1:pt x="1594" y="554"/>
                    <ns1:pt x="1546" y="544"/>
                  </ns1:cubicBezTo>
                  <ns1:cubicBezTo>
                    <ns1:pt x="1456" y="525"/>
                    <ns1:pt x="1456" y="525"/>
                    <ns1:pt x="1456" y="525"/>
                  </ns1:cubicBezTo>
                  <ns1:cubicBezTo>
                    <ns1:pt x="1439" y="523"/>
                    <ns1:pt x="1421" y="528"/>
                    <ns1:pt x="1420" y="555"/>
                  </ns1:cubicBezTo>
                  <ns1:cubicBezTo>
                    <ns1:pt x="1420" y="556"/>
                    <ns1:pt x="1421" y="659"/>
                    <ns1:pt x="1421" y="780"/>
                  </ns1:cubicBezTo>
                  <ns1:cubicBezTo>
                    <ns1:pt x="645" y="780"/>
                    <ns1:pt x="645" y="780"/>
                    <ns1:pt x="645" y="780"/>
                  </ns1:cubicBezTo>
                  <ns1:cubicBezTo>
                    <ns1:pt x="645" y="659"/>
                    <ns1:pt x="646" y="556"/>
                    <ns1:pt x="646" y="555"/>
                  </ns1:cubicBezTo>
                  <ns1:cubicBezTo>
                    <ns1:pt x="646" y="531"/>
                    <ns1:pt x="632" y="521"/>
                    <ns1:pt x="610" y="525"/>
                  </ns1:cubicBezTo>
                  <ns1:cubicBezTo>
                    <ns1:pt x="520" y="544"/>
                    <ns1:pt x="520" y="544"/>
                    <ns1:pt x="520" y="544"/>
                  </ns1:cubicBezTo>
                  <ns1:cubicBezTo>
                    <ns1:pt x="472" y="554"/>
                    <ns1:pt x="425" y="529"/>
                    <ns1:pt x="408" y="483"/>
                  </ns1:cubicBezTo>
                  <ns1:cubicBezTo>
                    <ns1:pt x="368" y="380"/>
                    <ns1:pt x="368" y="380"/>
                    <ns1:pt x="368" y="380"/>
                  </ns1:cubicBezTo>
                  <ns1:cubicBezTo>
                    <ns1:pt x="358" y="355"/>
                    <ns1:pt x="359" y="327"/>
                    <ns1:pt x="371" y="302"/>
                  </ns1:cubicBezTo>
                  <ns1:cubicBezTo>
                    <ns1:pt x="383" y="277"/>
                    <ns1:pt x="404" y="259"/>
                    <ns1:pt x="430" y="251"/>
                  </ns1:cubicBezTo>
                  <ns1:cubicBezTo>
                    <ns1:pt x="482" y="235"/>
                    <ns1:pt x="482" y="235"/>
                    <ns1:pt x="482" y="235"/>
                  </ns1:cubicBezTo>
                  <ns1:cubicBezTo>
                    <ns1:pt x="498" y="230"/>
                    <ns1:pt x="506" y="213"/>
                    <ns1:pt x="501" y="197"/>
                  </ns1:cubicBezTo>
                  <ns1:cubicBezTo>
                    <ns1:pt x="497" y="182"/>
                    <ns1:pt x="480" y="173"/>
                    <ns1:pt x="464" y="178"/>
                  </ns1:cubicBezTo>
                  <ns1:cubicBezTo>
                    <ns1:pt x="412" y="194"/>
                    <ns1:pt x="412" y="194"/>
                    <ns1:pt x="412" y="194"/>
                  </ns1:cubicBezTo>
                  <ns1:cubicBezTo>
                    <ns1:pt x="371" y="207"/>
                    <ns1:pt x="336" y="237"/>
                    <ns1:pt x="317" y="276"/>
                  </ns1:cubicBezTo>
                  <ns1:cubicBezTo>
                    <ns1:pt x="298" y="315"/>
                    <ns1:pt x="296" y="361"/>
                    <ns1:pt x="312" y="402"/>
                  </ns1:cubicBezTo>
                  <ns1:cubicBezTo>
                    <ns1:pt x="352" y="505"/>
                    <ns1:pt x="352" y="505"/>
                    <ns1:pt x="352" y="505"/>
                  </ns1:cubicBezTo>
                  <ns1:cubicBezTo>
                    <ns1:pt x="416" y="666"/>
                    <ns1:pt x="586" y="592"/>
                    <ns1:pt x="586" y="592"/>
                  </ns1:cubicBezTo>
                  <ns1:cubicBezTo>
                    <ns1:pt x="585" y="780"/>
                    <ns1:pt x="585" y="780"/>
                    <ns1:pt x="585" y="780"/>
                  </ns1:cubicBezTo>
                  <ns1:cubicBezTo>
                    <ns1:pt x="351" y="780"/>
                    <ns1:pt x="351" y="780"/>
                    <ns1:pt x="351" y="780"/>
                  </ns1:cubicBezTo>
                  <ns1:cubicBezTo>
                    <ns1:pt x="293" y="780"/>
                    <ns1:pt x="238" y="803"/>
                    <ns1:pt x="197" y="844"/>
                  </ns1:cubicBezTo>
                  <ns1:cubicBezTo>
                    <ns1:pt x="42" y="999"/>
                    <ns1:pt x="42" y="999"/>
                    <ns1:pt x="42" y="999"/>
                  </ns1:cubicBezTo>
                  <ns1:cubicBezTo>
                    <ns1:pt x="9" y="1031"/>
                    <ns1:pt x="0" y="1078"/>
                    <ns1:pt x="18" y="1120"/>
                  </ns1:cubicBezTo>
                  <ns1:cubicBezTo>
                    <ns1:pt x="35" y="1162"/>
                    <ns1:pt x="75" y="1189"/>
                    <ns1:pt x="121" y="1189"/>
                  </ns1:cubicBezTo>
                  <ns1:cubicBezTo>
                    <ns1:pt x="243" y="1189"/>
                    <ns1:pt x="243" y="1189"/>
                    <ns1:pt x="243" y="1189"/>
                  </ns1:cubicBezTo>
                  <ns1:cubicBezTo>
                    <ns1:pt x="243" y="1535"/>
                    <ns1:pt x="243" y="1535"/>
                    <ns1:pt x="243" y="1535"/>
                  </ns1:cubicBezTo>
                  <ns1:cubicBezTo>
                    <ns1:pt x="243" y="1636"/>
                    <ns1:pt x="325" y="1718"/>
                    <ns1:pt x="426" y="1718"/>
                  </ns1:cubicBezTo>
                  <ns1:cubicBezTo>
                    <ns1:pt x="1640" y="1718"/>
                    <ns1:pt x="1640" y="1718"/>
                    <ns1:pt x="1640" y="1718"/>
                  </ns1:cubicBezTo>
                  <ns1:cubicBezTo>
                    <ns1:pt x="1741" y="1718"/>
                    <ns1:pt x="1823" y="1636"/>
                    <ns1:pt x="1823" y="1535"/>
                  </ns1:cubicBezTo>
                  <ns1:cubicBezTo>
                    <ns1:pt x="1823" y="1186"/>
                    <ns1:pt x="1823" y="1186"/>
                    <ns1:pt x="1823" y="1186"/>
                  </ns1:cubicBezTo>
                  <ns1:cubicBezTo>
                    <ns1:pt x="1834" y="1188"/>
                    <ns1:pt x="1846" y="1189"/>
                    <ns1:pt x="1858" y="1189"/>
                  </ns1:cubicBezTo>
                  <ns1:cubicBezTo>
                    <ns1:pt x="1945" y="1189"/>
                    <ns1:pt x="1945" y="1189"/>
                    <ns1:pt x="1945" y="1189"/>
                  </ns1:cubicBezTo>
                  <ns1:cubicBezTo>
                    <ns1:pt x="1991" y="1189"/>
                    <ns1:pt x="2031" y="1162"/>
                    <ns1:pt x="2048" y="1120"/>
                  </ns1:cubicBezTo>
                  <ns1:cubicBezTo>
                    <ns1:pt x="2066" y="1078"/>
                    <ns1:pt x="2057" y="1031"/>
                    <ns1:pt x="2024" y="999"/>
                  </ns1:cubicBezTo>
                  <ns1:close/>
                  <ns1:moveTo>
                    <ns1:pt x="1291" y="152"/>
                  </ns1:moveTo>
                  <ns1:cubicBezTo>
                    <ns1:pt x="1215" y="205"/>
                    <ns1:pt x="1126" y="233"/>
                    <ns1:pt x="1033" y="233"/>
                  </ns1:cubicBezTo>
                  <ns1:cubicBezTo>
                    <ns1:pt x="940" y="233"/>
                    <ns1:pt x="851" y="205"/>
                    <ns1:pt x="775" y="152"/>
                  </ns1:cubicBezTo>
                  <ns1:cubicBezTo>
                    <ns1:pt x="756" y="139"/>
                    <ns1:pt x="751" y="111"/>
                    <ns1:pt x="765" y="92"/>
                  </ns1:cubicBezTo>
                  <ns1:cubicBezTo>
                    <ns1:pt x="784" y="65"/>
                    <ns1:pt x="818" y="76"/>
                    <ns1:pt x="825" y="82"/>
                  </ns1:cubicBezTo>
                  <ns1:cubicBezTo>
                    <ns1:pt x="949" y="169"/>
                    <ns1:pt x="1117" y="169"/>
                    <ns1:pt x="1241" y="82"/>
                  </ns1:cubicBezTo>
                  <ns1:cubicBezTo>
                    <ns1:pt x="1260" y="68"/>
                    <ns1:pt x="1287" y="73"/>
                    <ns1:pt x="1301" y="92"/>
                  </ns1:cubicBezTo>
                  <ns1:cubicBezTo>
                    <ns1:pt x="1321" y="119"/>
                    <ns1:pt x="1300" y="146"/>
                    <ns1:pt x="1291" y="152"/>
                  </ns1:cubicBezTo>
                  <ns1:close/>
                  <ns1:moveTo>
                    <ns1:pt x="73" y="1097"/>
                  </ns1:moveTo>
                  <ns1:cubicBezTo>
                    <ns1:pt x="65" y="1077"/>
                    <ns1:pt x="69" y="1056"/>
                    <ns1:pt x="84" y="1041"/>
                  </ns1:cubicBezTo>
                  <ns1:cubicBezTo>
                    <ns1:pt x="239" y="886"/>
                    <ns1:pt x="239" y="886"/>
                    <ns1:pt x="239" y="886"/>
                  </ns1:cubicBezTo>
                  <ns1:cubicBezTo>
                    <ns1:pt x="269" y="856"/>
                    <ns1:pt x="309" y="840"/>
                    <ns1:pt x="351" y="840"/>
                  </ns1:cubicBezTo>
                  <ns1:cubicBezTo>
                    <ns1:pt x="1356" y="840"/>
                    <ns1:pt x="1356" y="840"/>
                    <ns1:pt x="1356" y="840"/>
                  </ns1:cubicBezTo>
                  <ns1:cubicBezTo>
                    <ns1:pt x="1116" y="1081"/>
                    <ns1:pt x="1116" y="1081"/>
                    <ns1:pt x="1116" y="1081"/>
                  </ns1:cubicBezTo>
                  <ns1:cubicBezTo>
                    <ns1:pt x="1085" y="1112"/>
                    <ns1:pt x="1044" y="1129"/>
                    <ns1:pt x="1000" y="1129"/>
                  </ns1:cubicBezTo>
                  <ns1:cubicBezTo>
                    <ns1:pt x="121" y="1129"/>
                    <ns1:pt x="121" y="1129"/>
                    <ns1:pt x="121" y="1129"/>
                  </ns1:cubicBezTo>
                  <ns1:cubicBezTo>
                    <ns1:pt x="99" y="1129"/>
                    <ns1:pt x="81" y="1117"/>
                    <ns1:pt x="73" y="1097"/>
                  </ns1:cubicBezTo>
                  <ns1:close/>
                  <ns1:moveTo>
                    <ns1:pt x="426" y="1658"/>
                  </ns1:moveTo>
                  <ns1:cubicBezTo>
                    <ns1:pt x="358" y="1658"/>
                    <ns1:pt x="303" y="1603"/>
                    <ns1:pt x="303" y="1535"/>
                  </ns1:cubicBezTo>
                  <ns1:cubicBezTo>
                    <ns1:pt x="303" y="1189"/>
                    <ns1:pt x="303" y="1189"/>
                    <ns1:pt x="303" y="1189"/>
                  </ns1:cubicBezTo>
                  <ns1:cubicBezTo>
                    <ns1:pt x="1000" y="1189"/>
                    <ns1:pt x="1000" y="1189"/>
                    <ns1:pt x="1000" y="1189"/>
                  </ns1:cubicBezTo>
                  <ns1:cubicBezTo>
                    <ns1:pt x="1060" y="1189"/>
                    <ns1:pt x="1116" y="1165"/>
                    <ns1:pt x="1158" y="1123"/>
                  </ns1:cubicBezTo>
                  <ns1:cubicBezTo>
                    <ns1:pt x="1399" y="882"/>
                    <ns1:pt x="1399" y="882"/>
                    <ns1:pt x="1399" y="882"/>
                  </ns1:cubicBezTo>
                  <ns1:cubicBezTo>
                    <ns1:pt x="1399" y="1658"/>
                    <ns1:pt x="1399" y="1658"/>
                    <ns1:pt x="1399" y="1658"/>
                  </ns1:cubicBezTo>
                  <ns1:lnTo>
                    <ns1:pt x="426" y="1658"/>
                  </ns1:lnTo>
                  <ns1:close/>
                  <ns1:moveTo>
                    <ns1:pt x="1993" y="1097"/>
                  </ns1:moveTo>
                  <ns1:cubicBezTo>
                    <ns1:pt x="1985" y="1117"/>
                    <ns1:pt x="1967" y="1129"/>
                    <ns1:pt x="1945" y="1129"/>
                  </ns1:cubicBezTo>
                  <ns1:cubicBezTo>
                    <ns1:pt x="1858" y="1129"/>
                    <ns1:pt x="1858" y="1129"/>
                    <ns1:pt x="1858" y="1129"/>
                  </ns1:cubicBezTo>
                  <ns1:cubicBezTo>
                    <ns1:pt x="1814" y="1129"/>
                    <ns1:pt x="1773" y="1112"/>
                    <ns1:pt x="1742" y="1081"/>
                  </ns1:cubicBezTo>
                  <ns1:cubicBezTo>
                    <ns1:pt x="1696" y="1035"/>
                    <ns1:pt x="1696" y="1035"/>
                    <ns1:pt x="1696" y="1035"/>
                  </ns1:cubicBezTo>
                  <ns1:cubicBezTo>
                    <ns1:pt x="1685" y="1024"/>
                    <ns1:pt x="1666" y="1024"/>
                    <ns1:pt x="1654" y="1035"/>
                  </ns1:cubicBezTo>
                  <ns1:cubicBezTo>
                    <ns1:pt x="1642" y="1047"/>
                    <ns1:pt x="1642" y="1066"/>
                    <ns1:pt x="1654" y="1078"/>
                  </ns1:cubicBezTo>
                  <ns1:cubicBezTo>
                    <ns1:pt x="1699" y="1123"/>
                    <ns1:pt x="1699" y="1123"/>
                    <ns1:pt x="1699" y="1123"/>
                  </ns1:cubicBezTo>
                  <ns1:cubicBezTo>
                    <ns1:pt x="1718" y="1142"/>
                    <ns1:pt x="1740" y="1157"/>
                    <ns1:pt x="1763" y="1168"/>
                  </ns1:cubicBezTo>
                  <ns1:cubicBezTo>
                    <ns1:pt x="1763" y="1535"/>
                    <ns1:pt x="1763" y="1535"/>
                    <ns1:pt x="1763" y="1535"/>
                  </ns1:cubicBezTo>
                  <ns1:cubicBezTo>
                    <ns1:pt x="1763" y="1603"/>
                    <ns1:pt x="1708" y="1658"/>
                    <ns1:pt x="1640" y="1658"/>
                  </ns1:cubicBezTo>
                  <ns1:cubicBezTo>
                    <ns1:pt x="1459" y="1658"/>
                    <ns1:pt x="1459" y="1658"/>
                    <ns1:pt x="1459" y="1658"/>
                  </ns1:cubicBezTo>
                  <ns1:cubicBezTo>
                    <ns1:pt x="1459" y="882"/>
                    <ns1:pt x="1459" y="882"/>
                    <ns1:pt x="1459" y="882"/>
                  </ns1:cubicBezTo>
                  <ns1:cubicBezTo>
                    <ns1:pt x="1570" y="994"/>
                    <ns1:pt x="1570" y="994"/>
                    <ns1:pt x="1570" y="994"/>
                  </ns1:cubicBezTo>
                  <ns1:cubicBezTo>
                    <ns1:pt x="1582" y="1005"/>
                    <ns1:pt x="1601" y="1005"/>
                    <ns1:pt x="1612" y="994"/>
                  </ns1:cubicBezTo>
                  <ns1:cubicBezTo>
                    <ns1:pt x="1624" y="982"/>
                    <ns1:pt x="1624" y="963"/>
                    <ns1:pt x="1612" y="951"/>
                  </ns1:cubicBezTo>
                  <ns1:cubicBezTo>
                    <ns1:pt x="1501" y="840"/>
                    <ns1:pt x="1501" y="840"/>
                    <ns1:pt x="1501" y="840"/>
                  </ns1:cubicBezTo>
                  <ns1:cubicBezTo>
                    <ns1:pt x="1715" y="840"/>
                    <ns1:pt x="1715" y="840"/>
                    <ns1:pt x="1715" y="840"/>
                  </ns1:cubicBezTo>
                  <ns1:cubicBezTo>
                    <ns1:pt x="1757" y="840"/>
                    <ns1:pt x="1797" y="856"/>
                    <ns1:pt x="1827" y="886"/>
                  </ns1:cubicBezTo>
                  <ns1:cubicBezTo>
                    <ns1:pt x="1982" y="1041"/>
                    <ns1:pt x="1982" y="1041"/>
                    <ns1:pt x="1982" y="1041"/>
                  </ns1:cubicBezTo>
                  <ns1:cubicBezTo>
                    <ns1:pt x="1997" y="1056"/>
                    <ns1:pt x="2001" y="1077"/>
                    <ns1:pt x="1993" y="1097"/>
                  </ns1:cubicBezTo>
                  <ns1:close/>
                  <ns1:moveTo>
                    <ns1:pt x="1993" y="1097"/>
                  </ns1:moveTo>
                  <ns1:cubicBezTo>
                    <ns1:pt x="1993" y="1097"/>
                    <ns1:pt x="1993" y="1097"/>
                    <ns1:pt x="1993" y="1097"/>
                  </ns1:cubicBezTo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3:hiddenLine w="9525">
                  <ns1:solidFill>
                    <ns1:srgbClr val="000000"/>
                  </ns1:solidFill>
                  <ns1:round/>
                  <ns1:headEnd/>
                  <ns1:tailEnd/>
                </ns3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en-US"/>
            </ns1:p>
          </ns0:txBody>
        </ns0:sp>
        <ns0:sp>
          <ns0:nvSpPr>
            <ns0:cNvPr id="40" name="Freeform 33">
              <ns1:extLst>
                <ns1:ext uri="{FF2B5EF4-FFF2-40B4-BE49-F238E27FC236}">
                  <ns2:creationId id="{A31DFADD-8801-4352-8E23-3E68BC713849}"/>
                </ns1:ext>
              </ns1:extLst>
            </ns0:cNvPr>
            <ns0:cNvSpPr>
              <ns1:spLocks noEditPoints="1"/>
            </ns0:cNvSpPr>
            <ns0:nvPr/>
          </ns0:nvSpPr>
          <ns0:spPr bwMode="auto">
            <ns1:xfrm>
              <ns1:off x="1612" y="3"/>
              <ns1:ext cx="734" cy="734"/>
            </ns1:xfrm>
            <ns1:custGeom>
              <ns1:avLst/>
              <ns1:gdLst>
                <ns1:gd name="T0" fmla="*/ 31 w 300"/>
                <ns1:gd name="T1" fmla="*/ 203 h 300"/>
                <ns1:gd name="T2" fmla="*/ 51 w 300"/>
                <ns1:gd name="T3" fmla="*/ 214 h 300"/>
                <ns1:gd name="T4" fmla="*/ 87 w 300"/>
                <ns1:gd name="T5" fmla="*/ 249 h 300"/>
                <ns1:gd name="T6" fmla="*/ 98 w 300"/>
                <ns1:gd name="T7" fmla="*/ 269 h 300"/>
                <ns1:gd name="T8" fmla="*/ 150 w 300"/>
                <ns1:gd name="T9" fmla="*/ 300 h 300"/>
                <ns1:gd name="T10" fmla="*/ 202 w 300"/>
                <ns1:gd name="T11" fmla="*/ 269 h 300"/>
                <ns1:gd name="T12" fmla="*/ 213 w 300"/>
                <ns1:gd name="T13" fmla="*/ 249 h 300"/>
                <ns1:gd name="T14" fmla="*/ 249 w 300"/>
                <ns1:gd name="T15" fmla="*/ 214 h 300"/>
                <ns1:gd name="T16" fmla="*/ 269 w 300"/>
                <ns1:gd name="T17" fmla="*/ 203 h 300"/>
                <ns1:gd name="T18" fmla="*/ 300 w 300"/>
                <ns1:gd name="T19" fmla="*/ 150 h 300"/>
                <ns1:gd name="T20" fmla="*/ 269 w 300"/>
                <ns1:gd name="T21" fmla="*/ 98 h 300"/>
                <ns1:gd name="T22" fmla="*/ 249 w 300"/>
                <ns1:gd name="T23" fmla="*/ 87 h 300"/>
                <ns1:gd name="T24" fmla="*/ 213 w 300"/>
                <ns1:gd name="T25" fmla="*/ 51 h 300"/>
                <ns1:gd name="T26" fmla="*/ 202 w 300"/>
                <ns1:gd name="T27" fmla="*/ 31 h 300"/>
                <ns1:gd name="T28" fmla="*/ 150 w 300"/>
                <ns1:gd name="T29" fmla="*/ 0 h 300"/>
                <ns1:gd name="T30" fmla="*/ 98 w 300"/>
                <ns1:gd name="T31" fmla="*/ 31 h 300"/>
                <ns1:gd name="T32" fmla="*/ 87 w 300"/>
                <ns1:gd name="T33" fmla="*/ 51 h 300"/>
                <ns1:gd name="T34" fmla="*/ 51 w 300"/>
                <ns1:gd name="T35" fmla="*/ 87 h 300"/>
                <ns1:gd name="T36" fmla="*/ 31 w 300"/>
                <ns1:gd name="T37" fmla="*/ 98 h 300"/>
                <ns1:gd name="T38" fmla="*/ 0 w 300"/>
                <ns1:gd name="T39" fmla="*/ 150 h 300"/>
                <ns1:gd name="T40" fmla="*/ 31 w 300"/>
                <ns1:gd name="T41" fmla="*/ 203 h 300"/>
                <ns1:gd name="T42" fmla="*/ 150 w 300"/>
                <ns1:gd name="T43" fmla="*/ 60 h 300"/>
                <ns1:gd name="T44" fmla="*/ 240 w 300"/>
                <ns1:gd name="T45" fmla="*/ 150 h 300"/>
                <ns1:gd name="T46" fmla="*/ 150 w 300"/>
                <ns1:gd name="T47" fmla="*/ 240 h 300"/>
                <ns1:gd name="T48" fmla="*/ 60 w 300"/>
                <ns1:gd name="T49" fmla="*/ 150 h 300"/>
                <ns1:gd name="T50" fmla="*/ 150 w 300"/>
                <ns1:gd name="T51" fmla="*/ 60 h 300"/>
                <ns1:gd name="T52" fmla="*/ 150 w 300"/>
                <ns1:gd name="T53" fmla="*/ 60 h 300"/>
                <ns1:gd name="T54" fmla="*/ 150 w 300"/>
                <ns1:gd name="T55" fmla="*/ 60 h 300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  <ns1:cxn ang="0">
                  <ns1:pos x="T30" y="T31"/>
                </ns1:cxn>
                <ns1:cxn ang="0">
                  <ns1:pos x="T32" y="T33"/>
                </ns1:cxn>
                <ns1:cxn ang="0">
                  <ns1:pos x="T34" y="T35"/>
                </ns1:cxn>
                <ns1:cxn ang="0">
                  <ns1:pos x="T36" y="T37"/>
                </ns1:cxn>
                <ns1:cxn ang="0">
                  <ns1:pos x="T38" y="T39"/>
                </ns1:cxn>
                <ns1:cxn ang="0">
                  <ns1:pos x="T40" y="T41"/>
                </ns1:cxn>
                <ns1:cxn ang="0">
                  <ns1:pos x="T42" y="T43"/>
                </ns1:cxn>
                <ns1:cxn ang="0">
                  <ns1:pos x="T44" y="T45"/>
                </ns1:cxn>
                <ns1:cxn ang="0">
                  <ns1:pos x="T46" y="T47"/>
                </ns1:cxn>
                <ns1:cxn ang="0">
                  <ns1:pos x="T48" y="T49"/>
                </ns1:cxn>
                <ns1:cxn ang="0">
                  <ns1:pos x="T50" y="T51"/>
                </ns1:cxn>
                <ns1:cxn ang="0">
                  <ns1:pos x="T52" y="T53"/>
                </ns1:cxn>
                <ns1:cxn ang="0">
                  <ns1:pos x="T54" y="T55"/>
                </ns1:cxn>
              </ns1:cxnLst>
              <ns1:rect l="0" t="0" r="r" b="b"/>
              <ns1:pathLst>
                <ns1:path w="300" h="300">
                  <ns1:moveTo>
                    <ns1:pt x="31" y="203"/>
                  </ns1:moveTo>
                  <ns1:cubicBezTo>
                    <ns1:pt x="51" y="214"/>
                    <ns1:pt x="51" y="214"/>
                    <ns1:pt x="51" y="214"/>
                  </ns1:cubicBezTo>
                  <ns1:cubicBezTo>
                    <ns1:pt x="66" y="222"/>
                    <ns1:pt x="78" y="234"/>
                    <ns1:pt x="87" y="249"/>
                  </ns1:cubicBezTo>
                  <ns1:cubicBezTo>
                    <ns1:pt x="98" y="269"/>
                    <ns1:pt x="98" y="269"/>
                    <ns1:pt x="98" y="269"/>
                  </ns1:cubicBezTo>
                  <ns1:cubicBezTo>
                    <ns1:pt x="108" y="289"/>
                    <ns1:pt x="128" y="300"/>
                    <ns1:pt x="150" y="300"/>
                  </ns1:cubicBezTo>
                  <ns1:cubicBezTo>
                    <ns1:pt x="172" y="300"/>
                    <ns1:pt x="192" y="289"/>
                    <ns1:pt x="202" y="269"/>
                  </ns1:cubicBezTo>
                  <ns1:cubicBezTo>
                    <ns1:pt x="213" y="249"/>
                    <ns1:pt x="213" y="249"/>
                    <ns1:pt x="213" y="249"/>
                  </ns1:cubicBezTo>
                  <ns1:cubicBezTo>
                    <ns1:pt x="222" y="234"/>
                    <ns1:pt x="234" y="222"/>
                    <ns1:pt x="249" y="214"/>
                  </ns1:cubicBezTo>
                  <ns1:cubicBezTo>
                    <ns1:pt x="269" y="203"/>
                    <ns1:pt x="269" y="203"/>
                    <ns1:pt x="269" y="203"/>
                  </ns1:cubicBezTo>
                  <ns1:cubicBezTo>
                    <ns1:pt x="288" y="192"/>
                    <ns1:pt x="300" y="172"/>
                    <ns1:pt x="300" y="150"/>
                  </ns1:cubicBezTo>
                  <ns1:cubicBezTo>
                    <ns1:pt x="300" y="128"/>
                    <ns1:pt x="288" y="108"/>
                    <ns1:pt x="269" y="98"/>
                  </ns1:cubicBezTo>
                  <ns1:cubicBezTo>
                    <ns1:pt x="249" y="87"/>
                    <ns1:pt x="249" y="87"/>
                    <ns1:pt x="249" y="87"/>
                  </ns1:cubicBezTo>
                  <ns1:cubicBezTo>
                    <ns1:pt x="234" y="79"/>
                    <ns1:pt x="222" y="66"/>
                    <ns1:pt x="213" y="51"/>
                  </ns1:cubicBezTo>
                  <ns1:cubicBezTo>
                    <ns1:pt x="202" y="31"/>
                    <ns1:pt x="202" y="31"/>
                    <ns1:pt x="202" y="31"/>
                  </ns1:cubicBezTo>
                  <ns1:cubicBezTo>
                    <ns1:pt x="192" y="12"/>
                    <ns1:pt x="172" y="0"/>
                    <ns1:pt x="150" y="0"/>
                  </ns1:cubicBezTo>
                  <ns1:cubicBezTo>
                    <ns1:pt x="128" y="0"/>
                    <ns1:pt x="108" y="12"/>
                    <ns1:pt x="98" y="31"/>
                  </ns1:cubicBezTo>
                  <ns1:cubicBezTo>
                    <ns1:pt x="87" y="51"/>
                    <ns1:pt x="87" y="51"/>
                    <ns1:pt x="87" y="51"/>
                  </ns1:cubicBezTo>
                  <ns1:cubicBezTo>
                    <ns1:pt x="78" y="66"/>
                    <ns1:pt x="66" y="79"/>
                    <ns1:pt x="51" y="87"/>
                  </ns1:cubicBezTo>
                  <ns1:cubicBezTo>
                    <ns1:pt x="31" y="98"/>
                    <ns1:pt x="31" y="98"/>
                    <ns1:pt x="31" y="98"/>
                  </ns1:cubicBezTo>
                  <ns1:cubicBezTo>
                    <ns1:pt x="12" y="108"/>
                    <ns1:pt x="0" y="128"/>
                    <ns1:pt x="0" y="150"/>
                  </ns1:cubicBezTo>
                  <ns1:cubicBezTo>
                    <ns1:pt x="0" y="172"/>
                    <ns1:pt x="12" y="192"/>
                    <ns1:pt x="31" y="203"/>
                  </ns1:cubicBezTo>
                  <ns1:close/>
                  <ns1:moveTo>
                    <ns1:pt x="150" y="60"/>
                  </ns1:moveTo>
                  <ns1:cubicBezTo>
                    <ns1:pt x="150" y="60"/>
                    <ns1:pt x="168" y="125"/>
                    <ns1:pt x="240" y="150"/>
                  </ns1:cubicBezTo>
                  <ns1:cubicBezTo>
                    <ns1:pt x="240" y="150"/>
                    <ns1:pt x="178" y="178"/>
                    <ns1:pt x="150" y="240"/>
                  </ns1:cubicBezTo>
                  <ns1:cubicBezTo>
                    <ns1:pt x="150" y="240"/>
                    <ns1:pt x="122" y="176"/>
                    <ns1:pt x="60" y="150"/>
                  </ns1:cubicBezTo>
                  <ns1:cubicBezTo>
                    <ns1:pt x="60" y="150"/>
                    <ns1:pt x="129" y="124"/>
                    <ns1:pt x="150" y="60"/>
                  </ns1:cubicBezTo>
                  <ns1:close/>
                  <ns1:moveTo>
                    <ns1:pt x="150" y="60"/>
                  </ns1:moveTo>
                  <ns1:cubicBezTo>
                    <ns1:pt x="150" y="60"/>
                    <ns1:pt x="150" y="60"/>
                    <ns1:pt x="150" y="60"/>
                  </ns1:cubicBezTo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3:hiddenLine w="9525">
                  <ns1:solidFill>
                    <ns1:srgbClr val="000000"/>
                  </ns1:solidFill>
                  <ns1:round/>
                  <ns1:headEnd/>
                  <ns1:tailEnd/>
                </ns3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en-US"/>
            </ns1:p>
          </ns0:txBody>
        </ns0:sp>
        <ns0:sp>
          <ns0:nvSpPr>
            <ns0:cNvPr id="41" name="Freeform 34">
              <ns1:extLst>
                <ns1:ext uri="{FF2B5EF4-FFF2-40B4-BE49-F238E27FC236}">
                  <ns2:creationId id="{BFB915A1-0B31-4138-9806-22D76950BB48}"/>
                </ns1:ext>
              </ns1:extLst>
            </ns0:cNvPr>
            <ns0:cNvSpPr>
              <ns1:spLocks noEditPoints="1"/>
            </ns0:cNvSpPr>
            <ns0:nvPr/>
          </ns0:nvSpPr>
          <ns0:spPr bwMode="auto">
            <ns1:xfrm>
              <ns1:off x="5395" y="1418"/>
              <ns1:ext cx="612" cy="612"/>
            </ns1:xfrm>
            <ns1:custGeom>
              <ns1:avLst/>
              <ns1:gdLst>
                <ns1:gd name="T0" fmla="*/ 78 w 250"/>
                <ns1:gd name="T1" fmla="*/ 28 h 250"/>
                <ns1:gd name="T2" fmla="*/ 70 w 250"/>
                <ns1:gd name="T3" fmla="*/ 44 h 250"/>
                <ns1:gd name="T4" fmla="*/ 44 w 250"/>
                <ns1:gd name="T5" fmla="*/ 70 h 250"/>
                <ns1:gd name="T6" fmla="*/ 28 w 250"/>
                <ns1:gd name="T7" fmla="*/ 78 h 250"/>
                <ns1:gd name="T8" fmla="*/ 0 w 250"/>
                <ns1:gd name="T9" fmla="*/ 125 h 250"/>
                <ns1:gd name="T10" fmla="*/ 28 w 250"/>
                <ns1:gd name="T11" fmla="*/ 172 h 250"/>
                <ns1:gd name="T12" fmla="*/ 44 w 250"/>
                <ns1:gd name="T13" fmla="*/ 181 h 250"/>
                <ns1:gd name="T14" fmla="*/ 70 w 250"/>
                <ns1:gd name="T15" fmla="*/ 206 h 250"/>
                <ns1:gd name="T16" fmla="*/ 78 w 250"/>
                <ns1:gd name="T17" fmla="*/ 222 h 250"/>
                <ns1:gd name="T18" fmla="*/ 125 w 250"/>
                <ns1:gd name="T19" fmla="*/ 250 h 250"/>
                <ns1:gd name="T20" fmla="*/ 172 w 250"/>
                <ns1:gd name="T21" fmla="*/ 222 h 250"/>
                <ns1:gd name="T22" fmla="*/ 181 w 250"/>
                <ns1:gd name="T23" fmla="*/ 206 h 250"/>
                <ns1:gd name="T24" fmla="*/ 206 w 250"/>
                <ns1:gd name="T25" fmla="*/ 181 h 250"/>
                <ns1:gd name="T26" fmla="*/ 222 w 250"/>
                <ns1:gd name="T27" fmla="*/ 172 h 250"/>
                <ns1:gd name="T28" fmla="*/ 250 w 250"/>
                <ns1:gd name="T29" fmla="*/ 125 h 250"/>
                <ns1:gd name="T30" fmla="*/ 222 w 250"/>
                <ns1:gd name="T31" fmla="*/ 78 h 250"/>
                <ns1:gd name="T32" fmla="*/ 206 w 250"/>
                <ns1:gd name="T33" fmla="*/ 70 h 250"/>
                <ns1:gd name="T34" fmla="*/ 181 w 250"/>
                <ns1:gd name="T35" fmla="*/ 44 h 250"/>
                <ns1:gd name="T36" fmla="*/ 172 w 250"/>
                <ns1:gd name="T37" fmla="*/ 28 h 250"/>
                <ns1:gd name="T38" fmla="*/ 125 w 250"/>
                <ns1:gd name="T39" fmla="*/ 0 h 250"/>
                <ns1:gd name="T40" fmla="*/ 78 w 250"/>
                <ns1:gd name="T41" fmla="*/ 28 h 250"/>
                <ns1:gd name="T42" fmla="*/ 125 w 250"/>
                <ns1:gd name="T43" fmla="*/ 68 h 250"/>
                <ns1:gd name="T44" fmla="*/ 182 w 250"/>
                <ns1:gd name="T45" fmla="*/ 125 h 250"/>
                <ns1:gd name="T46" fmla="*/ 125 w 250"/>
                <ns1:gd name="T47" fmla="*/ 182 h 250"/>
                <ns1:gd name="T48" fmla="*/ 68 w 250"/>
                <ns1:gd name="T49" fmla="*/ 125 h 250"/>
                <ns1:gd name="T50" fmla="*/ 125 w 250"/>
                <ns1:gd name="T51" fmla="*/ 68 h 250"/>
                <ns1:gd name="T52" fmla="*/ 125 w 250"/>
                <ns1:gd name="T53" fmla="*/ 68 h 250"/>
                <ns1:gd name="T54" fmla="*/ 125 w 250"/>
                <ns1:gd name="T55" fmla="*/ 68 h 250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  <ns1:cxn ang="0">
                  <ns1:pos x="T30" y="T31"/>
                </ns1:cxn>
                <ns1:cxn ang="0">
                  <ns1:pos x="T32" y="T33"/>
                </ns1:cxn>
                <ns1:cxn ang="0">
                  <ns1:pos x="T34" y="T35"/>
                </ns1:cxn>
                <ns1:cxn ang="0">
                  <ns1:pos x="T36" y="T37"/>
                </ns1:cxn>
                <ns1:cxn ang="0">
                  <ns1:pos x="T38" y="T39"/>
                </ns1:cxn>
                <ns1:cxn ang="0">
                  <ns1:pos x="T40" y="T41"/>
                </ns1:cxn>
                <ns1:cxn ang="0">
                  <ns1:pos x="T42" y="T43"/>
                </ns1:cxn>
                <ns1:cxn ang="0">
                  <ns1:pos x="T44" y="T45"/>
                </ns1:cxn>
                <ns1:cxn ang="0">
                  <ns1:pos x="T46" y="T47"/>
                </ns1:cxn>
                <ns1:cxn ang="0">
                  <ns1:pos x="T48" y="T49"/>
                </ns1:cxn>
                <ns1:cxn ang="0">
                  <ns1:pos x="T50" y="T51"/>
                </ns1:cxn>
                <ns1:cxn ang="0">
                  <ns1:pos x="T52" y="T53"/>
                </ns1:cxn>
                <ns1:cxn ang="0">
                  <ns1:pos x="T54" y="T55"/>
                </ns1:cxn>
              </ns1:cxnLst>
              <ns1:rect l="0" t="0" r="r" b="b"/>
              <ns1:pathLst>
                <ns1:path w="250" h="250">
                  <ns1:moveTo>
                    <ns1:pt x="78" y="28"/>
                  </ns1:moveTo>
                  <ns1:cubicBezTo>
                    <ns1:pt x="70" y="44"/>
                    <ns1:pt x="70" y="44"/>
                    <ns1:pt x="70" y="44"/>
                  </ns1:cubicBezTo>
                  <ns1:cubicBezTo>
                    <ns1:pt x="64" y="55"/>
                    <ns1:pt x="55" y="64"/>
                    <ns1:pt x="44" y="70"/>
                  </ns1:cubicBezTo>
                  <ns1:cubicBezTo>
                    <ns1:pt x="28" y="78"/>
                    <ns1:pt x="28" y="78"/>
                    <ns1:pt x="28" y="78"/>
                  </ns1:cubicBezTo>
                  <ns1:cubicBezTo>
                    <ns1:pt x="11" y="88"/>
                    <ns1:pt x="0" y="106"/>
                    <ns1:pt x="0" y="125"/>
                  </ns1:cubicBezTo>
                  <ns1:cubicBezTo>
                    <ns1:pt x="0" y="145"/>
                    <ns1:pt x="11" y="162"/>
                    <ns1:pt x="28" y="172"/>
                  </ns1:cubicBezTo>
                  <ns1:cubicBezTo>
                    <ns1:pt x="44" y="181"/>
                    <ns1:pt x="44" y="181"/>
                    <ns1:pt x="44" y="181"/>
                  </ns1:cubicBezTo>
                  <ns1:cubicBezTo>
                    <ns1:pt x="55" y="186"/>
                    <ns1:pt x="64" y="195"/>
                    <ns1:pt x="70" y="206"/>
                  </ns1:cubicBezTo>
                  <ns1:cubicBezTo>
                    <ns1:pt x="78" y="222"/>
                    <ns1:pt x="78" y="222"/>
                    <ns1:pt x="78" y="222"/>
                  </ns1:cubicBezTo>
                  <ns1:cubicBezTo>
                    <ns1:pt x="88" y="239"/>
                    <ns1:pt x="105" y="250"/>
                    <ns1:pt x="125" y="250"/>
                  </ns1:cubicBezTo>
                  <ns1:cubicBezTo>
                    <ns1:pt x="145" y="250"/>
                    <ns1:pt x="162" y="239"/>
                    <ns1:pt x="172" y="222"/>
                  </ns1:cubicBezTo>
                  <ns1:cubicBezTo>
                    <ns1:pt x="181" y="206"/>
                    <ns1:pt x="181" y="206"/>
                    <ns1:pt x="181" y="206"/>
                  </ns1:cubicBezTo>
                  <ns1:cubicBezTo>
                    <ns1:pt x="186" y="195"/>
                    <ns1:pt x="195" y="186"/>
                    <ns1:pt x="206" y="181"/>
                  </ns1:cubicBezTo>
                  <ns1:cubicBezTo>
                    <ns1:pt x="222" y="172"/>
                    <ns1:pt x="222" y="172"/>
                    <ns1:pt x="222" y="172"/>
                  </ns1:cubicBezTo>
                  <ns1:cubicBezTo>
                    <ns1:pt x="239" y="162"/>
                    <ns1:pt x="250" y="145"/>
                    <ns1:pt x="250" y="125"/>
                  </ns1:cubicBezTo>
                  <ns1:cubicBezTo>
                    <ns1:pt x="250" y="106"/>
                    <ns1:pt x="239" y="88"/>
                    <ns1:pt x="222" y="78"/>
                  </ns1:cubicBezTo>
                  <ns1:cubicBezTo>
                    <ns1:pt x="206" y="70"/>
                    <ns1:pt x="206" y="70"/>
                    <ns1:pt x="206" y="70"/>
                  </ns1:cubicBezTo>
                  <ns1:cubicBezTo>
                    <ns1:pt x="195" y="64"/>
                    <ns1:pt x="186" y="55"/>
                    <ns1:pt x="181" y="44"/>
                  </ns1:cubicBezTo>
                  <ns1:cubicBezTo>
                    <ns1:pt x="172" y="28"/>
                    <ns1:pt x="172" y="28"/>
                    <ns1:pt x="172" y="28"/>
                  </ns1:cubicBezTo>
                  <ns1:cubicBezTo>
                    <ns1:pt x="162" y="11"/>
                    <ns1:pt x="145" y="0"/>
                    <ns1:pt x="125" y="0"/>
                  </ns1:cubicBezTo>
                  <ns1:cubicBezTo>
                    <ns1:pt x="105" y="0"/>
                    <ns1:pt x="88" y="11"/>
                    <ns1:pt x="78" y="28"/>
                  </ns1:cubicBezTo>
                  <ns1:close/>
                  <ns1:moveTo>
                    <ns1:pt x="125" y="68"/>
                  </ns1:moveTo>
                  <ns1:cubicBezTo>
                    <ns1:pt x="133" y="107"/>
                    <ns1:pt x="182" y="125"/>
                    <ns1:pt x="182" y="125"/>
                  </ns1:cubicBezTo>
                  <ns1:cubicBezTo>
                    <ns1:pt x="146" y="143"/>
                    <ns1:pt x="125" y="182"/>
                    <ns1:pt x="125" y="182"/>
                  </ns1:cubicBezTo>
                  <ns1:cubicBezTo>
                    <ns1:pt x="112" y="146"/>
                    <ns1:pt x="68" y="125"/>
                    <ns1:pt x="68" y="125"/>
                  </ns1:cubicBezTo>
                  <ns1:cubicBezTo>
                    <ns1:pt x="109" y="112"/>
                    <ns1:pt x="125" y="68"/>
                    <ns1:pt x="125" y="68"/>
                  </ns1:cubicBezTo>
                  <ns1:close/>
                  <ns1:moveTo>
                    <ns1:pt x="125" y="68"/>
                  </ns1:moveTo>
                  <ns1:cubicBezTo>
                    <ns1:pt x="125" y="68"/>
                    <ns1:pt x="125" y="68"/>
                    <ns1:pt x="125" y="68"/>
                  </ns1:cubicBezTo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3:hiddenLine w="9525">
                  <ns1:solidFill>
                    <ns1:srgbClr val="000000"/>
                  </ns1:solidFill>
                  <ns1:round/>
                  <ns1:headEnd/>
                  <ns1:tailEnd/>
                </ns3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en-US"/>
            </ns1:p>
          </ns0:txBody>
        </ns0:sp>
      </ns0:grpSp>
      <ns0:sp>
        <ns0:nvSpPr>
          <ns0:cNvPr id="42" name="TextBox 41">
            <ns1:extLst>
              <ns1:ext uri="{FF2B5EF4-FFF2-40B4-BE49-F238E27FC236}">
                <ns2:creationId id="{07625A51-DE8E-41DB-91A0-4701C2EE3712}"/>
              </ns1:ext>
            </ns1:extLst>
          </ns0:cNvPr>
          <ns0:cNvSpPr txBox="1"/>
          <ns0:nvPr/>
        </ns0:nvSpPr>
        <ns0:spPr>
          <ns1:xfrm>
            <ns1:off x="9090586" y="5215919"/>
            <ns1:ext cx="2547027" cy="292388"/>
          </ns1:xfrm>
          <ns1:prstGeom prst="rect">
            <ns1:avLst/>
          </ns1:prstGeom>
          <ns1:noFill/>
        </ns0:spPr>
        <ns0:txBody>
          <ns1:bodyPr wrap="square" rtlCol="0">
            <ns1:spAutoFit/>
          </ns1:bodyPr>
          <ns1:lstStyle/>
          <ns1:p>
            <ns1:r>
              <ns1:rPr lang="en-US" sz="1300" b="1">
                <ns1:solidFill>
                  <ns1:schemeClr val="tx1">
                    <ns1:lumMod val="75000"/>
                    <ns1:lumOff val="25000"/>
                  </ns1:schemeClr>
                </ns1:solidFill>
                <ns1:latin typeface="Playfair Display" panose="00000500000000000000" pitchFamily="50" charset="0"/>
                <ns1:ea typeface="Open Sans" panose="020B0606030504020204" pitchFamily="34" charset="0"/>
                <ns1:cs typeface="Open Sans" panose="020B0606030504020204" pitchFamily="34" charset="0"/>
              </ns1:rPr>
              <ns1:t>{SlideSupportingContent2}</ns1:t>
            </ns1:r>
          </ns1:p>
        </ns0:txBody>
      </ns0:sp>
      <ns0:sp>
        <ns0:nvSpPr>
          <ns0:cNvPr id="43" name="TextBox 42">
            <ns1:extLst>
              <ns1:ext uri="{FF2B5EF4-FFF2-40B4-BE49-F238E27FC236}">
                <ns2:creationId id="{62502305-77F1-4317-B112-76AE44888063}"/>
              </ns1:ext>
            </ns1:extLst>
          </ns0:cNvPr>
          <ns0:cNvSpPr txBox="1"/>
          <ns0:nvPr/>
        </ns0:nvSpPr>
        <ns0:spPr>
          <ns1:xfrm>
            <ns1:off x="9090586" y="5438605"/>
            <ns1:ext cx="2547027" cy="609847"/>
          </ns1:xfrm>
          <ns1:prstGeom prst="rect">
            <ns1:avLst/>
          </ns1:prstGeom>
          <ns1:noFill/>
        </ns0:spPr>
        <ns0:txBody>
          <ns1:bodyPr wrap="square" rtlCol="0">
            <ns1:spAutoFit/>
          </ns1:bodyPr>
          <ns1:lstStyle/>
          <ns1:p>
            <ns1:pPr>
              <ns1:lnSpc>
                <ns1:spcPct val="150000"/>
              </ns1:lnSpc>
            </ns1:pPr>
            <ns1:r>
              <ns1:rPr lang="en-US" sz="1200">
                <ns1:solidFill>
                  <ns1:schemeClr val="bg1">
                    <ns1:lumMod val="50000"/>
                  </ns1:schemeClr>
                </ns1:solidFill>
                <ns1:latin typeface="Lato" panose="020F0502020204030203" pitchFamily="34" charset="0"/>
                <ns1:ea typeface="Lato" panose="020F0502020204030203" pitchFamily="34" charset="0"/>
                <ns1:cs typeface="Lato" panose="020F0502020204030203" pitchFamily="34" charset="0"/>
              </ns1:rPr>
              <ns1:t>{SlideSupportingContent3}</ns1:t>
            </ns1:r>
          </ns1:p>
        </ns0:txBody>
      </ns0:sp>
      <ns0:grpSp>
        <ns0:nvGrpSpPr>
          <ns0:cNvPr id="44" name="Group 11">
            <ns1:extLst>
              <ns1:ext uri="{FF2B5EF4-FFF2-40B4-BE49-F238E27FC236}">
                <ns2:creationId id="{41BF1787-7428-4DC0-BC62-6B39CC6E717D}"/>
              </ns1:ext>
            </ns1:extLst>
          </ns0:cNvPr>
          <ns0:cNvGrpSpPr>
            <ns1:grpSpLocks noChangeAspect="1"/>
          </ns0:cNvGrpSpPr>
          <ns0:nvPr/>
        </ns0:nvGrpSpPr>
        <ns0:grpSpPr bwMode="auto">
          <ns1:xfrm>
            <ns1:off x="9188145" y="4504708"/>
            <ns1:ext cx="565635" cy="565635"/>
            <ns1:chOff x="1679" y="0"/>
            <ns1:chExt cx="4322" cy="4322"/>
          </ns1:xfrm>
          <ns1:solidFill>
            <ns1:srgbClr val="F07D66"/>
          </ns1:solidFill>
        </ns0:grpSpPr>
        <ns0:sp>
          <ns0:nvSpPr>
            <ns0:cNvPr id="45" name="Freeform 12">
              <ns1:extLst>
                <ns1:ext uri="{FF2B5EF4-FFF2-40B4-BE49-F238E27FC236}">
                  <ns2:creationId id="{B53C949A-F932-4EE5-A3EE-2DEFCEFD38B1}"/>
                </ns1:ext>
              </ns1:extLst>
            </ns0:cNvPr>
            <ns0:cNvSpPr>
              <ns1:spLocks noEditPoints="1"/>
            </ns0:cNvSpPr>
            <ns0:nvPr/>
          </ns0:nvSpPr>
          <ns0:spPr bwMode="auto">
            <ns1:xfrm>
              <ns1:off x="2237" y="418"/>
              <ns1:ext cx="3206" cy="3904"/>
            </ns1:xfrm>
            <ns1:custGeom>
              <ns1:avLst/>
              <ns1:gdLst>
                <ns1:gd name="T0" fmla="*/ 992 w 1472"/>
                <ns1:gd name="T1" fmla="*/ 0 h 1792"/>
                <ns1:gd name="T2" fmla="*/ 234 w 1472"/>
                <ns1:gd name="T3" fmla="*/ 265 h 1792"/>
                <ns1:gd name="T4" fmla="*/ 0 w 1472"/>
                <ns1:gd name="T5" fmla="*/ 1376 h 1792"/>
                <ns1:gd name="T6" fmla="*/ 96 w 1472"/>
                <ns1:gd name="T7" fmla="*/ 1600 h 1792"/>
                <ns1:gd name="T8" fmla="*/ 256 w 1472"/>
                <ns1:gd name="T9" fmla="*/ 1760 h 1792"/>
                <ns1:gd name="T10" fmla="*/ 1216 w 1472"/>
                <ns1:gd name="T11" fmla="*/ 1760 h 1792"/>
                <ns1:gd name="T12" fmla="*/ 1376 w 1472"/>
                <ns1:gd name="T13" fmla="*/ 1600 h 1792"/>
                <ns1:gd name="T14" fmla="*/ 1472 w 1472"/>
                <ns1:gd name="T15" fmla="*/ 1376 h 1792"/>
                <ns1:gd name="T16" fmla="*/ 1238 w 1472"/>
                <ns1:gd name="T17" fmla="*/ 265 h 1792"/>
                <ns1:gd name="T18" fmla="*/ 864 w 1472"/>
                <ns1:gd name="T19" fmla="*/ 928 h 1792"/>
                <ns1:gd name="T20" fmla="*/ 778 w 1472"/>
                <ns1:gd name="T21" fmla="*/ 496 h 1792"/>
                <ns1:gd name="T22" fmla="*/ 1145 w 1472"/>
                <ns1:gd name="T23" fmla="*/ 256 h 1792"/>
                <ns1:gd name="T24" fmla="*/ 778 w 1472"/>
                <ns1:gd name="T25" fmla="*/ 496 h 1792"/>
                <ns1:gd name="T26" fmla="*/ 544 w 1472"/>
                <ns1:gd name="T27" fmla="*/ 928 h 1792"/>
                <ns1:gd name="T28" fmla="*/ 437 w 1472"/>
                <ns1:gd name="T29" fmla="*/ 264 h 1792"/>
                <ns1:gd name="T30" fmla="*/ 474 w 1472"/>
                <ns1:gd name="T31" fmla="*/ 87 h 1792"/>
                <ns1:gd name="T32" fmla="*/ 607 w 1472"/>
                <ns1:gd name="T33" fmla="*/ 192 h 1792"/>
                <ns1:gd name="T34" fmla="*/ 607 w 1472"/>
                <ns1:gd name="T35" fmla="*/ 192 h 1792"/>
                <ns1:gd name="T36" fmla="*/ 535 w 1472"/>
                <ns1:gd name="T37" fmla="*/ 64 h 1792"/>
                <ns1:gd name="T38" fmla="*/ 128 w 1472"/>
                <ns1:gd name="T39" fmla="*/ 576 h 1792"/>
                <ns1:gd name="T40" fmla="*/ 64 w 1472"/>
                <ns1:gd name="T41" fmla="*/ 576 h 1792"/>
                <ns1:gd name="T42" fmla="*/ 192 w 1472"/>
                <ns1:gd name="T43" fmla="*/ 1472 h 1792"/>
                <ns1:gd name="T44" fmla="*/ 128 w 1472"/>
                <ns1:gd name="T45" fmla="*/ 1472 h 1792"/>
                <ns1:gd name="T46" fmla="*/ 384 w 1472"/>
                <ns1:gd name="T47" fmla="*/ 1728 h 1792"/>
                <ns1:gd name="T48" fmla="*/ 1024 w 1472"/>
                <ns1:gd name="T49" fmla="*/ 1664 h 1792"/>
                <ns1:gd name="T50" fmla="*/ 960 w 1472"/>
                <ns1:gd name="T51" fmla="*/ 1664 h 1792"/>
                <ns1:gd name="T52" fmla="*/ 832 w 1472"/>
                <ns1:gd name="T53" fmla="*/ 1728 h 1792"/>
                <ns1:gd name="T54" fmla="*/ 896 w 1472"/>
                <ns1:gd name="T55" fmla="*/ 1728 h 1792"/>
                <ns1:gd name="T56" fmla="*/ 704 w 1472"/>
                <ns1:gd name="T57" fmla="*/ 1664 h 1792"/>
                <ns1:gd name="T58" fmla="*/ 640 w 1472"/>
                <ns1:gd name="T59" fmla="*/ 1728 h 1792"/>
                <ns1:gd name="T60" fmla="*/ 640 w 1472"/>
                <ns1:gd name="T61" fmla="*/ 1664 h 1792"/>
                <ns1:gd name="T62" fmla="*/ 448 w 1472"/>
                <ns1:gd name="T63" fmla="*/ 1728 h 1792"/>
                <ns1:gd name="T64" fmla="*/ 512 w 1472"/>
                <ns1:gd name="T65" fmla="*/ 1728 h 1792"/>
                <ns1:gd name="T66" fmla="*/ 1088 w 1472"/>
                <ns1:gd name="T67" fmla="*/ 1664 h 1792"/>
                <ns1:gd name="T68" fmla="*/ 1344 w 1472"/>
                <ns1:gd name="T69" fmla="*/ 1536 h 1792"/>
                <ns1:gd name="T70" fmla="*/ 1344 w 1472"/>
                <ns1:gd name="T71" fmla="*/ 1472 h 1792"/>
                <ns1:gd name="T72" fmla="*/ 1248 w 1472"/>
                <ns1:gd name="T73" fmla="*/ 1408 h 1792"/>
                <ns1:gd name="T74" fmla="*/ 1152 w 1472"/>
                <ns1:gd name="T75" fmla="*/ 800 h 1792"/>
                <ns1:gd name="T76" fmla="*/ 1216 w 1472"/>
                <ns1:gd name="T77" fmla="*/ 1568 h 1792"/>
                <ns1:gd name="T78" fmla="*/ 256 w 1472"/>
                <ns1:gd name="T79" fmla="*/ 1568 h 1792"/>
                <ns1:gd name="T80" fmla="*/ 320 w 1472"/>
                <ns1:gd name="T81" fmla="*/ 800 h 1792"/>
                <ns1:gd name="T82" fmla="*/ 224 w 1472"/>
                <ns1:gd name="T83" fmla="*/ 1408 h 1792"/>
                <ns1:gd name="T84" fmla="*/ 64 w 1472"/>
                <ns1:gd name="T85" fmla="*/ 768 h 1792"/>
                <ns1:gd name="T86" fmla="*/ 192 w 1472"/>
                <ns1:gd name="T87" fmla="*/ 544 h 1792"/>
                <ns1:gd name="T88" fmla="*/ 135 w 1472"/>
                <ns1:gd name="T89" fmla="*/ 391 h 1792"/>
                <ns1:gd name="T90" fmla="*/ 544 w 1472"/>
                <ns1:gd name="T91" fmla="*/ 446 h 1792"/>
                <ns1:gd name="T92" fmla="*/ 576 w 1472"/>
                <ns1:gd name="T93" fmla="*/ 1024 h 1792"/>
                <ns1:gd name="T94" fmla="*/ 608 w 1472"/>
                <ns1:gd name="T95" fmla="*/ 504 h 1792"/>
                <ns1:gd name="T96" fmla="*/ 864 w 1472"/>
                <ns1:gd name="T97" fmla="*/ 504 h 1792"/>
                <ns1:gd name="T98" fmla="*/ 896 w 1472"/>
                <ns1:gd name="T99" fmla="*/ 1024 h 1792"/>
                <ns1:gd name="T100" fmla="*/ 928 w 1472"/>
                <ns1:gd name="T101" fmla="*/ 446 h 1792"/>
                <ns1:gd name="T102" fmla="*/ 1337 w 1472"/>
                <ns1:gd name="T103" fmla="*/ 391 h 1792"/>
                <ns1:gd name="T104" fmla="*/ 1280 w 1472"/>
                <ns1:gd name="T105" fmla="*/ 544 h 1792"/>
                <ns1:gd name="T106" fmla="*/ 1408 w 1472"/>
                <ns1:gd name="T107" fmla="*/ 768 h 1792"/>
                <ns1:gd name="T108" fmla="*/ 1408 w 1472"/>
                <ns1:gd name="T109" fmla="*/ 576 h 1792"/>
                <ns1:gd name="T110" fmla="*/ 1344 w 1472"/>
                <ns1:gd name="T111" fmla="*/ 576 h 1792"/>
                <ns1:gd name="T112" fmla="*/ 1408 w 1472"/>
                <ns1:gd name="T113" fmla="*/ 576 h 1792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  <ns1:cxn ang="0">
                  <ns1:pos x="T30" y="T31"/>
                </ns1:cxn>
                <ns1:cxn ang="0">
                  <ns1:pos x="T32" y="T33"/>
                </ns1:cxn>
                <ns1:cxn ang="0">
                  <ns1:pos x="T34" y="T35"/>
                </ns1:cxn>
                <ns1:cxn ang="0">
                  <ns1:pos x="T36" y="T37"/>
                </ns1:cxn>
                <ns1:cxn ang="0">
                  <ns1:pos x="T38" y="T39"/>
                </ns1:cxn>
                <ns1:cxn ang="0">
                  <ns1:pos x="T40" y="T41"/>
                </ns1:cxn>
                <ns1:cxn ang="0">
                  <ns1:pos x="T42" y="T43"/>
                </ns1:cxn>
                <ns1:cxn ang="0">
                  <ns1:pos x="T44" y="T45"/>
                </ns1:cxn>
                <ns1:cxn ang="0">
                  <ns1:pos x="T46" y="T47"/>
                </ns1:cxn>
                <ns1:cxn ang="0">
                  <ns1:pos x="T48" y="T49"/>
                </ns1:cxn>
                <ns1:cxn ang="0">
                  <ns1:pos x="T50" y="T51"/>
                </ns1:cxn>
                <ns1:cxn ang="0">
                  <ns1:pos x="T52" y="T53"/>
                </ns1:cxn>
                <ns1:cxn ang="0">
                  <ns1:pos x="T54" y="T55"/>
                </ns1:cxn>
                <ns1:cxn ang="0">
                  <ns1:pos x="T56" y="T57"/>
                </ns1:cxn>
                <ns1:cxn ang="0">
                  <ns1:pos x="T58" y="T59"/>
                </ns1:cxn>
                <ns1:cxn ang="0">
                  <ns1:pos x="T60" y="T61"/>
                </ns1:cxn>
                <ns1:cxn ang="0">
                  <ns1:pos x="T62" y="T63"/>
                </ns1:cxn>
                <ns1:cxn ang="0">
                  <ns1:pos x="T64" y="T65"/>
                </ns1:cxn>
                <ns1:cxn ang="0">
                  <ns1:pos x="T66" y="T67"/>
                </ns1:cxn>
                <ns1:cxn ang="0">
                  <ns1:pos x="T68" y="T69"/>
                </ns1:cxn>
                <ns1:cxn ang="0">
                  <ns1:pos x="T70" y="T71"/>
                </ns1:cxn>
                <ns1:cxn ang="0">
                  <ns1:pos x="T72" y="T73"/>
                </ns1:cxn>
                <ns1:cxn ang="0">
                  <ns1:pos x="T74" y="T75"/>
                </ns1:cxn>
                <ns1:cxn ang="0">
                  <ns1:pos x="T76" y="T77"/>
                </ns1:cxn>
                <ns1:cxn ang="0">
                  <ns1:pos x="T78" y="T79"/>
                </ns1:cxn>
                <ns1:cxn ang="0">
                  <ns1:pos x="T80" y="T81"/>
                </ns1:cxn>
                <ns1:cxn ang="0">
                  <ns1:pos x="T82" y="T83"/>
                </ns1:cxn>
                <ns1:cxn ang="0">
                  <ns1:pos x="T84" y="T85"/>
                </ns1:cxn>
                <ns1:cxn ang="0">
                  <ns1:pos x="T86" y="T87"/>
                </ns1:cxn>
                <ns1:cxn ang="0">
                  <ns1:pos x="T88" y="T89"/>
                </ns1:cxn>
                <ns1:cxn ang="0">
                  <ns1:pos x="T90" y="T91"/>
                </ns1:cxn>
                <ns1:cxn ang="0">
                  <ns1:pos x="T92" y="T93"/>
                </ns1:cxn>
                <ns1:cxn ang="0">
                  <ns1:pos x="T94" y="T95"/>
                </ns1:cxn>
                <ns1:cxn ang="0">
                  <ns1:pos x="T96" y="T97"/>
                </ns1:cxn>
                <ns1:cxn ang="0">
                  <ns1:pos x="T98" y="T99"/>
                </ns1:cxn>
                <ns1:cxn ang="0">
                  <ns1:pos x="T100" y="T101"/>
                </ns1:cxn>
                <ns1:cxn ang="0">
                  <ns1:pos x="T102" y="T103"/>
                </ns1:cxn>
                <ns1:cxn ang="0">
                  <ns1:pos x="T104" y="T105"/>
                </ns1:cxn>
                <ns1:cxn ang="0">
                  <ns1:pos x="T106" y="T107"/>
                </ns1:cxn>
                <ns1:cxn ang="0">
                  <ns1:pos x="T108" y="T109"/>
                </ns1:cxn>
                <ns1:cxn ang="0">
                  <ns1:pos x="T110" y="T111"/>
                </ns1:cxn>
                <ns1:cxn ang="0">
                  <ns1:pos x="T112" y="T113"/>
                </ns1:cxn>
              </ns1:cxnLst>
              <ns1:rect l="0" t="0" r="r" b="b"/>
              <ns1:pathLst>
                <ns1:path w="1472" h="1792">
                  <ns1:moveTo>
                    <ns1:pt x="1238" y="265"/>
                  </ns1:moveTo>
                  <ns1:cubicBezTo>
                    <ns1:pt x="1016" y="11"/>
                    <ns1:pt x="1016" y="11"/>
                    <ns1:pt x="1016" y="11"/>
                  </ns1:cubicBezTo>
                  <ns1:cubicBezTo>
                    <ns1:pt x="1010" y="4"/>
                    <ns1:pt x="1001" y="0"/>
                    <ns1:pt x="992" y="0"/>
                  </ns1:cubicBezTo>
                  <ns1:cubicBezTo>
                    <ns1:pt x="480" y="0"/>
                    <ns1:pt x="480" y="0"/>
                    <ns1:pt x="480" y="0"/>
                  </ns1:cubicBezTo>
                  <ns1:cubicBezTo>
                    <ns1:pt x="471" y="0"/>
                    <ns1:pt x="462" y="4"/>
                    <ns1:pt x="456" y="11"/>
                  </ns1:cubicBezTo>
                  <ns1:cubicBezTo>
                    <ns1:pt x="234" y="265"/>
                    <ns1:pt x="234" y="265"/>
                    <ns1:pt x="234" y="265"/>
                  </ns1:cubicBezTo>
                  <ns1:cubicBezTo>
                    <ns1:pt x="180" y="278"/>
                    <ns1:pt x="130" y="305"/>
                    <ns1:pt x="89" y="345"/>
                  </ns1:cubicBezTo>
                  <ns1:cubicBezTo>
                    <ns1:pt x="32" y="403"/>
                    <ns1:pt x="0" y="480"/>
                    <ns1:pt x="0" y="561"/>
                  </ns1:cubicBezTo>
                  <ns1:cubicBezTo>
                    <ns1:pt x="0" y="1376"/>
                    <ns1:pt x="0" y="1376"/>
                    <ns1:pt x="0" y="1376"/>
                  </ns1:cubicBezTo>
                  <ns1:cubicBezTo>
                    <ns1:pt x="0" y="1418"/>
                    <ns1:pt x="27" y="1453"/>
                    <ns1:pt x="64" y="1466"/>
                  </ns1:cubicBezTo>
                  <ns1:cubicBezTo>
                    <ns1:pt x="64" y="1568"/>
                    <ns1:pt x="64" y="1568"/>
                    <ns1:pt x="64" y="1568"/>
                  </ns1:cubicBezTo>
                  <ns1:cubicBezTo>
                    <ns1:pt x="64" y="1586"/>
                    <ns1:pt x="78" y="1600"/>
                    <ns1:pt x="96" y="1600"/>
                  </ns1:cubicBezTo>
                  <ns1:cubicBezTo>
                    <ns1:pt x="198" y="1600"/>
                    <ns1:pt x="198" y="1600"/>
                    <ns1:pt x="198" y="1600"/>
                  </ns1:cubicBezTo>
                  <ns1:cubicBezTo>
                    <ns1:pt x="208" y="1627"/>
                    <ns1:pt x="229" y="1648"/>
                    <ns1:pt x="256" y="1658"/>
                  </ns1:cubicBezTo>
                  <ns1:cubicBezTo>
                    <ns1:pt x="256" y="1760"/>
                    <ns1:pt x="256" y="1760"/>
                    <ns1:pt x="256" y="1760"/>
                  </ns1:cubicBezTo>
                  <ns1:cubicBezTo>
                    <ns1:pt x="256" y="1778"/>
                    <ns1:pt x="270" y="1792"/>
                    <ns1:pt x="288" y="1792"/>
                  </ns1:cubicBezTo>
                  <ns1:cubicBezTo>
                    <ns1:pt x="1184" y="1792"/>
                    <ns1:pt x="1184" y="1792"/>
                    <ns1:pt x="1184" y="1792"/>
                  </ns1:cubicBezTo>
                  <ns1:cubicBezTo>
                    <ns1:pt x="1202" y="1792"/>
                    <ns1:pt x="1216" y="1778"/>
                    <ns1:pt x="1216" y="1760"/>
                  </ns1:cubicBezTo>
                  <ns1:cubicBezTo>
                    <ns1:pt x="1216" y="1658"/>
                    <ns1:pt x="1216" y="1658"/>
                    <ns1:pt x="1216" y="1658"/>
                  </ns1:cubicBezTo>
                  <ns1:cubicBezTo>
                    <ns1:pt x="1243" y="1648"/>
                    <ns1:pt x="1264" y="1627"/>
                    <ns1:pt x="1274" y="1600"/>
                  </ns1:cubicBezTo>
                  <ns1:cubicBezTo>
                    <ns1:pt x="1376" y="1600"/>
                    <ns1:pt x="1376" y="1600"/>
                    <ns1:pt x="1376" y="1600"/>
                  </ns1:cubicBezTo>
                  <ns1:cubicBezTo>
                    <ns1:pt x="1394" y="1600"/>
                    <ns1:pt x="1408" y="1586"/>
                    <ns1:pt x="1408" y="1568"/>
                  </ns1:cubicBezTo>
                  <ns1:cubicBezTo>
                    <ns1:pt x="1408" y="1466"/>
                    <ns1:pt x="1408" y="1466"/>
                    <ns1:pt x="1408" y="1466"/>
                  </ns1:cubicBezTo>
                  <ns1:cubicBezTo>
                    <ns1:pt x="1445" y="1453"/>
                    <ns1:pt x="1472" y="1418"/>
                    <ns1:pt x="1472" y="1376"/>
                  </ns1:cubicBezTo>
                  <ns1:cubicBezTo>
                    <ns1:pt x="1472" y="561"/>
                    <ns1:pt x="1472" y="561"/>
                    <ns1:pt x="1472" y="561"/>
                  </ns1:cubicBezTo>
                  <ns1:cubicBezTo>
                    <ns1:pt x="1472" y="480"/>
                    <ns1:pt x="1440" y="403"/>
                    <ns1:pt x="1383" y="345"/>
                  </ns1:cubicBezTo>
                  <ns1:cubicBezTo>
                    <ns1:pt x="1342" y="305"/>
                    <ns1:pt x="1292" y="278"/>
                    <ns1:pt x="1238" y="265"/>
                  </ns1:cubicBezTo>
                  <ns1:close/>
                  <ns1:moveTo>
                    <ns1:pt x="928" y="928"/>
                  </ns1:moveTo>
                  <ns1:cubicBezTo>
                    <ns1:pt x="928" y="946"/>
                    <ns1:pt x="914" y="960"/>
                    <ns1:pt x="896" y="960"/>
                  </ns1:cubicBezTo>
                  <ns1:cubicBezTo>
                    <ns1:pt x="878" y="960"/>
                    <ns1:pt x="864" y="946"/>
                    <ns1:pt x="864" y="928"/>
                  </ns1:cubicBezTo>
                  <ns1:cubicBezTo>
                    <ns1:pt x="864" y="910"/>
                    <ns1:pt x="878" y="896"/>
                    <ns1:pt x="896" y="896"/>
                  </ns1:cubicBezTo>
                  <ns1:cubicBezTo>
                    <ns1:pt x="914" y="896"/>
                    <ns1:pt x="928" y="910"/>
                    <ns1:pt x="928" y="928"/>
                  </ns1:cubicBezTo>
                  <ns1:close/>
                  <ns1:moveTo>
                    <ns1:pt x="778" y="496"/>
                  </ns1:moveTo>
                  <ns1:cubicBezTo>
                    <ns1:pt x="771" y="484"/>
                    <ns1:pt x="771" y="484"/>
                    <ns1:pt x="771" y="484"/>
                  </ns1:cubicBezTo>
                  <ns1:cubicBezTo>
                    <ns1:pt x="998" y="87"/>
                    <ns1:pt x="998" y="87"/>
                    <ns1:pt x="998" y="87"/>
                  </ns1:cubicBezTo>
                  <ns1:cubicBezTo>
                    <ns1:pt x="1145" y="256"/>
                    <ns1:pt x="1145" y="256"/>
                    <ns1:pt x="1145" y="256"/>
                  </ns1:cubicBezTo>
                  <ns1:cubicBezTo>
                    <ns1:pt x="1056" y="256"/>
                    <ns1:pt x="1056" y="256"/>
                    <ns1:pt x="1056" y="256"/>
                  </ns1:cubicBezTo>
                  <ns1:cubicBezTo>
                    <ns1:pt x="1048" y="256"/>
                    <ns1:pt x="1040" y="259"/>
                    <ns1:pt x="1035" y="264"/>
                  </ns1:cubicBezTo>
                  <ns1:lnTo>
                    <ns1:pt x="778" y="496"/>
                  </ns1:lnTo>
                  <ns1:close/>
                  <ns1:moveTo>
                    <ns1:pt x="608" y="928"/>
                  </ns1:moveTo>
                  <ns1:cubicBezTo>
                    <ns1:pt x="608" y="946"/>
                    <ns1:pt x="594" y="960"/>
                    <ns1:pt x="576" y="960"/>
                  </ns1:cubicBezTo>
                  <ns1:cubicBezTo>
                    <ns1:pt x="558" y="960"/>
                    <ns1:pt x="544" y="946"/>
                    <ns1:pt x="544" y="928"/>
                  </ns1:cubicBezTo>
                  <ns1:cubicBezTo>
                    <ns1:pt x="544" y="910"/>
                    <ns1:pt x="558" y="896"/>
                    <ns1:pt x="576" y="896"/>
                  </ns1:cubicBezTo>
                  <ns1:cubicBezTo>
                    <ns1:pt x="594" y="896"/>
                    <ns1:pt x="608" y="910"/>
                    <ns1:pt x="608" y="928"/>
                  </ns1:cubicBezTo>
                  <ns1:close/>
                  <ns1:moveTo>
                    <ns1:pt x="437" y="264"/>
                  </ns1:moveTo>
                  <ns1:cubicBezTo>
                    <ns1:pt x="432" y="259"/>
                    <ns1:pt x="424" y="256"/>
                    <ns1:pt x="416" y="256"/>
                  </ns1:cubicBezTo>
                  <ns1:cubicBezTo>
                    <ns1:pt x="327" y="256"/>
                    <ns1:pt x="327" y="256"/>
                    <ns1:pt x="327" y="256"/>
                  </ns1:cubicBezTo>
                  <ns1:cubicBezTo>
                    <ns1:pt x="474" y="87"/>
                    <ns1:pt x="474" y="87"/>
                    <ns1:pt x="474" y="87"/>
                  </ns1:cubicBezTo>
                  <ns1:cubicBezTo>
                    <ns1:pt x="714" y="513"/>
                    <ns1:pt x="714" y="513"/>
                    <ns1:pt x="714" y="513"/>
                  </ns1:cubicBezTo>
                  <ns1:lnTo>
                    <ns1:pt x="437" y="264"/>
                  </ns1:lnTo>
                  <ns1:close/>
                  <ns1:moveTo>
                    <ns1:pt x="607" y="192"/>
                  </ns1:moveTo>
                  <ns1:cubicBezTo>
                    <ns1:pt x="864" y="192"/>
                    <ns1:pt x="864" y="192"/>
                    <ns1:pt x="864" y="192"/>
                  </ns1:cubicBezTo>
                  <ns1:cubicBezTo>
                    <ns1:pt x="734" y="419"/>
                    <ns1:pt x="734" y="419"/>
                    <ns1:pt x="734" y="419"/>
                  </ns1:cubicBezTo>
                  <ns1:lnTo>
                    <ns1:pt x="607" y="192"/>
                  </ns1:lnTo>
                  <ns1:close/>
                  <ns1:moveTo>
                    <ns1:pt x="900" y="128"/>
                  </ns1:moveTo>
                  <ns1:cubicBezTo>
                    <ns1:pt x="571" y="128"/>
                    <ns1:pt x="571" y="128"/>
                    <ns1:pt x="571" y="128"/>
                  </ns1:cubicBezTo>
                  <ns1:cubicBezTo>
                    <ns1:pt x="535" y="64"/>
                    <ns1:pt x="535" y="64"/>
                    <ns1:pt x="535" y="64"/>
                  </ns1:cubicBezTo>
                  <ns1:cubicBezTo>
                    <ns1:pt x="937" y="64"/>
                    <ns1:pt x="937" y="64"/>
                    <ns1:pt x="937" y="64"/>
                  </ns1:cubicBezTo>
                  <ns1:lnTo>
                    <ns1:pt x="900" y="128"/>
                  </ns1:lnTo>
                  <ns1:close/>
                  <ns1:moveTo>
                    <ns1:pt x="128" y="576"/>
                  </ns1:moveTo>
                  <ns1:cubicBezTo>
                    <ns1:pt x="128" y="704"/>
                    <ns1:pt x="128" y="704"/>
                    <ns1:pt x="128" y="704"/>
                  </ns1:cubicBezTo>
                  <ns1:cubicBezTo>
                    <ns1:pt x="64" y="704"/>
                    <ns1:pt x="64" y="704"/>
                    <ns1:pt x="64" y="704"/>
                  </ns1:cubicBezTo>
                  <ns1:cubicBezTo>
                    <ns1:pt x="64" y="576"/>
                    <ns1:pt x="64" y="576"/>
                    <ns1:pt x="64" y="576"/>
                  </ns1:cubicBezTo>
                  <ns1:lnTo>
                    <ns1:pt x="128" y="576"/>
                  </ns1:lnTo>
                  <ns1:close/>
                  <ns1:moveTo>
                    <ns1:pt x="128" y="1472"/>
                  </ns1:moveTo>
                  <ns1:cubicBezTo>
                    <ns1:pt x="192" y="1472"/>
                    <ns1:pt x="192" y="1472"/>
                    <ns1:pt x="192" y="1472"/>
                  </ns1:cubicBezTo>
                  <ns1:cubicBezTo>
                    <ns1:pt x="192" y="1536"/>
                    <ns1:pt x="192" y="1536"/>
                    <ns1:pt x="192" y="1536"/>
                  </ns1:cubicBezTo>
                  <ns1:cubicBezTo>
                    <ns1:pt x="128" y="1536"/>
                    <ns1:pt x="128" y="1536"/>
                    <ns1:pt x="128" y="1536"/>
                  </ns1:cubicBezTo>
                  <ns1:lnTo>
                    <ns1:pt x="128" y="1472"/>
                  </ns1:lnTo>
                  <ns1:close/>
                  <ns1:moveTo>
                    <ns1:pt x="320" y="1664"/>
                  </ns1:moveTo>
                  <ns1:cubicBezTo>
                    <ns1:pt x="384" y="1664"/>
                    <ns1:pt x="384" y="1664"/>
                    <ns1:pt x="384" y="1664"/>
                  </ns1:cubicBezTo>
                  <ns1:cubicBezTo>
                    <ns1:pt x="384" y="1728"/>
                    <ns1:pt x="384" y="1728"/>
                    <ns1:pt x="384" y="1728"/>
                  </ns1:cubicBezTo>
                  <ns1:cubicBezTo>
                    <ns1:pt x="320" y="1728"/>
                    <ns1:pt x="320" y="1728"/>
                    <ns1:pt x="320" y="1728"/>
                  </ns1:cubicBezTo>
                  <ns1:lnTo>
                    <ns1:pt x="320" y="1664"/>
                  </ns1:lnTo>
                  <ns1:close/>
                  <ns1:moveTo>
                    <ns1:pt x="1024" y="1664"/>
                  </ns1:moveTo>
                  <ns1:cubicBezTo>
                    <ns1:pt x="1024" y="1728"/>
                    <ns1:pt x="1024" y="1728"/>
                    <ns1:pt x="1024" y="1728"/>
                  </ns1:cubicBezTo>
                  <ns1:cubicBezTo>
                    <ns1:pt x="960" y="1728"/>
                    <ns1:pt x="960" y="1728"/>
                    <ns1:pt x="960" y="1728"/>
                  </ns1:cubicBezTo>
                  <ns1:cubicBezTo>
                    <ns1:pt x="960" y="1664"/>
                    <ns1:pt x="960" y="1664"/>
                    <ns1:pt x="960" y="1664"/>
                  </ns1:cubicBezTo>
                  <ns1:lnTo>
                    <ns1:pt x="1024" y="1664"/>
                  </ns1:lnTo>
                  <ns1:close/>
                  <ns1:moveTo>
                    <ns1:pt x="896" y="1728"/>
                  </ns1:moveTo>
                  <ns1:cubicBezTo>
                    <ns1:pt x="832" y="1728"/>
                    <ns1:pt x="832" y="1728"/>
                    <ns1:pt x="832" y="1728"/>
                  </ns1:cubicBezTo>
                  <ns1:cubicBezTo>
                    <ns1:pt x="832" y="1664"/>
                    <ns1:pt x="832" y="1664"/>
                    <ns1:pt x="832" y="1664"/>
                  </ns1:cubicBezTo>
                  <ns1:cubicBezTo>
                    <ns1:pt x="896" y="1664"/>
                    <ns1:pt x="896" y="1664"/>
                    <ns1:pt x="896" y="1664"/>
                  </ns1:cubicBezTo>
                  <ns1:lnTo>
                    <ns1:pt x="896" y="1728"/>
                  </ns1:lnTo>
                  <ns1:close/>
                  <ns1:moveTo>
                    <ns1:pt x="768" y="1728"/>
                  </ns1:moveTo>
                  <ns1:cubicBezTo>
                    <ns1:pt x="704" y="1728"/>
                    <ns1:pt x="704" y="1728"/>
                    <ns1:pt x="704" y="1728"/>
                  </ns1:cubicBezTo>
                  <ns1:cubicBezTo>
                    <ns1:pt x="704" y="1664"/>
                    <ns1:pt x="704" y="1664"/>
                    <ns1:pt x="704" y="1664"/>
                  </ns1:cubicBezTo>
                  <ns1:cubicBezTo>
                    <ns1:pt x="768" y="1664"/>
                    <ns1:pt x="768" y="1664"/>
                    <ns1:pt x="768" y="1664"/>
                  </ns1:cubicBezTo>
                  <ns1:lnTo>
                    <ns1:pt x="768" y="1728"/>
                  </ns1:lnTo>
                  <ns1:close/>
                  <ns1:moveTo>
                    <ns1:pt x="640" y="1728"/>
                  </ns1:moveTo>
                  <ns1:cubicBezTo>
                    <ns1:pt x="576" y="1728"/>
                    <ns1:pt x="576" y="1728"/>
                    <ns1:pt x="576" y="1728"/>
                  </ns1:cubicBezTo>
                  <ns1:cubicBezTo>
                    <ns1:pt x="576" y="1664"/>
                    <ns1:pt x="576" y="1664"/>
                    <ns1:pt x="576" y="1664"/>
                  </ns1:cubicBezTo>
                  <ns1:cubicBezTo>
                    <ns1:pt x="640" y="1664"/>
                    <ns1:pt x="640" y="1664"/>
                    <ns1:pt x="640" y="1664"/>
                  </ns1:cubicBezTo>
                  <ns1:lnTo>
                    <ns1:pt x="640" y="1728"/>
                  </ns1:lnTo>
                  <ns1:close/>
                  <ns1:moveTo>
                    <ns1:pt x="512" y="1728"/>
                  </ns1:moveTo>
                  <ns1:cubicBezTo>
                    <ns1:pt x="448" y="1728"/>
                    <ns1:pt x="448" y="1728"/>
                    <ns1:pt x="448" y="1728"/>
                  </ns1:cubicBezTo>
                  <ns1:cubicBezTo>
                    <ns1:pt x="448" y="1664"/>
                    <ns1:pt x="448" y="1664"/>
                    <ns1:pt x="448" y="1664"/>
                  </ns1:cubicBezTo>
                  <ns1:cubicBezTo>
                    <ns1:pt x="512" y="1664"/>
                    <ns1:pt x="512" y="1664"/>
                    <ns1:pt x="512" y="1664"/>
                  </ns1:cubicBezTo>
                  <ns1:lnTo>
                    <ns1:pt x="512" y="1728"/>
                  </ns1:lnTo>
                  <ns1:close/>
                  <ns1:moveTo>
                    <ns1:pt x="1152" y="1728"/>
                  </ns1:moveTo>
                  <ns1:cubicBezTo>
                    <ns1:pt x="1088" y="1728"/>
                    <ns1:pt x="1088" y="1728"/>
                    <ns1:pt x="1088" y="1728"/>
                  </ns1:cubicBezTo>
                  <ns1:cubicBezTo>
                    <ns1:pt x="1088" y="1664"/>
                    <ns1:pt x="1088" y="1664"/>
                    <ns1:pt x="1088" y="1664"/>
                  </ns1:cubicBezTo>
                  <ns1:cubicBezTo>
                    <ns1:pt x="1152" y="1664"/>
                    <ns1:pt x="1152" y="1664"/>
                    <ns1:pt x="1152" y="1664"/>
                  </ns1:cubicBezTo>
                  <ns1:lnTo>
                    <ns1:pt x="1152" y="1728"/>
                  </ns1:lnTo>
                  <ns1:close/>
                  <ns1:moveTo>
                    <ns1:pt x="1344" y="1536"/>
                  </ns1:moveTo>
                  <ns1:cubicBezTo>
                    <ns1:pt x="1280" y="1536"/>
                    <ns1:pt x="1280" y="1536"/>
                    <ns1:pt x="1280" y="1536"/>
                  </ns1:cubicBezTo>
                  <ns1:cubicBezTo>
                    <ns1:pt x="1280" y="1472"/>
                    <ns1:pt x="1280" y="1472"/>
                    <ns1:pt x="1280" y="1472"/>
                  </ns1:cubicBezTo>
                  <ns1:cubicBezTo>
                    <ns1:pt x="1344" y="1472"/>
                    <ns1:pt x="1344" y="1472"/>
                    <ns1:pt x="1344" y="1472"/>
                  </ns1:cubicBezTo>
                  <ns1:lnTo>
                    <ns1:pt x="1344" y="1536"/>
                  </ns1:lnTo>
                  <ns1:close/>
                  <ns1:moveTo>
                    <ns1:pt x="1376" y="1408"/>
                  </ns1:moveTo>
                  <ns1:cubicBezTo>
                    <ns1:pt x="1248" y="1408"/>
                    <ns1:pt x="1248" y="1408"/>
                    <ns1:pt x="1248" y="1408"/>
                  </ns1:cubicBezTo>
                  <ns1:cubicBezTo>
                    <ns1:pt x="1230" y="1408"/>
                    <ns1:pt x="1216" y="1394"/>
                    <ns1:pt x="1216" y="1376"/>
                  </ns1:cubicBezTo>
                  <ns1:cubicBezTo>
                    <ns1:pt x="1216" y="800"/>
                    <ns1:pt x="1216" y="800"/>
                    <ns1:pt x="1216" y="800"/>
                  </ns1:cubicBezTo>
                  <ns1:cubicBezTo>
                    <ns1:pt x="1152" y="800"/>
                    <ns1:pt x="1152" y="800"/>
                    <ns1:pt x="1152" y="800"/>
                  </ns1:cubicBezTo>
                  <ns1:cubicBezTo>
                    <ns1:pt x="1152" y="1376"/>
                    <ns1:pt x="1152" y="1376"/>
                    <ns1:pt x="1152" y="1376"/>
                  </ns1:cubicBezTo>
                  <ns1:cubicBezTo>
                    <ns1:pt x="1152" y="1418"/>
                    <ns1:pt x="1179" y="1453"/>
                    <ns1:pt x="1216" y="1466"/>
                  </ns1:cubicBezTo>
                  <ns1:cubicBezTo>
                    <ns1:pt x="1216" y="1568"/>
                    <ns1:pt x="1216" y="1568"/>
                    <ns1:pt x="1216" y="1568"/>
                  </ns1:cubicBezTo>
                  <ns1:cubicBezTo>
                    <ns1:pt x="1216" y="1586"/>
                    <ns1:pt x="1202" y="1600"/>
                    <ns1:pt x="1184" y="1600"/>
                  </ns1:cubicBezTo>
                  <ns1:cubicBezTo>
                    <ns1:pt x="288" y="1600"/>
                    <ns1:pt x="288" y="1600"/>
                    <ns1:pt x="288" y="1600"/>
                  </ns1:cubicBezTo>
                  <ns1:cubicBezTo>
                    <ns1:pt x="270" y="1600"/>
                    <ns1:pt x="256" y="1586"/>
                    <ns1:pt x="256" y="1568"/>
                  </ns1:cubicBezTo>
                  <ns1:cubicBezTo>
                    <ns1:pt x="256" y="1466"/>
                    <ns1:pt x="256" y="1466"/>
                    <ns1:pt x="256" y="1466"/>
                  </ns1:cubicBezTo>
                  <ns1:cubicBezTo>
                    <ns1:pt x="293" y="1453"/>
                    <ns1:pt x="320" y="1418"/>
                    <ns1:pt x="320" y="1376"/>
                  </ns1:cubicBezTo>
                  <ns1:cubicBezTo>
                    <ns1:pt x="320" y="800"/>
                    <ns1:pt x="320" y="800"/>
                    <ns1:pt x="320" y="800"/>
                  </ns1:cubicBezTo>
                  <ns1:cubicBezTo>
                    <ns1:pt x="256" y="800"/>
                    <ns1:pt x="256" y="800"/>
                    <ns1:pt x="256" y="800"/>
                  </ns1:cubicBezTo>
                  <ns1:cubicBezTo>
                    <ns1:pt x="256" y="1376"/>
                    <ns1:pt x="256" y="1376"/>
                    <ns1:pt x="256" y="1376"/>
                  </ns1:cubicBezTo>
                  <ns1:cubicBezTo>
                    <ns1:pt x="256" y="1394"/>
                    <ns1:pt x="242" y="1408"/>
                    <ns1:pt x="224" y="1408"/>
                  </ns1:cubicBezTo>
                  <ns1:cubicBezTo>
                    <ns1:pt x="96" y="1408"/>
                    <ns1:pt x="96" y="1408"/>
                    <ns1:pt x="96" y="1408"/>
                  </ns1:cubicBezTo>
                  <ns1:cubicBezTo>
                    <ns1:pt x="78" y="1408"/>
                    <ns1:pt x="64" y="1394"/>
                    <ns1:pt x="64" y="1376"/>
                  </ns1:cubicBezTo>
                  <ns1:cubicBezTo>
                    <ns1:pt x="64" y="768"/>
                    <ns1:pt x="64" y="768"/>
                    <ns1:pt x="64" y="768"/>
                  </ns1:cubicBezTo>
                  <ns1:cubicBezTo>
                    <ns1:pt x="160" y="768"/>
                    <ns1:pt x="160" y="768"/>
                    <ns1:pt x="160" y="768"/>
                  </ns1:cubicBezTo>
                  <ns1:cubicBezTo>
                    <ns1:pt x="178" y="768"/>
                    <ns1:pt x="192" y="754"/>
                    <ns1:pt x="192" y="736"/>
                  </ns1:cubicBezTo>
                  <ns1:cubicBezTo>
                    <ns1:pt x="192" y="544"/>
                    <ns1:pt x="192" y="544"/>
                    <ns1:pt x="192" y="544"/>
                  </ns1:cubicBezTo>
                  <ns1:cubicBezTo>
                    <ns1:pt x="192" y="526"/>
                    <ns1:pt x="178" y="512"/>
                    <ns1:pt x="160" y="512"/>
                  </ns1:cubicBezTo>
                  <ns1:cubicBezTo>
                    <ns1:pt x="69" y="512"/>
                    <ns1:pt x="69" y="512"/>
                    <ns1:pt x="69" y="512"/>
                  </ns1:cubicBezTo>
                  <ns1:cubicBezTo>
                    <ns1:pt x="78" y="466"/>
                    <ns1:pt x="101" y="424"/>
                    <ns1:pt x="135" y="391"/>
                  </ns1:cubicBezTo>
                  <ns1:cubicBezTo>
                    <ns1:pt x="180" y="345"/>
                    <ns1:pt x="241" y="320"/>
                    <ns1:pt x="305" y="320"/>
                  </ns1:cubicBezTo>
                  <ns1:cubicBezTo>
                    <ns1:pt x="404" y="320"/>
                    <ns1:pt x="404" y="320"/>
                    <ns1:pt x="404" y="320"/>
                  </ns1:cubicBezTo>
                  <ns1:cubicBezTo>
                    <ns1:pt x="544" y="446"/>
                    <ns1:pt x="544" y="446"/>
                    <ns1:pt x="544" y="446"/>
                  </ns1:cubicBezTo>
                  <ns1:cubicBezTo>
                    <ns1:pt x="544" y="838"/>
                    <ns1:pt x="544" y="838"/>
                    <ns1:pt x="544" y="838"/>
                  </ns1:cubicBezTo>
                  <ns1:cubicBezTo>
                    <ns1:pt x="507" y="851"/>
                    <ns1:pt x="480" y="886"/>
                    <ns1:pt x="480" y="928"/>
                  </ns1:cubicBezTo>
                  <ns1:cubicBezTo>
                    <ns1:pt x="480" y="981"/>
                    <ns1:pt x="523" y="1024"/>
                    <ns1:pt x="576" y="1024"/>
                  </ns1:cubicBezTo>
                  <ns1:cubicBezTo>
                    <ns1:pt x="629" y="1024"/>
                    <ns1:pt x="672" y="981"/>
                    <ns1:pt x="672" y="928"/>
                  </ns1:cubicBezTo>
                  <ns1:cubicBezTo>
                    <ns1:pt x="672" y="886"/>
                    <ns1:pt x="645" y="851"/>
                    <ns1:pt x="608" y="838"/>
                  </ns1:cubicBezTo>
                  <ns1:cubicBezTo>
                    <ns1:pt x="608" y="504"/>
                    <ns1:pt x="608" y="504"/>
                    <ns1:pt x="608" y="504"/>
                  </ns1:cubicBezTo>
                  <ns1:cubicBezTo>
                    <ns1:pt x="715" y="600"/>
                    <ns1:pt x="715" y="600"/>
                    <ns1:pt x="715" y="600"/>
                  </ns1:cubicBezTo>
                  <ns1:cubicBezTo>
                    <ns1:pt x="727" y="611"/>
                    <ns1:pt x="745" y="611"/>
                    <ns1:pt x="757" y="600"/>
                  </ns1:cubicBezTo>
                  <ns1:cubicBezTo>
                    <ns1:pt x="864" y="504"/>
                    <ns1:pt x="864" y="504"/>
                    <ns1:pt x="864" y="504"/>
                  </ns1:cubicBezTo>
                  <ns1:cubicBezTo>
                    <ns1:pt x="864" y="838"/>
                    <ns1:pt x="864" y="838"/>
                    <ns1:pt x="864" y="838"/>
                  </ns1:cubicBezTo>
                  <ns1:cubicBezTo>
                    <ns1:pt x="827" y="851"/>
                    <ns1:pt x="800" y="886"/>
                    <ns1:pt x="800" y="928"/>
                  </ns1:cubicBezTo>
                  <ns1:cubicBezTo>
                    <ns1:pt x="800" y="981"/>
                    <ns1:pt x="843" y="1024"/>
                    <ns1:pt x="896" y="1024"/>
                  </ns1:cubicBezTo>
                  <ns1:cubicBezTo>
                    <ns1:pt x="949" y="1024"/>
                    <ns1:pt x="992" y="981"/>
                    <ns1:pt x="992" y="928"/>
                  </ns1:cubicBezTo>
                  <ns1:cubicBezTo>
                    <ns1:pt x="992" y="886"/>
                    <ns1:pt x="965" y="851"/>
                    <ns1:pt x="928" y="838"/>
                  </ns1:cubicBezTo>
                  <ns1:cubicBezTo>
                    <ns1:pt x="928" y="446"/>
                    <ns1:pt x="928" y="446"/>
                    <ns1:pt x="928" y="446"/>
                  </ns1:cubicBezTo>
                  <ns1:cubicBezTo>
                    <ns1:pt x="1068" y="320"/>
                    <ns1:pt x="1068" y="320"/>
                    <ns1:pt x="1068" y="320"/>
                  </ns1:cubicBezTo>
                  <ns1:cubicBezTo>
                    <ns1:pt x="1167" y="320"/>
                    <ns1:pt x="1167" y="320"/>
                    <ns1:pt x="1167" y="320"/>
                  </ns1:cubicBezTo>
                  <ns1:cubicBezTo>
                    <ns1:pt x="1231" y="320"/>
                    <ns1:pt x="1292" y="345"/>
                    <ns1:pt x="1337" y="391"/>
                  </ns1:cubicBezTo>
                  <ns1:cubicBezTo>
                    <ns1:pt x="1371" y="424"/>
                    <ns1:pt x="1394" y="466"/>
                    <ns1:pt x="1403" y="512"/>
                  </ns1:cubicBezTo>
                  <ns1:cubicBezTo>
                    <ns1:pt x="1312" y="512"/>
                    <ns1:pt x="1312" y="512"/>
                    <ns1:pt x="1312" y="512"/>
                  </ns1:cubicBezTo>
                  <ns1:cubicBezTo>
                    <ns1:pt x="1294" y="512"/>
                    <ns1:pt x="1280" y="526"/>
                    <ns1:pt x="1280" y="544"/>
                  </ns1:cubicBezTo>
                  <ns1:cubicBezTo>
                    <ns1:pt x="1280" y="736"/>
                    <ns1:pt x="1280" y="736"/>
                    <ns1:pt x="1280" y="736"/>
                  </ns1:cubicBezTo>
                  <ns1:cubicBezTo>
                    <ns1:pt x="1280" y="754"/>
                    <ns1:pt x="1294" y="768"/>
                    <ns1:pt x="1312" y="768"/>
                  </ns1:cubicBezTo>
                  <ns1:cubicBezTo>
                    <ns1:pt x="1408" y="768"/>
                    <ns1:pt x="1408" y="768"/>
                    <ns1:pt x="1408" y="768"/>
                  </ns1:cubicBezTo>
                  <ns1:cubicBezTo>
                    <ns1:pt x="1408" y="1376"/>
                    <ns1:pt x="1408" y="1376"/>
                    <ns1:pt x="1408" y="1376"/>
                  </ns1:cubicBezTo>
                  <ns1:cubicBezTo>
                    <ns1:pt x="1408" y="1394"/>
                    <ns1:pt x="1394" y="1408"/>
                    <ns1:pt x="1376" y="1408"/>
                  </ns1:cubicBezTo>
                  <ns1:close/>
                  <ns1:moveTo>
                    <ns1:pt x="1408" y="576"/>
                  </ns1:moveTo>
                  <ns1:cubicBezTo>
                    <ns1:pt x="1408" y="704"/>
                    <ns1:pt x="1408" y="704"/>
                    <ns1:pt x="1408" y="704"/>
                  </ns1:cubicBezTo>
                  <ns1:cubicBezTo>
                    <ns1:pt x="1344" y="704"/>
                    <ns1:pt x="1344" y="704"/>
                    <ns1:pt x="1344" y="704"/>
                  </ns1:cubicBezTo>
                  <ns1:cubicBezTo>
                    <ns1:pt x="1344" y="576"/>
                    <ns1:pt x="1344" y="576"/>
                    <ns1:pt x="1344" y="576"/>
                  </ns1:cubicBezTo>
                  <ns1:lnTo>
                    <ns1:pt x="1408" y="576"/>
                  </ns1:lnTo>
                  <ns1:close/>
                  <ns1:moveTo>
                    <ns1:pt x="1408" y="576"/>
                  </ns1:moveTo>
                  <ns1:cubicBezTo>
                    <ns1:pt x="1408" y="576"/>
                    <ns1:pt x="1408" y="576"/>
                    <ns1:pt x="1408" y="576"/>
                  </ns1:cubicBezTo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3:hiddenLine w="9525">
                  <ns1:solidFill>
                    <ns1:srgbClr val="000000"/>
                  </ns1:solidFill>
                  <ns1:round/>
                  <ns1:headEnd/>
                  <ns1:tailEnd/>
                </ns3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en-US"/>
            </ns1:p>
          </ns0:txBody>
        </ns0:sp>
        <ns0:sp>
          <ns0:nvSpPr>
            <ns0:cNvPr id="46" name="Freeform 13">
              <ns1:extLst>
                <ns1:ext uri="{FF2B5EF4-FFF2-40B4-BE49-F238E27FC236}">
                  <ns2:creationId id="{822582E1-BCE0-4E1A-A464-566E8CB1BD2E}"/>
                </ns1:ext>
              </ns1:extLst>
            </ns0:cNvPr>
            <ns0:cNvSpPr>
              <ns1:spLocks noEditPoints="1"/>
            </ns0:cNvSpPr>
            <ns0:nvPr/>
          </ns0:nvSpPr>
          <ns0:spPr bwMode="auto">
            <ns1:xfrm>
              <ns1:off x="3069" y="2928"/>
              <ns1:ext cx="1542" cy="837"/>
            </ns1:xfrm>
            <ns1:custGeom>
              <ns1:avLst/>
              <ns1:gdLst>
                <ns1:gd name="T0" fmla="*/ 609 w 708"/>
                <ns1:gd name="T1" fmla="*/ 23 h 384"/>
                <ns1:gd name="T2" fmla="*/ 578 w 708"/>
                <ns1:gd name="T3" fmla="*/ 0 h 384"/>
                <ns1:gd name="T4" fmla="*/ 130 w 708"/>
                <ns1:gd name="T5" fmla="*/ 0 h 384"/>
                <ns1:gd name="T6" fmla="*/ 99 w 708"/>
                <ns1:gd name="T7" fmla="*/ 23 h 384"/>
                <ns1:gd name="T8" fmla="*/ 3 w 708"/>
                <ns1:gd name="T9" fmla="*/ 343 h 384"/>
                <ns1:gd name="T10" fmla="*/ 8 w 708"/>
                <ns1:gd name="T11" fmla="*/ 371 h 384"/>
                <ns1:gd name="T12" fmla="*/ 34 w 708"/>
                <ns1:gd name="T13" fmla="*/ 384 h 384"/>
                <ns1:gd name="T14" fmla="*/ 674 w 708"/>
                <ns1:gd name="T15" fmla="*/ 384 h 384"/>
                <ns1:gd name="T16" fmla="*/ 700 w 708"/>
                <ns1:gd name="T17" fmla="*/ 371 h 384"/>
                <ns1:gd name="T18" fmla="*/ 705 w 708"/>
                <ns1:gd name="T19" fmla="*/ 343 h 384"/>
                <ns1:gd name="T20" fmla="*/ 609 w 708"/>
                <ns1:gd name="T21" fmla="*/ 23 h 384"/>
                <ns1:gd name="T22" fmla="*/ 77 w 708"/>
                <ns1:gd name="T23" fmla="*/ 320 h 384"/>
                <ns1:gd name="T24" fmla="*/ 154 w 708"/>
                <ns1:gd name="T25" fmla="*/ 64 h 384"/>
                <ns1:gd name="T26" fmla="*/ 554 w 708"/>
                <ns1:gd name="T27" fmla="*/ 64 h 384"/>
                <ns1:gd name="T28" fmla="*/ 631 w 708"/>
                <ns1:gd name="T29" fmla="*/ 320 h 384"/>
                <ns1:gd name="T30" fmla="*/ 77 w 708"/>
                <ns1:gd name="T31" fmla="*/ 320 h 384"/>
                <ns1:gd name="T32" fmla="*/ 77 w 708"/>
                <ns1:gd name="T33" fmla="*/ 320 h 384"/>
                <ns1:gd name="T34" fmla="*/ 77 w 708"/>
                <ns1:gd name="T35" fmla="*/ 320 h 384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  <ns1:cxn ang="0">
                  <ns1:pos x="T30" y="T31"/>
                </ns1:cxn>
                <ns1:cxn ang="0">
                  <ns1:pos x="T32" y="T33"/>
                </ns1:cxn>
                <ns1:cxn ang="0">
                  <ns1:pos x="T34" y="T35"/>
                </ns1:cxn>
              </ns1:cxnLst>
              <ns1:rect l="0" t="0" r="r" b="b"/>
              <ns1:pathLst>
                <ns1:path w="708" h="384">
                  <ns1:moveTo>
                    <ns1:pt x="609" y="23"/>
                  </ns1:moveTo>
                  <ns1:cubicBezTo>
                    <ns1:pt x="605" y="9"/>
                    <ns1:pt x="592" y="0"/>
                    <ns1:pt x="578" y="0"/>
                  </ns1:cubicBezTo>
                  <ns1:cubicBezTo>
                    <ns1:pt x="130" y="0"/>
                    <ns1:pt x="130" y="0"/>
                    <ns1:pt x="130" y="0"/>
                  </ns1:cubicBezTo>
                  <ns1:cubicBezTo>
                    <ns1:pt x="116" y="0"/>
                    <ns1:pt x="103" y="9"/>
                    <ns1:pt x="99" y="23"/>
                  </ns1:cubicBezTo>
                  <ns1:cubicBezTo>
                    <ns1:pt x="3" y="343"/>
                    <ns1:pt x="3" y="343"/>
                    <ns1:pt x="3" y="343"/>
                  </ns1:cubicBezTo>
                  <ns1:cubicBezTo>
                    <ns1:pt x="0" y="353"/>
                    <ns1:pt x="2" y="363"/>
                    <ns1:pt x="8" y="371"/>
                  </ns1:cubicBezTo>
                  <ns1:cubicBezTo>
                    <ns1:pt x="14" y="379"/>
                    <ns1:pt x="24" y="384"/>
                    <ns1:pt x="34" y="384"/>
                  </ns1:cubicBezTo>
                  <ns1:cubicBezTo>
                    <ns1:pt x="674" y="384"/>
                    <ns1:pt x="674" y="384"/>
                    <ns1:pt x="674" y="384"/>
                  </ns1:cubicBezTo>
                  <ns1:cubicBezTo>
                    <ns1:pt x="684" y="384"/>
                    <ns1:pt x="694" y="379"/>
                    <ns1:pt x="700" y="371"/>
                  </ns1:cubicBezTo>
                  <ns1:cubicBezTo>
                    <ns1:pt x="706" y="363"/>
                    <ns1:pt x="708" y="353"/>
                    <ns1:pt x="705" y="343"/>
                  </ns1:cubicBezTo>
                  <ns1:lnTo>
                    <ns1:pt x="609" y="23"/>
                  </ns1:lnTo>
                  <ns1:close/>
                  <ns1:moveTo>
                    <ns1:pt x="77" y="320"/>
                  </ns1:moveTo>
                  <ns1:cubicBezTo>
                    <ns1:pt x="154" y="64"/>
                    <ns1:pt x="154" y="64"/>
                    <ns1:pt x="154" y="64"/>
                  </ns1:cubicBezTo>
                  <ns1:cubicBezTo>
                    <ns1:pt x="554" y="64"/>
                    <ns1:pt x="554" y="64"/>
                    <ns1:pt x="554" y="64"/>
                  </ns1:cubicBezTo>
                  <ns1:cubicBezTo>
                    <ns1:pt x="631" y="320"/>
                    <ns1:pt x="631" y="320"/>
                    <ns1:pt x="631" y="320"/>
                  </ns1:cubicBezTo>
                  <ns1:lnTo>
                    <ns1:pt x="77" y="320"/>
                  </ns1:lnTo>
                  <ns1:close/>
                  <ns1:moveTo>
                    <ns1:pt x="77" y="320"/>
                  </ns1:moveTo>
                  <ns1:cubicBezTo>
                    <ns1:pt x="77" y="320"/>
                    <ns1:pt x="77" y="320"/>
                    <ns1:pt x="77" y="320"/>
                  </ns1:cubicBezTo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3:hiddenLine w="9525">
                  <ns1:solidFill>
                    <ns1:srgbClr val="000000"/>
                  </ns1:solidFill>
                  <ns1:round/>
                  <ns1:headEnd/>
                  <ns1:tailEnd/>
                </ns3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en-US"/>
            </ns1:p>
          </ns0:txBody>
        </ns0:sp>
        <ns0:sp>
          <ns0:nvSpPr>
            <ns0:cNvPr id="47" name="Freeform 14">
              <ns1:extLst>
                <ns1:ext uri="{FF2B5EF4-FFF2-40B4-BE49-F238E27FC236}">
                  <ns2:creationId id="{AB0CFDED-71C8-4B79-841E-3DDBB935CC12}"/>
                </ns1:ext>
              </ns1:extLst>
            </ns0:cNvPr>
            <ns0:cNvSpPr>
              <ns1:spLocks noEditPoints="1"/>
            </ns0:cNvSpPr>
            <ns0:nvPr/>
          </ns0:nvSpPr>
          <ns0:spPr bwMode="auto">
            <ns1:xfrm>
              <ns1:off x="1679" y="0"/>
              <ns1:ext cx="4322" cy="3385"/>
            </ns1:xfrm>
            <ns1:custGeom>
              <ns1:avLst/>
              <ns1:gdLst>
                <ns1:gd name="T0" fmla="*/ 992 w 1984"/>
                <ns1:gd name="T1" fmla="*/ 0 h 1554"/>
                <ns1:gd name="T2" fmla="*/ 0 w 1984"/>
                <ns1:gd name="T3" fmla="*/ 992 h 1554"/>
                <ns1:gd name="T4" fmla="*/ 175 w 1984"/>
                <ns1:gd name="T5" fmla="*/ 1554 h 1554"/>
                <ns1:gd name="T6" fmla="*/ 227 w 1984"/>
                <ns1:gd name="T7" fmla="*/ 1518 h 1554"/>
                <ns1:gd name="T8" fmla="*/ 64 w 1984"/>
                <ns1:gd name="T9" fmla="*/ 992 h 1554"/>
                <ns1:gd name="T10" fmla="*/ 992 w 1984"/>
                <ns1:gd name="T11" fmla="*/ 64 h 1554"/>
                <ns1:gd name="T12" fmla="*/ 1920 w 1984"/>
                <ns1:gd name="T13" fmla="*/ 992 h 1554"/>
                <ns1:gd name="T14" fmla="*/ 1757 w 1984"/>
                <ns1:gd name="T15" fmla="*/ 1518 h 1554"/>
                <ns1:gd name="T16" fmla="*/ 1809 w 1984"/>
                <ns1:gd name="T17" fmla="*/ 1554 h 1554"/>
                <ns1:gd name="T18" fmla="*/ 1984 w 1984"/>
                <ns1:gd name="T19" fmla="*/ 992 h 1554"/>
                <ns1:gd name="T20" fmla="*/ 992 w 1984"/>
                <ns1:gd name="T21" fmla="*/ 0 h 1554"/>
                <ns1:gd name="T22" fmla="*/ 992 w 1984"/>
                <ns1:gd name="T23" fmla="*/ 0 h 1554"/>
                <ns1:gd name="T24" fmla="*/ 992 w 1984"/>
                <ns1:gd name="T25" fmla="*/ 0 h 1554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</ns1:cxnLst>
              <ns1:rect l="0" t="0" r="r" b="b"/>
              <ns1:pathLst>
                <ns1:path w="1984" h="1554">
                  <ns1:moveTo>
                    <ns1:pt x="992" y="0"/>
                  </ns1:moveTo>
                  <ns1:cubicBezTo>
                    <ns1:pt x="445" y="0"/>
                    <ns1:pt x="0" y="445"/>
                    <ns1:pt x="0" y="992"/>
                  </ns1:cubicBezTo>
                  <ns1:cubicBezTo>
                    <ns1:pt x="0" y="1194"/>
                    <ns1:pt x="60" y="1388"/>
                    <ns1:pt x="175" y="1554"/>
                  </ns1:cubicBezTo>
                  <ns1:cubicBezTo>
                    <ns1:pt x="227" y="1518"/>
                    <ns1:pt x="227" y="1518"/>
                    <ns1:pt x="227" y="1518"/>
                  </ns1:cubicBezTo>
                  <ns1:cubicBezTo>
                    <ns1:pt x="120" y="1363"/>
                    <ns1:pt x="64" y="1181"/>
                    <ns1:pt x="64" y="992"/>
                  </ns1:cubicBezTo>
                  <ns1:cubicBezTo>
                    <ns1:pt x="64" y="480"/>
                    <ns1:pt x="480" y="64"/>
                    <ns1:pt x="992" y="64"/>
                  </ns1:cubicBezTo>
                  <ns1:cubicBezTo>
                    <ns1:pt x="1504" y="64"/>
                    <ns1:pt x="1920" y="480"/>
                    <ns1:pt x="1920" y="992"/>
                  </ns1:cubicBezTo>
                  <ns1:cubicBezTo>
                    <ns1:pt x="1920" y="1181"/>
                    <ns1:pt x="1864" y="1363"/>
                    <ns1:pt x="1757" y="1518"/>
                  </ns1:cubicBezTo>
                  <ns1:cubicBezTo>
                    <ns1:pt x="1809" y="1554"/>
                    <ns1:pt x="1809" y="1554"/>
                    <ns1:pt x="1809" y="1554"/>
                  </ns1:cubicBezTo>
                  <ns1:cubicBezTo>
                    <ns1:pt x="1924" y="1388"/>
                    <ns1:pt x="1984" y="1194"/>
                    <ns1:pt x="1984" y="992"/>
                  </ns1:cubicBezTo>
                  <ns1:cubicBezTo>
                    <ns1:pt x="1984" y="445"/>
                    <ns1:pt x="1539" y="0"/>
                    <ns1:pt x="992" y="0"/>
                  </ns1:cubicBezTo>
                  <ns1:close/>
                  <ns1:moveTo>
                    <ns1:pt x="992" y="0"/>
                  </ns1:moveTo>
                  <ns1:cubicBezTo>
                    <ns1:pt x="992" y="0"/>
                    <ns1:pt x="992" y="0"/>
                    <ns1:pt x="992" y="0"/>
                  </ns1:cubicBezTo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3:hiddenLine w="9525">
                  <ns1:solidFill>
                    <ns1:srgbClr val="000000"/>
                  </ns1:solidFill>
                  <ns1:round/>
                  <ns1:headEnd/>
                  <ns1:tailEnd/>
                </ns3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en-US"/>
            </ns1:p>
          </ns0:txBody>
        </ns0:sp>
      </ns0:grpSp>
      <ns0:sp>
        <ns0:nvSpPr>
          <ns0:cNvPr id="52" name="TextBox 51">
            <ns1:extLst>
              <ns1:ext uri="{FF2B5EF4-FFF2-40B4-BE49-F238E27FC236}">
                <ns2:creationId id="{D274F2A0-EFAE-4442-8A54-0677630BF4DD}"/>
              </ns1:ext>
            </ns1:extLst>
          </ns0:cNvPr>
          <ns0:cNvSpPr txBox="1"/>
          <ns0:nvPr/>
        </ns0:nvSpPr>
        <ns0:spPr>
          <ns1:xfrm>
            <ns1:off x="532703" y="2952926"/>
            <ns1:ext cx="3386256" cy="2825838"/>
          </ns1:xfrm>
          <ns1:prstGeom prst="rect">
            <ns1:avLst/>
          </ns1:prstGeom>
          <ns1:noFill/>
        </ns0:spPr>
        <ns0:txBody>
          <ns1:bodyPr wrap="square" rtlCol="0">
            <ns1:spAutoFit/>
          </ns1:bodyPr>
          <ns1:lstStyle/>
          <ns1:p>
            <ns1:pPr>
              <ns1:lnSpc>
                <ns1:spcPct val="150000"/>
              </ns1:lnSpc>
            </ns1:pPr>
            <ns1:r>
              <ns1:rPr lang="en-US" sz="1200">
                <ns1:solidFill>
                  <ns1:schemeClr val="bg1">
                    <ns1:lumMod val="50000"/>
                  </ns1:schemeClr>
                </ns1:solidFill>
                <ns1:latin typeface="Lato" panose="020F0502020204030203" pitchFamily="34" charset="0"/>
                <ns1:ea typeface="Lato" panose="020F0502020204030203" pitchFamily="34" charset="0"/>
                <ns1:cs typeface="Lato" panose="020F0502020204030203" pitchFamily="34" charset="0"/>
              </ns1:rPr>
              <ns1:t>{SlideSupportingContent4}</ns1:t>
            </ns1:r>
          </ns1:p>
          <ns1:p>
            <ns1:pPr>
              <ns1:lnSpc>
                <ns1:spcPct val="150000"/>
              </ns1:lnSpc>
            </ns1:pPr>
            <ns1:endParaRPr lang="en-US" sz="1200">
              <ns1:solidFill>
                <ns1:schemeClr val="bg1">
                  <ns1:lumMod val="50000"/>
                </ns1:schemeClr>
              </ns1:solidFill>
              <ns1:latin typeface="Lato" panose="020F0502020204030203" pitchFamily="34" charset="0"/>
              <ns1:ea typeface="Lato" panose="020F0502020204030203" pitchFamily="34" charset="0"/>
              <ns1:cs typeface="Lato" panose="020F0502020204030203" pitchFamily="34" charset="0"/>
            </ns1:endParaRPr>
          </ns1:p>
          <ns1:p>
            <ns1:pPr>
              <ns1:lnSpc>
                <ns1:spcPct val="150000"/>
              </ns1:lnSpc>
            </ns1:pPr>
            <ns1:r>
              <ns1:rPr lang="en-US" sz="1200">
                <ns1:solidFill>
                  <ns1:schemeClr val="bg1">
                    <ns1:lumMod val="50000"/>
                  </ns1:schemeClr>
                </ns1:solidFill>
                <ns1:latin typeface="Lato" panose="020F0502020204030203" pitchFamily="34" charset="0"/>
                <ns1:ea typeface="Lato" panose="020F0502020204030203" pitchFamily="34" charset="0"/>
                <ns1:cs typeface="Lato" panose="020F0502020204030203" pitchFamily="34" charset="0"/>
              </ns1:rPr>
              <ns1:t/>
            </ns1:r>
          </ns1:p>
        </ns0:txBody>
      </ns0:sp>
      <ns0:sp>
        <ns0:nvSpPr>
          <ns0:cNvPr id="53" name="TextBox 52">
            <ns1:extLst>
              <ns1:ext uri="{FF2B5EF4-FFF2-40B4-BE49-F238E27FC236}">
                <ns2:creationId id="{9E15E9C0-9F92-41FE-BD6C-28E52D9E7985}"/>
              </ns1:ext>
            </ns1:extLst>
          </ns0:cNvPr>
          <ns0:cNvSpPr txBox="1"/>
          <ns0:nvPr/>
        </ns0:nvSpPr>
        <ns0:spPr>
          <ns1:xfrm>
            <ns1:off x="532703" y="827528"/>
            <ns1:ext cx="3386256" cy="2062103"/>
          </ns1:xfrm>
          <ns1:prstGeom prst="rect">
            <ns1:avLst/>
          </ns1:prstGeom>
          <ns1:noFill/>
        </ns0:spPr>
        <ns0:txBody>
          <ns1:bodyPr wrap="square" rtlCol="0">
            <ns1:spAutoFit/>
          </ns1:bodyPr>
          <ns1:lstStyle/>
          <ns1:p>
            <ns1:r>
              <ns1:rPr lang="en-US" sz="3200">
                <ns1:latin typeface="Playfair Display" panose="00000500000000000000" pitchFamily="50" charset="0"/>
              </ns1:rPr>
              <ns1:t>{SlideSupportingContent5}</ns1:t>
            </ns1:r>
          </ns1:p>
        </ns0:txBody>
      </ns0:sp>
      <ns0:sp>
        <ns0:nvSpPr>
          <ns0:cNvPr id="56" name="Slide Number Placeholder 55">
            <ns1:extLst>
              <ns1:ext uri="{FF2B5EF4-FFF2-40B4-BE49-F238E27FC236}">
                <ns2:creationId id="{4310478F-EA27-41B1-A367-CB62D4A8F8F5}"/>
              </ns1:ext>
            </ns1:extLst>
          </ns0:cNvPr>
          <ns0:cNvSpPr>
            <ns1:spLocks noGrp="1"/>
          </ns0:cNvSpPr>
          <ns0:nvPr>
            <ns0:ph type="sldNum" sz="quarter" idx="4"/>
          </ns0:nvPr>
        </ns0:nvSpPr>
        <ns0:spPr/>
        <ns0:txBody>
          <ns1:bodyPr/>
          <ns1:lstStyle/>
          <ns1:p>
            <ns1:fld id="{BC64674B-0CCF-4531-A68C-815F17BC8CC8}" type="slidenum">
              <ns1:rPr lang="en-US" smtClean="0"/>
              <ns1:pPr/>
              <ns1:t>{SlideStatistic}</ns1:t>
            </ns1:fld>
            <ns1:endParaRPr lang="en-US"/>
          </ns1:p>
        </ns0:txBody>
      </ns0:sp>
      <ns0:sp>
        <ns0:nvSpPr>
          <ns0:cNvPr id="61" name="Rectangle 60">
            <ns1:extLst>
              <ns1:ext uri="{FF2B5EF4-FFF2-40B4-BE49-F238E27FC236}">
                <ns2:creationId id="{74E81BFE-03DE-4781-9D7D-38791E24BBEC}"/>
              </ns1:ext>
            </ns1:extLst>
          </ns0:cNvPr>
          <ns0:cNvSpPr/>
          <ns0:nvPr/>
        </ns0:nvSpPr>
        <ns0:spPr>
          <ns1:xfrm>
            <ns1:off x="4212850" y="463256"/>
            <ns1:ext cx="518615" cy="1938251"/>
          </ns1:xfrm>
          <ns1:prstGeom prst="rect">
            <ns1:avLst/>
          </ns1:prstGeom>
          <ns1:solidFill>
            <ns1:srgbClr val="F07D66"/>
          </ns1:solidFill>
          <ns1:ln>
            <ns1:noFill/>
          </ns1:ln>
        </ns0:spPr>
        <ns0:style>
          <ns1:lnRef idx="2">
            <ns1:schemeClr val="accent1">
              <ns1:shade val="50000"/>
            </ns1:schemeClr>
          </ns1:lnRef>
          <ns1:fillRef idx="1">
            <ns1:schemeClr val="accent1"/>
          </ns1:fillRef>
          <ns1:effectRef idx="0">
            <ns1:schemeClr val="accent1"/>
          </ns1:effectRef>
          <ns1:fontRef idx="minor">
            <ns1:schemeClr val="lt1"/>
          </ns1:fontRef>
        </ns0:style>
        <ns0:txBody>
          <ns1:bodyPr vert="vert270" rtlCol="0" anchor="ctr"/>
          <ns1:lstStyle/>
          <ns1:p>
            <ns1:pPr algn="ctr"/>
            <ns1:r>
              <ns1:rPr lang="en-US" sz="1400" spc="300">
                <ns1:latin typeface="Lato Semibold" panose="020F0502020204030203" pitchFamily="34" charset="0"/>
                <ns1:ea typeface="Lato Semibold" panose="020F0502020204030203" pitchFamily="34" charset="0"/>
                <ns1:cs typeface="Lato Semibold" panose="020F0502020204030203" pitchFamily="34" charset="0"/>
              </ns1:rPr>
              <ns1:t>{SlideSectionLabel}</ns1:t>
            </ns1:r>
          </ns1:p>
        </ns0:txBody>
      </ns0:sp>
    </ns0:spTree>
    <ns0:extLst>
      <ns0:ext uri="{BB962C8B-B14F-4D97-AF65-F5344CB8AC3E}">
        <ns4:creationId val="409788555"/>
      </ns0:ext>
    </ns0:extLst>
  </ns0:cSld>
  <ns0:clrMapOvr>
    <ns1:masterClrMapping/>
  </ns0:clrMapOvr>
</ns0:sld>
</file>

<file path=ppt/slides/slide15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microsoft.com/office/powerpoint/2010/main">
  <ns0:cSld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6" name="TextBox 25">
            <ns1:extLst>
              <ns1:ext uri="{FF2B5EF4-FFF2-40B4-BE49-F238E27FC236}">
                <ns2:creationId id="{2519D476-37BE-4C60-B85B-C72A5435DD93}"/>
              </ns1:ext>
            </ns1:extLst>
          </ns0:cNvPr>
          <ns0:cNvSpPr txBox="1"/>
          <ns0:nvPr/>
        </ns0:nvSpPr>
        <ns0:spPr>
          <ns1:xfrm>
            <ns1:off x="4597067" y="472787"/>
            <ns1:ext cx="2997873" cy="523220"/>
          </ns1:xfrm>
          <ns1:prstGeom prst="rect">
            <ns1:avLst/>
          </ns1:prstGeom>
          <ns1:noFill/>
        </ns0:spPr>
        <ns0:txBody>
          <ns1:bodyPr wrap="none" rtlCol="0">
            <ns1:spAutoFit/>
          </ns1:bodyPr>
          <ns1:lstStyle/>
          <ns1:p>
            <ns1:pPr algn="ctr"/>
            <ns1:r>
              <ns1:rPr lang="en-US" sz="2800">
                <ns1:latin typeface="Playfair Display" panose="00000500000000000000" pitchFamily="50" charset="0"/>
              </ns1:rPr>
              <ns1:t>{SlideSectionLabel}</ns1:t>
            </ns1:r>
          </ns1:p>
        </ns0:txBody>
      </ns0:sp>
      <ns0:sp>
        <ns0:nvSpPr>
          <ns0:cNvPr id="31" name="Slide Number Placeholder 30">
            <ns1:extLst>
              <ns1:ext uri="{FF2B5EF4-FFF2-40B4-BE49-F238E27FC236}">
                <ns2:creationId id="{8C3D53F4-26A1-479C-B286-DAC927EB45AC}"/>
              </ns1:ext>
            </ns1:extLst>
          </ns0:cNvPr>
          <ns0:cNvSpPr>
            <ns1:spLocks noGrp="1"/>
          </ns0:cNvSpPr>
          <ns0:nvPr>
            <ns0:ph type="sldNum" sz="quarter" idx="4"/>
          </ns0:nvPr>
        </ns0:nvSpPr>
        <ns0:spPr/>
        <ns0:txBody>
          <ns1:bodyPr/>
          <ns1:lstStyle/>
          <ns1:p>
            <ns1:fld id="{BC64674B-0CCF-4531-A68C-815F17BC8CC8}" type="slidenum">
              <ns1:rPr lang="en-US" smtClean="0"/>
              <ns1:pPr/>
              <ns1:t>{SlideStatistic}</ns1:t>
            </ns1:fld>
            <ns1:endParaRPr lang="en-US"/>
          </ns1:p>
        </ns0:txBody>
      </ns0:sp>
      <ns0:sp>
        <ns0:nvSpPr>
          <ns0:cNvPr id="27" name="TextBox 26">
            <ns1:extLst>
              <ns1:ext uri="{FF2B5EF4-FFF2-40B4-BE49-F238E27FC236}">
                <ns2:creationId id="{EE4E472F-66BD-43BD-A761-244671207D31}"/>
              </ns1:ext>
            </ns1:extLst>
          </ns0:cNvPr>
          <ns0:cNvSpPr txBox="1"/>
          <ns0:nvPr/>
        </ns0:nvSpPr>
        <ns0:spPr>
          <ns1:xfrm>
            <ns1:off x="574473" y="5099657"/>
            <ns1:ext cx="2619361" cy="774123"/>
          </ns1:xfrm>
          <ns1:prstGeom prst="rect">
            <ns1:avLst/>
          </ns1:prstGeom>
          <ns1:noFill/>
        </ns0:spPr>
        <ns0:txBody>
          <ns1:bodyPr wrap="square" rtlCol="0">
            <ns1:spAutoFit/>
          </ns1:bodyPr>
          <ns1:lstStyle/>
          <ns1:p>
            <ns1:pPr algn="ctr">
              <ns1:lnSpc>
                <ns1:spcPct val="140000"/>
              </ns1:lnSpc>
            </ns1:pPr>
            <ns1:r>
              <ns1:rPr lang="en-US" sz="1100">
                <ns1:solidFill>
                  <ns1:schemeClr val="bg1">
                    <ns1:lumMod val="50000"/>
                  </ns1:schemeClr>
                </ns1:solidFill>
                <ns1:latin typeface="Lato" panose="020F0502020204030203" pitchFamily="34" charset="0"/>
                <ns1:ea typeface="Lato" panose="020F0502020204030203" pitchFamily="34" charset="0"/>
                <ns1:cs typeface="Lato" panose="020F0502020204030203" pitchFamily="34" charset="0"/>
              </ns1:rPr>
              <ns1:t>{SlideCallout}</ns1:t>
            </ns1:r>
          </ns1:p>
        </ns0:txBody>
      </ns0:sp>
      <ns0:sp>
        <ns0:nvSpPr>
          <ns0:cNvPr id="28" name="TextBox 27">
            <ns1:extLst>
              <ns1:ext uri="{FF2B5EF4-FFF2-40B4-BE49-F238E27FC236}">
                <ns2:creationId id="{ECEEDA6A-44B2-4A18-8820-34BA04B1FEBB}"/>
              </ns1:ext>
            </ns1:extLst>
          </ns0:cNvPr>
          <ns0:cNvSpPr txBox="1"/>
          <ns0:nvPr/>
        </ns0:nvSpPr>
        <ns0:spPr>
          <ns1:xfrm>
            <ns1:off x="3382371" y="5099657"/>
            <ns1:ext cx="2619361" cy="774123"/>
          </ns1:xfrm>
          <ns1:prstGeom prst="rect">
            <ns1:avLst/>
          </ns1:prstGeom>
          <ns1:noFill/>
        </ns0:spPr>
        <ns0:txBody>
          <ns1:bodyPr wrap="square" rtlCol="0">
            <ns1:spAutoFit/>
          </ns1:bodyPr>
          <ns1:lstStyle/>
          <ns1:p>
            <ns1:pPr algn="ctr">
              <ns1:lnSpc>
                <ns1:spcPct val="140000"/>
              </ns1:lnSpc>
            </ns1:pPr>
            <ns1:r>
              <ns1:rPr lang="en-US" sz="1100">
                <ns1:solidFill>
                  <ns1:schemeClr val="bg1">
                    <ns1:lumMod val="50000"/>
                  </ns1:schemeClr>
                </ns1:solidFill>
                <ns1:latin typeface="Lato" panose="020F0502020204030203" pitchFamily="34" charset="0"/>
                <ns1:ea typeface="Lato" panose="020F0502020204030203" pitchFamily="34" charset="0"/>
                <ns1:cs typeface="Lato" panose="020F0502020204030203" pitchFamily="34" charset="0"/>
              </ns1:rPr>
              <ns1:t>{SlideCaption}</ns1:t>
            </ns1:r>
          </ns1:p>
        </ns0:txBody>
      </ns0:sp>
      <ns0:sp>
        <ns0:nvSpPr>
          <ns0:cNvPr id="29" name="TextBox 28">
            <ns1:extLst>
              <ns1:ext uri="{FF2B5EF4-FFF2-40B4-BE49-F238E27FC236}">
                <ns2:creationId id="{44B8F79E-16DA-47BA-A086-094C75CF86E5}"/>
              </ns1:ext>
            </ns1:extLst>
          </ns0:cNvPr>
          <ns0:cNvSpPr txBox="1"/>
          <ns0:nvPr/>
        </ns0:nvSpPr>
        <ns0:spPr>
          <ns1:xfrm>
            <ns1:off x="6190269" y="5099657"/>
            <ns1:ext cx="2619361" cy="774123"/>
          </ns1:xfrm>
          <ns1:prstGeom prst="rect">
            <ns1:avLst/>
          </ns1:prstGeom>
          <ns1:noFill/>
        </ns0:spPr>
        <ns0:txBody>
          <ns1:bodyPr wrap="square" rtlCol="0">
            <ns1:spAutoFit/>
          </ns1:bodyPr>
          <ns1:lstStyle/>
          <ns1:p>
            <ns1:pPr algn="ctr">
              <ns1:lnSpc>
                <ns1:spcPct val="140000"/>
              </ns1:lnSpc>
            </ns1:pPr>
            <ns1:r>
              <ns1:rPr lang="en-US" sz="1100">
                <ns1:solidFill>
                  <ns1:schemeClr val="bg1">
                    <ns1:lumMod val="50000"/>
                  </ns1:schemeClr>
                </ns1:solidFill>
                <ns1:latin typeface="Lato" panose="020F0502020204030203" pitchFamily="34" charset="0"/>
                <ns1:ea typeface="Lato" panose="020F0502020204030203" pitchFamily="34" charset="0"/>
                <ns1:cs typeface="Lato" panose="020F0502020204030203" pitchFamily="34" charset="0"/>
              </ns1:rPr>
              <ns1:t>{SlideSupportingContent}</ns1:t>
            </ns1:r>
          </ns1:p>
        </ns0:txBody>
      </ns0:sp>
      <ns0:sp>
        <ns0:nvSpPr>
          <ns0:cNvPr id="30" name="TextBox 29">
            <ns1:extLst>
              <ns1:ext uri="{FF2B5EF4-FFF2-40B4-BE49-F238E27FC236}">
                <ns2:creationId id="{24D13F08-A9E5-4959-B401-431796883CB9}"/>
              </ns1:ext>
            </ns1:extLst>
          </ns0:cNvPr>
          <ns0:cNvSpPr txBox="1"/>
          <ns0:nvPr/>
        </ns0:nvSpPr>
        <ns0:spPr>
          <ns1:xfrm>
            <ns1:off x="8998167" y="5099657"/>
            <ns1:ext cx="2619361" cy="774123"/>
          </ns1:xfrm>
          <ns1:prstGeom prst="rect">
            <ns1:avLst/>
          </ns1:prstGeom>
          <ns1:noFill/>
        </ns0:spPr>
        <ns0:txBody>
          <ns1:bodyPr wrap="square" rtlCol="0">
            <ns1:spAutoFit/>
          </ns1:bodyPr>
          <ns1:lstStyle/>
          <ns1:p>
            <ns1:pPr algn="ctr">
              <ns1:lnSpc>
                <ns1:spcPct val="140000"/>
              </ns1:lnSpc>
            </ns1:pPr>
            <ns1:r>
              <ns1:rPr lang="en-US" sz="1100">
                <ns1:solidFill>
                  <ns1:schemeClr val="bg1">
                    <ns1:lumMod val="50000"/>
                  </ns1:schemeClr>
                </ns1:solidFill>
                <ns1:latin typeface="Lato" panose="020F0502020204030203" pitchFamily="34" charset="0"/>
                <ns1:ea typeface="Lato" panose="020F0502020204030203" pitchFamily="34" charset="0"/>
                <ns1:cs typeface="Lato" panose="020F0502020204030203" pitchFamily="34" charset="0"/>
              </ns1:rPr>
              <ns1:t>{SlideSupportingContent2}</ns1:t>
            </ns1:r>
          </ns1:p>
        </ns0:txBody>
      </ns0:sp>
      <ns0:sp>
        <ns0:nvSpPr>
          <ns0:cNvPr id="32" name="TextBox 31">
            <ns1:extLst>
              <ns1:ext uri="{FF2B5EF4-FFF2-40B4-BE49-F238E27FC236}">
                <ns2:creationId id="{FC23269D-7186-4721-8737-62F3415B00E3}"/>
              </ns1:ext>
            </ns1:extLst>
          </ns0:cNvPr>
          <ns0:cNvSpPr txBox="1"/>
          <ns0:nvPr/>
        </ns0:nvSpPr>
        <ns0:spPr>
          <ns1:xfrm>
            <ns1:off x="574472" y="4832824"/>
            <ns1:ext cx="2619361" cy="276999"/>
          </ns1:xfrm>
          <ns1:prstGeom prst="rect">
            <ns1:avLst/>
          </ns1:prstGeom>
          <ns1:noFill/>
        </ns0:spPr>
        <ns0:txBody>
          <ns1:bodyPr wrap="square" rtlCol="0">
            <ns1:spAutoFit/>
          </ns1:bodyPr>
          <ns1:lstStyle/>
          <ns1:p>
            <ns1:pPr algn="ctr"/>
            <ns1:r>
              <ns1:rPr lang="en-US" sz="1200" b="1">
                <ns1:solidFill>
                  <ns1:schemeClr val="tx1">
                    <ns1:lumMod val="75000"/>
                    <ns1:lumOff val="25000"/>
                  </ns1:schemeClr>
                </ns1:solidFill>
                <ns1:latin typeface="Lato" panose="020F0502020204030203" pitchFamily="34" charset="0"/>
                <ns1:ea typeface="Lato" panose="020F0502020204030203" pitchFamily="34" charset="0"/>
                <ns1:cs typeface="Lato" panose="020F0502020204030203" pitchFamily="34" charset="0"/>
              </ns1:rPr>
              <ns1:t>{SlideSupportingContent3}</ns1:t>
            </ns1:r>
          </ns1:p>
        </ns0:txBody>
      </ns0:sp>
      <ns0:sp>
        <ns0:nvSpPr>
          <ns0:cNvPr id="33" name="TextBox 32">
            <ns1:extLst>
              <ns1:ext uri="{FF2B5EF4-FFF2-40B4-BE49-F238E27FC236}">
                <ns2:creationId id="{78CC1830-B09A-455D-B490-AD81395314F8}"/>
              </ns1:ext>
            </ns1:extLst>
          </ns0:cNvPr>
          <ns0:cNvSpPr txBox="1"/>
          <ns0:nvPr/>
        </ns0:nvSpPr>
        <ns0:spPr>
          <ns1:xfrm>
            <ns1:off x="3382370" y="4828443"/>
            <ns1:ext cx="2619361" cy="276999"/>
          </ns1:xfrm>
          <ns1:prstGeom prst="rect">
            <ns1:avLst/>
          </ns1:prstGeom>
          <ns1:noFill/>
        </ns0:spPr>
        <ns0:txBody>
          <ns1:bodyPr wrap="square" rtlCol="0">
            <ns1:spAutoFit/>
          </ns1:bodyPr>
          <ns1:lstStyle/>
          <ns1:p>
            <ns1:pPr algn="ctr"/>
            <ns1:r>
              <ns1:rPr lang="en-US" sz="1200" b="1">
                <ns1:solidFill>
                  <ns1:schemeClr val="tx1">
                    <ns1:lumMod val="75000"/>
                    <ns1:lumOff val="25000"/>
                  </ns1:schemeClr>
                </ns1:solidFill>
                <ns1:latin typeface="Lato" panose="020F0502020204030203" pitchFamily="34" charset="0"/>
                <ns1:ea typeface="Lato" panose="020F0502020204030203" pitchFamily="34" charset="0"/>
                <ns1:cs typeface="Lato" panose="020F0502020204030203" pitchFamily="34" charset="0"/>
              </ns1:rPr>
              <ns1:t>{SlideSupportingContent4}</ns1:t>
            </ns1:r>
          </ns1:p>
        </ns0:txBody>
      </ns0:sp>
      <ns0:sp>
        <ns0:nvSpPr>
          <ns0:cNvPr id="34" name="TextBox 33">
            <ns1:extLst>
              <ns1:ext uri="{FF2B5EF4-FFF2-40B4-BE49-F238E27FC236}">
                <ns2:creationId id="{C433677B-960B-4DBA-A8C5-42B1C270763F}"/>
              </ns1:ext>
            </ns1:extLst>
          </ns0:cNvPr>
          <ns0:cNvSpPr txBox="1"/>
          <ns0:nvPr/>
        </ns0:nvSpPr>
        <ns0:spPr>
          <ns1:xfrm>
            <ns1:off x="6190269" y="4828443"/>
            <ns1:ext cx="2619361" cy="276999"/>
          </ns1:xfrm>
          <ns1:prstGeom prst="rect">
            <ns1:avLst/>
          </ns1:prstGeom>
          <ns1:noFill/>
        </ns0:spPr>
        <ns0:txBody>
          <ns1:bodyPr wrap="square" rtlCol="0">
            <ns1:spAutoFit/>
          </ns1:bodyPr>
          <ns1:lstStyle/>
          <ns1:p>
            <ns1:pPr algn="ctr"/>
            <ns1:r>
              <ns1:rPr lang="en-US" sz="1200" b="1">
                <ns1:solidFill>
                  <ns1:schemeClr val="tx1">
                    <ns1:lumMod val="75000"/>
                    <ns1:lumOff val="25000"/>
                  </ns1:schemeClr>
                </ns1:solidFill>
                <ns1:latin typeface="Lato" panose="020F0502020204030203" pitchFamily="34" charset="0"/>
                <ns1:ea typeface="Lato" panose="020F0502020204030203" pitchFamily="34" charset="0"/>
                <ns1:cs typeface="Lato" panose="020F0502020204030203" pitchFamily="34" charset="0"/>
              </ns1:rPr>
              <ns1:t>{SlideSupportingContent5}</ns1:t>
            </ns1:r>
          </ns1:p>
        </ns0:txBody>
      </ns0:sp>
      <ns0:sp>
        <ns0:nvSpPr>
          <ns0:cNvPr id="35" name="TextBox 34">
            <ns1:extLst>
              <ns1:ext uri="{FF2B5EF4-FFF2-40B4-BE49-F238E27FC236}">
                <ns2:creationId id="{AF41F048-E869-4C8B-A373-327F6D864555}"/>
              </ns1:ext>
            </ns1:extLst>
          </ns0:cNvPr>
          <ns0:cNvSpPr txBox="1"/>
          <ns0:nvPr/>
        </ns0:nvSpPr>
        <ns0:spPr>
          <ns1:xfrm>
            <ns1:off x="8998166" y="4825762"/>
            <ns1:ext cx="2619361" cy="276999"/>
          </ns1:xfrm>
          <ns1:prstGeom prst="rect">
            <ns1:avLst/>
          </ns1:prstGeom>
          <ns1:noFill/>
        </ns0:spPr>
        <ns0:txBody>
          <ns1:bodyPr wrap="square" rtlCol="0">
            <ns1:spAutoFit/>
          </ns1:bodyPr>
          <ns1:lstStyle/>
          <ns1:p>
            <ns1:pPr algn="ctr"/>
            <ns1:r>
              <ns1:rPr lang="en-US" sz="1200" b="1">
                <ns1:solidFill>
                  <ns1:schemeClr val="tx1">
                    <ns1:lumMod val="75000"/>
                    <ns1:lumOff val="25000"/>
                  </ns1:schemeClr>
                </ns1:solidFill>
                <ns1:latin typeface="Lato" panose="020F0502020204030203" pitchFamily="34" charset="0"/>
                <ns1:ea typeface="Lato" panose="020F0502020204030203" pitchFamily="34" charset="0"/>
                <ns1:cs typeface="Lato" panose="020F0502020204030203" pitchFamily="34" charset="0"/>
              </ns1:rPr>
              <ns1:t>{SlideSupportingContent}</ns1:t>
            </ns1:r>
          </ns1:p>
        </ns0:txBody>
      </ns0:sp>
      <ns0:sp>
        <ns0:nvSpPr>
          <ns0:cNvPr id="3" name="Picture Placeholder 2">
            <ns1:extLst>
              <ns1:ext uri="{FF2B5EF4-FFF2-40B4-BE49-F238E27FC236}">
                <ns2:creationId id="{A1D8B1F6-8BA5-426A-A3CE-0983219816CC}"/>
              </ns1:ext>
            </ns1:extLst>
          </ns0:cNvPr>
          <ns0:cNvSpPr>
            <ns1:spLocks noGrp="1"/>
          </ns0:cNvSpPr>
          <ns0:nvPr>
            <ns0:ph type="pic" sz="quarter" idx="12"/>
          </ns0:nvPr>
        </ns0:nvSpPr>
        <ns0:spPr/>
      </ns0:sp>
      <ns0:sp>
        <ns0:nvSpPr>
          <ns0:cNvPr id="5" name="Picture Placeholder 4">
            <ns1:extLst>
              <ns1:ext uri="{FF2B5EF4-FFF2-40B4-BE49-F238E27FC236}">
                <ns2:creationId id="{D25240EE-A5DD-47F0-85A3-D3719976521A}"/>
              </ns1:ext>
            </ns1:extLst>
          </ns0:cNvPr>
          <ns0:cNvSpPr>
            <ns1:spLocks noGrp="1"/>
          </ns0:cNvSpPr>
          <ns0:nvPr>
            <ns0:ph type="pic" sz="quarter" idx="13"/>
          </ns0:nvPr>
        </ns0:nvSpPr>
        <ns0:spPr/>
      </ns0:sp>
      <ns0:sp>
        <ns0:nvSpPr>
          <ns0:cNvPr id="7" name="Picture Placeholder 6">
            <ns1:extLst>
              <ns1:ext uri="{FF2B5EF4-FFF2-40B4-BE49-F238E27FC236}">
                <ns2:creationId id="{93C1ACD3-081F-4608-BE40-CF29A49C3E08}"/>
              </ns1:ext>
            </ns1:extLst>
          </ns0:cNvPr>
          <ns0:cNvSpPr>
            <ns1:spLocks noGrp="1"/>
          </ns0:cNvSpPr>
          <ns0:nvPr>
            <ns0:ph type="pic" sz="quarter" idx="14"/>
          </ns0:nvPr>
        </ns0:nvSpPr>
        <ns0:spPr/>
      </ns0:sp>
      <ns0:sp>
        <ns0:nvSpPr>
          <ns0:cNvPr id="9" name="Picture Placeholder 8">
            <ns1:extLst>
              <ns1:ext uri="{FF2B5EF4-FFF2-40B4-BE49-F238E27FC236}">
                <ns2:creationId id="{8E892C5E-435B-463A-8B73-8BBCD1DED8E5}"/>
              </ns1:ext>
            </ns1:extLst>
          </ns0:cNvPr>
          <ns0:cNvSpPr>
            <ns1:spLocks noGrp="1"/>
          </ns0:cNvSpPr>
          <ns0:nvPr>
            <ns0:ph type="pic" sz="quarter" idx="15"/>
          </ns0:nvPr>
        </ns0:nvSpPr>
        <ns0:spPr/>
      </ns0:sp>
    </ns0:spTree>
    <ns0:extLst>
      <ns0:ext uri="{BB962C8B-B14F-4D97-AF65-F5344CB8AC3E}">
        <ns3:creationId val="2715070755"/>
      </ns0:ext>
    </ns0:extLst>
  </ns0:cSld>
  <ns0:clrMapOvr>
    <ns1:masterClrMapping/>
  </ns0:clrMapOvr>
</ns0:sld>
</file>

<file path=ppt/slides/slide16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microsoft.com/office/powerpoint/2010/main">
  <ns0:cSld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10" name="TextBox 9">
            <ns1:extLst>
              <ns1:ext uri="{FF2B5EF4-FFF2-40B4-BE49-F238E27FC236}">
                <ns2:creationId id="{4A0AEC74-D510-421A-8E66-691F6CD69DA3}"/>
              </ns1:ext>
            </ns1:extLst>
          </ns0:cNvPr>
          <ns0:cNvSpPr txBox="1"/>
          <ns0:nvPr/>
        </ns0:nvSpPr>
        <ns0:spPr>
          <ns1:xfrm>
            <ns1:off x="7176187" y="1485477"/>
            <ns1:ext cx="4509397" cy="2062103"/>
          </ns1:xfrm>
          <ns1:prstGeom prst="rect">
            <ns1:avLst/>
          </ns1:prstGeom>
          <ns1:noFill/>
        </ns0:spPr>
        <ns0:txBody>
          <ns1:bodyPr wrap="square" rtlCol="0">
            <ns1:spAutoFit/>
          </ns1:bodyPr>
          <ns1:lstStyle/>
          <ns1:p>
            <ns1:r>
              <ns1:rPr lang="en-US" sz="3200">
                <ns1:latin typeface="Playfair Display" panose="00000500000000000000" pitchFamily="50" charset="0"/>
              </ns1:rPr>
              <ns1:t>{SlideMainExplanation}</ns1:t>
            </ns1:r>
          </ns1:p>
        </ns0:txBody>
      </ns0:sp>
      <ns0:sp>
        <ns0:nvSpPr>
          <ns0:cNvPr id="11" name="TextBox 10">
            <ns1:extLst>
              <ns1:ext uri="{FF2B5EF4-FFF2-40B4-BE49-F238E27FC236}">
                <ns2:creationId id="{DEE4B6E0-06DF-4B17-985D-9E1A085A55AB}"/>
              </ns1:ext>
            </ns1:extLst>
          </ns0:cNvPr>
          <ns0:cNvSpPr txBox="1"/>
          <ns0:nvPr/>
        </ns0:nvSpPr>
        <ns0:spPr>
          <ns1:xfrm>
            <ns1:off x="7176187" y="3563358"/>
            <ns1:ext cx="4509397" cy="1440844"/>
          </ns1:xfrm>
          <ns1:prstGeom prst="rect">
            <ns1:avLst/>
          </ns1:prstGeom>
          <ns1:noFill/>
        </ns0:spPr>
        <ns0:txBody>
          <ns1:bodyPr wrap="square" rtlCol="0">
            <ns1:spAutoFit/>
          </ns1:bodyPr>
          <ns1:lstStyle/>
          <ns1:p>
            <ns1:pPr>
              <ns1:lnSpc>
                <ns1:spcPct val="150000"/>
              </ns1:lnSpc>
            </ns1:pPr>
            <ns1:r>
              <ns1:rPr lang="en-US" sz="1200">
                <ns1:solidFill>
                  <ns1:schemeClr val="bg1">
                    <ns1:lumMod val="50000"/>
                  </ns1:schemeClr>
                </ns1:solidFill>
                <ns1:latin typeface="Lato" panose="020F0502020204030203" pitchFamily="34" charset="0"/>
                <ns1:ea typeface="Lato" panose="020F0502020204030203" pitchFamily="34" charset="0"/>
                <ns1:cs typeface="Lato" panose="020F0502020204030203" pitchFamily="34" charset="0"/>
              </ns1:rPr>
              <ns1:t>{SlideSupportingContent}</ns1:t>
            </ns1:r>
          </ns1:p>
        </ns0:txBody>
      </ns0:sp>
      <ns0:sp>
        <ns0:nvSpPr>
          <ns0:cNvPr id="3" name="Picture Placeholder 2">
            <ns1:extLst>
              <ns1:ext uri="{FF2B5EF4-FFF2-40B4-BE49-F238E27FC236}">
                <ns2:creationId id="{19194FC0-8D29-4AA3-B710-5DFDBD047066}"/>
              </ns1:ext>
            </ns1:extLst>
          </ns0:cNvPr>
          <ns0:cNvSpPr>
            <ns1:spLocks noGrp="1"/>
          </ns0:cNvSpPr>
          <ns0:nvPr>
            <ns0:ph type="pic" sz="quarter" idx="14"/>
          </ns0:nvPr>
        </ns0:nvSpPr>
        <ns0:spPr/>
      </ns0:sp>
      <ns0:sp>
        <ns0:nvSpPr>
          <ns0:cNvPr id="5" name="Picture Placeholder 4">
            <ns1:extLst>
              <ns1:ext uri="{FF2B5EF4-FFF2-40B4-BE49-F238E27FC236}">
                <ns2:creationId id="{E8B646A5-9A08-4460-A5EE-6A0D5C96065A}"/>
              </ns1:ext>
            </ns1:extLst>
          </ns0:cNvPr>
          <ns0:cNvSpPr>
            <ns1:spLocks noGrp="1"/>
          </ns0:cNvSpPr>
          <ns0:nvPr>
            <ns0:ph type="pic" sz="quarter" idx="13"/>
          </ns0:nvPr>
        </ns0:nvSpPr>
        <ns0:spPr/>
      </ns0:sp>
      <ns0:sp>
        <ns0:nvSpPr>
          <ns0:cNvPr id="7" name="Picture Placeholder 6">
            <ns1:extLst>
              <ns1:ext uri="{FF2B5EF4-FFF2-40B4-BE49-F238E27FC236}">
                <ns2:creationId id="{9C6C1B09-444E-4592-8A4F-C34B614EA9A1}"/>
              </ns1:ext>
            </ns1:extLst>
          </ns0:cNvPr>
          <ns0:cNvSpPr>
            <ns1:spLocks noGrp="1"/>
          </ns0:cNvSpPr>
          <ns0:nvPr>
            <ns0:ph type="pic" sz="quarter" idx="15"/>
          </ns0:nvPr>
        </ns0:nvSpPr>
        <ns0:spPr/>
      </ns0:sp>
      <ns0:sp>
        <ns0:nvSpPr>
          <ns0:cNvPr id="9" name="Picture Placeholder 8">
            <ns1:extLst>
              <ns1:ext uri="{FF2B5EF4-FFF2-40B4-BE49-F238E27FC236}">
                <ns2:creationId id="{4FAC5594-85A9-4A53-92B7-E0451B3397E6}"/>
              </ns1:ext>
            </ns1:extLst>
          </ns0:cNvPr>
          <ns0:cNvSpPr>
            <ns1:spLocks noGrp="1"/>
          </ns0:cNvSpPr>
          <ns0:nvPr>
            <ns0:ph type="pic" sz="quarter" idx="12"/>
          </ns0:nvPr>
        </ns0:nvSpPr>
        <ns0:spPr/>
      </ns0:sp>
    </ns0:spTree>
    <ns0:extLst>
      <ns0:ext uri="{BB962C8B-B14F-4D97-AF65-F5344CB8AC3E}">
        <ns3:creationId val="1105423634"/>
      </ns0:ext>
    </ns0:extLst>
  </ns0:cSld>
  <ns0:clrMapOvr>
    <ns1:masterClrMapping/>
  </ns0:clrMapOvr>
</ns0:sld>
</file>

<file path=ppt/slides/slide17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microsoft.com/office/powerpoint/2010/main">
  <ns0:cSld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4" name="Picture Placeholder 3">
            <ns1:extLst>
              <ns1:ext uri="{FF2B5EF4-FFF2-40B4-BE49-F238E27FC236}">
                <ns2:creationId id="{58E0BB62-C26C-4998-95EB-9AC7C26BD5DE}"/>
              </ns1:ext>
            </ns1:extLst>
          </ns0:cNvPr>
          <ns0:cNvSpPr>
            <ns1:spLocks noGrp="1"/>
          </ns0:cNvSpPr>
          <ns0:nvPr>
            <ns0:ph type="pic" sz="quarter" idx="14"/>
          </ns0:nvPr>
        </ns0:nvSpPr>
        <ns0:spPr/>
      </ns0:sp>
      <ns0:sp>
        <ns0:nvSpPr>
          <ns0:cNvPr id="6" name="Picture Placeholder 5">
            <ns1:extLst>
              <ns1:ext uri="{FF2B5EF4-FFF2-40B4-BE49-F238E27FC236}">
                <ns2:creationId id="{BF30E2A8-7F82-4070-BC01-F92B4B966B98}"/>
              </ns1:ext>
            </ns1:extLst>
          </ns0:cNvPr>
          <ns0:cNvSpPr>
            <ns1:spLocks noGrp="1"/>
          </ns0:cNvSpPr>
          <ns0:nvPr>
            <ns0:ph type="pic" sz="quarter" idx="15"/>
          </ns0:nvPr>
        </ns0:nvSpPr>
        <ns0:spPr/>
      </ns0:sp>
      <ns0:sp>
        <ns0:nvSpPr>
          <ns0:cNvPr id="8" name="Picture Placeholder 7">
            <ns1:extLst>
              <ns1:ext uri="{FF2B5EF4-FFF2-40B4-BE49-F238E27FC236}">
                <ns2:creationId id="{E3AB4103-501B-49EA-B313-A3915A1B1202}"/>
              </ns1:ext>
            </ns1:extLst>
          </ns0:cNvPr>
          <ns0:cNvSpPr>
            <ns1:spLocks noGrp="1"/>
          </ns0:cNvSpPr>
          <ns0:nvPr>
            <ns0:ph type="pic" sz="quarter" idx="16"/>
          </ns0:nvPr>
        </ns0:nvSpPr>
        <ns0:spPr/>
      </ns0:sp>
      <ns0:sp>
        <ns0:nvSpPr>
          <ns0:cNvPr id="10" name="Picture Placeholder 9">
            <ns1:extLst>
              <ns1:ext uri="{FF2B5EF4-FFF2-40B4-BE49-F238E27FC236}">
                <ns2:creationId id="{5D707BAC-8C4D-4BA4-8AB8-CC4898160106}"/>
              </ns1:ext>
            </ns1:extLst>
          </ns0:cNvPr>
          <ns0:cNvSpPr>
            <ns1:spLocks noGrp="1"/>
          </ns0:cNvSpPr>
          <ns0:nvPr>
            <ns0:ph type="pic" sz="quarter" idx="17"/>
          </ns0:nvPr>
        </ns0:nvSpPr>
        <ns0:spPr/>
      </ns0:sp>
      <ns0:sp>
        <ns0:nvSpPr>
          <ns0:cNvPr id="12" name="Picture Placeholder 11">
            <ns1:extLst>
              <ns1:ext uri="{FF2B5EF4-FFF2-40B4-BE49-F238E27FC236}">
                <ns2:creationId id="{8F18E8BC-47A3-4F55-8414-6283EA694548}"/>
              </ns1:ext>
            </ns1:extLst>
          </ns0:cNvPr>
          <ns0:cNvSpPr>
            <ns1:spLocks noGrp="1"/>
          </ns0:cNvSpPr>
          <ns0:nvPr>
            <ns0:ph type="pic" sz="quarter" idx="18"/>
          </ns0:nvPr>
        </ns0:nvSpPr>
        <ns0:spPr/>
      </ns0:sp>
      <ns0:sp>
        <ns0:nvSpPr>
          <ns0:cNvPr id="14" name="Picture Placeholder 13">
            <ns1:extLst>
              <ns1:ext uri="{FF2B5EF4-FFF2-40B4-BE49-F238E27FC236}">
                <ns2:creationId id="{2229A4FE-1BFE-4DE3-B1FA-C8263F44DDA7}"/>
              </ns1:ext>
            </ns1:extLst>
          </ns0:cNvPr>
          <ns0:cNvSpPr>
            <ns1:spLocks noGrp="1"/>
          </ns0:cNvSpPr>
          <ns0:nvPr>
            <ns0:ph type="pic" sz="quarter" idx="19"/>
          </ns0:nvPr>
        </ns0:nvSpPr>
        <ns0:spPr/>
      </ns0:sp>
      <ns0:sp>
        <ns0:nvSpPr>
          <ns0:cNvPr id="2" name="TextBox 1">
            <ns1:extLst>
              <ns1:ext uri="{FF2B5EF4-FFF2-40B4-BE49-F238E27FC236}">
                <ns2:creationId id="{5D6C0612-612B-47AB-8B76-7C5E351747F0}"/>
              </ns1:ext>
            </ns1:extLst>
          </ns0:cNvPr>
          <ns0:cNvSpPr txBox="1"/>
          <ns0:nvPr/>
        </ns0:nvSpPr>
        <ns0:spPr>
          <ns1:xfrm>
            <ns1:off x="4597067" y="486435"/>
            <ns1:ext cx="2997873" cy="523220"/>
          </ns1:xfrm>
          <ns1:prstGeom prst="rect">
            <ns1:avLst/>
          </ns1:prstGeom>
          <ns1:noFill/>
        </ns0:spPr>
        <ns0:txBody>
          <ns1:bodyPr wrap="none" rtlCol="0">
            <ns1:spAutoFit/>
          </ns1:bodyPr>
          <ns1:lstStyle/>
          <ns1:p>
            <ns1:pPr algn="ctr"/>
            <ns1:r>
              <ns1:rPr lang="en-US" sz="2800">
                <ns1:latin typeface="Playfair Display" panose="00000500000000000000" pitchFamily="50" charset="0"/>
              </ns1:rPr>
              <ns1:t>{SlideSectionLabel}</ns1:t>
            </ns1:r>
          </ns1:p>
        </ns0:txBody>
      </ns0:sp>
      <ns0:sp>
        <ns0:nvSpPr>
          <ns0:cNvPr id="49" name="Rectangle 48">
            <ns1:extLst>
              <ns1:ext uri="{FF2B5EF4-FFF2-40B4-BE49-F238E27FC236}">
                <ns2:creationId id="{4351D09A-EB98-4D4B-A73F-36715DE59C41}"/>
              </ns1:ext>
            </ns1:extLst>
          </ns0:cNvPr>
          <ns0:cNvSpPr/>
          <ns0:nvPr/>
        </ns0:nvSpPr>
        <ns0:spPr>
          <ns1:xfrm>
            <ns1:off x="503401" y="5691119"/>
            <ns1:ext cx="2925353" cy="435982"/>
          </ns1:xfrm>
          <ns1:prstGeom prst="rect">
            <ns1:avLst/>
          </ns1:prstGeom>
          <ns1:solidFill>
            <ns1:srgbClr val="F07D66">
              <ns1:alpha val="80000"/>
            </ns1:srgbClr>
          </ns1:solidFill>
          <ns1:ln>
            <ns1:noFill/>
          </ns1:ln>
        </ns0:spPr>
        <ns0:style>
          <ns1:lnRef idx="2">
            <ns1:schemeClr val="accent1">
              <ns1:shade val="50000"/>
            </ns1:schemeClr>
          </ns1:lnRef>
          <ns1:fillRef idx="1">
            <ns1:schemeClr val="accent1"/>
          </ns1:fillRef>
          <ns1:effectRef idx="0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r>
              <ns1:rPr lang="en-US" sz="1000" b="1">
                <ns1:latin typeface="Lato" panose="020F0502020204030203" pitchFamily="34" charset="0"/>
                <ns1:ea typeface="Lato" panose="020F0502020204030203" pitchFamily="34" charset="0"/>
                <ns1:cs typeface="Lato" panose="020F0502020204030203" pitchFamily="34" charset="0"/>
              </ns1:rPr>
              <ns1:t>{SlideSupportingContent}</ns1:t>
            </ns1:r>
          </ns1:p>
        </ns0:txBody>
      </ns0:sp>
      <ns0:sp>
        <ns0:nvSpPr>
          <ns0:cNvPr id="51" name="Rectangle 50">
            <ns1:extLst>
              <ns1:ext uri="{FF2B5EF4-FFF2-40B4-BE49-F238E27FC236}">
                <ns2:creationId id="{AD22A501-34BF-478E-BC9E-A3E6CCA63A01}"/>
              </ns1:ext>
            </ns1:extLst>
          </ns0:cNvPr>
          <ns0:cNvSpPr/>
          <ns0:nvPr/>
        </ns0:nvSpPr>
        <ns0:spPr>
          <ns1:xfrm>
            <ns1:off x="3611213" y="5691117"/>
            <ns1:ext cx="2806849" cy="435982"/>
          </ns1:xfrm>
          <ns1:prstGeom prst="rect">
            <ns1:avLst/>
          </ns1:prstGeom>
          <ns1:solidFill>
            <ns1:srgbClr val="F07D66">
              <ns1:alpha val="80000"/>
            </ns1:srgbClr>
          </ns1:solidFill>
          <ns1:ln>
            <ns1:noFill/>
          </ns1:ln>
        </ns0:spPr>
        <ns0:style>
          <ns1:lnRef idx="2">
            <ns1:schemeClr val="accent1">
              <ns1:shade val="50000"/>
            </ns1:schemeClr>
          </ns1:lnRef>
          <ns1:fillRef idx="1">
            <ns1:schemeClr val="accent1"/>
          </ns1:fillRef>
          <ns1:effectRef idx="0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r>
              <ns1:rPr lang="en-US" sz="1000" b="1">
                <ns1:latin typeface="Lato" panose="020F0502020204030203" pitchFamily="34" charset="0"/>
                <ns1:ea typeface="Lato" panose="020F0502020204030203" pitchFamily="34" charset="0"/>
                <ns1:cs typeface="Lato" panose="020F0502020204030203" pitchFamily="34" charset="0"/>
              </ns1:rPr>
              <ns1:t>{SlideCallout}</ns1:t>
            </ns1:r>
          </ns1:p>
        </ns0:txBody>
      </ns0:sp>
      <ns0:sp>
        <ns0:nvSpPr>
          <ns0:cNvPr id="52" name="Rectangle 51">
            <ns1:extLst>
              <ns1:ext uri="{FF2B5EF4-FFF2-40B4-BE49-F238E27FC236}">
                <ns2:creationId id="{8ABD7853-0625-4885-AEC5-3E3B5FFEC576}"/>
              </ns1:ext>
            </ns1:extLst>
          </ns0:cNvPr>
          <ns0:cNvSpPr/>
          <ns0:nvPr/>
        </ns0:nvSpPr>
        <ns0:spPr>
          <ns1:xfrm>
            <ns1:off x="6585981" y="5691118"/>
            <ns1:ext cx="2463380" cy="435982"/>
          </ns1:xfrm>
          <ns1:prstGeom prst="rect">
            <ns1:avLst/>
          </ns1:prstGeom>
          <ns1:solidFill>
            <ns1:srgbClr val="F07D66">
              <ns1:alpha val="80000"/>
            </ns1:srgbClr>
          </ns1:solidFill>
          <ns1:ln>
            <ns1:noFill/>
          </ns1:ln>
        </ns0:spPr>
        <ns0:style>
          <ns1:lnRef idx="2">
            <ns1:schemeClr val="accent1">
              <ns1:shade val="50000"/>
            </ns1:schemeClr>
          </ns1:lnRef>
          <ns1:fillRef idx="1">
            <ns1:schemeClr val="accent1"/>
          </ns1:fillRef>
          <ns1:effectRef idx="0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r>
              <ns1:rPr lang="en-US" sz="1000" b="1">
                <ns1:latin typeface="Lato" panose="020F0502020204030203" pitchFamily="34" charset="0"/>
                <ns1:ea typeface="Lato" panose="020F0502020204030203" pitchFamily="34" charset="0"/>
                <ns1:cs typeface="Lato" panose="020F0502020204030203" pitchFamily="34" charset="0"/>
              </ns1:rPr>
              <ns1:t>{SlideCaption}</ns1:t>
            </ns1:r>
          </ns1:p>
        </ns0:txBody>
      </ns0:sp>
      <ns0:sp>
        <ns0:nvSpPr>
          <ns0:cNvPr id="53" name="Rectangle 52">
            <ns1:extLst>
              <ns1:ext uri="{FF2B5EF4-FFF2-40B4-BE49-F238E27FC236}">
                <ns2:creationId id="{AE2CE197-36D5-45BE-A679-27BE199B5BA9}"/>
              </ns1:ext>
            </ns1:extLst>
          </ns0:cNvPr>
          <ns0:cNvSpPr/>
          <ns0:nvPr/>
        </ns0:nvSpPr>
        <ns0:spPr>
          <ns1:xfrm>
            <ns1:off x="9203631" y="5691120"/>
            <ns1:ext cx="2477474" cy="435982"/>
          </ns1:xfrm>
          <ns1:prstGeom prst="rect">
            <ns1:avLst/>
          </ns1:prstGeom>
          <ns1:solidFill>
            <ns1:srgbClr val="F07D66">
              <ns1:alpha val="80000"/>
            </ns1:srgbClr>
          </ns1:solidFill>
          <ns1:ln>
            <ns1:noFill/>
          </ns1:ln>
        </ns0:spPr>
        <ns0:style>
          <ns1:lnRef idx="2">
            <ns1:schemeClr val="accent1">
              <ns1:shade val="50000"/>
            </ns1:schemeClr>
          </ns1:lnRef>
          <ns1:fillRef idx="1">
            <ns1:schemeClr val="accent1"/>
          </ns1:fillRef>
          <ns1:effectRef idx="0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r>
              <ns1:rPr lang="en-US" sz="1000" b="1">
                <ns1:latin typeface="Lato" panose="020F0502020204030203" pitchFamily="34" charset="0"/>
                <ns1:ea typeface="Lato" panose="020F0502020204030203" pitchFamily="34" charset="0"/>
                <ns1:cs typeface="Lato" panose="020F0502020204030203" pitchFamily="34" charset="0"/>
              </ns1:rPr>
              <ns1:t>{SlideSupportingContent2}</ns1:t>
            </ns1:r>
          </ns1:p>
        </ns0:txBody>
      </ns0:sp>
      <ns0:sp>
        <ns0:nvSpPr>
          <ns0:cNvPr id="68" name="Rectangle 67">
            <ns1:extLst>
              <ns1:ext uri="{FF2B5EF4-FFF2-40B4-BE49-F238E27FC236}">
                <ns2:creationId id="{809E7E73-524B-4E31-92B6-D08D3ADA8834}"/>
              </ns1:ext>
            </ns1:extLst>
          </ns0:cNvPr>
          <ns0:cNvSpPr/>
          <ns0:nvPr/>
        </ns0:nvSpPr>
        <ns0:spPr>
          <ns1:xfrm>
            <ns1:off x="503401" y="3259964"/>
            <ns1:ext cx="2931953" cy="435982"/>
          </ns1:xfrm>
          <ns1:prstGeom prst="rect">
            <ns1:avLst/>
          </ns1:prstGeom>
          <ns1:solidFill>
            <ns1:srgbClr val="F07D66">
              <ns1:alpha val="80000"/>
            </ns1:srgbClr>
          </ns1:solidFill>
          <ns1:ln>
            <ns1:noFill/>
          </ns1:ln>
        </ns0:spPr>
        <ns0:style>
          <ns1:lnRef idx="2">
            <ns1:schemeClr val="accent1">
              <ns1:shade val="50000"/>
            </ns1:schemeClr>
          </ns1:lnRef>
          <ns1:fillRef idx="1">
            <ns1:schemeClr val="accent1"/>
          </ns1:fillRef>
          <ns1:effectRef idx="0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r>
              <ns1:rPr lang="en-US" sz="1000" b="1">
                <ns1:latin typeface="Lato" panose="020F0502020204030203" pitchFamily="34" charset="0"/>
                <ns1:ea typeface="Lato" panose="020F0502020204030203" pitchFamily="34" charset="0"/>
                <ns1:cs typeface="Lato" panose="020F0502020204030203" pitchFamily="34" charset="0"/>
              </ns1:rPr>
              <ns1:t>{SlideSupportingContent3}</ns1:t>
            </ns1:r>
          </ns1:p>
        </ns0:txBody>
      </ns0:sp>
      <ns0:sp>
        <ns0:nvSpPr>
          <ns0:cNvPr id="69" name="Rectangle 68">
            <ns1:extLst>
              <ns1:ext uri="{FF2B5EF4-FFF2-40B4-BE49-F238E27FC236}">
                <ns2:creationId id="{49B4B2CF-2406-423E-91B8-DB8BEF088537}"/>
              </ns1:ext>
            </ns1:extLst>
          </ns0:cNvPr>
          <ns0:cNvSpPr/>
          <ns0:nvPr/>
        </ns0:nvSpPr>
        <ns0:spPr>
          <ns1:xfrm>
            <ns1:off x="6586426" y="3259964"/>
            <ns1:ext cx="5095123" cy="435982"/>
          </ns1:xfrm>
          <ns1:prstGeom prst="rect">
            <ns1:avLst/>
          </ns1:prstGeom>
          <ns1:solidFill>
            <ns1:srgbClr val="F07D66">
              <ns1:alpha val="80000"/>
            </ns1:srgbClr>
          </ns1:solidFill>
          <ns1:ln>
            <ns1:noFill/>
          </ns1:ln>
        </ns0:spPr>
        <ns0:style>
          <ns1:lnRef idx="2">
            <ns1:schemeClr val="accent1">
              <ns1:shade val="50000"/>
            </ns1:schemeClr>
          </ns1:lnRef>
          <ns1:fillRef idx="1">
            <ns1:schemeClr val="accent1"/>
          </ns1:fillRef>
          <ns1:effectRef idx="0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r>
              <ns1:rPr lang="en-US" sz="1000" b="1">
                <ns1:latin typeface="Lato" panose="020F0502020204030203" pitchFamily="34" charset="0"/>
                <ns1:ea typeface="Lato" panose="020F0502020204030203" pitchFamily="34" charset="0"/>
                <ns1:cs typeface="Lato" panose="020F0502020204030203" pitchFamily="34" charset="0"/>
              </ns1:rPr>
              <ns1:t>{SlideSupportingContent4}</ns1:t>
            </ns1:r>
          </ns1:p>
        </ns0:txBody>
      </ns0:sp>
    </ns0:spTree>
    <ns0:extLst>
      <ns0:ext uri="{BB962C8B-B14F-4D97-AF65-F5344CB8AC3E}">
        <ns3:creationId val="1179354094"/>
      </ns0:ext>
    </ns0:extLst>
  </ns0:cSld>
  <ns0:clrMapOvr>
    <ns1:masterClrMapping/>
  </ns0:clrMapOvr>
</ns0:sld>
</file>

<file path=ppt/slides/slide18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openxmlformats.org/officeDocument/2006/relationships" xmlns:ns4="http://schemas.microsoft.com/office/drawing/2010/main" xmlns:ns5="http://schemas.microsoft.com/office/powerpoint/2010/main">
  <ns0:cSld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pic>
        <ns0:nvPicPr>
          <ns0:cNvPr id="101" name="Picture 100">
            <ns1:extLst>
              <ns1:ext uri="{FF2B5EF4-FFF2-40B4-BE49-F238E27FC236}">
                <ns2:creationId id="{47FB31D2-1A2D-411B-B5D2-724813119F49}"/>
              </ns1:ext>
            </ns1:extLst>
          </ns0:cNvPr>
          <ns0:cNvPicPr>
            <ns1:picLocks noChangeAspect="1"/>
          </ns0:cNvPicPr>
          <ns0:nvPr/>
        </ns0:nvPicPr>
        <ns0:blipFill>
          <ns1:blip ns3:embed="rId2" cstate="print">
            <ns1:extLst>
              <ns1:ext uri="{28A0092B-C50C-407E-A947-70E740481C1C}">
                <ns4:useLocalDpi val="0"/>
              </ns1:ext>
            </ns1:extLst>
          </ns1:blip>
          <ns1:stretch>
            <ns1:fillRect/>
          </ns1:stretch>
        </ns0:blipFill>
        <ns0:spPr>
          <ns1:xfrm>
            <ns1:off x="4487911" y="1133475"/>
            <ns1:ext cx="3216179" cy="4920343"/>
          </ns1:xfrm>
          <ns1:prstGeom prst="rect">
            <ns1:avLst/>
          </ns1:prstGeom>
        </ns0:spPr>
      </ns0:pic>
      <ns0:sp>
        <ns0:nvSpPr>
          <ns0:cNvPr id="12" name="TextBox 11">
            <ns1:extLst>
              <ns1:ext uri="{FF2B5EF4-FFF2-40B4-BE49-F238E27FC236}">
                <ns2:creationId id="{AEDE8DFD-C132-412F-96D7-D14656E1421D}"/>
              </ns1:ext>
            </ns1:extLst>
          </ns0:cNvPr>
          <ns0:cNvSpPr txBox="1"/>
          <ns0:nvPr/>
        </ns0:nvSpPr>
        <ns0:spPr>
          <ns1:xfrm>
            <ns1:off x="8162539" y="2376066"/>
            <ns1:ext cx="3028625" cy="292388"/>
          </ns1:xfrm>
          <ns1:prstGeom prst="rect">
            <ns1:avLst/>
          </ns1:prstGeom>
          <ns1:noFill/>
        </ns0:spPr>
        <ns0:txBody>
          <ns1:bodyPr wrap="square" rtlCol="0">
            <ns1:spAutoFit/>
          </ns1:bodyPr>
          <ns1:lstStyle/>
          <ns1:p>
            <ns1:r>
              <ns1:rPr lang="en-US" sz="1300" b="1">
                <ns1:solidFill>
                  <ns1:schemeClr val="tx1">
                    <ns1:lumMod val="75000"/>
                    <ns1:lumOff val="25000"/>
                  </ns1:schemeClr>
                </ns1:solidFill>
                <ns1:latin typeface="Playfair Display" panose="00000500000000000000" pitchFamily="50" charset="0"/>
                <ns1:ea typeface="Open Sans" panose="020B0606030504020204" pitchFamily="34" charset="0"/>
                <ns1:cs typeface="Open Sans" panose="020B0606030504020204" pitchFamily="34" charset="0"/>
              </ns1:rPr>
              <ns1:t>{SlideMainExplanation}</ns1:t>
            </ns1:r>
          </ns1:p>
        </ns0:txBody>
      </ns0:sp>
      <ns0:sp>
        <ns0:nvSpPr>
          <ns0:cNvPr id="13" name="TextBox 12">
            <ns1:extLst>
              <ns1:ext uri="{FF2B5EF4-FFF2-40B4-BE49-F238E27FC236}">
                <ns2:creationId id="{77DA3432-973F-418B-B441-2E865774E6B4}"/>
              </ns1:ext>
            </ns1:extLst>
          </ns0:cNvPr>
          <ns0:cNvSpPr txBox="1"/>
          <ns0:nvPr/>
        </ns0:nvSpPr>
        <ns0:spPr>
          <ns1:xfrm>
            <ns1:off x="8162539" y="2627779"/>
            <ns1:ext cx="3028625" cy="774123"/>
          </ns1:xfrm>
          <ns1:prstGeom prst="rect">
            <ns1:avLst/>
          </ns1:prstGeom>
          <ns1:noFill/>
        </ns0:spPr>
        <ns0:txBody>
          <ns1:bodyPr wrap="square" rtlCol="0">
            <ns1:spAutoFit/>
          </ns1:bodyPr>
          <ns1:lstStyle/>
          <ns1:p>
            <ns1:pPr>
              <ns1:lnSpc>
                <ns1:spcPct val="140000"/>
              </ns1:lnSpc>
            </ns1:pPr>
            <ns1:r>
              <ns1:rPr lang="en-US" sz="1100">
                <ns1:solidFill>
                  <ns1:schemeClr val="bg1">
                    <ns1:lumMod val="50000"/>
                  </ns1:schemeClr>
                </ns1:solidFill>
                <ns1:latin typeface="Lato" panose="020F0502020204030203" pitchFamily="34" charset="0"/>
                <ns1:ea typeface="Lato" panose="020F0502020204030203" pitchFamily="34" charset="0"/>
                <ns1:cs typeface="Lato" panose="020F0502020204030203" pitchFamily="34" charset="0"/>
              </ns1:rPr>
              <ns1:t>{SlideSupportingContent}</ns1:t>
            </ns1:r>
          </ns1:p>
        </ns0:txBody>
      </ns0:sp>
      <ns0:grpSp>
        <ns0:nvGrpSpPr>
          <ns0:cNvPr id="36" name="Group 35">
            <ns1:extLst>
              <ns1:ext uri="{FF2B5EF4-FFF2-40B4-BE49-F238E27FC236}">
                <ns2:creationId id="{D2FA3E13-DEC6-46E2-A45D-918253649F68}"/>
              </ns1:ext>
            </ns1:extLst>
          </ns0:cNvPr>
          <ns0:cNvGrpSpPr/>
          <ns0:nvPr/>
        </ns0:nvGrpSpPr>
        <ns0:grpSpPr>
          <ns1:xfrm>
            <ns1:off x="8234331" y="1315324"/>
            <ns1:ext cx="950612" cy="950612"/>
            <ns1:chOff x="8234331" y="1160410"/>
            <ns1:chExt cx="950612" cy="950612"/>
          </ns1:xfrm>
        </ns0:grpSpPr>
        <ns0:sp>
          <ns0:nvSpPr>
            <ns0:cNvPr id="32" name="Oval 31">
              <ns1:extLst>
                <ns1:ext uri="{FF2B5EF4-FFF2-40B4-BE49-F238E27FC236}">
                  <ns2:creationId id="{AD2D9BFA-8D5A-494C-97F2-15A0370B26F9}"/>
                </ns1:ext>
              </ns1:extLst>
            </ns0:cNvPr>
            <ns0:cNvSpPr/>
            <ns0:nvPr/>
          </ns0:nvSpPr>
          <ns0:spPr>
            <ns1:xfrm>
              <ns1:off x="8234331" y="1160410"/>
              <ns1:ext cx="950612" cy="950612"/>
            </ns1:xfrm>
            <ns1:prstGeom prst="ellipse">
              <ns1:avLst/>
            </ns1:prstGeom>
            <ns1:solidFill>
              <ns1:srgbClr val="F1856F"/>
            </ns1:solidFill>
            <ns1:ln>
              <ns1:noFill/>
            </ns1:ln>
          </ns0:spPr>
          <ns0:style>
            <ns1:lnRef idx="2">
              <ns1:schemeClr val="accent1">
                <ns1:shade val="50000"/>
              </ns1:schemeClr>
            </ns1:lnRef>
            <ns1:fillRef idx="1">
              <ns1:schemeClr val="accent1"/>
            </ns1:fillRef>
            <ns1:effectRef idx="0">
              <ns1:schemeClr val="accent1"/>
            </ns1:effectRef>
            <ns1:fontRef idx="minor">
              <ns1:schemeClr val="lt1"/>
            </ns1:fontRef>
          </ns0:style>
          <ns0:txBody>
            <ns1:bodyPr rtlCol="0" anchor="ctr"/>
            <ns1:lstStyle/>
            <ns1:p>
              <ns1:pPr algn="ctr"/>
              <ns1:endParaRPr lang="en-US"/>
            </ns1:p>
          </ns0:txBody>
        </ns0:sp>
        <ns0:grpSp>
          <ns0:nvGrpSpPr>
            <ns0:cNvPr id="19" name="Group 28">
              <ns1:extLst>
                <ns1:ext uri="{FF2B5EF4-FFF2-40B4-BE49-F238E27FC236}">
                  <ns2:creationId id="{8094F039-C84A-40F6-B10D-48EEAABB8D46}"/>
                </ns1:ext>
              </ns1:extLst>
            </ns0:cNvPr>
            <ns0:cNvGrpSpPr>
              <ns1:grpSpLocks noChangeAspect="1"/>
            </ns0:cNvGrpSpPr>
            <ns0:nvPr/>
          </ns0:nvGrpSpPr>
          <ns0:grpSpPr bwMode="auto">
            <ns1:xfrm>
              <ns1:off x="8442226" y="1407571"/>
              <ns1:ext cx="534822" cy="456290"/>
              <ns1:chOff x="1310" y="3"/>
              <ns1:chExt cx="5060" cy="4317"/>
            </ns1:xfrm>
            <ns1:solidFill>
              <ns1:schemeClr val="bg1"/>
            </ns1:solidFill>
          </ns0:grpSpPr>
          <ns0:sp>
            <ns0:nvSpPr>
              <ns0:cNvPr id="20" name="Freeform 29">
                <ns1:extLst>
                  <ns1:ext uri="{FF2B5EF4-FFF2-40B4-BE49-F238E27FC236}">
                    <ns2:creationId id="{B43EA356-5F85-4F71-9ECE-D7CE2AA14A86}"/>
                  </ns1:ext>
                </ns1:extLst>
              </ns0:cNvPr>
              <ns0:cNvSpPr>
                <ns1:spLocks noEditPoints="1"/>
              </ns0:cNvSpPr>
              <ns0:nvPr/>
            </ns0:nvSpPr>
            <ns0:spPr bwMode="auto">
              <ns1:xfrm>
                <ns1:off x="3086" y="3387"/>
                <ns1:ext cx="614" cy="233"/>
              </ns1:xfrm>
              <ns1:custGeom>
                <ns1:avLst/>
                <ns1:gdLst>
                  <ns1:gd name="T0" fmla="*/ 199 w 251"/>
                  <ns1:gd name="T1" fmla="*/ 10 h 95"/>
                  <ns1:gd name="T2" fmla="*/ 53 w 251"/>
                  <ns1:gd name="T3" fmla="*/ 10 h 95"/>
                  <ns1:gd name="T4" fmla="*/ 10 w 251"/>
                  <ns1:gd name="T5" fmla="*/ 15 h 95"/>
                  <ns1:gd name="T6" fmla="*/ 16 w 251"/>
                  <ns1:gd name="T7" fmla="*/ 57 h 95"/>
                  <ns1:gd name="T8" fmla="*/ 126 w 251"/>
                  <ns1:gd name="T9" fmla="*/ 95 h 95"/>
                  <ns1:gd name="T10" fmla="*/ 236 w 251"/>
                  <ns1:gd name="T11" fmla="*/ 57 h 95"/>
                  <ns1:gd name="T12" fmla="*/ 241 w 251"/>
                  <ns1:gd name="T13" fmla="*/ 15 h 95"/>
                  <ns1:gd name="T14" fmla="*/ 199 w 251"/>
                  <ns1:gd name="T15" fmla="*/ 10 h 95"/>
                  <ns1:gd name="T16" fmla="*/ 199 w 251"/>
                  <ns1:gd name="T17" fmla="*/ 10 h 95"/>
                  <ns1:gd name="T18" fmla="*/ 199 w 251"/>
                  <ns1:gd name="T19" fmla="*/ 10 h 95"/>
                </ns1:gdLst>
                <ns1:ahLst/>
                <ns1:cxnLst>
                  <ns1:cxn ang="0">
                    <ns1:pos x="T0" y="T1"/>
                  </ns1:cxn>
                  <ns1:cxn ang="0">
                    <ns1:pos x="T2" y="T3"/>
                  </ns1:cxn>
                  <ns1:cxn ang="0">
                    <ns1:pos x="T4" y="T5"/>
                  </ns1:cxn>
                  <ns1:cxn ang="0">
                    <ns1:pos x="T6" y="T7"/>
                  </ns1:cxn>
                  <ns1:cxn ang="0">
                    <ns1:pos x="T8" y="T9"/>
                  </ns1:cxn>
                  <ns1:cxn ang="0">
                    <ns1:pos x="T10" y="T11"/>
                  </ns1:cxn>
                  <ns1:cxn ang="0">
                    <ns1:pos x="T12" y="T13"/>
                  </ns1:cxn>
                  <ns1:cxn ang="0">
                    <ns1:pos x="T14" y="T15"/>
                  </ns1:cxn>
                  <ns1:cxn ang="0">
                    <ns1:pos x="T16" y="T17"/>
                  </ns1:cxn>
                  <ns1:cxn ang="0">
                    <ns1:pos x="T18" y="T19"/>
                  </ns1:cxn>
                </ns1:cxnLst>
                <ns1:rect l="0" t="0" r="r" b="b"/>
                <ns1:pathLst>
                  <ns1:path w="251" h="95">
                    <ns1:moveTo>
                      <ns1:pt x="199" y="10"/>
                    </ns1:moveTo>
                    <ns1:cubicBezTo>
                      <ns1:pt x="156" y="43"/>
                      <ns1:pt x="96" y="43"/>
                      <ns1:pt x="53" y="10"/>
                    </ns1:cubicBezTo>
                    <ns1:cubicBezTo>
                      <ns1:pt x="39" y="0"/>
                      <ns1:pt x="21" y="2"/>
                      <ns1:pt x="10" y="15"/>
                    </ns1:cubicBezTo>
                    <ns1:cubicBezTo>
                      <ns1:pt x="0" y="28"/>
                      <ns1:pt x="3" y="47"/>
                      <ns1:pt x="16" y="57"/>
                    </ns1:cubicBezTo>
                    <ns1:cubicBezTo>
                      <ns1:pt x="48" y="83"/>
                      <ns1:pt x="87" y="95"/>
                      <ns1:pt x="126" y="95"/>
                    </ns1:cubicBezTo>
                    <ns1:cubicBezTo>
                      <ns1:pt x="165" y="95"/>
                      <ns1:pt x="203" y="83"/>
                      <ns1:pt x="236" y="57"/>
                    </ns1:cubicBezTo>
                    <ns1:cubicBezTo>
                      <ns1:pt x="249" y="47"/>
                      <ns1:pt x="251" y="28"/>
                      <ns1:pt x="241" y="15"/>
                    </ns1:cubicBezTo>
                    <ns1:cubicBezTo>
                      <ns1:pt x="231" y="2"/>
                      <ns1:pt x="212" y="0"/>
                      <ns1:pt x="199" y="10"/>
                    </ns1:cubicBezTo>
                    <ns1:close/>
                    <ns1:moveTo>
                      <ns1:pt x="199" y="10"/>
                    </ns1:moveTo>
                    <ns1:cubicBezTo>
                      <ns1:pt x="199" y="10"/>
                      <ns1:pt x="199" y="10"/>
                      <ns1:pt x="199" y="10"/>
                    </ns1:cubicBezTo>
                  </ns1:path>
                </ns1:pathLst>
              </ns1:custGeom>
              <ns1:grpFill/>
              <ns1:ln>
                <ns1:noFill/>
              </ns1:ln>
              <ns1:extLst>
                <ns1:ext uri="{91240B29-F687-4F45-9708-019B960494DF}">
                  <ns4:hiddenLine w="9525">
                    <ns1:solidFill>
                      <ns1:srgbClr val="000000"/>
                    </ns1:solidFill>
                    <ns1:round/>
                    <ns1:headEnd/>
                    <ns1:tailEnd/>
                  </ns4:hiddenLine>
                </ns1:ext>
              </ns1:extLst>
            </ns0:spPr>
            <ns0:txBody>
              <ns1:bodyPr vert="horz" wrap="square" lIns="91440" tIns="45720" rIns="91440" bIns="45720" numCol="1" anchor="t" anchorCtr="0" compatLnSpc="1">
                <ns1:prstTxWarp prst="textNoShape">
                  <ns1:avLst/>
                </ns1:prstTxWarp>
              </ns1:bodyPr>
              <ns1:lstStyle/>
              <ns1:p>
                <ns1:endParaRPr lang="en-US"/>
              </ns1:p>
            </ns0:txBody>
          </ns0:sp>
          <ns0:sp>
            <ns0:nvSpPr>
              <ns0:cNvPr id="21" name="Freeform 30">
                <ns1:extLst>
                  <ns1:ext uri="{FF2B5EF4-FFF2-40B4-BE49-F238E27FC236}">
                    <ns2:creationId id="{ECEAC0C9-DC6C-4175-BAD3-0056539FBD27}"/>
                  </ns1:ext>
                </ns1:extLst>
              </ns0:cNvPr>
              <ns0:cNvSpPr>
                <ns1:spLocks noEditPoints="1"/>
              </ns0:cNvSpPr>
              <ns0:nvPr/>
            </ns0:nvSpPr>
            <ns0:spPr bwMode="auto">
              <ns1:xfrm>
                <ns1:off x="2410" y="3304"/>
                <ns1:ext cx="389" cy="225"/>
              </ns1:xfrm>
              <ns1:custGeom>
                <ns1:avLst/>
                <ns1:gdLst>
                  <ns1:gd name="T0" fmla="*/ 79 w 159"/>
                  <ns1:gd name="T1" fmla="*/ 0 h 92"/>
                  <ns1:gd name="T2" fmla="*/ 9 w 159"/>
                  <ns1:gd name="T3" fmla="*/ 39 h 92"/>
                  <ns1:gd name="T4" fmla="*/ 17 w 159"/>
                  <ns1:gd name="T5" fmla="*/ 80 h 92"/>
                  <ns1:gd name="T6" fmla="*/ 59 w 159"/>
                  <ns1:gd name="T7" fmla="*/ 72 h 92"/>
                  <ns1:gd name="T8" fmla="*/ 79 w 159"/>
                  <ns1:gd name="T9" fmla="*/ 60 h 92"/>
                  <ns1:gd name="T10" fmla="*/ 100 w 159"/>
                  <ns1:gd name="T11" fmla="*/ 72 h 92"/>
                  <ns1:gd name="T12" fmla="*/ 141 w 159"/>
                  <ns1:gd name="T13" fmla="*/ 80 h 92"/>
                  <ns1:gd name="T14" fmla="*/ 150 w 159"/>
                  <ns1:gd name="T15" fmla="*/ 39 h 92"/>
                  <ns1:gd name="T16" fmla="*/ 79 w 159"/>
                  <ns1:gd name="T17" fmla="*/ 0 h 92"/>
                  <ns1:gd name="T18" fmla="*/ 79 w 159"/>
                  <ns1:gd name="T19" fmla="*/ 0 h 92"/>
                  <ns1:gd name="T20" fmla="*/ 79 w 159"/>
                  <ns1:gd name="T21" fmla="*/ 0 h 92"/>
                </ns1:gdLst>
                <ns1:ahLst/>
                <ns1:cxnLst>
                  <ns1:cxn ang="0">
                    <ns1:pos x="T0" y="T1"/>
                  </ns1:cxn>
                  <ns1:cxn ang="0">
                    <ns1:pos x="T2" y="T3"/>
                  </ns1:cxn>
                  <ns1:cxn ang="0">
                    <ns1:pos x="T4" y="T5"/>
                  </ns1:cxn>
                  <ns1:cxn ang="0">
                    <ns1:pos x="T6" y="T7"/>
                  </ns1:cxn>
                  <ns1:cxn ang="0">
                    <ns1:pos x="T8" y="T9"/>
                  </ns1:cxn>
                  <ns1:cxn ang="0">
                    <ns1:pos x="T10" y="T11"/>
                  </ns1:cxn>
                  <ns1:cxn ang="0">
                    <ns1:pos x="T12" y="T13"/>
                  </ns1:cxn>
                  <ns1:cxn ang="0">
                    <ns1:pos x="T14" y="T15"/>
                  </ns1:cxn>
                  <ns1:cxn ang="0">
                    <ns1:pos x="T16" y="T17"/>
                  </ns1:cxn>
                  <ns1:cxn ang="0">
                    <ns1:pos x="T18" y="T19"/>
                  </ns1:cxn>
                  <ns1:cxn ang="0">
                    <ns1:pos x="T20" y="T21"/>
                  </ns1:cxn>
                </ns1:cxnLst>
                <ns1:rect l="0" t="0" r="r" b="b"/>
                <ns1:pathLst>
                  <ns1:path w="159" h="92">
                    <ns1:moveTo>
                      <ns1:pt x="79" y="0"/>
                    </ns1:moveTo>
                    <ns1:cubicBezTo>
                      <ns1:pt x="51" y="0"/>
                      <ns1:pt x="24" y="15"/>
                      <ns1:pt x="9" y="39"/>
                    </ns1:cubicBezTo>
                    <ns1:cubicBezTo>
                      <ns1:pt x="0" y="52"/>
                      <ns1:pt x="3" y="71"/>
                      <ns1:pt x="17" y="80"/>
                    </ns1:cubicBezTo>
                    <ns1:cubicBezTo>
                      <ns1:pt x="31" y="89"/>
                      <ns1:pt x="50" y="85"/>
                      <ns1:pt x="59" y="72"/>
                    </ns1:cubicBezTo>
                    <ns1:cubicBezTo>
                      <ns1:pt x="65" y="62"/>
                      <ns1:pt x="75" y="60"/>
                      <ns1:pt x="79" y="60"/>
                    </ns1:cubicBezTo>
                    <ns1:cubicBezTo>
                      <ns1:pt x="83" y="60"/>
                      <ns1:pt x="93" y="62"/>
                      <ns1:pt x="100" y="72"/>
                    </ns1:cubicBezTo>
                    <ns1:cubicBezTo>
                      <ns1:pt x="114" y="92"/>
                      <ns1:pt x="136" y="83"/>
                      <ns1:pt x="141" y="80"/>
                    </ns1:cubicBezTo>
                    <ns1:cubicBezTo>
                      <ns1:pt x="155" y="71"/>
                      <ns1:pt x="159" y="52"/>
                      <ns1:pt x="150" y="39"/>
                    </ns1:cubicBezTo>
                    <ns1:cubicBezTo>
                      <ns1:pt x="134" y="15"/>
                      <ns1:pt x="108" y="0"/>
                      <ns1:pt x="79" y="0"/>
                    </ns1:cubicBezTo>
                    <ns1:close/>
                    <ns1:moveTo>
                      <ns1:pt x="79" y="0"/>
                    </ns1:moveTo>
                    <ns1:cubicBezTo>
                      <ns1:pt x="79" y="0"/>
                      <ns1:pt x="79" y="0"/>
                      <ns1:pt x="79" y="0"/>
                    </ns1:cubicBezTo>
                  </ns1:path>
                </ns1:pathLst>
              </ns1:custGeom>
              <ns1:grpFill/>
              <ns1:ln>
                <ns1:noFill/>
              </ns1:ln>
              <ns1:extLst>
                <ns1:ext uri="{91240B29-F687-4F45-9708-019B960494DF}">
                  <ns4:hiddenLine w="9525">
                    <ns1:solidFill>
                      <ns1:srgbClr val="000000"/>
                    </ns1:solidFill>
                    <ns1:round/>
                    <ns1:headEnd/>
                    <ns1:tailEnd/>
                  </ns4:hiddenLine>
                </ns1:ext>
              </ns1:extLst>
            </ns0:spPr>
            <ns0:txBody>
              <ns1:bodyPr vert="horz" wrap="square" lIns="91440" tIns="45720" rIns="91440" bIns="45720" numCol="1" anchor="t" anchorCtr="0" compatLnSpc="1">
                <ns1:prstTxWarp prst="textNoShape">
                  <ns1:avLst/>
                </ns1:prstTxWarp>
              </ns1:bodyPr>
              <ns1:lstStyle/>
              <ns1:p>
                <ns1:endParaRPr lang="en-US"/>
              </ns1:p>
            </ns0:txBody>
          </ns0:sp>
          <ns0:sp>
            <ns0:nvSpPr>
              <ns0:cNvPr id="22" name="Freeform 31">
                <ns1:extLst>
                  <ns1:ext uri="{FF2B5EF4-FFF2-40B4-BE49-F238E27FC236}">
                    <ns2:creationId id="{FF06313F-101C-4CA9-9A1A-FBD53717AE64}"/>
                  </ns1:ext>
                </ns1:extLst>
              </ns0:cNvPr>
              <ns0:cNvSpPr>
                <ns1:spLocks noEditPoints="1"/>
              </ns0:cNvSpPr>
              <ns0:nvPr/>
            </ns0:nvSpPr>
            <ns0:spPr bwMode="auto">
              <ns1:xfrm>
                <ns1:off x="3989" y="3304"/>
                <ns1:ext cx="390" cy="225"/>
              </ns1:xfrm>
              <ns1:custGeom>
                <ns1:avLst/>
                <ns1:gdLst>
                  <ns1:gd name="T0" fmla="*/ 79 w 159"/>
                  <ns1:gd name="T1" fmla="*/ 0 h 92"/>
                  <ns1:gd name="T2" fmla="*/ 9 w 159"/>
                  <ns1:gd name="T3" fmla="*/ 39 h 92"/>
                  <ns1:gd name="T4" fmla="*/ 17 w 159"/>
                  <ns1:gd name="T5" fmla="*/ 80 h 92"/>
                  <ns1:gd name="T6" fmla="*/ 59 w 159"/>
                  <ns1:gd name="T7" fmla="*/ 72 h 92"/>
                  <ns1:gd name="T8" fmla="*/ 79 w 159"/>
                  <ns1:gd name="T9" fmla="*/ 60 h 92"/>
                  <ns1:gd name="T10" fmla="*/ 100 w 159"/>
                  <ns1:gd name="T11" fmla="*/ 72 h 92"/>
                  <ns1:gd name="T12" fmla="*/ 141 w 159"/>
                  <ns1:gd name="T13" fmla="*/ 80 h 92"/>
                  <ns1:gd name="T14" fmla="*/ 150 w 159"/>
                  <ns1:gd name="T15" fmla="*/ 39 h 92"/>
                  <ns1:gd name="T16" fmla="*/ 79 w 159"/>
                  <ns1:gd name="T17" fmla="*/ 0 h 92"/>
                  <ns1:gd name="T18" fmla="*/ 79 w 159"/>
                  <ns1:gd name="T19" fmla="*/ 0 h 92"/>
                  <ns1:gd name="T20" fmla="*/ 79 w 159"/>
                  <ns1:gd name="T21" fmla="*/ 0 h 92"/>
                </ns1:gdLst>
                <ns1:ahLst/>
                <ns1:cxnLst>
                  <ns1:cxn ang="0">
                    <ns1:pos x="T0" y="T1"/>
                  </ns1:cxn>
                  <ns1:cxn ang="0">
                    <ns1:pos x="T2" y="T3"/>
                  </ns1:cxn>
                  <ns1:cxn ang="0">
                    <ns1:pos x="T4" y="T5"/>
                  </ns1:cxn>
                  <ns1:cxn ang="0">
                    <ns1:pos x="T6" y="T7"/>
                  </ns1:cxn>
                  <ns1:cxn ang="0">
                    <ns1:pos x="T8" y="T9"/>
                  </ns1:cxn>
                  <ns1:cxn ang="0">
                    <ns1:pos x="T10" y="T11"/>
                  </ns1:cxn>
                  <ns1:cxn ang="0">
                    <ns1:pos x="T12" y="T13"/>
                  </ns1:cxn>
                  <ns1:cxn ang="0">
                    <ns1:pos x="T14" y="T15"/>
                  </ns1:cxn>
                  <ns1:cxn ang="0">
                    <ns1:pos x="T16" y="T17"/>
                  </ns1:cxn>
                  <ns1:cxn ang="0">
                    <ns1:pos x="T18" y="T19"/>
                  </ns1:cxn>
                  <ns1:cxn ang="0">
                    <ns1:pos x="T20" y="T21"/>
                  </ns1:cxn>
                </ns1:cxnLst>
                <ns1:rect l="0" t="0" r="r" b="b"/>
                <ns1:pathLst>
                  <ns1:path w="159" h="92">
                    <ns1:moveTo>
                      <ns1:pt x="79" y="0"/>
                    </ns1:moveTo>
                    <ns1:cubicBezTo>
                      <ns1:pt x="51" y="0"/>
                      <ns1:pt x="24" y="15"/>
                      <ns1:pt x="9" y="39"/>
                    </ns1:cubicBezTo>
                    <ns1:cubicBezTo>
                      <ns1:pt x="0" y="52"/>
                      <ns1:pt x="4" y="71"/>
                      <ns1:pt x="17" y="80"/>
                    </ns1:cubicBezTo>
                    <ns1:cubicBezTo>
                      <ns1:pt x="31" y="89"/>
                      <ns1:pt x="50" y="85"/>
                      <ns1:pt x="59" y="72"/>
                    </ns1:cubicBezTo>
                    <ns1:cubicBezTo>
                      <ns1:pt x="66" y="62"/>
                      <ns1:pt x="75" y="60"/>
                      <ns1:pt x="79" y="60"/>
                    </ns1:cubicBezTo>
                    <ns1:cubicBezTo>
                      <ns1:pt x="83" y="60"/>
                      <ns1:pt x="93" y="62"/>
                      <ns1:pt x="100" y="72"/>
                    </ns1:cubicBezTo>
                    <ns1:cubicBezTo>
                      <ns1:pt x="114" y="92"/>
                      <ns1:pt x="136" y="83"/>
                      <ns1:pt x="141" y="80"/>
                    </ns1:cubicBezTo>
                    <ns1:cubicBezTo>
                      <ns1:pt x="155" y="71"/>
                      <ns1:pt x="159" y="52"/>
                      <ns1:pt x="150" y="39"/>
                    </ns1:cubicBezTo>
                    <ns1:cubicBezTo>
                      <ns1:pt x="134" y="15"/>
                      <ns1:pt x="108" y="0"/>
                      <ns1:pt x="79" y="0"/>
                    </ns1:cubicBezTo>
                    <ns1:close/>
                    <ns1:moveTo>
                      <ns1:pt x="79" y="0"/>
                    </ns1:moveTo>
                    <ns1:cubicBezTo>
                      <ns1:pt x="79" y="0"/>
                      <ns1:pt x="79" y="0"/>
                      <ns1:pt x="79" y="0"/>
                    </ns1:cubicBezTo>
                  </ns1:path>
                </ns1:pathLst>
              </ns1:custGeom>
              <ns1:grpFill/>
              <ns1:ln>
                <ns1:noFill/>
              </ns1:ln>
              <ns1:extLst>
                <ns1:ext uri="{91240B29-F687-4F45-9708-019B960494DF}">
                  <ns4:hiddenLine w="9525">
                    <ns1:solidFill>
                      <ns1:srgbClr val="000000"/>
                    </ns1:solidFill>
                    <ns1:round/>
                    <ns1:headEnd/>
                    <ns1:tailEnd/>
                  </ns4:hiddenLine>
                </ns1:ext>
              </ns1:extLst>
            </ns0:spPr>
            <ns0:txBody>
              <ns1:bodyPr vert="horz" wrap="square" lIns="91440" tIns="45720" rIns="91440" bIns="45720" numCol="1" anchor="t" anchorCtr="0" compatLnSpc="1">
                <ns1:prstTxWarp prst="textNoShape">
                  <ns1:avLst/>
                </ns1:prstTxWarp>
              </ns1:bodyPr>
              <ns1:lstStyle/>
              <ns1:p>
                <ns1:endParaRPr lang="en-US"/>
              </ns1:p>
            </ns0:txBody>
          </ns0:sp>
          <ns0:sp>
            <ns0:nvSpPr>
              <ns0:cNvPr id="23" name="Freeform 32">
                <ns1:extLst>
                  <ns1:ext uri="{FF2B5EF4-FFF2-40B4-BE49-F238E27FC236}">
                    <ns2:creationId id="{AA3EAF19-58A5-42EF-97FC-5873087C7BCC}"/>
                  </ns1:ext>
                </ns1:extLst>
              </ns0:cNvPr>
              <ns0:cNvSpPr>
                <ns1:spLocks noEditPoints="1"/>
              </ns0:cNvSpPr>
              <ns0:nvPr/>
            </ns0:nvSpPr>
            <ns0:spPr bwMode="auto">
              <ns1:xfrm>
                <ns1:off x="1310" y="113"/>
                <ns1:ext cx="5060" cy="4207"/>
              </ns1:xfrm>
              <ns1:custGeom>
                <ns1:avLst/>
                <ns1:gdLst>
                  <ns1:gd name="T0" fmla="*/ 1869 w 2066"/>
                  <ns1:gd name="T1" fmla="*/ 844 h 1718"/>
                  <ns1:gd name="T2" fmla="*/ 1481 w 2066"/>
                  <ns1:gd name="T3" fmla="*/ 780 h 1718"/>
                  <ns1:gd name="T4" fmla="*/ 1714 w 2066"/>
                  <ns1:gd name="T5" fmla="*/ 505 h 1718"/>
                  <ns1:gd name="T6" fmla="*/ 1749 w 2066"/>
                  <ns1:gd name="T7" fmla="*/ 276 h 1718"/>
                  <ns1:gd name="T8" fmla="*/ 1368 w 2066"/>
                  <ns1:gd name="T9" fmla="*/ 104 h 1718"/>
                  <ns1:gd name="T10" fmla="*/ 1206 w 2066"/>
                  <ns1:gd name="T11" fmla="*/ 32 h 1718"/>
                  <ns1:gd name="T12" fmla="*/ 716 w 2066"/>
                  <ns1:gd name="T13" fmla="*/ 58 h 1718"/>
                  <ns1:gd name="T14" fmla="*/ 586 w 2066"/>
                  <ns1:gd name="T15" fmla="*/ 139 h 1718"/>
                  <ns1:gd name="T16" fmla="*/ 604 w 2066"/>
                  <ns1:gd name="T17" fmla="*/ 197 h 1718"/>
                  <ns1:gd name="T18" fmla="*/ 741 w 2066"/>
                  <ns1:gd name="T19" fmla="*/ 201 h 1718"/>
                  <ns1:gd name="T20" fmla="*/ 1325 w 2066"/>
                  <ns1:gd name="T21" fmla="*/ 201 h 1718"/>
                  <ns1:gd name="T22" fmla="*/ 1636 w 2066"/>
                  <ns1:gd name="T23" fmla="*/ 251 h 1718"/>
                  <ns1:gd name="T24" fmla="*/ 1698 w 2066"/>
                  <ns1:gd name="T25" fmla="*/ 380 h 1718"/>
                  <ns1:gd name="T26" fmla="*/ 1546 w 2066"/>
                  <ns1:gd name="T27" fmla="*/ 544 h 1718"/>
                  <ns1:gd name="T28" fmla="*/ 1420 w 2066"/>
                  <ns1:gd name="T29" fmla="*/ 555 h 1718"/>
                  <ns1:gd name="T30" fmla="*/ 645 w 2066"/>
                  <ns1:gd name="T31" fmla="*/ 780 h 1718"/>
                  <ns1:gd name="T32" fmla="*/ 610 w 2066"/>
                  <ns1:gd name="T33" fmla="*/ 525 h 1718"/>
                  <ns1:gd name="T34" fmla="*/ 408 w 2066"/>
                  <ns1:gd name="T35" fmla="*/ 483 h 1718"/>
                  <ns1:gd name="T36" fmla="*/ 371 w 2066"/>
                  <ns1:gd name="T37" fmla="*/ 302 h 1718"/>
                  <ns1:gd name="T38" fmla="*/ 482 w 2066"/>
                  <ns1:gd name="T39" fmla="*/ 235 h 1718"/>
                  <ns1:gd name="T40" fmla="*/ 464 w 2066"/>
                  <ns1:gd name="T41" fmla="*/ 178 h 1718"/>
                  <ns1:gd name="T42" fmla="*/ 317 w 2066"/>
                  <ns1:gd name="T43" fmla="*/ 276 h 1718"/>
                  <ns1:gd name="T44" fmla="*/ 352 w 2066"/>
                  <ns1:gd name="T45" fmla="*/ 505 h 1718"/>
                  <ns1:gd name="T46" fmla="*/ 585 w 2066"/>
                  <ns1:gd name="T47" fmla="*/ 780 h 1718"/>
                  <ns1:gd name="T48" fmla="*/ 197 w 2066"/>
                  <ns1:gd name="T49" fmla="*/ 844 h 1718"/>
                  <ns1:gd name="T50" fmla="*/ 18 w 2066"/>
                  <ns1:gd name="T51" fmla="*/ 1120 h 1718"/>
                  <ns1:gd name="T52" fmla="*/ 243 w 2066"/>
                  <ns1:gd name="T53" fmla="*/ 1189 h 1718"/>
                  <ns1:gd name="T54" fmla="*/ 426 w 2066"/>
                  <ns1:gd name="T55" fmla="*/ 1718 h 1718"/>
                  <ns1:gd name="T56" fmla="*/ 1823 w 2066"/>
                  <ns1:gd name="T57" fmla="*/ 1535 h 1718"/>
                  <ns1:gd name="T58" fmla="*/ 1858 w 2066"/>
                  <ns1:gd name="T59" fmla="*/ 1189 h 1718"/>
                  <ns1:gd name="T60" fmla="*/ 2048 w 2066"/>
                  <ns1:gd name="T61" fmla="*/ 1120 h 1718"/>
                  <ns1:gd name="T62" fmla="*/ 1291 w 2066"/>
                  <ns1:gd name="T63" fmla="*/ 152 h 1718"/>
                  <ns1:gd name="T64" fmla="*/ 775 w 2066"/>
                  <ns1:gd name="T65" fmla="*/ 152 h 1718"/>
                  <ns1:gd name="T66" fmla="*/ 825 w 2066"/>
                  <ns1:gd name="T67" fmla="*/ 82 h 1718"/>
                  <ns1:gd name="T68" fmla="*/ 1301 w 2066"/>
                  <ns1:gd name="T69" fmla="*/ 92 h 1718"/>
                  <ns1:gd name="T70" fmla="*/ 73 w 2066"/>
                  <ns1:gd name="T71" fmla="*/ 1097 h 1718"/>
                  <ns1:gd name="T72" fmla="*/ 239 w 2066"/>
                  <ns1:gd name="T73" fmla="*/ 886 h 1718"/>
                  <ns1:gd name="T74" fmla="*/ 1356 w 2066"/>
                  <ns1:gd name="T75" fmla="*/ 840 h 1718"/>
                  <ns1:gd name="T76" fmla="*/ 1000 w 2066"/>
                  <ns1:gd name="T77" fmla="*/ 1129 h 1718"/>
                  <ns1:gd name="T78" fmla="*/ 73 w 2066"/>
                  <ns1:gd name="T79" fmla="*/ 1097 h 1718"/>
                  <ns1:gd name="T80" fmla="*/ 303 w 2066"/>
                  <ns1:gd name="T81" fmla="*/ 1535 h 1718"/>
                  <ns1:gd name="T82" fmla="*/ 1000 w 2066"/>
                  <ns1:gd name="T83" fmla="*/ 1189 h 1718"/>
                  <ns1:gd name="T84" fmla="*/ 1399 w 2066"/>
                  <ns1:gd name="T85" fmla="*/ 882 h 1718"/>
                  <ns1:gd name="T86" fmla="*/ 426 w 2066"/>
                  <ns1:gd name="T87" fmla="*/ 1658 h 1718"/>
                  <ns1:gd name="T88" fmla="*/ 1945 w 2066"/>
                  <ns1:gd name="T89" fmla="*/ 1129 h 1718"/>
                  <ns1:gd name="T90" fmla="*/ 1742 w 2066"/>
                  <ns1:gd name="T91" fmla="*/ 1081 h 1718"/>
                  <ns1:gd name="T92" fmla="*/ 1654 w 2066"/>
                  <ns1:gd name="T93" fmla="*/ 1035 h 1718"/>
                  <ns1:gd name="T94" fmla="*/ 1699 w 2066"/>
                  <ns1:gd name="T95" fmla="*/ 1123 h 1718"/>
                  <ns1:gd name="T96" fmla="*/ 1763 w 2066"/>
                  <ns1:gd name="T97" fmla="*/ 1535 h 1718"/>
                  <ns1:gd name="T98" fmla="*/ 1459 w 2066"/>
                  <ns1:gd name="T99" fmla="*/ 1658 h 1718"/>
                  <ns1:gd name="T100" fmla="*/ 1570 w 2066"/>
                  <ns1:gd name="T101" fmla="*/ 994 h 1718"/>
                  <ns1:gd name="T102" fmla="*/ 1612 w 2066"/>
                  <ns1:gd name="T103" fmla="*/ 951 h 1718"/>
                  <ns1:gd name="T104" fmla="*/ 1715 w 2066"/>
                  <ns1:gd name="T105" fmla="*/ 840 h 1718"/>
                  <ns1:gd name="T106" fmla="*/ 1982 w 2066"/>
                  <ns1:gd name="T107" fmla="*/ 1041 h 1718"/>
                  <ns1:gd name="T108" fmla="*/ 1993 w 2066"/>
                  <ns1:gd name="T109" fmla="*/ 1097 h 1718"/>
                </ns1:gdLst>
                <ns1:ahLst/>
                <ns1:cxnLst>
                  <ns1:cxn ang="0">
                    <ns1:pos x="T0" y="T1"/>
                  </ns1:cxn>
                  <ns1:cxn ang="0">
                    <ns1:pos x="T2" y="T3"/>
                  </ns1:cxn>
                  <ns1:cxn ang="0">
                    <ns1:pos x="T4" y="T5"/>
                  </ns1:cxn>
                  <ns1:cxn ang="0">
                    <ns1:pos x="T6" y="T7"/>
                  </ns1:cxn>
                  <ns1:cxn ang="0">
                    <ns1:pos x="T8" y="T9"/>
                  </ns1:cxn>
                  <ns1:cxn ang="0">
                    <ns1:pos x="T10" y="T11"/>
                  </ns1:cxn>
                  <ns1:cxn ang="0">
                    <ns1:pos x="T12" y="T13"/>
                  </ns1:cxn>
                  <ns1:cxn ang="0">
                    <ns1:pos x="T14" y="T15"/>
                  </ns1:cxn>
                  <ns1:cxn ang="0">
                    <ns1:pos x="T16" y="T17"/>
                  </ns1:cxn>
                  <ns1:cxn ang="0">
                    <ns1:pos x="T18" y="T19"/>
                  </ns1:cxn>
                  <ns1:cxn ang="0">
                    <ns1:pos x="T20" y="T21"/>
                  </ns1:cxn>
                  <ns1:cxn ang="0">
                    <ns1:pos x="T22" y="T23"/>
                  </ns1:cxn>
                  <ns1:cxn ang="0">
                    <ns1:pos x="T24" y="T25"/>
                  </ns1:cxn>
                  <ns1:cxn ang="0">
                    <ns1:pos x="T26" y="T27"/>
                  </ns1:cxn>
                  <ns1:cxn ang="0">
                    <ns1:pos x="T28" y="T29"/>
                  </ns1:cxn>
                  <ns1:cxn ang="0">
                    <ns1:pos x="T30" y="T31"/>
                  </ns1:cxn>
                  <ns1:cxn ang="0">
                    <ns1:pos x="T32" y="T33"/>
                  </ns1:cxn>
                  <ns1:cxn ang="0">
                    <ns1:pos x="T34" y="T35"/>
                  </ns1:cxn>
                  <ns1:cxn ang="0">
                    <ns1:pos x="T36" y="T37"/>
                  </ns1:cxn>
                  <ns1:cxn ang="0">
                    <ns1:pos x="T38" y="T39"/>
                  </ns1:cxn>
                  <ns1:cxn ang="0">
                    <ns1:pos x="T40" y="T41"/>
                  </ns1:cxn>
                  <ns1:cxn ang="0">
                    <ns1:pos x="T42" y="T43"/>
                  </ns1:cxn>
                  <ns1:cxn ang="0">
                    <ns1:pos x="T44" y="T45"/>
                  </ns1:cxn>
                  <ns1:cxn ang="0">
                    <ns1:pos x="T46" y="T47"/>
                  </ns1:cxn>
                  <ns1:cxn ang="0">
                    <ns1:pos x="T48" y="T49"/>
                  </ns1:cxn>
                  <ns1:cxn ang="0">
                    <ns1:pos x="T50" y="T51"/>
                  </ns1:cxn>
                  <ns1:cxn ang="0">
                    <ns1:pos x="T52" y="T53"/>
                  </ns1:cxn>
                  <ns1:cxn ang="0">
                    <ns1:pos x="T54" y="T55"/>
                  </ns1:cxn>
                  <ns1:cxn ang="0">
                    <ns1:pos x="T56" y="T57"/>
                  </ns1:cxn>
                  <ns1:cxn ang="0">
                    <ns1:pos x="T58" y="T59"/>
                  </ns1:cxn>
                  <ns1:cxn ang="0">
                    <ns1:pos x="T60" y="T61"/>
                  </ns1:cxn>
                  <ns1:cxn ang="0">
                    <ns1:pos x="T62" y="T63"/>
                  </ns1:cxn>
                  <ns1:cxn ang="0">
                    <ns1:pos x="T64" y="T65"/>
                  </ns1:cxn>
                  <ns1:cxn ang="0">
                    <ns1:pos x="T66" y="T67"/>
                  </ns1:cxn>
                  <ns1:cxn ang="0">
                    <ns1:pos x="T68" y="T69"/>
                  </ns1:cxn>
                  <ns1:cxn ang="0">
                    <ns1:pos x="T70" y="T71"/>
                  </ns1:cxn>
                  <ns1:cxn ang="0">
                    <ns1:pos x="T72" y="T73"/>
                  </ns1:cxn>
                  <ns1:cxn ang="0">
                    <ns1:pos x="T74" y="T75"/>
                  </ns1:cxn>
                  <ns1:cxn ang="0">
                    <ns1:pos x="T76" y="T77"/>
                  </ns1:cxn>
                  <ns1:cxn ang="0">
                    <ns1:pos x="T78" y="T79"/>
                  </ns1:cxn>
                  <ns1:cxn ang="0">
                    <ns1:pos x="T80" y="T81"/>
                  </ns1:cxn>
                  <ns1:cxn ang="0">
                    <ns1:pos x="T82" y="T83"/>
                  </ns1:cxn>
                  <ns1:cxn ang="0">
                    <ns1:pos x="T84" y="T85"/>
                  </ns1:cxn>
                  <ns1:cxn ang="0">
                    <ns1:pos x="T86" y="T87"/>
                  </ns1:cxn>
                  <ns1:cxn ang="0">
                    <ns1:pos x="T88" y="T89"/>
                  </ns1:cxn>
                  <ns1:cxn ang="0">
                    <ns1:pos x="T90" y="T91"/>
                  </ns1:cxn>
                  <ns1:cxn ang="0">
                    <ns1:pos x="T92" y="T93"/>
                  </ns1:cxn>
                  <ns1:cxn ang="0">
                    <ns1:pos x="T94" y="T95"/>
                  </ns1:cxn>
                  <ns1:cxn ang="0">
                    <ns1:pos x="T96" y="T97"/>
                  </ns1:cxn>
                  <ns1:cxn ang="0">
                    <ns1:pos x="T98" y="T99"/>
                  </ns1:cxn>
                  <ns1:cxn ang="0">
                    <ns1:pos x="T100" y="T101"/>
                  </ns1:cxn>
                  <ns1:cxn ang="0">
                    <ns1:pos x="T102" y="T103"/>
                  </ns1:cxn>
                  <ns1:cxn ang="0">
                    <ns1:pos x="T104" y="T105"/>
                  </ns1:cxn>
                  <ns1:cxn ang="0">
                    <ns1:pos x="T106" y="T107"/>
                  </ns1:cxn>
                  <ns1:cxn ang="0">
                    <ns1:pos x="T108" y="T109"/>
                  </ns1:cxn>
                </ns1:cxnLst>
                <ns1:rect l="0" t="0" r="r" b="b"/>
                <ns1:pathLst>
                  <ns1:path w="2066" h="1718">
                    <ns1:moveTo>
                      <ns1:pt x="2024" y="999"/>
                    </ns1:moveTo>
                    <ns1:cubicBezTo>
                      <ns1:pt x="1869" y="844"/>
                      <ns1:pt x="1869" y="844"/>
                      <ns1:pt x="1869" y="844"/>
                    </ns1:cubicBezTo>
                    <ns1:cubicBezTo>
                      <ns1:pt x="1828" y="803"/>
                      <ns1:pt x="1773" y="780"/>
                      <ns1:pt x="1715" y="780"/>
                    </ns1:cubicBezTo>
                    <ns1:cubicBezTo>
                      <ns1:pt x="1481" y="780"/>
                      <ns1:pt x="1481" y="780"/>
                      <ns1:pt x="1481" y="780"/>
                    </ns1:cubicBezTo>
                    <ns1:cubicBezTo>
                      <ns1:pt x="1481" y="703"/>
                      <ns1:pt x="1481" y="632"/>
                      <ns1:pt x="1480" y="592"/>
                    </ns1:cubicBezTo>
                    <ns1:cubicBezTo>
                      <ns1:pt x="1480" y="592"/>
                      <ns1:pt x="1660" y="658"/>
                      <ns1:pt x="1714" y="505"/>
                    </ns1:cubicBezTo>
                    <ns1:cubicBezTo>
                      <ns1:pt x="1754" y="402"/>
                      <ns1:pt x="1754" y="402"/>
                      <ns1:pt x="1754" y="402"/>
                    </ns1:cubicBezTo>
                    <ns1:cubicBezTo>
                      <ns1:pt x="1770" y="361"/>
                      <ns1:pt x="1768" y="315"/>
                      <ns1:pt x="1749" y="276"/>
                    </ns1:cubicBezTo>
                    <ns1:cubicBezTo>
                      <ns1:pt x="1730" y="237"/>
                      <ns1:pt x="1695" y="207"/>
                      <ns1:pt x="1654" y="194"/>
                    </ns1:cubicBezTo>
                    <ns1:cubicBezTo>
                      <ns1:pt x="1368" y="104"/>
                      <ns1:pt x="1368" y="104"/>
                      <ns1:pt x="1368" y="104"/>
                    </ns1:cubicBezTo>
                    <ns1:cubicBezTo>
                      <ns1:pt x="1366" y="88"/>
                      <ns1:pt x="1360" y="72"/>
                      <ns1:pt x="1350" y="58"/>
                    </ns1:cubicBezTo>
                    <ns1:cubicBezTo>
                      <ns1:pt x="1317" y="11"/>
                      <ns1:pt x="1253" y="0"/>
                      <ns1:pt x="1206" y="32"/>
                    </ns1:cubicBezTo>
                    <ns1:cubicBezTo>
                      <ns1:pt x="1103" y="105"/>
                      <ns1:pt x="963" y="105"/>
                      <ns1:pt x="860" y="32"/>
                    </ns1:cubicBezTo>
                    <ns1:cubicBezTo>
                      <ns1:pt x="813" y="0"/>
                      <ns1:pt x="749" y="11"/>
                      <ns1:pt x="716" y="58"/>
                    </ns1:cubicBezTo>
                    <ns1:cubicBezTo>
                      <ns1:pt x="706" y="72"/>
                      <ns1:pt x="700" y="88"/>
                      <ns1:pt x="698" y="104"/>
                    </ns1:cubicBezTo>
                    <ns1:cubicBezTo>
                      <ns1:pt x="586" y="139"/>
                      <ns1:pt x="586" y="139"/>
                      <ns1:pt x="586" y="139"/>
                    </ns1:cubicBezTo>
                    <ns1:cubicBezTo>
                      <ns1:pt x="570" y="144"/>
                      <ns1:pt x="561" y="161"/>
                      <ns1:pt x="566" y="177"/>
                    </ns1:cubicBezTo>
                    <ns1:cubicBezTo>
                      <ns1:pt x="570" y="190"/>
                      <ns1:pt x="586" y="201"/>
                      <ns1:pt x="604" y="197"/>
                    </ns1:cubicBezTo>
                    <ns1:cubicBezTo>
                      <ns1:pt x="708" y="164"/>
                      <ns1:pt x="708" y="164"/>
                      <ns1:pt x="708" y="164"/>
                    </ns1:cubicBezTo>
                    <ns1:cubicBezTo>
                      <ns1:pt x="716" y="179"/>
                      <ns1:pt x="727" y="192"/>
                      <ns1:pt x="741" y="201"/>
                    </ns1:cubicBezTo>
                    <ns1:cubicBezTo>
                      <ns1:pt x="827" y="262"/>
                      <ns1:pt x="928" y="293"/>
                      <ns1:pt x="1033" y="293"/>
                    </ns1:cubicBezTo>
                    <ns1:cubicBezTo>
                      <ns1:pt x="1138" y="293"/>
                      <ns1:pt x="1239" y="262"/>
                      <ns1:pt x="1325" y="201"/>
                    </ns1:cubicBezTo>
                    <ns1:cubicBezTo>
                      <ns1:pt x="1339" y="192"/>
                      <ns1:pt x="1350" y="179"/>
                      <ns1:pt x="1358" y="164"/>
                    </ns1:cubicBezTo>
                    <ns1:cubicBezTo>
                      <ns1:pt x="1636" y="251"/>
                      <ns1:pt x="1636" y="251"/>
                      <ns1:pt x="1636" y="251"/>
                    </ns1:cubicBezTo>
                    <ns1:cubicBezTo>
                      <ns1:pt x="1662" y="259"/>
                      <ns1:pt x="1683" y="277"/>
                      <ns1:pt x="1695" y="302"/>
                    </ns1:cubicBezTo>
                    <ns1:cubicBezTo>
                      <ns1:pt x="1707" y="327"/>
                      <ns1:pt x="1708" y="355"/>
                      <ns1:pt x="1698" y="380"/>
                    </ns1:cubicBezTo>
                    <ns1:cubicBezTo>
                      <ns1:pt x="1658" y="483"/>
                      <ns1:pt x="1658" y="483"/>
                      <ns1:pt x="1658" y="483"/>
                    </ns1:cubicBezTo>
                    <ns1:cubicBezTo>
                      <ns1:pt x="1641" y="529"/>
                      <ns1:pt x="1594" y="554"/>
                      <ns1:pt x="1546" y="544"/>
                    </ns1:cubicBezTo>
                    <ns1:cubicBezTo>
                      <ns1:pt x="1456" y="525"/>
                      <ns1:pt x="1456" y="525"/>
                      <ns1:pt x="1456" y="525"/>
                    </ns1:cubicBezTo>
                    <ns1:cubicBezTo>
                      <ns1:pt x="1439" y="523"/>
                      <ns1:pt x="1421" y="528"/>
                      <ns1:pt x="1420" y="555"/>
                    </ns1:cubicBezTo>
                    <ns1:cubicBezTo>
                      <ns1:pt x="1420" y="556"/>
                      <ns1:pt x="1421" y="659"/>
                      <ns1:pt x="1421" y="780"/>
                    </ns1:cubicBezTo>
                    <ns1:cubicBezTo>
                      <ns1:pt x="645" y="780"/>
                      <ns1:pt x="645" y="780"/>
                      <ns1:pt x="645" y="780"/>
                    </ns1:cubicBezTo>
                    <ns1:cubicBezTo>
                      <ns1:pt x="645" y="659"/>
                      <ns1:pt x="646" y="556"/>
                      <ns1:pt x="646" y="555"/>
                    </ns1:cubicBezTo>
                    <ns1:cubicBezTo>
                      <ns1:pt x="646" y="531"/>
                      <ns1:pt x="632" y="521"/>
                      <ns1:pt x="610" y="525"/>
                    </ns1:cubicBezTo>
                    <ns1:cubicBezTo>
                      <ns1:pt x="520" y="544"/>
                      <ns1:pt x="520" y="544"/>
                      <ns1:pt x="520" y="544"/>
                    </ns1:cubicBezTo>
                    <ns1:cubicBezTo>
                      <ns1:pt x="472" y="554"/>
                      <ns1:pt x="425" y="529"/>
                      <ns1:pt x="408" y="483"/>
                    </ns1:cubicBezTo>
                    <ns1:cubicBezTo>
                      <ns1:pt x="368" y="380"/>
                      <ns1:pt x="368" y="380"/>
                      <ns1:pt x="368" y="380"/>
                    </ns1:cubicBezTo>
                    <ns1:cubicBezTo>
                      <ns1:pt x="358" y="355"/>
                      <ns1:pt x="359" y="327"/>
                      <ns1:pt x="371" y="302"/>
                    </ns1:cubicBezTo>
                    <ns1:cubicBezTo>
                      <ns1:pt x="383" y="277"/>
                      <ns1:pt x="404" y="259"/>
                      <ns1:pt x="430" y="251"/>
                    </ns1:cubicBezTo>
                    <ns1:cubicBezTo>
                      <ns1:pt x="482" y="235"/>
                      <ns1:pt x="482" y="235"/>
                      <ns1:pt x="482" y="235"/>
                    </ns1:cubicBezTo>
                    <ns1:cubicBezTo>
                      <ns1:pt x="498" y="230"/>
                      <ns1:pt x="506" y="213"/>
                      <ns1:pt x="501" y="197"/>
                    </ns1:cubicBezTo>
                    <ns1:cubicBezTo>
                      <ns1:pt x="497" y="182"/>
                      <ns1:pt x="480" y="173"/>
                      <ns1:pt x="464" y="178"/>
                    </ns1:cubicBezTo>
                    <ns1:cubicBezTo>
                      <ns1:pt x="412" y="194"/>
                      <ns1:pt x="412" y="194"/>
                      <ns1:pt x="412" y="194"/>
                    </ns1:cubicBezTo>
                    <ns1:cubicBezTo>
                      <ns1:pt x="371" y="207"/>
                      <ns1:pt x="336" y="237"/>
                      <ns1:pt x="317" y="276"/>
                    </ns1:cubicBezTo>
                    <ns1:cubicBezTo>
                      <ns1:pt x="298" y="315"/>
                      <ns1:pt x="296" y="361"/>
                      <ns1:pt x="312" y="402"/>
                    </ns1:cubicBezTo>
                    <ns1:cubicBezTo>
                      <ns1:pt x="352" y="505"/>
                      <ns1:pt x="352" y="505"/>
                      <ns1:pt x="352" y="505"/>
                    </ns1:cubicBezTo>
                    <ns1:cubicBezTo>
                      <ns1:pt x="416" y="666"/>
                      <ns1:pt x="586" y="592"/>
                      <ns1:pt x="586" y="592"/>
                    </ns1:cubicBezTo>
                    <ns1:cubicBezTo>
                      <ns1:pt x="585" y="780"/>
                      <ns1:pt x="585" y="780"/>
                      <ns1:pt x="585" y="780"/>
                    </ns1:cubicBezTo>
                    <ns1:cubicBezTo>
                      <ns1:pt x="351" y="780"/>
                      <ns1:pt x="351" y="780"/>
                      <ns1:pt x="351" y="780"/>
                    </ns1:cubicBezTo>
                    <ns1:cubicBezTo>
                      <ns1:pt x="293" y="780"/>
                      <ns1:pt x="238" y="803"/>
                      <ns1:pt x="197" y="844"/>
                    </ns1:cubicBezTo>
                    <ns1:cubicBezTo>
                      <ns1:pt x="42" y="999"/>
                      <ns1:pt x="42" y="999"/>
                      <ns1:pt x="42" y="999"/>
                    </ns1:cubicBezTo>
                    <ns1:cubicBezTo>
                      <ns1:pt x="9" y="1031"/>
                      <ns1:pt x="0" y="1078"/>
                      <ns1:pt x="18" y="1120"/>
                    </ns1:cubicBezTo>
                    <ns1:cubicBezTo>
                      <ns1:pt x="35" y="1162"/>
                      <ns1:pt x="75" y="1189"/>
                      <ns1:pt x="121" y="1189"/>
                    </ns1:cubicBezTo>
                    <ns1:cubicBezTo>
                      <ns1:pt x="243" y="1189"/>
                      <ns1:pt x="243" y="1189"/>
                      <ns1:pt x="243" y="1189"/>
                    </ns1:cubicBezTo>
                    <ns1:cubicBezTo>
                      <ns1:pt x="243" y="1535"/>
                      <ns1:pt x="243" y="1535"/>
                      <ns1:pt x="243" y="1535"/>
                    </ns1:cubicBezTo>
                    <ns1:cubicBezTo>
                      <ns1:pt x="243" y="1636"/>
                      <ns1:pt x="325" y="1718"/>
                      <ns1:pt x="426" y="1718"/>
                    </ns1:cubicBezTo>
                    <ns1:cubicBezTo>
                      <ns1:pt x="1640" y="1718"/>
                      <ns1:pt x="1640" y="1718"/>
                      <ns1:pt x="1640" y="1718"/>
                    </ns1:cubicBezTo>
                    <ns1:cubicBezTo>
                      <ns1:pt x="1741" y="1718"/>
                      <ns1:pt x="1823" y="1636"/>
                      <ns1:pt x="1823" y="1535"/>
                    </ns1:cubicBezTo>
                    <ns1:cubicBezTo>
                      <ns1:pt x="1823" y="1186"/>
                      <ns1:pt x="1823" y="1186"/>
                      <ns1:pt x="1823" y="1186"/>
                    </ns1:cubicBezTo>
                    <ns1:cubicBezTo>
                      <ns1:pt x="1834" y="1188"/>
                      <ns1:pt x="1846" y="1189"/>
                      <ns1:pt x="1858" y="1189"/>
                    </ns1:cubicBezTo>
                    <ns1:cubicBezTo>
                      <ns1:pt x="1945" y="1189"/>
                      <ns1:pt x="1945" y="1189"/>
                      <ns1:pt x="1945" y="1189"/>
                    </ns1:cubicBezTo>
                    <ns1:cubicBezTo>
                      <ns1:pt x="1991" y="1189"/>
                      <ns1:pt x="2031" y="1162"/>
                      <ns1:pt x="2048" y="1120"/>
                    </ns1:cubicBezTo>
                    <ns1:cubicBezTo>
                      <ns1:pt x="2066" y="1078"/>
                      <ns1:pt x="2057" y="1031"/>
                      <ns1:pt x="2024" y="999"/>
                    </ns1:cubicBezTo>
                    <ns1:close/>
                    <ns1:moveTo>
                      <ns1:pt x="1291" y="152"/>
                    </ns1:moveTo>
                    <ns1:cubicBezTo>
                      <ns1:pt x="1215" y="205"/>
                      <ns1:pt x="1126" y="233"/>
                      <ns1:pt x="1033" y="233"/>
                    </ns1:cubicBezTo>
                    <ns1:cubicBezTo>
                      <ns1:pt x="940" y="233"/>
                      <ns1:pt x="851" y="205"/>
                      <ns1:pt x="775" y="152"/>
                    </ns1:cubicBezTo>
                    <ns1:cubicBezTo>
                      <ns1:pt x="756" y="139"/>
                      <ns1:pt x="751" y="111"/>
                      <ns1:pt x="765" y="92"/>
                    </ns1:cubicBezTo>
                    <ns1:cubicBezTo>
                      <ns1:pt x="784" y="65"/>
                      <ns1:pt x="818" y="76"/>
                      <ns1:pt x="825" y="82"/>
                    </ns1:cubicBezTo>
                    <ns1:cubicBezTo>
                      <ns1:pt x="949" y="169"/>
                      <ns1:pt x="1117" y="169"/>
                      <ns1:pt x="1241" y="82"/>
                    </ns1:cubicBezTo>
                    <ns1:cubicBezTo>
                      <ns1:pt x="1260" y="68"/>
                      <ns1:pt x="1287" y="73"/>
                      <ns1:pt x="1301" y="92"/>
                    </ns1:cubicBezTo>
                    <ns1:cubicBezTo>
                      <ns1:pt x="1321" y="119"/>
                      <ns1:pt x="1300" y="146"/>
                      <ns1:pt x="1291" y="152"/>
                    </ns1:cubicBezTo>
                    <ns1:close/>
                    <ns1:moveTo>
                      <ns1:pt x="73" y="1097"/>
                    </ns1:moveTo>
                    <ns1:cubicBezTo>
                      <ns1:pt x="65" y="1077"/>
                      <ns1:pt x="69" y="1056"/>
                      <ns1:pt x="84" y="1041"/>
                    </ns1:cubicBezTo>
                    <ns1:cubicBezTo>
                      <ns1:pt x="239" y="886"/>
                      <ns1:pt x="239" y="886"/>
                      <ns1:pt x="239" y="886"/>
                    </ns1:cubicBezTo>
                    <ns1:cubicBezTo>
                      <ns1:pt x="269" y="856"/>
                      <ns1:pt x="309" y="840"/>
                      <ns1:pt x="351" y="840"/>
                    </ns1:cubicBezTo>
                    <ns1:cubicBezTo>
                      <ns1:pt x="1356" y="840"/>
                      <ns1:pt x="1356" y="840"/>
                      <ns1:pt x="1356" y="840"/>
                    </ns1:cubicBezTo>
                    <ns1:cubicBezTo>
                      <ns1:pt x="1116" y="1081"/>
                      <ns1:pt x="1116" y="1081"/>
                      <ns1:pt x="1116" y="1081"/>
                    </ns1:cubicBezTo>
                    <ns1:cubicBezTo>
                      <ns1:pt x="1085" y="1112"/>
                      <ns1:pt x="1044" y="1129"/>
                      <ns1:pt x="1000" y="1129"/>
                    </ns1:cubicBezTo>
                    <ns1:cubicBezTo>
                      <ns1:pt x="121" y="1129"/>
                      <ns1:pt x="121" y="1129"/>
                      <ns1:pt x="121" y="1129"/>
                    </ns1:cubicBezTo>
                    <ns1:cubicBezTo>
                      <ns1:pt x="99" y="1129"/>
                      <ns1:pt x="81" y="1117"/>
                      <ns1:pt x="73" y="1097"/>
                    </ns1:cubicBezTo>
                    <ns1:close/>
                    <ns1:moveTo>
                      <ns1:pt x="426" y="1658"/>
                    </ns1:moveTo>
                    <ns1:cubicBezTo>
                      <ns1:pt x="358" y="1658"/>
                      <ns1:pt x="303" y="1603"/>
                      <ns1:pt x="303" y="1535"/>
                    </ns1:cubicBezTo>
                    <ns1:cubicBezTo>
                      <ns1:pt x="303" y="1189"/>
                      <ns1:pt x="303" y="1189"/>
                      <ns1:pt x="303" y="1189"/>
                    </ns1:cubicBezTo>
                    <ns1:cubicBezTo>
                      <ns1:pt x="1000" y="1189"/>
                      <ns1:pt x="1000" y="1189"/>
                      <ns1:pt x="1000" y="1189"/>
                    </ns1:cubicBezTo>
                    <ns1:cubicBezTo>
                      <ns1:pt x="1060" y="1189"/>
                      <ns1:pt x="1116" y="1165"/>
                      <ns1:pt x="1158" y="1123"/>
                    </ns1:cubicBezTo>
                    <ns1:cubicBezTo>
                      <ns1:pt x="1399" y="882"/>
                      <ns1:pt x="1399" y="882"/>
                      <ns1:pt x="1399" y="882"/>
                    </ns1:cubicBezTo>
                    <ns1:cubicBezTo>
                      <ns1:pt x="1399" y="1658"/>
                      <ns1:pt x="1399" y="1658"/>
                      <ns1:pt x="1399" y="1658"/>
                    </ns1:cubicBezTo>
                    <ns1:lnTo>
                      <ns1:pt x="426" y="1658"/>
                    </ns1:lnTo>
                    <ns1:close/>
                    <ns1:moveTo>
                      <ns1:pt x="1993" y="1097"/>
                    </ns1:moveTo>
                    <ns1:cubicBezTo>
                      <ns1:pt x="1985" y="1117"/>
                      <ns1:pt x="1967" y="1129"/>
                      <ns1:pt x="1945" y="1129"/>
                    </ns1:cubicBezTo>
                    <ns1:cubicBezTo>
                      <ns1:pt x="1858" y="1129"/>
                      <ns1:pt x="1858" y="1129"/>
                      <ns1:pt x="1858" y="1129"/>
                    </ns1:cubicBezTo>
                    <ns1:cubicBezTo>
                      <ns1:pt x="1814" y="1129"/>
                      <ns1:pt x="1773" y="1112"/>
                      <ns1:pt x="1742" y="1081"/>
                    </ns1:cubicBezTo>
                    <ns1:cubicBezTo>
                      <ns1:pt x="1696" y="1035"/>
                      <ns1:pt x="1696" y="1035"/>
                      <ns1:pt x="1696" y="1035"/>
                    </ns1:cubicBezTo>
                    <ns1:cubicBezTo>
                      <ns1:pt x="1685" y="1024"/>
                      <ns1:pt x="1666" y="1024"/>
                      <ns1:pt x="1654" y="1035"/>
                    </ns1:cubicBezTo>
                    <ns1:cubicBezTo>
                      <ns1:pt x="1642" y="1047"/>
                      <ns1:pt x="1642" y="1066"/>
                      <ns1:pt x="1654" y="1078"/>
                    </ns1:cubicBezTo>
                    <ns1:cubicBezTo>
                      <ns1:pt x="1699" y="1123"/>
                      <ns1:pt x="1699" y="1123"/>
                      <ns1:pt x="1699" y="1123"/>
                    </ns1:cubicBezTo>
                    <ns1:cubicBezTo>
                      <ns1:pt x="1718" y="1142"/>
                      <ns1:pt x="1740" y="1157"/>
                      <ns1:pt x="1763" y="1168"/>
                    </ns1:cubicBezTo>
                    <ns1:cubicBezTo>
                      <ns1:pt x="1763" y="1535"/>
                      <ns1:pt x="1763" y="1535"/>
                      <ns1:pt x="1763" y="1535"/>
                    </ns1:cubicBezTo>
                    <ns1:cubicBezTo>
                      <ns1:pt x="1763" y="1603"/>
                      <ns1:pt x="1708" y="1658"/>
                      <ns1:pt x="1640" y="1658"/>
                    </ns1:cubicBezTo>
                    <ns1:cubicBezTo>
                      <ns1:pt x="1459" y="1658"/>
                      <ns1:pt x="1459" y="1658"/>
                      <ns1:pt x="1459" y="1658"/>
                    </ns1:cubicBezTo>
                    <ns1:cubicBezTo>
                      <ns1:pt x="1459" y="882"/>
                      <ns1:pt x="1459" y="882"/>
                      <ns1:pt x="1459" y="882"/>
                    </ns1:cubicBezTo>
                    <ns1:cubicBezTo>
                      <ns1:pt x="1570" y="994"/>
                      <ns1:pt x="1570" y="994"/>
                      <ns1:pt x="1570" y="994"/>
                    </ns1:cubicBezTo>
                    <ns1:cubicBezTo>
                      <ns1:pt x="1582" y="1005"/>
                      <ns1:pt x="1601" y="1005"/>
                      <ns1:pt x="1612" y="994"/>
                    </ns1:cubicBezTo>
                    <ns1:cubicBezTo>
                      <ns1:pt x="1624" y="982"/>
                      <ns1:pt x="1624" y="963"/>
                      <ns1:pt x="1612" y="951"/>
                    </ns1:cubicBezTo>
                    <ns1:cubicBezTo>
                      <ns1:pt x="1501" y="840"/>
                      <ns1:pt x="1501" y="840"/>
                      <ns1:pt x="1501" y="840"/>
                    </ns1:cubicBezTo>
                    <ns1:cubicBezTo>
                      <ns1:pt x="1715" y="840"/>
                      <ns1:pt x="1715" y="840"/>
                      <ns1:pt x="1715" y="840"/>
                    </ns1:cubicBezTo>
                    <ns1:cubicBezTo>
                      <ns1:pt x="1757" y="840"/>
                      <ns1:pt x="1797" y="856"/>
                      <ns1:pt x="1827" y="886"/>
                    </ns1:cubicBezTo>
                    <ns1:cubicBezTo>
                      <ns1:pt x="1982" y="1041"/>
                      <ns1:pt x="1982" y="1041"/>
                      <ns1:pt x="1982" y="1041"/>
                    </ns1:cubicBezTo>
                    <ns1:cubicBezTo>
                      <ns1:pt x="1997" y="1056"/>
                      <ns1:pt x="2001" y="1077"/>
                      <ns1:pt x="1993" y="1097"/>
                    </ns1:cubicBezTo>
                    <ns1:close/>
                    <ns1:moveTo>
                      <ns1:pt x="1993" y="1097"/>
                    </ns1:moveTo>
                    <ns1:cubicBezTo>
                      <ns1:pt x="1993" y="1097"/>
                      <ns1:pt x="1993" y="1097"/>
                      <ns1:pt x="1993" y="1097"/>
                    </ns1:cubicBezTo>
                  </ns1:path>
                </ns1:pathLst>
              </ns1:custGeom>
              <ns1:grpFill/>
              <ns1:ln>
                <ns1:noFill/>
              </ns1:ln>
              <ns1:extLst>
                <ns1:ext uri="{91240B29-F687-4F45-9708-019B960494DF}">
                  <ns4:hiddenLine w="9525">
                    <ns1:solidFill>
                      <ns1:srgbClr val="000000"/>
                    </ns1:solidFill>
                    <ns1:round/>
                    <ns1:headEnd/>
                    <ns1:tailEnd/>
                  </ns4:hiddenLine>
                </ns1:ext>
              </ns1:extLst>
            </ns0:spPr>
            <ns0:txBody>
              <ns1:bodyPr vert="horz" wrap="square" lIns="91440" tIns="45720" rIns="91440" bIns="45720" numCol="1" anchor="t" anchorCtr="0" compatLnSpc="1">
                <ns1:prstTxWarp prst="textNoShape">
                  <ns1:avLst/>
                </ns1:prstTxWarp>
              </ns1:bodyPr>
              <ns1:lstStyle/>
              <ns1:p>
                <ns1:endParaRPr lang="en-US"/>
              </ns1:p>
            </ns0:txBody>
          </ns0:sp>
          <ns0:sp>
            <ns0:nvSpPr>
              <ns0:cNvPr id="24" name="Freeform 33">
                <ns1:extLst>
                  <ns1:ext uri="{FF2B5EF4-FFF2-40B4-BE49-F238E27FC236}">
                    <ns2:creationId id="{064EA97E-9C11-4F99-802E-C278527C9D9B}"/>
                  </ns1:ext>
                </ns1:extLst>
              </ns0:cNvPr>
              <ns0:cNvSpPr>
                <ns1:spLocks noEditPoints="1"/>
              </ns0:cNvSpPr>
              <ns0:nvPr/>
            </ns0:nvSpPr>
            <ns0:spPr bwMode="auto">
              <ns1:xfrm>
                <ns1:off x="1612" y="3"/>
                <ns1:ext cx="734" cy="734"/>
              </ns1:xfrm>
              <ns1:custGeom>
                <ns1:avLst/>
                <ns1:gdLst>
                  <ns1:gd name="T0" fmla="*/ 31 w 300"/>
                  <ns1:gd name="T1" fmla="*/ 203 h 300"/>
                  <ns1:gd name="T2" fmla="*/ 51 w 300"/>
                  <ns1:gd name="T3" fmla="*/ 214 h 300"/>
                  <ns1:gd name="T4" fmla="*/ 87 w 300"/>
                  <ns1:gd name="T5" fmla="*/ 249 h 300"/>
                  <ns1:gd name="T6" fmla="*/ 98 w 300"/>
                  <ns1:gd name="T7" fmla="*/ 269 h 300"/>
                  <ns1:gd name="T8" fmla="*/ 150 w 300"/>
                  <ns1:gd name="T9" fmla="*/ 300 h 300"/>
                  <ns1:gd name="T10" fmla="*/ 202 w 300"/>
                  <ns1:gd name="T11" fmla="*/ 269 h 300"/>
                  <ns1:gd name="T12" fmla="*/ 213 w 300"/>
                  <ns1:gd name="T13" fmla="*/ 249 h 300"/>
                  <ns1:gd name="T14" fmla="*/ 249 w 300"/>
                  <ns1:gd name="T15" fmla="*/ 214 h 300"/>
                  <ns1:gd name="T16" fmla="*/ 269 w 300"/>
                  <ns1:gd name="T17" fmla="*/ 203 h 300"/>
                  <ns1:gd name="T18" fmla="*/ 300 w 300"/>
                  <ns1:gd name="T19" fmla="*/ 150 h 300"/>
                  <ns1:gd name="T20" fmla="*/ 269 w 300"/>
                  <ns1:gd name="T21" fmla="*/ 98 h 300"/>
                  <ns1:gd name="T22" fmla="*/ 249 w 300"/>
                  <ns1:gd name="T23" fmla="*/ 87 h 300"/>
                  <ns1:gd name="T24" fmla="*/ 213 w 300"/>
                  <ns1:gd name="T25" fmla="*/ 51 h 300"/>
                  <ns1:gd name="T26" fmla="*/ 202 w 300"/>
                  <ns1:gd name="T27" fmla="*/ 31 h 300"/>
                  <ns1:gd name="T28" fmla="*/ 150 w 300"/>
                  <ns1:gd name="T29" fmla="*/ 0 h 300"/>
                  <ns1:gd name="T30" fmla="*/ 98 w 300"/>
                  <ns1:gd name="T31" fmla="*/ 31 h 300"/>
                  <ns1:gd name="T32" fmla="*/ 87 w 300"/>
                  <ns1:gd name="T33" fmla="*/ 51 h 300"/>
                  <ns1:gd name="T34" fmla="*/ 51 w 300"/>
                  <ns1:gd name="T35" fmla="*/ 87 h 300"/>
                  <ns1:gd name="T36" fmla="*/ 31 w 300"/>
                  <ns1:gd name="T37" fmla="*/ 98 h 300"/>
                  <ns1:gd name="T38" fmla="*/ 0 w 300"/>
                  <ns1:gd name="T39" fmla="*/ 150 h 300"/>
                  <ns1:gd name="T40" fmla="*/ 31 w 300"/>
                  <ns1:gd name="T41" fmla="*/ 203 h 300"/>
                  <ns1:gd name="T42" fmla="*/ 150 w 300"/>
                  <ns1:gd name="T43" fmla="*/ 60 h 300"/>
                  <ns1:gd name="T44" fmla="*/ 240 w 300"/>
                  <ns1:gd name="T45" fmla="*/ 150 h 300"/>
                  <ns1:gd name="T46" fmla="*/ 150 w 300"/>
                  <ns1:gd name="T47" fmla="*/ 240 h 300"/>
                  <ns1:gd name="T48" fmla="*/ 60 w 300"/>
                  <ns1:gd name="T49" fmla="*/ 150 h 300"/>
                  <ns1:gd name="T50" fmla="*/ 150 w 300"/>
                  <ns1:gd name="T51" fmla="*/ 60 h 300"/>
                  <ns1:gd name="T52" fmla="*/ 150 w 300"/>
                  <ns1:gd name="T53" fmla="*/ 60 h 300"/>
                  <ns1:gd name="T54" fmla="*/ 150 w 300"/>
                  <ns1:gd name="T55" fmla="*/ 60 h 300"/>
                </ns1:gdLst>
                <ns1:ahLst/>
                <ns1:cxnLst>
                  <ns1:cxn ang="0">
                    <ns1:pos x="T0" y="T1"/>
                  </ns1:cxn>
                  <ns1:cxn ang="0">
                    <ns1:pos x="T2" y="T3"/>
                  </ns1:cxn>
                  <ns1:cxn ang="0">
                    <ns1:pos x="T4" y="T5"/>
                  </ns1:cxn>
                  <ns1:cxn ang="0">
                    <ns1:pos x="T6" y="T7"/>
                  </ns1:cxn>
                  <ns1:cxn ang="0">
                    <ns1:pos x="T8" y="T9"/>
                  </ns1:cxn>
                  <ns1:cxn ang="0">
                    <ns1:pos x="T10" y="T11"/>
                  </ns1:cxn>
                  <ns1:cxn ang="0">
                    <ns1:pos x="T12" y="T13"/>
                  </ns1:cxn>
                  <ns1:cxn ang="0">
                    <ns1:pos x="T14" y="T15"/>
                  </ns1:cxn>
                  <ns1:cxn ang="0">
                    <ns1:pos x="T16" y="T17"/>
                  </ns1:cxn>
                  <ns1:cxn ang="0">
                    <ns1:pos x="T18" y="T19"/>
                  </ns1:cxn>
                  <ns1:cxn ang="0">
                    <ns1:pos x="T20" y="T21"/>
                  </ns1:cxn>
                  <ns1:cxn ang="0">
                    <ns1:pos x="T22" y="T23"/>
                  </ns1:cxn>
                  <ns1:cxn ang="0">
                    <ns1:pos x="T24" y="T25"/>
                  </ns1:cxn>
                  <ns1:cxn ang="0">
                    <ns1:pos x="T26" y="T27"/>
                  </ns1:cxn>
                  <ns1:cxn ang="0">
                    <ns1:pos x="T28" y="T29"/>
                  </ns1:cxn>
                  <ns1:cxn ang="0">
                    <ns1:pos x="T30" y="T31"/>
                  </ns1:cxn>
                  <ns1:cxn ang="0">
                    <ns1:pos x="T32" y="T33"/>
                  </ns1:cxn>
                  <ns1:cxn ang="0">
                    <ns1:pos x="T34" y="T35"/>
                  </ns1:cxn>
                  <ns1:cxn ang="0">
                    <ns1:pos x="T36" y="T37"/>
                  </ns1:cxn>
                  <ns1:cxn ang="0">
                    <ns1:pos x="T38" y="T39"/>
                  </ns1:cxn>
                  <ns1:cxn ang="0">
                    <ns1:pos x="T40" y="T41"/>
                  </ns1:cxn>
                  <ns1:cxn ang="0">
                    <ns1:pos x="T42" y="T43"/>
                  </ns1:cxn>
                  <ns1:cxn ang="0">
                    <ns1:pos x="T44" y="T45"/>
                  </ns1:cxn>
                  <ns1:cxn ang="0">
                    <ns1:pos x="T46" y="T47"/>
                  </ns1:cxn>
                  <ns1:cxn ang="0">
                    <ns1:pos x="T48" y="T49"/>
                  </ns1:cxn>
                  <ns1:cxn ang="0">
                    <ns1:pos x="T50" y="T51"/>
                  </ns1:cxn>
                  <ns1:cxn ang="0">
                    <ns1:pos x="T52" y="T53"/>
                  </ns1:cxn>
                  <ns1:cxn ang="0">
                    <ns1:pos x="T54" y="T55"/>
                  </ns1:cxn>
                </ns1:cxnLst>
                <ns1:rect l="0" t="0" r="r" b="b"/>
                <ns1:pathLst>
                  <ns1:path w="300" h="300">
                    <ns1:moveTo>
                      <ns1:pt x="31" y="203"/>
                    </ns1:moveTo>
                    <ns1:cubicBezTo>
                      <ns1:pt x="51" y="214"/>
                      <ns1:pt x="51" y="214"/>
                      <ns1:pt x="51" y="214"/>
                    </ns1:cubicBezTo>
                    <ns1:cubicBezTo>
                      <ns1:pt x="66" y="222"/>
                      <ns1:pt x="78" y="234"/>
                      <ns1:pt x="87" y="249"/>
                    </ns1:cubicBezTo>
                    <ns1:cubicBezTo>
                      <ns1:pt x="98" y="269"/>
                      <ns1:pt x="98" y="269"/>
                      <ns1:pt x="98" y="269"/>
                    </ns1:cubicBezTo>
                    <ns1:cubicBezTo>
                      <ns1:pt x="108" y="289"/>
                      <ns1:pt x="128" y="300"/>
                      <ns1:pt x="150" y="300"/>
                    </ns1:cubicBezTo>
                    <ns1:cubicBezTo>
                      <ns1:pt x="172" y="300"/>
                      <ns1:pt x="192" y="289"/>
                      <ns1:pt x="202" y="269"/>
                    </ns1:cubicBezTo>
                    <ns1:cubicBezTo>
                      <ns1:pt x="213" y="249"/>
                      <ns1:pt x="213" y="249"/>
                      <ns1:pt x="213" y="249"/>
                    </ns1:cubicBezTo>
                    <ns1:cubicBezTo>
                      <ns1:pt x="222" y="234"/>
                      <ns1:pt x="234" y="222"/>
                      <ns1:pt x="249" y="214"/>
                    </ns1:cubicBezTo>
                    <ns1:cubicBezTo>
                      <ns1:pt x="269" y="203"/>
                      <ns1:pt x="269" y="203"/>
                      <ns1:pt x="269" y="203"/>
                    </ns1:cubicBezTo>
                    <ns1:cubicBezTo>
                      <ns1:pt x="288" y="192"/>
                      <ns1:pt x="300" y="172"/>
                      <ns1:pt x="300" y="150"/>
                    </ns1:cubicBezTo>
                    <ns1:cubicBezTo>
                      <ns1:pt x="300" y="128"/>
                      <ns1:pt x="288" y="108"/>
                      <ns1:pt x="269" y="98"/>
                    </ns1:cubicBezTo>
                    <ns1:cubicBezTo>
                      <ns1:pt x="249" y="87"/>
                      <ns1:pt x="249" y="87"/>
                      <ns1:pt x="249" y="87"/>
                    </ns1:cubicBezTo>
                    <ns1:cubicBezTo>
                      <ns1:pt x="234" y="79"/>
                      <ns1:pt x="222" y="66"/>
                      <ns1:pt x="213" y="51"/>
                    </ns1:cubicBezTo>
                    <ns1:cubicBezTo>
                      <ns1:pt x="202" y="31"/>
                      <ns1:pt x="202" y="31"/>
                      <ns1:pt x="202" y="31"/>
                    </ns1:cubicBezTo>
                    <ns1:cubicBezTo>
                      <ns1:pt x="192" y="12"/>
                      <ns1:pt x="172" y="0"/>
                      <ns1:pt x="150" y="0"/>
                    </ns1:cubicBezTo>
                    <ns1:cubicBezTo>
                      <ns1:pt x="128" y="0"/>
                      <ns1:pt x="108" y="12"/>
                      <ns1:pt x="98" y="31"/>
                    </ns1:cubicBezTo>
                    <ns1:cubicBezTo>
                      <ns1:pt x="87" y="51"/>
                      <ns1:pt x="87" y="51"/>
                      <ns1:pt x="87" y="51"/>
                    </ns1:cubicBezTo>
                    <ns1:cubicBezTo>
                      <ns1:pt x="78" y="66"/>
                      <ns1:pt x="66" y="79"/>
                      <ns1:pt x="51" y="87"/>
                    </ns1:cubicBezTo>
                    <ns1:cubicBezTo>
                      <ns1:pt x="31" y="98"/>
                      <ns1:pt x="31" y="98"/>
                      <ns1:pt x="31" y="98"/>
                    </ns1:cubicBezTo>
                    <ns1:cubicBezTo>
                      <ns1:pt x="12" y="108"/>
                      <ns1:pt x="0" y="128"/>
                      <ns1:pt x="0" y="150"/>
                    </ns1:cubicBezTo>
                    <ns1:cubicBezTo>
                      <ns1:pt x="0" y="172"/>
                      <ns1:pt x="12" y="192"/>
                      <ns1:pt x="31" y="203"/>
                    </ns1:cubicBezTo>
                    <ns1:close/>
                    <ns1:moveTo>
                      <ns1:pt x="150" y="60"/>
                    </ns1:moveTo>
                    <ns1:cubicBezTo>
                      <ns1:pt x="150" y="60"/>
                      <ns1:pt x="168" y="125"/>
                      <ns1:pt x="240" y="150"/>
                    </ns1:cubicBezTo>
                    <ns1:cubicBezTo>
                      <ns1:pt x="240" y="150"/>
                      <ns1:pt x="178" y="178"/>
                      <ns1:pt x="150" y="240"/>
                    </ns1:cubicBezTo>
                    <ns1:cubicBezTo>
                      <ns1:pt x="150" y="240"/>
                      <ns1:pt x="122" y="176"/>
                      <ns1:pt x="60" y="150"/>
                    </ns1:cubicBezTo>
                    <ns1:cubicBezTo>
                      <ns1:pt x="60" y="150"/>
                      <ns1:pt x="129" y="124"/>
                      <ns1:pt x="150" y="60"/>
                    </ns1:cubicBezTo>
                    <ns1:close/>
                    <ns1:moveTo>
                      <ns1:pt x="150" y="60"/>
                    </ns1:moveTo>
                    <ns1:cubicBezTo>
                      <ns1:pt x="150" y="60"/>
                      <ns1:pt x="150" y="60"/>
                      <ns1:pt x="150" y="60"/>
                    </ns1:cubicBezTo>
                  </ns1:path>
                </ns1:pathLst>
              </ns1:custGeom>
              <ns1:grpFill/>
              <ns1:ln>
                <ns1:noFill/>
              </ns1:ln>
              <ns1:extLst>
                <ns1:ext uri="{91240B29-F687-4F45-9708-019B960494DF}">
                  <ns4:hiddenLine w="9525">
                    <ns1:solidFill>
                      <ns1:srgbClr val="000000"/>
                    </ns1:solidFill>
                    <ns1:round/>
                    <ns1:headEnd/>
                    <ns1:tailEnd/>
                  </ns4:hiddenLine>
                </ns1:ext>
              </ns1:extLst>
            </ns0:spPr>
            <ns0:txBody>
              <ns1:bodyPr vert="horz" wrap="square" lIns="91440" tIns="45720" rIns="91440" bIns="45720" numCol="1" anchor="t" anchorCtr="0" compatLnSpc="1">
                <ns1:prstTxWarp prst="textNoShape">
                  <ns1:avLst/>
                </ns1:prstTxWarp>
              </ns1:bodyPr>
              <ns1:lstStyle/>
              <ns1:p>
                <ns1:endParaRPr lang="en-US"/>
              </ns1:p>
            </ns0:txBody>
          </ns0:sp>
          <ns0:sp>
            <ns0:nvSpPr>
              <ns0:cNvPr id="25" name="Freeform 34">
                <ns1:extLst>
                  <ns1:ext uri="{FF2B5EF4-FFF2-40B4-BE49-F238E27FC236}">
                    <ns2:creationId id="{1F35E34E-2D5E-489D-AC58-9FB43E95D797}"/>
                  </ns1:ext>
                </ns1:extLst>
              </ns0:cNvPr>
              <ns0:cNvSpPr>
                <ns1:spLocks noEditPoints="1"/>
              </ns0:cNvSpPr>
              <ns0:nvPr/>
            </ns0:nvSpPr>
            <ns0:spPr bwMode="auto">
              <ns1:xfrm>
                <ns1:off x="5395" y="1418"/>
                <ns1:ext cx="612" cy="612"/>
              </ns1:xfrm>
              <ns1:custGeom>
                <ns1:avLst/>
                <ns1:gdLst>
                  <ns1:gd name="T0" fmla="*/ 78 w 250"/>
                  <ns1:gd name="T1" fmla="*/ 28 h 250"/>
                  <ns1:gd name="T2" fmla="*/ 70 w 250"/>
                  <ns1:gd name="T3" fmla="*/ 44 h 250"/>
                  <ns1:gd name="T4" fmla="*/ 44 w 250"/>
                  <ns1:gd name="T5" fmla="*/ 70 h 250"/>
                  <ns1:gd name="T6" fmla="*/ 28 w 250"/>
                  <ns1:gd name="T7" fmla="*/ 78 h 250"/>
                  <ns1:gd name="T8" fmla="*/ 0 w 250"/>
                  <ns1:gd name="T9" fmla="*/ 125 h 250"/>
                  <ns1:gd name="T10" fmla="*/ 28 w 250"/>
                  <ns1:gd name="T11" fmla="*/ 172 h 250"/>
                  <ns1:gd name="T12" fmla="*/ 44 w 250"/>
                  <ns1:gd name="T13" fmla="*/ 181 h 250"/>
                  <ns1:gd name="T14" fmla="*/ 70 w 250"/>
                  <ns1:gd name="T15" fmla="*/ 206 h 250"/>
                  <ns1:gd name="T16" fmla="*/ 78 w 250"/>
                  <ns1:gd name="T17" fmla="*/ 222 h 250"/>
                  <ns1:gd name="T18" fmla="*/ 125 w 250"/>
                  <ns1:gd name="T19" fmla="*/ 250 h 250"/>
                  <ns1:gd name="T20" fmla="*/ 172 w 250"/>
                  <ns1:gd name="T21" fmla="*/ 222 h 250"/>
                  <ns1:gd name="T22" fmla="*/ 181 w 250"/>
                  <ns1:gd name="T23" fmla="*/ 206 h 250"/>
                  <ns1:gd name="T24" fmla="*/ 206 w 250"/>
                  <ns1:gd name="T25" fmla="*/ 181 h 250"/>
                  <ns1:gd name="T26" fmla="*/ 222 w 250"/>
                  <ns1:gd name="T27" fmla="*/ 172 h 250"/>
                  <ns1:gd name="T28" fmla="*/ 250 w 250"/>
                  <ns1:gd name="T29" fmla="*/ 125 h 250"/>
                  <ns1:gd name="T30" fmla="*/ 222 w 250"/>
                  <ns1:gd name="T31" fmla="*/ 78 h 250"/>
                  <ns1:gd name="T32" fmla="*/ 206 w 250"/>
                  <ns1:gd name="T33" fmla="*/ 70 h 250"/>
                  <ns1:gd name="T34" fmla="*/ 181 w 250"/>
                  <ns1:gd name="T35" fmla="*/ 44 h 250"/>
                  <ns1:gd name="T36" fmla="*/ 172 w 250"/>
                  <ns1:gd name="T37" fmla="*/ 28 h 250"/>
                  <ns1:gd name="T38" fmla="*/ 125 w 250"/>
                  <ns1:gd name="T39" fmla="*/ 0 h 250"/>
                  <ns1:gd name="T40" fmla="*/ 78 w 250"/>
                  <ns1:gd name="T41" fmla="*/ 28 h 250"/>
                  <ns1:gd name="T42" fmla="*/ 125 w 250"/>
                  <ns1:gd name="T43" fmla="*/ 68 h 250"/>
                  <ns1:gd name="T44" fmla="*/ 182 w 250"/>
                  <ns1:gd name="T45" fmla="*/ 125 h 250"/>
                  <ns1:gd name="T46" fmla="*/ 125 w 250"/>
                  <ns1:gd name="T47" fmla="*/ 182 h 250"/>
                  <ns1:gd name="T48" fmla="*/ 68 w 250"/>
                  <ns1:gd name="T49" fmla="*/ 125 h 250"/>
                  <ns1:gd name="T50" fmla="*/ 125 w 250"/>
                  <ns1:gd name="T51" fmla="*/ 68 h 250"/>
                  <ns1:gd name="T52" fmla="*/ 125 w 250"/>
                  <ns1:gd name="T53" fmla="*/ 68 h 250"/>
                  <ns1:gd name="T54" fmla="*/ 125 w 250"/>
                  <ns1:gd name="T55" fmla="*/ 68 h 250"/>
                </ns1:gdLst>
                <ns1:ahLst/>
                <ns1:cxnLst>
                  <ns1:cxn ang="0">
                    <ns1:pos x="T0" y="T1"/>
                  </ns1:cxn>
                  <ns1:cxn ang="0">
                    <ns1:pos x="T2" y="T3"/>
                  </ns1:cxn>
                  <ns1:cxn ang="0">
                    <ns1:pos x="T4" y="T5"/>
                  </ns1:cxn>
                  <ns1:cxn ang="0">
                    <ns1:pos x="T6" y="T7"/>
                  </ns1:cxn>
                  <ns1:cxn ang="0">
                    <ns1:pos x="T8" y="T9"/>
                  </ns1:cxn>
                  <ns1:cxn ang="0">
                    <ns1:pos x="T10" y="T11"/>
                  </ns1:cxn>
                  <ns1:cxn ang="0">
                    <ns1:pos x="T12" y="T13"/>
                  </ns1:cxn>
                  <ns1:cxn ang="0">
                    <ns1:pos x="T14" y="T15"/>
                  </ns1:cxn>
                  <ns1:cxn ang="0">
                    <ns1:pos x="T16" y="T17"/>
                  </ns1:cxn>
                  <ns1:cxn ang="0">
                    <ns1:pos x="T18" y="T19"/>
                  </ns1:cxn>
                  <ns1:cxn ang="0">
                    <ns1:pos x="T20" y="T21"/>
                  </ns1:cxn>
                  <ns1:cxn ang="0">
                    <ns1:pos x="T22" y="T23"/>
                  </ns1:cxn>
                  <ns1:cxn ang="0">
                    <ns1:pos x="T24" y="T25"/>
                  </ns1:cxn>
                  <ns1:cxn ang="0">
                    <ns1:pos x="T26" y="T27"/>
                  </ns1:cxn>
                  <ns1:cxn ang="0">
                    <ns1:pos x="T28" y="T29"/>
                  </ns1:cxn>
                  <ns1:cxn ang="0">
                    <ns1:pos x="T30" y="T31"/>
                  </ns1:cxn>
                  <ns1:cxn ang="0">
                    <ns1:pos x="T32" y="T33"/>
                  </ns1:cxn>
                  <ns1:cxn ang="0">
                    <ns1:pos x="T34" y="T35"/>
                  </ns1:cxn>
                  <ns1:cxn ang="0">
                    <ns1:pos x="T36" y="T37"/>
                  </ns1:cxn>
                  <ns1:cxn ang="0">
                    <ns1:pos x="T38" y="T39"/>
                  </ns1:cxn>
                  <ns1:cxn ang="0">
                    <ns1:pos x="T40" y="T41"/>
                  </ns1:cxn>
                  <ns1:cxn ang="0">
                    <ns1:pos x="T42" y="T43"/>
                  </ns1:cxn>
                  <ns1:cxn ang="0">
                    <ns1:pos x="T44" y="T45"/>
                  </ns1:cxn>
                  <ns1:cxn ang="0">
                    <ns1:pos x="T46" y="T47"/>
                  </ns1:cxn>
                  <ns1:cxn ang="0">
                    <ns1:pos x="T48" y="T49"/>
                  </ns1:cxn>
                  <ns1:cxn ang="0">
                    <ns1:pos x="T50" y="T51"/>
                  </ns1:cxn>
                  <ns1:cxn ang="0">
                    <ns1:pos x="T52" y="T53"/>
                  </ns1:cxn>
                  <ns1:cxn ang="0">
                    <ns1:pos x="T54" y="T55"/>
                  </ns1:cxn>
                </ns1:cxnLst>
                <ns1:rect l="0" t="0" r="r" b="b"/>
                <ns1:pathLst>
                  <ns1:path w="250" h="250">
                    <ns1:moveTo>
                      <ns1:pt x="78" y="28"/>
                    </ns1:moveTo>
                    <ns1:cubicBezTo>
                      <ns1:pt x="70" y="44"/>
                      <ns1:pt x="70" y="44"/>
                      <ns1:pt x="70" y="44"/>
                    </ns1:cubicBezTo>
                    <ns1:cubicBezTo>
                      <ns1:pt x="64" y="55"/>
                      <ns1:pt x="55" y="64"/>
                      <ns1:pt x="44" y="70"/>
                    </ns1:cubicBezTo>
                    <ns1:cubicBezTo>
                      <ns1:pt x="28" y="78"/>
                      <ns1:pt x="28" y="78"/>
                      <ns1:pt x="28" y="78"/>
                    </ns1:cubicBezTo>
                    <ns1:cubicBezTo>
                      <ns1:pt x="11" y="88"/>
                      <ns1:pt x="0" y="106"/>
                      <ns1:pt x="0" y="125"/>
                    </ns1:cubicBezTo>
                    <ns1:cubicBezTo>
                      <ns1:pt x="0" y="145"/>
                      <ns1:pt x="11" y="162"/>
                      <ns1:pt x="28" y="172"/>
                    </ns1:cubicBezTo>
                    <ns1:cubicBezTo>
                      <ns1:pt x="44" y="181"/>
                      <ns1:pt x="44" y="181"/>
                      <ns1:pt x="44" y="181"/>
                    </ns1:cubicBezTo>
                    <ns1:cubicBezTo>
                      <ns1:pt x="55" y="186"/>
                      <ns1:pt x="64" y="195"/>
                      <ns1:pt x="70" y="206"/>
                    </ns1:cubicBezTo>
                    <ns1:cubicBezTo>
                      <ns1:pt x="78" y="222"/>
                      <ns1:pt x="78" y="222"/>
                      <ns1:pt x="78" y="222"/>
                    </ns1:cubicBezTo>
                    <ns1:cubicBezTo>
                      <ns1:pt x="88" y="239"/>
                      <ns1:pt x="105" y="250"/>
                      <ns1:pt x="125" y="250"/>
                    </ns1:cubicBezTo>
                    <ns1:cubicBezTo>
                      <ns1:pt x="145" y="250"/>
                      <ns1:pt x="162" y="239"/>
                      <ns1:pt x="172" y="222"/>
                    </ns1:cubicBezTo>
                    <ns1:cubicBezTo>
                      <ns1:pt x="181" y="206"/>
                      <ns1:pt x="181" y="206"/>
                      <ns1:pt x="181" y="206"/>
                    </ns1:cubicBezTo>
                    <ns1:cubicBezTo>
                      <ns1:pt x="186" y="195"/>
                      <ns1:pt x="195" y="186"/>
                      <ns1:pt x="206" y="181"/>
                    </ns1:cubicBezTo>
                    <ns1:cubicBezTo>
                      <ns1:pt x="222" y="172"/>
                      <ns1:pt x="222" y="172"/>
                      <ns1:pt x="222" y="172"/>
                    </ns1:cubicBezTo>
                    <ns1:cubicBezTo>
                      <ns1:pt x="239" y="162"/>
                      <ns1:pt x="250" y="145"/>
                      <ns1:pt x="250" y="125"/>
                    </ns1:cubicBezTo>
                    <ns1:cubicBezTo>
                      <ns1:pt x="250" y="106"/>
                      <ns1:pt x="239" y="88"/>
                      <ns1:pt x="222" y="78"/>
                    </ns1:cubicBezTo>
                    <ns1:cubicBezTo>
                      <ns1:pt x="206" y="70"/>
                      <ns1:pt x="206" y="70"/>
                      <ns1:pt x="206" y="70"/>
                    </ns1:cubicBezTo>
                    <ns1:cubicBezTo>
                      <ns1:pt x="195" y="64"/>
                      <ns1:pt x="186" y="55"/>
                      <ns1:pt x="181" y="44"/>
                    </ns1:cubicBezTo>
                    <ns1:cubicBezTo>
                      <ns1:pt x="172" y="28"/>
                      <ns1:pt x="172" y="28"/>
                      <ns1:pt x="172" y="28"/>
                    </ns1:cubicBezTo>
                    <ns1:cubicBezTo>
                      <ns1:pt x="162" y="11"/>
                      <ns1:pt x="145" y="0"/>
                      <ns1:pt x="125" y="0"/>
                    </ns1:cubicBezTo>
                    <ns1:cubicBezTo>
                      <ns1:pt x="105" y="0"/>
                      <ns1:pt x="88" y="11"/>
                      <ns1:pt x="78" y="28"/>
                    </ns1:cubicBezTo>
                    <ns1:close/>
                    <ns1:moveTo>
                      <ns1:pt x="125" y="68"/>
                    </ns1:moveTo>
                    <ns1:cubicBezTo>
                      <ns1:pt x="133" y="107"/>
                      <ns1:pt x="182" y="125"/>
                      <ns1:pt x="182" y="125"/>
                    </ns1:cubicBezTo>
                    <ns1:cubicBezTo>
                      <ns1:pt x="146" y="143"/>
                      <ns1:pt x="125" y="182"/>
                      <ns1:pt x="125" y="182"/>
                    </ns1:cubicBezTo>
                    <ns1:cubicBezTo>
                      <ns1:pt x="112" y="146"/>
                      <ns1:pt x="68" y="125"/>
                      <ns1:pt x="68" y="125"/>
                    </ns1:cubicBezTo>
                    <ns1:cubicBezTo>
                      <ns1:pt x="109" y="112"/>
                      <ns1:pt x="125" y="68"/>
                      <ns1:pt x="125" y="68"/>
                    </ns1:cubicBezTo>
                    <ns1:close/>
                    <ns1:moveTo>
                      <ns1:pt x="125" y="68"/>
                    </ns1:moveTo>
                    <ns1:cubicBezTo>
                      <ns1:pt x="125" y="68"/>
                      <ns1:pt x="125" y="68"/>
                      <ns1:pt x="125" y="68"/>
                    </ns1:cubicBezTo>
                  </ns1:path>
                </ns1:pathLst>
              </ns1:custGeom>
              <ns1:grpFill/>
              <ns1:ln>
                <ns1:noFill/>
              </ns1:ln>
              <ns1:extLst>
                <ns1:ext uri="{91240B29-F687-4F45-9708-019B960494DF}">
                  <ns4:hiddenLine w="9525">
                    <ns1:solidFill>
                      <ns1:srgbClr val="000000"/>
                    </ns1:solidFill>
                    <ns1:round/>
                    <ns1:headEnd/>
                    <ns1:tailEnd/>
                  </ns4:hiddenLine>
                </ns1:ext>
              </ns1:extLst>
            </ns0:spPr>
            <ns0:txBody>
              <ns1:bodyPr vert="horz" wrap="square" lIns="91440" tIns="45720" rIns="91440" bIns="45720" numCol="1" anchor="t" anchorCtr="0" compatLnSpc="1">
                <ns1:prstTxWarp prst="textNoShape">
                  <ns1:avLst/>
                </ns1:prstTxWarp>
              </ns1:bodyPr>
              <ns1:lstStyle/>
              <ns1:p>
                <ns1:endParaRPr lang="en-US"/>
              </ns1:p>
            </ns0:txBody>
          </ns0:sp>
        </ns0:grpSp>
      </ns0:grpSp>
      <ns0:sp>
        <ns0:nvSpPr>
          <ns0:cNvPr id="26" name="TextBox 25">
            <ns1:extLst>
              <ns1:ext uri="{FF2B5EF4-FFF2-40B4-BE49-F238E27FC236}">
                <ns2:creationId id="{6FC5D26E-5AED-4855-8C00-978537381115}"/>
              </ns1:ext>
            </ns1:extLst>
          </ns0:cNvPr>
          <ns0:cNvSpPr txBox="1"/>
          <ns0:nvPr/>
        </ns0:nvSpPr>
        <ns0:spPr>
          <ns1:xfrm>
            <ns1:off x="8162539" y="4776123"/>
            <ns1:ext cx="3028625" cy="292388"/>
          </ns1:xfrm>
          <ns1:prstGeom prst="rect">
            <ns1:avLst/>
          </ns1:prstGeom>
          <ns1:noFill/>
        </ns0:spPr>
        <ns0:txBody>
          <ns1:bodyPr wrap="square" rtlCol="0">
            <ns1:spAutoFit/>
          </ns1:bodyPr>
          <ns1:lstStyle/>
          <ns1:p>
            <ns1:r>
              <ns1:rPr lang="en-US" sz="1300" b="1">
                <ns1:solidFill>
                  <ns1:schemeClr val="tx1">
                    <ns1:lumMod val="75000"/>
                    <ns1:lumOff val="25000"/>
                  </ns1:schemeClr>
                </ns1:solidFill>
                <ns1:latin typeface="Playfair Display" panose="00000500000000000000" pitchFamily="50" charset="0"/>
                <ns1:ea typeface="Open Sans" panose="020B0606030504020204" pitchFamily="34" charset="0"/>
                <ns1:cs typeface="Open Sans" panose="020B0606030504020204" pitchFamily="34" charset="0"/>
              </ns1:rPr>
              <ns1:t>{SlideCallout}</ns1:t>
            </ns1:r>
          </ns1:p>
        </ns0:txBody>
      </ns0:sp>
      <ns0:sp>
        <ns0:nvSpPr>
          <ns0:cNvPr id="27" name="TextBox 26">
            <ns1:extLst>
              <ns1:ext uri="{FF2B5EF4-FFF2-40B4-BE49-F238E27FC236}">
                <ns2:creationId id="{E1B4B218-284A-4993-A8F7-7B02779A5309}"/>
              </ns1:ext>
            </ns1:extLst>
          </ns0:cNvPr>
          <ns0:cNvSpPr txBox="1"/>
          <ns0:nvPr/>
        </ns0:nvSpPr>
        <ns0:spPr>
          <ns1:xfrm>
            <ns1:off x="8162539" y="5027837"/>
            <ns1:ext cx="3028625" cy="774123"/>
          </ns1:xfrm>
          <ns1:prstGeom prst="rect">
            <ns1:avLst/>
          </ns1:prstGeom>
          <ns1:noFill/>
        </ns0:spPr>
        <ns0:txBody>
          <ns1:bodyPr wrap="square" rtlCol="0">
            <ns1:spAutoFit/>
          </ns1:bodyPr>
          <ns1:lstStyle/>
          <ns1:p>
            <ns1:pPr>
              <ns1:lnSpc>
                <ns1:spcPct val="140000"/>
              </ns1:lnSpc>
            </ns1:pPr>
            <ns1:r>
              <ns1:rPr lang="en-US" sz="1100">
                <ns1:solidFill>
                  <ns1:schemeClr val="bg1">
                    <ns1:lumMod val="50000"/>
                  </ns1:schemeClr>
                </ns1:solidFill>
                <ns1:latin typeface="Lato" panose="020F0502020204030203" pitchFamily="34" charset="0"/>
                <ns1:ea typeface="Lato" panose="020F0502020204030203" pitchFamily="34" charset="0"/>
                <ns1:cs typeface="Lato" panose="020F0502020204030203" pitchFamily="34" charset="0"/>
              </ns1:rPr>
              <ns1:t>{SlideCaption}</ns1:t>
            </ns1:r>
          </ns1:p>
        </ns0:txBody>
      </ns0:sp>
      <ns0:grpSp>
        <ns0:nvGrpSpPr>
          <ns0:cNvPr id="35" name="Group 34">
            <ns1:extLst>
              <ns1:ext uri="{FF2B5EF4-FFF2-40B4-BE49-F238E27FC236}">
                <ns2:creationId id="{0A6FEF75-524C-4941-8DBE-6A6E164E56C8}"/>
              </ns1:ext>
            </ns1:extLst>
          </ns0:cNvPr>
          <ns0:cNvGrpSpPr/>
          <ns0:nvPr/>
        </ns0:nvGrpSpPr>
        <ns0:grpSpPr>
          <ns1:xfrm>
            <ns1:off x="8219533" y="3714168"/>
            <ns1:ext cx="950612" cy="950612"/>
            <ns1:chOff x="8154636" y="3469187"/>
            <ns1:chExt cx="950612" cy="950612"/>
          </ns1:xfrm>
        </ns0:grpSpPr>
        <ns0:sp>
          <ns0:nvSpPr>
            <ns0:cNvPr id="34" name="Oval 33">
              <ns1:extLst>
                <ns1:ext uri="{FF2B5EF4-FFF2-40B4-BE49-F238E27FC236}">
                  <ns2:creationId id="{8B687014-A23B-4A2B-A65F-749B0F168D8C}"/>
                </ns1:ext>
              </ns1:extLst>
            </ns0:cNvPr>
            <ns0:cNvSpPr/>
            <ns0:nvPr/>
          </ns0:nvSpPr>
          <ns0:spPr>
            <ns1:xfrm>
              <ns1:off x="8154636" y="3469187"/>
              <ns1:ext cx="950612" cy="950612"/>
            </ns1:xfrm>
            <ns1:prstGeom prst="ellipse">
              <ns1:avLst/>
            </ns1:prstGeom>
            <ns1:solidFill>
              <ns1:srgbClr val="F1856F"/>
            </ns1:solidFill>
            <ns1:ln>
              <ns1:noFill/>
            </ns1:ln>
          </ns0:spPr>
          <ns0:style>
            <ns1:lnRef idx="2">
              <ns1:schemeClr val="accent1">
                <ns1:shade val="50000"/>
              </ns1:schemeClr>
            </ns1:lnRef>
            <ns1:fillRef idx="1">
              <ns1:schemeClr val="accent1"/>
            </ns1:fillRef>
            <ns1:effectRef idx="0">
              <ns1:schemeClr val="accent1"/>
            </ns1:effectRef>
            <ns1:fontRef idx="minor">
              <ns1:schemeClr val="lt1"/>
            </ns1:fontRef>
          </ns0:style>
          <ns0:txBody>
            <ns1:bodyPr rtlCol="0" anchor="ctr"/>
            <ns1:lstStyle/>
            <ns1:p>
              <ns1:pPr algn="ctr"/>
              <ns1:endParaRPr lang="en-US"/>
            </ns1:p>
          </ns0:txBody>
        </ns0:sp>
        <ns0:grpSp>
          <ns0:nvGrpSpPr>
            <ns0:cNvPr id="28" name="Group 11">
              <ns1:extLst>
                <ns1:ext uri="{FF2B5EF4-FFF2-40B4-BE49-F238E27FC236}">
                  <ns2:creationId id="{BBC1F435-27D3-4077-84FB-B7DED4183723}"/>
                </ns1:ext>
              </ns1:extLst>
            </ns0:cNvPr>
            <ns0:cNvGrpSpPr>
              <ns1:grpSpLocks noChangeAspect="1"/>
            </ns0:cNvGrpSpPr>
            <ns0:nvPr/>
          </ns0:nvGrpSpPr>
          <ns0:grpSpPr bwMode="auto">
            <ns1:xfrm>
              <ns1:off x="8366508" y="3681059"/>
              <ns1:ext cx="526869" cy="526869"/>
              <ns1:chOff x="1679" y="0"/>
              <ns1:chExt cx="4322" cy="4322"/>
            </ns1:xfrm>
            <ns1:solidFill>
              <ns1:schemeClr val="bg1"/>
            </ns1:solidFill>
          </ns0:grpSpPr>
          <ns0:sp>
            <ns0:nvSpPr>
              <ns0:cNvPr id="29" name="Freeform 12">
                <ns1:extLst>
                  <ns1:ext uri="{FF2B5EF4-FFF2-40B4-BE49-F238E27FC236}">
                    <ns2:creationId id="{E6DA68A9-E4A3-4AF4-95A4-A5A2ACAF37EB}"/>
                  </ns1:ext>
                </ns1:extLst>
              </ns0:cNvPr>
              <ns0:cNvSpPr>
                <ns1:spLocks noEditPoints="1"/>
              </ns0:cNvSpPr>
              <ns0:nvPr/>
            </ns0:nvSpPr>
            <ns0:spPr bwMode="auto">
              <ns1:xfrm>
                <ns1:off x="2237" y="418"/>
                <ns1:ext cx="3206" cy="3904"/>
              </ns1:xfrm>
              <ns1:custGeom>
                <ns1:avLst/>
                <ns1:gdLst>
                  <ns1:gd name="T0" fmla="*/ 992 w 1472"/>
                  <ns1:gd name="T1" fmla="*/ 0 h 1792"/>
                  <ns1:gd name="T2" fmla="*/ 234 w 1472"/>
                  <ns1:gd name="T3" fmla="*/ 265 h 1792"/>
                  <ns1:gd name="T4" fmla="*/ 0 w 1472"/>
                  <ns1:gd name="T5" fmla="*/ 1376 h 1792"/>
                  <ns1:gd name="T6" fmla="*/ 96 w 1472"/>
                  <ns1:gd name="T7" fmla="*/ 1600 h 1792"/>
                  <ns1:gd name="T8" fmla="*/ 256 w 1472"/>
                  <ns1:gd name="T9" fmla="*/ 1760 h 1792"/>
                  <ns1:gd name="T10" fmla="*/ 1216 w 1472"/>
                  <ns1:gd name="T11" fmla="*/ 1760 h 1792"/>
                  <ns1:gd name="T12" fmla="*/ 1376 w 1472"/>
                  <ns1:gd name="T13" fmla="*/ 1600 h 1792"/>
                  <ns1:gd name="T14" fmla="*/ 1472 w 1472"/>
                  <ns1:gd name="T15" fmla="*/ 1376 h 1792"/>
                  <ns1:gd name="T16" fmla="*/ 1238 w 1472"/>
                  <ns1:gd name="T17" fmla="*/ 265 h 1792"/>
                  <ns1:gd name="T18" fmla="*/ 864 w 1472"/>
                  <ns1:gd name="T19" fmla="*/ 928 h 1792"/>
                  <ns1:gd name="T20" fmla="*/ 778 w 1472"/>
                  <ns1:gd name="T21" fmla="*/ 496 h 1792"/>
                  <ns1:gd name="T22" fmla="*/ 1145 w 1472"/>
                  <ns1:gd name="T23" fmla="*/ 256 h 1792"/>
                  <ns1:gd name="T24" fmla="*/ 778 w 1472"/>
                  <ns1:gd name="T25" fmla="*/ 496 h 1792"/>
                  <ns1:gd name="T26" fmla="*/ 544 w 1472"/>
                  <ns1:gd name="T27" fmla="*/ 928 h 1792"/>
                  <ns1:gd name="T28" fmla="*/ 437 w 1472"/>
                  <ns1:gd name="T29" fmla="*/ 264 h 1792"/>
                  <ns1:gd name="T30" fmla="*/ 474 w 1472"/>
                  <ns1:gd name="T31" fmla="*/ 87 h 1792"/>
                  <ns1:gd name="T32" fmla="*/ 607 w 1472"/>
                  <ns1:gd name="T33" fmla="*/ 192 h 1792"/>
                  <ns1:gd name="T34" fmla="*/ 607 w 1472"/>
                  <ns1:gd name="T35" fmla="*/ 192 h 1792"/>
                  <ns1:gd name="T36" fmla="*/ 535 w 1472"/>
                  <ns1:gd name="T37" fmla="*/ 64 h 1792"/>
                  <ns1:gd name="T38" fmla="*/ 128 w 1472"/>
                  <ns1:gd name="T39" fmla="*/ 576 h 1792"/>
                  <ns1:gd name="T40" fmla="*/ 64 w 1472"/>
                  <ns1:gd name="T41" fmla="*/ 576 h 1792"/>
                  <ns1:gd name="T42" fmla="*/ 192 w 1472"/>
                  <ns1:gd name="T43" fmla="*/ 1472 h 1792"/>
                  <ns1:gd name="T44" fmla="*/ 128 w 1472"/>
                  <ns1:gd name="T45" fmla="*/ 1472 h 1792"/>
                  <ns1:gd name="T46" fmla="*/ 384 w 1472"/>
                  <ns1:gd name="T47" fmla="*/ 1728 h 1792"/>
                  <ns1:gd name="T48" fmla="*/ 1024 w 1472"/>
                  <ns1:gd name="T49" fmla="*/ 1664 h 1792"/>
                  <ns1:gd name="T50" fmla="*/ 960 w 1472"/>
                  <ns1:gd name="T51" fmla="*/ 1664 h 1792"/>
                  <ns1:gd name="T52" fmla="*/ 832 w 1472"/>
                  <ns1:gd name="T53" fmla="*/ 1728 h 1792"/>
                  <ns1:gd name="T54" fmla="*/ 896 w 1472"/>
                  <ns1:gd name="T55" fmla="*/ 1728 h 1792"/>
                  <ns1:gd name="T56" fmla="*/ 704 w 1472"/>
                  <ns1:gd name="T57" fmla="*/ 1664 h 1792"/>
                  <ns1:gd name="T58" fmla="*/ 640 w 1472"/>
                  <ns1:gd name="T59" fmla="*/ 1728 h 1792"/>
                  <ns1:gd name="T60" fmla="*/ 640 w 1472"/>
                  <ns1:gd name="T61" fmla="*/ 1664 h 1792"/>
                  <ns1:gd name="T62" fmla="*/ 448 w 1472"/>
                  <ns1:gd name="T63" fmla="*/ 1728 h 1792"/>
                  <ns1:gd name="T64" fmla="*/ 512 w 1472"/>
                  <ns1:gd name="T65" fmla="*/ 1728 h 1792"/>
                  <ns1:gd name="T66" fmla="*/ 1088 w 1472"/>
                  <ns1:gd name="T67" fmla="*/ 1664 h 1792"/>
                  <ns1:gd name="T68" fmla="*/ 1344 w 1472"/>
                  <ns1:gd name="T69" fmla="*/ 1536 h 1792"/>
                  <ns1:gd name="T70" fmla="*/ 1344 w 1472"/>
                  <ns1:gd name="T71" fmla="*/ 1472 h 1792"/>
                  <ns1:gd name="T72" fmla="*/ 1248 w 1472"/>
                  <ns1:gd name="T73" fmla="*/ 1408 h 1792"/>
                  <ns1:gd name="T74" fmla="*/ 1152 w 1472"/>
                  <ns1:gd name="T75" fmla="*/ 800 h 1792"/>
                  <ns1:gd name="T76" fmla="*/ 1216 w 1472"/>
                  <ns1:gd name="T77" fmla="*/ 1568 h 1792"/>
                  <ns1:gd name="T78" fmla="*/ 256 w 1472"/>
                  <ns1:gd name="T79" fmla="*/ 1568 h 1792"/>
                  <ns1:gd name="T80" fmla="*/ 320 w 1472"/>
                  <ns1:gd name="T81" fmla="*/ 800 h 1792"/>
                  <ns1:gd name="T82" fmla="*/ 224 w 1472"/>
                  <ns1:gd name="T83" fmla="*/ 1408 h 1792"/>
                  <ns1:gd name="T84" fmla="*/ 64 w 1472"/>
                  <ns1:gd name="T85" fmla="*/ 768 h 1792"/>
                  <ns1:gd name="T86" fmla="*/ 192 w 1472"/>
                  <ns1:gd name="T87" fmla="*/ 544 h 1792"/>
                  <ns1:gd name="T88" fmla="*/ 135 w 1472"/>
                  <ns1:gd name="T89" fmla="*/ 391 h 1792"/>
                  <ns1:gd name="T90" fmla="*/ 544 w 1472"/>
                  <ns1:gd name="T91" fmla="*/ 446 h 1792"/>
                  <ns1:gd name="T92" fmla="*/ 576 w 1472"/>
                  <ns1:gd name="T93" fmla="*/ 1024 h 1792"/>
                  <ns1:gd name="T94" fmla="*/ 608 w 1472"/>
                  <ns1:gd name="T95" fmla="*/ 504 h 1792"/>
                  <ns1:gd name="T96" fmla="*/ 864 w 1472"/>
                  <ns1:gd name="T97" fmla="*/ 504 h 1792"/>
                  <ns1:gd name="T98" fmla="*/ 896 w 1472"/>
                  <ns1:gd name="T99" fmla="*/ 1024 h 1792"/>
                  <ns1:gd name="T100" fmla="*/ 928 w 1472"/>
                  <ns1:gd name="T101" fmla="*/ 446 h 1792"/>
                  <ns1:gd name="T102" fmla="*/ 1337 w 1472"/>
                  <ns1:gd name="T103" fmla="*/ 391 h 1792"/>
                  <ns1:gd name="T104" fmla="*/ 1280 w 1472"/>
                  <ns1:gd name="T105" fmla="*/ 544 h 1792"/>
                  <ns1:gd name="T106" fmla="*/ 1408 w 1472"/>
                  <ns1:gd name="T107" fmla="*/ 768 h 1792"/>
                  <ns1:gd name="T108" fmla="*/ 1408 w 1472"/>
                  <ns1:gd name="T109" fmla="*/ 576 h 1792"/>
                  <ns1:gd name="T110" fmla="*/ 1344 w 1472"/>
                  <ns1:gd name="T111" fmla="*/ 576 h 1792"/>
                  <ns1:gd name="T112" fmla="*/ 1408 w 1472"/>
                  <ns1:gd name="T113" fmla="*/ 576 h 1792"/>
                </ns1:gdLst>
                <ns1:ahLst/>
                <ns1:cxnLst>
                  <ns1:cxn ang="0">
                    <ns1:pos x="T0" y="T1"/>
                  </ns1:cxn>
                  <ns1:cxn ang="0">
                    <ns1:pos x="T2" y="T3"/>
                  </ns1:cxn>
                  <ns1:cxn ang="0">
                    <ns1:pos x="T4" y="T5"/>
                  </ns1:cxn>
                  <ns1:cxn ang="0">
                    <ns1:pos x="T6" y="T7"/>
                  </ns1:cxn>
                  <ns1:cxn ang="0">
                    <ns1:pos x="T8" y="T9"/>
                  </ns1:cxn>
                  <ns1:cxn ang="0">
                    <ns1:pos x="T10" y="T11"/>
                  </ns1:cxn>
                  <ns1:cxn ang="0">
                    <ns1:pos x="T12" y="T13"/>
                  </ns1:cxn>
                  <ns1:cxn ang="0">
                    <ns1:pos x="T14" y="T15"/>
                  </ns1:cxn>
                  <ns1:cxn ang="0">
                    <ns1:pos x="T16" y="T17"/>
                  </ns1:cxn>
                  <ns1:cxn ang="0">
                    <ns1:pos x="T18" y="T19"/>
                  </ns1:cxn>
                  <ns1:cxn ang="0">
                    <ns1:pos x="T20" y="T21"/>
                  </ns1:cxn>
                  <ns1:cxn ang="0">
                    <ns1:pos x="T22" y="T23"/>
                  </ns1:cxn>
                  <ns1:cxn ang="0">
                    <ns1:pos x="T24" y="T25"/>
                  </ns1:cxn>
                  <ns1:cxn ang="0">
                    <ns1:pos x="T26" y="T27"/>
                  </ns1:cxn>
                  <ns1:cxn ang="0">
                    <ns1:pos x="T28" y="T29"/>
                  </ns1:cxn>
                  <ns1:cxn ang="0">
                    <ns1:pos x="T30" y="T31"/>
                  </ns1:cxn>
                  <ns1:cxn ang="0">
                    <ns1:pos x="T32" y="T33"/>
                  </ns1:cxn>
                  <ns1:cxn ang="0">
                    <ns1:pos x="T34" y="T35"/>
                  </ns1:cxn>
                  <ns1:cxn ang="0">
                    <ns1:pos x="T36" y="T37"/>
                  </ns1:cxn>
                  <ns1:cxn ang="0">
                    <ns1:pos x="T38" y="T39"/>
                  </ns1:cxn>
                  <ns1:cxn ang="0">
                    <ns1:pos x="T40" y="T41"/>
                  </ns1:cxn>
                  <ns1:cxn ang="0">
                    <ns1:pos x="T42" y="T43"/>
                  </ns1:cxn>
                  <ns1:cxn ang="0">
                    <ns1:pos x="T44" y="T45"/>
                  </ns1:cxn>
                  <ns1:cxn ang="0">
                    <ns1:pos x="T46" y="T47"/>
                  </ns1:cxn>
                  <ns1:cxn ang="0">
                    <ns1:pos x="T48" y="T49"/>
                  </ns1:cxn>
                  <ns1:cxn ang="0">
                    <ns1:pos x="T50" y="T51"/>
                  </ns1:cxn>
                  <ns1:cxn ang="0">
                    <ns1:pos x="T52" y="T53"/>
                  </ns1:cxn>
                  <ns1:cxn ang="0">
                    <ns1:pos x="T54" y="T55"/>
                  </ns1:cxn>
                  <ns1:cxn ang="0">
                    <ns1:pos x="T56" y="T57"/>
                  </ns1:cxn>
                  <ns1:cxn ang="0">
                    <ns1:pos x="T58" y="T59"/>
                  </ns1:cxn>
                  <ns1:cxn ang="0">
                    <ns1:pos x="T60" y="T61"/>
                  </ns1:cxn>
                  <ns1:cxn ang="0">
                    <ns1:pos x="T62" y="T63"/>
                  </ns1:cxn>
                  <ns1:cxn ang="0">
                    <ns1:pos x="T64" y="T65"/>
                  </ns1:cxn>
                  <ns1:cxn ang="0">
                    <ns1:pos x="T66" y="T67"/>
                  </ns1:cxn>
                  <ns1:cxn ang="0">
                    <ns1:pos x="T68" y="T69"/>
                  </ns1:cxn>
                  <ns1:cxn ang="0">
                    <ns1:pos x="T70" y="T71"/>
                  </ns1:cxn>
                  <ns1:cxn ang="0">
                    <ns1:pos x="T72" y="T73"/>
                  </ns1:cxn>
                  <ns1:cxn ang="0">
                    <ns1:pos x="T74" y="T75"/>
                  </ns1:cxn>
                  <ns1:cxn ang="0">
                    <ns1:pos x="T76" y="T77"/>
                  </ns1:cxn>
                  <ns1:cxn ang="0">
                    <ns1:pos x="T78" y="T79"/>
                  </ns1:cxn>
                  <ns1:cxn ang="0">
                    <ns1:pos x="T80" y="T81"/>
                  </ns1:cxn>
                  <ns1:cxn ang="0">
                    <ns1:pos x="T82" y="T83"/>
                  </ns1:cxn>
                  <ns1:cxn ang="0">
                    <ns1:pos x="T84" y="T85"/>
                  </ns1:cxn>
                  <ns1:cxn ang="0">
                    <ns1:pos x="T86" y="T87"/>
                  </ns1:cxn>
                  <ns1:cxn ang="0">
                    <ns1:pos x="T88" y="T89"/>
                  </ns1:cxn>
                  <ns1:cxn ang="0">
                    <ns1:pos x="T90" y="T91"/>
                  </ns1:cxn>
                  <ns1:cxn ang="0">
                    <ns1:pos x="T92" y="T93"/>
                  </ns1:cxn>
                  <ns1:cxn ang="0">
                    <ns1:pos x="T94" y="T95"/>
                  </ns1:cxn>
                  <ns1:cxn ang="0">
                    <ns1:pos x="T96" y="T97"/>
                  </ns1:cxn>
                  <ns1:cxn ang="0">
                    <ns1:pos x="T98" y="T99"/>
                  </ns1:cxn>
                  <ns1:cxn ang="0">
                    <ns1:pos x="T100" y="T101"/>
                  </ns1:cxn>
                  <ns1:cxn ang="0">
                    <ns1:pos x="T102" y="T103"/>
                  </ns1:cxn>
                  <ns1:cxn ang="0">
                    <ns1:pos x="T104" y="T105"/>
                  </ns1:cxn>
                  <ns1:cxn ang="0">
                    <ns1:pos x="T106" y="T107"/>
                  </ns1:cxn>
                  <ns1:cxn ang="0">
                    <ns1:pos x="T108" y="T109"/>
                  </ns1:cxn>
                  <ns1:cxn ang="0">
                    <ns1:pos x="T110" y="T111"/>
                  </ns1:cxn>
                  <ns1:cxn ang="0">
                    <ns1:pos x="T112" y="T113"/>
                  </ns1:cxn>
                </ns1:cxnLst>
                <ns1:rect l="0" t="0" r="r" b="b"/>
                <ns1:pathLst>
                  <ns1:path w="1472" h="1792">
                    <ns1:moveTo>
                      <ns1:pt x="1238" y="265"/>
                    </ns1:moveTo>
                    <ns1:cubicBezTo>
                      <ns1:pt x="1016" y="11"/>
                      <ns1:pt x="1016" y="11"/>
                      <ns1:pt x="1016" y="11"/>
                    </ns1:cubicBezTo>
                    <ns1:cubicBezTo>
                      <ns1:pt x="1010" y="4"/>
                      <ns1:pt x="1001" y="0"/>
                      <ns1:pt x="992" y="0"/>
                    </ns1:cubicBezTo>
                    <ns1:cubicBezTo>
                      <ns1:pt x="480" y="0"/>
                      <ns1:pt x="480" y="0"/>
                      <ns1:pt x="480" y="0"/>
                    </ns1:cubicBezTo>
                    <ns1:cubicBezTo>
                      <ns1:pt x="471" y="0"/>
                      <ns1:pt x="462" y="4"/>
                      <ns1:pt x="456" y="11"/>
                    </ns1:cubicBezTo>
                    <ns1:cubicBezTo>
                      <ns1:pt x="234" y="265"/>
                      <ns1:pt x="234" y="265"/>
                      <ns1:pt x="234" y="265"/>
                    </ns1:cubicBezTo>
                    <ns1:cubicBezTo>
                      <ns1:pt x="180" y="278"/>
                      <ns1:pt x="130" y="305"/>
                      <ns1:pt x="89" y="345"/>
                    </ns1:cubicBezTo>
                    <ns1:cubicBezTo>
                      <ns1:pt x="32" y="403"/>
                      <ns1:pt x="0" y="480"/>
                      <ns1:pt x="0" y="561"/>
                    </ns1:cubicBezTo>
                    <ns1:cubicBezTo>
                      <ns1:pt x="0" y="1376"/>
                      <ns1:pt x="0" y="1376"/>
                      <ns1:pt x="0" y="1376"/>
                    </ns1:cubicBezTo>
                    <ns1:cubicBezTo>
                      <ns1:pt x="0" y="1418"/>
                      <ns1:pt x="27" y="1453"/>
                      <ns1:pt x="64" y="1466"/>
                    </ns1:cubicBezTo>
                    <ns1:cubicBezTo>
                      <ns1:pt x="64" y="1568"/>
                      <ns1:pt x="64" y="1568"/>
                      <ns1:pt x="64" y="1568"/>
                    </ns1:cubicBezTo>
                    <ns1:cubicBezTo>
                      <ns1:pt x="64" y="1586"/>
                      <ns1:pt x="78" y="1600"/>
                      <ns1:pt x="96" y="1600"/>
                    </ns1:cubicBezTo>
                    <ns1:cubicBezTo>
                      <ns1:pt x="198" y="1600"/>
                      <ns1:pt x="198" y="1600"/>
                      <ns1:pt x="198" y="1600"/>
                    </ns1:cubicBezTo>
                    <ns1:cubicBezTo>
                      <ns1:pt x="208" y="1627"/>
                      <ns1:pt x="229" y="1648"/>
                      <ns1:pt x="256" y="1658"/>
                    </ns1:cubicBezTo>
                    <ns1:cubicBezTo>
                      <ns1:pt x="256" y="1760"/>
                      <ns1:pt x="256" y="1760"/>
                      <ns1:pt x="256" y="1760"/>
                    </ns1:cubicBezTo>
                    <ns1:cubicBezTo>
                      <ns1:pt x="256" y="1778"/>
                      <ns1:pt x="270" y="1792"/>
                      <ns1:pt x="288" y="1792"/>
                    </ns1:cubicBezTo>
                    <ns1:cubicBezTo>
                      <ns1:pt x="1184" y="1792"/>
                      <ns1:pt x="1184" y="1792"/>
                      <ns1:pt x="1184" y="1792"/>
                    </ns1:cubicBezTo>
                    <ns1:cubicBezTo>
                      <ns1:pt x="1202" y="1792"/>
                      <ns1:pt x="1216" y="1778"/>
                      <ns1:pt x="1216" y="1760"/>
                    </ns1:cubicBezTo>
                    <ns1:cubicBezTo>
                      <ns1:pt x="1216" y="1658"/>
                      <ns1:pt x="1216" y="1658"/>
                      <ns1:pt x="1216" y="1658"/>
                    </ns1:cubicBezTo>
                    <ns1:cubicBezTo>
                      <ns1:pt x="1243" y="1648"/>
                      <ns1:pt x="1264" y="1627"/>
                      <ns1:pt x="1274" y="1600"/>
                    </ns1:cubicBezTo>
                    <ns1:cubicBezTo>
                      <ns1:pt x="1376" y="1600"/>
                      <ns1:pt x="1376" y="1600"/>
                      <ns1:pt x="1376" y="1600"/>
                    </ns1:cubicBezTo>
                    <ns1:cubicBezTo>
                      <ns1:pt x="1394" y="1600"/>
                      <ns1:pt x="1408" y="1586"/>
                      <ns1:pt x="1408" y="1568"/>
                    </ns1:cubicBezTo>
                    <ns1:cubicBezTo>
                      <ns1:pt x="1408" y="1466"/>
                      <ns1:pt x="1408" y="1466"/>
                      <ns1:pt x="1408" y="1466"/>
                    </ns1:cubicBezTo>
                    <ns1:cubicBezTo>
                      <ns1:pt x="1445" y="1453"/>
                      <ns1:pt x="1472" y="1418"/>
                      <ns1:pt x="1472" y="1376"/>
                    </ns1:cubicBezTo>
                    <ns1:cubicBezTo>
                      <ns1:pt x="1472" y="561"/>
                      <ns1:pt x="1472" y="561"/>
                      <ns1:pt x="1472" y="561"/>
                    </ns1:cubicBezTo>
                    <ns1:cubicBezTo>
                      <ns1:pt x="1472" y="480"/>
                      <ns1:pt x="1440" y="403"/>
                      <ns1:pt x="1383" y="345"/>
                    </ns1:cubicBezTo>
                    <ns1:cubicBezTo>
                      <ns1:pt x="1342" y="305"/>
                      <ns1:pt x="1292" y="278"/>
                      <ns1:pt x="1238" y="265"/>
                    </ns1:cubicBezTo>
                    <ns1:close/>
                    <ns1:moveTo>
                      <ns1:pt x="928" y="928"/>
                    </ns1:moveTo>
                    <ns1:cubicBezTo>
                      <ns1:pt x="928" y="946"/>
                      <ns1:pt x="914" y="960"/>
                      <ns1:pt x="896" y="960"/>
                    </ns1:cubicBezTo>
                    <ns1:cubicBezTo>
                      <ns1:pt x="878" y="960"/>
                      <ns1:pt x="864" y="946"/>
                      <ns1:pt x="864" y="928"/>
                    </ns1:cubicBezTo>
                    <ns1:cubicBezTo>
                      <ns1:pt x="864" y="910"/>
                      <ns1:pt x="878" y="896"/>
                      <ns1:pt x="896" y="896"/>
                    </ns1:cubicBezTo>
                    <ns1:cubicBezTo>
                      <ns1:pt x="914" y="896"/>
                      <ns1:pt x="928" y="910"/>
                      <ns1:pt x="928" y="928"/>
                    </ns1:cubicBezTo>
                    <ns1:close/>
                    <ns1:moveTo>
                      <ns1:pt x="778" y="496"/>
                    </ns1:moveTo>
                    <ns1:cubicBezTo>
                      <ns1:pt x="771" y="484"/>
                      <ns1:pt x="771" y="484"/>
                      <ns1:pt x="771" y="484"/>
                    </ns1:cubicBezTo>
                    <ns1:cubicBezTo>
                      <ns1:pt x="998" y="87"/>
                      <ns1:pt x="998" y="87"/>
                      <ns1:pt x="998" y="87"/>
                    </ns1:cubicBezTo>
                    <ns1:cubicBezTo>
                      <ns1:pt x="1145" y="256"/>
                      <ns1:pt x="1145" y="256"/>
                      <ns1:pt x="1145" y="256"/>
                    </ns1:cubicBezTo>
                    <ns1:cubicBezTo>
                      <ns1:pt x="1056" y="256"/>
                      <ns1:pt x="1056" y="256"/>
                      <ns1:pt x="1056" y="256"/>
                    </ns1:cubicBezTo>
                    <ns1:cubicBezTo>
                      <ns1:pt x="1048" y="256"/>
                      <ns1:pt x="1040" y="259"/>
                      <ns1:pt x="1035" y="264"/>
                    </ns1:cubicBezTo>
                    <ns1:lnTo>
                      <ns1:pt x="778" y="496"/>
                    </ns1:lnTo>
                    <ns1:close/>
                    <ns1:moveTo>
                      <ns1:pt x="608" y="928"/>
                    </ns1:moveTo>
                    <ns1:cubicBezTo>
                      <ns1:pt x="608" y="946"/>
                      <ns1:pt x="594" y="960"/>
                      <ns1:pt x="576" y="960"/>
                    </ns1:cubicBezTo>
                    <ns1:cubicBezTo>
                      <ns1:pt x="558" y="960"/>
                      <ns1:pt x="544" y="946"/>
                      <ns1:pt x="544" y="928"/>
                    </ns1:cubicBezTo>
                    <ns1:cubicBezTo>
                      <ns1:pt x="544" y="910"/>
                      <ns1:pt x="558" y="896"/>
                      <ns1:pt x="576" y="896"/>
                    </ns1:cubicBezTo>
                    <ns1:cubicBezTo>
                      <ns1:pt x="594" y="896"/>
                      <ns1:pt x="608" y="910"/>
                      <ns1:pt x="608" y="928"/>
                    </ns1:cubicBezTo>
                    <ns1:close/>
                    <ns1:moveTo>
                      <ns1:pt x="437" y="264"/>
                    </ns1:moveTo>
                    <ns1:cubicBezTo>
                      <ns1:pt x="432" y="259"/>
                      <ns1:pt x="424" y="256"/>
                      <ns1:pt x="416" y="256"/>
                    </ns1:cubicBezTo>
                    <ns1:cubicBezTo>
                      <ns1:pt x="327" y="256"/>
                      <ns1:pt x="327" y="256"/>
                      <ns1:pt x="327" y="256"/>
                    </ns1:cubicBezTo>
                    <ns1:cubicBezTo>
                      <ns1:pt x="474" y="87"/>
                      <ns1:pt x="474" y="87"/>
                      <ns1:pt x="474" y="87"/>
                    </ns1:cubicBezTo>
                    <ns1:cubicBezTo>
                      <ns1:pt x="714" y="513"/>
                      <ns1:pt x="714" y="513"/>
                      <ns1:pt x="714" y="513"/>
                    </ns1:cubicBezTo>
                    <ns1:lnTo>
                      <ns1:pt x="437" y="264"/>
                    </ns1:lnTo>
                    <ns1:close/>
                    <ns1:moveTo>
                      <ns1:pt x="607" y="192"/>
                    </ns1:moveTo>
                    <ns1:cubicBezTo>
                      <ns1:pt x="864" y="192"/>
                      <ns1:pt x="864" y="192"/>
                      <ns1:pt x="864" y="192"/>
                    </ns1:cubicBezTo>
                    <ns1:cubicBezTo>
                      <ns1:pt x="734" y="419"/>
                      <ns1:pt x="734" y="419"/>
                      <ns1:pt x="734" y="419"/>
                    </ns1:cubicBezTo>
                    <ns1:lnTo>
                      <ns1:pt x="607" y="192"/>
                    </ns1:lnTo>
                    <ns1:close/>
                    <ns1:moveTo>
                      <ns1:pt x="900" y="128"/>
                    </ns1:moveTo>
                    <ns1:cubicBezTo>
                      <ns1:pt x="571" y="128"/>
                      <ns1:pt x="571" y="128"/>
                      <ns1:pt x="571" y="128"/>
                    </ns1:cubicBezTo>
                    <ns1:cubicBezTo>
                      <ns1:pt x="535" y="64"/>
                      <ns1:pt x="535" y="64"/>
                      <ns1:pt x="535" y="64"/>
                    </ns1:cubicBezTo>
                    <ns1:cubicBezTo>
                      <ns1:pt x="937" y="64"/>
                      <ns1:pt x="937" y="64"/>
                      <ns1:pt x="937" y="64"/>
                    </ns1:cubicBezTo>
                    <ns1:lnTo>
                      <ns1:pt x="900" y="128"/>
                    </ns1:lnTo>
                    <ns1:close/>
                    <ns1:moveTo>
                      <ns1:pt x="128" y="576"/>
                    </ns1:moveTo>
                    <ns1:cubicBezTo>
                      <ns1:pt x="128" y="704"/>
                      <ns1:pt x="128" y="704"/>
                      <ns1:pt x="128" y="704"/>
                    </ns1:cubicBezTo>
                    <ns1:cubicBezTo>
                      <ns1:pt x="64" y="704"/>
                      <ns1:pt x="64" y="704"/>
                      <ns1:pt x="64" y="704"/>
                    </ns1:cubicBezTo>
                    <ns1:cubicBezTo>
                      <ns1:pt x="64" y="576"/>
                      <ns1:pt x="64" y="576"/>
                      <ns1:pt x="64" y="576"/>
                    </ns1:cubicBezTo>
                    <ns1:lnTo>
                      <ns1:pt x="128" y="576"/>
                    </ns1:lnTo>
                    <ns1:close/>
                    <ns1:moveTo>
                      <ns1:pt x="128" y="1472"/>
                    </ns1:moveTo>
                    <ns1:cubicBezTo>
                      <ns1:pt x="192" y="1472"/>
                      <ns1:pt x="192" y="1472"/>
                      <ns1:pt x="192" y="1472"/>
                    </ns1:cubicBezTo>
                    <ns1:cubicBezTo>
                      <ns1:pt x="192" y="1536"/>
                      <ns1:pt x="192" y="1536"/>
                      <ns1:pt x="192" y="1536"/>
                    </ns1:cubicBezTo>
                    <ns1:cubicBezTo>
                      <ns1:pt x="128" y="1536"/>
                      <ns1:pt x="128" y="1536"/>
                      <ns1:pt x="128" y="1536"/>
                    </ns1:cubicBezTo>
                    <ns1:lnTo>
                      <ns1:pt x="128" y="1472"/>
                    </ns1:lnTo>
                    <ns1:close/>
                    <ns1:moveTo>
                      <ns1:pt x="320" y="1664"/>
                    </ns1:moveTo>
                    <ns1:cubicBezTo>
                      <ns1:pt x="384" y="1664"/>
                      <ns1:pt x="384" y="1664"/>
                      <ns1:pt x="384" y="1664"/>
                    </ns1:cubicBezTo>
                    <ns1:cubicBezTo>
                      <ns1:pt x="384" y="1728"/>
                      <ns1:pt x="384" y="1728"/>
                      <ns1:pt x="384" y="1728"/>
                    </ns1:cubicBezTo>
                    <ns1:cubicBezTo>
                      <ns1:pt x="320" y="1728"/>
                      <ns1:pt x="320" y="1728"/>
                      <ns1:pt x="320" y="1728"/>
                    </ns1:cubicBezTo>
                    <ns1:lnTo>
                      <ns1:pt x="320" y="1664"/>
                    </ns1:lnTo>
                    <ns1:close/>
                    <ns1:moveTo>
                      <ns1:pt x="1024" y="1664"/>
                    </ns1:moveTo>
                    <ns1:cubicBezTo>
                      <ns1:pt x="1024" y="1728"/>
                      <ns1:pt x="1024" y="1728"/>
                      <ns1:pt x="1024" y="1728"/>
                    </ns1:cubicBezTo>
                    <ns1:cubicBezTo>
                      <ns1:pt x="960" y="1728"/>
                      <ns1:pt x="960" y="1728"/>
                      <ns1:pt x="960" y="1728"/>
                    </ns1:cubicBezTo>
                    <ns1:cubicBezTo>
                      <ns1:pt x="960" y="1664"/>
                      <ns1:pt x="960" y="1664"/>
                      <ns1:pt x="960" y="1664"/>
                    </ns1:cubicBezTo>
                    <ns1:lnTo>
                      <ns1:pt x="1024" y="1664"/>
                    </ns1:lnTo>
                    <ns1:close/>
                    <ns1:moveTo>
                      <ns1:pt x="896" y="1728"/>
                    </ns1:moveTo>
                    <ns1:cubicBezTo>
                      <ns1:pt x="832" y="1728"/>
                      <ns1:pt x="832" y="1728"/>
                      <ns1:pt x="832" y="1728"/>
                    </ns1:cubicBezTo>
                    <ns1:cubicBezTo>
                      <ns1:pt x="832" y="1664"/>
                      <ns1:pt x="832" y="1664"/>
                      <ns1:pt x="832" y="1664"/>
                    </ns1:cubicBezTo>
                    <ns1:cubicBezTo>
                      <ns1:pt x="896" y="1664"/>
                      <ns1:pt x="896" y="1664"/>
                      <ns1:pt x="896" y="1664"/>
                    </ns1:cubicBezTo>
                    <ns1:lnTo>
                      <ns1:pt x="896" y="1728"/>
                    </ns1:lnTo>
                    <ns1:close/>
                    <ns1:moveTo>
                      <ns1:pt x="768" y="1728"/>
                    </ns1:moveTo>
                    <ns1:cubicBezTo>
                      <ns1:pt x="704" y="1728"/>
                      <ns1:pt x="704" y="1728"/>
                      <ns1:pt x="704" y="1728"/>
                    </ns1:cubicBezTo>
                    <ns1:cubicBezTo>
                      <ns1:pt x="704" y="1664"/>
                      <ns1:pt x="704" y="1664"/>
                      <ns1:pt x="704" y="1664"/>
                    </ns1:cubicBezTo>
                    <ns1:cubicBezTo>
                      <ns1:pt x="768" y="1664"/>
                      <ns1:pt x="768" y="1664"/>
                      <ns1:pt x="768" y="1664"/>
                    </ns1:cubicBezTo>
                    <ns1:lnTo>
                      <ns1:pt x="768" y="1728"/>
                    </ns1:lnTo>
                    <ns1:close/>
                    <ns1:moveTo>
                      <ns1:pt x="640" y="1728"/>
                    </ns1:moveTo>
                    <ns1:cubicBezTo>
                      <ns1:pt x="576" y="1728"/>
                      <ns1:pt x="576" y="1728"/>
                      <ns1:pt x="576" y="1728"/>
                    </ns1:cubicBezTo>
                    <ns1:cubicBezTo>
                      <ns1:pt x="576" y="1664"/>
                      <ns1:pt x="576" y="1664"/>
                      <ns1:pt x="576" y="1664"/>
                    </ns1:cubicBezTo>
                    <ns1:cubicBezTo>
                      <ns1:pt x="640" y="1664"/>
                      <ns1:pt x="640" y="1664"/>
                      <ns1:pt x="640" y="1664"/>
                    </ns1:cubicBezTo>
                    <ns1:lnTo>
                      <ns1:pt x="640" y="1728"/>
                    </ns1:lnTo>
                    <ns1:close/>
                    <ns1:moveTo>
                      <ns1:pt x="512" y="1728"/>
                    </ns1:moveTo>
                    <ns1:cubicBezTo>
                      <ns1:pt x="448" y="1728"/>
                      <ns1:pt x="448" y="1728"/>
                      <ns1:pt x="448" y="1728"/>
                    </ns1:cubicBezTo>
                    <ns1:cubicBezTo>
                      <ns1:pt x="448" y="1664"/>
                      <ns1:pt x="448" y="1664"/>
                      <ns1:pt x="448" y="1664"/>
                    </ns1:cubicBezTo>
                    <ns1:cubicBezTo>
                      <ns1:pt x="512" y="1664"/>
                      <ns1:pt x="512" y="1664"/>
                      <ns1:pt x="512" y="1664"/>
                    </ns1:cubicBezTo>
                    <ns1:lnTo>
                      <ns1:pt x="512" y="1728"/>
                    </ns1:lnTo>
                    <ns1:close/>
                    <ns1:moveTo>
                      <ns1:pt x="1152" y="1728"/>
                    </ns1:moveTo>
                    <ns1:cubicBezTo>
                      <ns1:pt x="1088" y="1728"/>
                      <ns1:pt x="1088" y="1728"/>
                      <ns1:pt x="1088" y="1728"/>
                    </ns1:cubicBezTo>
                    <ns1:cubicBezTo>
                      <ns1:pt x="1088" y="1664"/>
                      <ns1:pt x="1088" y="1664"/>
                      <ns1:pt x="1088" y="1664"/>
                    </ns1:cubicBezTo>
                    <ns1:cubicBezTo>
                      <ns1:pt x="1152" y="1664"/>
                      <ns1:pt x="1152" y="1664"/>
                      <ns1:pt x="1152" y="1664"/>
                    </ns1:cubicBezTo>
                    <ns1:lnTo>
                      <ns1:pt x="1152" y="1728"/>
                    </ns1:lnTo>
                    <ns1:close/>
                    <ns1:moveTo>
                      <ns1:pt x="1344" y="1536"/>
                    </ns1:moveTo>
                    <ns1:cubicBezTo>
                      <ns1:pt x="1280" y="1536"/>
                      <ns1:pt x="1280" y="1536"/>
                      <ns1:pt x="1280" y="1536"/>
                    </ns1:cubicBezTo>
                    <ns1:cubicBezTo>
                      <ns1:pt x="1280" y="1472"/>
                      <ns1:pt x="1280" y="1472"/>
                      <ns1:pt x="1280" y="1472"/>
                    </ns1:cubicBezTo>
                    <ns1:cubicBezTo>
                      <ns1:pt x="1344" y="1472"/>
                      <ns1:pt x="1344" y="1472"/>
                      <ns1:pt x="1344" y="1472"/>
                    </ns1:cubicBezTo>
                    <ns1:lnTo>
                      <ns1:pt x="1344" y="1536"/>
                    </ns1:lnTo>
                    <ns1:close/>
                    <ns1:moveTo>
                      <ns1:pt x="1376" y="1408"/>
                    </ns1:moveTo>
                    <ns1:cubicBezTo>
                      <ns1:pt x="1248" y="1408"/>
                      <ns1:pt x="1248" y="1408"/>
                      <ns1:pt x="1248" y="1408"/>
                    </ns1:cubicBezTo>
                    <ns1:cubicBezTo>
                      <ns1:pt x="1230" y="1408"/>
                      <ns1:pt x="1216" y="1394"/>
                      <ns1:pt x="1216" y="1376"/>
                    </ns1:cubicBezTo>
                    <ns1:cubicBezTo>
                      <ns1:pt x="1216" y="800"/>
                      <ns1:pt x="1216" y="800"/>
                      <ns1:pt x="1216" y="800"/>
                    </ns1:cubicBezTo>
                    <ns1:cubicBezTo>
                      <ns1:pt x="1152" y="800"/>
                      <ns1:pt x="1152" y="800"/>
                      <ns1:pt x="1152" y="800"/>
                    </ns1:cubicBezTo>
                    <ns1:cubicBezTo>
                      <ns1:pt x="1152" y="1376"/>
                      <ns1:pt x="1152" y="1376"/>
                      <ns1:pt x="1152" y="1376"/>
                    </ns1:cubicBezTo>
                    <ns1:cubicBezTo>
                      <ns1:pt x="1152" y="1418"/>
                      <ns1:pt x="1179" y="1453"/>
                      <ns1:pt x="1216" y="1466"/>
                    </ns1:cubicBezTo>
                    <ns1:cubicBezTo>
                      <ns1:pt x="1216" y="1568"/>
                      <ns1:pt x="1216" y="1568"/>
                      <ns1:pt x="1216" y="1568"/>
                    </ns1:cubicBezTo>
                    <ns1:cubicBezTo>
                      <ns1:pt x="1216" y="1586"/>
                      <ns1:pt x="1202" y="1600"/>
                      <ns1:pt x="1184" y="1600"/>
                    </ns1:cubicBezTo>
                    <ns1:cubicBezTo>
                      <ns1:pt x="288" y="1600"/>
                      <ns1:pt x="288" y="1600"/>
                      <ns1:pt x="288" y="1600"/>
                    </ns1:cubicBezTo>
                    <ns1:cubicBezTo>
                      <ns1:pt x="270" y="1600"/>
                      <ns1:pt x="256" y="1586"/>
                      <ns1:pt x="256" y="1568"/>
                    </ns1:cubicBezTo>
                    <ns1:cubicBezTo>
                      <ns1:pt x="256" y="1466"/>
                      <ns1:pt x="256" y="1466"/>
                      <ns1:pt x="256" y="1466"/>
                    </ns1:cubicBezTo>
                    <ns1:cubicBezTo>
                      <ns1:pt x="293" y="1453"/>
                      <ns1:pt x="320" y="1418"/>
                      <ns1:pt x="320" y="1376"/>
                    </ns1:cubicBezTo>
                    <ns1:cubicBezTo>
                      <ns1:pt x="320" y="800"/>
                      <ns1:pt x="320" y="800"/>
                      <ns1:pt x="320" y="800"/>
                    </ns1:cubicBezTo>
                    <ns1:cubicBezTo>
                      <ns1:pt x="256" y="800"/>
                      <ns1:pt x="256" y="800"/>
                      <ns1:pt x="256" y="800"/>
                    </ns1:cubicBezTo>
                    <ns1:cubicBezTo>
                      <ns1:pt x="256" y="1376"/>
                      <ns1:pt x="256" y="1376"/>
                      <ns1:pt x="256" y="1376"/>
                    </ns1:cubicBezTo>
                    <ns1:cubicBezTo>
                      <ns1:pt x="256" y="1394"/>
                      <ns1:pt x="242" y="1408"/>
                      <ns1:pt x="224" y="1408"/>
                    </ns1:cubicBezTo>
                    <ns1:cubicBezTo>
                      <ns1:pt x="96" y="1408"/>
                      <ns1:pt x="96" y="1408"/>
                      <ns1:pt x="96" y="1408"/>
                    </ns1:cubicBezTo>
                    <ns1:cubicBezTo>
                      <ns1:pt x="78" y="1408"/>
                      <ns1:pt x="64" y="1394"/>
                      <ns1:pt x="64" y="1376"/>
                    </ns1:cubicBezTo>
                    <ns1:cubicBezTo>
                      <ns1:pt x="64" y="768"/>
                      <ns1:pt x="64" y="768"/>
                      <ns1:pt x="64" y="768"/>
                    </ns1:cubicBezTo>
                    <ns1:cubicBezTo>
                      <ns1:pt x="160" y="768"/>
                      <ns1:pt x="160" y="768"/>
                      <ns1:pt x="160" y="768"/>
                    </ns1:cubicBezTo>
                    <ns1:cubicBezTo>
                      <ns1:pt x="178" y="768"/>
                      <ns1:pt x="192" y="754"/>
                      <ns1:pt x="192" y="736"/>
                    </ns1:cubicBezTo>
                    <ns1:cubicBezTo>
                      <ns1:pt x="192" y="544"/>
                      <ns1:pt x="192" y="544"/>
                      <ns1:pt x="192" y="544"/>
                    </ns1:cubicBezTo>
                    <ns1:cubicBezTo>
                      <ns1:pt x="192" y="526"/>
                      <ns1:pt x="178" y="512"/>
                      <ns1:pt x="160" y="512"/>
                    </ns1:cubicBezTo>
                    <ns1:cubicBezTo>
                      <ns1:pt x="69" y="512"/>
                      <ns1:pt x="69" y="512"/>
                      <ns1:pt x="69" y="512"/>
                    </ns1:cubicBezTo>
                    <ns1:cubicBezTo>
                      <ns1:pt x="78" y="466"/>
                      <ns1:pt x="101" y="424"/>
                      <ns1:pt x="135" y="391"/>
                    </ns1:cubicBezTo>
                    <ns1:cubicBezTo>
                      <ns1:pt x="180" y="345"/>
                      <ns1:pt x="241" y="320"/>
                      <ns1:pt x="305" y="320"/>
                    </ns1:cubicBezTo>
                    <ns1:cubicBezTo>
                      <ns1:pt x="404" y="320"/>
                      <ns1:pt x="404" y="320"/>
                      <ns1:pt x="404" y="320"/>
                    </ns1:cubicBezTo>
                    <ns1:cubicBezTo>
                      <ns1:pt x="544" y="446"/>
                      <ns1:pt x="544" y="446"/>
                      <ns1:pt x="544" y="446"/>
                    </ns1:cubicBezTo>
                    <ns1:cubicBezTo>
                      <ns1:pt x="544" y="838"/>
                      <ns1:pt x="544" y="838"/>
                      <ns1:pt x="544" y="838"/>
                    </ns1:cubicBezTo>
                    <ns1:cubicBezTo>
                      <ns1:pt x="507" y="851"/>
                      <ns1:pt x="480" y="886"/>
                      <ns1:pt x="480" y="928"/>
                    </ns1:cubicBezTo>
                    <ns1:cubicBezTo>
                      <ns1:pt x="480" y="981"/>
                      <ns1:pt x="523" y="1024"/>
                      <ns1:pt x="576" y="1024"/>
                    </ns1:cubicBezTo>
                    <ns1:cubicBezTo>
                      <ns1:pt x="629" y="1024"/>
                      <ns1:pt x="672" y="981"/>
                      <ns1:pt x="672" y="928"/>
                    </ns1:cubicBezTo>
                    <ns1:cubicBezTo>
                      <ns1:pt x="672" y="886"/>
                      <ns1:pt x="645" y="851"/>
                      <ns1:pt x="608" y="838"/>
                    </ns1:cubicBezTo>
                    <ns1:cubicBezTo>
                      <ns1:pt x="608" y="504"/>
                      <ns1:pt x="608" y="504"/>
                      <ns1:pt x="608" y="504"/>
                    </ns1:cubicBezTo>
                    <ns1:cubicBezTo>
                      <ns1:pt x="715" y="600"/>
                      <ns1:pt x="715" y="600"/>
                      <ns1:pt x="715" y="600"/>
                    </ns1:cubicBezTo>
                    <ns1:cubicBezTo>
                      <ns1:pt x="727" y="611"/>
                      <ns1:pt x="745" y="611"/>
                      <ns1:pt x="757" y="600"/>
                    </ns1:cubicBezTo>
                    <ns1:cubicBezTo>
                      <ns1:pt x="864" y="504"/>
                      <ns1:pt x="864" y="504"/>
                      <ns1:pt x="864" y="504"/>
                    </ns1:cubicBezTo>
                    <ns1:cubicBezTo>
                      <ns1:pt x="864" y="838"/>
                      <ns1:pt x="864" y="838"/>
                      <ns1:pt x="864" y="838"/>
                    </ns1:cubicBezTo>
                    <ns1:cubicBezTo>
                      <ns1:pt x="827" y="851"/>
                      <ns1:pt x="800" y="886"/>
                      <ns1:pt x="800" y="928"/>
                    </ns1:cubicBezTo>
                    <ns1:cubicBezTo>
                      <ns1:pt x="800" y="981"/>
                      <ns1:pt x="843" y="1024"/>
                      <ns1:pt x="896" y="1024"/>
                    </ns1:cubicBezTo>
                    <ns1:cubicBezTo>
                      <ns1:pt x="949" y="1024"/>
                      <ns1:pt x="992" y="981"/>
                      <ns1:pt x="992" y="928"/>
                    </ns1:cubicBezTo>
                    <ns1:cubicBezTo>
                      <ns1:pt x="992" y="886"/>
                      <ns1:pt x="965" y="851"/>
                      <ns1:pt x="928" y="838"/>
                    </ns1:cubicBezTo>
                    <ns1:cubicBezTo>
                      <ns1:pt x="928" y="446"/>
                      <ns1:pt x="928" y="446"/>
                      <ns1:pt x="928" y="446"/>
                    </ns1:cubicBezTo>
                    <ns1:cubicBezTo>
                      <ns1:pt x="1068" y="320"/>
                      <ns1:pt x="1068" y="320"/>
                      <ns1:pt x="1068" y="320"/>
                    </ns1:cubicBezTo>
                    <ns1:cubicBezTo>
                      <ns1:pt x="1167" y="320"/>
                      <ns1:pt x="1167" y="320"/>
                      <ns1:pt x="1167" y="320"/>
                    </ns1:cubicBezTo>
                    <ns1:cubicBezTo>
                      <ns1:pt x="1231" y="320"/>
                      <ns1:pt x="1292" y="345"/>
                      <ns1:pt x="1337" y="391"/>
                    </ns1:cubicBezTo>
                    <ns1:cubicBezTo>
                      <ns1:pt x="1371" y="424"/>
                      <ns1:pt x="1394" y="466"/>
                      <ns1:pt x="1403" y="512"/>
                    </ns1:cubicBezTo>
                    <ns1:cubicBezTo>
                      <ns1:pt x="1312" y="512"/>
                      <ns1:pt x="1312" y="512"/>
                      <ns1:pt x="1312" y="512"/>
                    </ns1:cubicBezTo>
                    <ns1:cubicBezTo>
                      <ns1:pt x="1294" y="512"/>
                      <ns1:pt x="1280" y="526"/>
                      <ns1:pt x="1280" y="544"/>
                    </ns1:cubicBezTo>
                    <ns1:cubicBezTo>
                      <ns1:pt x="1280" y="736"/>
                      <ns1:pt x="1280" y="736"/>
                      <ns1:pt x="1280" y="736"/>
                    </ns1:cubicBezTo>
                    <ns1:cubicBezTo>
                      <ns1:pt x="1280" y="754"/>
                      <ns1:pt x="1294" y="768"/>
                      <ns1:pt x="1312" y="768"/>
                    </ns1:cubicBezTo>
                    <ns1:cubicBezTo>
                      <ns1:pt x="1408" y="768"/>
                      <ns1:pt x="1408" y="768"/>
                      <ns1:pt x="1408" y="768"/>
                    </ns1:cubicBezTo>
                    <ns1:cubicBezTo>
                      <ns1:pt x="1408" y="1376"/>
                      <ns1:pt x="1408" y="1376"/>
                      <ns1:pt x="1408" y="1376"/>
                    </ns1:cubicBezTo>
                    <ns1:cubicBezTo>
                      <ns1:pt x="1408" y="1394"/>
                      <ns1:pt x="1394" y="1408"/>
                      <ns1:pt x="1376" y="1408"/>
                    </ns1:cubicBezTo>
                    <ns1:close/>
                    <ns1:moveTo>
                      <ns1:pt x="1408" y="576"/>
                    </ns1:moveTo>
                    <ns1:cubicBezTo>
                      <ns1:pt x="1408" y="704"/>
                      <ns1:pt x="1408" y="704"/>
                      <ns1:pt x="1408" y="704"/>
                    </ns1:cubicBezTo>
                    <ns1:cubicBezTo>
                      <ns1:pt x="1344" y="704"/>
                      <ns1:pt x="1344" y="704"/>
                      <ns1:pt x="1344" y="704"/>
                    </ns1:cubicBezTo>
                    <ns1:cubicBezTo>
                      <ns1:pt x="1344" y="576"/>
                      <ns1:pt x="1344" y="576"/>
                      <ns1:pt x="1344" y="576"/>
                    </ns1:cubicBezTo>
                    <ns1:lnTo>
                      <ns1:pt x="1408" y="576"/>
                    </ns1:lnTo>
                    <ns1:close/>
                    <ns1:moveTo>
                      <ns1:pt x="1408" y="576"/>
                    </ns1:moveTo>
                    <ns1:cubicBezTo>
                      <ns1:pt x="1408" y="576"/>
                      <ns1:pt x="1408" y="576"/>
                      <ns1:pt x="1408" y="576"/>
                    </ns1:cubicBezTo>
                  </ns1:path>
                </ns1:pathLst>
              </ns1:custGeom>
              <ns1:grpFill/>
              <ns1:ln>
                <ns1:noFill/>
              </ns1:ln>
              <ns1:extLst>
                <ns1:ext uri="{91240B29-F687-4F45-9708-019B960494DF}">
                  <ns4:hiddenLine w="9525">
                    <ns1:solidFill>
                      <ns1:srgbClr val="000000"/>
                    </ns1:solidFill>
                    <ns1:round/>
                    <ns1:headEnd/>
                    <ns1:tailEnd/>
                  </ns4:hiddenLine>
                </ns1:ext>
              </ns1:extLst>
            </ns0:spPr>
            <ns0:txBody>
              <ns1:bodyPr vert="horz" wrap="square" lIns="91440" tIns="45720" rIns="91440" bIns="45720" numCol="1" anchor="t" anchorCtr="0" compatLnSpc="1">
                <ns1:prstTxWarp prst="textNoShape">
                  <ns1:avLst/>
                </ns1:prstTxWarp>
              </ns1:bodyPr>
              <ns1:lstStyle/>
              <ns1:p>
                <ns1:endParaRPr lang="en-US"/>
              </ns1:p>
            </ns0:txBody>
          </ns0:sp>
          <ns0:sp>
            <ns0:nvSpPr>
              <ns0:cNvPr id="30" name="Freeform 13">
                <ns1:extLst>
                  <ns1:ext uri="{FF2B5EF4-FFF2-40B4-BE49-F238E27FC236}">
                    <ns2:creationId id="{31D5F21C-9D6E-4BEF-82A4-72F5AF64599D}"/>
                  </ns1:ext>
                </ns1:extLst>
              </ns0:cNvPr>
              <ns0:cNvSpPr>
                <ns1:spLocks noEditPoints="1"/>
              </ns0:cNvSpPr>
              <ns0:nvPr/>
            </ns0:nvSpPr>
            <ns0:spPr bwMode="auto">
              <ns1:xfrm>
                <ns1:off x="3069" y="2928"/>
                <ns1:ext cx="1542" cy="837"/>
              </ns1:xfrm>
              <ns1:custGeom>
                <ns1:avLst/>
                <ns1:gdLst>
                  <ns1:gd name="T0" fmla="*/ 609 w 708"/>
                  <ns1:gd name="T1" fmla="*/ 23 h 384"/>
                  <ns1:gd name="T2" fmla="*/ 578 w 708"/>
                  <ns1:gd name="T3" fmla="*/ 0 h 384"/>
                  <ns1:gd name="T4" fmla="*/ 130 w 708"/>
                  <ns1:gd name="T5" fmla="*/ 0 h 384"/>
                  <ns1:gd name="T6" fmla="*/ 99 w 708"/>
                  <ns1:gd name="T7" fmla="*/ 23 h 384"/>
                  <ns1:gd name="T8" fmla="*/ 3 w 708"/>
                  <ns1:gd name="T9" fmla="*/ 343 h 384"/>
                  <ns1:gd name="T10" fmla="*/ 8 w 708"/>
                  <ns1:gd name="T11" fmla="*/ 371 h 384"/>
                  <ns1:gd name="T12" fmla="*/ 34 w 708"/>
                  <ns1:gd name="T13" fmla="*/ 384 h 384"/>
                  <ns1:gd name="T14" fmla="*/ 674 w 708"/>
                  <ns1:gd name="T15" fmla="*/ 384 h 384"/>
                  <ns1:gd name="T16" fmla="*/ 700 w 708"/>
                  <ns1:gd name="T17" fmla="*/ 371 h 384"/>
                  <ns1:gd name="T18" fmla="*/ 705 w 708"/>
                  <ns1:gd name="T19" fmla="*/ 343 h 384"/>
                  <ns1:gd name="T20" fmla="*/ 609 w 708"/>
                  <ns1:gd name="T21" fmla="*/ 23 h 384"/>
                  <ns1:gd name="T22" fmla="*/ 77 w 708"/>
                  <ns1:gd name="T23" fmla="*/ 320 h 384"/>
                  <ns1:gd name="T24" fmla="*/ 154 w 708"/>
                  <ns1:gd name="T25" fmla="*/ 64 h 384"/>
                  <ns1:gd name="T26" fmla="*/ 554 w 708"/>
                  <ns1:gd name="T27" fmla="*/ 64 h 384"/>
                  <ns1:gd name="T28" fmla="*/ 631 w 708"/>
                  <ns1:gd name="T29" fmla="*/ 320 h 384"/>
                  <ns1:gd name="T30" fmla="*/ 77 w 708"/>
                  <ns1:gd name="T31" fmla="*/ 320 h 384"/>
                  <ns1:gd name="T32" fmla="*/ 77 w 708"/>
                  <ns1:gd name="T33" fmla="*/ 320 h 384"/>
                  <ns1:gd name="T34" fmla="*/ 77 w 708"/>
                  <ns1:gd name="T35" fmla="*/ 320 h 384"/>
                </ns1:gdLst>
                <ns1:ahLst/>
                <ns1:cxnLst>
                  <ns1:cxn ang="0">
                    <ns1:pos x="T0" y="T1"/>
                  </ns1:cxn>
                  <ns1:cxn ang="0">
                    <ns1:pos x="T2" y="T3"/>
                  </ns1:cxn>
                  <ns1:cxn ang="0">
                    <ns1:pos x="T4" y="T5"/>
                  </ns1:cxn>
                  <ns1:cxn ang="0">
                    <ns1:pos x="T6" y="T7"/>
                  </ns1:cxn>
                  <ns1:cxn ang="0">
                    <ns1:pos x="T8" y="T9"/>
                  </ns1:cxn>
                  <ns1:cxn ang="0">
                    <ns1:pos x="T10" y="T11"/>
                  </ns1:cxn>
                  <ns1:cxn ang="0">
                    <ns1:pos x="T12" y="T13"/>
                  </ns1:cxn>
                  <ns1:cxn ang="0">
                    <ns1:pos x="T14" y="T15"/>
                  </ns1:cxn>
                  <ns1:cxn ang="0">
                    <ns1:pos x="T16" y="T17"/>
                  </ns1:cxn>
                  <ns1:cxn ang="0">
                    <ns1:pos x="T18" y="T19"/>
                  </ns1:cxn>
                  <ns1:cxn ang="0">
                    <ns1:pos x="T20" y="T21"/>
                  </ns1:cxn>
                  <ns1:cxn ang="0">
                    <ns1:pos x="T22" y="T23"/>
                  </ns1:cxn>
                  <ns1:cxn ang="0">
                    <ns1:pos x="T24" y="T25"/>
                  </ns1:cxn>
                  <ns1:cxn ang="0">
                    <ns1:pos x="T26" y="T27"/>
                  </ns1:cxn>
                  <ns1:cxn ang="0">
                    <ns1:pos x="T28" y="T29"/>
                  </ns1:cxn>
                  <ns1:cxn ang="0">
                    <ns1:pos x="T30" y="T31"/>
                  </ns1:cxn>
                  <ns1:cxn ang="0">
                    <ns1:pos x="T32" y="T33"/>
                  </ns1:cxn>
                  <ns1:cxn ang="0">
                    <ns1:pos x="T34" y="T35"/>
                  </ns1:cxn>
                </ns1:cxnLst>
                <ns1:rect l="0" t="0" r="r" b="b"/>
                <ns1:pathLst>
                  <ns1:path w="708" h="384">
                    <ns1:moveTo>
                      <ns1:pt x="609" y="23"/>
                    </ns1:moveTo>
                    <ns1:cubicBezTo>
                      <ns1:pt x="605" y="9"/>
                      <ns1:pt x="592" y="0"/>
                      <ns1:pt x="578" y="0"/>
                    </ns1:cubicBezTo>
                    <ns1:cubicBezTo>
                      <ns1:pt x="130" y="0"/>
                      <ns1:pt x="130" y="0"/>
                      <ns1:pt x="130" y="0"/>
                    </ns1:cubicBezTo>
                    <ns1:cubicBezTo>
                      <ns1:pt x="116" y="0"/>
                      <ns1:pt x="103" y="9"/>
                      <ns1:pt x="99" y="23"/>
                    </ns1:cubicBezTo>
                    <ns1:cubicBezTo>
                      <ns1:pt x="3" y="343"/>
                      <ns1:pt x="3" y="343"/>
                      <ns1:pt x="3" y="343"/>
                    </ns1:cubicBezTo>
                    <ns1:cubicBezTo>
                      <ns1:pt x="0" y="353"/>
                      <ns1:pt x="2" y="363"/>
                      <ns1:pt x="8" y="371"/>
                    </ns1:cubicBezTo>
                    <ns1:cubicBezTo>
                      <ns1:pt x="14" y="379"/>
                      <ns1:pt x="24" y="384"/>
                      <ns1:pt x="34" y="384"/>
                    </ns1:cubicBezTo>
                    <ns1:cubicBezTo>
                      <ns1:pt x="674" y="384"/>
                      <ns1:pt x="674" y="384"/>
                      <ns1:pt x="674" y="384"/>
                    </ns1:cubicBezTo>
                    <ns1:cubicBezTo>
                      <ns1:pt x="684" y="384"/>
                      <ns1:pt x="694" y="379"/>
                      <ns1:pt x="700" y="371"/>
                    </ns1:cubicBezTo>
                    <ns1:cubicBezTo>
                      <ns1:pt x="706" y="363"/>
                      <ns1:pt x="708" y="353"/>
                      <ns1:pt x="705" y="343"/>
                    </ns1:cubicBezTo>
                    <ns1:lnTo>
                      <ns1:pt x="609" y="23"/>
                    </ns1:lnTo>
                    <ns1:close/>
                    <ns1:moveTo>
                      <ns1:pt x="77" y="320"/>
                    </ns1:moveTo>
                    <ns1:cubicBezTo>
                      <ns1:pt x="154" y="64"/>
                      <ns1:pt x="154" y="64"/>
                      <ns1:pt x="154" y="64"/>
                    </ns1:cubicBezTo>
                    <ns1:cubicBezTo>
                      <ns1:pt x="554" y="64"/>
                      <ns1:pt x="554" y="64"/>
                      <ns1:pt x="554" y="64"/>
                    </ns1:cubicBezTo>
                    <ns1:cubicBezTo>
                      <ns1:pt x="631" y="320"/>
                      <ns1:pt x="631" y="320"/>
                      <ns1:pt x="631" y="320"/>
                    </ns1:cubicBezTo>
                    <ns1:lnTo>
                      <ns1:pt x="77" y="320"/>
                    </ns1:lnTo>
                    <ns1:close/>
                    <ns1:moveTo>
                      <ns1:pt x="77" y="320"/>
                    </ns1:moveTo>
                    <ns1:cubicBezTo>
                      <ns1:pt x="77" y="320"/>
                      <ns1:pt x="77" y="320"/>
                      <ns1:pt x="77" y="320"/>
                    </ns1:cubicBezTo>
                  </ns1:path>
                </ns1:pathLst>
              </ns1:custGeom>
              <ns1:grpFill/>
              <ns1:ln>
                <ns1:noFill/>
              </ns1:ln>
              <ns1:extLst>
                <ns1:ext uri="{91240B29-F687-4F45-9708-019B960494DF}">
                  <ns4:hiddenLine w="9525">
                    <ns1:solidFill>
                      <ns1:srgbClr val="000000"/>
                    </ns1:solidFill>
                    <ns1:round/>
                    <ns1:headEnd/>
                    <ns1:tailEnd/>
                  </ns4:hiddenLine>
                </ns1:ext>
              </ns1:extLst>
            </ns0:spPr>
            <ns0:txBody>
              <ns1:bodyPr vert="horz" wrap="square" lIns="91440" tIns="45720" rIns="91440" bIns="45720" numCol="1" anchor="t" anchorCtr="0" compatLnSpc="1">
                <ns1:prstTxWarp prst="textNoShape">
                  <ns1:avLst/>
                </ns1:prstTxWarp>
              </ns1:bodyPr>
              <ns1:lstStyle/>
              <ns1:p>
                <ns1:endParaRPr lang="en-US"/>
              </ns1:p>
            </ns0:txBody>
          </ns0:sp>
          <ns0:sp>
            <ns0:nvSpPr>
              <ns0:cNvPr id="31" name="Freeform 14">
                <ns1:extLst>
                  <ns1:ext uri="{FF2B5EF4-FFF2-40B4-BE49-F238E27FC236}">
                    <ns2:creationId id="{B1011E18-DA83-4D42-9399-CB3DB73D014D}"/>
                  </ns1:ext>
                </ns1:extLst>
              </ns0:cNvPr>
              <ns0:cNvSpPr>
                <ns1:spLocks noEditPoints="1"/>
              </ns0:cNvSpPr>
              <ns0:nvPr/>
            </ns0:nvSpPr>
            <ns0:spPr bwMode="auto">
              <ns1:xfrm>
                <ns1:off x="1679" y="0"/>
                <ns1:ext cx="4322" cy="3385"/>
              </ns1:xfrm>
              <ns1:custGeom>
                <ns1:avLst/>
                <ns1:gdLst>
                  <ns1:gd name="T0" fmla="*/ 992 w 1984"/>
                  <ns1:gd name="T1" fmla="*/ 0 h 1554"/>
                  <ns1:gd name="T2" fmla="*/ 0 w 1984"/>
                  <ns1:gd name="T3" fmla="*/ 992 h 1554"/>
                  <ns1:gd name="T4" fmla="*/ 175 w 1984"/>
                  <ns1:gd name="T5" fmla="*/ 1554 h 1554"/>
                  <ns1:gd name="T6" fmla="*/ 227 w 1984"/>
                  <ns1:gd name="T7" fmla="*/ 1518 h 1554"/>
                  <ns1:gd name="T8" fmla="*/ 64 w 1984"/>
                  <ns1:gd name="T9" fmla="*/ 992 h 1554"/>
                  <ns1:gd name="T10" fmla="*/ 992 w 1984"/>
                  <ns1:gd name="T11" fmla="*/ 64 h 1554"/>
                  <ns1:gd name="T12" fmla="*/ 1920 w 1984"/>
                  <ns1:gd name="T13" fmla="*/ 992 h 1554"/>
                  <ns1:gd name="T14" fmla="*/ 1757 w 1984"/>
                  <ns1:gd name="T15" fmla="*/ 1518 h 1554"/>
                  <ns1:gd name="T16" fmla="*/ 1809 w 1984"/>
                  <ns1:gd name="T17" fmla="*/ 1554 h 1554"/>
                  <ns1:gd name="T18" fmla="*/ 1984 w 1984"/>
                  <ns1:gd name="T19" fmla="*/ 992 h 1554"/>
                  <ns1:gd name="T20" fmla="*/ 992 w 1984"/>
                  <ns1:gd name="T21" fmla="*/ 0 h 1554"/>
                  <ns1:gd name="T22" fmla="*/ 992 w 1984"/>
                  <ns1:gd name="T23" fmla="*/ 0 h 1554"/>
                  <ns1:gd name="T24" fmla="*/ 992 w 1984"/>
                  <ns1:gd name="T25" fmla="*/ 0 h 1554"/>
                </ns1:gdLst>
                <ns1:ahLst/>
                <ns1:cxnLst>
                  <ns1:cxn ang="0">
                    <ns1:pos x="T0" y="T1"/>
                  </ns1:cxn>
                  <ns1:cxn ang="0">
                    <ns1:pos x="T2" y="T3"/>
                  </ns1:cxn>
                  <ns1:cxn ang="0">
                    <ns1:pos x="T4" y="T5"/>
                  </ns1:cxn>
                  <ns1:cxn ang="0">
                    <ns1:pos x="T6" y="T7"/>
                  </ns1:cxn>
                  <ns1:cxn ang="0">
                    <ns1:pos x="T8" y="T9"/>
                  </ns1:cxn>
                  <ns1:cxn ang="0">
                    <ns1:pos x="T10" y="T11"/>
                  </ns1:cxn>
                  <ns1:cxn ang="0">
                    <ns1:pos x="T12" y="T13"/>
                  </ns1:cxn>
                  <ns1:cxn ang="0">
                    <ns1:pos x="T14" y="T15"/>
                  </ns1:cxn>
                  <ns1:cxn ang="0">
                    <ns1:pos x="T16" y="T17"/>
                  </ns1:cxn>
                  <ns1:cxn ang="0">
                    <ns1:pos x="T18" y="T19"/>
                  </ns1:cxn>
                  <ns1:cxn ang="0">
                    <ns1:pos x="T20" y="T21"/>
                  </ns1:cxn>
                  <ns1:cxn ang="0">
                    <ns1:pos x="T22" y="T23"/>
                  </ns1:cxn>
                  <ns1:cxn ang="0">
                    <ns1:pos x="T24" y="T25"/>
                  </ns1:cxn>
                </ns1:cxnLst>
                <ns1:rect l="0" t="0" r="r" b="b"/>
                <ns1:pathLst>
                  <ns1:path w="1984" h="1554">
                    <ns1:moveTo>
                      <ns1:pt x="992" y="0"/>
                    </ns1:moveTo>
                    <ns1:cubicBezTo>
                      <ns1:pt x="445" y="0"/>
                      <ns1:pt x="0" y="445"/>
                      <ns1:pt x="0" y="992"/>
                    </ns1:cubicBezTo>
                    <ns1:cubicBezTo>
                      <ns1:pt x="0" y="1194"/>
                      <ns1:pt x="60" y="1388"/>
                      <ns1:pt x="175" y="1554"/>
                    </ns1:cubicBezTo>
                    <ns1:cubicBezTo>
                      <ns1:pt x="227" y="1518"/>
                      <ns1:pt x="227" y="1518"/>
                      <ns1:pt x="227" y="1518"/>
                    </ns1:cubicBezTo>
                    <ns1:cubicBezTo>
                      <ns1:pt x="120" y="1363"/>
                      <ns1:pt x="64" y="1181"/>
                      <ns1:pt x="64" y="992"/>
                    </ns1:cubicBezTo>
                    <ns1:cubicBezTo>
                      <ns1:pt x="64" y="480"/>
                      <ns1:pt x="480" y="64"/>
                      <ns1:pt x="992" y="64"/>
                    </ns1:cubicBezTo>
                    <ns1:cubicBezTo>
                      <ns1:pt x="1504" y="64"/>
                      <ns1:pt x="1920" y="480"/>
                      <ns1:pt x="1920" y="992"/>
                    </ns1:cubicBezTo>
                    <ns1:cubicBezTo>
                      <ns1:pt x="1920" y="1181"/>
                      <ns1:pt x="1864" y="1363"/>
                      <ns1:pt x="1757" y="1518"/>
                    </ns1:cubicBezTo>
                    <ns1:cubicBezTo>
                      <ns1:pt x="1809" y="1554"/>
                      <ns1:pt x="1809" y="1554"/>
                      <ns1:pt x="1809" y="1554"/>
                    </ns1:cubicBezTo>
                    <ns1:cubicBezTo>
                      <ns1:pt x="1924" y="1388"/>
                      <ns1:pt x="1984" y="1194"/>
                      <ns1:pt x="1984" y="992"/>
                    </ns1:cubicBezTo>
                    <ns1:cubicBezTo>
                      <ns1:pt x="1984" y="445"/>
                      <ns1:pt x="1539" y="0"/>
                      <ns1:pt x="992" y="0"/>
                    </ns1:cubicBezTo>
                    <ns1:close/>
                    <ns1:moveTo>
                      <ns1:pt x="992" y="0"/>
                    </ns1:moveTo>
                    <ns1:cubicBezTo>
                      <ns1:pt x="992" y="0"/>
                      <ns1:pt x="992" y="0"/>
                      <ns1:pt x="992" y="0"/>
                    </ns1:cubicBezTo>
                  </ns1:path>
                </ns1:pathLst>
              </ns1:custGeom>
              <ns1:grpFill/>
              <ns1:ln>
                <ns1:noFill/>
              </ns1:ln>
              <ns1:extLst>
                <ns1:ext uri="{91240B29-F687-4F45-9708-019B960494DF}">
                  <ns4:hiddenLine w="9525">
                    <ns1:solidFill>
                      <ns1:srgbClr val="000000"/>
                    </ns1:solidFill>
                    <ns1:round/>
                    <ns1:headEnd/>
                    <ns1:tailEnd/>
                  </ns4:hiddenLine>
                </ns1:ext>
              </ns1:extLst>
            </ns0:spPr>
            <ns0:txBody>
              <ns1:bodyPr vert="horz" wrap="square" lIns="91440" tIns="45720" rIns="91440" bIns="45720" numCol="1" anchor="t" anchorCtr="0" compatLnSpc="1">
                <ns1:prstTxWarp prst="textNoShape">
                  <ns1:avLst/>
                </ns1:prstTxWarp>
              </ns1:bodyPr>
              <ns1:lstStyle/>
              <ns1:p>
                <ns1:endParaRPr lang="en-US"/>
              </ns1:p>
            </ns0:txBody>
          </ns0:sp>
        </ns0:grpSp>
      </ns0:grpSp>
      <ns0:sp>
        <ns0:nvSpPr>
          <ns0:cNvPr id="38" name="TextBox 37">
            <ns1:extLst>
              <ns1:ext uri="{FF2B5EF4-FFF2-40B4-BE49-F238E27FC236}">
                <ns2:creationId id="{25B3004D-8EA7-4A26-A483-6FBA7B5CDE9A}"/>
              </ns1:ext>
            </ns1:extLst>
          </ns0:cNvPr>
          <ns0:cNvSpPr txBox="1"/>
          <ns0:nvPr/>
        </ns0:nvSpPr>
        <ns0:spPr>
          <ns1:xfrm>
            <ns1:off x="929045" y="2366399"/>
            <ns1:ext cx="3028625" cy="292388"/>
          </ns1:xfrm>
          <ns1:prstGeom prst="rect">
            <ns1:avLst/>
          </ns1:prstGeom>
          <ns1:noFill/>
        </ns0:spPr>
        <ns0:txBody>
          <ns1:bodyPr wrap="square" rtlCol="0">
            <ns1:spAutoFit/>
          </ns1:bodyPr>
          <ns1:lstStyle/>
          <ns1:p>
            <ns1:pPr algn="r"/>
            <ns1:r>
              <ns1:rPr lang="en-US" sz="1300" b="1">
                <ns1:solidFill>
                  <ns1:schemeClr val="bg1"/>
                </ns1:solidFill>
                <ns1:latin typeface="Playfair Display" panose="00000500000000000000" pitchFamily="50" charset="0"/>
                <ns1:ea typeface="Open Sans" panose="020B0606030504020204" pitchFamily="34" charset="0"/>
                <ns1:cs typeface="Open Sans" panose="020B0606030504020204" pitchFamily="34" charset="0"/>
              </ns1:rPr>
              <ns1:t>{SlideSupportingContent2}</ns1:t>
            </ns1:r>
          </ns1:p>
        </ns0:txBody>
      </ns0:sp>
      <ns0:sp>
        <ns0:nvSpPr>
          <ns0:cNvPr id="39" name="TextBox 38">
            <ns1:extLst>
              <ns1:ext uri="{FF2B5EF4-FFF2-40B4-BE49-F238E27FC236}">
                <ns2:creationId id="{017F3B85-01E3-40EF-A36F-3778419B7F37}"/>
              </ns1:ext>
            </ns1:extLst>
          </ns0:cNvPr>
          <ns0:cNvSpPr txBox="1"/>
          <ns0:nvPr/>
        </ns0:nvSpPr>
        <ns0:spPr>
          <ns1:xfrm>
            <ns1:off x="929045" y="2618112"/>
            <ns1:ext cx="3028625" cy="774123"/>
          </ns1:xfrm>
          <ns1:prstGeom prst="rect">
            <ns1:avLst/>
          </ns1:prstGeom>
          <ns1:noFill/>
        </ns0:spPr>
        <ns0:txBody>
          <ns1:bodyPr wrap="square" rtlCol="0">
            <ns1:spAutoFit/>
          </ns1:bodyPr>
          <ns1:lstStyle/>
          <ns1:p>
            <ns1:pPr algn="r">
              <ns1:lnSpc>
                <ns1:spcPct val="140000"/>
              </ns1:lnSpc>
            </ns1:pPr>
            <ns1:r>
              <ns1:rPr lang="en-US" sz="1100">
                <ns1:solidFill>
                  <ns1:schemeClr val="bg1"/>
                </ns1:solidFill>
                <ns1:latin typeface="Lato" panose="020F0502020204030203" pitchFamily="34" charset="0"/>
                <ns1:ea typeface="Lato" panose="020F0502020204030203" pitchFamily="34" charset="0"/>
                <ns1:cs typeface="Lato" panose="020F0502020204030203" pitchFamily="34" charset="0"/>
              </ns1:rPr>
              <ns1:t>{SlideSupportingContent3}</ns1:t>
            </ns1:r>
          </ns1:p>
        </ns0:txBody>
      </ns0:sp>
      <ns0:sp>
        <ns0:nvSpPr>
          <ns0:cNvPr id="49" name="TextBox 48">
            <ns1:extLst>
              <ns1:ext uri="{FF2B5EF4-FFF2-40B4-BE49-F238E27FC236}">
                <ns2:creationId id="{9C689122-2856-468E-9EB3-F721D84A5B6C}"/>
              </ns1:ext>
            </ns1:extLst>
          </ns0:cNvPr>
          <ns0:cNvSpPr txBox="1"/>
          <ns0:nvPr/>
        </ns0:nvSpPr>
        <ns0:spPr>
          <ns1:xfrm>
            <ns1:off x="929045" y="4766456"/>
            <ns1:ext cx="3028625" cy="292388"/>
          </ns1:xfrm>
          <ns1:prstGeom prst="rect">
            <ns1:avLst/>
          </ns1:prstGeom>
          <ns1:noFill/>
        </ns0:spPr>
        <ns0:txBody>
          <ns1:bodyPr wrap="square" rtlCol="0">
            <ns1:spAutoFit/>
          </ns1:bodyPr>
          <ns1:lstStyle/>
          <ns1:p>
            <ns1:pPr algn="r"/>
            <ns1:r>
              <ns1:rPr lang="en-US" sz="1300" b="1">
                <ns1:solidFill>
                  <ns1:schemeClr val="bg1"/>
                </ns1:solidFill>
                <ns1:latin typeface="Playfair Display" panose="00000500000000000000" pitchFamily="50" charset="0"/>
                <ns1:ea typeface="Open Sans" panose="020B0606030504020204" pitchFamily="34" charset="0"/>
                <ns1:cs typeface="Open Sans" panose="020B0606030504020204" pitchFamily="34" charset="0"/>
              </ns1:rPr>
              <ns1:t>{SlideSupportingContent4}</ns1:t>
            </ns1:r>
          </ns1:p>
        </ns0:txBody>
      </ns0:sp>
      <ns0:sp>
        <ns0:nvSpPr>
          <ns0:cNvPr id="50" name="TextBox 49">
            <ns1:extLst>
              <ns1:ext uri="{FF2B5EF4-FFF2-40B4-BE49-F238E27FC236}">
                <ns2:creationId id="{36959F2D-6621-4929-BA45-D06C436F02E8}"/>
              </ns1:ext>
            </ns1:extLst>
          </ns0:cNvPr>
          <ns0:cNvSpPr txBox="1"/>
          <ns0:nvPr/>
        </ns0:nvSpPr>
        <ns0:spPr>
          <ns1:xfrm>
            <ns1:off x="929045" y="5018170"/>
            <ns1:ext cx="3028625" cy="774123"/>
          </ns1:xfrm>
          <ns1:prstGeom prst="rect">
            <ns1:avLst/>
          </ns1:prstGeom>
          <ns1:noFill/>
        </ns0:spPr>
        <ns0:txBody>
          <ns1:bodyPr wrap="square" rtlCol="0">
            <ns1:spAutoFit/>
          </ns1:bodyPr>
          <ns1:lstStyle/>
          <ns1:p>
            <ns1:pPr algn="r">
              <ns1:lnSpc>
                <ns1:spcPct val="140000"/>
              </ns1:lnSpc>
            </ns1:pPr>
            <ns1:r>
              <ns1:rPr lang="en-US" sz="1100">
                <ns1:solidFill>
                  <ns1:schemeClr val="bg1"/>
                </ns1:solidFill>
                <ns1:latin typeface="Lato" panose="020F0502020204030203" pitchFamily="34" charset="0"/>
                <ns1:ea typeface="Lato" panose="020F0502020204030203" pitchFamily="34" charset="0"/>
                <ns1:cs typeface="Lato" panose="020F0502020204030203" pitchFamily="34" charset="0"/>
              </ns1:rPr>
              <ns1:t>{SlideSupportingContent5}</ns1:t>
            </ns1:r>
          </ns1:p>
        </ns0:txBody>
      </ns0:sp>
      <ns0:grpSp>
        <ns0:nvGrpSpPr>
          <ns0:cNvPr id="65" name="Group 64">
            <ns1:extLst>
              <ns1:ext uri="{FF2B5EF4-FFF2-40B4-BE49-F238E27FC236}">
                <ns2:creationId id="{EB108AD4-747D-4F62-9B9B-0735B9171F72}"/>
              </ns1:ext>
            </ns1:extLst>
          </ns0:cNvPr>
          <ns0:cNvGrpSpPr/>
          <ns0:nvPr/>
        </ns0:nvGrpSpPr>
        <ns0:grpSpPr>
          <ns1:xfrm>
            <ns1:off x="2934687" y="1305657"/>
            <ns1:ext cx="950612" cy="950612"/>
            <ns1:chOff x="2934687" y="1395626"/>
            <ns1:chExt cx="950612" cy="950612"/>
          </ns1:xfrm>
        </ns0:grpSpPr>
        <ns0:sp>
          <ns0:nvSpPr>
            <ns0:cNvPr id="41" name="Oval 40">
              <ns1:extLst>
                <ns1:ext uri="{FF2B5EF4-FFF2-40B4-BE49-F238E27FC236}">
                  <ns2:creationId id="{6FE86AEE-57B7-4A9A-8021-0F91A88341BD}"/>
                </ns1:ext>
              </ns1:extLst>
            </ns0:cNvPr>
            <ns0:cNvSpPr/>
            <ns0:nvPr/>
          </ns0:nvSpPr>
          <ns0:spPr>
            <ns1:xfrm>
              <ns1:off x="2934687" y="1395626"/>
              <ns1:ext cx="950612" cy="950612"/>
            </ns1:xfrm>
            <ns1:prstGeom prst="ellipse">
              <ns1:avLst/>
            </ns1:prstGeom>
            <ns1:solidFill>
              <ns1:schemeClr val="bg1"/>
            </ns1:solidFill>
            <ns1:ln>
              <ns1:noFill/>
            </ns1:ln>
          </ns0:spPr>
          <ns0:style>
            <ns1:lnRef idx="2">
              <ns1:schemeClr val="accent1">
                <ns1:shade val="50000"/>
              </ns1:schemeClr>
            </ns1:lnRef>
            <ns1:fillRef idx="1">
              <ns1:schemeClr val="accent1"/>
            </ns1:fillRef>
            <ns1:effectRef idx="0">
              <ns1:schemeClr val="accent1"/>
            </ns1:effectRef>
            <ns1:fontRef idx="minor">
              <ns1:schemeClr val="lt1"/>
            </ns1:fontRef>
          </ns0:style>
          <ns0:txBody>
            <ns1:bodyPr rtlCol="0" anchor="ctr"/>
            <ns1:lstStyle/>
            <ns1:p>
              <ns1:pPr algn="r"/>
              <ns1:endParaRPr lang="en-US"/>
            </ns1:p>
          </ns0:txBody>
        </ns0:sp>
        <ns0:grpSp>
          <ns0:nvGrpSpPr>
            <ns0:cNvPr id="57" name="Group 51">
              <ns1:extLst>
                <ns1:ext uri="{FF2B5EF4-FFF2-40B4-BE49-F238E27FC236}">
                  <ns2:creationId id="{FE7C43E5-A37C-43AD-BD7F-75E15A915891}"/>
                </ns1:ext>
              </ns1:extLst>
            </ns0:cNvPr>
            <ns0:cNvGrpSpPr>
              <ns1:grpSpLocks noChangeAspect="1"/>
            </ns0:cNvGrpSpPr>
            <ns0:nvPr/>
          </ns0:nvGrpSpPr>
          <ns0:grpSpPr bwMode="auto">
            <ns1:xfrm>
              <ns1:off x="3134153" y="1586412"/>
              <ns1:ext cx="551680" cy="569041"/>
              <ns1:chOff x="1746" y="-72"/>
              <ns1:chExt cx="4258" cy="4392"/>
            </ns1:xfrm>
            <ns1:solidFill>
              <ns1:srgbClr val="F07D66"/>
            </ns1:solidFill>
          </ns0:grpSpPr>
          <ns0:sp>
            <ns0:nvSpPr>
              <ns0:cNvPr id="58" name="Freeform 52">
                <ns1:extLst>
                  <ns1:ext uri="{FF2B5EF4-FFF2-40B4-BE49-F238E27FC236}">
                    <ns2:creationId id="{FC531A6B-9373-423C-85B3-CD72C3C9077A}"/>
                  </ns1:ext>
                </ns1:extLst>
              </ns0:cNvPr>
              <ns0:cNvSpPr>
                <ns1:spLocks/>
              </ns0:cNvSpPr>
              <ns0:nvPr/>
            </ns0:nvSpPr>
            <ns0:spPr bwMode="auto">
              <ns1:xfrm>
                <ns1:off x="3662" y="2461"/>
                <ns1:ext cx="206" cy="210"/>
              </ns1:xfrm>
              <ns1:custGeom>
                <ns1:avLst/>
                <ns1:gdLst>
                  <ns1:gd name="T0" fmla="*/ 29 w 98"/>
                  <ns1:gd name="T1" fmla="*/ 96 h 100"/>
                  <ns1:gd name="T2" fmla="*/ 46 w 98"/>
                  <ns1:gd name="T3" fmla="*/ 100 h 100"/>
                  <ns1:gd name="T4" fmla="*/ 82 w 98"/>
                  <ns1:gd name="T5" fmla="*/ 77 h 100"/>
                  <ns1:gd name="T6" fmla="*/ 89 w 98"/>
                  <ns1:gd name="T7" fmla="*/ 63 h 100"/>
                  <ns1:gd name="T8" fmla="*/ 70 w 98"/>
                  <ns1:gd name="T9" fmla="*/ 10 h 100"/>
                  <ns1:gd name="T10" fmla="*/ 16 w 98"/>
                  <ns1:gd name="T11" fmla="*/ 28 h 100"/>
                  <ns1:gd name="T12" fmla="*/ 10 w 98"/>
                  <ns1:gd name="T13" fmla="*/ 42 h 100"/>
                  <ns1:gd name="T14" fmla="*/ 29 w 98"/>
                  <ns1:gd name="T15" fmla="*/ 96 h 100"/>
                </ns1:gdLst>
                <ns1:ahLst/>
                <ns1:cxnLst>
                  <ns1:cxn ang="0">
                    <ns1:pos x="T0" y="T1"/>
                  </ns1:cxn>
                  <ns1:cxn ang="0">
                    <ns1:pos x="T2" y="T3"/>
                  </ns1:cxn>
                  <ns1:cxn ang="0">
                    <ns1:pos x="T4" y="T5"/>
                  </ns1:cxn>
                  <ns1:cxn ang="0">
                    <ns1:pos x="T6" y="T7"/>
                  </ns1:cxn>
                  <ns1:cxn ang="0">
                    <ns1:pos x="T8" y="T9"/>
                  </ns1:cxn>
                  <ns1:cxn ang="0">
                    <ns1:pos x="T10" y="T11"/>
                  </ns1:cxn>
                  <ns1:cxn ang="0">
                    <ns1:pos x="T12" y="T13"/>
                  </ns1:cxn>
                  <ns1:cxn ang="0">
                    <ns1:pos x="T14" y="T15"/>
                  </ns1:cxn>
                </ns1:cxnLst>
                <ns1:rect l="0" t="0" r="r" b="b"/>
                <ns1:pathLst>
                  <ns1:path w="98" h="100">
                    <ns1:moveTo>
                      <ns1:pt x="29" y="96"/>
                    </ns1:moveTo>
                    <ns1:cubicBezTo>
                      <ns1:pt x="34" y="98"/>
                      <ns1:pt x="40" y="100"/>
                      <ns1:pt x="46" y="100"/>
                    </ns1:cubicBezTo>
                    <ns1:cubicBezTo>
                      <ns1:pt x="61" y="100"/>
                      <ns1:pt x="75" y="91"/>
                      <ns1:pt x="82" y="77"/>
                    </ns1:cubicBezTo>
                    <ns1:cubicBezTo>
                      <ns1:pt x="89" y="63"/>
                      <ns1:pt x="89" y="63"/>
                      <ns1:pt x="89" y="63"/>
                    </ns1:cubicBezTo>
                    <ns1:cubicBezTo>
                      <ns1:pt x="98" y="43"/>
                      <ns1:pt x="90" y="19"/>
                      <ns1:pt x="70" y="10"/>
                    </ns1:cubicBezTo>
                    <ns1:cubicBezTo>
                      <ns1:pt x="50" y="0"/>
                      <ns1:pt x="26" y="9"/>
                      <ns1:pt x="16" y="28"/>
                    </ns1:cubicBezTo>
                    <ns1:cubicBezTo>
                      <ns1:pt x="10" y="42"/>
                      <ns1:pt x="10" y="42"/>
                      <ns1:pt x="10" y="42"/>
                    </ns1:cubicBezTo>
                    <ns1:cubicBezTo>
                      <ns1:pt x="0" y="62"/>
                      <ns1:pt x="9" y="86"/>
                      <ns1:pt x="29" y="96"/>
                    </ns1:cubicBezTo>
                    <ns1:close/>
                  </ns1:path>
                </ns1:pathLst>
              </ns1:custGeom>
              <ns1:grpFill/>
              <ns1:ln>
                <ns1:noFill/>
              </ns1:ln>
              <ns1:extLst>
                <ns1:ext uri="{91240B29-F687-4F45-9708-019B960494DF}">
                  <ns4:hiddenLine w="9525">
                    <ns1:solidFill>
                      <ns1:srgbClr val="000000"/>
                    </ns1:solidFill>
                    <ns1:round/>
                    <ns1:headEnd/>
                    <ns1:tailEnd/>
                  </ns4:hiddenLine>
                </ns1:ext>
              </ns1:extLst>
            </ns0:spPr>
            <ns0:txBody>
              <ns1:bodyPr vert="horz" wrap="square" lIns="91440" tIns="45720" rIns="91440" bIns="45720" numCol="1" anchor="t" anchorCtr="0" compatLnSpc="1">
                <ns1:prstTxWarp prst="textNoShape">
                  <ns1:avLst/>
                </ns1:prstTxWarp>
              </ns1:bodyPr>
              <ns1:lstStyle/>
              <ns1:p>
                <ns1:endParaRPr lang="en-US"/>
              </ns1:p>
            </ns0:txBody>
          </ns0:sp>
          <ns0:sp>
            <ns0:nvSpPr>
              <ns0:cNvPr id="59" name="Freeform 53">
                <ns1:extLst>
                  <ns1:ext uri="{FF2B5EF4-FFF2-40B4-BE49-F238E27FC236}">
                    <ns2:creationId id="{0478F6CB-DEDB-420A-82B4-3FFF01C09502}"/>
                  </ns1:ext>
                </ns1:extLst>
              </ns0:cNvPr>
              <ns0:cNvSpPr>
                <ns1:spLocks/>
              </ns0:cNvSpPr>
              <ns0:nvPr/>
            </ns0:nvSpPr>
            <ns0:spPr bwMode="auto">
              <ns1:xfrm>
                <ns1:off x="2340" y="1959"/>
                <ns1:ext cx="557" cy="255"/>
              </ns1:xfrm>
              <ns1:custGeom>
                <ns1:avLst/>
                <ns1:gdLst>
                  <ns1:gd name="T0" fmla="*/ 249 w 264"/>
                  <ns1:gd name="T1" fmla="*/ 16 h 121"/>
                  <ns1:gd name="T2" fmla="*/ 192 w 264"/>
                  <ns1:gd name="T3" fmla="*/ 16 h 121"/>
                  <ns1:gd name="T4" fmla="*/ 72 w 264"/>
                  <ns1:gd name="T5" fmla="*/ 16 h 121"/>
                  <ns1:gd name="T6" fmla="*/ 15 w 264"/>
                  <ns1:gd name="T7" fmla="*/ 16 h 121"/>
                  <ns1:gd name="T8" fmla="*/ 15 w 264"/>
                  <ns1:gd name="T9" fmla="*/ 72 h 121"/>
                  <ns1:gd name="T10" fmla="*/ 132 w 264"/>
                  <ns1:gd name="T11" fmla="*/ 121 h 121"/>
                  <ns1:gd name="T12" fmla="*/ 249 w 264"/>
                  <ns1:gd name="T13" fmla="*/ 72 h 121"/>
                  <ns1:gd name="T14" fmla="*/ 249 w 264"/>
                  <ns1:gd name="T15" fmla="*/ 16 h 121"/>
                </ns1:gdLst>
                <ns1:ahLst/>
                <ns1:cxnLst>
                  <ns1:cxn ang="0">
                    <ns1:pos x="T0" y="T1"/>
                  </ns1:cxn>
                  <ns1:cxn ang="0">
                    <ns1:pos x="T2" y="T3"/>
                  </ns1:cxn>
                  <ns1:cxn ang="0">
                    <ns1:pos x="T4" y="T5"/>
                  </ns1:cxn>
                  <ns1:cxn ang="0">
                    <ns1:pos x="T6" y="T7"/>
                  </ns1:cxn>
                  <ns1:cxn ang="0">
                    <ns1:pos x="T8" y="T9"/>
                  </ns1:cxn>
                  <ns1:cxn ang="0">
                    <ns1:pos x="T10" y="T11"/>
                  </ns1:cxn>
                  <ns1:cxn ang="0">
                    <ns1:pos x="T12" y="T13"/>
                  </ns1:cxn>
                  <ns1:cxn ang="0">
                    <ns1:pos x="T14" y="T15"/>
                  </ns1:cxn>
                </ns1:cxnLst>
                <ns1:rect l="0" t="0" r="r" b="b"/>
                <ns1:pathLst>
                  <ns1:path w="264" h="121">
                    <ns1:moveTo>
                      <ns1:pt x="249" y="16"/>
                    </ns1:moveTo>
                    <ns1:cubicBezTo>
                      <ns1:pt x="233" y="0"/>
                      <ns1:pt x="208" y="0"/>
                      <ns1:pt x="192" y="16"/>
                    </ns1:cubicBezTo>
                    <ns1:cubicBezTo>
                      <ns1:pt x="159" y="49"/>
                      <ns1:pt x="105" y="49"/>
                      <ns1:pt x="72" y="16"/>
                    </ns1:cubicBezTo>
                    <ns1:cubicBezTo>
                      <ns1:pt x="56" y="0"/>
                      <ns1:pt x="31" y="0"/>
                      <ns1:pt x="15" y="16"/>
                    </ns1:cubicBezTo>
                    <ns1:cubicBezTo>
                      <ns1:pt x="0" y="31"/>
                      <ns1:pt x="0" y="57"/>
                      <ns1:pt x="15" y="72"/>
                    </ns1:cubicBezTo>
                    <ns1:cubicBezTo>
                      <ns1:pt x="47" y="105"/>
                      <ns1:pt x="90" y="121"/>
                      <ns1:pt x="132" y="121"/>
                    </ns1:cubicBezTo>
                    <ns1:cubicBezTo>
                      <ns1:pt x="174" y="121"/>
                      <ns1:pt x="216" y="105"/>
                      <ns1:pt x="249" y="72"/>
                    </ns1:cubicBezTo>
                    <ns1:cubicBezTo>
                      <ns1:pt x="264" y="57"/>
                      <ns1:pt x="264" y="31"/>
                      <ns1:pt x="249" y="16"/>
                    </ns1:cubicBezTo>
                    <ns1:close/>
                  </ns1:path>
                </ns1:pathLst>
              </ns1:custGeom>
              <ns1:grpFill/>
              <ns1:ln>
                <ns1:noFill/>
              </ns1:ln>
              <ns1:extLst>
                <ns1:ext uri="{91240B29-F687-4F45-9708-019B960494DF}">
                  <ns4:hiddenLine w="9525">
                    <ns1:solidFill>
                      <ns1:srgbClr val="000000"/>
                    </ns1:solidFill>
                    <ns1:round/>
                    <ns1:headEnd/>
                    <ns1:tailEnd/>
                  </ns4:hiddenLine>
                </ns1:ext>
              </ns1:extLst>
            </ns0:spPr>
            <ns0:txBody>
              <ns1:bodyPr vert="horz" wrap="square" lIns="91440" tIns="45720" rIns="91440" bIns="45720" numCol="1" anchor="t" anchorCtr="0" compatLnSpc="1">
                <ns1:prstTxWarp prst="textNoShape">
                  <ns1:avLst/>
                </ns1:prstTxWarp>
              </ns1:bodyPr>
              <ns1:lstStyle/>
              <ns1:p>
                <ns1:endParaRPr lang="en-US"/>
              </ns1:p>
            </ns0:txBody>
          </ns0:sp>
          <ns0:sp>
            <ns0:nvSpPr>
              <ns0:cNvPr id="60" name="Freeform 54">
                <ns1:extLst>
                  <ns1:ext uri="{FF2B5EF4-FFF2-40B4-BE49-F238E27FC236}">
                    <ns2:creationId id="{03CC0E9D-5F83-46B5-9BD3-C8E7BD35284C}"/>
                  </ns1:ext>
                </ns1:extLst>
              </ns0:cNvPr>
              <ns0:cNvSpPr>
                <ns1:spLocks noEditPoints="1"/>
              </ns0:cNvSpPr>
              <ns0:nvPr/>
            </ns0:nvSpPr>
            <ns0:spPr bwMode="auto">
              <ns1:xfrm>
                <ns1:off x="1746" y="-72"/>
                <ns1:ext cx="4258" cy="4390"/>
              </ns1:xfrm>
              <ns1:custGeom>
                <ns1:avLst/>
                <ns1:gdLst>
                  <ns1:gd name="T0" fmla="*/ 1367 w 2020"/>
                  <ns1:gd name="T1" fmla="*/ 140 h 2082"/>
                  <ns1:gd name="T2" fmla="*/ 921 w 2020"/>
                  <ns1:gd name="T3" fmla="*/ 35 h 2082"/>
                  <ns1:gd name="T4" fmla="*/ 398 w 2020"/>
                  <ns1:gd name="T5" fmla="*/ 333 h 2082"/>
                  <ns1:gd name="T6" fmla="*/ 30 w 2020"/>
                  <ns1:gd name="T7" fmla="*/ 1156 h 2082"/>
                  <ns1:gd name="T8" fmla="*/ 39 w 2020"/>
                  <ns1:gd name="T9" fmla="*/ 1278 h 2082"/>
                  <ns1:gd name="T10" fmla="*/ 161 w 2020"/>
                  <ns1:gd name="T11" fmla="*/ 1340 h 2082"/>
                  <ns1:gd name="T12" fmla="*/ 156 w 2020"/>
                  <ns1:gd name="T13" fmla="*/ 1440 h 2082"/>
                  <ns1:gd name="T14" fmla="*/ 159 w 2020"/>
                  <ns1:gd name="T15" fmla="*/ 1565 h 2082"/>
                  <ns1:gd name="T16" fmla="*/ 189 w 2020"/>
                  <ns1:gd name="T17" fmla="*/ 1640 h 2082"/>
                  <ns1:gd name="T18" fmla="*/ 372 w 2020"/>
                  <ns1:gd name="T19" fmla="*/ 1869 h 2082"/>
                  <ns1:gd name="T20" fmla="*/ 530 w 2020"/>
                  <ns1:gd name="T21" fmla="*/ 1829 h 2082"/>
                  <ns1:gd name="T22" fmla="*/ 372 w 2020"/>
                  <ns1:gd name="T23" fmla="*/ 1789 h 2082"/>
                  <ns1:gd name="T24" fmla="*/ 269 w 2020"/>
                  <ns1:gd name="T25" fmla="*/ 1618 h 2082"/>
                  <ns1:gd name="T26" fmla="*/ 243 w 2020"/>
                  <ns1:gd name="T27" fmla="*/ 1580 h 2082"/>
                  <ns1:gd name="T28" fmla="*/ 239 w 2020"/>
                  <ns1:gd name="T29" fmla="*/ 1551 h 2082"/>
                  <ns1:gd name="T30" fmla="*/ 223 w 2020"/>
                  <ns1:gd name="T31" fmla="*/ 1517 h 2082"/>
                  <ns1:gd name="T32" fmla="*/ 230 w 2020"/>
                  <ns1:gd name="T33" fmla="*/ 1470 h 2082"/>
                  <ns1:gd name="T34" fmla="*/ 241 w 2020"/>
                  <ns1:gd name="T35" fmla="*/ 1326 h 2082"/>
                  <ns1:gd name="T36" fmla="*/ 87 w 2020"/>
                  <ns1:gd name="T37" fmla="*/ 1213 h 2082"/>
                  <ns1:gd name="T38" fmla="*/ 375 w 2020"/>
                  <ns1:gd name="T39" fmla="*/ 482 h 2082"/>
                  <ns1:gd name="T40" fmla="*/ 863 w 2020"/>
                  <ns1:gd name="T41" fmla="*/ 1035 h 2082"/>
                  <ns1:gd name="T42" fmla="*/ 1037 w 2020"/>
                  <ns1:gd name="T43" fmla="*/ 1345 h 2082"/>
                  <ns1:gd name="T44" fmla="*/ 929 w 2020"/>
                  <ns1:gd name="T45" fmla="*/ 1390 h 2082"/>
                  <ns1:gd name="T46" fmla="*/ 1018 w 2020"/>
                  <ns1:gd name="T47" fmla="*/ 1590 h 2082"/>
                  <ns1:gd name="T48" fmla="*/ 1423 w 2020"/>
                  <ns1:gd name="T49" fmla="*/ 2055 h 2082"/>
                  <ns1:gd name="T50" fmla="*/ 1474 w 2020"/>
                  <ns1:gd name="T51" fmla="*/ 2080 h 2082"/>
                  <ns1:gd name="T52" fmla="*/ 1393 w 2020"/>
                  <ns1:gd name="T53" fmla="*/ 1719 h 2082"/>
                  <ns1:gd name="T54" fmla="*/ 1810 w 2020"/>
                  <ns1:gd name="T55" fmla="*/ 707 h 2082"/>
                  <ns1:gd name="T56" fmla="*/ 1879 w 2020"/>
                  <ns1:gd name="T57" fmla="*/ 141 h 2082"/>
                  <ns1:gd name="T58" fmla="*/ 1333 w 2020"/>
                  <ns1:gd name="T59" fmla="*/ 1660 h 2082"/>
                  <ns1:gd name="T60" fmla="*/ 1019 w 2020"/>
                  <ns1:gd name="T61" fmla="*/ 1446 h 2082"/>
                  <ns1:gd name="T62" fmla="*/ 1157 w 2020"/>
                  <ns1:gd name="T63" fmla="*/ 1215 h 2082"/>
                  <ns1:gd name="T64" fmla="*/ 508 w 2020"/>
                  <ns1:gd name="T65" fmla="*/ 660 h 2082"/>
                  <ns1:gd name="T66" fmla="*/ 470 w 2020"/>
                  <ns1:gd name="T67" fmla="*/ 369 h 2082"/>
                  <ns1:gd name="T68" fmla="*/ 921 w 2020"/>
                  <ns1:gd name="T69" fmla="*/ 115 h 2082"/>
                  <ns1:gd name="T70" fmla="*/ 1203 w 2020"/>
                  <ns1:gd name="T71" fmla="*/ 160 h 2082"/>
                  <ns1:gd name="T72" fmla="*/ 1723 w 2020"/>
                  <ns1:gd name="T73" fmla="*/ 1213 h 2082"/>
                  <ns1:gd name="T74" fmla="*/ 1720 w 2020"/>
                  <ns1:gd name="T75" fmla="*/ 476 h 2082"/>
                  <ns1:gd name="T76" fmla="*/ 1822 w 2020"/>
                  <ns1:gd name="T77" fmla="*/ 198 h 2082"/>
                  <ns1:gd name="T78" fmla="*/ 1786 w 2020"/>
                  <ns1:gd name="T79" fmla="*/ 628 h 2082"/>
                </ns1:gdLst>
                <ns1:ahLst/>
                <ns1:cxnLst>
                  <ns1:cxn ang="0">
                    <ns1:pos x="T0" y="T1"/>
                  </ns1:cxn>
                  <ns1:cxn ang="0">
                    <ns1:pos x="T2" y="T3"/>
                  </ns1:cxn>
                  <ns1:cxn ang="0">
                    <ns1:pos x="T4" y="T5"/>
                  </ns1:cxn>
                  <ns1:cxn ang="0">
                    <ns1:pos x="T6" y="T7"/>
                  </ns1:cxn>
                  <ns1:cxn ang="0">
                    <ns1:pos x="T8" y="T9"/>
                  </ns1:cxn>
                  <ns1:cxn ang="0">
                    <ns1:pos x="T10" y="T11"/>
                  </ns1:cxn>
                  <ns1:cxn ang="0">
                    <ns1:pos x="T12" y="T13"/>
                  </ns1:cxn>
                  <ns1:cxn ang="0">
                    <ns1:pos x="T14" y="T15"/>
                  </ns1:cxn>
                  <ns1:cxn ang="0">
                    <ns1:pos x="T16" y="T17"/>
                  </ns1:cxn>
                  <ns1:cxn ang="0">
                    <ns1:pos x="T18" y="T19"/>
                  </ns1:cxn>
                  <ns1:cxn ang="0">
                    <ns1:pos x="T20" y="T21"/>
                  </ns1:cxn>
                  <ns1:cxn ang="0">
                    <ns1:pos x="T22" y="T23"/>
                  </ns1:cxn>
                  <ns1:cxn ang="0">
                    <ns1:pos x="T24" y="T25"/>
                  </ns1:cxn>
                  <ns1:cxn ang="0">
                    <ns1:pos x="T26" y="T27"/>
                  </ns1:cxn>
                  <ns1:cxn ang="0">
                    <ns1:pos x="T28" y="T29"/>
                  </ns1:cxn>
                  <ns1:cxn ang="0">
                    <ns1:pos x="T30" y="T31"/>
                  </ns1:cxn>
                  <ns1:cxn ang="0">
                    <ns1:pos x="T32" y="T33"/>
                  </ns1:cxn>
                  <ns1:cxn ang="0">
                    <ns1:pos x="T34" y="T35"/>
                  </ns1:cxn>
                  <ns1:cxn ang="0">
                    <ns1:pos x="T36" y="T37"/>
                  </ns1:cxn>
                  <ns1:cxn ang="0">
                    <ns1:pos x="T38" y="T39"/>
                  </ns1:cxn>
                  <ns1:cxn ang="0">
                    <ns1:pos x="T40" y="T41"/>
                  </ns1:cxn>
                  <ns1:cxn ang="0">
                    <ns1:pos x="T42" y="T43"/>
                  </ns1:cxn>
                  <ns1:cxn ang="0">
                    <ns1:pos x="T44" y="T45"/>
                  </ns1:cxn>
                  <ns1:cxn ang="0">
                    <ns1:pos x="T46" y="T47"/>
                  </ns1:cxn>
                  <ns1:cxn ang="0">
                    <ns1:pos x="T48" y="T49"/>
                  </ns1:cxn>
                  <ns1:cxn ang="0">
                    <ns1:pos x="T50" y="T51"/>
                  </ns1:cxn>
                  <ns1:cxn ang="0">
                    <ns1:pos x="T52" y="T53"/>
                  </ns1:cxn>
                  <ns1:cxn ang="0">
                    <ns1:pos x="T54" y="T55"/>
                  </ns1:cxn>
                  <ns1:cxn ang="0">
                    <ns1:pos x="T56" y="T57"/>
                  </ns1:cxn>
                  <ns1:cxn ang="0">
                    <ns1:pos x="T58" y="T59"/>
                  </ns1:cxn>
                  <ns1:cxn ang="0">
                    <ns1:pos x="T60" y="T61"/>
                  </ns1:cxn>
                  <ns1:cxn ang="0">
                    <ns1:pos x="T62" y="T63"/>
                  </ns1:cxn>
                  <ns1:cxn ang="0">
                    <ns1:pos x="T64" y="T65"/>
                  </ns1:cxn>
                  <ns1:cxn ang="0">
                    <ns1:pos x="T66" y="T67"/>
                  </ns1:cxn>
                  <ns1:cxn ang="0">
                    <ns1:pos x="T68" y="T69"/>
                  </ns1:cxn>
                  <ns1:cxn ang="0">
                    <ns1:pos x="T70" y="T71"/>
                  </ns1:cxn>
                  <ns1:cxn ang="0">
                    <ns1:pos x="T72" y="T73"/>
                  </ns1:cxn>
                  <ns1:cxn ang="0">
                    <ns1:pos x="T74" y="T75"/>
                  </ns1:cxn>
                  <ns1:cxn ang="0">
                    <ns1:pos x="T76" y="T77"/>
                  </ns1:cxn>
                  <ns1:cxn ang="0">
                    <ns1:pos x="T78" y="T79"/>
                  </ns1:cxn>
                </ns1:cxnLst>
                <ns1:rect l="0" t="0" r="r" b="b"/>
                <ns1:pathLst>
                  <ns1:path w="2020" h="2082">
                    <ns1:moveTo>
                      <ns1:pt x="1879" y="141"/>
                    </ns1:moveTo>
                    <ns1:cubicBezTo>
                      <ns1:pt x="1738" y="0"/>
                      <ns1:pt x="1509" y="0"/>
                      <ns1:pt x="1367" y="140"/>
                    </ns1:cubicBezTo>
                    <ns1:cubicBezTo>
                      <ns1:pt x="1323" y="118"/>
                      <ns1:pt x="1276" y="99"/>
                      <ns1:pt x="1227" y="84"/>
                    </ns1:cubicBezTo>
                    <ns1:cubicBezTo>
                      <ns1:pt x="1065" y="33"/>
                      <ns1:pt x="932" y="35"/>
                      <ns1:pt x="921" y="35"/>
                    </ns1:cubicBezTo>
                    <ns1:cubicBezTo>
                      <ns1:pt x="704" y="35"/>
                      <ns1:pt x="514" y="126"/>
                      <ns1:pt x="427" y="273"/>
                    </ns1:cubicBezTo>
                    <ns1:cubicBezTo>
                      <ns1:pt x="415" y="292"/>
                      <ns1:pt x="405" y="312"/>
                      <ns1:pt x="398" y="333"/>
                    </ns1:cubicBezTo>
                    <ns1:cubicBezTo>
                      <ns1:pt x="356" y="372"/>
                      <ns1:pt x="170" y="565"/>
                      <ns1:pt x="170" y="838"/>
                    </ns1:cubicBezTo>
                    <ns1:cubicBezTo>
                      <ns1:pt x="170" y="1020"/>
                      <ns1:pt x="82" y="1115"/>
                      <ns1:pt x="30" y="1156"/>
                    </ns1:cubicBezTo>
                    <ns1:cubicBezTo>
                      <ns1:pt x="10" y="1171"/>
                      <ns1:pt x="0" y="1195"/>
                      <ns1:pt x="2" y="1219"/>
                    </ns1:cubicBezTo>
                    <ns1:cubicBezTo>
                      <ns1:pt x="4" y="1244"/>
                      <ns1:pt x="17" y="1266"/>
                      <ns1:pt x="39" y="1278"/>
                    </ns1:cubicBezTo>
                    <ns1:cubicBezTo>
                      <ns1:pt x="59" y="1289"/>
                      <ns1:pt x="81" y="1300"/>
                      <ns1:pt x="102" y="1310"/>
                    </ns1:cubicBezTo>
                    <ns1:cubicBezTo>
                      <ns1:pt x="121" y="1319"/>
                      <ns1:pt x="148" y="1332"/>
                      <ns1:pt x="161" y="1340"/>
                    </ns1:cubicBezTo>
                    <ns1:cubicBezTo>
                      <ns1:pt x="161" y="1412"/>
                      <ns1:pt x="161" y="1412"/>
                      <ns1:pt x="161" y="1412"/>
                    </ns1:cubicBezTo>
                    <ns1:cubicBezTo>
                      <ns1:pt x="161" y="1421"/>
                      <ns1:pt x="159" y="1431"/>
                      <ns1:pt x="156" y="1440"/>
                    </ns1:cubicBezTo>
                    <ns1:cubicBezTo>
                      <ns1:pt x="146" y="1464"/>
                      <ns1:pt x="146" y="1464"/>
                      <ns1:pt x="146" y="1464"/>
                    </ns1:cubicBezTo>
                    <ns1:cubicBezTo>
                      <ns1:pt x="132" y="1498"/>
                      <ns1:pt x="137" y="1536"/>
                      <ns1:pt x="159" y="1565"/>
                    </ns1:cubicBezTo>
                    <ns1:cubicBezTo>
                      <ns1:pt x="159" y="1574"/>
                      <ns1:pt x="159" y="1574"/>
                      <ns1:pt x="159" y="1574"/>
                    </ns1:cubicBezTo>
                    <ns1:cubicBezTo>
                      <ns1:pt x="159" y="1599"/>
                      <ns1:pt x="170" y="1623"/>
                      <ns1:pt x="189" y="1640"/>
                    </ns1:cubicBezTo>
                    <ns1:cubicBezTo>
                      <ns1:pt x="189" y="1687"/>
                      <ns1:pt x="189" y="1687"/>
                      <ns1:pt x="189" y="1687"/>
                    </ns1:cubicBezTo>
                    <ns1:cubicBezTo>
                      <ns1:pt x="189" y="1787"/>
                      <ns1:pt x="271" y="1869"/>
                      <ns1:pt x="372" y="1869"/>
                    </ns1:cubicBezTo>
                    <ns1:cubicBezTo>
                      <ns1:pt x="490" y="1869"/>
                      <ns1:pt x="490" y="1869"/>
                      <ns1:pt x="490" y="1869"/>
                    </ns1:cubicBezTo>
                    <ns1:cubicBezTo>
                      <ns1:pt x="512" y="1869"/>
                      <ns1:pt x="530" y="1851"/>
                      <ns1:pt x="530" y="1829"/>
                    </ns1:cubicBezTo>
                    <ns1:cubicBezTo>
                      <ns1:pt x="530" y="1807"/>
                      <ns1:pt x="512" y="1789"/>
                      <ns1:pt x="490" y="1789"/>
                    </ns1:cubicBezTo>
                    <ns1:cubicBezTo>
                      <ns1:pt x="372" y="1789"/>
                      <ns1:pt x="372" y="1789"/>
                      <ns1:pt x="372" y="1789"/>
                    </ns1:cubicBezTo>
                    <ns1:cubicBezTo>
                      <ns1:pt x="315" y="1789"/>
                      <ns1:pt x="269" y="1743"/>
                      <ns1:pt x="269" y="1687"/>
                    </ns1:cubicBezTo>
                    <ns1:cubicBezTo>
                      <ns1:pt x="269" y="1618"/>
                      <ns1:pt x="269" y="1618"/>
                      <ns1:pt x="269" y="1618"/>
                    </ns1:cubicBezTo>
                    <ns1:cubicBezTo>
                      <ns1:pt x="269" y="1602"/>
                      <ns1:pt x="259" y="1587"/>
                      <ns1:pt x="245" y="1581"/>
                    </ns1:cubicBezTo>
                    <ns1:cubicBezTo>
                      <ns1:pt x="243" y="1580"/>
                      <ns1:pt x="243" y="1580"/>
                      <ns1:pt x="243" y="1580"/>
                    </ns1:cubicBezTo>
                    <ns1:cubicBezTo>
                      <ns1:pt x="240" y="1579"/>
                      <ns1:pt x="239" y="1576"/>
                      <ns1:pt x="239" y="1574"/>
                    </ns1:cubicBezTo>
                    <ns1:cubicBezTo>
                      <ns1:pt x="239" y="1551"/>
                      <ns1:pt x="239" y="1551"/>
                      <ns1:pt x="239" y="1551"/>
                    </ns1:cubicBezTo>
                    <ns1:cubicBezTo>
                      <ns1:pt x="239" y="1542"/>
                      <ns1:pt x="236" y="1533"/>
                      <ns1:pt x="230" y="1526"/>
                    </ns1:cubicBezTo>
                    <ns1:cubicBezTo>
                      <ns1:pt x="223" y="1517"/>
                      <ns1:pt x="223" y="1517"/>
                      <ns1:pt x="223" y="1517"/>
                    </ns1:cubicBezTo>
                    <ns1:cubicBezTo>
                      <ns1:pt x="218" y="1511"/>
                      <ns1:pt x="217" y="1502"/>
                      <ns1:pt x="220" y="1494"/>
                    </ns1:cubicBezTo>
                    <ns1:cubicBezTo>
                      <ns1:pt x="230" y="1470"/>
                      <ns1:pt x="230" y="1470"/>
                      <ns1:pt x="230" y="1470"/>
                    </ns1:cubicBezTo>
                    <ns1:cubicBezTo>
                      <ns1:pt x="237" y="1451"/>
                      <ns1:pt x="241" y="1432"/>
                      <ns1:pt x="241" y="1412"/>
                    </ns1:cubicBezTo>
                    <ns1:cubicBezTo>
                      <ns1:pt x="241" y="1326"/>
                      <ns1:pt x="241" y="1326"/>
                      <ns1:pt x="241" y="1326"/>
                    </ns1:cubicBezTo>
                    <ns1:cubicBezTo>
                      <ns1:pt x="241" y="1288"/>
                      <ns1:pt x="202" y="1269"/>
                      <ns1:pt x="137" y="1238"/>
                    </ns1:cubicBezTo>
                    <ns1:cubicBezTo>
                      <ns1:pt x="120" y="1230"/>
                      <ns1:pt x="102" y="1221"/>
                      <ns1:pt x="87" y="1213"/>
                    </ns1:cubicBezTo>
                    <ns1:cubicBezTo>
                      <ns1:pt x="151" y="1160"/>
                      <ns1:pt x="250" y="1046"/>
                      <ns1:pt x="250" y="838"/>
                    </ns1:cubicBezTo>
                    <ns1:cubicBezTo>
                      <ns1:pt x="250" y="688"/>
                      <ns1:pt x="317" y="563"/>
                      <ns1:pt x="375" y="482"/>
                    </ns1:cubicBezTo>
                    <ns1:cubicBezTo>
                      <ns1:pt x="378" y="552"/>
                      <ns1:pt x="399" y="625"/>
                      <ns1:pt x="438" y="698"/>
                    </ns1:cubicBezTo>
                    <ns1:cubicBezTo>
                      <ns1:pt x="541" y="890"/>
                      <ns1:pt x="719" y="970"/>
                      <ns1:pt x="863" y="1035"/>
                    </ns1:cubicBezTo>
                    <ns1:cubicBezTo>
                      <ns1:pt x="1000" y="1096"/>
                      <ns1:pt x="1077" y="1135"/>
                      <ns1:pt x="1077" y="1215"/>
                    </ns1:cubicBezTo>
                    <ns1:cubicBezTo>
                      <ns1:pt x="1078" y="1275"/>
                      <ns1:pt x="1064" y="1318"/>
                      <ns1:pt x="1037" y="1345"/>
                    </ns1:cubicBezTo>
                    <ns1:cubicBezTo>
                      <ns1:pt x="1006" y="1375"/>
                      <ns1:pt x="964" y="1375"/>
                      <ns1:pt x="964" y="1375"/>
                    </ns1:cubicBezTo>
                    <ns1:cubicBezTo>
                      <ns1:pt x="950" y="1374"/>
                      <ns1:pt x="938" y="1380"/>
                      <ns1:pt x="929" y="1390"/>
                    </ns1:cubicBezTo>
                    <ns1:cubicBezTo>
                      <ns1:pt x="921" y="1401"/>
                      <ns1:pt x="919" y="1415"/>
                      <ns1:pt x="924" y="1428"/>
                    </ns1:cubicBezTo>
                    <ns1:cubicBezTo>
                      <ns1:pt x="925" y="1431"/>
                      <ns1:pt x="953" y="1511"/>
                      <ns1:pt x="1018" y="1590"/>
                    </ns1:cubicBezTo>
                    <ns1:cubicBezTo>
                      <ns1:pt x="1099" y="1688"/>
                      <ns1:pt x="1201" y="1739"/>
                      <ns1:pt x="1316" y="1740"/>
                    </ns1:cubicBezTo>
                    <ns1:cubicBezTo>
                      <ns1:pt x="1423" y="2055"/>
                      <ns1:pt x="1423" y="2055"/>
                      <ns1:pt x="1423" y="2055"/>
                    </ns1:cubicBezTo>
                    <ns1:cubicBezTo>
                      <ns1:pt x="1429" y="2072"/>
                      <ns1:pt x="1444" y="2082"/>
                      <ns1:pt x="1461" y="2082"/>
                    </ns1:cubicBezTo>
                    <ns1:cubicBezTo>
                      <ns1:pt x="1465" y="2082"/>
                      <ns1:pt x="1469" y="2082"/>
                      <ns1:pt x="1474" y="2080"/>
                    </ns1:cubicBezTo>
                    <ns1:cubicBezTo>
                      <ns1:pt x="1495" y="2073"/>
                      <ns1:pt x="1506" y="2050"/>
                      <ns1:pt x="1499" y="2029"/>
                    </ns1:cubicBezTo>
                    <ns1:cubicBezTo>
                      <ns1:pt x="1393" y="1719"/>
                      <ns1:pt x="1393" y="1719"/>
                      <ns1:pt x="1393" y="1719"/>
                    </ns1:cubicBezTo>
                    <ns1:cubicBezTo>
                      <ns1:pt x="1592" y="1612"/>
                      <ns1:pt x="1733" y="1447"/>
                      <ns1:pt x="1799" y="1238"/>
                    </ns1:cubicBezTo>
                    <ns1:cubicBezTo>
                      <ns1:pt x="1853" y="1071"/>
                      <ns1:pt x="1855" y="884"/>
                      <ns1:pt x="1810" y="707"/>
                    </ns1:cubicBezTo>
                    <ns1:cubicBezTo>
                      <ns1:pt x="1835" y="692"/>
                      <ns1:pt x="1858" y="675"/>
                      <ns1:pt x="1879" y="654"/>
                    </ns1:cubicBezTo>
                    <ns1:cubicBezTo>
                      <ns1:pt x="2020" y="513"/>
                      <ns1:pt x="2020" y="283"/>
                      <ns1:pt x="1879" y="141"/>
                    </ns1:cubicBezTo>
                    <ns1:close/>
                    <ns1:moveTo>
                      <ns1:pt x="1723" y="1213"/>
                    </ns1:moveTo>
                    <ns1:cubicBezTo>
                      <ns1:pt x="1661" y="1409"/>
                      <ns1:pt x="1526" y="1564"/>
                      <ns1:pt x="1333" y="1660"/>
                    </ns1:cubicBezTo>
                    <ns1:cubicBezTo>
                      <ns1:pt x="1236" y="1664"/>
                      <ns1:pt x="1151" y="1624"/>
                      <ns1:pt x="1081" y="1540"/>
                    </ns1:cubicBezTo>
                    <ns1:cubicBezTo>
                      <ns1:pt x="1053" y="1507"/>
                      <ns1:pt x="1032" y="1472"/>
                      <ns1:pt x="1019" y="1446"/>
                    </ns1:cubicBezTo>
                    <ns1:cubicBezTo>
                      <ns1:pt x="1042" y="1438"/>
                      <ns1:pt x="1068" y="1426"/>
                      <ns1:pt x="1092" y="1403"/>
                    </ns1:cubicBezTo>
                    <ns1:cubicBezTo>
                      <ns1:pt x="1136" y="1361"/>
                      <ns1:pt x="1158" y="1297"/>
                      <ns1:pt x="1157" y="1215"/>
                    </ns1:cubicBezTo>
                    <ns1:cubicBezTo>
                      <ns1:pt x="1156" y="1079"/>
                      <ns1:pt x="1030" y="1022"/>
                      <ns1:pt x="896" y="962"/>
                    </ns1:cubicBezTo>
                    <ns1:cubicBezTo>
                      <ns1:pt x="756" y="899"/>
                      <ns1:pt x="598" y="828"/>
                      <ns1:pt x="508" y="660"/>
                    </ns1:cubicBezTo>
                    <ns1:cubicBezTo>
                      <ns1:pt x="453" y="556"/>
                      <ns1:pt x="440" y="456"/>
                      <ns1:pt x="469" y="370"/>
                    </ns1:cubicBezTo>
                    <ns1:cubicBezTo>
                      <ns1:pt x="469" y="369"/>
                      <ns1:pt x="470" y="369"/>
                      <ns1:pt x="470" y="369"/>
                    </ns1:cubicBezTo>
                    <ns1:cubicBezTo>
                      <ns1:pt x="476" y="350"/>
                      <ns1:pt x="485" y="331"/>
                      <ns1:pt x="495" y="314"/>
                    </ns1:cubicBezTo>
                    <ns1:cubicBezTo>
                      <ns1:pt x="569" y="191"/>
                      <ns1:pt x="732" y="115"/>
                      <ns1:pt x="921" y="115"/>
                    </ns1:cubicBezTo>
                    <ns1:cubicBezTo>
                      <ns1:pt x="921" y="115"/>
                      <ns1:pt x="922" y="115"/>
                      <ns1:pt x="922" y="115"/>
                    </ns1:cubicBezTo>
                    <ns1:cubicBezTo>
                      <ns1:pt x="923" y="115"/>
                      <ns1:pt x="1049" y="112"/>
                      <ns1:pt x="1203" y="160"/>
                    </ns1:cubicBezTo>
                    <ns1:cubicBezTo>
                      <ns1:pt x="1407" y="224"/>
                      <ns1:pt x="1557" y="343"/>
                      <ns1:pt x="1650" y="514"/>
                    </ns1:cubicBezTo>
                    <ns1:cubicBezTo>
                      <ns1:pt x="1767" y="731"/>
                      <ns1:pt x="1794" y="992"/>
                      <ns1:pt x="1723" y="1213"/>
                    </ns1:cubicBezTo>
                    <ns1:close/>
                    <ns1:moveTo>
                      <ns1:pt x="1786" y="628"/>
                    </ns1:moveTo>
                    <ns1:cubicBezTo>
                      <ns1:pt x="1769" y="576"/>
                      <ns1:pt x="1747" y="525"/>
                      <ns1:pt x="1720" y="476"/>
                    </ns1:cubicBezTo>
                    <ns1:cubicBezTo>
                      <ns1:pt x="1655" y="355"/>
                      <ns1:pt x="1560" y="255"/>
                      <ns1:pt x="1441" y="181"/>
                    </ns1:cubicBezTo>
                    <ns1:cubicBezTo>
                      <ns1:pt x="1552" y="88"/>
                      <ns1:pt x="1718" y="94"/>
                      <ns1:pt x="1822" y="198"/>
                    </ns1:cubicBezTo>
                    <ns1:cubicBezTo>
                      <ns1:pt x="1932" y="308"/>
                      <ns1:pt x="1932" y="487"/>
                      <ns1:pt x="1822" y="597"/>
                    </ns1:cubicBezTo>
                    <ns1:cubicBezTo>
                      <ns1:pt x="1811" y="608"/>
                      <ns1:pt x="1799" y="618"/>
                      <ns1:pt x="1786" y="628"/>
                    </ns1:cubicBezTo>
                    <ns1:close/>
                  </ns1:path>
                </ns1:pathLst>
              </ns1:custGeom>
              <ns1:grpFill/>
              <ns1:ln>
                <ns1:noFill/>
              </ns1:ln>
              <ns1:extLst>
                <ns1:ext uri="{91240B29-F687-4F45-9708-019B960494DF}">
                  <ns4:hiddenLine w="9525">
                    <ns1:solidFill>
                      <ns1:srgbClr val="000000"/>
                    </ns1:solidFill>
                    <ns1:round/>
                    <ns1:headEnd/>
                    <ns1:tailEnd/>
                  </ns4:hiddenLine>
                </ns1:ext>
              </ns1:extLst>
            </ns0:spPr>
            <ns0:txBody>
              <ns1:bodyPr vert="horz" wrap="square" lIns="91440" tIns="45720" rIns="91440" bIns="45720" numCol="1" anchor="t" anchorCtr="0" compatLnSpc="1">
                <ns1:prstTxWarp prst="textNoShape">
                  <ns1:avLst/>
                </ns1:prstTxWarp>
              </ns1:bodyPr>
              <ns1:lstStyle/>
              <ns1:p>
                <ns1:endParaRPr lang="en-US"/>
              </ns1:p>
            </ns0:txBody>
          </ns0:sp>
          <ns0:sp>
            <ns0:nvSpPr>
              <ns0:cNvPr id="61" name="Freeform 55">
                <ns1:extLst>
                  <ns1:ext uri="{FF2B5EF4-FFF2-40B4-BE49-F238E27FC236}">
                    <ns2:creationId id="{2A19074E-2066-4A40-BDB1-B44FA111E28A}"/>
                  </ns1:ext>
                </ns1:extLst>
              </ns0:cNvPr>
              <ns0:cNvSpPr>
                <ns1:spLocks noEditPoints="1"/>
              </ns0:cNvSpPr>
              <ns0:nvPr/>
            </ns0:nvSpPr>
            <ns0:spPr bwMode="auto">
              <ns1:xfrm>
                <ns1:off x="2595" y="2669"/>
                <ns1:ext cx="1339" cy="1649"/>
              </ns1:xfrm>
              <ns1:custGeom>
                <ns1:avLst/>
                <ns1:gdLst>
                  <ns1:gd name="T0" fmla="*/ 624 w 635"/>
                  <ns1:gd name="T1" fmla="*/ 608 h 782"/>
                  <ns1:gd name="T2" fmla="*/ 499 w 635"/>
                  <ns1:gd name="T3" fmla="*/ 391 h 782"/>
                  <ns1:gd name="T4" fmla="*/ 495 w 635"/>
                  <ns1:gd name="T5" fmla="*/ 243 h 782"/>
                  <ns1:gd name="T6" fmla="*/ 272 w 635"/>
                  <ns1:gd name="T7" fmla="*/ 8 h 782"/>
                  <ns1:gd name="T8" fmla="*/ 54 w 635"/>
                  <ns1:gd name="T9" fmla="*/ 133 h 782"/>
                  <ns1:gd name="T10" fmla="*/ 52 w 635"/>
                  <ns1:gd name="T11" fmla="*/ 137 h 782"/>
                  <ns1:gd name="T12" fmla="*/ 139 w 635"/>
                  <ns1:gd name="T13" fmla="*/ 445 h 782"/>
                  <ns1:gd name="T14" fmla="*/ 264 w 635"/>
                  <ns1:gd name="T15" fmla="*/ 526 h 782"/>
                  <ns1:gd name="T16" fmla="*/ 400 w 635"/>
                  <ns1:gd name="T17" fmla="*/ 762 h 782"/>
                  <ns1:gd name="T18" fmla="*/ 435 w 635"/>
                  <ns1:gd name="T19" fmla="*/ 782 h 782"/>
                  <ns1:gd name="T20" fmla="*/ 455 w 635"/>
                  <ns1:gd name="T21" fmla="*/ 777 h 782"/>
                  <ns1:gd name="T22" fmla="*/ 469 w 635"/>
                  <ns1:gd name="T23" fmla="*/ 722 h 782"/>
                  <ns1:gd name="T24" fmla="*/ 348 w 635"/>
                  <ns1:gd name="T25" fmla="*/ 513 h 782"/>
                  <ns1:gd name="T26" fmla="*/ 396 w 635"/>
                  <ns1:gd name="T27" fmla="*/ 485 h 782"/>
                  <ns1:gd name="T28" fmla="*/ 445 w 635"/>
                  <ns1:gd name="T29" fmla="*/ 457 h 782"/>
                  <ns1:gd name="T30" fmla="*/ 555 w 635"/>
                  <ns1:gd name="T31" fmla="*/ 648 h 782"/>
                  <ns1:gd name="T32" fmla="*/ 610 w 635"/>
                  <ns1:gd name="T33" fmla="*/ 663 h 782"/>
                  <ns1:gd name="T34" fmla="*/ 624 w 635"/>
                  <ns1:gd name="T35" fmla="*/ 608 h 782"/>
                  <ns1:gd name="T36" fmla="*/ 124 w 635"/>
                  <ns1:gd name="T37" fmla="*/ 172 h 782"/>
                  <ns1:gd name="T38" fmla="*/ 126 w 635"/>
                  <ns1:gd name="T39" fmla="*/ 168 h 782"/>
                  <ns1:gd name="T40" fmla="*/ 254 w 635"/>
                  <ns1:gd name="T41" fmla="*/ 87 h 782"/>
                  <ns1:gd name="T42" fmla="*/ 265 w 635"/>
                  <ns1:gd name="T43" fmla="*/ 87 h 782"/>
                  <ns1:gd name="T44" fmla="*/ 415 w 635"/>
                  <ns1:gd name="T45" fmla="*/ 245 h 782"/>
                  <ns1:gd name="T46" fmla="*/ 419 w 635"/>
                  <ns1:gd name="T47" fmla="*/ 380 h 782"/>
                  <ns1:gd name="T48" fmla="*/ 295 w 635"/>
                  <ns1:gd name="T49" fmla="*/ 451 h 782"/>
                  <ns1:gd name="T50" fmla="*/ 183 w 635"/>
                  <ns1:gd name="T51" fmla="*/ 378 h 782"/>
                  <ns1:gd name="T52" fmla="*/ 124 w 635"/>
                  <ns1:gd name="T53" fmla="*/ 172 h 782"/>
                </ns1:gdLst>
                <ns1:ahLst/>
                <ns1:cxnLst>
                  <ns1:cxn ang="0">
                    <ns1:pos x="T0" y="T1"/>
                  </ns1:cxn>
                  <ns1:cxn ang="0">
                    <ns1:pos x="T2" y="T3"/>
                  </ns1:cxn>
                  <ns1:cxn ang="0">
                    <ns1:pos x="T4" y="T5"/>
                  </ns1:cxn>
                  <ns1:cxn ang="0">
                    <ns1:pos x="T6" y="T7"/>
                  </ns1:cxn>
                  <ns1:cxn ang="0">
                    <ns1:pos x="T8" y="T9"/>
                  </ns1:cxn>
                  <ns1:cxn ang="0">
                    <ns1:pos x="T10" y="T11"/>
                  </ns1:cxn>
                  <ns1:cxn ang="0">
                    <ns1:pos x="T12" y="T13"/>
                  </ns1:cxn>
                  <ns1:cxn ang="0">
                    <ns1:pos x="T14" y="T15"/>
                  </ns1:cxn>
                  <ns1:cxn ang="0">
                    <ns1:pos x="T16" y="T17"/>
                  </ns1:cxn>
                  <ns1:cxn ang="0">
                    <ns1:pos x="T18" y="T19"/>
                  </ns1:cxn>
                  <ns1:cxn ang="0">
                    <ns1:pos x="T20" y="T21"/>
                  </ns1:cxn>
                  <ns1:cxn ang="0">
                    <ns1:pos x="T22" y="T23"/>
                  </ns1:cxn>
                  <ns1:cxn ang="0">
                    <ns1:pos x="T24" y="T25"/>
                  </ns1:cxn>
                  <ns1:cxn ang="0">
                    <ns1:pos x="T26" y="T27"/>
                  </ns1:cxn>
                  <ns1:cxn ang="0">
                    <ns1:pos x="T28" y="T29"/>
                  </ns1:cxn>
                  <ns1:cxn ang="0">
                    <ns1:pos x="T30" y="T31"/>
                  </ns1:cxn>
                  <ns1:cxn ang="0">
                    <ns1:pos x="T32" y="T33"/>
                  </ns1:cxn>
                  <ns1:cxn ang="0">
                    <ns1:pos x="T34" y="T35"/>
                  </ns1:cxn>
                  <ns1:cxn ang="0">
                    <ns1:pos x="T36" y="T37"/>
                  </ns1:cxn>
                  <ns1:cxn ang="0">
                    <ns1:pos x="T38" y="T39"/>
                  </ns1:cxn>
                  <ns1:cxn ang="0">
                    <ns1:pos x="T40" y="T41"/>
                  </ns1:cxn>
                  <ns1:cxn ang="0">
                    <ns1:pos x="T42" y="T43"/>
                  </ns1:cxn>
                  <ns1:cxn ang="0">
                    <ns1:pos x="T44" y="T45"/>
                  </ns1:cxn>
                  <ns1:cxn ang="0">
                    <ns1:pos x="T46" y="T47"/>
                  </ns1:cxn>
                  <ns1:cxn ang="0">
                    <ns1:pos x="T48" y="T49"/>
                  </ns1:cxn>
                  <ns1:cxn ang="0">
                    <ns1:pos x="T50" y="T51"/>
                  </ns1:cxn>
                  <ns1:cxn ang="0">
                    <ns1:pos x="T52" y="T53"/>
                  </ns1:cxn>
                </ns1:cxnLst>
                <ns1:rect l="0" t="0" r="r" b="b"/>
                <ns1:pathLst>
                  <ns1:path w="635" h="782">
                    <ns1:moveTo>
                      <ns1:pt x="624" y="608"/>
                    </ns1:moveTo>
                    <ns1:cubicBezTo>
                      <ns1:pt x="499" y="391"/>
                      <ns1:pt x="499" y="391"/>
                      <ns1:pt x="499" y="391"/>
                    </ns1:cubicBezTo>
                    <ns1:cubicBezTo>
                      <ns1:pt x="495" y="243"/>
                      <ns1:pt x="495" y="243"/>
                      <ns1:pt x="495" y="243"/>
                    </ns1:cubicBezTo>
                    <ns1:cubicBezTo>
                      <ns1:pt x="491" y="119"/>
                      <ns1:pt x="395" y="18"/>
                      <ns1:pt x="272" y="8"/>
                    </ns1:cubicBezTo>
                    <ns1:cubicBezTo>
                      <ns1:pt x="181" y="0"/>
                      <ns1:pt x="93" y="51"/>
                      <ns1:pt x="54" y="133"/>
                    </ns1:cubicBezTo>
                    <ns1:cubicBezTo>
                      <ns1:pt x="52" y="137"/>
                      <ns1:pt x="52" y="137"/>
                      <ns1:pt x="52" y="137"/>
                    </ns1:cubicBezTo>
                    <ns1:cubicBezTo>
                      <ns1:pt x="0" y="247"/>
                      <ns1:pt x="38" y="379"/>
                      <ns1:pt x="139" y="445"/>
                    </ns1:cubicBezTo>
                    <ns1:cubicBezTo>
                      <ns1:pt x="264" y="526"/>
                      <ns1:pt x="264" y="526"/>
                      <ns1:pt x="264" y="526"/>
                    </ns1:cubicBezTo>
                    <ns1:cubicBezTo>
                      <ns1:pt x="400" y="762"/>
                      <ns1:pt x="400" y="762"/>
                      <ns1:pt x="400" y="762"/>
                    </ns1:cubicBezTo>
                    <ns1:cubicBezTo>
                      <ns1:pt x="407" y="775"/>
                      <ns1:pt x="421" y="782"/>
                      <ns1:pt x="435" y="782"/>
                    </ns1:cubicBezTo>
                    <ns1:cubicBezTo>
                      <ns1:pt x="441" y="782"/>
                      <ns1:pt x="448" y="781"/>
                      <ns1:pt x="455" y="777"/>
                    </ns1:cubicBezTo>
                    <ns1:cubicBezTo>
                      <ns1:pt x="474" y="766"/>
                      <ns1:pt x="480" y="742"/>
                      <ns1:pt x="469" y="722"/>
                    </ns1:cubicBezTo>
                    <ns1:cubicBezTo>
                      <ns1:pt x="348" y="513"/>
                      <ns1:pt x="348" y="513"/>
                      <ns1:pt x="348" y="513"/>
                    </ns1:cubicBezTo>
                    <ns1:cubicBezTo>
                      <ns1:pt x="396" y="485"/>
                      <ns1:pt x="396" y="485"/>
                      <ns1:pt x="396" y="485"/>
                    </ns1:cubicBezTo>
                    <ns1:cubicBezTo>
                      <ns1:pt x="445" y="457"/>
                      <ns1:pt x="445" y="457"/>
                      <ns1:pt x="445" y="457"/>
                    </ns1:cubicBezTo>
                    <ns1:cubicBezTo>
                      <ns1:pt x="555" y="648"/>
                      <ns1:pt x="555" y="648"/>
                      <ns1:pt x="555" y="648"/>
                    </ns1:cubicBezTo>
                    <ns1:cubicBezTo>
                      <ns1:pt x="566" y="667"/>
                      <ns1:pt x="591" y="674"/>
                      <ns1:pt x="610" y="663"/>
                    </ns1:cubicBezTo>
                    <ns1:cubicBezTo>
                      <ns1:pt x="629" y="652"/>
                      <ns1:pt x="635" y="627"/>
                      <ns1:pt x="624" y="608"/>
                    </ns1:cubicBezTo>
                    <ns1:close/>
                    <ns1:moveTo>
                      <ns1:pt x="124" y="172"/>
                    </ns1:moveTo>
                    <ns1:cubicBezTo>
                      <ns1:pt x="126" y="168"/>
                      <ns1:pt x="126" y="168"/>
                      <ns1:pt x="126" y="168"/>
                    </ns1:cubicBezTo>
                    <ns1:cubicBezTo>
                      <ns1:pt x="150" y="118"/>
                      <ns1:pt x="200" y="87"/>
                      <ns1:pt x="254" y="87"/>
                    </ns1:cubicBezTo>
                    <ns1:cubicBezTo>
                      <ns1:pt x="258" y="87"/>
                      <ns1:pt x="261" y="87"/>
                      <ns1:pt x="265" y="87"/>
                    </ns1:cubicBezTo>
                    <ns1:cubicBezTo>
                      <ns1:pt x="348" y="94"/>
                      <ns1:pt x="412" y="162"/>
                      <ns1:pt x="415" y="245"/>
                    </ns1:cubicBezTo>
                    <ns1:cubicBezTo>
                      <ns1:pt x="419" y="380"/>
                      <ns1:pt x="419" y="380"/>
                      <ns1:pt x="419" y="380"/>
                    </ns1:cubicBezTo>
                    <ns1:cubicBezTo>
                      <ns1:pt x="295" y="451"/>
                      <ns1:pt x="295" y="451"/>
                      <ns1:pt x="295" y="451"/>
                    </ns1:cubicBezTo>
                    <ns1:cubicBezTo>
                      <ns1:pt x="183" y="378"/>
                      <ns1:pt x="183" y="378"/>
                      <ns1:pt x="183" y="378"/>
                    </ns1:cubicBezTo>
                    <ns1:cubicBezTo>
                      <ns1:pt x="115" y="334"/>
                      <ns1:pt x="90" y="245"/>
                      <ns1:pt x="124" y="172"/>
                    </ns1:cubicBezTo>
                    <ns1:close/>
                  </ns1:path>
                </ns1:pathLst>
              </ns1:custGeom>
              <ns1:grpFill/>
              <ns1:ln>
                <ns1:noFill/>
              </ns1:ln>
              <ns1:extLst>
                <ns1:ext uri="{91240B29-F687-4F45-9708-019B960494DF}">
                  <ns4:hiddenLine w="9525">
                    <ns1:solidFill>
                      <ns1:srgbClr val="000000"/>
                    </ns1:solidFill>
                    <ns1:round/>
                    <ns1:headEnd/>
                    <ns1:tailEnd/>
                  </ns4:hiddenLine>
                </ns1:ext>
              </ns1:extLst>
            </ns0:spPr>
            <ns0:txBody>
              <ns1:bodyPr vert="horz" wrap="square" lIns="91440" tIns="45720" rIns="91440" bIns="45720" numCol="1" anchor="t" anchorCtr="0" compatLnSpc="1">
                <ns1:prstTxWarp prst="textNoShape">
                  <ns1:avLst/>
                </ns1:prstTxWarp>
              </ns1:bodyPr>
              <ns1:lstStyle/>
              <ns1:p>
                <ns1:endParaRPr lang="en-US"/>
              </ns1:p>
            </ns0:txBody>
          </ns0:sp>
          <ns0:sp>
            <ns0:nvSpPr>
              <ns0:cNvPr id="62" name="Freeform 56">
                <ns1:extLst>
                  <ns1:ext uri="{FF2B5EF4-FFF2-40B4-BE49-F238E27FC236}">
                    <ns2:creationId id="{E7987CF8-D5C7-4CFC-B4B4-A4D62DB75880}"/>
                  </ns1:ext>
                </ns1:extLst>
              </ns0:cNvPr>
              <ns0:cNvSpPr>
                <ns1:spLocks/>
              </ns0:cNvSpPr>
              <ns0:nvPr/>
            </ns0:nvSpPr>
            <ns0:spPr bwMode="auto">
              <ns1:xfrm>
                <ns1:off x="3894" y="4151"/>
                <ns1:ext cx="168" cy="169"/>
              </ns1:xfrm>
              <ns1:custGeom>
                <ns1:avLst/>
                <ns1:gdLst>
                  <ns1:gd name="T0" fmla="*/ 40 w 80"/>
                  <ns1:gd name="T1" fmla="*/ 0 h 80"/>
                  <ns1:gd name="T2" fmla="*/ 12 w 80"/>
                  <ns1:gd name="T3" fmla="*/ 12 h 80"/>
                  <ns1:gd name="T4" fmla="*/ 0 w 80"/>
                  <ns1:gd name="T5" fmla="*/ 40 h 80"/>
                  <ns1:gd name="T6" fmla="*/ 12 w 80"/>
                  <ns1:gd name="T7" fmla="*/ 68 h 80"/>
                  <ns1:gd name="T8" fmla="*/ 40 w 80"/>
                  <ns1:gd name="T9" fmla="*/ 80 h 80"/>
                  <ns1:gd name="T10" fmla="*/ 68 w 80"/>
                  <ns1:gd name="T11" fmla="*/ 68 h 80"/>
                  <ns1:gd name="T12" fmla="*/ 80 w 80"/>
                  <ns1:gd name="T13" fmla="*/ 40 h 80"/>
                  <ns1:gd name="T14" fmla="*/ 68 w 80"/>
                  <ns1:gd name="T15" fmla="*/ 12 h 80"/>
                  <ns1:gd name="T16" fmla="*/ 40 w 80"/>
                  <ns1:gd name="T17" fmla="*/ 0 h 80"/>
                </ns1:gdLst>
                <ns1:ahLst/>
                <ns1:cxnLst>
                  <ns1:cxn ang="0">
                    <ns1:pos x="T0" y="T1"/>
                  </ns1:cxn>
                  <ns1:cxn ang="0">
                    <ns1:pos x="T2" y="T3"/>
                  </ns1:cxn>
                  <ns1:cxn ang="0">
                    <ns1:pos x="T4" y="T5"/>
                  </ns1:cxn>
                  <ns1:cxn ang="0">
                    <ns1:pos x="T6" y="T7"/>
                  </ns1:cxn>
                  <ns1:cxn ang="0">
                    <ns1:pos x="T8" y="T9"/>
                  </ns1:cxn>
                  <ns1:cxn ang="0">
                    <ns1:pos x="T10" y="T11"/>
                  </ns1:cxn>
                  <ns1:cxn ang="0">
                    <ns1:pos x="T12" y="T13"/>
                  </ns1:cxn>
                  <ns1:cxn ang="0">
                    <ns1:pos x="T14" y="T15"/>
                  </ns1:cxn>
                  <ns1:cxn ang="0">
                    <ns1:pos x="T16" y="T17"/>
                  </ns1:cxn>
                </ns1:cxnLst>
                <ns1:rect l="0" t="0" r="r" b="b"/>
                <ns1:pathLst>
                  <ns1:path w="80" h="80">
                    <ns1:moveTo>
                      <ns1:pt x="40" y="0"/>
                    </ns1:moveTo>
                    <ns1:cubicBezTo>
                      <ns1:pt x="29" y="0"/>
                      <ns1:pt x="19" y="4"/>
                      <ns1:pt x="12" y="12"/>
                    </ns1:cubicBezTo>
                    <ns1:cubicBezTo>
                      <ns1:pt x="4" y="19"/>
                      <ns1:pt x="0" y="29"/>
                      <ns1:pt x="0" y="40"/>
                    </ns1:cubicBezTo>
                    <ns1:cubicBezTo>
                      <ns1:pt x="0" y="51"/>
                      <ns1:pt x="4" y="61"/>
                      <ns1:pt x="12" y="68"/>
                    </ns1:cubicBezTo>
                    <ns1:cubicBezTo>
                      <ns1:pt x="19" y="76"/>
                      <ns1:pt x="29" y="80"/>
                      <ns1:pt x="40" y="80"/>
                    </ns1:cubicBezTo>
                    <ns1:cubicBezTo>
                      <ns1:pt x="50" y="80"/>
                      <ns1:pt x="61" y="76"/>
                      <ns1:pt x="68" y="68"/>
                    </ns1:cubicBezTo>
                    <ns1:cubicBezTo>
                      <ns1:pt x="76" y="61"/>
                      <ns1:pt x="80" y="51"/>
                      <ns1:pt x="80" y="40"/>
                    </ns1:cubicBezTo>
                    <ns1:cubicBezTo>
                      <ns1:pt x="80" y="29"/>
                      <ns1:pt x="76" y="19"/>
                      <ns1:pt x="68" y="12"/>
                    </ns1:cubicBezTo>
                    <ns1:cubicBezTo>
                      <ns1:pt x="61" y="4"/>
                      <ns1:pt x="50" y="0"/>
                      <ns1:pt x="40" y="0"/>
                    </ns1:cubicBezTo>
                    <ns1:close/>
                  </ns1:path>
                </ns1:pathLst>
              </ns1:custGeom>
              <ns1:grpFill/>
              <ns1:ln>
                <ns1:noFill/>
              </ns1:ln>
              <ns1:extLst>
                <ns1:ext uri="{91240B29-F687-4F45-9708-019B960494DF}">
                  <ns4:hiddenLine w="9525">
                    <ns1:solidFill>
                      <ns1:srgbClr val="000000"/>
                    </ns1:solidFill>
                    <ns1:round/>
                    <ns1:headEnd/>
                    <ns1:tailEnd/>
                  </ns4:hiddenLine>
                </ns1:ext>
              </ns1:extLst>
            </ns0:spPr>
            <ns0:txBody>
              <ns1:bodyPr vert="horz" wrap="square" lIns="91440" tIns="45720" rIns="91440" bIns="45720" numCol="1" anchor="t" anchorCtr="0" compatLnSpc="1">
                <ns1:prstTxWarp prst="textNoShape">
                  <ns1:avLst/>
                </ns1:prstTxWarp>
              </ns1:bodyPr>
              <ns1:lstStyle/>
              <ns1:p>
                <ns1:endParaRPr lang="en-US"/>
              </ns1:p>
            </ns0:txBody>
          </ns0:sp>
          <ns0:sp>
            <ns0:nvSpPr>
              <ns0:cNvPr id="63" name="Freeform 57">
                <ns1:extLst>
                  <ns1:ext uri="{FF2B5EF4-FFF2-40B4-BE49-F238E27FC236}">
                    <ns2:creationId id="{3EEC6A1E-7841-4ACB-AE9A-26F0905235DE}"/>
                  </ns1:ext>
                </ns1:extLst>
              </ns0:cNvPr>
              <ns0:cNvSpPr>
                <ns1:spLocks/>
              </ns0:cNvSpPr>
              <ns0:nvPr/>
            </ns0:nvSpPr>
            <ns0:spPr bwMode="auto">
              <ns1:xfrm>
                <ns1:off x="2888" y="434"/>
                <ns1:ext cx="477" cy="791"/>
              </ns1:xfrm>
              <ns1:custGeom>
                <ns1:avLst/>
                <ns1:gdLst>
                  <ns1:gd name="T0" fmla="*/ 165 w 226"/>
                  <ns1:gd name="T1" fmla="*/ 8 h 375"/>
                  <ns1:gd name="T2" fmla="*/ 22 w 226"/>
                  <ns1:gd name="T3" fmla="*/ 151 h 375"/>
                  <ns1:gd name="T4" fmla="*/ 46 w 226"/>
                  <ns1:gd name="T5" fmla="*/ 354 h 375"/>
                  <ns1:gd name="T6" fmla="*/ 81 w 226"/>
                  <ns1:gd name="T7" fmla="*/ 375 h 375"/>
                  <ns1:gd name="T8" fmla="*/ 100 w 226"/>
                  <ns1:gd name="T9" fmla="*/ 370 h 375"/>
                  <ns1:gd name="T10" fmla="*/ 116 w 226"/>
                  <ns1:gd name="T11" fmla="*/ 316 h 375"/>
                  <ns1:gd name="T12" fmla="*/ 97 w 226"/>
                  <ns1:gd name="T13" fmla="*/ 178 h 375"/>
                  <ns1:gd name="T14" fmla="*/ 196 w 226"/>
                  <ns1:gd name="T15" fmla="*/ 82 h 375"/>
                  <ns1:gd name="T16" fmla="*/ 218 w 226"/>
                  <ns1:gd name="T17" fmla="*/ 29 h 375"/>
                  <ns1:gd name="T18" fmla="*/ 165 w 226"/>
                  <ns1:gd name="T19" fmla="*/ 8 h 375"/>
                </ns1:gdLst>
                <ns1:ahLst/>
                <ns1:cxnLst>
                  <ns1:cxn ang="0">
                    <ns1:pos x="T0" y="T1"/>
                  </ns1:cxn>
                  <ns1:cxn ang="0">
                    <ns1:pos x="T2" y="T3"/>
                  </ns1:cxn>
                  <ns1:cxn ang="0">
                    <ns1:pos x="T4" y="T5"/>
                  </ns1:cxn>
                  <ns1:cxn ang="0">
                    <ns1:pos x="T6" y="T7"/>
                  </ns1:cxn>
                  <ns1:cxn ang="0">
                    <ns1:pos x="T8" y="T9"/>
                  </ns1:cxn>
                  <ns1:cxn ang="0">
                    <ns1:pos x="T10" y="T11"/>
                  </ns1:cxn>
                  <ns1:cxn ang="0">
                    <ns1:pos x="T12" y="T13"/>
                  </ns1:cxn>
                  <ns1:cxn ang="0">
                    <ns1:pos x="T14" y="T15"/>
                  </ns1:cxn>
                  <ns1:cxn ang="0">
                    <ns1:pos x="T16" y="T17"/>
                  </ns1:cxn>
                  <ns1:cxn ang="0">
                    <ns1:pos x="T18" y="T19"/>
                  </ns1:cxn>
                </ns1:cxnLst>
                <ns1:rect l="0" t="0" r="r" b="b"/>
                <ns1:pathLst>
                  <ns1:path w="226" h="375">
                    <ns1:moveTo>
                      <ns1:pt x="165" y="8"/>
                    </ns1:moveTo>
                    <ns1:cubicBezTo>
                      <ns1:pt x="95" y="39"/>
                      <ns1:pt x="44" y="89"/>
                      <ns1:pt x="22" y="151"/>
                    </ns1:cubicBezTo>
                    <ns1:cubicBezTo>
                      <ns1:pt x="0" y="214"/>
                      <ns1:pt x="8" y="284"/>
                      <ns1:pt x="46" y="354"/>
                    </ns1:cubicBezTo>
                    <ns1:cubicBezTo>
                      <ns1:pt x="53" y="367"/>
                      <ns1:pt x="67" y="375"/>
                      <ns1:pt x="81" y="375"/>
                    </ns1:cubicBezTo>
                    <ns1:cubicBezTo>
                      <ns1:pt x="87" y="375"/>
                      <ns1:pt x="94" y="373"/>
                      <ns1:pt x="100" y="370"/>
                    </ns1:cubicBezTo>
                    <ns1:cubicBezTo>
                      <ns1:pt x="119" y="360"/>
                      <ns1:pt x="127" y="335"/>
                      <ns1:pt x="116" y="316"/>
                    </ns1:cubicBezTo>
                    <ns1:cubicBezTo>
                      <ns1:pt x="89" y="266"/>
                      <ns1:pt x="83" y="219"/>
                      <ns1:pt x="97" y="178"/>
                    </ns1:cubicBezTo>
                    <ns1:cubicBezTo>
                      <ns1:pt x="112" y="137"/>
                      <ns1:pt x="147" y="103"/>
                      <ns1:pt x="196" y="82"/>
                    </ns1:cubicBezTo>
                    <ns1:cubicBezTo>
                      <ns1:pt x="217" y="73"/>
                      <ns1:pt x="226" y="50"/>
                      <ns1:pt x="218" y="29"/>
                    </ns1:cubicBezTo>
                    <ns1:cubicBezTo>
                      <ns1:pt x="209" y="9"/>
                      <ns1:pt x="185" y="0"/>
                      <ns1:pt x="165" y="8"/>
                    </ns1:cubicBezTo>
                    <ns1:close/>
                  </ns1:path>
                </ns1:pathLst>
              </ns1:custGeom>
              <ns1:grpFill/>
              <ns1:ln>
                <ns1:noFill/>
              </ns1:ln>
              <ns1:extLst>
                <ns1:ext uri="{91240B29-F687-4F45-9708-019B960494DF}">
                  <ns4:hiddenLine w="9525">
                    <ns1:solidFill>
                      <ns1:srgbClr val="000000"/>
                    </ns1:solidFill>
                    <ns1:round/>
                    <ns1:headEnd/>
                    <ns1:tailEnd/>
                  </ns4:hiddenLine>
                </ns1:ext>
              </ns1:extLst>
            </ns0:spPr>
            <ns0:txBody>
              <ns1:bodyPr vert="horz" wrap="square" lIns="91440" tIns="45720" rIns="91440" bIns="45720" numCol="1" anchor="t" anchorCtr="0" compatLnSpc="1">
                <ns1:prstTxWarp prst="textNoShape">
                  <ns1:avLst/>
                </ns1:prstTxWarp>
              </ns1:bodyPr>
              <ns1:lstStyle/>
              <ns1:p>
                <ns1:endParaRPr lang="en-US"/>
              </ns1:p>
            </ns0:txBody>
          </ns0:sp>
          <ns0:sp>
            <ns0:nvSpPr>
              <ns0:cNvPr id="64" name="Freeform 58">
                <ns1:extLst>
                  <ns1:ext uri="{FF2B5EF4-FFF2-40B4-BE49-F238E27FC236}">
                    <ns2:creationId id="{DBA7768E-9D5C-4BAF-99C5-155669CC7866}"/>
                  </ns1:ext>
                </ns1:extLst>
              </ns0:cNvPr>
              <ns0:cNvSpPr>
                <ns1:spLocks/>
              </ns0:cNvSpPr>
              <ns0:nvPr/>
            </ns0:nvSpPr>
            <ns0:spPr bwMode="auto">
              <ns1:xfrm>
                <ns1:off x="3464" y="390"/>
                <ns1:ext cx="173" cy="169"/>
              </ns1:xfrm>
              <ns1:custGeom>
                <ns1:avLst/>
                <ns1:gdLst>
                  <ns1:gd name="T0" fmla="*/ 42 w 82"/>
                  <ns1:gd name="T1" fmla="*/ 0 h 80"/>
                  <ns1:gd name="T2" fmla="*/ 40 w 82"/>
                  <ns1:gd name="T3" fmla="*/ 0 h 80"/>
                  <ns1:gd name="T4" fmla="*/ 0 w 82"/>
                  <ns1:gd name="T5" fmla="*/ 40 h 80"/>
                  <ns1:gd name="T6" fmla="*/ 40 w 82"/>
                  <ns1:gd name="T7" fmla="*/ 80 h 80"/>
                  <ns1:gd name="T8" fmla="*/ 40 w 82"/>
                  <ns1:gd name="T9" fmla="*/ 80 h 80"/>
                  <ns1:gd name="T10" fmla="*/ 42 w 82"/>
                  <ns1:gd name="T11" fmla="*/ 80 h 80"/>
                  <ns1:gd name="T12" fmla="*/ 82 w 82"/>
                  <ns1:gd name="T13" fmla="*/ 40 h 80"/>
                  <ns1:gd name="T14" fmla="*/ 42 w 82"/>
                  <ns1:gd name="T15" fmla="*/ 0 h 80"/>
                </ns1:gdLst>
                <ns1:ahLst/>
                <ns1:cxnLst>
                  <ns1:cxn ang="0">
                    <ns1:pos x="T0" y="T1"/>
                  </ns1:cxn>
                  <ns1:cxn ang="0">
                    <ns1:pos x="T2" y="T3"/>
                  </ns1:cxn>
                  <ns1:cxn ang="0">
                    <ns1:pos x="T4" y="T5"/>
                  </ns1:cxn>
                  <ns1:cxn ang="0">
                    <ns1:pos x="T6" y="T7"/>
                  </ns1:cxn>
                  <ns1:cxn ang="0">
                    <ns1:pos x="T8" y="T9"/>
                  </ns1:cxn>
                  <ns1:cxn ang="0">
                    <ns1:pos x="T10" y="T11"/>
                  </ns1:cxn>
                  <ns1:cxn ang="0">
                    <ns1:pos x="T12" y="T13"/>
                  </ns1:cxn>
                  <ns1:cxn ang="0">
                    <ns1:pos x="T14" y="T15"/>
                  </ns1:cxn>
                </ns1:cxnLst>
                <ns1:rect l="0" t="0" r="r" b="b"/>
                <ns1:pathLst>
                  <ns1:path w="82" h="80">
                    <ns1:moveTo>
                      <ns1:pt x="42" y="0"/>
                    </ns1:moveTo>
                    <ns1:cubicBezTo>
                      <ns1:pt x="40" y="0"/>
                      <ns1:pt x="40" y="0"/>
                      <ns1:pt x="40" y="0"/>
                    </ns1:cubicBezTo>
                    <ns1:cubicBezTo>
                      <ns1:pt x="18" y="0"/>
                      <ns1:pt x="0" y="18"/>
                      <ns1:pt x="0" y="40"/>
                    </ns1:cubicBezTo>
                    <ns1:cubicBezTo>
                      <ns1:pt x="0" y="62"/>
                      <ns1:pt x="18" y="80"/>
                      <ns1:pt x="40" y="80"/>
                    </ns1:cubicBezTo>
                    <ns1:cubicBezTo>
                      <ns1:pt x="40" y="80"/>
                      <ns1:pt x="40" y="80"/>
                      <ns1:pt x="40" y="80"/>
                    </ns1:cubicBezTo>
                    <ns1:cubicBezTo>
                      <ns1:pt x="42" y="80"/>
                      <ns1:pt x="42" y="80"/>
                      <ns1:pt x="42" y="80"/>
                    </ns1:cubicBezTo>
                    <ns1:cubicBezTo>
                      <ns1:pt x="64" y="80"/>
                      <ns1:pt x="82" y="62"/>
                      <ns1:pt x="82" y="40"/>
                    </ns1:cubicBezTo>
                    <ns1:cubicBezTo>
                      <ns1:pt x="82" y="18"/>
                      <ns1:pt x="64" y="0"/>
                      <ns1:pt x="42" y="0"/>
                    </ns1:cubicBezTo>
                    <ns1:close/>
                  </ns1:path>
                </ns1:pathLst>
              </ns1:custGeom>
              <ns1:grpFill/>
              <ns1:ln>
                <ns1:noFill/>
              </ns1:ln>
              <ns1:extLst>
                <ns1:ext uri="{91240B29-F687-4F45-9708-019B960494DF}">
                  <ns4:hiddenLine w="9525">
                    <ns1:solidFill>
                      <ns1:srgbClr val="000000"/>
                    </ns1:solidFill>
                    <ns1:round/>
                    <ns1:headEnd/>
                    <ns1:tailEnd/>
                  </ns4:hiddenLine>
                </ns1:ext>
              </ns1:extLst>
            </ns0:spPr>
            <ns0:txBody>
              <ns1:bodyPr vert="horz" wrap="square" lIns="91440" tIns="45720" rIns="91440" bIns="45720" numCol="1" anchor="t" anchorCtr="0" compatLnSpc="1">
                <ns1:prstTxWarp prst="textNoShape">
                  <ns1:avLst/>
                </ns1:prstTxWarp>
              </ns1:bodyPr>
              <ns1:lstStyle/>
              <ns1:p>
                <ns1:endParaRPr lang="en-US"/>
              </ns1:p>
            </ns0:txBody>
          </ns0:sp>
        </ns0:grpSp>
      </ns0:grpSp>
      <ns0:grpSp>
        <ns0:nvGrpSpPr>
          <ns0:cNvPr id="71" name="Group 70">
            <ns1:extLst>
              <ns1:ext uri="{FF2B5EF4-FFF2-40B4-BE49-F238E27FC236}">
                <ns2:creationId id="{AE3274D7-4D91-4D5C-93FB-70EA88601773}"/>
              </ns1:ext>
            </ns1:extLst>
          </ns0:cNvPr>
          <ns0:cNvGrpSpPr/>
          <ns0:nvPr/>
        </ns0:nvGrpSpPr>
        <ns0:grpSpPr>
          <ns1:xfrm>
            <ns1:off x="2919889" y="3704501"/>
            <ns1:ext cx="950612" cy="950612"/>
            <ns1:chOff x="2919889" y="3772463"/>
            <ns1:chExt cx="950612" cy="950612"/>
          </ns1:xfrm>
        </ns0:grpSpPr>
        <ns0:sp>
          <ns0:nvSpPr>
            <ns0:cNvPr id="52" name="Oval 51">
              <ns1:extLst>
                <ns1:ext uri="{FF2B5EF4-FFF2-40B4-BE49-F238E27FC236}">
                  <ns2:creationId id="{4DFE4951-2A2B-4F5C-955F-2AE768031E70}"/>
                </ns1:ext>
              </ns1:extLst>
            </ns0:cNvPr>
            <ns0:cNvSpPr/>
            <ns0:nvPr/>
          </ns0:nvSpPr>
          <ns0:spPr>
            <ns1:xfrm>
              <ns1:off x="2919889" y="3772463"/>
              <ns1:ext cx="950612" cy="950612"/>
            </ns1:xfrm>
            <ns1:prstGeom prst="ellipse">
              <ns1:avLst/>
            </ns1:prstGeom>
            <ns1:solidFill>
              <ns1:schemeClr val="bg1"/>
            </ns1:solidFill>
            <ns1:ln>
              <ns1:noFill/>
            </ns1:ln>
          </ns0:spPr>
          <ns0:style>
            <ns1:lnRef idx="2">
              <ns1:schemeClr val="accent1">
                <ns1:shade val="50000"/>
              </ns1:schemeClr>
            </ns1:lnRef>
            <ns1:fillRef idx="1">
              <ns1:schemeClr val="accent1"/>
            </ns1:fillRef>
            <ns1:effectRef idx="0">
              <ns1:schemeClr val="accent1"/>
            </ns1:effectRef>
            <ns1:fontRef idx="minor">
              <ns1:schemeClr val="lt1"/>
            </ns1:fontRef>
          </ns0:style>
          <ns0:txBody>
            <ns1:bodyPr rtlCol="0" anchor="ctr"/>
            <ns1:lstStyle/>
            <ns1:p>
              <ns1:pPr algn="r"/>
              <ns1:endParaRPr lang="en-US"/>
            </ns1:p>
          </ns0:txBody>
        </ns0:sp>
        <ns0:grpSp>
          <ns0:nvGrpSpPr>
            <ns0:cNvPr id="66" name="Group 44">
              <ns1:extLst>
                <ns1:ext uri="{FF2B5EF4-FFF2-40B4-BE49-F238E27FC236}">
                  <ns2:creationId id="{83E51B39-017C-4773-A5C5-00A919C7274C}"/>
                </ns1:ext>
              </ns1:extLst>
            </ns0:cNvPr>
            <ns0:cNvGrpSpPr>
              <ns1:grpSpLocks noChangeAspect="1"/>
            </ns0:cNvGrpSpPr>
            <ns0:nvPr/>
          </ns0:nvGrpSpPr>
          <ns0:grpSpPr bwMode="auto">
            <ns1:xfrm>
              <ns1:off x="3148429" y="4001688"/>
              <ns1:ext cx="493532" cy="492162"/>
              <ns1:chOff x="1676" y="6"/>
              <ns1:chExt cx="4322" cy="4310"/>
            </ns1:xfrm>
            <ns1:solidFill>
              <ns1:srgbClr val="F07D66"/>
            </ns1:solidFill>
          </ns0:grpSpPr>
          <ns0:sp>
            <ns0:nvSpPr>
              <ns0:cNvPr id="67" name="Freeform 45">
                <ns1:extLst>
                  <ns1:ext uri="{FF2B5EF4-FFF2-40B4-BE49-F238E27FC236}">
                    <ns2:creationId id="{918B6FD3-1F37-45F5-96E8-EF07342A489C}"/>
                  </ns1:ext>
                </ns1:extLst>
              </ns0:cNvPr>
              <ns0:cNvSpPr>
                <ns1:spLocks noEditPoints="1"/>
              </ns0:cNvSpPr>
              <ns0:nvPr/>
            </ns0:nvSpPr>
            <ns0:spPr bwMode="auto">
              <ns1:xfrm>
                <ns1:off x="4786" y="2487"/>
                <ns1:ext cx="514" cy="516"/>
              </ns1:xfrm>
              <ns1:custGeom>
                <ns1:avLst/>
                <ns1:gdLst>
                  <ns1:gd name="T0" fmla="*/ 0 w 243"/>
                  <ns1:gd name="T1" fmla="*/ 122 h 244"/>
                  <ns1:gd name="T2" fmla="*/ 122 w 243"/>
                  <ns1:gd name="T3" fmla="*/ 244 h 244"/>
                  <ns1:gd name="T4" fmla="*/ 243 w 243"/>
                  <ns1:gd name="T5" fmla="*/ 122 h 244"/>
                  <ns1:gd name="T6" fmla="*/ 122 w 243"/>
                  <ns1:gd name="T7" fmla="*/ 0 h 244"/>
                  <ns1:gd name="T8" fmla="*/ 0 w 243"/>
                  <ns1:gd name="T9" fmla="*/ 122 h 244"/>
                  <ns1:gd name="T10" fmla="*/ 162 w 243"/>
                  <ns1:gd name="T11" fmla="*/ 122 h 244"/>
                  <ns1:gd name="T12" fmla="*/ 122 w 243"/>
                  <ns1:gd name="T13" fmla="*/ 162 h 244"/>
                  <ns1:gd name="T14" fmla="*/ 82 w 243"/>
                  <ns1:gd name="T15" fmla="*/ 122 h 244"/>
                  <ns1:gd name="T16" fmla="*/ 122 w 243"/>
                  <ns1:gd name="T17" fmla="*/ 82 h 244"/>
                  <ns1:gd name="T18" fmla="*/ 162 w 243"/>
                  <ns1:gd name="T19" fmla="*/ 122 h 244"/>
                  <ns1:gd name="T20" fmla="*/ 162 w 243"/>
                  <ns1:gd name="T21" fmla="*/ 122 h 244"/>
                  <ns1:gd name="T22" fmla="*/ 162 w 243"/>
                  <ns1:gd name="T23" fmla="*/ 122 h 244"/>
                </ns1:gdLst>
                <ns1:ahLst/>
                <ns1:cxnLst>
                  <ns1:cxn ang="0">
                    <ns1:pos x="T0" y="T1"/>
                  </ns1:cxn>
                  <ns1:cxn ang="0">
                    <ns1:pos x="T2" y="T3"/>
                  </ns1:cxn>
                  <ns1:cxn ang="0">
                    <ns1:pos x="T4" y="T5"/>
                  </ns1:cxn>
                  <ns1:cxn ang="0">
                    <ns1:pos x="T6" y="T7"/>
                  </ns1:cxn>
                  <ns1:cxn ang="0">
                    <ns1:pos x="T8" y="T9"/>
                  </ns1:cxn>
                  <ns1:cxn ang="0">
                    <ns1:pos x="T10" y="T11"/>
                  </ns1:cxn>
                  <ns1:cxn ang="0">
                    <ns1:pos x="T12" y="T13"/>
                  </ns1:cxn>
                  <ns1:cxn ang="0">
                    <ns1:pos x="T14" y="T15"/>
                  </ns1:cxn>
                  <ns1:cxn ang="0">
                    <ns1:pos x="T16" y="T17"/>
                  </ns1:cxn>
                  <ns1:cxn ang="0">
                    <ns1:pos x="T18" y="T19"/>
                  </ns1:cxn>
                  <ns1:cxn ang="0">
                    <ns1:pos x="T20" y="T21"/>
                  </ns1:cxn>
                  <ns1:cxn ang="0">
                    <ns1:pos x="T22" y="T23"/>
                  </ns1:cxn>
                </ns1:cxnLst>
                <ns1:rect l="0" t="0" r="r" b="b"/>
                <ns1:pathLst>
                  <ns1:path w="243" h="244">
                    <ns1:moveTo>
                      <ns1:pt x="0" y="122"/>
                    </ns1:moveTo>
                    <ns1:cubicBezTo>
                      <ns1:pt x="0" y="189"/>
                      <ns1:pt x="55" y="244"/>
                      <ns1:pt x="122" y="244"/>
                    </ns1:cubicBezTo>
                    <ns1:cubicBezTo>
                      <ns1:pt x="189" y="244"/>
                      <ns1:pt x="243" y="189"/>
                      <ns1:pt x="243" y="122"/>
                    </ns1:cubicBezTo>
                    <ns1:cubicBezTo>
                      <ns1:pt x="243" y="55"/>
                      <ns1:pt x="189" y="0"/>
                      <ns1:pt x="122" y="0"/>
                    </ns1:cubicBezTo>
                    <ns1:cubicBezTo>
                      <ns1:pt x="55" y="0"/>
                      <ns1:pt x="0" y="55"/>
                      <ns1:pt x="0" y="122"/>
                    </ns1:cubicBezTo>
                    <ns1:close/>
                    <ns1:moveTo>
                      <ns1:pt x="162" y="122"/>
                    </ns1:moveTo>
                    <ns1:cubicBezTo>
                      <ns1:pt x="162" y="144"/>
                      <ns1:pt x="144" y="162"/>
                      <ns1:pt x="122" y="162"/>
                    </ns1:cubicBezTo>
                    <ns1:cubicBezTo>
                      <ns1:pt x="100" y="162"/>
                      <ns1:pt x="82" y="144"/>
                      <ns1:pt x="82" y="122"/>
                    </ns1:cubicBezTo>
                    <ns1:cubicBezTo>
                      <ns1:pt x="82" y="100"/>
                      <ns1:pt x="100" y="82"/>
                      <ns1:pt x="122" y="82"/>
                    </ns1:cubicBezTo>
                    <ns1:cubicBezTo>
                      <ns1:pt x="144" y="82"/>
                      <ns1:pt x="162" y="100"/>
                      <ns1:pt x="162" y="122"/>
                    </ns1:cubicBezTo>
                    <ns1:close/>
                    <ns1:moveTo>
                      <ns1:pt x="162" y="122"/>
                    </ns1:moveTo>
                    <ns1:cubicBezTo>
                      <ns1:pt x="162" y="122"/>
                      <ns1:pt x="162" y="122"/>
                      <ns1:pt x="162" y="122"/>
                    </ns1:cubicBezTo>
                  </ns1:path>
                </ns1:pathLst>
              </ns1:custGeom>
              <ns1:grpFill/>
              <ns1:ln>
                <ns1:noFill/>
              </ns1:ln>
              <ns1:extLst>
                <ns1:ext uri="{91240B29-F687-4F45-9708-019B960494DF}">
                  <ns4:hiddenLine w="9525">
                    <ns1:solidFill>
                      <ns1:srgbClr val="000000"/>
                    </ns1:solidFill>
                    <ns1:round/>
                    <ns1:headEnd/>
                    <ns1:tailEnd/>
                  </ns4:hiddenLine>
                </ns1:ext>
              </ns1:extLst>
            </ns0:spPr>
            <ns0:txBody>
              <ns1:bodyPr vert="horz" wrap="square" lIns="91440" tIns="45720" rIns="91440" bIns="45720" numCol="1" anchor="t" anchorCtr="0" compatLnSpc="1">
                <ns1:prstTxWarp prst="textNoShape">
                  <ns1:avLst/>
                </ns1:prstTxWarp>
              </ns1:bodyPr>
              <ns1:lstStyle/>
              <ns1:p>
                <ns1:endParaRPr lang="en-US"/>
              </ns1:p>
            </ns0:txBody>
          </ns0:sp>
          <ns0:sp>
            <ns0:nvSpPr>
              <ns0:cNvPr id="68" name="Freeform 46">
                <ns1:extLst>
                  <ns1:ext uri="{FF2B5EF4-FFF2-40B4-BE49-F238E27FC236}">
                    <ns2:creationId id="{656C2997-B87C-49C6-BAB5-E889DEA1B03C}"/>
                  </ns1:ext>
                </ns1:extLst>
              </ns0:cNvPr>
              <ns0:cNvSpPr>
                <ns1:spLocks noEditPoints="1"/>
              </ns0:cNvSpPr>
              <ns0:nvPr/>
            </ns0:nvSpPr>
            <ns0:spPr bwMode="auto">
              <ns1:xfrm>
                <ns1:off x="1676" y="6"/>
                <ns1:ext cx="4322" cy="4310"/>
              </ns1:xfrm>
              <ns1:custGeom>
                <ns1:avLst/>
                <ns1:gdLst>
                  <ns1:gd name="T0" fmla="*/ 1854 w 2044"/>
                  <ns1:gd name="T1" fmla="*/ 182 h 2038"/>
                  <ns1:gd name="T2" fmla="*/ 983 w 2044"/>
                  <ns1:gd name="T3" fmla="*/ 41 h 2038"/>
                  <ns1:gd name="T4" fmla="*/ 404 w 2044"/>
                  <ns1:gd name="T5" fmla="*/ 41 h 2038"/>
                  <ns1:gd name="T6" fmla="*/ 157 w 2044"/>
                  <ns1:gd name="T7" fmla="*/ 182 h 2038"/>
                  <ns1:gd name="T8" fmla="*/ 0 w 2044"/>
                  <ns1:gd name="T9" fmla="*/ 252 h 2038"/>
                  <ns1:gd name="T10" fmla="*/ 157 w 2044"/>
                  <ns1:gd name="T11" fmla="*/ 761 h 2038"/>
                  <ns1:gd name="T12" fmla="*/ 339 w 2044"/>
                  <ns1:gd name="T13" fmla="*/ 819 h 2038"/>
                  <ns1:gd name="T14" fmla="*/ 443 w 2044"/>
                  <ns1:gd name="T15" fmla="*/ 1064 h 2038"/>
                  <ns1:gd name="T16" fmla="*/ 525 w 2044"/>
                  <ns1:gd name="T17" fmla="*/ 1275 h 2038"/>
                  <ns1:gd name="T18" fmla="*/ 617 w 2044"/>
                  <ns1:gd name="T19" fmla="*/ 1275 h 2038"/>
                  <ns1:gd name="T20" fmla="*/ 699 w 2044"/>
                  <ns1:gd name="T21" fmla="*/ 1064 h 2038"/>
                  <ns1:gd name="T22" fmla="*/ 800 w 2044"/>
                  <ns1:gd name="T23" fmla="*/ 819 h 2038"/>
                  <ns1:gd name="T24" fmla="*/ 290 w 2044"/>
                  <ns1:gd name="T25" fmla="*/ 1771 h 2038"/>
                  <ns1:gd name="T26" fmla="*/ 1813 w 2044"/>
                  <ns1:gd name="T27" fmla="*/ 2038 h 2038"/>
                  <ns1:gd name="T28" fmla="*/ 2003 w 2044"/>
                  <ns1:gd name="T29" fmla="*/ 1853 h 2038"/>
                  <ns1:gd name="T30" fmla="*/ 2003 w 2044"/>
                  <ns1:gd name="T31" fmla="*/ 400 h 2038"/>
                  <ns1:gd name="T32" fmla="*/ 1561 w 2044"/>
                  <ns1:gd name="T33" fmla="*/ 223 h 2038"/>
                  <ns1:gd name="T34" fmla="*/ 1269 w 2044"/>
                  <ns1:gd name="T35" fmla="*/ 400 h 2038"/>
                  <ns1:gd name="T36" fmla="*/ 1445 w 2044"/>
                  <ns1:gd name="T37" fmla="*/ 223 h 2038"/>
                  <ns1:gd name="T38" fmla="*/ 866 w 2044"/>
                  <ns1:gd name="T39" fmla="*/ 400 h 2038"/>
                  <ns1:gd name="T40" fmla="*/ 1109 w 2044"/>
                  <ns1:gd name="T41" fmla="*/ 300 h 2038"/>
                  <ns1:gd name="T42" fmla="*/ 606 w 2044"/>
                  <ns1:gd name="T43" fmla="*/ 400 h 2038"/>
                  <ns1:gd name="T44" fmla="*/ 926 w 2044"/>
                  <ns1:gd name="T45" fmla="*/ 223 h 2038"/>
                  <ns1:gd name="T46" fmla="*/ 491 w 2044"/>
                  <ns1:gd name="T47" fmla="*/ 400 h 2038"/>
                  <ns1:gd name="T48" fmla="*/ 667 w 2044"/>
                  <ns1:gd name="T49" fmla="*/ 223 h 2038"/>
                  <ns1:gd name="T50" fmla="*/ 1772 w 2044"/>
                  <ns1:gd name="T51" fmla="*/ 271 h 2038"/>
                  <ns1:gd name="T52" fmla="*/ 1772 w 2044"/>
                  <ns1:gd name="T53" fmla="*/ 271 h 2038"/>
                  <ns1:gd name="T54" fmla="*/ 735 w 2044"/>
                  <ns1:gd name="T55" fmla="*/ 82 h 2038"/>
                  <ns1:gd name="T56" fmla="*/ 486 w 2044"/>
                  <ns1:gd name="T57" fmla="*/ 82 h 2038"/>
                  <ns1:gd name="T58" fmla="*/ 486 w 2044"/>
                  <ns1:gd name="T59" fmla="*/ 142 h 2038"/>
                  <ns1:gd name="T60" fmla="*/ 82 w 2044"/>
                  <ns1:gd name="T61" fmla="*/ 293 h 2038"/>
                  <ns1:gd name="T62" fmla="*/ 82 w 2044"/>
                  <ns1:gd name="T63" fmla="*/ 679 h 2038"/>
                  <ns1:gd name="T64" fmla="*/ 737 w 2044"/>
                  <ns1:gd name="T65" fmla="*/ 646 h 2038"/>
                  <ns1:gd name="T66" fmla="*/ 239 w 2044"/>
                  <ns1:gd name="T67" fmla="*/ 565 h 2038"/>
                  <ns1:gd name="T68" fmla="*/ 404 w 2044"/>
                  <ns1:gd name="T69" fmla="*/ 440 h 2038"/>
                  <ns1:gd name="T70" fmla="*/ 1772 w 2044"/>
                  <ns1:gd name="T71" fmla="*/ 565 h 2038"/>
                  <ns1:gd name="T72" fmla="*/ 1064 w 2044"/>
                  <ns1:gd name="T73" fmla="*/ 646 h 2038"/>
                  <ns1:gd name="T74" fmla="*/ 239 w 2044"/>
                  <ns1:gd name="T75" fmla="*/ 738 h 2038"/>
                  <ns1:gd name="T76" fmla="*/ 421 w 2044"/>
                  <ns1:gd name="T77" fmla="*/ 982 h 2038"/>
                  <ns1:gd name="T78" fmla="*/ 718 w 2044"/>
                  <ns1:gd name="T79" fmla="*/ 982 h 2038"/>
                  <ns1:gd name="T80" fmla="*/ 1593 w 2044"/>
                  <ns1:gd name="T81" fmla="*/ 1034 h 2038"/>
                  <ns1:gd name="T82" fmla="*/ 1772 w 2044"/>
                  <ns1:gd name="T83" fmla="*/ 819 h 2038"/>
                  <ns1:gd name="T84" fmla="*/ 1413 w 2044"/>
                  <ns1:gd name="T85" fmla="*/ 1295 h 2038"/>
                  <ns1:gd name="T86" fmla="*/ 1413 w 2044"/>
                  <ns1:gd name="T87" fmla="*/ 1485 h 2038"/>
                  <ns1:gd name="T88" fmla="*/ 1772 w 2044"/>
                  <ns1:gd name="T89" fmla="*/ 1771 h 2038"/>
                  <ns1:gd name="T90" fmla="*/ 1772 w 2044"/>
                  <ns1:gd name="T91" fmla="*/ 1956 h 2038"/>
                  <ns1:gd name="T92" fmla="*/ 290 w 2044"/>
                  <ns1:gd name="T93" fmla="*/ 1853 h 2038"/>
                  <ns1:gd name="T94" fmla="*/ 1962 w 2044"/>
                  <ns1:gd name="T95" fmla="*/ 1771 h 2038"/>
                  <ns1:gd name="T96" fmla="*/ 1962 w 2044"/>
                  <ns1:gd name="T97" fmla="*/ 481 h 2038"/>
                  <ns1:gd name="T98" fmla="*/ 1962 w 2044"/>
                  <ns1:gd name="T99" fmla="*/ 1771 h 2038"/>
                </ns1:gdLst>
                <ns1:ahLst/>
                <ns1:cxnLst>
                  <ns1:cxn ang="0">
                    <ns1:pos x="T0" y="T1"/>
                  </ns1:cxn>
                  <ns1:cxn ang="0">
                    <ns1:pos x="T2" y="T3"/>
                  </ns1:cxn>
                  <ns1:cxn ang="0">
                    <ns1:pos x="T4" y="T5"/>
                  </ns1:cxn>
                  <ns1:cxn ang="0">
                    <ns1:pos x="T6" y="T7"/>
                  </ns1:cxn>
                  <ns1:cxn ang="0">
                    <ns1:pos x="T8" y="T9"/>
                  </ns1:cxn>
                  <ns1:cxn ang="0">
                    <ns1:pos x="T10" y="T11"/>
                  </ns1:cxn>
                  <ns1:cxn ang="0">
                    <ns1:pos x="T12" y="T13"/>
                  </ns1:cxn>
                  <ns1:cxn ang="0">
                    <ns1:pos x="T14" y="T15"/>
                  </ns1:cxn>
                  <ns1:cxn ang="0">
                    <ns1:pos x="T16" y="T17"/>
                  </ns1:cxn>
                  <ns1:cxn ang="0">
                    <ns1:pos x="T18" y="T19"/>
                  </ns1:cxn>
                  <ns1:cxn ang="0">
                    <ns1:pos x="T20" y="T21"/>
                  </ns1:cxn>
                  <ns1:cxn ang="0">
                    <ns1:pos x="T22" y="T23"/>
                  </ns1:cxn>
                  <ns1:cxn ang="0">
                    <ns1:pos x="T24" y="T25"/>
                  </ns1:cxn>
                  <ns1:cxn ang="0">
                    <ns1:pos x="T26" y="T27"/>
                  </ns1:cxn>
                  <ns1:cxn ang="0">
                    <ns1:pos x="T28" y="T29"/>
                  </ns1:cxn>
                  <ns1:cxn ang="0">
                    <ns1:pos x="T30" y="T31"/>
                  </ns1:cxn>
                  <ns1:cxn ang="0">
                    <ns1:pos x="T32" y="T33"/>
                  </ns1:cxn>
                  <ns1:cxn ang="0">
                    <ns1:pos x="T34" y="T35"/>
                  </ns1:cxn>
                  <ns1:cxn ang="0">
                    <ns1:pos x="T36" y="T37"/>
                  </ns1:cxn>
                  <ns1:cxn ang="0">
                    <ns1:pos x="T38" y="T39"/>
                  </ns1:cxn>
                  <ns1:cxn ang="0">
                    <ns1:pos x="T40" y="T41"/>
                  </ns1:cxn>
                  <ns1:cxn ang="0">
                    <ns1:pos x="T42" y="T43"/>
                  </ns1:cxn>
                  <ns1:cxn ang="0">
                    <ns1:pos x="T44" y="T45"/>
                  </ns1:cxn>
                  <ns1:cxn ang="0">
                    <ns1:pos x="T46" y="T47"/>
                  </ns1:cxn>
                  <ns1:cxn ang="0">
                    <ns1:pos x="T48" y="T49"/>
                  </ns1:cxn>
                  <ns1:cxn ang="0">
                    <ns1:pos x="T50" y="T51"/>
                  </ns1:cxn>
                  <ns1:cxn ang="0">
                    <ns1:pos x="T52" y="T53"/>
                  </ns1:cxn>
                  <ns1:cxn ang="0">
                    <ns1:pos x="T54" y="T55"/>
                  </ns1:cxn>
                  <ns1:cxn ang="0">
                    <ns1:pos x="T56" y="T57"/>
                  </ns1:cxn>
                  <ns1:cxn ang="0">
                    <ns1:pos x="T58" y="T59"/>
                  </ns1:cxn>
                  <ns1:cxn ang="0">
                    <ns1:pos x="T60" y="T61"/>
                  </ns1:cxn>
                  <ns1:cxn ang="0">
                    <ns1:pos x="T62" y="T63"/>
                  </ns1:cxn>
                  <ns1:cxn ang="0">
                    <ns1:pos x="T64" y="T65"/>
                  </ns1:cxn>
                  <ns1:cxn ang="0">
                    <ns1:pos x="T66" y="T67"/>
                  </ns1:cxn>
                  <ns1:cxn ang="0">
                    <ns1:pos x="T68" y="T69"/>
                  </ns1:cxn>
                  <ns1:cxn ang="0">
                    <ns1:pos x="T70" y="T71"/>
                  </ns1:cxn>
                  <ns1:cxn ang="0">
                    <ns1:pos x="T72" y="T73"/>
                  </ns1:cxn>
                  <ns1:cxn ang="0">
                    <ns1:pos x="T74" y="T75"/>
                  </ns1:cxn>
                  <ns1:cxn ang="0">
                    <ns1:pos x="T76" y="T77"/>
                  </ns1:cxn>
                  <ns1:cxn ang="0">
                    <ns1:pos x="T78" y="T79"/>
                  </ns1:cxn>
                  <ns1:cxn ang="0">
                    <ns1:pos x="T80" y="T81"/>
                  </ns1:cxn>
                  <ns1:cxn ang="0">
                    <ns1:pos x="T82" y="T83"/>
                  </ns1:cxn>
                  <ns1:cxn ang="0">
                    <ns1:pos x="T84" y="T85"/>
                  </ns1:cxn>
                  <ns1:cxn ang="0">
                    <ns1:pos x="T86" y="T87"/>
                  </ns1:cxn>
                  <ns1:cxn ang="0">
                    <ns1:pos x="T88" y="T89"/>
                  </ns1:cxn>
                  <ns1:cxn ang="0">
                    <ns1:pos x="T90" y="T91"/>
                  </ns1:cxn>
                  <ns1:cxn ang="0">
                    <ns1:pos x="T92" y="T93"/>
                  </ns1:cxn>
                  <ns1:cxn ang="0">
                    <ns1:pos x="T94" y="T95"/>
                  </ns1:cxn>
                  <ns1:cxn ang="0">
                    <ns1:pos x="T96" y="T97"/>
                  </ns1:cxn>
                  <ns1:cxn ang="0">
                    <ns1:pos x="T98" y="T99"/>
                  </ns1:cxn>
                </ns1:cxnLst>
                <ns1:rect l="0" t="0" r="r" b="b"/>
                <ns1:pathLst>
                  <ns1:path w="2044" h="2038">
                    <ns1:moveTo>
                      <ns1:pt x="2003" y="400"/>
                    </ns1:moveTo>
                    <ns1:cubicBezTo>
                      <ns1:pt x="1854" y="400"/>
                      <ns1:pt x="1854" y="400"/>
                      <ns1:pt x="1854" y="400"/>
                    </ns1:cubicBezTo>
                    <ns1:cubicBezTo>
                      <ns1:pt x="1854" y="182"/>
                      <ns1:pt x="1854" y="182"/>
                      <ns1:pt x="1854" y="182"/>
                    </ns1:cubicBezTo>
                    <ns1:cubicBezTo>
                      <ns1:pt x="1854" y="160"/>
                      <ns1:pt x="1836" y="142"/>
                      <ns1:pt x="1813" y="142"/>
                    </ns1:cubicBezTo>
                    <ns1:cubicBezTo>
                      <ns1:pt x="983" y="142"/>
                      <ns1:pt x="983" y="142"/>
                      <ns1:pt x="983" y="142"/>
                    </ns1:cubicBezTo>
                    <ns1:cubicBezTo>
                      <ns1:pt x="983" y="41"/>
                      <ns1:pt x="983" y="41"/>
                      <ns1:pt x="983" y="41"/>
                    </ns1:cubicBezTo>
                    <ns1:cubicBezTo>
                      <ns1:pt x="983" y="18"/>
                      <ns1:pt x="965" y="0"/>
                      <ns1:pt x="942" y="0"/>
                    </ns1:cubicBezTo>
                    <ns1:cubicBezTo>
                      <ns1:pt x="445" y="0"/>
                      <ns1:pt x="445" y="0"/>
                      <ns1:pt x="445" y="0"/>
                    </ns1:cubicBezTo>
                    <ns1:cubicBezTo>
                      <ns1:pt x="423" y="0"/>
                      <ns1:pt x="404" y="18"/>
                      <ns1:pt x="404" y="41"/>
                    </ns1:cubicBezTo>
                    <ns1:cubicBezTo>
                      <ns1:pt x="404" y="142"/>
                      <ns1:pt x="404" y="142"/>
                      <ns1:pt x="404" y="142"/>
                    </ns1:cubicBezTo>
                    <ns1:cubicBezTo>
                      <ns1:pt x="198" y="142"/>
                      <ns1:pt x="198" y="142"/>
                      <ns1:pt x="198" y="142"/>
                    </ns1:cubicBezTo>
                    <ns1:cubicBezTo>
                      <ns1:pt x="175" y="142"/>
                      <ns1:pt x="157" y="160"/>
                      <ns1:pt x="157" y="182"/>
                    </ns1:cubicBezTo>
                    <ns1:cubicBezTo>
                      <ns1:pt x="157" y="211"/>
                      <ns1:pt x="157" y="211"/>
                      <ns1:pt x="157" y="211"/>
                    </ns1:cubicBezTo>
                    <ns1:cubicBezTo>
                      <ns1:pt x="41" y="211"/>
                      <ns1:pt x="41" y="211"/>
                      <ns1:pt x="41" y="211"/>
                    </ns1:cubicBezTo>
                    <ns1:cubicBezTo>
                      <ns1:pt x="18" y="211"/>
                      <ns1:pt x="0" y="229"/>
                      <ns1:pt x="0" y="252"/>
                    </ns1:cubicBezTo>
                    <ns1:cubicBezTo>
                      <ns1:pt x="0" y="720"/>
                      <ns1:pt x="0" y="720"/>
                      <ns1:pt x="0" y="720"/>
                    </ns1:cubicBezTo>
                    <ns1:cubicBezTo>
                      <ns1:pt x="0" y="743"/>
                      <ns1:pt x="18" y="761"/>
                      <ns1:pt x="41" y="761"/>
                    </ns1:cubicBezTo>
                    <ns1:cubicBezTo>
                      <ns1:pt x="157" y="761"/>
                      <ns1:pt x="157" y="761"/>
                      <ns1:pt x="157" y="761"/>
                    </ns1:cubicBezTo>
                    <ns1:cubicBezTo>
                      <ns1:pt x="157" y="778"/>
                      <ns1:pt x="157" y="778"/>
                      <ns1:pt x="157" y="778"/>
                    </ns1:cubicBezTo>
                    <ns1:cubicBezTo>
                      <ns1:pt x="157" y="801"/>
                      <ns1:pt x="175" y="819"/>
                      <ns1:pt x="198" y="819"/>
                    </ns1:cubicBezTo>
                    <ns1:cubicBezTo>
                      <ns1:pt x="339" y="819"/>
                      <ns1:pt x="339" y="819"/>
                      <ns1:pt x="339" y="819"/>
                    </ns1:cubicBezTo>
                    <ns1:cubicBezTo>
                      <ns1:pt x="339" y="1023"/>
                      <ns1:pt x="339" y="1023"/>
                      <ns1:pt x="339" y="1023"/>
                    </ns1:cubicBezTo>
                    <ns1:cubicBezTo>
                      <ns1:pt x="339" y="1045"/>
                      <ns1:pt x="358" y="1064"/>
                      <ns1:pt x="380" y="1064"/>
                    </ns1:cubicBezTo>
                    <ns1:cubicBezTo>
                      <ns1:pt x="443" y="1064"/>
                      <ns1:pt x="443" y="1064"/>
                      <ns1:pt x="443" y="1064"/>
                    </ns1:cubicBezTo>
                    <ns1:cubicBezTo>
                      <ns1:pt x="443" y="1275"/>
                      <ns1:pt x="443" y="1275"/>
                      <ns1:pt x="443" y="1275"/>
                    </ns1:cubicBezTo>
                    <ns1:cubicBezTo>
                      <ns1:pt x="443" y="1298"/>
                      <ns1:pt x="462" y="1316"/>
                      <ns1:pt x="484" y="1316"/>
                    </ns1:cubicBezTo>
                    <ns1:cubicBezTo>
                      <ns1:pt x="507" y="1316"/>
                      <ns1:pt x="525" y="1298"/>
                      <ns1:pt x="525" y="1275"/>
                    </ns1:cubicBezTo>
                    <ns1:cubicBezTo>
                      <ns1:pt x="525" y="1064"/>
                      <ns1:pt x="525" y="1064"/>
                      <ns1:pt x="525" y="1064"/>
                    </ns1:cubicBezTo>
                    <ns1:cubicBezTo>
                      <ns1:pt x="617" y="1064"/>
                      <ns1:pt x="617" y="1064"/>
                      <ns1:pt x="617" y="1064"/>
                    </ns1:cubicBezTo>
                    <ns1:cubicBezTo>
                      <ns1:pt x="617" y="1275"/>
                      <ns1:pt x="617" y="1275"/>
                      <ns1:pt x="617" y="1275"/>
                    </ns1:cubicBezTo>
                    <ns1:cubicBezTo>
                      <ns1:pt x="617" y="1298"/>
                      <ns1:pt x="635" y="1316"/>
                      <ns1:pt x="658" y="1316"/>
                    </ns1:cubicBezTo>
                    <ns1:cubicBezTo>
                      <ns1:pt x="680" y="1316"/>
                      <ns1:pt x="699" y="1298"/>
                      <ns1:pt x="699" y="1275"/>
                    </ns1:cubicBezTo>
                    <ns1:cubicBezTo>
                      <ns1:pt x="699" y="1064"/>
                      <ns1:pt x="699" y="1064"/>
                      <ns1:pt x="699" y="1064"/>
                    </ns1:cubicBezTo>
                    <ns1:cubicBezTo>
                      <ns1:pt x="759" y="1064"/>
                      <ns1:pt x="759" y="1064"/>
                      <ns1:pt x="759" y="1064"/>
                    </ns1:cubicBezTo>
                    <ns1:cubicBezTo>
                      <ns1:pt x="782" y="1064"/>
                      <ns1:pt x="800" y="1045"/>
                      <ns1:pt x="800" y="1023"/>
                    </ns1:cubicBezTo>
                    <ns1:cubicBezTo>
                      <ns1:pt x="800" y="819"/>
                      <ns1:pt x="800" y="819"/>
                      <ns1:pt x="800" y="819"/>
                    </ns1:cubicBezTo>
                    <ns1:cubicBezTo>
                      <ns1:pt x="1331" y="819"/>
                      <ns1:pt x="1331" y="819"/>
                      <ns1:pt x="1331" y="819"/>
                    </ns1:cubicBezTo>
                    <ns1:cubicBezTo>
                      <ns1:pt x="1331" y="1771"/>
                      <ns1:pt x="1331" y="1771"/>
                      <ns1:pt x="1331" y="1771"/>
                    </ns1:cubicBezTo>
                    <ns1:cubicBezTo>
                      <ns1:pt x="290" y="1771"/>
                      <ns1:pt x="290" y="1771"/>
                      <ns1:pt x="290" y="1771"/>
                    </ns1:cubicBezTo>
                    <ns1:cubicBezTo>
                      <ns1:pt x="217" y="1771"/>
                      <ns1:pt x="157" y="1831"/>
                      <ns1:pt x="157" y="1905"/>
                    </ns1:cubicBezTo>
                    <ns1:cubicBezTo>
                      <ns1:pt x="157" y="1978"/>
                      <ns1:pt x="217" y="2038"/>
                      <ns1:pt x="290" y="2038"/>
                    </ns1:cubicBezTo>
                    <ns1:cubicBezTo>
                      <ns1:pt x="1813" y="2038"/>
                      <ns1:pt x="1813" y="2038"/>
                      <ns1:pt x="1813" y="2038"/>
                    </ns1:cubicBezTo>
                    <ns1:cubicBezTo>
                      <ns1:pt x="1836" y="2038"/>
                      <ns1:pt x="1854" y="2020"/>
                      <ns1:pt x="1854" y="1997"/>
                    </ns1:cubicBezTo>
                    <ns1:cubicBezTo>
                      <ns1:pt x="1854" y="1853"/>
                      <ns1:pt x="1854" y="1853"/>
                      <ns1:pt x="1854" y="1853"/>
                    </ns1:cubicBezTo>
                    <ns1:cubicBezTo>
                      <ns1:pt x="2003" y="1853"/>
                      <ns1:pt x="2003" y="1853"/>
                      <ns1:pt x="2003" y="1853"/>
                    </ns1:cubicBezTo>
                    <ns1:cubicBezTo>
                      <ns1:pt x="2026" y="1853"/>
                      <ns1:pt x="2044" y="1835"/>
                      <ns1:pt x="2044" y="1812"/>
                    </ns1:cubicBezTo>
                    <ns1:cubicBezTo>
                      <ns1:pt x="2044" y="440"/>
                      <ns1:pt x="2044" y="440"/>
                      <ns1:pt x="2044" y="440"/>
                    </ns1:cubicBezTo>
                    <ns1:cubicBezTo>
                      <ns1:pt x="2044" y="418"/>
                      <ns1:pt x="2026" y="400"/>
                      <ns1:pt x="2003" y="400"/>
                    </ns1:cubicBezTo>
                    <ns1:close/>
                    <ns1:moveTo>
                      <ns1:pt x="1529" y="400"/>
                    </ns1:moveTo>
                    <ns1:cubicBezTo>
                      <ns1:pt x="1385" y="400"/>
                      <ns1:pt x="1385" y="400"/>
                      <ns1:pt x="1385" y="400"/>
                    </ns1:cubicBezTo>
                    <ns1:cubicBezTo>
                      <ns1:pt x="1561" y="223"/>
                      <ns1:pt x="1561" y="223"/>
                      <ns1:pt x="1561" y="223"/>
                    </ns1:cubicBezTo>
                    <ns1:cubicBezTo>
                      <ns1:pt x="1705" y="223"/>
                      <ns1:pt x="1705" y="223"/>
                      <ns1:pt x="1705" y="223"/>
                    </ns1:cubicBezTo>
                    <ns1:lnTo>
                      <ns1:pt x="1529" y="400"/>
                    </ns1:lnTo>
                    <ns1:close/>
                    <ns1:moveTo>
                      <ns1:pt x="1269" y="400"/>
                    </ns1:moveTo>
                    <ns1:cubicBezTo>
                      <ns1:pt x="1125" y="400"/>
                      <ns1:pt x="1125" y="400"/>
                      <ns1:pt x="1125" y="400"/>
                    </ns1:cubicBezTo>
                    <ns1:cubicBezTo>
                      <ns1:pt x="1301" y="223"/>
                      <ns1:pt x="1301" y="223"/>
                      <ns1:pt x="1301" y="223"/>
                    </ns1:cubicBezTo>
                    <ns1:cubicBezTo>
                      <ns1:pt x="1445" y="223"/>
                      <ns1:pt x="1445" y="223"/>
                      <ns1:pt x="1445" y="223"/>
                    </ns1:cubicBezTo>
                    <ns1:lnTo>
                      <ns1:pt x="1269" y="400"/>
                    </ns1:lnTo>
                    <ns1:close/>
                    <ns1:moveTo>
                      <ns1:pt x="1010" y="400"/>
                    </ns1:moveTo>
                    <ns1:cubicBezTo>
                      <ns1:pt x="866" y="400"/>
                      <ns1:pt x="866" y="400"/>
                      <ns1:pt x="866" y="400"/>
                    </ns1:cubicBezTo>
                    <ns1:cubicBezTo>
                      <ns1:pt x="1042" y="223"/>
                      <ns1:pt x="1042" y="223"/>
                      <ns1:pt x="1042" y="223"/>
                    </ns1:cubicBezTo>
                    <ns1:cubicBezTo>
                      <ns1:pt x="1186" y="223"/>
                      <ns1:pt x="1186" y="223"/>
                      <ns1:pt x="1186" y="223"/>
                    </ns1:cubicBezTo>
                    <ns1:cubicBezTo>
                      <ns1:pt x="1109" y="300"/>
                      <ns1:pt x="1109" y="300"/>
                      <ns1:pt x="1109" y="300"/>
                    </ns1:cubicBezTo>
                    <ns1:lnTo>
                      <ns1:pt x="1010" y="400"/>
                    </ns1:lnTo>
                    <ns1:close/>
                    <ns1:moveTo>
                      <ns1:pt x="750" y="400"/>
                    </ns1:moveTo>
                    <ns1:cubicBezTo>
                      <ns1:pt x="606" y="400"/>
                      <ns1:pt x="606" y="400"/>
                      <ns1:pt x="606" y="400"/>
                    </ns1:cubicBezTo>
                    <ns1:cubicBezTo>
                      <ns1:pt x="757" y="249"/>
                      <ns1:pt x="757" y="249"/>
                      <ns1:pt x="757" y="249"/>
                    </ns1:cubicBezTo>
                    <ns1:cubicBezTo>
                      <ns1:pt x="782" y="223"/>
                      <ns1:pt x="782" y="223"/>
                      <ns1:pt x="782" y="223"/>
                    </ns1:cubicBezTo>
                    <ns1:cubicBezTo>
                      <ns1:pt x="926" y="223"/>
                      <ns1:pt x="926" y="223"/>
                      <ns1:pt x="926" y="223"/>
                    </ns1:cubicBezTo>
                    <ns1:cubicBezTo>
                      <ns1:pt x="850" y="300"/>
                      <ns1:pt x="850" y="300"/>
                      <ns1:pt x="850" y="300"/>
                    </ns1:cubicBezTo>
                    <ns1:lnTo>
                      <ns1:pt x="750" y="400"/>
                    </ns1:lnTo>
                    <ns1:close/>
                    <ns1:moveTo>
                      <ns1:pt x="491" y="400"/>
                    </ns1:moveTo>
                    <ns1:cubicBezTo>
                      <ns1:pt x="486" y="400"/>
                      <ns1:pt x="486" y="400"/>
                      <ns1:pt x="486" y="400"/>
                    </ns1:cubicBezTo>
                    <ns1:cubicBezTo>
                      <ns1:pt x="486" y="223"/>
                      <ns1:pt x="486" y="223"/>
                      <ns1:pt x="486" y="223"/>
                    </ns1:cubicBezTo>
                    <ns1:cubicBezTo>
                      <ns1:pt x="667" y="223"/>
                      <ns1:pt x="667" y="223"/>
                      <ns1:pt x="667" y="223"/>
                    </ns1:cubicBezTo>
                    <ns1:cubicBezTo>
                      <ns1:pt x="516" y="374"/>
                      <ns1:pt x="516" y="374"/>
                      <ns1:pt x="516" y="374"/>
                    </ns1:cubicBezTo>
                    <ns1:lnTo>
                      <ns1:pt x="491" y="400"/>
                    </ns1:lnTo>
                    <ns1:close/>
                    <ns1:moveTo>
                      <ns1:pt x="1772" y="271"/>
                    </ns1:moveTo>
                    <ns1:cubicBezTo>
                      <ns1:pt x="1772" y="400"/>
                      <ns1:pt x="1772" y="400"/>
                      <ns1:pt x="1772" y="400"/>
                    </ns1:cubicBezTo>
                    <ns1:cubicBezTo>
                      <ns1:pt x="1644" y="400"/>
                      <ns1:pt x="1644" y="400"/>
                      <ns1:pt x="1644" y="400"/>
                    </ns1:cubicBezTo>
                    <ns1:lnTo>
                      <ns1:pt x="1772" y="271"/>
                    </ns1:lnTo>
                    <ns1:close/>
                    <ns1:moveTo>
                      <ns1:pt x="902" y="142"/>
                    </ns1:moveTo>
                    <ns1:cubicBezTo>
                      <ns1:pt x="735" y="142"/>
                      <ns1:pt x="735" y="142"/>
                      <ns1:pt x="735" y="142"/>
                    </ns1:cubicBezTo>
                    <ns1:cubicBezTo>
                      <ns1:pt x="735" y="82"/>
                      <ns1:pt x="735" y="82"/>
                      <ns1:pt x="735" y="82"/>
                    </ns1:cubicBezTo>
                    <ns1:cubicBezTo>
                      <ns1:pt x="902" y="82"/>
                      <ns1:pt x="902" y="82"/>
                      <ns1:pt x="902" y="82"/>
                    </ns1:cubicBezTo>
                    <ns1:cubicBezTo>
                      <ns1:pt x="902" y="142"/>
                      <ns1:pt x="902" y="142"/>
                      <ns1:pt x="902" y="142"/>
                    </ns1:cubicBezTo>
                    <ns1:close/>
                    <ns1:moveTo>
                      <ns1:pt x="486" y="82"/>
                    </ns1:moveTo>
                    <ns1:cubicBezTo>
                      <ns1:pt x="653" y="82"/>
                      <ns1:pt x="653" y="82"/>
                      <ns1:pt x="653" y="82"/>
                    </ns1:cubicBezTo>
                    <ns1:cubicBezTo>
                      <ns1:pt x="653" y="142"/>
                      <ns1:pt x="653" y="142"/>
                      <ns1:pt x="653" y="142"/>
                    </ns1:cubicBezTo>
                    <ns1:cubicBezTo>
                      <ns1:pt x="486" y="142"/>
                      <ns1:pt x="486" y="142"/>
                      <ns1:pt x="486" y="142"/>
                    </ns1:cubicBezTo>
                    <ns1:lnTo>
                      <ns1:pt x="486" y="82"/>
                    </ns1:lnTo>
                    <ns1:close/>
                    <ns1:moveTo>
                      <ns1:pt x="82" y="679"/>
                    </ns1:moveTo>
                    <ns1:cubicBezTo>
                      <ns1:pt x="82" y="293"/>
                      <ns1:pt x="82" y="293"/>
                      <ns1:pt x="82" y="293"/>
                    </ns1:cubicBezTo>
                    <ns1:cubicBezTo>
                      <ns1:pt x="157" y="293"/>
                      <ns1:pt x="157" y="293"/>
                      <ns1:pt x="157" y="293"/>
                    </ns1:cubicBezTo>
                    <ns1:cubicBezTo>
                      <ns1:pt x="157" y="679"/>
                      <ns1:pt x="157" y="679"/>
                      <ns1:pt x="157" y="679"/>
                    </ns1:cubicBezTo>
                    <ns1:lnTo>
                      <ns1:pt x="82" y="679"/>
                    </ns1:lnTo>
                    <ns1:close/>
                    <ns1:moveTo>
                      <ns1:pt x="239" y="720"/>
                    </ns1:moveTo>
                    <ns1:cubicBezTo>
                      <ns1:pt x="239" y="646"/>
                      <ns1:pt x="239" y="646"/>
                      <ns1:pt x="239" y="646"/>
                    </ns1:cubicBezTo>
                    <ns1:cubicBezTo>
                      <ns1:pt x="737" y="646"/>
                      <ns1:pt x="737" y="646"/>
                      <ns1:pt x="737" y="646"/>
                    </ns1:cubicBezTo>
                    <ns1:cubicBezTo>
                      <ns1:pt x="760" y="646"/>
                      <ns1:pt x="778" y="628"/>
                      <ns1:pt x="778" y="605"/>
                    </ns1:cubicBezTo>
                    <ns1:cubicBezTo>
                      <ns1:pt x="778" y="583"/>
                      <ns1:pt x="760" y="565"/>
                      <ns1:pt x="737" y="565"/>
                    </ns1:cubicBezTo>
                    <ns1:cubicBezTo>
                      <ns1:pt x="239" y="565"/>
                      <ns1:pt x="239" y="565"/>
                      <ns1:pt x="239" y="565"/>
                    </ns1:cubicBezTo>
                    <ns1:cubicBezTo>
                      <ns1:pt x="239" y="223"/>
                      <ns1:pt x="239" y="223"/>
                      <ns1:pt x="239" y="223"/>
                    </ns1:cubicBezTo>
                    <ns1:cubicBezTo>
                      <ns1:pt x="404" y="223"/>
                      <ns1:pt x="404" y="223"/>
                      <ns1:pt x="404" y="223"/>
                    </ns1:cubicBezTo>
                    <ns1:cubicBezTo>
                      <ns1:pt x="404" y="440"/>
                      <ns1:pt x="404" y="440"/>
                      <ns1:pt x="404" y="440"/>
                    </ns1:cubicBezTo>
                    <ns1:cubicBezTo>
                      <ns1:pt x="404" y="463"/>
                      <ns1:pt x="423" y="481"/>
                      <ns1:pt x="445" y="481"/>
                    </ns1:cubicBezTo>
                    <ns1:cubicBezTo>
                      <ns1:pt x="1772" y="481"/>
                      <ns1:pt x="1772" y="481"/>
                      <ns1:pt x="1772" y="481"/>
                    </ns1:cubicBezTo>
                    <ns1:cubicBezTo>
                      <ns1:pt x="1772" y="565"/>
                      <ns1:pt x="1772" y="565"/>
                      <ns1:pt x="1772" y="565"/>
                    </ns1:cubicBezTo>
                    <ns1:cubicBezTo>
                      <ns1:pt x="1064" y="565"/>
                      <ns1:pt x="1064" y="565"/>
                      <ns1:pt x="1064" y="565"/>
                    </ns1:cubicBezTo>
                    <ns1:cubicBezTo>
                      <ns1:pt x="1041" y="565"/>
                      <ns1:pt x="1023" y="583"/>
                      <ns1:pt x="1023" y="605"/>
                    </ns1:cubicBezTo>
                    <ns1:cubicBezTo>
                      <ns1:pt x="1023" y="628"/>
                      <ns1:pt x="1041" y="646"/>
                      <ns1:pt x="1064" y="646"/>
                    </ns1:cubicBezTo>
                    <ns1:cubicBezTo>
                      <ns1:pt x="1772" y="646"/>
                      <ns1:pt x="1772" y="646"/>
                      <ns1:pt x="1772" y="646"/>
                    </ns1:cubicBezTo>
                    <ns1:cubicBezTo>
                      <ns1:pt x="1772" y="738"/>
                      <ns1:pt x="1772" y="738"/>
                      <ns1:pt x="1772" y="738"/>
                    </ns1:cubicBezTo>
                    <ns1:cubicBezTo>
                      <ns1:pt x="239" y="738"/>
                      <ns1:pt x="239" y="738"/>
                      <ns1:pt x="239" y="738"/>
                    </ns1:cubicBezTo>
                    <ns1:lnTo>
                      <ns1:pt x="239" y="720"/>
                    </ns1:lnTo>
                    <ns1:close/>
                    <ns1:moveTo>
                      <ns1:pt x="718" y="982"/>
                    </ns1:moveTo>
                    <ns1:cubicBezTo>
                      <ns1:pt x="421" y="982"/>
                      <ns1:pt x="421" y="982"/>
                      <ns1:pt x="421" y="982"/>
                    </ns1:cubicBezTo>
                    <ns1:cubicBezTo>
                      <ns1:pt x="421" y="819"/>
                      <ns1:pt x="421" y="819"/>
                      <ns1:pt x="421" y="819"/>
                    </ns1:cubicBezTo>
                    <ns1:cubicBezTo>
                      <ns1:pt x="718" y="819"/>
                      <ns1:pt x="718" y="819"/>
                      <ns1:pt x="718" y="819"/>
                    </ns1:cubicBezTo>
                    <ns1:lnTo>
                      <ns1:pt x="718" y="982"/>
                    </ns1:lnTo>
                    <ns1:close/>
                    <ns1:moveTo>
                      <ns1:pt x="1772" y="819"/>
                    </ns1:moveTo>
                    <ns1:cubicBezTo>
                      <ns1:pt x="1772" y="1106"/>
                      <ns1:pt x="1772" y="1106"/>
                      <ns1:pt x="1772" y="1106"/>
                    </ns1:cubicBezTo>
                    <ns1:cubicBezTo>
                      <ns1:pt x="1726" y="1061"/>
                      <ns1:pt x="1662" y="1034"/>
                      <ns1:pt x="1593" y="1034"/>
                    </ns1:cubicBezTo>
                    <ns1:cubicBezTo>
                      <ns1:pt x="1523" y="1034"/>
                      <ns1:pt x="1460" y="1061"/>
                      <ns1:pt x="1413" y="1106"/>
                    </ns1:cubicBezTo>
                    <ns1:cubicBezTo>
                      <ns1:pt x="1413" y="819"/>
                      <ns1:pt x="1413" y="819"/>
                      <ns1:pt x="1413" y="819"/>
                    </ns1:cubicBezTo>
                    <ns1:lnTo>
                      <ns1:pt x="1772" y="819"/>
                    </ns1:lnTo>
                    <ns1:close/>
                    <ns1:moveTo>
                      <ns1:pt x="1772" y="1295"/>
                    </ns1:moveTo>
                    <ns1:cubicBezTo>
                      <ns1:pt x="1772" y="1394"/>
                      <ns1:pt x="1692" y="1475"/>
                      <ns1:pt x="1593" y="1475"/>
                    </ns1:cubicBezTo>
                    <ns1:cubicBezTo>
                      <ns1:pt x="1494" y="1475"/>
                      <ns1:pt x="1413" y="1394"/>
                      <ns1:pt x="1413" y="1295"/>
                    </ns1:cubicBezTo>
                    <ns1:cubicBezTo>
                      <ns1:pt x="1413" y="1196"/>
                      <ns1:pt x="1494" y="1115"/>
                      <ns1:pt x="1593" y="1115"/>
                    </ns1:cubicBezTo>
                    <ns1:cubicBezTo>
                      <ns1:pt x="1692" y="1115"/>
                      <ns1:pt x="1772" y="1196"/>
                      <ns1:pt x="1772" y="1295"/>
                    </ns1:cubicBezTo>
                    <ns1:close/>
                    <ns1:moveTo>
                      <ns1:pt x="1413" y="1485"/>
                    </ns1:moveTo>
                    <ns1:cubicBezTo>
                      <ns1:pt x="1460" y="1529"/>
                      <ns1:pt x="1523" y="1557"/>
                      <ns1:pt x="1593" y="1557"/>
                    </ns1:cubicBezTo>
                    <ns1:cubicBezTo>
                      <ns1:pt x="1662" y="1557"/>
                      <ns1:pt x="1726" y="1529"/>
                      <ns1:pt x="1772" y="1485"/>
                    </ns1:cubicBezTo>
                    <ns1:cubicBezTo>
                      <ns1:pt x="1772" y="1771"/>
                      <ns1:pt x="1772" y="1771"/>
                      <ns1:pt x="1772" y="1771"/>
                    </ns1:cubicBezTo>
                    <ns1:cubicBezTo>
                      <ns1:pt x="1413" y="1771"/>
                      <ns1:pt x="1413" y="1771"/>
                      <ns1:pt x="1413" y="1771"/>
                    </ns1:cubicBezTo>
                    <ns1:cubicBezTo>
                      <ns1:pt x="1413" y="1485"/>
                      <ns1:pt x="1413" y="1485"/>
                      <ns1:pt x="1413" y="1485"/>
                    </ns1:cubicBezTo>
                    <ns1:close/>
                    <ns1:moveTo>
                      <ns1:pt x="1772" y="1956"/>
                    </ns1:moveTo>
                    <ns1:cubicBezTo>
                      <ns1:pt x="290" y="1956"/>
                      <ns1:pt x="290" y="1956"/>
                      <ns1:pt x="290" y="1956"/>
                    </ns1:cubicBezTo>
                    <ns1:cubicBezTo>
                      <ns1:pt x="262" y="1956"/>
                      <ns1:pt x="239" y="1933"/>
                      <ns1:pt x="239" y="1905"/>
                    </ns1:cubicBezTo>
                    <ns1:cubicBezTo>
                      <ns1:pt x="239" y="1876"/>
                      <ns1:pt x="262" y="1853"/>
                      <ns1:pt x="290" y="1853"/>
                    </ns1:cubicBezTo>
                    <ns1:cubicBezTo>
                      <ns1:pt x="1772" y="1853"/>
                      <ns1:pt x="1772" y="1853"/>
                      <ns1:pt x="1772" y="1853"/>
                    </ns1:cubicBezTo>
                    <ns1:lnTo>
                      <ns1:pt x="1772" y="1956"/>
                    </ns1:lnTo>
                    <ns1:close/>
                    <ns1:moveTo>
                      <ns1:pt x="1962" y="1771"/>
                    </ns1:moveTo>
                    <ns1:cubicBezTo>
                      <ns1:pt x="1854" y="1771"/>
                      <ns1:pt x="1854" y="1771"/>
                      <ns1:pt x="1854" y="1771"/>
                    </ns1:cubicBezTo>
                    <ns1:cubicBezTo>
                      <ns1:pt x="1854" y="481"/>
                      <ns1:pt x="1854" y="481"/>
                      <ns1:pt x="1854" y="481"/>
                    </ns1:cubicBezTo>
                    <ns1:cubicBezTo>
                      <ns1:pt x="1962" y="481"/>
                      <ns1:pt x="1962" y="481"/>
                      <ns1:pt x="1962" y="481"/>
                    </ns1:cubicBezTo>
                    <ns1:lnTo>
                      <ns1:pt x="1962" y="1771"/>
                    </ns1:lnTo>
                    <ns1:close/>
                    <ns1:moveTo>
                      <ns1:pt x="1962" y="1771"/>
                    </ns1:moveTo>
                    <ns1:cubicBezTo>
                      <ns1:pt x="1962" y="1771"/>
                      <ns1:pt x="1962" y="1771"/>
                      <ns1:pt x="1962" y="1771"/>
                    </ns1:cubicBezTo>
                  </ns1:path>
                </ns1:pathLst>
              </ns1:custGeom>
              <ns1:grpFill/>
              <ns1:ln>
                <ns1:noFill/>
              </ns1:ln>
              <ns1:extLst>
                <ns1:ext uri="{91240B29-F687-4F45-9708-019B960494DF}">
                  <ns4:hiddenLine w="9525">
                    <ns1:solidFill>
                      <ns1:srgbClr val="000000"/>
                    </ns1:solidFill>
                    <ns1:round/>
                    <ns1:headEnd/>
                    <ns1:tailEnd/>
                  </ns4:hiddenLine>
                </ns1:ext>
              </ns1:extLst>
            </ns0:spPr>
            <ns0:txBody>
              <ns1:bodyPr vert="horz" wrap="square" lIns="91440" tIns="45720" rIns="91440" bIns="45720" numCol="1" anchor="t" anchorCtr="0" compatLnSpc="1">
                <ns1:prstTxWarp prst="textNoShape">
                  <ns1:avLst/>
                </ns1:prstTxWarp>
              </ns1:bodyPr>
              <ns1:lstStyle/>
              <ns1:p>
                <ns1:endParaRPr lang="en-US"/>
              </ns1:p>
            </ns0:txBody>
          </ns0:sp>
          <ns0:sp>
            <ns0:nvSpPr>
              <ns0:cNvPr id="69" name="Freeform 47">
                <ns1:extLst>
                  <ns1:ext uri="{FF2B5EF4-FFF2-40B4-BE49-F238E27FC236}">
                    <ns2:creationId id="{8FAC736A-28F0-4997-B6B7-67C68B3B84BE}"/>
                  </ns1:ext>
                </ns1:extLst>
              </ns0:cNvPr>
              <ns0:cNvSpPr>
                <ns1:spLocks noEditPoints="1"/>
              </ns0:cNvSpPr>
              <ns0:nvPr/>
            </ns0:nvSpPr>
            <ns0:spPr bwMode="auto">
              <ns1:xfrm>
                <ns1:off x="3482" y="1186"/>
                <ns1:ext cx="196" cy="191"/>
              </ns1:xfrm>
              <ns1:custGeom>
                <ns1:avLst/>
                <ns1:gdLst>
                  <ns1:gd name="T0" fmla="*/ 8 w 93"/>
                  <ns1:gd name="T1" fmla="*/ 62 h 90"/>
                  <ns1:gd name="T2" fmla="*/ 47 w 93"/>
                  <ns1:gd name="T3" fmla="*/ 90 h 90"/>
                  <ns1:gd name="T4" fmla="*/ 60 w 93"/>
                  <ns1:gd name="T5" fmla="*/ 87 h 90"/>
                  <ns1:gd name="T6" fmla="*/ 85 w 93"/>
                  <ns1:gd name="T7" fmla="*/ 35 h 90"/>
                  <ns1:gd name="T8" fmla="*/ 84 w 93"/>
                  <ns1:gd name="T9" fmla="*/ 32 h 90"/>
                  <ns1:gd name="T10" fmla="*/ 32 w 93"/>
                  <ns1:gd name="T11" fmla="*/ 8 h 90"/>
                  <ns1:gd name="T12" fmla="*/ 7 w 93"/>
                  <ns1:gd name="T13" fmla="*/ 60 h 90"/>
                  <ns1:gd name="T14" fmla="*/ 8 w 93"/>
                  <ns1:gd name="T15" fmla="*/ 62 h 90"/>
                  <ns1:gd name="T16" fmla="*/ 8 w 93"/>
                  <ns1:gd name="T17" fmla="*/ 62 h 90"/>
                  <ns1:gd name="T18" fmla="*/ 8 w 93"/>
                  <ns1:gd name="T19" fmla="*/ 62 h 90"/>
                </ns1:gdLst>
                <ns1:ahLst/>
                <ns1:cxnLst>
                  <ns1:cxn ang="0">
                    <ns1:pos x="T0" y="T1"/>
                  </ns1:cxn>
                  <ns1:cxn ang="0">
                    <ns1:pos x="T2" y="T3"/>
                  </ns1:cxn>
                  <ns1:cxn ang="0">
                    <ns1:pos x="T4" y="T5"/>
                  </ns1:cxn>
                  <ns1:cxn ang="0">
                    <ns1:pos x="T6" y="T7"/>
                  </ns1:cxn>
                  <ns1:cxn ang="0">
                    <ns1:pos x="T8" y="T9"/>
                  </ns1:cxn>
                  <ns1:cxn ang="0">
                    <ns1:pos x="T10" y="T11"/>
                  </ns1:cxn>
                  <ns1:cxn ang="0">
                    <ns1:pos x="T12" y="T13"/>
                  </ns1:cxn>
                  <ns1:cxn ang="0">
                    <ns1:pos x="T14" y="T15"/>
                  </ns1:cxn>
                  <ns1:cxn ang="0">
                    <ns1:pos x="T16" y="T17"/>
                  </ns1:cxn>
                  <ns1:cxn ang="0">
                    <ns1:pos x="T18" y="T19"/>
                  </ns1:cxn>
                </ns1:cxnLst>
                <ns1:rect l="0" t="0" r="r" b="b"/>
                <ns1:pathLst>
                  <ns1:path w="93" h="90">
                    <ns1:moveTo>
                      <ns1:pt x="8" y="62"/>
                    </ns1:moveTo>
                    <ns1:cubicBezTo>
                      <ns1:pt x="14" y="79"/>
                      <ns1:pt x="30" y="90"/>
                      <ns1:pt x="47" y="90"/>
                    </ns1:cubicBezTo>
                    <ns1:cubicBezTo>
                      <ns1:pt x="51" y="90"/>
                      <ns1:pt x="56" y="89"/>
                      <ns1:pt x="60" y="87"/>
                    </ns1:cubicBezTo>
                    <ns1:cubicBezTo>
                      <ns1:pt x="82" y="80"/>
                      <ns1:pt x="93" y="56"/>
                      <ns1:pt x="85" y="35"/>
                    </ns1:cubicBezTo>
                    <ns1:cubicBezTo>
                      <ns1:pt x="84" y="32"/>
                      <ns1:pt x="84" y="32"/>
                      <ns1:pt x="84" y="32"/>
                    </ns1:cubicBezTo>
                    <ns1:cubicBezTo>
                      <ns1:pt x="77" y="11"/>
                      <ns1:pt x="53" y="0"/>
                      <ns1:pt x="32" y="8"/>
                    </ns1:cubicBezTo>
                    <ns1:cubicBezTo>
                      <ns1:pt x="11" y="15"/>
                      <ns1:pt x="0" y="39"/>
                      <ns1:pt x="7" y="60"/>
                    </ns1:cubicBezTo>
                    <ns1:lnTo>
                      <ns1:pt x="8" y="62"/>
                    </ns1:lnTo>
                    <ns1:close/>
                    <ns1:moveTo>
                      <ns1:pt x="8" y="62"/>
                    </ns1:moveTo>
                    <ns1:cubicBezTo>
                      <ns1:pt x="8" y="62"/>
                      <ns1:pt x="8" y="62"/>
                      <ns1:pt x="8" y="62"/>
                    </ns1:cubicBezTo>
                  </ns1:path>
                </ns1:pathLst>
              </ns1:custGeom>
              <ns1:grpFill/>
              <ns1:ln>
                <ns1:noFill/>
              </ns1:ln>
              <ns1:extLst>
                <ns1:ext uri="{91240B29-F687-4F45-9708-019B960494DF}">
                  <ns4:hiddenLine w="9525">
                    <ns1:solidFill>
                      <ns1:srgbClr val="000000"/>
                    </ns1:solidFill>
                    <ns1:round/>
                    <ns1:headEnd/>
                    <ns1:tailEnd/>
                  </ns4:hiddenLine>
                </ns1:ext>
              </ns1:extLst>
            </ns0:spPr>
            <ns0:txBody>
              <ns1:bodyPr vert="horz" wrap="square" lIns="91440" tIns="45720" rIns="91440" bIns="45720" numCol="1" anchor="t" anchorCtr="0" compatLnSpc="1">
                <ns1:prstTxWarp prst="textNoShape">
                  <ns1:avLst/>
                </ns1:prstTxWarp>
              </ns1:bodyPr>
              <ns1:lstStyle/>
              <ns1:p>
                <ns1:endParaRPr lang="en-US"/>
              </ns1:p>
            </ns0:txBody>
          </ns0:sp>
          <ns0:sp>
            <ns0:nvSpPr>
              <ns0:cNvPr id="70" name="Freeform 48">
                <ns1:extLst>
                  <ns1:ext uri="{FF2B5EF4-FFF2-40B4-BE49-F238E27FC236}">
                    <ns2:creationId id="{67773968-706C-4868-834A-37B3CA79B849}"/>
                  </ns1:ext>
                </ns1:extLst>
              </ns0:cNvPr>
              <ns0:cNvSpPr>
                <ns1:spLocks noEditPoints="1"/>
              </ns0:cNvSpPr>
              <ns0:nvPr/>
            </ns0:nvSpPr>
            <ns0:spPr bwMode="auto">
              <ns1:xfrm>
                <ns1:off x="2609" y="2960"/>
                <ns1:ext cx="196" cy="189"/>
              </ns1:xfrm>
              <ns1:custGeom>
                <ns1:avLst/>
                <ns1:gdLst>
                  <ns1:gd name="T0" fmla="*/ 47 w 93"/>
                  <ns1:gd name="T1" fmla="*/ 89 h 89"/>
                  <ns1:gd name="T2" fmla="*/ 60 w 93"/>
                  <ns1:gd name="T3" fmla="*/ 87 h 89"/>
                  <ns1:gd name="T4" fmla="*/ 85 w 93"/>
                  <ns1:gd name="T5" fmla="*/ 35 h 89"/>
                  <ns1:gd name="T6" fmla="*/ 84 w 93"/>
                  <ns1:gd name="T7" fmla="*/ 32 h 89"/>
                  <ns1:gd name="T8" fmla="*/ 32 w 93"/>
                  <ns1:gd name="T9" fmla="*/ 7 h 89"/>
                  <ns1:gd name="T10" fmla="*/ 7 w 93"/>
                  <ns1:gd name="T11" fmla="*/ 59 h 89"/>
                  <ns1:gd name="T12" fmla="*/ 8 w 93"/>
                  <ns1:gd name="T13" fmla="*/ 62 h 89"/>
                  <ns1:gd name="T14" fmla="*/ 47 w 93"/>
                  <ns1:gd name="T15" fmla="*/ 89 h 89"/>
                  <ns1:gd name="T16" fmla="*/ 47 w 93"/>
                  <ns1:gd name="T17" fmla="*/ 89 h 89"/>
                  <ns1:gd name="T18" fmla="*/ 47 w 93"/>
                  <ns1:gd name="T19" fmla="*/ 89 h 89"/>
                </ns1:gdLst>
                <ns1:ahLst/>
                <ns1:cxnLst>
                  <ns1:cxn ang="0">
                    <ns1:pos x="T0" y="T1"/>
                  </ns1:cxn>
                  <ns1:cxn ang="0">
                    <ns1:pos x="T2" y="T3"/>
                  </ns1:cxn>
                  <ns1:cxn ang="0">
                    <ns1:pos x="T4" y="T5"/>
                  </ns1:cxn>
                  <ns1:cxn ang="0">
                    <ns1:pos x="T6" y="T7"/>
                  </ns1:cxn>
                  <ns1:cxn ang="0">
                    <ns1:pos x="T8" y="T9"/>
                  </ns1:cxn>
                  <ns1:cxn ang="0">
                    <ns1:pos x="T10" y="T11"/>
                  </ns1:cxn>
                  <ns1:cxn ang="0">
                    <ns1:pos x="T12" y="T13"/>
                  </ns1:cxn>
                  <ns1:cxn ang="0">
                    <ns1:pos x="T14" y="T15"/>
                  </ns1:cxn>
                  <ns1:cxn ang="0">
                    <ns1:pos x="T16" y="T17"/>
                  </ns1:cxn>
                  <ns1:cxn ang="0">
                    <ns1:pos x="T18" y="T19"/>
                  </ns1:cxn>
                </ns1:cxnLst>
                <ns1:rect l="0" t="0" r="r" b="b"/>
                <ns1:pathLst>
                  <ns1:path w="93" h="89">
                    <ns1:moveTo>
                      <ns1:pt x="47" y="89"/>
                    </ns1:moveTo>
                    <ns1:cubicBezTo>
                      <ns1:pt x="51" y="89"/>
                      <ns1:pt x="56" y="89"/>
                      <ns1:pt x="60" y="87"/>
                    </ns1:cubicBezTo>
                    <ns1:cubicBezTo>
                      <ns1:pt x="82" y="79"/>
                      <ns1:pt x="93" y="56"/>
                      <ns1:pt x="85" y="35"/>
                    </ns1:cubicBezTo>
                    <ns1:cubicBezTo>
                      <ns1:pt x="84" y="32"/>
                      <ns1:pt x="84" y="32"/>
                      <ns1:pt x="84" y="32"/>
                    </ns1:cubicBezTo>
                    <ns1:cubicBezTo>
                      <ns1:pt x="77" y="11"/>
                      <ns1:pt x="53" y="0"/>
                      <ns1:pt x="32" y="7"/>
                    </ns1:cubicBezTo>
                    <ns1:cubicBezTo>
                      <ns1:pt x="11" y="15"/>
                      <ns1:pt x="0" y="38"/>
                      <ns1:pt x="7" y="59"/>
                    </ns1:cubicBezTo>
                    <ns1:cubicBezTo>
                      <ns1:pt x="8" y="62"/>
                      <ns1:pt x="8" y="62"/>
                      <ns1:pt x="8" y="62"/>
                    </ns1:cubicBezTo>
                    <ns1:cubicBezTo>
                      <ns1:pt x="14" y="79"/>
                      <ns1:pt x="30" y="89"/>
                      <ns1:pt x="47" y="89"/>
                    </ns1:cubicBezTo>
                    <ns1:close/>
                    <ns1:moveTo>
                      <ns1:pt x="47" y="89"/>
                    </ns1:moveTo>
                    <ns1:cubicBezTo>
                      <ns1:pt x="47" y="89"/>
                      <ns1:pt x="47" y="89"/>
                      <ns1:pt x="47" y="89"/>
                    </ns1:cubicBezTo>
                  </ns1:path>
                </ns1:pathLst>
              </ns1:custGeom>
              <ns1:grpFill/>
              <ns1:ln>
                <ns1:noFill/>
              </ns1:ln>
              <ns1:extLst>
                <ns1:ext uri="{91240B29-F687-4F45-9708-019B960494DF}">
                  <ns4:hiddenLine w="9525">
                    <ns1:solidFill>
                      <ns1:srgbClr val="000000"/>
                    </ns1:solidFill>
                    <ns1:round/>
                    <ns1:headEnd/>
                    <ns1:tailEnd/>
                  </ns4:hiddenLine>
                </ns1:ext>
              </ns1:extLst>
            </ns0:spPr>
            <ns0:txBody>
              <ns1:bodyPr vert="horz" wrap="square" lIns="91440" tIns="45720" rIns="91440" bIns="45720" numCol="1" anchor="t" anchorCtr="0" compatLnSpc="1">
                <ns1:prstTxWarp prst="textNoShape">
                  <ns1:avLst/>
                </ns1:prstTxWarp>
              </ns1:bodyPr>
              <ns1:lstStyle/>
              <ns1:p>
                <ns1:endParaRPr lang="en-US"/>
              </ns1:p>
            </ns0:txBody>
          </ns0:sp>
        </ns0:grpSp>
      </ns0:grpSp>
      <ns0:sp>
        <ns0:nvSpPr>
          <ns0:cNvPr id="75" name="Slide Number Placeholder 74">
            <ns1:extLst>
              <ns1:ext uri="{FF2B5EF4-FFF2-40B4-BE49-F238E27FC236}">
                <ns2:creationId id="{00C99088-2CCE-432B-B4F8-3014A1397FB1}"/>
              </ns1:ext>
            </ns1:extLst>
          </ns0:cNvPr>
          <ns0:cNvSpPr>
            <ns1:spLocks noGrp="1"/>
          </ns0:cNvSpPr>
          <ns0:nvPr>
            <ns0:ph type="sldNum" sz="quarter" idx="4"/>
          </ns0:nvPr>
        </ns0:nvSpPr>
        <ns0:spPr/>
        <ns0:txBody>
          <ns1:bodyPr/>
          <ns1:lstStyle/>
          <ns1:p>
            <ns1:fld id="{BC64674B-0CCF-4531-A68C-815F17BC8CC8}" type="slidenum">
              <ns1:rPr lang="en-US" smtClean="0"/>
              <ns1:pPr/>
              <ns1:t>{SlideStatistic}</ns1:t>
            </ns1:fld>
            <ns1:endParaRPr lang="en-US"/>
          </ns1:p>
        </ns0:txBody>
      </ns0:sp>
      <ns0:sp>
        <ns0:nvSpPr>
          <ns0:cNvPr id="3" name="Picture Placeholder 2">
            <ns1:extLst>
              <ns1:ext uri="{FF2B5EF4-FFF2-40B4-BE49-F238E27FC236}">
                <ns2:creationId id="{DF1D48EA-238E-421B-A16A-58A77A210EA8}"/>
              </ns1:ext>
            </ns1:extLst>
          </ns0:cNvPr>
          <ns0:cNvSpPr>
            <ns1:spLocks noGrp="1"/>
          </ns0:cNvSpPr>
          <ns0:nvPr>
            <ns0:ph type="pic" sz="quarter" idx="12"/>
          </ns0:nvPr>
        </ns0:nvSpPr>
        <ns0:spPr/>
      </ns0:sp>
    </ns0:spTree>
    <ns0:extLst>
      <ns0:ext uri="{BB962C8B-B14F-4D97-AF65-F5344CB8AC3E}">
        <ns5:creationId val="3361155946"/>
      </ns0:ext>
    </ns0:extLst>
  </ns0:cSld>
  <ns0:clrMapOvr>
    <ns1:masterClrMapping/>
  </ns0:clrMapOvr>
</ns0:sld>
</file>

<file path=ppt/slides/slide19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openxmlformats.org/officeDocument/2006/relationships" xmlns:ns4="http://schemas.microsoft.com/office/drawing/2010/main" xmlns:ns5="http://schemas.microsoft.com/office/powerpoint/2010/main">
  <ns0:cSld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pic>
        <ns0:nvPicPr>
          <ns0:cNvPr id="112" name="Picture 111">
            <ns1:extLst>
              <ns1:ext uri="{FF2B5EF4-FFF2-40B4-BE49-F238E27FC236}">
                <ns2:creationId id="{7F236C84-1E98-4218-809B-CF4B45A582AE}"/>
              </ns1:ext>
            </ns1:extLst>
          </ns0:cNvPr>
          <ns0:cNvPicPr>
            <ns1:picLocks noChangeAspect="1"/>
          </ns0:cNvPicPr>
          <ns0:nvPr/>
        </ns0:nvPicPr>
        <ns0:blipFill>
          <ns1:blip ns3:embed="rId2" cstate="print">
            <ns1:extLst>
              <ns1:ext uri="{28A0092B-C50C-407E-A947-70E740481C1C}">
                <ns4:useLocalDpi val="0"/>
              </ns1:ext>
            </ns1:extLst>
          </ns1:blip>
          <ns1:stretch>
            <ns1:fillRect/>
          </ns1:stretch>
        </ns0:blipFill>
        <ns0:spPr>
          <ns1:xfrm>
            <ns1:off x="440064" y="2989943"/>
            <ns1:ext cx="6757147" cy="3911207"/>
          </ns1:xfrm>
          <ns1:prstGeom prst="rect">
            <ns1:avLst/>
          </ns1:prstGeom>
        </ns0:spPr>
      </ns0:pic>
      <ns0:sp>
        <ns0:nvSpPr>
          <ns0:cNvPr id="5" name="TextBox 4">
            <ns1:extLst>
              <ns1:ext uri="{FF2B5EF4-FFF2-40B4-BE49-F238E27FC236}">
                <ns2:creationId id="{7720AB44-306E-4DC3-AEBE-5FFDF897D308}"/>
              </ns1:ext>
            </ns1:extLst>
          </ns0:cNvPr>
          <ns0:cNvSpPr txBox="1"/>
          <ns0:nvPr/>
        </ns0:nvSpPr>
        <ns0:spPr>
          <ns1:xfrm>
            <ns1:off x="993018" y="1039377"/>
            <ns1:ext cx="5555582" cy="1569660"/>
          </ns1:xfrm>
          <ns1:prstGeom prst="rect">
            <ns1:avLst/>
          </ns1:prstGeom>
          <ns1:noFill/>
        </ns0:spPr>
        <ns0:txBody>
          <ns1:bodyPr wrap="square" rtlCol="0">
            <ns1:spAutoFit/>
          </ns1:bodyPr>
          <ns1:lstStyle/>
          <ns1:p>
            <ns1:r>
              <ns1:rPr lang="en-US" sz="3200">
                <ns1:latin typeface="Playfair Display" panose="00000500000000000000" pitchFamily="50" charset="0"/>
              </ns1:rPr>
              <ns1:t>{SlideMainExplanation}</ns1:t>
            </ns1:r>
          </ns1:p>
        </ns0:txBody>
      </ns0:sp>
      <ns0:sp>
        <ns0:nvSpPr>
          <ns0:cNvPr id="10" name="TextBox 9">
            <ns1:extLst>
              <ns1:ext uri="{FF2B5EF4-FFF2-40B4-BE49-F238E27FC236}">
                <ns2:creationId id="{0A2C6E8B-3DC0-436E-891B-17BFF31C6ABD}"/>
              </ns1:ext>
            </ns1:extLst>
          </ns0:cNvPr>
          <ns0:cNvSpPr txBox="1"/>
          <ns0:nvPr/>
        </ns0:nvSpPr>
        <ns0:spPr>
          <ns1:xfrm>
            <ns1:off x="8758036" y="1276055"/>
            <ns1:ext cx="2791945" cy="307777"/>
          </ns1:xfrm>
          <ns1:prstGeom prst="rect">
            <ns1:avLst/>
          </ns1:prstGeom>
          <ns1:noFill/>
        </ns0:spPr>
        <ns0:txBody>
          <ns1:bodyPr wrap="square" rtlCol="0">
            <ns1:spAutoFit/>
          </ns1:bodyPr>
          <ns1:lstStyle/>
          <ns1:p>
            <ns1:r>
              <ns1:rPr lang="en-US" sz="1400" b="1">
                <ns1:solidFill>
                  <ns1:schemeClr val="bg1"/>
                </ns1:solidFill>
                <ns1:latin typeface="Playfair Display" panose="00000500000000000000" pitchFamily="50" charset="0"/>
                <ns1:ea typeface="Open Sans" panose="020B0606030504020204" pitchFamily="34" charset="0"/>
                <ns1:cs typeface="Open Sans" panose="020B0606030504020204" pitchFamily="34" charset="0"/>
              </ns1:rPr>
              <ns1:t>{SlideSectionLabel}</ns1:t>
            </ns1:r>
            <ns1:endParaRPr lang="en-US" sz="1600" b="1">
              <ns1:solidFill>
                <ns1:schemeClr val="bg1"/>
              </ns1:solidFill>
              <ns1:latin typeface="Playfair Display" panose="00000500000000000000" pitchFamily="50" charset="0"/>
              <ns1:ea typeface="Open Sans" panose="020B0606030504020204" pitchFamily="34" charset="0"/>
              <ns1:cs typeface="Open Sans" panose="020B0606030504020204" pitchFamily="34" charset="0"/>
            </ns1:endParaRPr>
          </ns1:p>
        </ns0:txBody>
      </ns0:sp>
      <ns0:sp>
        <ns0:nvSpPr>
          <ns0:cNvPr id="11" name="TextBox 10">
            <ns1:extLst>
              <ns1:ext uri="{FF2B5EF4-FFF2-40B4-BE49-F238E27FC236}">
                <ns2:creationId id="{1FC2D66E-0928-466D-920D-F7243998F934}"/>
              </ns1:ext>
            </ns1:extLst>
          </ns0:cNvPr>
          <ns0:cNvSpPr txBox="1"/>
          <ns0:nvPr/>
        </ns0:nvSpPr>
        <ns0:spPr>
          <ns1:xfrm>
            <ns1:off x="8758036" y="1527525"/>
            <ns1:ext cx="2791945" cy="886846"/>
          </ns1:xfrm>
          <ns1:prstGeom prst="rect">
            <ns1:avLst/>
          </ns1:prstGeom>
          <ns1:noFill/>
        </ns0:spPr>
        <ns0:txBody>
          <ns1:bodyPr wrap="square" rtlCol="0">
            <ns1:spAutoFit/>
          </ns1:bodyPr>
          <ns1:lstStyle/>
          <ns1:p>
            <ns1:pPr>
              <ns1:lnSpc>
                <ns1:spcPct val="150000"/>
              </ns1:lnSpc>
            </ns1:pPr>
            <ns1:r>
              <ns1:rPr lang="en-US" sz="1200">
                <ns1:solidFill>
                  <ns1:schemeClr val="bg1"/>
                </ns1:solidFill>
                <ns1:latin typeface="Lato" panose="020F0502020204030203" pitchFamily="34" charset="0"/>
                <ns1:ea typeface="Lato" panose="020F0502020204030203" pitchFamily="34" charset="0"/>
                <ns1:cs typeface="Lato" panose="020F0502020204030203" pitchFamily="34" charset="0"/>
              </ns1:rPr>
              <ns1:t>{SlideCallout}</ns1:t>
            </ns1:r>
          </ns1:p>
        </ns0:txBody>
      </ns0:sp>
      <ns0:sp>
        <ns0:nvSpPr>
          <ns0:cNvPr id="12" name="TextBox 11">
            <ns1:extLst>
              <ns1:ext uri="{FF2B5EF4-FFF2-40B4-BE49-F238E27FC236}">
                <ns2:creationId id="{771632B9-6202-4756-A97A-F47FD69DA11D}"/>
              </ns1:ext>
            </ns1:extLst>
          </ns0:cNvPr>
          <ns0:cNvSpPr txBox="1"/>
          <ns0:nvPr/>
        </ns0:nvSpPr>
        <ns0:spPr>
          <ns1:xfrm>
            <ns1:off x="8782020" y="2840750"/>
            <ns1:ext cx="2767961" cy="307777"/>
          </ns1:xfrm>
          <ns1:prstGeom prst="rect">
            <ns1:avLst/>
          </ns1:prstGeom>
          <ns1:noFill/>
        </ns0:spPr>
        <ns0:txBody>
          <ns1:bodyPr wrap="square" rtlCol="0">
            <ns1:spAutoFit/>
          </ns1:bodyPr>
          <ns1:lstStyle/>
          <ns1:p>
            <ns1:r>
              <ns1:rPr lang="en-US" sz="1400" b="1">
                <ns1:solidFill>
                  <ns1:schemeClr val="bg1"/>
                </ns1:solidFill>
                <ns1:latin typeface="Playfair Display" panose="00000500000000000000" pitchFamily="50" charset="0"/>
                <ns1:ea typeface="Open Sans" panose="020B0606030504020204" pitchFamily="34" charset="0"/>
                <ns1:cs typeface="Open Sans" panose="020B0606030504020204" pitchFamily="34" charset="0"/>
              </ns1:rPr>
              <ns1:t>{SlideCaption}</ns1:t>
            </ns1:r>
            <ns1:endParaRPr lang="en-US" sz="1600" b="1">
              <ns1:solidFill>
                <ns1:schemeClr val="bg1"/>
              </ns1:solidFill>
              <ns1:latin typeface="Playfair Display" panose="00000500000000000000" pitchFamily="50" charset="0"/>
              <ns1:ea typeface="Open Sans" panose="020B0606030504020204" pitchFamily="34" charset="0"/>
              <ns1:cs typeface="Open Sans" panose="020B0606030504020204" pitchFamily="34" charset="0"/>
            </ns1:endParaRPr>
          </ns1:p>
        </ns0:txBody>
      </ns0:sp>
      <ns0:sp>
        <ns0:nvSpPr>
          <ns0:cNvPr id="13" name="TextBox 12">
            <ns1:extLst>
              <ns1:ext uri="{FF2B5EF4-FFF2-40B4-BE49-F238E27FC236}">
                <ns2:creationId id="{A53D02E1-BDE8-4B8D-9914-FF44AC77F4F0}"/>
              </ns1:ext>
            </ns1:extLst>
          </ns0:cNvPr>
          <ns0:cNvSpPr txBox="1"/>
          <ns0:nvPr/>
        </ns0:nvSpPr>
        <ns0:spPr>
          <ns1:xfrm>
            <ns1:off x="8782020" y="3092219"/>
            <ns1:ext cx="2771350" cy="886846"/>
          </ns1:xfrm>
          <ns1:prstGeom prst="rect">
            <ns1:avLst/>
          </ns1:prstGeom>
          <ns1:noFill/>
        </ns0:spPr>
        <ns0:txBody>
          <ns1:bodyPr wrap="square" rtlCol="0">
            <ns1:spAutoFit/>
          </ns1:bodyPr>
          <ns1:lstStyle/>
          <ns1:p>
            <ns1:pPr>
              <ns1:lnSpc>
                <ns1:spcPct val="150000"/>
              </ns1:lnSpc>
            </ns1:pPr>
            <ns1:r>
              <ns1:rPr lang="en-US" sz="1200">
                <ns1:solidFill>
                  <ns1:schemeClr val="bg1"/>
                </ns1:solidFill>
                <ns1:latin typeface="Lato" panose="020F0502020204030203" pitchFamily="34" charset="0"/>
                <ns1:ea typeface="Lato" panose="020F0502020204030203" pitchFamily="34" charset="0"/>
                <ns1:cs typeface="Lato" panose="020F0502020204030203" pitchFamily="34" charset="0"/>
              </ns1:rPr>
              <ns1:t>{SlideSupportingContent}</ns1:t>
            </ns1:r>
          </ns1:p>
        </ns0:txBody>
      </ns0:sp>
      <ns0:sp>
        <ns0:nvSpPr>
          <ns0:cNvPr id="14" name="TextBox 13">
            <ns1:extLst>
              <ns1:ext uri="{FF2B5EF4-FFF2-40B4-BE49-F238E27FC236}">
                <ns2:creationId id="{8702A838-8BE1-4530-90C7-8E30B97DD4BE}"/>
              </ns1:ext>
            </ns1:extLst>
          </ns0:cNvPr>
          <ns0:cNvSpPr txBox="1"/>
          <ns0:nvPr/>
        </ns0:nvSpPr>
        <ns0:spPr>
          <ns1:xfrm>
            <ns1:off x="8758036" y="4499277"/>
            <ns1:ext cx="2791945" cy="307777"/>
          </ns1:xfrm>
          <ns1:prstGeom prst="rect">
            <ns1:avLst/>
          </ns1:prstGeom>
          <ns1:noFill/>
        </ns0:spPr>
        <ns0:txBody>
          <ns1:bodyPr wrap="square" rtlCol="0">
            <ns1:spAutoFit/>
          </ns1:bodyPr>
          <ns1:lstStyle/>
          <ns1:p>
            <ns1:r>
              <ns1:rPr lang="en-US" sz="1400" b="1">
                <ns1:solidFill>
                  <ns1:schemeClr val="bg1"/>
                </ns1:solidFill>
                <ns1:latin typeface="Playfair Display" panose="00000500000000000000" pitchFamily="50" charset="0"/>
                <ns1:ea typeface="Open Sans" panose="020B0606030504020204" pitchFamily="34" charset="0"/>
                <ns1:cs typeface="Open Sans" panose="020B0606030504020204" pitchFamily="34" charset="0"/>
              </ns1:rPr>
              <ns1:t>{SlideSupportingContent2}</ns1:t>
            </ns1:r>
            <ns1:endParaRPr lang="en-US" sz="1600" b="1">
              <ns1:solidFill>
                <ns1:schemeClr val="bg1"/>
              </ns1:solidFill>
              <ns1:latin typeface="Playfair Display" panose="00000500000000000000" pitchFamily="50" charset="0"/>
              <ns1:ea typeface="Open Sans" panose="020B0606030504020204" pitchFamily="34" charset="0"/>
              <ns1:cs typeface="Open Sans" panose="020B0606030504020204" pitchFamily="34" charset="0"/>
            </ns1:endParaRPr>
          </ns1:p>
        </ns0:txBody>
      </ns0:sp>
      <ns0:sp>
        <ns0:nvSpPr>
          <ns0:cNvPr id="15" name="TextBox 14">
            <ns1:extLst>
              <ns1:ext uri="{FF2B5EF4-FFF2-40B4-BE49-F238E27FC236}">
                <ns2:creationId id="{050D530E-352C-4B9D-97D3-DFD0BF4F93CB}"/>
              </ns1:ext>
            </ns1:extLst>
          </ns0:cNvPr>
          <ns0:cNvSpPr txBox="1"/>
          <ns0:nvPr/>
        </ns0:nvSpPr>
        <ns0:spPr>
          <ns1:xfrm>
            <ns1:off x="8758036" y="4750747"/>
            <ns1:ext cx="2791945" cy="886846"/>
          </ns1:xfrm>
          <ns1:prstGeom prst="rect">
            <ns1:avLst/>
          </ns1:prstGeom>
          <ns1:noFill/>
        </ns0:spPr>
        <ns0:txBody>
          <ns1:bodyPr wrap="square" rtlCol="0">
            <ns1:spAutoFit/>
          </ns1:bodyPr>
          <ns1:lstStyle/>
          <ns1:p>
            <ns1:pPr>
              <ns1:lnSpc>
                <ns1:spcPct val="150000"/>
              </ns1:lnSpc>
            </ns1:pPr>
            <ns1:r>
              <ns1:rPr lang="en-US" sz="1200">
                <ns1:solidFill>
                  <ns1:schemeClr val="bg1"/>
                </ns1:solidFill>
                <ns1:latin typeface="Lato" panose="020F0502020204030203" pitchFamily="34" charset="0"/>
                <ns1:ea typeface="Lato" panose="020F0502020204030203" pitchFamily="34" charset="0"/>
                <ns1:cs typeface="Lato" panose="020F0502020204030203" pitchFamily="34" charset="0"/>
              </ns1:rPr>
              <ns1:t>{SlideSupportingContent3}</ns1:t>
            </ns1:r>
          </ns1:p>
        </ns0:txBody>
      </ns0:sp>
      <ns0:sp>
        <ns0:nvSpPr>
          <ns0:cNvPr id="63" name="Slide Number Placeholder 62">
            <ns1:extLst>
              <ns1:ext uri="{FF2B5EF4-FFF2-40B4-BE49-F238E27FC236}">
                <ns2:creationId id="{D4935686-3A95-461D-9489-48391B9868FA}"/>
              </ns1:ext>
            </ns1:extLst>
          </ns0:cNvPr>
          <ns0:cNvSpPr>
            <ns1:spLocks noGrp="1"/>
          </ns0:cNvSpPr>
          <ns0:nvPr>
            <ns0:ph type="sldNum" sz="quarter" idx="4"/>
          </ns0:nvPr>
        </ns0:nvSpPr>
        <ns0:spPr/>
        <ns0:txBody>
          <ns1:bodyPr/>
          <ns1:lstStyle/>
          <ns1:p>
            <ns1:fld id="{BC64674B-0CCF-4531-A68C-815F17BC8CC8}" type="slidenum">
              <ns1:rPr lang="en-US" smtClean="0"/>
              <ns1:pPr/>
              <ns1:t>{SlideStatistic}</ns1:t>
            </ns1:fld>
            <ns1:endParaRPr lang="en-US"/>
          </ns1:p>
        </ns0:txBody>
      </ns0:sp>
      <ns0:sp>
        <ns0:nvSpPr>
          <ns0:cNvPr id="3" name="Picture Placeholder 2">
            <ns1:extLst>
              <ns1:ext uri="{FF2B5EF4-FFF2-40B4-BE49-F238E27FC236}">
                <ns2:creationId id="{367BEABB-C66E-4117-BC15-A37061185A8E}"/>
              </ns1:ext>
            </ns1:extLst>
          </ns0:cNvPr>
          <ns0:cNvSpPr>
            <ns1:spLocks noGrp="1"/>
          </ns0:cNvSpPr>
          <ns0:nvPr>
            <ns0:ph type="pic" sz="quarter" idx="12"/>
          </ns0:nvPr>
        </ns0:nvSpPr>
        <ns0:spPr/>
      </ns0:sp>
      <ns0:sp>
        <ns0:nvSpPr>
          <ns0:cNvPr id="6" name="Picture Placeholder 5">
            <ns1:extLst>
              <ns1:ext uri="{FF2B5EF4-FFF2-40B4-BE49-F238E27FC236}">
                <ns2:creationId id="{CC5D1D9E-2F63-4C1D-A0BE-E921F04814F1}"/>
              </ns1:ext>
            </ns1:extLst>
          </ns0:cNvPr>
          <ns0:cNvSpPr>
            <ns1:spLocks noGrp="1"/>
          </ns0:cNvSpPr>
          <ns0:nvPr>
            <ns0:ph type="pic" sz="quarter" idx="13"/>
          </ns0:nvPr>
        </ns0:nvSpPr>
        <ns0:spPr/>
      </ns0:sp>
      <ns0:sp>
        <ns0:nvSpPr>
          <ns0:cNvPr id="8" name="Picture Placeholder 7">
            <ns1:extLst>
              <ns1:ext uri="{FF2B5EF4-FFF2-40B4-BE49-F238E27FC236}">
                <ns2:creationId id="{37882C15-04FA-4511-AB52-C0230E6B48D7}"/>
              </ns1:ext>
            </ns1:extLst>
          </ns0:cNvPr>
          <ns0:cNvSpPr>
            <ns1:spLocks noGrp="1"/>
          </ns0:cNvSpPr>
          <ns0:nvPr>
            <ns0:ph type="pic" sz="quarter" idx="14"/>
          </ns0:nvPr>
        </ns0:nvSpPr>
        <ns0:spPr/>
      </ns0:sp>
      <ns0:sp>
        <ns0:nvSpPr>
          <ns0:cNvPr id="16" name="Picture Placeholder 15">
            <ns1:extLst>
              <ns1:ext uri="{FF2B5EF4-FFF2-40B4-BE49-F238E27FC236}">
                <ns2:creationId id="{47C70EE8-627A-42F0-B208-88FEB99008E4}"/>
              </ns1:ext>
            </ns1:extLst>
          </ns0:cNvPr>
          <ns0:cNvSpPr>
            <ns1:spLocks noGrp="1"/>
          </ns0:cNvSpPr>
          <ns0:nvPr>
            <ns0:ph type="pic" sz="quarter" idx="15"/>
          </ns0:nvPr>
        </ns0:nvSpPr>
        <ns0:spPr/>
      </ns0:sp>
    </ns0:spTree>
    <ns0:extLst>
      <ns0:ext uri="{BB962C8B-B14F-4D97-AF65-F5344CB8AC3E}">
        <ns5:creationId val="4081705582"/>
      </ns0:ext>
    </ns0:extLst>
  </ns0:cSld>
  <ns0:clrMapOvr>
    <ns1:masterClrMapping/>
  </ns0:clrMapOvr>
</ns0:sld>
</file>

<file path=ppt/slides/slide20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openxmlformats.org/officeDocument/2006/relationships" xmlns:ns4="http://schemas.microsoft.com/office/drawing/2010/main" xmlns:ns5="http://schemas.microsoft.com/office/powerpoint/2010/main">
  <ns0:cSld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pic>
        <ns0:nvPicPr>
          <ns0:cNvPr id="54" name="Picture 53">
            <ns1:extLst>
              <ns1:ext uri="{FF2B5EF4-FFF2-40B4-BE49-F238E27FC236}">
                <ns2:creationId id="{F7F71A16-65FD-4DBE-95C9-FB4C4A802697}"/>
              </ns1:ext>
            </ns1:extLst>
          </ns0:cNvPr>
          <ns0:cNvPicPr>
            <ns1:picLocks noChangeAspect="1"/>
          </ns0:cNvPicPr>
          <ns0:nvPr/>
        </ns0:nvPicPr>
        <ns0:blipFill rotWithShape="1">
          <ns1:blip ns3:embed="rId2" cstate="print">
            <ns1:extLst>
              <ns1:ext uri="{28A0092B-C50C-407E-A947-70E740481C1C}">
                <ns4:useLocalDpi val="0"/>
              </ns1:ext>
            </ns1:extLst>
          </ns1:blip>
          <ns1:srcRect t="12749" b="2041"/>
          <ns1:stretch/>
        </ns0:blipFill>
        <ns0:spPr>
          <ns1:xfrm>
            <ns1:off x="5865477" y="1337805"/>
            <ns1:ext cx="5509150" cy="4748908"/>
          </ns1:xfrm>
          <ns1:prstGeom prst="rect">
            <ns1:avLst/>
          </ns1:prstGeom>
        </ns0:spPr>
      </ns0:pic>
      <ns0:sp>
        <ns0:nvSpPr>
          <ns0:cNvPr id="5" name="TextBox 4">
            <ns1:extLst>
              <ns1:ext uri="{FF2B5EF4-FFF2-40B4-BE49-F238E27FC236}">
                <ns2:creationId id="{AF471005-CA88-46A6-B32B-331B68D46540}"/>
              </ns1:ext>
            </ns1:extLst>
          </ns0:cNvPr>
          <ns0:cNvSpPr txBox="1"/>
          <ns0:nvPr/>
        </ns0:nvSpPr>
        <ns0:spPr>
          <ns1:xfrm>
            <ns1:off x="714484" y="2572689"/>
            <ns1:ext cx="4662984" cy="1717843"/>
          </ns1:xfrm>
          <ns1:prstGeom prst="rect">
            <ns1:avLst/>
          </ns1:prstGeom>
          <ns1:noFill/>
        </ns0:spPr>
        <ns0:txBody>
          <ns1:bodyPr wrap="square" rtlCol="0">
            <ns1:spAutoFit/>
          </ns1:bodyPr>
          <ns1:lstStyle/>
          <ns1:p>
            <ns1:pPr>
              <ns1:lnSpc>
                <ns1:spcPct val="150000"/>
              </ns1:lnSpc>
            </ns1:pPr>
            <ns1:r>
              <ns1:rPr lang="en-US" sz="1200">
                <ns1:solidFill>
                  <ns1:schemeClr val="bg1">
                    <ns1:lumMod val="50000"/>
                  </ns1:schemeClr>
                </ns1:solidFill>
                <ns1:latin typeface="Lato" panose="020F0502020204030203" pitchFamily="34" charset="0"/>
                <ns1:ea typeface="Lato" panose="020F0502020204030203" pitchFamily="34" charset="0"/>
                <ns1:cs typeface="Lato" panose="020F0502020204030203" pitchFamily="34" charset="0"/>
              </ns1:rPr>
              <ns1:t>{SlideMainExplanation}</ns1:t>
            </ns1:r>
          </ns1:p>
        </ns0:txBody>
      </ns0:sp>
      <ns0:sp>
        <ns0:nvSpPr>
          <ns0:cNvPr id="7" name="TextBox 6">
            <ns1:extLst>
              <ns1:ext uri="{FF2B5EF4-FFF2-40B4-BE49-F238E27FC236}">
                <ns2:creationId id="{3951445F-5CCE-4D4E-B60E-FFE91D2C87B1}"/>
              </ns1:ext>
            </ns1:extLst>
          </ns0:cNvPr>
          <ns0:cNvSpPr txBox="1"/>
          <ns0:nvPr/>
        </ns0:nvSpPr>
        <ns0:spPr>
          <ns1:xfrm>
            <ns1:off x="714484" y="962083"/>
            <ns1:ext cx="4662984" cy="1569660"/>
          </ns1:xfrm>
          <ns1:prstGeom prst="rect">
            <ns1:avLst/>
          </ns1:prstGeom>
          <ns1:noFill/>
        </ns0:spPr>
        <ns0:txBody>
          <ns1:bodyPr wrap="square" rtlCol="0">
            <ns1:spAutoFit/>
          </ns1:bodyPr>
          <ns1:lstStyle/>
          <ns1:p>
            <ns1:r>
              <ns1:rPr lang="en-US" sz="3200">
                <ns1:latin typeface="Playfair Display" panose="00000500000000000000" pitchFamily="50" charset="0"/>
              </ns1:rPr>
              <ns1:t>{SlideSupportingContent}</ns1:t>
            </ns1:r>
          </ns1:p>
        </ns0:txBody>
      </ns0:sp>
      <ns0:sp>
        <ns0:nvSpPr>
          <ns0:cNvPr id="16" name="Slide Number Placeholder 15">
            <ns1:extLst>
              <ns1:ext uri="{FF2B5EF4-FFF2-40B4-BE49-F238E27FC236}">
                <ns2:creationId id="{0846463D-2A46-45DA-8349-E100C4C7D452}"/>
              </ns1:ext>
            </ns1:extLst>
          </ns0:cNvPr>
          <ns0:cNvSpPr>
            <ns1:spLocks noGrp="1"/>
          </ns0:cNvSpPr>
          <ns0:nvPr>
            <ns0:ph type="sldNum" sz="quarter" idx="4"/>
          </ns0:nvPr>
        </ns0:nvSpPr>
        <ns0:spPr/>
        <ns0:txBody>
          <ns1:bodyPr/>
          <ns1:lstStyle/>
          <ns1:p>
            <ns1:fld id="{BC64674B-0CCF-4531-A68C-815F17BC8CC8}" type="slidenum">
              <ns1:rPr lang="en-US" smtClean="0"/>
              <ns1:pPr/>
              <ns1:t>{SlideStatistic}</ns1:t>
            </ns1:fld>
            <ns1:endParaRPr lang="en-US"/>
          </ns1:p>
        </ns0:txBody>
      </ns0:sp>
      <ns0:sp>
        <ns0:nvSpPr>
          <ns0:cNvPr id="3" name="Picture Placeholder 2">
            <ns1:extLst>
              <ns1:ext uri="{FF2B5EF4-FFF2-40B4-BE49-F238E27FC236}">
                <ns2:creationId id="{15CEC0AA-7656-49A6-8AD1-1F9347E4CAAE}"/>
              </ns1:ext>
            </ns1:extLst>
          </ns0:cNvPr>
          <ns0:cNvSpPr>
            <ns1:spLocks noGrp="1"/>
          </ns0:cNvSpPr>
          <ns0:nvPr>
            <ns0:ph type="pic" sz="quarter" idx="17"/>
          </ns0:nvPr>
        </ns0:nvSpPr>
        <ns0:spPr/>
      </ns0:sp>
      <ns0:sp>
        <ns0:nvSpPr>
          <ns0:cNvPr id="6" name="Picture Placeholder 5">
            <ns1:extLst>
              <ns1:ext uri="{FF2B5EF4-FFF2-40B4-BE49-F238E27FC236}">
                <ns2:creationId id="{C785A7EF-C935-404A-A84F-2FC1A9634F31}"/>
              </ns1:ext>
            </ns1:extLst>
          </ns0:cNvPr>
          <ns0:cNvSpPr>
            <ns1:spLocks noGrp="1"/>
          </ns0:cNvSpPr>
          <ns0:nvPr>
            <ns0:ph type="pic" sz="quarter" idx="13"/>
          </ns0:nvPr>
        </ns0:nvSpPr>
        <ns0:spPr/>
      </ns0:sp>
      <ns0:sp>
        <ns0:nvSpPr>
          <ns0:cNvPr id="9" name="Picture Placeholder 8">
            <ns1:extLst>
              <ns1:ext uri="{FF2B5EF4-FFF2-40B4-BE49-F238E27FC236}">
                <ns2:creationId id="{6DED5E6B-1A45-41BE-8E97-E5F8B0475075}"/>
              </ns1:ext>
            </ns1:extLst>
          </ns0:cNvPr>
          <ns0:cNvSpPr>
            <ns1:spLocks noGrp="1"/>
          </ns0:cNvSpPr>
          <ns0:nvPr>
            <ns0:ph type="pic" sz="quarter" idx="12"/>
          </ns0:nvPr>
        </ns0:nvSpPr>
        <ns0:spPr/>
      </ns0:sp>
      <ns0:sp>
        <ns0:nvSpPr>
          <ns0:cNvPr id="11" name="Picture Placeholder 10">
            <ns1:extLst>
              <ns1:ext uri="{FF2B5EF4-FFF2-40B4-BE49-F238E27FC236}">
                <ns2:creationId id="{B8F8A9D8-C20B-4C61-B9AF-3BDF4C395C4E}"/>
              </ns1:ext>
            </ns1:extLst>
          </ns0:cNvPr>
          <ns0:cNvSpPr>
            <ns1:spLocks noGrp="1"/>
          </ns0:cNvSpPr>
          <ns0:nvPr>
            <ns0:ph type="pic" sz="quarter" idx="14"/>
          </ns0:nvPr>
        </ns0:nvSpPr>
        <ns0:spPr/>
      </ns0:sp>
      <ns0:sp>
        <ns0:nvSpPr>
          <ns0:cNvPr id="72" name="Rectangle 71">
            <ns1:extLst>
              <ns1:ext uri="{FF2B5EF4-FFF2-40B4-BE49-F238E27FC236}">
                <ns2:creationId id="{DAEA7653-6423-4CDB-BB56-CD2C55142EE9}"/>
              </ns1:ext>
            </ns1:extLst>
          </ns0:cNvPr>
          <ns0:cNvSpPr/>
          <ns0:nvPr/>
        </ns0:nvSpPr>
        <ns0:spPr>
          <ns1:xfrm>
            <ns1:off x="7787751" y="1350206"/>
            <ns1:ext cx="1664603" cy="403803"/>
          </ns1:xfrm>
          <ns1:prstGeom prst="rect">
            <ns1:avLst/>
          </ns1:prstGeom>
          <ns1:solidFill>
            <ns1:srgbClr val="F07D66"/>
          </ns1:solidFill>
          <ns1:ln>
            <ns1:noFill/>
          </ns1:ln>
        </ns0:spPr>
        <ns0:style>
          <ns1:lnRef idx="2">
            <ns1:schemeClr val="accent1">
              <ns1:shade val="50000"/>
            </ns1:schemeClr>
          </ns1:lnRef>
          <ns1:fillRef idx="1">
            <ns1:schemeClr val="accent1"/>
          </ns1:fillRef>
          <ns1:effectRef idx="0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r>
              <ns1:rPr lang="en-US" sz="1200" b="1">
                <ns1:latin typeface="Lato" panose="020F0502020204030203" pitchFamily="34" charset="0"/>
                <ns1:ea typeface="Lato" panose="020F0502020204030203" pitchFamily="34" charset="0"/>
                <ns1:cs typeface="Lato" panose="020F0502020204030203" pitchFamily="34" charset="0"/>
              </ns1:rPr>
              <ns1:t>{SlideSectionLabel}</ns1:t>
            </ns1:r>
          </ns1:p>
        </ns0:txBody>
      </ns0:sp>
    </ns0:spTree>
    <ns0:extLst>
      <ns0:ext uri="{BB962C8B-B14F-4D97-AF65-F5344CB8AC3E}">
        <ns5:creationId val="915297138"/>
      </ns0:ext>
    </ns0:extLst>
  </ns0:cSld>
  <ns0:clrMapOvr>
    <ns1:masterClrMapping/>
  </ns0:clrMapOvr>
</ns0:sld>
</file>

<file path=ppt/slides/slide21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openxmlformats.org/officeDocument/2006/relationships" xmlns:ns4="http://schemas.microsoft.com/office/drawing/2010/main" xmlns:ns5="http://schemas.microsoft.com/office/powerpoint/2010/main">
  <ns0:cSld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pic>
        <ns0:nvPicPr>
          <ns0:cNvPr id="8" name="Picture 7">
            <ns1:extLst>
              <ns1:ext uri="{FF2B5EF4-FFF2-40B4-BE49-F238E27FC236}">
                <ns2:creationId id="{23EE8C77-2A13-4B38-AD4F-F188556B387A}"/>
              </ns1:ext>
            </ns1:extLst>
          </ns0:cNvPr>
          <ns0:cNvPicPr>
            <ns1:picLocks noChangeAspect="1"/>
          </ns0:cNvPicPr>
          <ns0:nvPr/>
        </ns0:nvPicPr>
        <ns0:blipFill>
          <ns1:blip ns3:embed="rId2" cstate="print">
            <ns1:extLst>
              <ns1:ext uri="{28A0092B-C50C-407E-A947-70E740481C1C}">
                <ns4:useLocalDpi val="0"/>
              </ns1:ext>
            </ns1:extLst>
          </ns1:blip>
          <ns1:stretch>
            <ns1:fillRect/>
          </ns1:stretch>
        </ns0:blipFill>
        <ns0:spPr>
          <ns1:xfrm>
            <ns1:off x="7507263" y="694013"/>
            <ns1:ext cx="3005608" cy="5469975"/>
          </ns1:xfrm>
          <ns1:prstGeom prst="rect">
            <ns1:avLst/>
          </ns1:prstGeom>
        </ns0:spPr>
      </ns0:pic>
      <ns0:sp>
        <ns0:nvSpPr>
          <ns0:cNvPr id="31" name="TextBox 30">
            <ns1:extLst>
              <ns1:ext uri="{FF2B5EF4-FFF2-40B4-BE49-F238E27FC236}">
                <ns2:creationId id="{928C36DD-8D07-4437-81A8-AE800732F1C0}"/>
              </ns1:ext>
            </ns1:extLst>
          </ns0:cNvPr>
          <ns0:cNvSpPr txBox="1"/>
          <ns0:nvPr/>
        </ns0:nvSpPr>
        <ns0:spPr>
          <ns1:xfrm>
            <ns1:off x="793423" y="2010766"/>
            <ns1:ext cx="2874016" cy="307777"/>
          </ns1:xfrm>
          <ns1:prstGeom prst="rect">
            <ns1:avLst/>
          </ns1:prstGeom>
          <ns1:noFill/>
        </ns0:spPr>
        <ns0:txBody>
          <ns1:bodyPr wrap="square" rtlCol="0">
            <ns1:spAutoFit/>
          </ns1:bodyPr>
          <ns1:lstStyle/>
          <ns1:p>
            <ns1:pPr algn="ctr"/>
            <ns1:r>
              <ns1:rPr lang="en-US" sz="1400" b="1">
                <ns1:solidFill>
                  <ns1:schemeClr val="tx1">
                    <ns1:lumMod val="75000"/>
                    <ns1:lumOff val="25000"/>
                  </ns1:schemeClr>
                </ns1:solidFill>
                <ns1:latin typeface="Playfair Display" panose="00000500000000000000" pitchFamily="50" charset="0"/>
                <ns1:ea typeface="Open Sans" panose="020B0606030504020204" pitchFamily="34" charset="0"/>
                <ns1:cs typeface="Open Sans" panose="020B0606030504020204" pitchFamily="34" charset="0"/>
              </ns1:rPr>
              <ns1:t>{SlideSectionLabel}</ns1:t>
            </ns1:r>
            <ns1:endParaRPr lang="en-US" sz="1600" b="1">
              <ns1:solidFill>
                <ns1:schemeClr val="tx1">
                  <ns1:lumMod val="75000"/>
                  <ns1:lumOff val="25000"/>
                </ns1:schemeClr>
              </ns1:solidFill>
              <ns1:latin typeface="Playfair Display" panose="00000500000000000000" pitchFamily="50" charset="0"/>
              <ns1:ea typeface="Open Sans" panose="020B0606030504020204" pitchFamily="34" charset="0"/>
              <ns1:cs typeface="Open Sans" panose="020B0606030504020204" pitchFamily="34" charset="0"/>
            </ns1:endParaRPr>
          </ns1:p>
        </ns0:txBody>
      </ns0:sp>
      <ns0:sp>
        <ns0:nvSpPr>
          <ns0:cNvPr id="32" name="TextBox 31">
            <ns1:extLst>
              <ns1:ext uri="{FF2B5EF4-FFF2-40B4-BE49-F238E27FC236}">
                <ns2:creationId id="{1B9D937D-D574-4EC5-86CB-059B200392B4}"/>
              </ns1:ext>
            </ns1:extLst>
          </ns0:cNvPr>
          <ns0:cNvSpPr txBox="1"/>
          <ns0:nvPr/>
        </ns0:nvSpPr>
        <ns0:spPr>
          <ns1:xfrm>
            <ns1:off x="793423" y="2288044"/>
            <ns1:ext cx="2874016" cy="886846"/>
          </ns1:xfrm>
          <ns1:prstGeom prst="rect">
            <ns1:avLst/>
          </ns1:prstGeom>
          <ns1:noFill/>
        </ns0:spPr>
        <ns0:txBody>
          <ns1:bodyPr wrap="square" rtlCol="0">
            <ns1:spAutoFit/>
          </ns1:bodyPr>
          <ns1:lstStyle/>
          <ns1:p>
            <ns1:pPr algn="ctr">
              <ns1:lnSpc>
                <ns1:spcPct val="150000"/>
              </ns1:lnSpc>
            </ns1:pPr>
            <ns1:r>
              <ns1:rPr lang="en-US" sz="1200">
                <ns1:solidFill>
                  <ns1:schemeClr val="bg1">
                    <ns1:lumMod val="50000"/>
                  </ns1:schemeClr>
                </ns1:solidFill>
                <ns1:latin typeface="Lato" panose="020F0502020204030203" pitchFamily="34" charset="0"/>
                <ns1:ea typeface="Lato" panose="020F0502020204030203" pitchFamily="34" charset="0"/>
                <ns1:cs typeface="Lato" panose="020F0502020204030203" pitchFamily="34" charset="0"/>
              </ns1:rPr>
              <ns1:t>{SlideSupportingContent}</ns1:t>
            </ns1:r>
          </ns1:p>
        </ns0:txBody>
      </ns0:sp>
      <ns0:sp>
        <ns0:nvSpPr>
          <ns0:cNvPr id="33" name="TextBox 32">
            <ns1:extLst>
              <ns1:ext uri="{FF2B5EF4-FFF2-40B4-BE49-F238E27FC236}">
                <ns2:creationId id="{4B721E69-8D76-448E-886E-F1BF05208836}"/>
              </ns1:ext>
            </ns1:extLst>
          </ns0:cNvPr>
          <ns0:cNvSpPr txBox="1"/>
          <ns0:nvPr/>
        </ns0:nvSpPr>
        <ns0:spPr>
          <ns1:xfrm>
            <ns1:off x="798650" y="4695822"/>
            <ns1:ext cx="2874016" cy="307777"/>
          </ns1:xfrm>
          <ns1:prstGeom prst="rect">
            <ns1:avLst/>
          </ns1:prstGeom>
          <ns1:noFill/>
        </ns0:spPr>
        <ns0:txBody>
          <ns1:bodyPr wrap="square" rtlCol="0">
            <ns1:spAutoFit/>
          </ns1:bodyPr>
          <ns1:lstStyle/>
          <ns1:p>
            <ns1:pPr algn="ctr"/>
            <ns1:r>
              <ns1:rPr lang="en-US" sz="1400" b="1">
                <ns1:solidFill>
                  <ns1:schemeClr val="tx1">
                    <ns1:lumMod val="75000"/>
                    <ns1:lumOff val="25000"/>
                  </ns1:schemeClr>
                </ns1:solidFill>
                <ns1:latin typeface="Playfair Display" panose="00000500000000000000" pitchFamily="50" charset="0"/>
                <ns1:ea typeface="Open Sans" panose="020B0606030504020204" pitchFamily="34" charset="0"/>
                <ns1:cs typeface="Open Sans" panose="020B0606030504020204" pitchFamily="34" charset="0"/>
              </ns1:rPr>
              <ns1:t>{SlideCallout}</ns1:t>
            </ns1:r>
            <ns1:endParaRPr lang="en-US" sz="1600" b="1">
              <ns1:solidFill>
                <ns1:schemeClr val="tx1">
                  <ns1:lumMod val="75000"/>
                  <ns1:lumOff val="25000"/>
                </ns1:schemeClr>
              </ns1:solidFill>
              <ns1:latin typeface="Playfair Display" panose="00000500000000000000" pitchFamily="50" charset="0"/>
              <ns1:ea typeface="Open Sans" panose="020B0606030504020204" pitchFamily="34" charset="0"/>
              <ns1:cs typeface="Open Sans" panose="020B0606030504020204" pitchFamily="34" charset="0"/>
            </ns1:endParaRPr>
          </ns1:p>
        </ns0:txBody>
      </ns0:sp>
      <ns0:sp>
        <ns0:nvSpPr>
          <ns0:cNvPr id="34" name="TextBox 33">
            <ns1:extLst>
              <ns1:ext uri="{FF2B5EF4-FFF2-40B4-BE49-F238E27FC236}">
                <ns2:creationId id="{156FDCAF-7065-4DE9-B7C7-5E08B664CF57}"/>
              </ns1:ext>
            </ns1:extLst>
          </ns0:cNvPr>
          <ns0:cNvSpPr txBox="1"/>
          <ns0:nvPr/>
        </ns0:nvSpPr>
        <ns0:spPr>
          <ns1:xfrm>
            <ns1:off x="798650" y="4973100"/>
            <ns1:ext cx="2874016" cy="886846"/>
          </ns1:xfrm>
          <ns1:prstGeom prst="rect">
            <ns1:avLst/>
          </ns1:prstGeom>
          <ns1:noFill/>
        </ns0:spPr>
        <ns0:txBody>
          <ns1:bodyPr wrap="square" rtlCol="0">
            <ns1:spAutoFit/>
          </ns1:bodyPr>
          <ns1:lstStyle/>
          <ns1:p>
            <ns1:pPr algn="ctr">
              <ns1:lnSpc>
                <ns1:spcPct val="150000"/>
              </ns1:lnSpc>
            </ns1:pPr>
            <ns1:r>
              <ns1:rPr lang="en-US" sz="1200">
                <ns1:solidFill>
                  <ns1:schemeClr val="bg1">
                    <ns1:lumMod val="50000"/>
                  </ns1:schemeClr>
                </ns1:solidFill>
                <ns1:latin typeface="Lato" panose="020F0502020204030203" pitchFamily="34" charset="0"/>
                <ns1:ea typeface="Lato" panose="020F0502020204030203" pitchFamily="34" charset="0"/>
                <ns1:cs typeface="Lato" panose="020F0502020204030203" pitchFamily="34" charset="0"/>
              </ns1:rPr>
              <ns1:t>{SlideCaption}</ns1:t>
            </ns1:r>
          </ns1:p>
        </ns0:txBody>
      </ns0:sp>
      <ns0:grpSp>
        <ns0:nvGrpSpPr>
          <ns0:cNvPr id="35" name="Group 4">
            <ns1:extLst>
              <ns1:ext uri="{FF2B5EF4-FFF2-40B4-BE49-F238E27FC236}">
                <ns2:creationId id="{D61E96F3-A354-4B75-8D93-9AC49B67B082}"/>
              </ns1:ext>
            </ns1:extLst>
          </ns0:cNvPr>
          <ns0:cNvGrpSpPr>
            <ns1:grpSpLocks noChangeAspect="1"/>
          </ns0:cNvGrpSpPr>
          <ns0:nvPr/>
        </ns0:nvGrpSpPr>
        <ns0:grpSpPr bwMode="auto">
          <ns1:xfrm>
            <ns1:off x="1848862" y="1056111"/>
            <ns1:ext cx="758815" cy="758815"/>
            <ns1:chOff x="1678" y="0"/>
            <ns1:chExt cx="4322" cy="4322"/>
          </ns1:xfrm>
          <ns1:solidFill>
            <ns1:srgbClr val="F07D66"/>
          </ns1:solidFill>
        </ns0:grpSpPr>
        <ns0:sp>
          <ns0:nvSpPr>
            <ns0:cNvPr id="36" name="Freeform 5">
              <ns1:extLst>
                <ns1:ext uri="{FF2B5EF4-FFF2-40B4-BE49-F238E27FC236}">
                  <ns2:creationId id="{0E620B1A-BD24-41AD-9B4E-AF6A734A8589}"/>
                </ns1:ext>
              </ns1:extLst>
            </ns0:cNvPr>
            <ns0:cNvSpPr>
              <ns1:spLocks noEditPoints="1"/>
            </ns0:cNvSpPr>
            <ns0:nvPr/>
          </ns0:nvSpPr>
          <ns0:spPr bwMode="auto">
            <ns1:xfrm>
              <ns1:off x="1678" y="0"/>
              <ns1:ext cx="4322" cy="4322"/>
            </ns1:xfrm>
            <ns1:custGeom>
              <ns1:avLst/>
              <ns1:gdLst>
                <ns1:gd name="T0" fmla="*/ 1792 w 1984"/>
                <ns1:gd name="T1" fmla="*/ 224 h 1984"/>
                <ns1:gd name="T2" fmla="*/ 1344 w 1984"/>
                <ns1:gd name="T3" fmla="*/ 352 h 1984"/>
                <ns1:gd name="T4" fmla="*/ 1278 w 1984"/>
                <ns1:gd name="T5" fmla="*/ 416 h 1984"/>
                <ns1:gd name="T6" fmla="*/ 160 w 1984"/>
                <ns1:gd name="T7" fmla="*/ 416 h 1984"/>
                <ns1:gd name="T8" fmla="*/ 160 w 1984"/>
                <ns1:gd name="T9" fmla="*/ 1664 h 1984"/>
                <ns1:gd name="T10" fmla="*/ 384 w 1984"/>
                <ns1:gd name="T11" fmla="*/ 1830 h 1984"/>
                <ns1:gd name="T12" fmla="*/ 1600 w 1984"/>
                <ns1:gd name="T13" fmla="*/ 1830 h 1984"/>
                <ns1:gd name="T14" fmla="*/ 1824 w 1984"/>
                <ns1:gd name="T15" fmla="*/ 1664 h 1984"/>
                <ns1:gd name="T16" fmla="*/ 1824 w 1984"/>
                <ns1:gd name="T17" fmla="*/ 416 h 1984"/>
                <ns1:gd name="T18" fmla="*/ 1568 w 1984"/>
                <ns1:gd name="T19" fmla="*/ 832 h 1984"/>
                <ns1:gd name="T20" fmla="*/ 1600 w 1984"/>
                <ns1:gd name="T21" fmla="*/ 608 h 1984"/>
                <ns1:gd name="T22" fmla="*/ 1536 w 1984"/>
                <ns1:gd name="T23" fmla="*/ 64 h 1984"/>
                <ns1:gd name="T24" fmla="*/ 1408 w 1984"/>
                <ns1:gd name="T25" fmla="*/ 832 h 1984"/>
                <ns1:gd name="T26" fmla="*/ 1472 w 1984"/>
                <ns1:gd name="T27" fmla="*/ 832 h 1984"/>
                <ns1:gd name="T28" fmla="*/ 1472 w 1984"/>
                <ns1:gd name="T29" fmla="*/ 64 h 1984"/>
                <ns1:gd name="T30" fmla="*/ 1408 w 1984"/>
                <ns1:gd name="T31" fmla="*/ 64 h 1984"/>
                <ns1:gd name="T32" fmla="*/ 1344 w 1984"/>
                <ns1:gd name="T33" fmla="*/ 896 h 1984"/>
                <ns1:gd name="T34" fmla="*/ 1792 w 1984"/>
                <ns1:gd name="T35" fmla="*/ 480 h 1984"/>
                <ns1:gd name="T36" fmla="*/ 1920 w 1984"/>
                <ns1:gd name="T37" fmla="*/ 1408 h 1984"/>
                <ns1:gd name="T38" fmla="*/ 1236 w 1984"/>
                <ns1:gd name="T39" fmla="*/ 1066 h 1984"/>
                <ns1:gd name="T40" fmla="*/ 1125 w 1984"/>
                <ns1:gd name="T41" fmla="*/ 863 h 1984"/>
                <ns1:gd name="T42" fmla="*/ 1536 w 1984"/>
                <ns1:gd name="T43" fmla="*/ 480 h 1984"/>
                <ns1:gd name="T44" fmla="*/ 1247 w 1984"/>
                <ns1:gd name="T45" fmla="*/ 1274 h 1984"/>
                <ns1:gd name="T46" fmla="*/ 956 w 1984"/>
                <ns1:gd name="T47" fmla="*/ 1408 h 1984"/>
                <ns1:gd name="T48" fmla="*/ 1088 w 1984"/>
                <ns1:gd name="T49" fmla="*/ 1108 h 1984"/>
                <ns1:gd name="T50" fmla="*/ 1457 w 1984"/>
                <ns1:gd name="T51" fmla="*/ 1408 h 1984"/>
                <ns1:gd name="T52" fmla="*/ 390 w 1984"/>
                <ns1:gd name="T53" fmla="*/ 1408 h 1984"/>
                <ns1:gd name="T54" fmla="*/ 437 w 1984"/>
                <ns1:gd name="T55" fmla="*/ 1129 h 1984"/>
                <ns1:gd name="T56" fmla="*/ 723 w 1984"/>
                <ns1:gd name="T57" fmla="*/ 1290 h 1984"/>
                <ns1:gd name="T58" fmla="*/ 479 w 1984"/>
                <ns1:gd name="T59" fmla="*/ 1286 h 1984"/>
                <ns1:gd name="T60" fmla="*/ 978 w 1984"/>
                <ns1:gd name="T61" fmla="*/ 1091 h 1984"/>
                <ns1:gd name="T62" fmla="*/ 933 w 1984"/>
                <ns1:gd name="T63" fmla="*/ 1223 h 1984"/>
                <ns1:gd name="T64" fmla="*/ 576 w 1984"/>
                <ns1:gd name="T65" fmla="*/ 736 h 1984"/>
                <ns1:gd name="T66" fmla="*/ 1088 w 1984"/>
                <ns1:gd name="T67" fmla="*/ 543 h 1984"/>
                <ns1:gd name="T68" fmla="*/ 736 w 1984"/>
                <ns1:gd name="T69" fmla="*/ 1041 h 1984"/>
                <ns1:gd name="T70" fmla="*/ 928 w 1984"/>
                <ns1:gd name="T71" fmla="*/ 1048 h 1984"/>
                <ns1:gd name="T72" fmla="*/ 736 w 1984"/>
                <ns1:gd name="T73" fmla="*/ 1048 h 1984"/>
                <ns1:gd name="T74" fmla="*/ 735 w 1984"/>
                <ns1:gd name="T75" fmla="*/ 1190 h 1984"/>
                <ns1:gd name="T76" fmla="*/ 640 w 1984"/>
                <ns1:gd name="T77" fmla="*/ 1098 h 1984"/>
                <ns1:gd name="T78" fmla="*/ 868 w 1984"/>
                <ns1:gd name="T79" fmla="*/ 1216 h 1984"/>
                <ns1:gd name="T80" fmla="*/ 796 w 1984"/>
                <ns1:gd name="T81" fmla="*/ 1216 h 1984"/>
                <ns1:gd name="T82" fmla="*/ 1216 w 1984"/>
                <ns1:gd name="T83" fmla="*/ 704 h 1984"/>
                <ns1:gd name="T84" fmla="*/ 832 w 1984"/>
                <ns1:gd name="T85" fmla="*/ 64 h 1984"/>
                <ns1:gd name="T86" fmla="*/ 1152 w 1984"/>
                <ns1:gd name="T87" fmla="*/ 547 h 1984"/>
                <ns1:gd name="T88" fmla="*/ 869 w 1984"/>
                <ns1:gd name="T89" fmla="*/ 376 h 1984"/>
                <ns1:gd name="T90" fmla="*/ 544 w 1984"/>
                <ns1:gd name="T91" fmla="*/ 480 h 1984"/>
                <ns1:gd name="T92" fmla="*/ 448 w 1984"/>
                <ns1:gd name="T93" fmla="*/ 577 h 1984"/>
                <ns1:gd name="T94" fmla="*/ 518 w 1984"/>
                <ns1:gd name="T95" fmla="*/ 796 h 1984"/>
                <ns1:gd name="T96" fmla="*/ 512 w 1984"/>
                <ns1:gd name="T97" fmla="*/ 736 h 1984"/>
                <ns1:gd name="T98" fmla="*/ 384 w 1984"/>
                <ns1:gd name="T99" fmla="*/ 480 h 1984"/>
                <ns1:gd name="T100" fmla="*/ 672 w 1984"/>
                <ns1:gd name="T101" fmla="*/ 1013 h 1984"/>
                <ns1:gd name="T102" fmla="*/ 204 w 1984"/>
                <ns1:gd name="T103" fmla="*/ 1244 h 1984"/>
                <ns1:gd name="T104" fmla="*/ 64 w 1984"/>
                <ns1:gd name="T105" fmla="*/ 576 h 1984"/>
                <ns1:gd name="T106" fmla="*/ 832 w 1984"/>
                <ns1:gd name="T107" fmla="*/ 1800 h 1984"/>
                <ns1:gd name="T108" fmla="*/ 448 w 1984"/>
                <ns1:gd name="T109" fmla="*/ 1882 h 1984"/>
                <ns1:gd name="T110" fmla="*/ 1152 w 1984"/>
                <ns1:gd name="T111" fmla="*/ 1920 h 1984"/>
                <ns1:gd name="T112" fmla="*/ 1088 w 1984"/>
                <ns1:gd name="T113" fmla="*/ 1920 h 1984"/>
                <ns1:gd name="T114" fmla="*/ 1088 w 1984"/>
                <ns1:gd name="T115" fmla="*/ 1664 h 1984"/>
                <ns1:gd name="T116" fmla="*/ 160 w 1984"/>
                <ns1:gd name="T117" fmla="*/ 1600 h 1984"/>
                <ns1:gd name="T118" fmla="*/ 1920 w 1984"/>
                <ns1:gd name="T119" fmla="*/ 1472 h 1984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  <ns1:cxn ang="0">
                  <ns1:pos x="T30" y="T31"/>
                </ns1:cxn>
                <ns1:cxn ang="0">
                  <ns1:pos x="T32" y="T33"/>
                </ns1:cxn>
                <ns1:cxn ang="0">
                  <ns1:pos x="T34" y="T35"/>
                </ns1:cxn>
                <ns1:cxn ang="0">
                  <ns1:pos x="T36" y="T37"/>
                </ns1:cxn>
                <ns1:cxn ang="0">
                  <ns1:pos x="T38" y="T39"/>
                </ns1:cxn>
                <ns1:cxn ang="0">
                  <ns1:pos x="T40" y="T41"/>
                </ns1:cxn>
                <ns1:cxn ang="0">
                  <ns1:pos x="T42" y="T43"/>
                </ns1:cxn>
                <ns1:cxn ang="0">
                  <ns1:pos x="T44" y="T45"/>
                </ns1:cxn>
                <ns1:cxn ang="0">
                  <ns1:pos x="T46" y="T47"/>
                </ns1:cxn>
                <ns1:cxn ang="0">
                  <ns1:pos x="T48" y="T49"/>
                </ns1:cxn>
                <ns1:cxn ang="0">
                  <ns1:pos x="T50" y="T51"/>
                </ns1:cxn>
                <ns1:cxn ang="0">
                  <ns1:pos x="T52" y="T53"/>
                </ns1:cxn>
                <ns1:cxn ang="0">
                  <ns1:pos x="T54" y="T55"/>
                </ns1:cxn>
                <ns1:cxn ang="0">
                  <ns1:pos x="T56" y="T57"/>
                </ns1:cxn>
                <ns1:cxn ang="0">
                  <ns1:pos x="T58" y="T59"/>
                </ns1:cxn>
                <ns1:cxn ang="0">
                  <ns1:pos x="T60" y="T61"/>
                </ns1:cxn>
                <ns1:cxn ang="0">
                  <ns1:pos x="T62" y="T63"/>
                </ns1:cxn>
                <ns1:cxn ang="0">
                  <ns1:pos x="T64" y="T65"/>
                </ns1:cxn>
                <ns1:cxn ang="0">
                  <ns1:pos x="T66" y="T67"/>
                </ns1:cxn>
                <ns1:cxn ang="0">
                  <ns1:pos x="T68" y="T69"/>
                </ns1:cxn>
                <ns1:cxn ang="0">
                  <ns1:pos x="T70" y="T71"/>
                </ns1:cxn>
                <ns1:cxn ang="0">
                  <ns1:pos x="T72" y="T73"/>
                </ns1:cxn>
                <ns1:cxn ang="0">
                  <ns1:pos x="T74" y="T75"/>
                </ns1:cxn>
                <ns1:cxn ang="0">
                  <ns1:pos x="T76" y="T77"/>
                </ns1:cxn>
                <ns1:cxn ang="0">
                  <ns1:pos x="T78" y="T79"/>
                </ns1:cxn>
                <ns1:cxn ang="0">
                  <ns1:pos x="T80" y="T81"/>
                </ns1:cxn>
                <ns1:cxn ang="0">
                  <ns1:pos x="T82" y="T83"/>
                </ns1:cxn>
                <ns1:cxn ang="0">
                  <ns1:pos x="T84" y="T85"/>
                </ns1:cxn>
                <ns1:cxn ang="0">
                  <ns1:pos x="T86" y="T87"/>
                </ns1:cxn>
                <ns1:cxn ang="0">
                  <ns1:pos x="T88" y="T89"/>
                </ns1:cxn>
                <ns1:cxn ang="0">
                  <ns1:pos x="T90" y="T91"/>
                </ns1:cxn>
                <ns1:cxn ang="0">
                  <ns1:pos x="T92" y="T93"/>
                </ns1:cxn>
                <ns1:cxn ang="0">
                  <ns1:pos x="T94" y="T95"/>
                </ns1:cxn>
                <ns1:cxn ang="0">
                  <ns1:pos x="T96" y="T97"/>
                </ns1:cxn>
                <ns1:cxn ang="0">
                  <ns1:pos x="T98" y="T99"/>
                </ns1:cxn>
                <ns1:cxn ang="0">
                  <ns1:pos x="T100" y="T101"/>
                </ns1:cxn>
                <ns1:cxn ang="0">
                  <ns1:pos x="T102" y="T103"/>
                </ns1:cxn>
                <ns1:cxn ang="0">
                  <ns1:pos x="T104" y="T105"/>
                </ns1:cxn>
                <ns1:cxn ang="0">
                  <ns1:pos x="T106" y="T107"/>
                </ns1:cxn>
                <ns1:cxn ang="0">
                  <ns1:pos x="T108" y="T109"/>
                </ns1:cxn>
                <ns1:cxn ang="0">
                  <ns1:pos x="T110" y="T111"/>
                </ns1:cxn>
                <ns1:cxn ang="0">
                  <ns1:pos x="T112" y="T113"/>
                </ns1:cxn>
                <ns1:cxn ang="0">
                  <ns1:pos x="T114" y="T115"/>
                </ns1:cxn>
                <ns1:cxn ang="0">
                  <ns1:pos x="T116" y="T117"/>
                </ns1:cxn>
                <ns1:cxn ang="0">
                  <ns1:pos x="T118" y="T119"/>
                </ns1:cxn>
              </ns1:cxnLst>
              <ns1:rect l="0" t="0" r="r" b="b"/>
              <ns1:pathLst>
                <ns1:path w="1984" h="1984">
                  <ns1:moveTo>
                    <ns1:pt x="1824" y="416"/>
                  </ns1:moveTo>
                  <ns1:cubicBezTo>
                    <ns1:pt x="1792" y="416"/>
                    <ns1:pt x="1792" y="416"/>
                    <ns1:pt x="1792" y="416"/>
                  </ns1:cubicBezTo>
                  <ns1:cubicBezTo>
                    <ns1:pt x="1792" y="224"/>
                    <ns1:pt x="1792" y="224"/>
                    <ns1:pt x="1792" y="224"/>
                  </ns1:cubicBezTo>
                  <ns1:cubicBezTo>
                    <ns1:pt x="1792" y="100"/>
                    <ns1:pt x="1691" y="0"/>
                    <ns1:pt x="1568" y="0"/>
                  </ns1:cubicBezTo>
                  <ns1:cubicBezTo>
                    <ns1:pt x="1344" y="0"/>
                    <ns1:pt x="1344" y="0"/>
                    <ns1:pt x="1344" y="0"/>
                  </ns1:cubicBezTo>
                  <ns1:cubicBezTo>
                    <ns1:pt x="1344" y="352"/>
                    <ns1:pt x="1344" y="352"/>
                    <ns1:pt x="1344" y="352"/>
                  </ns1:cubicBezTo>
                  <ns1:cubicBezTo>
                    <ns1:pt x="1536" y="352"/>
                    <ns1:pt x="1536" y="352"/>
                    <ns1:pt x="1536" y="352"/>
                  </ns1:cubicBezTo>
                  <ns1:cubicBezTo>
                    <ns1:pt x="1536" y="416"/>
                    <ns1:pt x="1536" y="416"/>
                    <ns1:pt x="1536" y="416"/>
                  </ns1:cubicBezTo>
                  <ns1:cubicBezTo>
                    <ns1:pt x="1278" y="416"/>
                    <ns1:pt x="1278" y="416"/>
                    <ns1:pt x="1278" y="416"/>
                  </ns1:cubicBezTo>
                  <ns1:cubicBezTo>
                    <ns1:pt x="1262" y="184"/>
                    <ns1:pt x="1068" y="0"/>
                    <ns1:pt x="832" y="0"/>
                  </ns1:cubicBezTo>
                  <ns1:cubicBezTo>
                    <ns1:pt x="596" y="0"/>
                    <ns1:pt x="402" y="184"/>
                    <ns1:pt x="386" y="416"/>
                  </ns1:cubicBezTo>
                  <ns1:cubicBezTo>
                    <ns1:pt x="160" y="416"/>
                    <ns1:pt x="160" y="416"/>
                    <ns1:pt x="160" y="416"/>
                  </ns1:cubicBezTo>
                  <ns1:cubicBezTo>
                    <ns1:pt x="72" y="416"/>
                    <ns1:pt x="0" y="488"/>
                    <ns1:pt x="0" y="576"/>
                  </ns1:cubicBezTo>
                  <ns1:cubicBezTo>
                    <ns1:pt x="0" y="1504"/>
                    <ns1:pt x="0" y="1504"/>
                    <ns1:pt x="0" y="1504"/>
                  </ns1:cubicBezTo>
                  <ns1:cubicBezTo>
                    <ns1:pt x="0" y="1592"/>
                    <ns1:pt x="72" y="1664"/>
                    <ns1:pt x="160" y="1664"/>
                  </ns1:cubicBezTo>
                  <ns1:cubicBezTo>
                    <ns1:pt x="832" y="1664"/>
                    <ns1:pt x="832" y="1664"/>
                    <ns1:pt x="832" y="1664"/>
                  </ns1:cubicBezTo>
                  <ns1:cubicBezTo>
                    <ns1:pt x="832" y="1734"/>
                    <ns1:pt x="832" y="1734"/>
                    <ns1:pt x="832" y="1734"/>
                  </ns1:cubicBezTo>
                  <ns1:cubicBezTo>
                    <ns1:pt x="384" y="1830"/>
                    <ns1:pt x="384" y="1830"/>
                    <ns1:pt x="384" y="1830"/>
                  </ns1:cubicBezTo>
                  <ns1:cubicBezTo>
                    <ns1:pt x="384" y="1984"/>
                    <ns1:pt x="384" y="1984"/>
                    <ns1:pt x="384" y="1984"/>
                  </ns1:cubicBezTo>
                  <ns1:cubicBezTo>
                    <ns1:pt x="1600" y="1984"/>
                    <ns1:pt x="1600" y="1984"/>
                    <ns1:pt x="1600" y="1984"/>
                  </ns1:cubicBezTo>
                  <ns1:cubicBezTo>
                    <ns1:pt x="1600" y="1830"/>
                    <ns1:pt x="1600" y="1830"/>
                    <ns1:pt x="1600" y="1830"/>
                  </ns1:cubicBezTo>
                  <ns1:cubicBezTo>
                    <ns1:pt x="1152" y="1734"/>
                    <ns1:pt x="1152" y="1734"/>
                    <ns1:pt x="1152" y="1734"/>
                  </ns1:cubicBezTo>
                  <ns1:cubicBezTo>
                    <ns1:pt x="1152" y="1664"/>
                    <ns1:pt x="1152" y="1664"/>
                    <ns1:pt x="1152" y="1664"/>
                  </ns1:cubicBezTo>
                  <ns1:cubicBezTo>
                    <ns1:pt x="1824" y="1664"/>
                    <ns1:pt x="1824" y="1664"/>
                    <ns1:pt x="1824" y="1664"/>
                  </ns1:cubicBezTo>
                  <ns1:cubicBezTo>
                    <ns1:pt x="1912" y="1664"/>
                    <ns1:pt x="1984" y="1592"/>
                    <ns1:pt x="1984" y="1504"/>
                  </ns1:cubicBezTo>
                  <ns1:cubicBezTo>
                    <ns1:pt x="1984" y="576"/>
                    <ns1:pt x="1984" y="576"/>
                    <ns1:pt x="1984" y="576"/>
                  </ns1:cubicBezTo>
                  <ns1:cubicBezTo>
                    <ns1:pt x="1984" y="488"/>
                    <ns1:pt x="1912" y="416"/>
                    <ns1:pt x="1824" y="416"/>
                  </ns1:cubicBezTo>
                  <ns1:close/>
                  <ns1:moveTo>
                    <ns1:pt x="1728" y="224"/>
                  </ns1:moveTo>
                  <ns1:cubicBezTo>
                    <ns1:pt x="1728" y="672"/>
                    <ns1:pt x="1728" y="672"/>
                    <ns1:pt x="1728" y="672"/>
                  </ns1:cubicBezTo>
                  <ns1:cubicBezTo>
                    <ns1:pt x="1728" y="760"/>
                    <ns1:pt x="1656" y="832"/>
                    <ns1:pt x="1568" y="832"/>
                  </ns1:cubicBezTo>
                  <ns1:cubicBezTo>
                    <ns1:pt x="1536" y="832"/>
                    <ns1:pt x="1536" y="832"/>
                    <ns1:pt x="1536" y="832"/>
                  </ns1:cubicBezTo>
                  <ns1:cubicBezTo>
                    <ns1:pt x="1536" y="608"/>
                    <ns1:pt x="1536" y="608"/>
                    <ns1:pt x="1536" y="608"/>
                  </ns1:cubicBezTo>
                  <ns1:cubicBezTo>
                    <ns1:pt x="1600" y="608"/>
                    <ns1:pt x="1600" y="608"/>
                    <ns1:pt x="1600" y="608"/>
                  </ns1:cubicBezTo>
                  <ns1:cubicBezTo>
                    <ns1:pt x="1600" y="288"/>
                    <ns1:pt x="1600" y="288"/>
                    <ns1:pt x="1600" y="288"/>
                  </ns1:cubicBezTo>
                  <ns1:cubicBezTo>
                    <ns1:pt x="1536" y="288"/>
                    <ns1:pt x="1536" y="288"/>
                    <ns1:pt x="1536" y="288"/>
                  </ns1:cubicBezTo>
                  <ns1:cubicBezTo>
                    <ns1:pt x="1536" y="64"/>
                    <ns1:pt x="1536" y="64"/>
                    <ns1:pt x="1536" y="64"/>
                  </ns1:cubicBezTo>
                  <ns1:cubicBezTo>
                    <ns1:pt x="1568" y="64"/>
                    <ns1:pt x="1568" y="64"/>
                    <ns1:pt x="1568" y="64"/>
                  </ns1:cubicBezTo>
                  <ns1:cubicBezTo>
                    <ns1:pt x="1656" y="64"/>
                    <ns1:pt x="1728" y="136"/>
                    <ns1:pt x="1728" y="224"/>
                  </ns1:cubicBezTo>
                  <ns1:close/>
                  <ns1:moveTo>
                    <ns1:pt x="1408" y="832"/>
                  </ns1:moveTo>
                  <ns1:cubicBezTo>
                    <ns1:pt x="1408" y="608"/>
                    <ns1:pt x="1408" y="608"/>
                    <ns1:pt x="1408" y="608"/>
                  </ns1:cubicBezTo>
                  <ns1:cubicBezTo>
                    <ns1:pt x="1472" y="608"/>
                    <ns1:pt x="1472" y="608"/>
                    <ns1:pt x="1472" y="608"/>
                  </ns1:cubicBezTo>
                  <ns1:cubicBezTo>
                    <ns1:pt x="1472" y="832"/>
                    <ns1:pt x="1472" y="832"/>
                    <ns1:pt x="1472" y="832"/>
                  </ns1:cubicBezTo>
                  <ns1:lnTo>
                    <ns1:pt x="1408" y="832"/>
                  </ns1:lnTo>
                  <ns1:close/>
                  <ns1:moveTo>
                    <ns1:pt x="1408" y="64"/>
                  </ns1:moveTo>
                  <ns1:cubicBezTo>
                    <ns1:pt x="1472" y="64"/>
                    <ns1:pt x="1472" y="64"/>
                    <ns1:pt x="1472" y="64"/>
                  </ns1:cubicBezTo>
                  <ns1:cubicBezTo>
                    <ns1:pt x="1472" y="288"/>
                    <ns1:pt x="1472" y="288"/>
                    <ns1:pt x="1472" y="288"/>
                  </ns1:cubicBezTo>
                  <ns1:cubicBezTo>
                    <ns1:pt x="1408" y="288"/>
                    <ns1:pt x="1408" y="288"/>
                    <ns1:pt x="1408" y="288"/>
                  </ns1:cubicBezTo>
                  <ns1:lnTo>
                    <ns1:pt x="1408" y="64"/>
                  </ns1:lnTo>
                  <ns1:close/>
                  <ns1:moveTo>
                    <ns1:pt x="1536" y="544"/>
                  </ns1:moveTo>
                  <ns1:cubicBezTo>
                    <ns1:pt x="1344" y="544"/>
                    <ns1:pt x="1344" y="544"/>
                    <ns1:pt x="1344" y="544"/>
                  </ns1:cubicBezTo>
                  <ns1:cubicBezTo>
                    <ns1:pt x="1344" y="896"/>
                    <ns1:pt x="1344" y="896"/>
                    <ns1:pt x="1344" y="896"/>
                  </ns1:cubicBezTo>
                  <ns1:cubicBezTo>
                    <ns1:pt x="1568" y="896"/>
                    <ns1:pt x="1568" y="896"/>
                    <ns1:pt x="1568" y="896"/>
                  </ns1:cubicBezTo>
                  <ns1:cubicBezTo>
                    <ns1:pt x="1691" y="896"/>
                    <ns1:pt x="1792" y="796"/>
                    <ns1:pt x="1792" y="672"/>
                  </ns1:cubicBezTo>
                  <ns1:cubicBezTo>
                    <ns1:pt x="1792" y="480"/>
                    <ns1:pt x="1792" y="480"/>
                    <ns1:pt x="1792" y="480"/>
                  </ns1:cubicBezTo>
                  <ns1:cubicBezTo>
                    <ns1:pt x="1824" y="480"/>
                    <ns1:pt x="1824" y="480"/>
                    <ns1:pt x="1824" y="480"/>
                  </ns1:cubicBezTo>
                  <ns1:cubicBezTo>
                    <ns1:pt x="1877" y="480"/>
                    <ns1:pt x="1920" y="523"/>
                    <ns1:pt x="1920" y="576"/>
                  </ns1:cubicBezTo>
                  <ns1:cubicBezTo>
                    <ns1:pt x="1920" y="1408"/>
                    <ns1:pt x="1920" y="1408"/>
                    <ns1:pt x="1920" y="1408"/>
                  </ns1:cubicBezTo>
                  <ns1:cubicBezTo>
                    <ns1:pt x="1526" y="1408"/>
                    <ns1:pt x="1526" y="1408"/>
                    <ns1:pt x="1526" y="1408"/>
                  </ns1:cubicBezTo>
                  <ns1:cubicBezTo>
                    <ns1:pt x="1460" y="1244"/>
                    <ns1:pt x="1460" y="1244"/>
                    <ns1:pt x="1460" y="1244"/>
                  </ns1:cubicBezTo>
                  <ns1:cubicBezTo>
                    <ns1:pt x="1422" y="1150"/>
                    <ns1:pt x="1337" y="1082"/>
                    <ns1:pt x="1236" y="1066"/>
                  </ns1:cubicBezTo>
                  <ns1:cubicBezTo>
                    <ns1:pt x="992" y="1029"/>
                    <ns1:pt x="992" y="1029"/>
                    <ns1:pt x="992" y="1029"/>
                  </ns1:cubicBezTo>
                  <ns1:cubicBezTo>
                    <ns1:pt x="992" y="1013"/>
                    <ns1:pt x="992" y="1013"/>
                    <ns1:pt x="992" y="1013"/>
                  </ns1:cubicBezTo>
                  <ns1:cubicBezTo>
                    <ns1:pt x="1051" y="979"/>
                    <ns1:pt x="1098" y="926"/>
                    <ns1:pt x="1125" y="863"/>
                  </ns1:cubicBezTo>
                  <ns1:cubicBezTo>
                    <ns1:pt x="1211" y="861"/>
                    <ns1:pt x="1280" y="790"/>
                    <ns1:pt x="1280" y="704"/>
                  </ns1:cubicBezTo>
                  <ns1:cubicBezTo>
                    <ns1:pt x="1280" y="480"/>
                    <ns1:pt x="1280" y="480"/>
                    <ns1:pt x="1280" y="480"/>
                  </ns1:cubicBezTo>
                  <ns1:cubicBezTo>
                    <ns1:pt x="1536" y="480"/>
                    <ns1:pt x="1536" y="480"/>
                    <ns1:pt x="1536" y="480"/>
                  </ns1:cubicBezTo>
                  <ns1:lnTo>
                    <ns1:pt x="1536" y="544"/>
                  </ns1:lnTo>
                  <ns1:close/>
                  <ns1:moveTo>
                    <ns1:pt x="1274" y="1408"/>
                  </ns1:moveTo>
                  <ns1:cubicBezTo>
                    <ns1:pt x="1247" y="1274"/>
                    <ns1:pt x="1247" y="1274"/>
                    <ns1:pt x="1247" y="1274"/>
                  </ns1:cubicBezTo>
                  <ns1:cubicBezTo>
                    <ns1:pt x="1185" y="1286"/>
                    <ns1:pt x="1185" y="1286"/>
                    <ns1:pt x="1185" y="1286"/>
                  </ns1:cubicBezTo>
                  <ns1:cubicBezTo>
                    <ns1:pt x="1209" y="1408"/>
                    <ns1:pt x="1209" y="1408"/>
                    <ns1:pt x="1209" y="1408"/>
                  </ns1:cubicBezTo>
                  <ns1:cubicBezTo>
                    <ns1:pt x="956" y="1408"/>
                    <ns1:pt x="956" y="1408"/>
                    <ns1:pt x="956" y="1408"/>
                  </ns1:cubicBezTo>
                  <ns1:cubicBezTo>
                    <ns1:pt x="941" y="1290"/>
                    <ns1:pt x="941" y="1290"/>
                    <ns1:pt x="941" y="1290"/>
                  </ns1:cubicBezTo>
                  <ns1:cubicBezTo>
                    <ns1:pt x="1088" y="1319"/>
                    <ns1:pt x="1088" y="1319"/>
                    <ns1:pt x="1088" y="1319"/>
                  </ns1:cubicBezTo>
                  <ns1:cubicBezTo>
                    <ns1:pt x="1088" y="1108"/>
                    <ns1:pt x="1088" y="1108"/>
                    <ns1:pt x="1088" y="1108"/>
                  </ns1:cubicBezTo>
                  <ns1:cubicBezTo>
                    <ns1:pt x="1227" y="1129"/>
                    <ns1:pt x="1227" y="1129"/>
                    <ns1:pt x="1227" y="1129"/>
                  </ns1:cubicBezTo>
                  <ns1:cubicBezTo>
                    <ns1:pt x="1305" y="1141"/>
                    <ns1:pt x="1371" y="1194"/>
                    <ns1:pt x="1401" y="1268"/>
                  </ns1:cubicBezTo>
                  <ns1:cubicBezTo>
                    <ns1:pt x="1457" y="1408"/>
                    <ns1:pt x="1457" y="1408"/>
                    <ns1:pt x="1457" y="1408"/>
                  </ns1:cubicBezTo>
                  <ns1:lnTo>
                    <ns1:pt x="1274" y="1408"/>
                  </ns1:lnTo>
                  <ns1:close/>
                  <ns1:moveTo>
                    <ns1:pt x="417" y="1274"/>
                  </ns1:moveTo>
                  <ns1:cubicBezTo>
                    <ns1:pt x="390" y="1408"/>
                    <ns1:pt x="390" y="1408"/>
                    <ns1:pt x="390" y="1408"/>
                  </ns1:cubicBezTo>
                  <ns1:cubicBezTo>
                    <ns1:pt x="207" y="1408"/>
                    <ns1:pt x="207" y="1408"/>
                    <ns1:pt x="207" y="1408"/>
                  </ns1:cubicBezTo>
                  <ns1:cubicBezTo>
                    <ns1:pt x="263" y="1268"/>
                    <ns1:pt x="263" y="1268"/>
                    <ns1:pt x="263" y="1268"/>
                  </ns1:cubicBezTo>
                  <ns1:cubicBezTo>
                    <ns1:pt x="293" y="1194"/>
                    <ns1:pt x="359" y="1141"/>
                    <ns1:pt x="437" y="1129"/>
                  </ns1:cubicBezTo>
                  <ns1:cubicBezTo>
                    <ns1:pt x="576" y="1108"/>
                    <ns1:pt x="576" y="1108"/>
                    <ns1:pt x="576" y="1108"/>
                  </ns1:cubicBezTo>
                  <ns1:cubicBezTo>
                    <ns1:pt x="576" y="1319"/>
                    <ns1:pt x="576" y="1319"/>
                    <ns1:pt x="576" y="1319"/>
                  </ns1:cubicBezTo>
                  <ns1:cubicBezTo>
                    <ns1:pt x="723" y="1290"/>
                    <ns1:pt x="723" y="1290"/>
                    <ns1:pt x="723" y="1290"/>
                  </ns1:cubicBezTo>
                  <ns1:cubicBezTo>
                    <ns1:pt x="708" y="1408"/>
                    <ns1:pt x="708" y="1408"/>
                    <ns1:pt x="708" y="1408"/>
                  </ns1:cubicBezTo>
                  <ns1:cubicBezTo>
                    <ns1:pt x="455" y="1408"/>
                    <ns1:pt x="455" y="1408"/>
                    <ns1:pt x="455" y="1408"/>
                  </ns1:cubicBezTo>
                  <ns1:cubicBezTo>
                    <ns1:pt x="479" y="1286"/>
                    <ns1:pt x="479" y="1286"/>
                    <ns1:pt x="479" y="1286"/>
                  </ns1:cubicBezTo>
                  <ns1:lnTo>
                    <ns1:pt x="417" y="1274"/>
                  </ns1:lnTo>
                  <ns1:close/>
                  <ns1:moveTo>
                    <ns1:pt x="929" y="1190"/>
                  </ns1:moveTo>
                  <ns1:cubicBezTo>
                    <ns1:pt x="978" y="1091"/>
                    <ns1:pt x="978" y="1091"/>
                    <ns1:pt x="978" y="1091"/>
                  </ns1:cubicBezTo>
                  <ns1:cubicBezTo>
                    <ns1:pt x="1024" y="1098"/>
                    <ns1:pt x="1024" y="1098"/>
                    <ns1:pt x="1024" y="1098"/>
                  </ns1:cubicBezTo>
                  <ns1:cubicBezTo>
                    <ns1:pt x="1024" y="1241"/>
                    <ns1:pt x="1024" y="1241"/>
                    <ns1:pt x="1024" y="1241"/>
                  </ns1:cubicBezTo>
                  <ns1:cubicBezTo>
                    <ns1:pt x="933" y="1223"/>
                    <ns1:pt x="933" y="1223"/>
                    <ns1:pt x="933" y="1223"/>
                  </ns1:cubicBezTo>
                  <ns1:lnTo>
                    <ns1:pt x="929" y="1190"/>
                  </ns1:lnTo>
                  <ns1:close/>
                  <ns1:moveTo>
                    <ns1:pt x="832" y="992"/>
                  </ns1:moveTo>
                  <ns1:cubicBezTo>
                    <ns1:pt x="691" y="992"/>
                    <ns1:pt x="576" y="877"/>
                    <ns1:pt x="576" y="736"/>
                  </ns1:cubicBezTo>
                  <ns1:cubicBezTo>
                    <ns1:pt x="576" y="543"/>
                    <ns1:pt x="576" y="543"/>
                    <ns1:pt x="576" y="543"/>
                  </ns1:cubicBezTo>
                  <ns1:cubicBezTo>
                    <ns1:pt x="672" y="536"/>
                    <ns1:pt x="762" y="496"/>
                    <ns1:pt x="832" y="429"/>
                  </ns1:cubicBezTo>
                  <ns1:cubicBezTo>
                    <ns1:pt x="902" y="496"/>
                    <ns1:pt x="992" y="536"/>
                    <ns1:pt x="1088" y="543"/>
                  </ns1:cubicBezTo>
                  <ns1:cubicBezTo>
                    <ns1:pt x="1088" y="736"/>
                    <ns1:pt x="1088" y="736"/>
                    <ns1:pt x="1088" y="736"/>
                  </ns1:cubicBezTo>
                  <ns1:cubicBezTo>
                    <ns1:pt x="1088" y="877"/>
                    <ns1:pt x="973" y="992"/>
                    <ns1:pt x="832" y="992"/>
                  </ns1:cubicBezTo>
                  <ns1:close/>
                  <ns1:moveTo>
                    <ns1:pt x="736" y="1041"/>
                  </ns1:moveTo>
                  <ns1:cubicBezTo>
                    <ns1:pt x="766" y="1051"/>
                    <ns1:pt x="799" y="1056"/>
                    <ns1:pt x="832" y="1056"/>
                  </ns1:cubicBezTo>
                  <ns1:cubicBezTo>
                    <ns1:pt x="865" y="1056"/>
                    <ns1:pt x="898" y="1051"/>
                    <ns1:pt x="928" y="1041"/>
                  </ns1:cubicBezTo>
                  <ns1:cubicBezTo>
                    <ns1:pt x="928" y="1048"/>
                    <ns1:pt x="928" y="1048"/>
                    <ns1:pt x="928" y="1048"/>
                  </ns1:cubicBezTo>
                  <ns1:cubicBezTo>
                    <ns1:pt x="876" y="1152"/>
                    <ns1:pt x="876" y="1152"/>
                    <ns1:pt x="876" y="1152"/>
                  </ns1:cubicBezTo>
                  <ns1:cubicBezTo>
                    <ns1:pt x="788" y="1152"/>
                    <ns1:pt x="788" y="1152"/>
                    <ns1:pt x="788" y="1152"/>
                  </ns1:cubicBezTo>
                  <ns1:cubicBezTo>
                    <ns1:pt x="736" y="1048"/>
                    <ns1:pt x="736" y="1048"/>
                    <ns1:pt x="736" y="1048"/>
                  </ns1:cubicBezTo>
                  <ns1:lnTo>
                    <ns1:pt x="736" y="1041"/>
                  </ns1:lnTo>
                  <ns1:close/>
                  <ns1:moveTo>
                    <ns1:pt x="686" y="1091"/>
                  </ns1:moveTo>
                  <ns1:cubicBezTo>
                    <ns1:pt x="735" y="1190"/>
                    <ns1:pt x="735" y="1190"/>
                    <ns1:pt x="735" y="1190"/>
                  </ns1:cubicBezTo>
                  <ns1:cubicBezTo>
                    <ns1:pt x="731" y="1223"/>
                    <ns1:pt x="731" y="1223"/>
                    <ns1:pt x="731" y="1223"/>
                  </ns1:cubicBezTo>
                  <ns1:cubicBezTo>
                    <ns1:pt x="640" y="1241"/>
                    <ns1:pt x="640" y="1241"/>
                    <ns1:pt x="640" y="1241"/>
                  </ns1:cubicBezTo>
                  <ns1:cubicBezTo>
                    <ns1:pt x="640" y="1098"/>
                    <ns1:pt x="640" y="1098"/>
                    <ns1:pt x="640" y="1098"/>
                  </ns1:cubicBezTo>
                  <ns1:lnTo>
                    <ns1:pt x="686" y="1091"/>
                  </ns1:lnTo>
                  <ns1:close/>
                  <ns1:moveTo>
                    <ns1:pt x="796" y="1216"/>
                  </ns1:moveTo>
                  <ns1:cubicBezTo>
                    <ns1:pt x="868" y="1216"/>
                    <ns1:pt x="868" y="1216"/>
                    <ns1:pt x="868" y="1216"/>
                  </ns1:cubicBezTo>
                  <ns1:cubicBezTo>
                    <ns1:pt x="892" y="1408"/>
                    <ns1:pt x="892" y="1408"/>
                    <ns1:pt x="892" y="1408"/>
                  </ns1:cubicBezTo>
                  <ns1:cubicBezTo>
                    <ns1:pt x="772" y="1408"/>
                    <ns1:pt x="772" y="1408"/>
                    <ns1:pt x="772" y="1408"/>
                  </ns1:cubicBezTo>
                  <ns1:lnTo>
                    <ns1:pt x="796" y="1216"/>
                  </ns1:lnTo>
                  <ns1:close/>
                  <ns1:moveTo>
                    <ns1:pt x="1152" y="736"/>
                  </ns1:moveTo>
                  <ns1:cubicBezTo>
                    <ns1:pt x="1152" y="614"/>
                    <ns1:pt x="1152" y="614"/>
                    <ns1:pt x="1152" y="614"/>
                  </ns1:cubicBezTo>
                  <ns1:cubicBezTo>
                    <ns1:pt x="1189" y="627"/>
                    <ns1:pt x="1216" y="662"/>
                    <ns1:pt x="1216" y="704"/>
                  </ns1:cubicBezTo>
                  <ns1:cubicBezTo>
                    <ns1:pt x="1216" y="748"/>
                    <ns1:pt x="1186" y="784"/>
                    <ns1:pt x="1146" y="796"/>
                  </ns1:cubicBezTo>
                  <ns1:cubicBezTo>
                    <ns1:pt x="1150" y="776"/>
                    <ns1:pt x="1152" y="756"/>
                    <ns1:pt x="1152" y="736"/>
                  </ns1:cubicBezTo>
                  <ns1:close/>
                  <ns1:moveTo>
                    <ns1:pt x="832" y="64"/>
                  </ns1:moveTo>
                  <ns1:cubicBezTo>
                    <ns1:pt x="1044" y="64"/>
                    <ns1:pt x="1216" y="236"/>
                    <ns1:pt x="1216" y="448"/>
                  </ns1:cubicBezTo>
                  <ns1:cubicBezTo>
                    <ns1:pt x="1216" y="577"/>
                    <ns1:pt x="1216" y="577"/>
                    <ns1:pt x="1216" y="577"/>
                  </ns1:cubicBezTo>
                  <ns1:cubicBezTo>
                    <ns1:pt x="1197" y="563"/>
                    <ns1:pt x="1176" y="552"/>
                    <ns1:pt x="1152" y="547"/>
                  </ns1:cubicBezTo>
                  <ns1:cubicBezTo>
                    <ns1:pt x="1152" y="480"/>
                    <ns1:pt x="1152" y="480"/>
                    <ns1:pt x="1152" y="480"/>
                  </ns1:cubicBezTo>
                  <ns1:cubicBezTo>
                    <ns1:pt x="1120" y="480"/>
                    <ns1:pt x="1120" y="480"/>
                    <ns1:pt x="1120" y="480"/>
                  </ns1:cubicBezTo>
                  <ns1:cubicBezTo>
                    <ns1:pt x="1025" y="480"/>
                    <ns1:pt x="936" y="443"/>
                    <ns1:pt x="869" y="376"/>
                  </ns1:cubicBezTo>
                  <ns1:cubicBezTo>
                    <ns1:pt x="832" y="339"/>
                    <ns1:pt x="832" y="339"/>
                    <ns1:pt x="832" y="339"/>
                  </ns1:cubicBezTo>
                  <ns1:cubicBezTo>
                    <ns1:pt x="794" y="376"/>
                    <ns1:pt x="794" y="376"/>
                    <ns1:pt x="794" y="376"/>
                  </ns1:cubicBezTo>
                  <ns1:cubicBezTo>
                    <ns1:pt x="728" y="443"/>
                    <ns1:pt x="639" y="480"/>
                    <ns1:pt x="544" y="480"/>
                  </ns1:cubicBezTo>
                  <ns1:cubicBezTo>
                    <ns1:pt x="512" y="480"/>
                    <ns1:pt x="512" y="480"/>
                    <ns1:pt x="512" y="480"/>
                  </ns1:cubicBezTo>
                  <ns1:cubicBezTo>
                    <ns1:pt x="512" y="547"/>
                    <ns1:pt x="512" y="547"/>
                    <ns1:pt x="512" y="547"/>
                  </ns1:cubicBezTo>
                  <ns1:cubicBezTo>
                    <ns1:pt x="488" y="552"/>
                    <ns1:pt x="467" y="563"/>
                    <ns1:pt x="448" y="577"/>
                  </ns1:cubicBezTo>
                  <ns1:cubicBezTo>
                    <ns1:pt x="448" y="448"/>
                    <ns1:pt x="448" y="448"/>
                    <ns1:pt x="448" y="448"/>
                  </ns1:cubicBezTo>
                  <ns1:cubicBezTo>
                    <ns1:pt x="448" y="236"/>
                    <ns1:pt x="620" y="64"/>
                    <ns1:pt x="832" y="64"/>
                  </ns1:cubicBezTo>
                  <ns1:close/>
                  <ns1:moveTo>
                    <ns1:pt x="518" y="796"/>
                  </ns1:moveTo>
                  <ns1:cubicBezTo>
                    <ns1:pt x="478" y="784"/>
                    <ns1:pt x="448" y="748"/>
                    <ns1:pt x="448" y="704"/>
                  </ns1:cubicBezTo>
                  <ns1:cubicBezTo>
                    <ns1:pt x="448" y="662"/>
                    <ns1:pt x="475" y="627"/>
                    <ns1:pt x="512" y="614"/>
                  </ns1:cubicBezTo>
                  <ns1:cubicBezTo>
                    <ns1:pt x="512" y="736"/>
                    <ns1:pt x="512" y="736"/>
                    <ns1:pt x="512" y="736"/>
                  </ns1:cubicBezTo>
                  <ns1:cubicBezTo>
                    <ns1:pt x="512" y="756"/>
                    <ns1:pt x="514" y="776"/>
                    <ns1:pt x="518" y="796"/>
                  </ns1:cubicBezTo>
                  <ns1:close/>
                  <ns1:moveTo>
                    <ns1:pt x="160" y="480"/>
                  </ns1:moveTo>
                  <ns1:cubicBezTo>
                    <ns1:pt x="384" y="480"/>
                    <ns1:pt x="384" y="480"/>
                    <ns1:pt x="384" y="480"/>
                  </ns1:cubicBezTo>
                  <ns1:cubicBezTo>
                    <ns1:pt x="384" y="704"/>
                    <ns1:pt x="384" y="704"/>
                    <ns1:pt x="384" y="704"/>
                  </ns1:cubicBezTo>
                  <ns1:cubicBezTo>
                    <ns1:pt x="384" y="790"/>
                    <ns1:pt x="453" y="861"/>
                    <ns1:pt x="539" y="863"/>
                  </ns1:cubicBezTo>
                  <ns1:cubicBezTo>
                    <ns1:pt x="566" y="926"/>
                    <ns1:pt x="613" y="979"/>
                    <ns1:pt x="672" y="1013"/>
                  </ns1:cubicBezTo>
                  <ns1:cubicBezTo>
                    <ns1:pt x="672" y="1029"/>
                    <ns1:pt x="672" y="1029"/>
                    <ns1:pt x="672" y="1029"/>
                  </ns1:cubicBezTo>
                  <ns1:cubicBezTo>
                    <ns1:pt x="428" y="1066"/>
                    <ns1:pt x="428" y="1066"/>
                    <ns1:pt x="428" y="1066"/>
                  </ns1:cubicBezTo>
                  <ns1:cubicBezTo>
                    <ns1:pt x="327" y="1082"/>
                    <ns1:pt x="242" y="1150"/>
                    <ns1:pt x="204" y="1244"/>
                  </ns1:cubicBezTo>
                  <ns1:cubicBezTo>
                    <ns1:pt x="138" y="1408"/>
                    <ns1:pt x="138" y="1408"/>
                    <ns1:pt x="138" y="1408"/>
                  </ns1:cubicBezTo>
                  <ns1:cubicBezTo>
                    <ns1:pt x="64" y="1408"/>
                    <ns1:pt x="64" y="1408"/>
                    <ns1:pt x="64" y="1408"/>
                  </ns1:cubicBezTo>
                  <ns1:cubicBezTo>
                    <ns1:pt x="64" y="576"/>
                    <ns1:pt x="64" y="576"/>
                    <ns1:pt x="64" y="576"/>
                  </ns1:cubicBezTo>
                  <ns1:cubicBezTo>
                    <ns1:pt x="64" y="523"/>
                    <ns1:pt x="107" y="480"/>
                    <ns1:pt x="160" y="480"/>
                  </ns1:cubicBezTo>
                  <ns1:close/>
                  <ns1:moveTo>
                    <ns1:pt x="448" y="1882"/>
                  </ns1:moveTo>
                  <ns1:cubicBezTo>
                    <ns1:pt x="832" y="1800"/>
                    <ns1:pt x="832" y="1800"/>
                    <ns1:pt x="832" y="1800"/>
                  </ns1:cubicBezTo>
                  <ns1:cubicBezTo>
                    <ns1:pt x="832" y="1920"/>
                    <ns1:pt x="832" y="1920"/>
                    <ns1:pt x="832" y="1920"/>
                  </ns1:cubicBezTo>
                  <ns1:cubicBezTo>
                    <ns1:pt x="448" y="1920"/>
                    <ns1:pt x="448" y="1920"/>
                    <ns1:pt x="448" y="1920"/>
                  </ns1:cubicBezTo>
                  <ns1:lnTo>
                    <ns1:pt x="448" y="1882"/>
                  </ns1:lnTo>
                  <ns1:close/>
                  <ns1:moveTo>
                    <ns1:pt x="1536" y="1882"/>
                  </ns1:moveTo>
                  <ns1:cubicBezTo>
                    <ns1:pt x="1536" y="1920"/>
                    <ns1:pt x="1536" y="1920"/>
                    <ns1:pt x="1536" y="1920"/>
                  </ns1:cubicBezTo>
                  <ns1:cubicBezTo>
                    <ns1:pt x="1152" y="1920"/>
                    <ns1:pt x="1152" y="1920"/>
                    <ns1:pt x="1152" y="1920"/>
                  </ns1:cubicBezTo>
                  <ns1:cubicBezTo>
                    <ns1:pt x="1152" y="1800"/>
                    <ns1:pt x="1152" y="1800"/>
                    <ns1:pt x="1152" y="1800"/>
                  </ns1:cubicBezTo>
                  <ns1:lnTo>
                    <ns1:pt x="1536" y="1882"/>
                  </ns1:lnTo>
                  <ns1:close/>
                  <ns1:moveTo>
                    <ns1:pt x="1088" y="1920"/>
                  </ns1:moveTo>
                  <ns1:cubicBezTo>
                    <ns1:pt x="896" y="1920"/>
                    <ns1:pt x="896" y="1920"/>
                    <ns1:pt x="896" y="1920"/>
                  </ns1:cubicBezTo>
                  <ns1:cubicBezTo>
                    <ns1:pt x="896" y="1664"/>
                    <ns1:pt x="896" y="1664"/>
                    <ns1:pt x="896" y="1664"/>
                  </ns1:cubicBezTo>
                  <ns1:cubicBezTo>
                    <ns1:pt x="1088" y="1664"/>
                    <ns1:pt x="1088" y="1664"/>
                    <ns1:pt x="1088" y="1664"/>
                  </ns1:cubicBezTo>
                  <ns1:lnTo>
                    <ns1:pt x="1088" y="1920"/>
                  </ns1:lnTo>
                  <ns1:close/>
                  <ns1:moveTo>
                    <ns1:pt x="1824" y="1600"/>
                  </ns1:moveTo>
                  <ns1:cubicBezTo>
                    <ns1:pt x="160" y="1600"/>
                    <ns1:pt x="160" y="1600"/>
                    <ns1:pt x="160" y="1600"/>
                  </ns1:cubicBezTo>
                  <ns1:cubicBezTo>
                    <ns1:pt x="107" y="1600"/>
                    <ns1:pt x="64" y="1557"/>
                    <ns1:pt x="64" y="1504"/>
                  </ns1:cubicBezTo>
                  <ns1:cubicBezTo>
                    <ns1:pt x="64" y="1472"/>
                    <ns1:pt x="64" y="1472"/>
                    <ns1:pt x="64" y="1472"/>
                  </ns1:cubicBezTo>
                  <ns1:cubicBezTo>
                    <ns1:pt x="1920" y="1472"/>
                    <ns1:pt x="1920" y="1472"/>
                    <ns1:pt x="1920" y="1472"/>
                  </ns1:cubicBezTo>
                  <ns1:cubicBezTo>
                    <ns1:pt x="1920" y="1504"/>
                    <ns1:pt x="1920" y="1504"/>
                    <ns1:pt x="1920" y="1504"/>
                  </ns1:cubicBezTo>
                  <ns1:cubicBezTo>
                    <ns1:pt x="1920" y="1557"/>
                    <ns1:pt x="1877" y="1600"/>
                    <ns1:pt x="1824" y="1600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4:hiddenLine w="9525">
                  <ns1:solidFill>
                    <ns1:srgbClr val="000000"/>
                  </ns1:solidFill>
                  <ns1:round/>
                  <ns1:headEnd/>
                  <ns1:tailEnd/>
                </ns4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en-US"/>
            </ns1:p>
          </ns0:txBody>
        </ns0:sp>
        <ns0:sp>
          <ns0:nvSpPr>
            <ns0:cNvPr id="37" name="Oval 6">
              <ns1:extLst>
                <ns1:ext uri="{FF2B5EF4-FFF2-40B4-BE49-F238E27FC236}">
                  <ns2:creationId id="{9C1CB140-0C6C-43F6-A938-6F7F400937BD}"/>
                </ns1:ext>
              </ns1:extLst>
            </ns0:cNvPr>
            <ns0:cNvSpPr>
              <ns1:spLocks noChangeArrowheads="1"/>
            </ns0:cNvSpPr>
            <ns0:nvPr/>
          </ns0:nvSpPr>
          <ns0:spPr bwMode="auto">
            <ns1:xfrm>
              <ns1:off x="3769" y="1255"/>
              <ns1:ext cx="140" cy="139"/>
            </ns1:xfrm>
            <ns1:prstGeom prst="ellipse">
              <ns1:avLst/>
            </ns1:prstGeom>
            <ns1:grpFill/>
            <ns1:ln>
              <ns1:noFill/>
            </ns1:ln>
            <ns1:extLst>
              <ns1:ext uri="{91240B29-F687-4F45-9708-019B960494DF}">
                <ns4:hiddenLine w="9525">
                  <ns1:solidFill>
                    <ns1:srgbClr val="000000"/>
                  </ns1:solidFill>
                  <ns1:round/>
                  <ns1:headEnd/>
                  <ns1:tailEnd/>
                </ns4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en-US"/>
            </ns1:p>
          </ns0:txBody>
        </ns0:sp>
        <ns0:sp>
          <ns0:nvSpPr>
            <ns0:cNvPr id="38" name="Oval 7">
              <ns1:extLst>
                <ns1:ext uri="{FF2B5EF4-FFF2-40B4-BE49-F238E27FC236}">
                  <ns2:creationId id="{44143AB9-C0AF-422F-892A-C46B4E9C9327}"/>
                </ns1:ext>
              </ns1:extLst>
            </ns0:cNvPr>
            <ns0:cNvSpPr>
              <ns1:spLocks noChangeArrowheads="1"/>
            </ns0:cNvSpPr>
            <ns0:nvPr/>
          </ns0:nvSpPr>
          <ns0:spPr bwMode="auto">
            <ns1:xfrm>
              <ns1:off x="3072" y="1255"/>
              <ns1:ext cx="139" cy="139"/>
            </ns1:xfrm>
            <ns1:prstGeom prst="ellipse">
              <ns1:avLst/>
            </ns1:prstGeom>
            <ns1:grpFill/>
            <ns1:ln>
              <ns1:noFill/>
            </ns1:ln>
            <ns1:extLst>
              <ns1:ext uri="{91240B29-F687-4F45-9708-019B960494DF}">
                <ns4:hiddenLine w="9525">
                  <ns1:solidFill>
                    <ns1:srgbClr val="000000"/>
                  </ns1:solidFill>
                  <ns1:round/>
                  <ns1:headEnd/>
                  <ns1:tailEnd/>
                </ns4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en-US"/>
            </ns1:p>
          </ns0:txBody>
        </ns0:sp>
        <ns0:sp>
          <ns0:nvSpPr>
            <ns0:cNvPr id="39" name="Freeform 8">
              <ns1:extLst>
                <ns1:ext uri="{FF2B5EF4-FFF2-40B4-BE49-F238E27FC236}">
                  <ns2:creationId id="{6E42190B-8756-49B7-9AB3-7E80DD3A6FAC}"/>
                </ns1:ext>
              </ns1:extLst>
            </ns0:cNvPr>
            <ns0:cNvSpPr>
              <ns1:spLocks/>
            </ns0:cNvSpPr>
            <ns0:nvPr/>
          </ns0:nvSpPr>
          <ns0:spPr bwMode="auto">
            <ns1:xfrm>
              <ns1:off x="3072" y="1603"/>
              <ns1:ext cx="837" cy="419"/>
            </ns1:xfrm>
            <ns1:custGeom>
              <ns1:avLst/>
              <ns1:gdLst>
                <ns1:gd name="T0" fmla="*/ 320 w 384"/>
                <ns1:gd name="T1" fmla="*/ 0 h 192"/>
                <ns1:gd name="T2" fmla="*/ 192 w 384"/>
                <ns1:gd name="T3" fmla="*/ 128 h 192"/>
                <ns1:gd name="T4" fmla="*/ 64 w 384"/>
                <ns1:gd name="T5" fmla="*/ 0 h 192"/>
                <ns1:gd name="T6" fmla="*/ 0 w 384"/>
                <ns1:gd name="T7" fmla="*/ 0 h 192"/>
                <ns1:gd name="T8" fmla="*/ 192 w 384"/>
                <ns1:gd name="T9" fmla="*/ 192 h 192"/>
                <ns1:gd name="T10" fmla="*/ 384 w 384"/>
                <ns1:gd name="T11" fmla="*/ 0 h 192"/>
                <ns1:gd name="T12" fmla="*/ 320 w 384"/>
                <ns1:gd name="T13" fmla="*/ 0 h 192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</ns1:cxnLst>
              <ns1:rect l="0" t="0" r="r" b="b"/>
              <ns1:pathLst>
                <ns1:path w="384" h="192">
                  <ns1:moveTo>
                    <ns1:pt x="320" y="0"/>
                  </ns1:moveTo>
                  <ns1:cubicBezTo>
                    <ns1:pt x="320" y="71"/>
                    <ns1:pt x="263" y="128"/>
                    <ns1:pt x="192" y="128"/>
                  </ns1:cubicBezTo>
                  <ns1:cubicBezTo>
                    <ns1:pt x="121" y="128"/>
                    <ns1:pt x="64" y="71"/>
                    <ns1:pt x="64" y="0"/>
                  </ns1:cubicBezTo>
                  <ns1:cubicBezTo>
                    <ns1:pt x="0" y="0"/>
                    <ns1:pt x="0" y="0"/>
                    <ns1:pt x="0" y="0"/>
                  </ns1:cubicBezTo>
                  <ns1:cubicBezTo>
                    <ns1:pt x="0" y="106"/>
                    <ns1:pt x="86" y="192"/>
                    <ns1:pt x="192" y="192"/>
                  </ns1:cubicBezTo>
                  <ns1:cubicBezTo>
                    <ns1:pt x="298" y="192"/>
                    <ns1:pt x="384" y="106"/>
                    <ns1:pt x="384" y="0"/>
                  </ns1:cubicBezTo>
                  <ns1:lnTo>
                    <ns1:pt x="320" y="0"/>
                  </ns1:ln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4:hiddenLine w="9525">
                  <ns1:solidFill>
                    <ns1:srgbClr val="000000"/>
                  </ns1:solidFill>
                  <ns1:round/>
                  <ns1:headEnd/>
                  <ns1:tailEnd/>
                </ns4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en-US"/>
            </ns1:p>
          </ns0:txBody>
        </ns0:sp>
      </ns0:grpSp>
      <ns0:grpSp>
        <ns0:nvGrpSpPr>
          <ns0:cNvPr id="40" name="Group 28">
            <ns1:extLst>
              <ns1:ext uri="{FF2B5EF4-FFF2-40B4-BE49-F238E27FC236}">
                <ns2:creationId id="{6B11DCDC-42D2-47E9-ADA0-EC7EFD3EA531}"/>
              </ns1:ext>
            </ns1:extLst>
          </ns0:cNvPr>
          <ns0:cNvGrpSpPr>
            <ns1:grpSpLocks noChangeAspect="1"/>
          </ns0:cNvGrpSpPr>
          <ns0:nvPr/>
        </ns0:nvGrpSpPr>
        <ns0:grpSpPr bwMode="auto">
          <ns1:xfrm>
            <ns1:off x="1788355" y="3734852"/>
            <ns1:ext cx="894606" cy="763244"/>
            <ns1:chOff x="1310" y="3"/>
            <ns1:chExt cx="5060" cy="4317"/>
          </ns1:xfrm>
          <ns1:solidFill>
            <ns1:srgbClr val="F07D66"/>
          </ns1:solidFill>
        </ns0:grpSpPr>
        <ns0:sp>
          <ns0:nvSpPr>
            <ns0:cNvPr id="41" name="Freeform 29">
              <ns1:extLst>
                <ns1:ext uri="{FF2B5EF4-FFF2-40B4-BE49-F238E27FC236}">
                  <ns2:creationId id="{C3D5CE26-5281-4231-970D-88AF767D884A}"/>
                </ns1:ext>
              </ns1:extLst>
            </ns0:cNvPr>
            <ns0:cNvSpPr>
              <ns1:spLocks noEditPoints="1"/>
            </ns0:cNvSpPr>
            <ns0:nvPr/>
          </ns0:nvSpPr>
          <ns0:spPr bwMode="auto">
            <ns1:xfrm>
              <ns1:off x="3086" y="3387"/>
              <ns1:ext cx="614" cy="233"/>
            </ns1:xfrm>
            <ns1:custGeom>
              <ns1:avLst/>
              <ns1:gdLst>
                <ns1:gd name="T0" fmla="*/ 199 w 251"/>
                <ns1:gd name="T1" fmla="*/ 10 h 95"/>
                <ns1:gd name="T2" fmla="*/ 53 w 251"/>
                <ns1:gd name="T3" fmla="*/ 10 h 95"/>
                <ns1:gd name="T4" fmla="*/ 10 w 251"/>
                <ns1:gd name="T5" fmla="*/ 15 h 95"/>
                <ns1:gd name="T6" fmla="*/ 16 w 251"/>
                <ns1:gd name="T7" fmla="*/ 57 h 95"/>
                <ns1:gd name="T8" fmla="*/ 126 w 251"/>
                <ns1:gd name="T9" fmla="*/ 95 h 95"/>
                <ns1:gd name="T10" fmla="*/ 236 w 251"/>
                <ns1:gd name="T11" fmla="*/ 57 h 95"/>
                <ns1:gd name="T12" fmla="*/ 241 w 251"/>
                <ns1:gd name="T13" fmla="*/ 15 h 95"/>
                <ns1:gd name="T14" fmla="*/ 199 w 251"/>
                <ns1:gd name="T15" fmla="*/ 10 h 95"/>
                <ns1:gd name="T16" fmla="*/ 199 w 251"/>
                <ns1:gd name="T17" fmla="*/ 10 h 95"/>
                <ns1:gd name="T18" fmla="*/ 199 w 251"/>
                <ns1:gd name="T19" fmla="*/ 10 h 95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</ns1:cxnLst>
              <ns1:rect l="0" t="0" r="r" b="b"/>
              <ns1:pathLst>
                <ns1:path w="251" h="95">
                  <ns1:moveTo>
                    <ns1:pt x="199" y="10"/>
                  </ns1:moveTo>
                  <ns1:cubicBezTo>
                    <ns1:pt x="156" y="43"/>
                    <ns1:pt x="96" y="43"/>
                    <ns1:pt x="53" y="10"/>
                  </ns1:cubicBezTo>
                  <ns1:cubicBezTo>
                    <ns1:pt x="39" y="0"/>
                    <ns1:pt x="21" y="2"/>
                    <ns1:pt x="10" y="15"/>
                  </ns1:cubicBezTo>
                  <ns1:cubicBezTo>
                    <ns1:pt x="0" y="28"/>
                    <ns1:pt x="3" y="47"/>
                    <ns1:pt x="16" y="57"/>
                  </ns1:cubicBezTo>
                  <ns1:cubicBezTo>
                    <ns1:pt x="48" y="83"/>
                    <ns1:pt x="87" y="95"/>
                    <ns1:pt x="126" y="95"/>
                  </ns1:cubicBezTo>
                  <ns1:cubicBezTo>
                    <ns1:pt x="165" y="95"/>
                    <ns1:pt x="203" y="83"/>
                    <ns1:pt x="236" y="57"/>
                  </ns1:cubicBezTo>
                  <ns1:cubicBezTo>
                    <ns1:pt x="249" y="47"/>
                    <ns1:pt x="251" y="28"/>
                    <ns1:pt x="241" y="15"/>
                  </ns1:cubicBezTo>
                  <ns1:cubicBezTo>
                    <ns1:pt x="231" y="2"/>
                    <ns1:pt x="212" y="0"/>
                    <ns1:pt x="199" y="10"/>
                  </ns1:cubicBezTo>
                  <ns1:close/>
                  <ns1:moveTo>
                    <ns1:pt x="199" y="10"/>
                  </ns1:moveTo>
                  <ns1:cubicBezTo>
                    <ns1:pt x="199" y="10"/>
                    <ns1:pt x="199" y="10"/>
                    <ns1:pt x="199" y="10"/>
                  </ns1:cubicBezTo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4:hiddenLine w="9525">
                  <ns1:solidFill>
                    <ns1:srgbClr val="000000"/>
                  </ns1:solidFill>
                  <ns1:round/>
                  <ns1:headEnd/>
                  <ns1:tailEnd/>
                </ns4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en-US"/>
            </ns1:p>
          </ns0:txBody>
        </ns0:sp>
        <ns0:sp>
          <ns0:nvSpPr>
            <ns0:cNvPr id="42" name="Freeform 30">
              <ns1:extLst>
                <ns1:ext uri="{FF2B5EF4-FFF2-40B4-BE49-F238E27FC236}">
                  <ns2:creationId id="{4F325ABA-9233-46AE-B1F0-6CDC89ED749B}"/>
                </ns1:ext>
              </ns1:extLst>
            </ns0:cNvPr>
            <ns0:cNvSpPr>
              <ns1:spLocks noEditPoints="1"/>
            </ns0:cNvSpPr>
            <ns0:nvPr/>
          </ns0:nvSpPr>
          <ns0:spPr bwMode="auto">
            <ns1:xfrm>
              <ns1:off x="2410" y="3304"/>
              <ns1:ext cx="389" cy="225"/>
            </ns1:xfrm>
            <ns1:custGeom>
              <ns1:avLst/>
              <ns1:gdLst>
                <ns1:gd name="T0" fmla="*/ 79 w 159"/>
                <ns1:gd name="T1" fmla="*/ 0 h 92"/>
                <ns1:gd name="T2" fmla="*/ 9 w 159"/>
                <ns1:gd name="T3" fmla="*/ 39 h 92"/>
                <ns1:gd name="T4" fmla="*/ 17 w 159"/>
                <ns1:gd name="T5" fmla="*/ 80 h 92"/>
                <ns1:gd name="T6" fmla="*/ 59 w 159"/>
                <ns1:gd name="T7" fmla="*/ 72 h 92"/>
                <ns1:gd name="T8" fmla="*/ 79 w 159"/>
                <ns1:gd name="T9" fmla="*/ 60 h 92"/>
                <ns1:gd name="T10" fmla="*/ 100 w 159"/>
                <ns1:gd name="T11" fmla="*/ 72 h 92"/>
                <ns1:gd name="T12" fmla="*/ 141 w 159"/>
                <ns1:gd name="T13" fmla="*/ 80 h 92"/>
                <ns1:gd name="T14" fmla="*/ 150 w 159"/>
                <ns1:gd name="T15" fmla="*/ 39 h 92"/>
                <ns1:gd name="T16" fmla="*/ 79 w 159"/>
                <ns1:gd name="T17" fmla="*/ 0 h 92"/>
                <ns1:gd name="T18" fmla="*/ 79 w 159"/>
                <ns1:gd name="T19" fmla="*/ 0 h 92"/>
                <ns1:gd name="T20" fmla="*/ 79 w 159"/>
                <ns1:gd name="T21" fmla="*/ 0 h 92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</ns1:cxnLst>
              <ns1:rect l="0" t="0" r="r" b="b"/>
              <ns1:pathLst>
                <ns1:path w="159" h="92">
                  <ns1:moveTo>
                    <ns1:pt x="79" y="0"/>
                  </ns1:moveTo>
                  <ns1:cubicBezTo>
                    <ns1:pt x="51" y="0"/>
                    <ns1:pt x="24" y="15"/>
                    <ns1:pt x="9" y="39"/>
                  </ns1:cubicBezTo>
                  <ns1:cubicBezTo>
                    <ns1:pt x="0" y="52"/>
                    <ns1:pt x="3" y="71"/>
                    <ns1:pt x="17" y="80"/>
                  </ns1:cubicBezTo>
                  <ns1:cubicBezTo>
                    <ns1:pt x="31" y="89"/>
                    <ns1:pt x="50" y="85"/>
                    <ns1:pt x="59" y="72"/>
                  </ns1:cubicBezTo>
                  <ns1:cubicBezTo>
                    <ns1:pt x="65" y="62"/>
                    <ns1:pt x="75" y="60"/>
                    <ns1:pt x="79" y="60"/>
                  </ns1:cubicBezTo>
                  <ns1:cubicBezTo>
                    <ns1:pt x="83" y="60"/>
                    <ns1:pt x="93" y="62"/>
                    <ns1:pt x="100" y="72"/>
                  </ns1:cubicBezTo>
                  <ns1:cubicBezTo>
                    <ns1:pt x="114" y="92"/>
                    <ns1:pt x="136" y="83"/>
                    <ns1:pt x="141" y="80"/>
                  </ns1:cubicBezTo>
                  <ns1:cubicBezTo>
                    <ns1:pt x="155" y="71"/>
                    <ns1:pt x="159" y="52"/>
                    <ns1:pt x="150" y="39"/>
                  </ns1:cubicBezTo>
                  <ns1:cubicBezTo>
                    <ns1:pt x="134" y="15"/>
                    <ns1:pt x="108" y="0"/>
                    <ns1:pt x="79" y="0"/>
                  </ns1:cubicBezTo>
                  <ns1:close/>
                  <ns1:moveTo>
                    <ns1:pt x="79" y="0"/>
                  </ns1:moveTo>
                  <ns1:cubicBezTo>
                    <ns1:pt x="79" y="0"/>
                    <ns1:pt x="79" y="0"/>
                    <ns1:pt x="79" y="0"/>
                  </ns1:cubicBezTo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4:hiddenLine w="9525">
                  <ns1:solidFill>
                    <ns1:srgbClr val="000000"/>
                  </ns1:solidFill>
                  <ns1:round/>
                  <ns1:headEnd/>
                  <ns1:tailEnd/>
                </ns4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en-US"/>
            </ns1:p>
          </ns0:txBody>
        </ns0:sp>
        <ns0:sp>
          <ns0:nvSpPr>
            <ns0:cNvPr id="43" name="Freeform 31">
              <ns1:extLst>
                <ns1:ext uri="{FF2B5EF4-FFF2-40B4-BE49-F238E27FC236}">
                  <ns2:creationId id="{AC53B9C4-BF03-4FCA-91CF-CA292C90CFC1}"/>
                </ns1:ext>
              </ns1:extLst>
            </ns0:cNvPr>
            <ns0:cNvSpPr>
              <ns1:spLocks noEditPoints="1"/>
            </ns0:cNvSpPr>
            <ns0:nvPr/>
          </ns0:nvSpPr>
          <ns0:spPr bwMode="auto">
            <ns1:xfrm>
              <ns1:off x="3989" y="3304"/>
              <ns1:ext cx="390" cy="225"/>
            </ns1:xfrm>
            <ns1:custGeom>
              <ns1:avLst/>
              <ns1:gdLst>
                <ns1:gd name="T0" fmla="*/ 79 w 159"/>
                <ns1:gd name="T1" fmla="*/ 0 h 92"/>
                <ns1:gd name="T2" fmla="*/ 9 w 159"/>
                <ns1:gd name="T3" fmla="*/ 39 h 92"/>
                <ns1:gd name="T4" fmla="*/ 17 w 159"/>
                <ns1:gd name="T5" fmla="*/ 80 h 92"/>
                <ns1:gd name="T6" fmla="*/ 59 w 159"/>
                <ns1:gd name="T7" fmla="*/ 72 h 92"/>
                <ns1:gd name="T8" fmla="*/ 79 w 159"/>
                <ns1:gd name="T9" fmla="*/ 60 h 92"/>
                <ns1:gd name="T10" fmla="*/ 100 w 159"/>
                <ns1:gd name="T11" fmla="*/ 72 h 92"/>
                <ns1:gd name="T12" fmla="*/ 141 w 159"/>
                <ns1:gd name="T13" fmla="*/ 80 h 92"/>
                <ns1:gd name="T14" fmla="*/ 150 w 159"/>
                <ns1:gd name="T15" fmla="*/ 39 h 92"/>
                <ns1:gd name="T16" fmla="*/ 79 w 159"/>
                <ns1:gd name="T17" fmla="*/ 0 h 92"/>
                <ns1:gd name="T18" fmla="*/ 79 w 159"/>
                <ns1:gd name="T19" fmla="*/ 0 h 92"/>
                <ns1:gd name="T20" fmla="*/ 79 w 159"/>
                <ns1:gd name="T21" fmla="*/ 0 h 92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</ns1:cxnLst>
              <ns1:rect l="0" t="0" r="r" b="b"/>
              <ns1:pathLst>
                <ns1:path w="159" h="92">
                  <ns1:moveTo>
                    <ns1:pt x="79" y="0"/>
                  </ns1:moveTo>
                  <ns1:cubicBezTo>
                    <ns1:pt x="51" y="0"/>
                    <ns1:pt x="24" y="15"/>
                    <ns1:pt x="9" y="39"/>
                  </ns1:cubicBezTo>
                  <ns1:cubicBezTo>
                    <ns1:pt x="0" y="52"/>
                    <ns1:pt x="4" y="71"/>
                    <ns1:pt x="17" y="80"/>
                  </ns1:cubicBezTo>
                  <ns1:cubicBezTo>
                    <ns1:pt x="31" y="89"/>
                    <ns1:pt x="50" y="85"/>
                    <ns1:pt x="59" y="72"/>
                  </ns1:cubicBezTo>
                  <ns1:cubicBezTo>
                    <ns1:pt x="66" y="62"/>
                    <ns1:pt x="75" y="60"/>
                    <ns1:pt x="79" y="60"/>
                  </ns1:cubicBezTo>
                  <ns1:cubicBezTo>
                    <ns1:pt x="83" y="60"/>
                    <ns1:pt x="93" y="62"/>
                    <ns1:pt x="100" y="72"/>
                  </ns1:cubicBezTo>
                  <ns1:cubicBezTo>
                    <ns1:pt x="114" y="92"/>
                    <ns1:pt x="136" y="83"/>
                    <ns1:pt x="141" y="80"/>
                  </ns1:cubicBezTo>
                  <ns1:cubicBezTo>
                    <ns1:pt x="155" y="71"/>
                    <ns1:pt x="159" y="52"/>
                    <ns1:pt x="150" y="39"/>
                  </ns1:cubicBezTo>
                  <ns1:cubicBezTo>
                    <ns1:pt x="134" y="15"/>
                    <ns1:pt x="108" y="0"/>
                    <ns1:pt x="79" y="0"/>
                  </ns1:cubicBezTo>
                  <ns1:close/>
                  <ns1:moveTo>
                    <ns1:pt x="79" y="0"/>
                  </ns1:moveTo>
                  <ns1:cubicBezTo>
                    <ns1:pt x="79" y="0"/>
                    <ns1:pt x="79" y="0"/>
                    <ns1:pt x="79" y="0"/>
                  </ns1:cubicBezTo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4:hiddenLine w="9525">
                  <ns1:solidFill>
                    <ns1:srgbClr val="000000"/>
                  </ns1:solidFill>
                  <ns1:round/>
                  <ns1:headEnd/>
                  <ns1:tailEnd/>
                </ns4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en-US"/>
            </ns1:p>
          </ns0:txBody>
        </ns0:sp>
        <ns0:sp>
          <ns0:nvSpPr>
            <ns0:cNvPr id="44" name="Freeform 32">
              <ns1:extLst>
                <ns1:ext uri="{FF2B5EF4-FFF2-40B4-BE49-F238E27FC236}">
                  <ns2:creationId id="{95919A66-9EB1-4E6B-B728-A1C0CA044764}"/>
                </ns1:ext>
              </ns1:extLst>
            </ns0:cNvPr>
            <ns0:cNvSpPr>
              <ns1:spLocks noEditPoints="1"/>
            </ns0:cNvSpPr>
            <ns0:nvPr/>
          </ns0:nvSpPr>
          <ns0:spPr bwMode="auto">
            <ns1:xfrm>
              <ns1:off x="1310" y="113"/>
              <ns1:ext cx="5060" cy="4207"/>
            </ns1:xfrm>
            <ns1:custGeom>
              <ns1:avLst/>
              <ns1:gdLst>
                <ns1:gd name="T0" fmla="*/ 1869 w 2066"/>
                <ns1:gd name="T1" fmla="*/ 844 h 1718"/>
                <ns1:gd name="T2" fmla="*/ 1481 w 2066"/>
                <ns1:gd name="T3" fmla="*/ 780 h 1718"/>
                <ns1:gd name="T4" fmla="*/ 1714 w 2066"/>
                <ns1:gd name="T5" fmla="*/ 505 h 1718"/>
                <ns1:gd name="T6" fmla="*/ 1749 w 2066"/>
                <ns1:gd name="T7" fmla="*/ 276 h 1718"/>
                <ns1:gd name="T8" fmla="*/ 1368 w 2066"/>
                <ns1:gd name="T9" fmla="*/ 104 h 1718"/>
                <ns1:gd name="T10" fmla="*/ 1206 w 2066"/>
                <ns1:gd name="T11" fmla="*/ 32 h 1718"/>
                <ns1:gd name="T12" fmla="*/ 716 w 2066"/>
                <ns1:gd name="T13" fmla="*/ 58 h 1718"/>
                <ns1:gd name="T14" fmla="*/ 586 w 2066"/>
                <ns1:gd name="T15" fmla="*/ 139 h 1718"/>
                <ns1:gd name="T16" fmla="*/ 604 w 2066"/>
                <ns1:gd name="T17" fmla="*/ 197 h 1718"/>
                <ns1:gd name="T18" fmla="*/ 741 w 2066"/>
                <ns1:gd name="T19" fmla="*/ 201 h 1718"/>
                <ns1:gd name="T20" fmla="*/ 1325 w 2066"/>
                <ns1:gd name="T21" fmla="*/ 201 h 1718"/>
                <ns1:gd name="T22" fmla="*/ 1636 w 2066"/>
                <ns1:gd name="T23" fmla="*/ 251 h 1718"/>
                <ns1:gd name="T24" fmla="*/ 1698 w 2066"/>
                <ns1:gd name="T25" fmla="*/ 380 h 1718"/>
                <ns1:gd name="T26" fmla="*/ 1546 w 2066"/>
                <ns1:gd name="T27" fmla="*/ 544 h 1718"/>
                <ns1:gd name="T28" fmla="*/ 1420 w 2066"/>
                <ns1:gd name="T29" fmla="*/ 555 h 1718"/>
                <ns1:gd name="T30" fmla="*/ 645 w 2066"/>
                <ns1:gd name="T31" fmla="*/ 780 h 1718"/>
                <ns1:gd name="T32" fmla="*/ 610 w 2066"/>
                <ns1:gd name="T33" fmla="*/ 525 h 1718"/>
                <ns1:gd name="T34" fmla="*/ 408 w 2066"/>
                <ns1:gd name="T35" fmla="*/ 483 h 1718"/>
                <ns1:gd name="T36" fmla="*/ 371 w 2066"/>
                <ns1:gd name="T37" fmla="*/ 302 h 1718"/>
                <ns1:gd name="T38" fmla="*/ 482 w 2066"/>
                <ns1:gd name="T39" fmla="*/ 235 h 1718"/>
                <ns1:gd name="T40" fmla="*/ 464 w 2066"/>
                <ns1:gd name="T41" fmla="*/ 178 h 1718"/>
                <ns1:gd name="T42" fmla="*/ 317 w 2066"/>
                <ns1:gd name="T43" fmla="*/ 276 h 1718"/>
                <ns1:gd name="T44" fmla="*/ 352 w 2066"/>
                <ns1:gd name="T45" fmla="*/ 505 h 1718"/>
                <ns1:gd name="T46" fmla="*/ 585 w 2066"/>
                <ns1:gd name="T47" fmla="*/ 780 h 1718"/>
                <ns1:gd name="T48" fmla="*/ 197 w 2066"/>
                <ns1:gd name="T49" fmla="*/ 844 h 1718"/>
                <ns1:gd name="T50" fmla="*/ 18 w 2066"/>
                <ns1:gd name="T51" fmla="*/ 1120 h 1718"/>
                <ns1:gd name="T52" fmla="*/ 243 w 2066"/>
                <ns1:gd name="T53" fmla="*/ 1189 h 1718"/>
                <ns1:gd name="T54" fmla="*/ 426 w 2066"/>
                <ns1:gd name="T55" fmla="*/ 1718 h 1718"/>
                <ns1:gd name="T56" fmla="*/ 1823 w 2066"/>
                <ns1:gd name="T57" fmla="*/ 1535 h 1718"/>
                <ns1:gd name="T58" fmla="*/ 1858 w 2066"/>
                <ns1:gd name="T59" fmla="*/ 1189 h 1718"/>
                <ns1:gd name="T60" fmla="*/ 2048 w 2066"/>
                <ns1:gd name="T61" fmla="*/ 1120 h 1718"/>
                <ns1:gd name="T62" fmla="*/ 1291 w 2066"/>
                <ns1:gd name="T63" fmla="*/ 152 h 1718"/>
                <ns1:gd name="T64" fmla="*/ 775 w 2066"/>
                <ns1:gd name="T65" fmla="*/ 152 h 1718"/>
                <ns1:gd name="T66" fmla="*/ 825 w 2066"/>
                <ns1:gd name="T67" fmla="*/ 82 h 1718"/>
                <ns1:gd name="T68" fmla="*/ 1301 w 2066"/>
                <ns1:gd name="T69" fmla="*/ 92 h 1718"/>
                <ns1:gd name="T70" fmla="*/ 73 w 2066"/>
                <ns1:gd name="T71" fmla="*/ 1097 h 1718"/>
                <ns1:gd name="T72" fmla="*/ 239 w 2066"/>
                <ns1:gd name="T73" fmla="*/ 886 h 1718"/>
                <ns1:gd name="T74" fmla="*/ 1356 w 2066"/>
                <ns1:gd name="T75" fmla="*/ 840 h 1718"/>
                <ns1:gd name="T76" fmla="*/ 1000 w 2066"/>
                <ns1:gd name="T77" fmla="*/ 1129 h 1718"/>
                <ns1:gd name="T78" fmla="*/ 73 w 2066"/>
                <ns1:gd name="T79" fmla="*/ 1097 h 1718"/>
                <ns1:gd name="T80" fmla="*/ 303 w 2066"/>
                <ns1:gd name="T81" fmla="*/ 1535 h 1718"/>
                <ns1:gd name="T82" fmla="*/ 1000 w 2066"/>
                <ns1:gd name="T83" fmla="*/ 1189 h 1718"/>
                <ns1:gd name="T84" fmla="*/ 1399 w 2066"/>
                <ns1:gd name="T85" fmla="*/ 882 h 1718"/>
                <ns1:gd name="T86" fmla="*/ 426 w 2066"/>
                <ns1:gd name="T87" fmla="*/ 1658 h 1718"/>
                <ns1:gd name="T88" fmla="*/ 1945 w 2066"/>
                <ns1:gd name="T89" fmla="*/ 1129 h 1718"/>
                <ns1:gd name="T90" fmla="*/ 1742 w 2066"/>
                <ns1:gd name="T91" fmla="*/ 1081 h 1718"/>
                <ns1:gd name="T92" fmla="*/ 1654 w 2066"/>
                <ns1:gd name="T93" fmla="*/ 1035 h 1718"/>
                <ns1:gd name="T94" fmla="*/ 1699 w 2066"/>
                <ns1:gd name="T95" fmla="*/ 1123 h 1718"/>
                <ns1:gd name="T96" fmla="*/ 1763 w 2066"/>
                <ns1:gd name="T97" fmla="*/ 1535 h 1718"/>
                <ns1:gd name="T98" fmla="*/ 1459 w 2066"/>
                <ns1:gd name="T99" fmla="*/ 1658 h 1718"/>
                <ns1:gd name="T100" fmla="*/ 1570 w 2066"/>
                <ns1:gd name="T101" fmla="*/ 994 h 1718"/>
                <ns1:gd name="T102" fmla="*/ 1612 w 2066"/>
                <ns1:gd name="T103" fmla="*/ 951 h 1718"/>
                <ns1:gd name="T104" fmla="*/ 1715 w 2066"/>
                <ns1:gd name="T105" fmla="*/ 840 h 1718"/>
                <ns1:gd name="T106" fmla="*/ 1982 w 2066"/>
                <ns1:gd name="T107" fmla="*/ 1041 h 1718"/>
                <ns1:gd name="T108" fmla="*/ 1993 w 2066"/>
                <ns1:gd name="T109" fmla="*/ 1097 h 1718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  <ns1:cxn ang="0">
                  <ns1:pos x="T30" y="T31"/>
                </ns1:cxn>
                <ns1:cxn ang="0">
                  <ns1:pos x="T32" y="T33"/>
                </ns1:cxn>
                <ns1:cxn ang="0">
                  <ns1:pos x="T34" y="T35"/>
                </ns1:cxn>
                <ns1:cxn ang="0">
                  <ns1:pos x="T36" y="T37"/>
                </ns1:cxn>
                <ns1:cxn ang="0">
                  <ns1:pos x="T38" y="T39"/>
                </ns1:cxn>
                <ns1:cxn ang="0">
                  <ns1:pos x="T40" y="T41"/>
                </ns1:cxn>
                <ns1:cxn ang="0">
                  <ns1:pos x="T42" y="T43"/>
                </ns1:cxn>
                <ns1:cxn ang="0">
                  <ns1:pos x="T44" y="T45"/>
                </ns1:cxn>
                <ns1:cxn ang="0">
                  <ns1:pos x="T46" y="T47"/>
                </ns1:cxn>
                <ns1:cxn ang="0">
                  <ns1:pos x="T48" y="T49"/>
                </ns1:cxn>
                <ns1:cxn ang="0">
                  <ns1:pos x="T50" y="T51"/>
                </ns1:cxn>
                <ns1:cxn ang="0">
                  <ns1:pos x="T52" y="T53"/>
                </ns1:cxn>
                <ns1:cxn ang="0">
                  <ns1:pos x="T54" y="T55"/>
                </ns1:cxn>
                <ns1:cxn ang="0">
                  <ns1:pos x="T56" y="T57"/>
                </ns1:cxn>
                <ns1:cxn ang="0">
                  <ns1:pos x="T58" y="T59"/>
                </ns1:cxn>
                <ns1:cxn ang="0">
                  <ns1:pos x="T60" y="T61"/>
                </ns1:cxn>
                <ns1:cxn ang="0">
                  <ns1:pos x="T62" y="T63"/>
                </ns1:cxn>
                <ns1:cxn ang="0">
                  <ns1:pos x="T64" y="T65"/>
                </ns1:cxn>
                <ns1:cxn ang="0">
                  <ns1:pos x="T66" y="T67"/>
                </ns1:cxn>
                <ns1:cxn ang="0">
                  <ns1:pos x="T68" y="T69"/>
                </ns1:cxn>
                <ns1:cxn ang="0">
                  <ns1:pos x="T70" y="T71"/>
                </ns1:cxn>
                <ns1:cxn ang="0">
                  <ns1:pos x="T72" y="T73"/>
                </ns1:cxn>
                <ns1:cxn ang="0">
                  <ns1:pos x="T74" y="T75"/>
                </ns1:cxn>
                <ns1:cxn ang="0">
                  <ns1:pos x="T76" y="T77"/>
                </ns1:cxn>
                <ns1:cxn ang="0">
                  <ns1:pos x="T78" y="T79"/>
                </ns1:cxn>
                <ns1:cxn ang="0">
                  <ns1:pos x="T80" y="T81"/>
                </ns1:cxn>
                <ns1:cxn ang="0">
                  <ns1:pos x="T82" y="T83"/>
                </ns1:cxn>
                <ns1:cxn ang="0">
                  <ns1:pos x="T84" y="T85"/>
                </ns1:cxn>
                <ns1:cxn ang="0">
                  <ns1:pos x="T86" y="T87"/>
                </ns1:cxn>
                <ns1:cxn ang="0">
                  <ns1:pos x="T88" y="T89"/>
                </ns1:cxn>
                <ns1:cxn ang="0">
                  <ns1:pos x="T90" y="T91"/>
                </ns1:cxn>
                <ns1:cxn ang="0">
                  <ns1:pos x="T92" y="T93"/>
                </ns1:cxn>
                <ns1:cxn ang="0">
                  <ns1:pos x="T94" y="T95"/>
                </ns1:cxn>
                <ns1:cxn ang="0">
                  <ns1:pos x="T96" y="T97"/>
                </ns1:cxn>
                <ns1:cxn ang="0">
                  <ns1:pos x="T98" y="T99"/>
                </ns1:cxn>
                <ns1:cxn ang="0">
                  <ns1:pos x="T100" y="T101"/>
                </ns1:cxn>
                <ns1:cxn ang="0">
                  <ns1:pos x="T102" y="T103"/>
                </ns1:cxn>
                <ns1:cxn ang="0">
                  <ns1:pos x="T104" y="T105"/>
                </ns1:cxn>
                <ns1:cxn ang="0">
                  <ns1:pos x="T106" y="T107"/>
                </ns1:cxn>
                <ns1:cxn ang="0">
                  <ns1:pos x="T108" y="T109"/>
                </ns1:cxn>
              </ns1:cxnLst>
              <ns1:rect l="0" t="0" r="r" b="b"/>
              <ns1:pathLst>
                <ns1:path w="2066" h="1718">
                  <ns1:moveTo>
                    <ns1:pt x="2024" y="999"/>
                  </ns1:moveTo>
                  <ns1:cubicBezTo>
                    <ns1:pt x="1869" y="844"/>
                    <ns1:pt x="1869" y="844"/>
                    <ns1:pt x="1869" y="844"/>
                  </ns1:cubicBezTo>
                  <ns1:cubicBezTo>
                    <ns1:pt x="1828" y="803"/>
                    <ns1:pt x="1773" y="780"/>
                    <ns1:pt x="1715" y="780"/>
                  </ns1:cubicBezTo>
                  <ns1:cubicBezTo>
                    <ns1:pt x="1481" y="780"/>
                    <ns1:pt x="1481" y="780"/>
                    <ns1:pt x="1481" y="780"/>
                  </ns1:cubicBezTo>
                  <ns1:cubicBezTo>
                    <ns1:pt x="1481" y="703"/>
                    <ns1:pt x="1481" y="632"/>
                    <ns1:pt x="1480" y="592"/>
                  </ns1:cubicBezTo>
                  <ns1:cubicBezTo>
                    <ns1:pt x="1480" y="592"/>
                    <ns1:pt x="1660" y="658"/>
                    <ns1:pt x="1714" y="505"/>
                  </ns1:cubicBezTo>
                  <ns1:cubicBezTo>
                    <ns1:pt x="1754" y="402"/>
                    <ns1:pt x="1754" y="402"/>
                    <ns1:pt x="1754" y="402"/>
                  </ns1:cubicBezTo>
                  <ns1:cubicBezTo>
                    <ns1:pt x="1770" y="361"/>
                    <ns1:pt x="1768" y="315"/>
                    <ns1:pt x="1749" y="276"/>
                  </ns1:cubicBezTo>
                  <ns1:cubicBezTo>
                    <ns1:pt x="1730" y="237"/>
                    <ns1:pt x="1695" y="207"/>
                    <ns1:pt x="1654" y="194"/>
                  </ns1:cubicBezTo>
                  <ns1:cubicBezTo>
                    <ns1:pt x="1368" y="104"/>
                    <ns1:pt x="1368" y="104"/>
                    <ns1:pt x="1368" y="104"/>
                  </ns1:cubicBezTo>
                  <ns1:cubicBezTo>
                    <ns1:pt x="1366" y="88"/>
                    <ns1:pt x="1360" y="72"/>
                    <ns1:pt x="1350" y="58"/>
                  </ns1:cubicBezTo>
                  <ns1:cubicBezTo>
                    <ns1:pt x="1317" y="11"/>
                    <ns1:pt x="1253" y="0"/>
                    <ns1:pt x="1206" y="32"/>
                  </ns1:cubicBezTo>
                  <ns1:cubicBezTo>
                    <ns1:pt x="1103" y="105"/>
                    <ns1:pt x="963" y="105"/>
                    <ns1:pt x="860" y="32"/>
                  </ns1:cubicBezTo>
                  <ns1:cubicBezTo>
                    <ns1:pt x="813" y="0"/>
                    <ns1:pt x="749" y="11"/>
                    <ns1:pt x="716" y="58"/>
                  </ns1:cubicBezTo>
                  <ns1:cubicBezTo>
                    <ns1:pt x="706" y="72"/>
                    <ns1:pt x="700" y="88"/>
                    <ns1:pt x="698" y="104"/>
                  </ns1:cubicBezTo>
                  <ns1:cubicBezTo>
                    <ns1:pt x="586" y="139"/>
                    <ns1:pt x="586" y="139"/>
                    <ns1:pt x="586" y="139"/>
                  </ns1:cubicBezTo>
                  <ns1:cubicBezTo>
                    <ns1:pt x="570" y="144"/>
                    <ns1:pt x="561" y="161"/>
                    <ns1:pt x="566" y="177"/>
                  </ns1:cubicBezTo>
                  <ns1:cubicBezTo>
                    <ns1:pt x="570" y="190"/>
                    <ns1:pt x="586" y="201"/>
                    <ns1:pt x="604" y="197"/>
                  </ns1:cubicBezTo>
                  <ns1:cubicBezTo>
                    <ns1:pt x="708" y="164"/>
                    <ns1:pt x="708" y="164"/>
                    <ns1:pt x="708" y="164"/>
                  </ns1:cubicBezTo>
                  <ns1:cubicBezTo>
                    <ns1:pt x="716" y="179"/>
                    <ns1:pt x="727" y="192"/>
                    <ns1:pt x="741" y="201"/>
                  </ns1:cubicBezTo>
                  <ns1:cubicBezTo>
                    <ns1:pt x="827" y="262"/>
                    <ns1:pt x="928" y="293"/>
                    <ns1:pt x="1033" y="293"/>
                  </ns1:cubicBezTo>
                  <ns1:cubicBezTo>
                    <ns1:pt x="1138" y="293"/>
                    <ns1:pt x="1239" y="262"/>
                    <ns1:pt x="1325" y="201"/>
                  </ns1:cubicBezTo>
                  <ns1:cubicBezTo>
                    <ns1:pt x="1339" y="192"/>
                    <ns1:pt x="1350" y="179"/>
                    <ns1:pt x="1358" y="164"/>
                  </ns1:cubicBezTo>
                  <ns1:cubicBezTo>
                    <ns1:pt x="1636" y="251"/>
                    <ns1:pt x="1636" y="251"/>
                    <ns1:pt x="1636" y="251"/>
                  </ns1:cubicBezTo>
                  <ns1:cubicBezTo>
                    <ns1:pt x="1662" y="259"/>
                    <ns1:pt x="1683" y="277"/>
                    <ns1:pt x="1695" y="302"/>
                  </ns1:cubicBezTo>
                  <ns1:cubicBezTo>
                    <ns1:pt x="1707" y="327"/>
                    <ns1:pt x="1708" y="355"/>
                    <ns1:pt x="1698" y="380"/>
                  </ns1:cubicBezTo>
                  <ns1:cubicBezTo>
                    <ns1:pt x="1658" y="483"/>
                    <ns1:pt x="1658" y="483"/>
                    <ns1:pt x="1658" y="483"/>
                  </ns1:cubicBezTo>
                  <ns1:cubicBezTo>
                    <ns1:pt x="1641" y="529"/>
                    <ns1:pt x="1594" y="554"/>
                    <ns1:pt x="1546" y="544"/>
                  </ns1:cubicBezTo>
                  <ns1:cubicBezTo>
                    <ns1:pt x="1456" y="525"/>
                    <ns1:pt x="1456" y="525"/>
                    <ns1:pt x="1456" y="525"/>
                  </ns1:cubicBezTo>
                  <ns1:cubicBezTo>
                    <ns1:pt x="1439" y="523"/>
                    <ns1:pt x="1421" y="528"/>
                    <ns1:pt x="1420" y="555"/>
                  </ns1:cubicBezTo>
                  <ns1:cubicBezTo>
                    <ns1:pt x="1420" y="556"/>
                    <ns1:pt x="1421" y="659"/>
                    <ns1:pt x="1421" y="780"/>
                  </ns1:cubicBezTo>
                  <ns1:cubicBezTo>
                    <ns1:pt x="645" y="780"/>
                    <ns1:pt x="645" y="780"/>
                    <ns1:pt x="645" y="780"/>
                  </ns1:cubicBezTo>
                  <ns1:cubicBezTo>
                    <ns1:pt x="645" y="659"/>
                    <ns1:pt x="646" y="556"/>
                    <ns1:pt x="646" y="555"/>
                  </ns1:cubicBezTo>
                  <ns1:cubicBezTo>
                    <ns1:pt x="646" y="531"/>
                    <ns1:pt x="632" y="521"/>
                    <ns1:pt x="610" y="525"/>
                  </ns1:cubicBezTo>
                  <ns1:cubicBezTo>
                    <ns1:pt x="520" y="544"/>
                    <ns1:pt x="520" y="544"/>
                    <ns1:pt x="520" y="544"/>
                  </ns1:cubicBezTo>
                  <ns1:cubicBezTo>
                    <ns1:pt x="472" y="554"/>
                    <ns1:pt x="425" y="529"/>
                    <ns1:pt x="408" y="483"/>
                  </ns1:cubicBezTo>
                  <ns1:cubicBezTo>
                    <ns1:pt x="368" y="380"/>
                    <ns1:pt x="368" y="380"/>
                    <ns1:pt x="368" y="380"/>
                  </ns1:cubicBezTo>
                  <ns1:cubicBezTo>
                    <ns1:pt x="358" y="355"/>
                    <ns1:pt x="359" y="327"/>
                    <ns1:pt x="371" y="302"/>
                  </ns1:cubicBezTo>
                  <ns1:cubicBezTo>
                    <ns1:pt x="383" y="277"/>
                    <ns1:pt x="404" y="259"/>
                    <ns1:pt x="430" y="251"/>
                  </ns1:cubicBezTo>
                  <ns1:cubicBezTo>
                    <ns1:pt x="482" y="235"/>
                    <ns1:pt x="482" y="235"/>
                    <ns1:pt x="482" y="235"/>
                  </ns1:cubicBezTo>
                  <ns1:cubicBezTo>
                    <ns1:pt x="498" y="230"/>
                    <ns1:pt x="506" y="213"/>
                    <ns1:pt x="501" y="197"/>
                  </ns1:cubicBezTo>
                  <ns1:cubicBezTo>
                    <ns1:pt x="497" y="182"/>
                    <ns1:pt x="480" y="173"/>
                    <ns1:pt x="464" y="178"/>
                  </ns1:cubicBezTo>
                  <ns1:cubicBezTo>
                    <ns1:pt x="412" y="194"/>
                    <ns1:pt x="412" y="194"/>
                    <ns1:pt x="412" y="194"/>
                  </ns1:cubicBezTo>
                  <ns1:cubicBezTo>
                    <ns1:pt x="371" y="207"/>
                    <ns1:pt x="336" y="237"/>
                    <ns1:pt x="317" y="276"/>
                  </ns1:cubicBezTo>
                  <ns1:cubicBezTo>
                    <ns1:pt x="298" y="315"/>
                    <ns1:pt x="296" y="361"/>
                    <ns1:pt x="312" y="402"/>
                  </ns1:cubicBezTo>
                  <ns1:cubicBezTo>
                    <ns1:pt x="352" y="505"/>
                    <ns1:pt x="352" y="505"/>
                    <ns1:pt x="352" y="505"/>
                  </ns1:cubicBezTo>
                  <ns1:cubicBezTo>
                    <ns1:pt x="416" y="666"/>
                    <ns1:pt x="586" y="592"/>
                    <ns1:pt x="586" y="592"/>
                  </ns1:cubicBezTo>
                  <ns1:cubicBezTo>
                    <ns1:pt x="585" y="780"/>
                    <ns1:pt x="585" y="780"/>
                    <ns1:pt x="585" y="780"/>
                  </ns1:cubicBezTo>
                  <ns1:cubicBezTo>
                    <ns1:pt x="351" y="780"/>
                    <ns1:pt x="351" y="780"/>
                    <ns1:pt x="351" y="780"/>
                  </ns1:cubicBezTo>
                  <ns1:cubicBezTo>
                    <ns1:pt x="293" y="780"/>
                    <ns1:pt x="238" y="803"/>
                    <ns1:pt x="197" y="844"/>
                  </ns1:cubicBezTo>
                  <ns1:cubicBezTo>
                    <ns1:pt x="42" y="999"/>
                    <ns1:pt x="42" y="999"/>
                    <ns1:pt x="42" y="999"/>
                  </ns1:cubicBezTo>
                  <ns1:cubicBezTo>
                    <ns1:pt x="9" y="1031"/>
                    <ns1:pt x="0" y="1078"/>
                    <ns1:pt x="18" y="1120"/>
                  </ns1:cubicBezTo>
                  <ns1:cubicBezTo>
                    <ns1:pt x="35" y="1162"/>
                    <ns1:pt x="75" y="1189"/>
                    <ns1:pt x="121" y="1189"/>
                  </ns1:cubicBezTo>
                  <ns1:cubicBezTo>
                    <ns1:pt x="243" y="1189"/>
                    <ns1:pt x="243" y="1189"/>
                    <ns1:pt x="243" y="1189"/>
                  </ns1:cubicBezTo>
                  <ns1:cubicBezTo>
                    <ns1:pt x="243" y="1535"/>
                    <ns1:pt x="243" y="1535"/>
                    <ns1:pt x="243" y="1535"/>
                  </ns1:cubicBezTo>
                  <ns1:cubicBezTo>
                    <ns1:pt x="243" y="1636"/>
                    <ns1:pt x="325" y="1718"/>
                    <ns1:pt x="426" y="1718"/>
                  </ns1:cubicBezTo>
                  <ns1:cubicBezTo>
                    <ns1:pt x="1640" y="1718"/>
                    <ns1:pt x="1640" y="1718"/>
                    <ns1:pt x="1640" y="1718"/>
                  </ns1:cubicBezTo>
                  <ns1:cubicBezTo>
                    <ns1:pt x="1741" y="1718"/>
                    <ns1:pt x="1823" y="1636"/>
                    <ns1:pt x="1823" y="1535"/>
                  </ns1:cubicBezTo>
                  <ns1:cubicBezTo>
                    <ns1:pt x="1823" y="1186"/>
                    <ns1:pt x="1823" y="1186"/>
                    <ns1:pt x="1823" y="1186"/>
                  </ns1:cubicBezTo>
                  <ns1:cubicBezTo>
                    <ns1:pt x="1834" y="1188"/>
                    <ns1:pt x="1846" y="1189"/>
                    <ns1:pt x="1858" y="1189"/>
                  </ns1:cubicBezTo>
                  <ns1:cubicBezTo>
                    <ns1:pt x="1945" y="1189"/>
                    <ns1:pt x="1945" y="1189"/>
                    <ns1:pt x="1945" y="1189"/>
                  </ns1:cubicBezTo>
                  <ns1:cubicBezTo>
                    <ns1:pt x="1991" y="1189"/>
                    <ns1:pt x="2031" y="1162"/>
                    <ns1:pt x="2048" y="1120"/>
                  </ns1:cubicBezTo>
                  <ns1:cubicBezTo>
                    <ns1:pt x="2066" y="1078"/>
                    <ns1:pt x="2057" y="1031"/>
                    <ns1:pt x="2024" y="999"/>
                  </ns1:cubicBezTo>
                  <ns1:close/>
                  <ns1:moveTo>
                    <ns1:pt x="1291" y="152"/>
                  </ns1:moveTo>
                  <ns1:cubicBezTo>
                    <ns1:pt x="1215" y="205"/>
                    <ns1:pt x="1126" y="233"/>
                    <ns1:pt x="1033" y="233"/>
                  </ns1:cubicBezTo>
                  <ns1:cubicBezTo>
                    <ns1:pt x="940" y="233"/>
                    <ns1:pt x="851" y="205"/>
                    <ns1:pt x="775" y="152"/>
                  </ns1:cubicBezTo>
                  <ns1:cubicBezTo>
                    <ns1:pt x="756" y="139"/>
                    <ns1:pt x="751" y="111"/>
                    <ns1:pt x="765" y="92"/>
                  </ns1:cubicBezTo>
                  <ns1:cubicBezTo>
                    <ns1:pt x="784" y="65"/>
                    <ns1:pt x="818" y="76"/>
                    <ns1:pt x="825" y="82"/>
                  </ns1:cubicBezTo>
                  <ns1:cubicBezTo>
                    <ns1:pt x="949" y="169"/>
                    <ns1:pt x="1117" y="169"/>
                    <ns1:pt x="1241" y="82"/>
                  </ns1:cubicBezTo>
                  <ns1:cubicBezTo>
                    <ns1:pt x="1260" y="68"/>
                    <ns1:pt x="1287" y="73"/>
                    <ns1:pt x="1301" y="92"/>
                  </ns1:cubicBezTo>
                  <ns1:cubicBezTo>
                    <ns1:pt x="1321" y="119"/>
                    <ns1:pt x="1300" y="146"/>
                    <ns1:pt x="1291" y="152"/>
                  </ns1:cubicBezTo>
                  <ns1:close/>
                  <ns1:moveTo>
                    <ns1:pt x="73" y="1097"/>
                  </ns1:moveTo>
                  <ns1:cubicBezTo>
                    <ns1:pt x="65" y="1077"/>
                    <ns1:pt x="69" y="1056"/>
                    <ns1:pt x="84" y="1041"/>
                  </ns1:cubicBezTo>
                  <ns1:cubicBezTo>
                    <ns1:pt x="239" y="886"/>
                    <ns1:pt x="239" y="886"/>
                    <ns1:pt x="239" y="886"/>
                  </ns1:cubicBezTo>
                  <ns1:cubicBezTo>
                    <ns1:pt x="269" y="856"/>
                    <ns1:pt x="309" y="840"/>
                    <ns1:pt x="351" y="840"/>
                  </ns1:cubicBezTo>
                  <ns1:cubicBezTo>
                    <ns1:pt x="1356" y="840"/>
                    <ns1:pt x="1356" y="840"/>
                    <ns1:pt x="1356" y="840"/>
                  </ns1:cubicBezTo>
                  <ns1:cubicBezTo>
                    <ns1:pt x="1116" y="1081"/>
                    <ns1:pt x="1116" y="1081"/>
                    <ns1:pt x="1116" y="1081"/>
                  </ns1:cubicBezTo>
                  <ns1:cubicBezTo>
                    <ns1:pt x="1085" y="1112"/>
                    <ns1:pt x="1044" y="1129"/>
                    <ns1:pt x="1000" y="1129"/>
                  </ns1:cubicBezTo>
                  <ns1:cubicBezTo>
                    <ns1:pt x="121" y="1129"/>
                    <ns1:pt x="121" y="1129"/>
                    <ns1:pt x="121" y="1129"/>
                  </ns1:cubicBezTo>
                  <ns1:cubicBezTo>
                    <ns1:pt x="99" y="1129"/>
                    <ns1:pt x="81" y="1117"/>
                    <ns1:pt x="73" y="1097"/>
                  </ns1:cubicBezTo>
                  <ns1:close/>
                  <ns1:moveTo>
                    <ns1:pt x="426" y="1658"/>
                  </ns1:moveTo>
                  <ns1:cubicBezTo>
                    <ns1:pt x="358" y="1658"/>
                    <ns1:pt x="303" y="1603"/>
                    <ns1:pt x="303" y="1535"/>
                  </ns1:cubicBezTo>
                  <ns1:cubicBezTo>
                    <ns1:pt x="303" y="1189"/>
                    <ns1:pt x="303" y="1189"/>
                    <ns1:pt x="303" y="1189"/>
                  </ns1:cubicBezTo>
                  <ns1:cubicBezTo>
                    <ns1:pt x="1000" y="1189"/>
                    <ns1:pt x="1000" y="1189"/>
                    <ns1:pt x="1000" y="1189"/>
                  </ns1:cubicBezTo>
                  <ns1:cubicBezTo>
                    <ns1:pt x="1060" y="1189"/>
                    <ns1:pt x="1116" y="1165"/>
                    <ns1:pt x="1158" y="1123"/>
                  </ns1:cubicBezTo>
                  <ns1:cubicBezTo>
                    <ns1:pt x="1399" y="882"/>
                    <ns1:pt x="1399" y="882"/>
                    <ns1:pt x="1399" y="882"/>
                  </ns1:cubicBezTo>
                  <ns1:cubicBezTo>
                    <ns1:pt x="1399" y="1658"/>
                    <ns1:pt x="1399" y="1658"/>
                    <ns1:pt x="1399" y="1658"/>
                  </ns1:cubicBezTo>
                  <ns1:lnTo>
                    <ns1:pt x="426" y="1658"/>
                  </ns1:lnTo>
                  <ns1:close/>
                  <ns1:moveTo>
                    <ns1:pt x="1993" y="1097"/>
                  </ns1:moveTo>
                  <ns1:cubicBezTo>
                    <ns1:pt x="1985" y="1117"/>
                    <ns1:pt x="1967" y="1129"/>
                    <ns1:pt x="1945" y="1129"/>
                  </ns1:cubicBezTo>
                  <ns1:cubicBezTo>
                    <ns1:pt x="1858" y="1129"/>
                    <ns1:pt x="1858" y="1129"/>
                    <ns1:pt x="1858" y="1129"/>
                  </ns1:cubicBezTo>
                  <ns1:cubicBezTo>
                    <ns1:pt x="1814" y="1129"/>
                    <ns1:pt x="1773" y="1112"/>
                    <ns1:pt x="1742" y="1081"/>
                  </ns1:cubicBezTo>
                  <ns1:cubicBezTo>
                    <ns1:pt x="1696" y="1035"/>
                    <ns1:pt x="1696" y="1035"/>
                    <ns1:pt x="1696" y="1035"/>
                  </ns1:cubicBezTo>
                  <ns1:cubicBezTo>
                    <ns1:pt x="1685" y="1024"/>
                    <ns1:pt x="1666" y="1024"/>
                    <ns1:pt x="1654" y="1035"/>
                  </ns1:cubicBezTo>
                  <ns1:cubicBezTo>
                    <ns1:pt x="1642" y="1047"/>
                    <ns1:pt x="1642" y="1066"/>
                    <ns1:pt x="1654" y="1078"/>
                  </ns1:cubicBezTo>
                  <ns1:cubicBezTo>
                    <ns1:pt x="1699" y="1123"/>
                    <ns1:pt x="1699" y="1123"/>
                    <ns1:pt x="1699" y="1123"/>
                  </ns1:cubicBezTo>
                  <ns1:cubicBezTo>
                    <ns1:pt x="1718" y="1142"/>
                    <ns1:pt x="1740" y="1157"/>
                    <ns1:pt x="1763" y="1168"/>
                  </ns1:cubicBezTo>
                  <ns1:cubicBezTo>
                    <ns1:pt x="1763" y="1535"/>
                    <ns1:pt x="1763" y="1535"/>
                    <ns1:pt x="1763" y="1535"/>
                  </ns1:cubicBezTo>
                  <ns1:cubicBezTo>
                    <ns1:pt x="1763" y="1603"/>
                    <ns1:pt x="1708" y="1658"/>
                    <ns1:pt x="1640" y="1658"/>
                  </ns1:cubicBezTo>
                  <ns1:cubicBezTo>
                    <ns1:pt x="1459" y="1658"/>
                    <ns1:pt x="1459" y="1658"/>
                    <ns1:pt x="1459" y="1658"/>
                  </ns1:cubicBezTo>
                  <ns1:cubicBezTo>
                    <ns1:pt x="1459" y="882"/>
                    <ns1:pt x="1459" y="882"/>
                    <ns1:pt x="1459" y="882"/>
                  </ns1:cubicBezTo>
                  <ns1:cubicBezTo>
                    <ns1:pt x="1570" y="994"/>
                    <ns1:pt x="1570" y="994"/>
                    <ns1:pt x="1570" y="994"/>
                  </ns1:cubicBezTo>
                  <ns1:cubicBezTo>
                    <ns1:pt x="1582" y="1005"/>
                    <ns1:pt x="1601" y="1005"/>
                    <ns1:pt x="1612" y="994"/>
                  </ns1:cubicBezTo>
                  <ns1:cubicBezTo>
                    <ns1:pt x="1624" y="982"/>
                    <ns1:pt x="1624" y="963"/>
                    <ns1:pt x="1612" y="951"/>
                  </ns1:cubicBezTo>
                  <ns1:cubicBezTo>
                    <ns1:pt x="1501" y="840"/>
                    <ns1:pt x="1501" y="840"/>
                    <ns1:pt x="1501" y="840"/>
                  </ns1:cubicBezTo>
                  <ns1:cubicBezTo>
                    <ns1:pt x="1715" y="840"/>
                    <ns1:pt x="1715" y="840"/>
                    <ns1:pt x="1715" y="840"/>
                  </ns1:cubicBezTo>
                  <ns1:cubicBezTo>
                    <ns1:pt x="1757" y="840"/>
                    <ns1:pt x="1797" y="856"/>
                    <ns1:pt x="1827" y="886"/>
                  </ns1:cubicBezTo>
                  <ns1:cubicBezTo>
                    <ns1:pt x="1982" y="1041"/>
                    <ns1:pt x="1982" y="1041"/>
                    <ns1:pt x="1982" y="1041"/>
                  </ns1:cubicBezTo>
                  <ns1:cubicBezTo>
                    <ns1:pt x="1997" y="1056"/>
                    <ns1:pt x="2001" y="1077"/>
                    <ns1:pt x="1993" y="1097"/>
                  </ns1:cubicBezTo>
                  <ns1:close/>
                  <ns1:moveTo>
                    <ns1:pt x="1993" y="1097"/>
                  </ns1:moveTo>
                  <ns1:cubicBezTo>
                    <ns1:pt x="1993" y="1097"/>
                    <ns1:pt x="1993" y="1097"/>
                    <ns1:pt x="1993" y="1097"/>
                  </ns1:cubicBezTo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4:hiddenLine w="9525">
                  <ns1:solidFill>
                    <ns1:srgbClr val="000000"/>
                  </ns1:solidFill>
                  <ns1:round/>
                  <ns1:headEnd/>
                  <ns1:tailEnd/>
                </ns4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en-US"/>
            </ns1:p>
          </ns0:txBody>
        </ns0:sp>
        <ns0:sp>
          <ns0:nvSpPr>
            <ns0:cNvPr id="45" name="Freeform 33">
              <ns1:extLst>
                <ns1:ext uri="{FF2B5EF4-FFF2-40B4-BE49-F238E27FC236}">
                  <ns2:creationId id="{3BFBD45E-2701-4525-84AE-DA15AFFA40FF}"/>
                </ns1:ext>
              </ns1:extLst>
            </ns0:cNvPr>
            <ns0:cNvSpPr>
              <ns1:spLocks noEditPoints="1"/>
            </ns0:cNvSpPr>
            <ns0:nvPr/>
          </ns0:nvSpPr>
          <ns0:spPr bwMode="auto">
            <ns1:xfrm>
              <ns1:off x="1612" y="3"/>
              <ns1:ext cx="734" cy="734"/>
            </ns1:xfrm>
            <ns1:custGeom>
              <ns1:avLst/>
              <ns1:gdLst>
                <ns1:gd name="T0" fmla="*/ 31 w 300"/>
                <ns1:gd name="T1" fmla="*/ 203 h 300"/>
                <ns1:gd name="T2" fmla="*/ 51 w 300"/>
                <ns1:gd name="T3" fmla="*/ 214 h 300"/>
                <ns1:gd name="T4" fmla="*/ 87 w 300"/>
                <ns1:gd name="T5" fmla="*/ 249 h 300"/>
                <ns1:gd name="T6" fmla="*/ 98 w 300"/>
                <ns1:gd name="T7" fmla="*/ 269 h 300"/>
                <ns1:gd name="T8" fmla="*/ 150 w 300"/>
                <ns1:gd name="T9" fmla="*/ 300 h 300"/>
                <ns1:gd name="T10" fmla="*/ 202 w 300"/>
                <ns1:gd name="T11" fmla="*/ 269 h 300"/>
                <ns1:gd name="T12" fmla="*/ 213 w 300"/>
                <ns1:gd name="T13" fmla="*/ 249 h 300"/>
                <ns1:gd name="T14" fmla="*/ 249 w 300"/>
                <ns1:gd name="T15" fmla="*/ 214 h 300"/>
                <ns1:gd name="T16" fmla="*/ 269 w 300"/>
                <ns1:gd name="T17" fmla="*/ 203 h 300"/>
                <ns1:gd name="T18" fmla="*/ 300 w 300"/>
                <ns1:gd name="T19" fmla="*/ 150 h 300"/>
                <ns1:gd name="T20" fmla="*/ 269 w 300"/>
                <ns1:gd name="T21" fmla="*/ 98 h 300"/>
                <ns1:gd name="T22" fmla="*/ 249 w 300"/>
                <ns1:gd name="T23" fmla="*/ 87 h 300"/>
                <ns1:gd name="T24" fmla="*/ 213 w 300"/>
                <ns1:gd name="T25" fmla="*/ 51 h 300"/>
                <ns1:gd name="T26" fmla="*/ 202 w 300"/>
                <ns1:gd name="T27" fmla="*/ 31 h 300"/>
                <ns1:gd name="T28" fmla="*/ 150 w 300"/>
                <ns1:gd name="T29" fmla="*/ 0 h 300"/>
                <ns1:gd name="T30" fmla="*/ 98 w 300"/>
                <ns1:gd name="T31" fmla="*/ 31 h 300"/>
                <ns1:gd name="T32" fmla="*/ 87 w 300"/>
                <ns1:gd name="T33" fmla="*/ 51 h 300"/>
                <ns1:gd name="T34" fmla="*/ 51 w 300"/>
                <ns1:gd name="T35" fmla="*/ 87 h 300"/>
                <ns1:gd name="T36" fmla="*/ 31 w 300"/>
                <ns1:gd name="T37" fmla="*/ 98 h 300"/>
                <ns1:gd name="T38" fmla="*/ 0 w 300"/>
                <ns1:gd name="T39" fmla="*/ 150 h 300"/>
                <ns1:gd name="T40" fmla="*/ 31 w 300"/>
                <ns1:gd name="T41" fmla="*/ 203 h 300"/>
                <ns1:gd name="T42" fmla="*/ 150 w 300"/>
                <ns1:gd name="T43" fmla="*/ 60 h 300"/>
                <ns1:gd name="T44" fmla="*/ 240 w 300"/>
                <ns1:gd name="T45" fmla="*/ 150 h 300"/>
                <ns1:gd name="T46" fmla="*/ 150 w 300"/>
                <ns1:gd name="T47" fmla="*/ 240 h 300"/>
                <ns1:gd name="T48" fmla="*/ 60 w 300"/>
                <ns1:gd name="T49" fmla="*/ 150 h 300"/>
                <ns1:gd name="T50" fmla="*/ 150 w 300"/>
                <ns1:gd name="T51" fmla="*/ 60 h 300"/>
                <ns1:gd name="T52" fmla="*/ 150 w 300"/>
                <ns1:gd name="T53" fmla="*/ 60 h 300"/>
                <ns1:gd name="T54" fmla="*/ 150 w 300"/>
                <ns1:gd name="T55" fmla="*/ 60 h 300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  <ns1:cxn ang="0">
                  <ns1:pos x="T30" y="T31"/>
                </ns1:cxn>
                <ns1:cxn ang="0">
                  <ns1:pos x="T32" y="T33"/>
                </ns1:cxn>
                <ns1:cxn ang="0">
                  <ns1:pos x="T34" y="T35"/>
                </ns1:cxn>
                <ns1:cxn ang="0">
                  <ns1:pos x="T36" y="T37"/>
                </ns1:cxn>
                <ns1:cxn ang="0">
                  <ns1:pos x="T38" y="T39"/>
                </ns1:cxn>
                <ns1:cxn ang="0">
                  <ns1:pos x="T40" y="T41"/>
                </ns1:cxn>
                <ns1:cxn ang="0">
                  <ns1:pos x="T42" y="T43"/>
                </ns1:cxn>
                <ns1:cxn ang="0">
                  <ns1:pos x="T44" y="T45"/>
                </ns1:cxn>
                <ns1:cxn ang="0">
                  <ns1:pos x="T46" y="T47"/>
                </ns1:cxn>
                <ns1:cxn ang="0">
                  <ns1:pos x="T48" y="T49"/>
                </ns1:cxn>
                <ns1:cxn ang="0">
                  <ns1:pos x="T50" y="T51"/>
                </ns1:cxn>
                <ns1:cxn ang="0">
                  <ns1:pos x="T52" y="T53"/>
                </ns1:cxn>
                <ns1:cxn ang="0">
                  <ns1:pos x="T54" y="T55"/>
                </ns1:cxn>
              </ns1:cxnLst>
              <ns1:rect l="0" t="0" r="r" b="b"/>
              <ns1:pathLst>
                <ns1:path w="300" h="300">
                  <ns1:moveTo>
                    <ns1:pt x="31" y="203"/>
                  </ns1:moveTo>
                  <ns1:cubicBezTo>
                    <ns1:pt x="51" y="214"/>
                    <ns1:pt x="51" y="214"/>
                    <ns1:pt x="51" y="214"/>
                  </ns1:cubicBezTo>
                  <ns1:cubicBezTo>
                    <ns1:pt x="66" y="222"/>
                    <ns1:pt x="78" y="234"/>
                    <ns1:pt x="87" y="249"/>
                  </ns1:cubicBezTo>
                  <ns1:cubicBezTo>
                    <ns1:pt x="98" y="269"/>
                    <ns1:pt x="98" y="269"/>
                    <ns1:pt x="98" y="269"/>
                  </ns1:cubicBezTo>
                  <ns1:cubicBezTo>
                    <ns1:pt x="108" y="289"/>
                    <ns1:pt x="128" y="300"/>
                    <ns1:pt x="150" y="300"/>
                  </ns1:cubicBezTo>
                  <ns1:cubicBezTo>
                    <ns1:pt x="172" y="300"/>
                    <ns1:pt x="192" y="289"/>
                    <ns1:pt x="202" y="269"/>
                  </ns1:cubicBezTo>
                  <ns1:cubicBezTo>
                    <ns1:pt x="213" y="249"/>
                    <ns1:pt x="213" y="249"/>
                    <ns1:pt x="213" y="249"/>
                  </ns1:cubicBezTo>
                  <ns1:cubicBezTo>
                    <ns1:pt x="222" y="234"/>
                    <ns1:pt x="234" y="222"/>
                    <ns1:pt x="249" y="214"/>
                  </ns1:cubicBezTo>
                  <ns1:cubicBezTo>
                    <ns1:pt x="269" y="203"/>
                    <ns1:pt x="269" y="203"/>
                    <ns1:pt x="269" y="203"/>
                  </ns1:cubicBezTo>
                  <ns1:cubicBezTo>
                    <ns1:pt x="288" y="192"/>
                    <ns1:pt x="300" y="172"/>
                    <ns1:pt x="300" y="150"/>
                  </ns1:cubicBezTo>
                  <ns1:cubicBezTo>
                    <ns1:pt x="300" y="128"/>
                    <ns1:pt x="288" y="108"/>
                    <ns1:pt x="269" y="98"/>
                  </ns1:cubicBezTo>
                  <ns1:cubicBezTo>
                    <ns1:pt x="249" y="87"/>
                    <ns1:pt x="249" y="87"/>
                    <ns1:pt x="249" y="87"/>
                  </ns1:cubicBezTo>
                  <ns1:cubicBezTo>
                    <ns1:pt x="234" y="79"/>
                    <ns1:pt x="222" y="66"/>
                    <ns1:pt x="213" y="51"/>
                  </ns1:cubicBezTo>
                  <ns1:cubicBezTo>
                    <ns1:pt x="202" y="31"/>
                    <ns1:pt x="202" y="31"/>
                    <ns1:pt x="202" y="31"/>
                  </ns1:cubicBezTo>
                  <ns1:cubicBezTo>
                    <ns1:pt x="192" y="12"/>
                    <ns1:pt x="172" y="0"/>
                    <ns1:pt x="150" y="0"/>
                  </ns1:cubicBezTo>
                  <ns1:cubicBezTo>
                    <ns1:pt x="128" y="0"/>
                    <ns1:pt x="108" y="12"/>
                    <ns1:pt x="98" y="31"/>
                  </ns1:cubicBezTo>
                  <ns1:cubicBezTo>
                    <ns1:pt x="87" y="51"/>
                    <ns1:pt x="87" y="51"/>
                    <ns1:pt x="87" y="51"/>
                  </ns1:cubicBezTo>
                  <ns1:cubicBezTo>
                    <ns1:pt x="78" y="66"/>
                    <ns1:pt x="66" y="79"/>
                    <ns1:pt x="51" y="87"/>
                  </ns1:cubicBezTo>
                  <ns1:cubicBezTo>
                    <ns1:pt x="31" y="98"/>
                    <ns1:pt x="31" y="98"/>
                    <ns1:pt x="31" y="98"/>
                  </ns1:cubicBezTo>
                  <ns1:cubicBezTo>
                    <ns1:pt x="12" y="108"/>
                    <ns1:pt x="0" y="128"/>
                    <ns1:pt x="0" y="150"/>
                  </ns1:cubicBezTo>
                  <ns1:cubicBezTo>
                    <ns1:pt x="0" y="172"/>
                    <ns1:pt x="12" y="192"/>
                    <ns1:pt x="31" y="203"/>
                  </ns1:cubicBezTo>
                  <ns1:close/>
                  <ns1:moveTo>
                    <ns1:pt x="150" y="60"/>
                  </ns1:moveTo>
                  <ns1:cubicBezTo>
                    <ns1:pt x="150" y="60"/>
                    <ns1:pt x="168" y="125"/>
                    <ns1:pt x="240" y="150"/>
                  </ns1:cubicBezTo>
                  <ns1:cubicBezTo>
                    <ns1:pt x="240" y="150"/>
                    <ns1:pt x="178" y="178"/>
                    <ns1:pt x="150" y="240"/>
                  </ns1:cubicBezTo>
                  <ns1:cubicBezTo>
                    <ns1:pt x="150" y="240"/>
                    <ns1:pt x="122" y="176"/>
                    <ns1:pt x="60" y="150"/>
                  </ns1:cubicBezTo>
                  <ns1:cubicBezTo>
                    <ns1:pt x="60" y="150"/>
                    <ns1:pt x="129" y="124"/>
                    <ns1:pt x="150" y="60"/>
                  </ns1:cubicBezTo>
                  <ns1:close/>
                  <ns1:moveTo>
                    <ns1:pt x="150" y="60"/>
                  </ns1:moveTo>
                  <ns1:cubicBezTo>
                    <ns1:pt x="150" y="60"/>
                    <ns1:pt x="150" y="60"/>
                    <ns1:pt x="150" y="60"/>
                  </ns1:cubicBezTo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4:hiddenLine w="9525">
                  <ns1:solidFill>
                    <ns1:srgbClr val="000000"/>
                  </ns1:solidFill>
                  <ns1:round/>
                  <ns1:headEnd/>
                  <ns1:tailEnd/>
                </ns4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en-US"/>
            </ns1:p>
          </ns0:txBody>
        </ns0:sp>
        <ns0:sp>
          <ns0:nvSpPr>
            <ns0:cNvPr id="46" name="Freeform 34">
              <ns1:extLst>
                <ns1:ext uri="{FF2B5EF4-FFF2-40B4-BE49-F238E27FC236}">
                  <ns2:creationId id="{DEC0E1CE-7793-43CA-A765-6BB5A8145129}"/>
                </ns1:ext>
              </ns1:extLst>
            </ns0:cNvPr>
            <ns0:cNvSpPr>
              <ns1:spLocks noEditPoints="1"/>
            </ns0:cNvSpPr>
            <ns0:nvPr/>
          </ns0:nvSpPr>
          <ns0:spPr bwMode="auto">
            <ns1:xfrm>
              <ns1:off x="5395" y="1418"/>
              <ns1:ext cx="612" cy="612"/>
            </ns1:xfrm>
            <ns1:custGeom>
              <ns1:avLst/>
              <ns1:gdLst>
                <ns1:gd name="T0" fmla="*/ 78 w 250"/>
                <ns1:gd name="T1" fmla="*/ 28 h 250"/>
                <ns1:gd name="T2" fmla="*/ 70 w 250"/>
                <ns1:gd name="T3" fmla="*/ 44 h 250"/>
                <ns1:gd name="T4" fmla="*/ 44 w 250"/>
                <ns1:gd name="T5" fmla="*/ 70 h 250"/>
                <ns1:gd name="T6" fmla="*/ 28 w 250"/>
                <ns1:gd name="T7" fmla="*/ 78 h 250"/>
                <ns1:gd name="T8" fmla="*/ 0 w 250"/>
                <ns1:gd name="T9" fmla="*/ 125 h 250"/>
                <ns1:gd name="T10" fmla="*/ 28 w 250"/>
                <ns1:gd name="T11" fmla="*/ 172 h 250"/>
                <ns1:gd name="T12" fmla="*/ 44 w 250"/>
                <ns1:gd name="T13" fmla="*/ 181 h 250"/>
                <ns1:gd name="T14" fmla="*/ 70 w 250"/>
                <ns1:gd name="T15" fmla="*/ 206 h 250"/>
                <ns1:gd name="T16" fmla="*/ 78 w 250"/>
                <ns1:gd name="T17" fmla="*/ 222 h 250"/>
                <ns1:gd name="T18" fmla="*/ 125 w 250"/>
                <ns1:gd name="T19" fmla="*/ 250 h 250"/>
                <ns1:gd name="T20" fmla="*/ 172 w 250"/>
                <ns1:gd name="T21" fmla="*/ 222 h 250"/>
                <ns1:gd name="T22" fmla="*/ 181 w 250"/>
                <ns1:gd name="T23" fmla="*/ 206 h 250"/>
                <ns1:gd name="T24" fmla="*/ 206 w 250"/>
                <ns1:gd name="T25" fmla="*/ 181 h 250"/>
                <ns1:gd name="T26" fmla="*/ 222 w 250"/>
                <ns1:gd name="T27" fmla="*/ 172 h 250"/>
                <ns1:gd name="T28" fmla="*/ 250 w 250"/>
                <ns1:gd name="T29" fmla="*/ 125 h 250"/>
                <ns1:gd name="T30" fmla="*/ 222 w 250"/>
                <ns1:gd name="T31" fmla="*/ 78 h 250"/>
                <ns1:gd name="T32" fmla="*/ 206 w 250"/>
                <ns1:gd name="T33" fmla="*/ 70 h 250"/>
                <ns1:gd name="T34" fmla="*/ 181 w 250"/>
                <ns1:gd name="T35" fmla="*/ 44 h 250"/>
                <ns1:gd name="T36" fmla="*/ 172 w 250"/>
                <ns1:gd name="T37" fmla="*/ 28 h 250"/>
                <ns1:gd name="T38" fmla="*/ 125 w 250"/>
                <ns1:gd name="T39" fmla="*/ 0 h 250"/>
                <ns1:gd name="T40" fmla="*/ 78 w 250"/>
                <ns1:gd name="T41" fmla="*/ 28 h 250"/>
                <ns1:gd name="T42" fmla="*/ 125 w 250"/>
                <ns1:gd name="T43" fmla="*/ 68 h 250"/>
                <ns1:gd name="T44" fmla="*/ 182 w 250"/>
                <ns1:gd name="T45" fmla="*/ 125 h 250"/>
                <ns1:gd name="T46" fmla="*/ 125 w 250"/>
                <ns1:gd name="T47" fmla="*/ 182 h 250"/>
                <ns1:gd name="T48" fmla="*/ 68 w 250"/>
                <ns1:gd name="T49" fmla="*/ 125 h 250"/>
                <ns1:gd name="T50" fmla="*/ 125 w 250"/>
                <ns1:gd name="T51" fmla="*/ 68 h 250"/>
                <ns1:gd name="T52" fmla="*/ 125 w 250"/>
                <ns1:gd name="T53" fmla="*/ 68 h 250"/>
                <ns1:gd name="T54" fmla="*/ 125 w 250"/>
                <ns1:gd name="T55" fmla="*/ 68 h 250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  <ns1:cxn ang="0">
                  <ns1:pos x="T30" y="T31"/>
                </ns1:cxn>
                <ns1:cxn ang="0">
                  <ns1:pos x="T32" y="T33"/>
                </ns1:cxn>
                <ns1:cxn ang="0">
                  <ns1:pos x="T34" y="T35"/>
                </ns1:cxn>
                <ns1:cxn ang="0">
                  <ns1:pos x="T36" y="T37"/>
                </ns1:cxn>
                <ns1:cxn ang="0">
                  <ns1:pos x="T38" y="T39"/>
                </ns1:cxn>
                <ns1:cxn ang="0">
                  <ns1:pos x="T40" y="T41"/>
                </ns1:cxn>
                <ns1:cxn ang="0">
                  <ns1:pos x="T42" y="T43"/>
                </ns1:cxn>
                <ns1:cxn ang="0">
                  <ns1:pos x="T44" y="T45"/>
                </ns1:cxn>
                <ns1:cxn ang="0">
                  <ns1:pos x="T46" y="T47"/>
                </ns1:cxn>
                <ns1:cxn ang="0">
                  <ns1:pos x="T48" y="T49"/>
                </ns1:cxn>
                <ns1:cxn ang="0">
                  <ns1:pos x="T50" y="T51"/>
                </ns1:cxn>
                <ns1:cxn ang="0">
                  <ns1:pos x="T52" y="T53"/>
                </ns1:cxn>
                <ns1:cxn ang="0">
                  <ns1:pos x="T54" y="T55"/>
                </ns1:cxn>
              </ns1:cxnLst>
              <ns1:rect l="0" t="0" r="r" b="b"/>
              <ns1:pathLst>
                <ns1:path w="250" h="250">
                  <ns1:moveTo>
                    <ns1:pt x="78" y="28"/>
                  </ns1:moveTo>
                  <ns1:cubicBezTo>
                    <ns1:pt x="70" y="44"/>
                    <ns1:pt x="70" y="44"/>
                    <ns1:pt x="70" y="44"/>
                  </ns1:cubicBezTo>
                  <ns1:cubicBezTo>
                    <ns1:pt x="64" y="55"/>
                    <ns1:pt x="55" y="64"/>
                    <ns1:pt x="44" y="70"/>
                  </ns1:cubicBezTo>
                  <ns1:cubicBezTo>
                    <ns1:pt x="28" y="78"/>
                    <ns1:pt x="28" y="78"/>
                    <ns1:pt x="28" y="78"/>
                  </ns1:cubicBezTo>
                  <ns1:cubicBezTo>
                    <ns1:pt x="11" y="88"/>
                    <ns1:pt x="0" y="106"/>
                    <ns1:pt x="0" y="125"/>
                  </ns1:cubicBezTo>
                  <ns1:cubicBezTo>
                    <ns1:pt x="0" y="145"/>
                    <ns1:pt x="11" y="162"/>
                    <ns1:pt x="28" y="172"/>
                  </ns1:cubicBezTo>
                  <ns1:cubicBezTo>
                    <ns1:pt x="44" y="181"/>
                    <ns1:pt x="44" y="181"/>
                    <ns1:pt x="44" y="181"/>
                  </ns1:cubicBezTo>
                  <ns1:cubicBezTo>
                    <ns1:pt x="55" y="186"/>
                    <ns1:pt x="64" y="195"/>
                    <ns1:pt x="70" y="206"/>
                  </ns1:cubicBezTo>
                  <ns1:cubicBezTo>
                    <ns1:pt x="78" y="222"/>
                    <ns1:pt x="78" y="222"/>
                    <ns1:pt x="78" y="222"/>
                  </ns1:cubicBezTo>
                  <ns1:cubicBezTo>
                    <ns1:pt x="88" y="239"/>
                    <ns1:pt x="105" y="250"/>
                    <ns1:pt x="125" y="250"/>
                  </ns1:cubicBezTo>
                  <ns1:cubicBezTo>
                    <ns1:pt x="145" y="250"/>
                    <ns1:pt x="162" y="239"/>
                    <ns1:pt x="172" y="222"/>
                  </ns1:cubicBezTo>
                  <ns1:cubicBezTo>
                    <ns1:pt x="181" y="206"/>
                    <ns1:pt x="181" y="206"/>
                    <ns1:pt x="181" y="206"/>
                  </ns1:cubicBezTo>
                  <ns1:cubicBezTo>
                    <ns1:pt x="186" y="195"/>
                    <ns1:pt x="195" y="186"/>
                    <ns1:pt x="206" y="181"/>
                  </ns1:cubicBezTo>
                  <ns1:cubicBezTo>
                    <ns1:pt x="222" y="172"/>
                    <ns1:pt x="222" y="172"/>
                    <ns1:pt x="222" y="172"/>
                  </ns1:cubicBezTo>
                  <ns1:cubicBezTo>
                    <ns1:pt x="239" y="162"/>
                    <ns1:pt x="250" y="145"/>
                    <ns1:pt x="250" y="125"/>
                  </ns1:cubicBezTo>
                  <ns1:cubicBezTo>
                    <ns1:pt x="250" y="106"/>
                    <ns1:pt x="239" y="88"/>
                    <ns1:pt x="222" y="78"/>
                  </ns1:cubicBezTo>
                  <ns1:cubicBezTo>
                    <ns1:pt x="206" y="70"/>
                    <ns1:pt x="206" y="70"/>
                    <ns1:pt x="206" y="70"/>
                  </ns1:cubicBezTo>
                  <ns1:cubicBezTo>
                    <ns1:pt x="195" y="64"/>
                    <ns1:pt x="186" y="55"/>
                    <ns1:pt x="181" y="44"/>
                  </ns1:cubicBezTo>
                  <ns1:cubicBezTo>
                    <ns1:pt x="172" y="28"/>
                    <ns1:pt x="172" y="28"/>
                    <ns1:pt x="172" y="28"/>
                  </ns1:cubicBezTo>
                  <ns1:cubicBezTo>
                    <ns1:pt x="162" y="11"/>
                    <ns1:pt x="145" y="0"/>
                    <ns1:pt x="125" y="0"/>
                  </ns1:cubicBezTo>
                  <ns1:cubicBezTo>
                    <ns1:pt x="105" y="0"/>
                    <ns1:pt x="88" y="11"/>
                    <ns1:pt x="78" y="28"/>
                  </ns1:cubicBezTo>
                  <ns1:close/>
                  <ns1:moveTo>
                    <ns1:pt x="125" y="68"/>
                  </ns1:moveTo>
                  <ns1:cubicBezTo>
                    <ns1:pt x="133" y="107"/>
                    <ns1:pt x="182" y="125"/>
                    <ns1:pt x="182" y="125"/>
                  </ns1:cubicBezTo>
                  <ns1:cubicBezTo>
                    <ns1:pt x="146" y="143"/>
                    <ns1:pt x="125" y="182"/>
                    <ns1:pt x="125" y="182"/>
                  </ns1:cubicBezTo>
                  <ns1:cubicBezTo>
                    <ns1:pt x="112" y="146"/>
                    <ns1:pt x="68" y="125"/>
                    <ns1:pt x="68" y="125"/>
                  </ns1:cubicBezTo>
                  <ns1:cubicBezTo>
                    <ns1:pt x="109" y="112"/>
                    <ns1:pt x="125" y="68"/>
                    <ns1:pt x="125" y="68"/>
                  </ns1:cubicBezTo>
                  <ns1:close/>
                  <ns1:moveTo>
                    <ns1:pt x="125" y="68"/>
                  </ns1:moveTo>
                  <ns1:cubicBezTo>
                    <ns1:pt x="125" y="68"/>
                    <ns1:pt x="125" y="68"/>
                    <ns1:pt x="125" y="68"/>
                  </ns1:cubicBezTo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4:hiddenLine w="9525">
                  <ns1:solidFill>
                    <ns1:srgbClr val="000000"/>
                  </ns1:solidFill>
                  <ns1:round/>
                  <ns1:headEnd/>
                  <ns1:tailEnd/>
                </ns4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en-US"/>
            </ns1:p>
          </ns0:txBody>
        </ns0:sp>
      </ns0:grpSp>
      <ns0:sp>
        <ns0:nvSpPr>
          <ns0:cNvPr id="47" name="TextBox 46">
            <ns1:extLst>
              <ns1:ext uri="{FF2B5EF4-FFF2-40B4-BE49-F238E27FC236}">
                <ns2:creationId id="{CF9E60DC-1655-4404-8686-BD477F5DE1E8}"/>
              </ns1:ext>
            </ns1:extLst>
          </ns0:cNvPr>
          <ns0:cNvSpPr txBox="1"/>
          <ns0:nvPr/>
        </ns0:nvSpPr>
        <ns0:spPr>
          <ns1:xfrm>
            <ns1:off x="4043087" y="2010766"/>
            <ns1:ext cx="2874016" cy="307777"/>
          </ns1:xfrm>
          <ns1:prstGeom prst="rect">
            <ns1:avLst/>
          </ns1:prstGeom>
          <ns1:noFill/>
        </ns0:spPr>
        <ns0:txBody>
          <ns1:bodyPr wrap="square" rtlCol="0">
            <ns1:spAutoFit/>
          </ns1:bodyPr>
          <ns1:lstStyle/>
          <ns1:p>
            <ns1:pPr algn="ctr"/>
            <ns1:r>
              <ns1:rPr lang="en-US" sz="1400" b="1">
                <ns1:solidFill>
                  <ns1:schemeClr val="tx1">
                    <ns1:lumMod val="75000"/>
                    <ns1:lumOff val="25000"/>
                  </ns1:schemeClr>
                </ns1:solidFill>
                <ns1:latin typeface="Playfair Display" panose="00000500000000000000" pitchFamily="50" charset="0"/>
                <ns1:ea typeface="Open Sans" panose="020B0606030504020204" pitchFamily="34" charset="0"/>
                <ns1:cs typeface="Open Sans" panose="020B0606030504020204" pitchFamily="34" charset="0"/>
              </ns1:rPr>
              <ns1:t>{SlideSectionLabel}</ns1:t>
            </ns1:r>
            <ns1:endParaRPr lang="en-US" sz="1600" b="1">
              <ns1:solidFill>
                <ns1:schemeClr val="tx1">
                  <ns1:lumMod val="75000"/>
                  <ns1:lumOff val="25000"/>
                </ns1:schemeClr>
              </ns1:solidFill>
              <ns1:latin typeface="Playfair Display" panose="00000500000000000000" pitchFamily="50" charset="0"/>
              <ns1:ea typeface="Open Sans" panose="020B0606030504020204" pitchFamily="34" charset="0"/>
              <ns1:cs typeface="Open Sans" panose="020B0606030504020204" pitchFamily="34" charset="0"/>
            </ns1:endParaRPr>
          </ns1:p>
        </ns0:txBody>
      </ns0:sp>
      <ns0:sp>
        <ns0:nvSpPr>
          <ns0:cNvPr id="48" name="TextBox 47">
            <ns1:extLst>
              <ns1:ext uri="{FF2B5EF4-FFF2-40B4-BE49-F238E27FC236}">
                <ns2:creationId id="{4F2D030C-E44C-42D6-A0EB-D131D1A1AA1C}"/>
              </ns1:ext>
            </ns1:extLst>
          </ns0:cNvPr>
          <ns0:cNvSpPr txBox="1"/>
          <ns0:nvPr/>
        </ns0:nvSpPr>
        <ns0:spPr>
          <ns1:xfrm>
            <ns1:off x="4043087" y="2288044"/>
            <ns1:ext cx="2874016" cy="886846"/>
          </ns1:xfrm>
          <ns1:prstGeom prst="rect">
            <ns1:avLst/>
          </ns1:prstGeom>
          <ns1:noFill/>
        </ns0:spPr>
        <ns0:txBody>
          <ns1:bodyPr wrap="square" rtlCol="0">
            <ns1:spAutoFit/>
          </ns1:bodyPr>
          <ns1:lstStyle/>
          <ns1:p>
            <ns1:pPr algn="ctr">
              <ns1:lnSpc>
                <ns1:spcPct val="150000"/>
              </ns1:lnSpc>
            </ns1:pPr>
            <ns1:r>
              <ns1:rPr lang="en-US" sz="1200">
                <ns1:solidFill>
                  <ns1:schemeClr val="bg1">
                    <ns1:lumMod val="50000"/>
                  </ns1:schemeClr>
                </ns1:solidFill>
                <ns1:latin typeface="Lato" panose="020F0502020204030203" pitchFamily="34" charset="0"/>
                <ns1:ea typeface="Lato" panose="020F0502020204030203" pitchFamily="34" charset="0"/>
                <ns1:cs typeface="Lato" panose="020F0502020204030203" pitchFamily="34" charset="0"/>
              </ns1:rPr>
              <ns1:t>{SlideSupportingContent2}</ns1:t>
            </ns1:r>
          </ns1:p>
        </ns0:txBody>
      </ns0:sp>
      <ns0:sp>
        <ns0:nvSpPr>
          <ns0:cNvPr id="49" name="TextBox 48">
            <ns1:extLst>
              <ns1:ext uri="{FF2B5EF4-FFF2-40B4-BE49-F238E27FC236}">
                <ns2:creationId id="{4FD654CB-9216-485B-B156-0C86BC244367}"/>
              </ns1:ext>
            </ns1:extLst>
          </ns0:cNvPr>
          <ns0:cNvSpPr txBox="1"/>
          <ns0:nvPr/>
        </ns0:nvSpPr>
        <ns0:spPr>
          <ns1:xfrm>
            <ns1:off x="4043087" y="4695822"/>
            <ns1:ext cx="2874016" cy="307777"/>
          </ns1:xfrm>
          <ns1:prstGeom prst="rect">
            <ns1:avLst/>
          </ns1:prstGeom>
          <ns1:noFill/>
        </ns0:spPr>
        <ns0:txBody>
          <ns1:bodyPr wrap="square" rtlCol="0">
            <ns1:spAutoFit/>
          </ns1:bodyPr>
          <ns1:lstStyle/>
          <ns1:p>
            <ns1:pPr algn="ctr"/>
            <ns1:r>
              <ns1:rPr lang="en-US" sz="1400" b="1">
                <ns1:solidFill>
                  <ns1:schemeClr val="tx1">
                    <ns1:lumMod val="75000"/>
                    <ns1:lumOff val="25000"/>
                  </ns1:schemeClr>
                </ns1:solidFill>
                <ns1:latin typeface="Playfair Display" panose="00000500000000000000" pitchFamily="50" charset="0"/>
                <ns1:ea typeface="Open Sans" panose="020B0606030504020204" pitchFamily="34" charset="0"/>
                <ns1:cs typeface="Open Sans" panose="020B0606030504020204" pitchFamily="34" charset="0"/>
              </ns1:rPr>
              <ns1:t>{SlideSupportingContent3}</ns1:t>
            </ns1:r>
            <ns1:endParaRPr lang="en-US" sz="1600" b="1">
              <ns1:solidFill>
                <ns1:schemeClr val="tx1">
                  <ns1:lumMod val="75000"/>
                  <ns1:lumOff val="25000"/>
                </ns1:schemeClr>
              </ns1:solidFill>
              <ns1:latin typeface="Playfair Display" panose="00000500000000000000" pitchFamily="50" charset="0"/>
              <ns1:ea typeface="Open Sans" panose="020B0606030504020204" pitchFamily="34" charset="0"/>
              <ns1:cs typeface="Open Sans" panose="020B0606030504020204" pitchFamily="34" charset="0"/>
            </ns1:endParaRPr>
          </ns1:p>
        </ns0:txBody>
      </ns0:sp>
      <ns0:sp>
        <ns0:nvSpPr>
          <ns0:cNvPr id="50" name="TextBox 49">
            <ns1:extLst>
              <ns1:ext uri="{FF2B5EF4-FFF2-40B4-BE49-F238E27FC236}">
                <ns2:creationId id="{8E7E7FA2-0BA5-4877-8A4D-AD4110ACA156}"/>
              </ns1:ext>
            </ns1:extLst>
          </ns0:cNvPr>
          <ns0:cNvSpPr txBox="1"/>
          <ns0:nvPr/>
        </ns0:nvSpPr>
        <ns0:spPr>
          <ns1:xfrm>
            <ns1:off x="4043087" y="4973100"/>
            <ns1:ext cx="2874016" cy="886846"/>
          </ns1:xfrm>
          <ns1:prstGeom prst="rect">
            <ns1:avLst/>
          </ns1:prstGeom>
          <ns1:noFill/>
        </ns0:spPr>
        <ns0:txBody>
          <ns1:bodyPr wrap="square" rtlCol="0">
            <ns1:spAutoFit/>
          </ns1:bodyPr>
          <ns1:lstStyle/>
          <ns1:p>
            <ns1:pPr algn="ctr">
              <ns1:lnSpc>
                <ns1:spcPct val="150000"/>
              </ns1:lnSpc>
            </ns1:pPr>
            <ns1:r>
              <ns1:rPr lang="en-US" sz="1200">
                <ns1:solidFill>
                  <ns1:schemeClr val="bg1">
                    <ns1:lumMod val="50000"/>
                  </ns1:schemeClr>
                </ns1:solidFill>
                <ns1:latin typeface="Lato" panose="020F0502020204030203" pitchFamily="34" charset="0"/>
                <ns1:ea typeface="Lato" panose="020F0502020204030203" pitchFamily="34" charset="0"/>
                <ns1:cs typeface="Lato" panose="020F0502020204030203" pitchFamily="34" charset="0"/>
              </ns1:rPr>
              <ns1:t>{SlideSupportingContent4}</ns1:t>
            </ns1:r>
          </ns1:p>
        </ns0:txBody>
      </ns0:sp>
      <ns0:grpSp>
        <ns0:nvGrpSpPr>
          <ns0:cNvPr id="51" name="Group 11">
            <ns1:extLst>
              <ns1:ext uri="{FF2B5EF4-FFF2-40B4-BE49-F238E27FC236}">
                <ns2:creationId id="{CE626410-6478-4C2A-B18C-11067F0BEA9A}"/>
              </ns1:ext>
            </ns1:extLst>
          </ns0:cNvPr>
          <ns0:cNvGrpSpPr>
            <ns1:grpSpLocks noChangeAspect="1"/>
          </ns0:cNvGrpSpPr>
          <ns0:nvPr/>
        </ns0:nvGrpSpPr>
        <ns0:grpSpPr bwMode="auto">
          <ns1:xfrm>
            <ns1:off x="5100687" y="1056111"/>
            <ns1:ext cx="758815" cy="758815"/>
            <ns1:chOff x="1679" y="0"/>
            <ns1:chExt cx="4322" cy="4322"/>
          </ns1:xfrm>
          <ns1:solidFill>
            <ns1:srgbClr val="F07D66"/>
          </ns1:solidFill>
        </ns0:grpSpPr>
        <ns0:sp>
          <ns0:nvSpPr>
            <ns0:cNvPr id="52" name="Freeform 12">
              <ns1:extLst>
                <ns1:ext uri="{FF2B5EF4-FFF2-40B4-BE49-F238E27FC236}">
                  <ns2:creationId id="{BB21D9B4-1627-4FDF-9DDE-13125DA8EE1C}"/>
                </ns1:ext>
              </ns1:extLst>
            </ns0:cNvPr>
            <ns0:cNvSpPr>
              <ns1:spLocks noEditPoints="1"/>
            </ns0:cNvSpPr>
            <ns0:nvPr/>
          </ns0:nvSpPr>
          <ns0:spPr bwMode="auto">
            <ns1:xfrm>
              <ns1:off x="2237" y="418"/>
              <ns1:ext cx="3206" cy="3904"/>
            </ns1:xfrm>
            <ns1:custGeom>
              <ns1:avLst/>
              <ns1:gdLst>
                <ns1:gd name="T0" fmla="*/ 992 w 1472"/>
                <ns1:gd name="T1" fmla="*/ 0 h 1792"/>
                <ns1:gd name="T2" fmla="*/ 234 w 1472"/>
                <ns1:gd name="T3" fmla="*/ 265 h 1792"/>
                <ns1:gd name="T4" fmla="*/ 0 w 1472"/>
                <ns1:gd name="T5" fmla="*/ 1376 h 1792"/>
                <ns1:gd name="T6" fmla="*/ 96 w 1472"/>
                <ns1:gd name="T7" fmla="*/ 1600 h 1792"/>
                <ns1:gd name="T8" fmla="*/ 256 w 1472"/>
                <ns1:gd name="T9" fmla="*/ 1760 h 1792"/>
                <ns1:gd name="T10" fmla="*/ 1216 w 1472"/>
                <ns1:gd name="T11" fmla="*/ 1760 h 1792"/>
                <ns1:gd name="T12" fmla="*/ 1376 w 1472"/>
                <ns1:gd name="T13" fmla="*/ 1600 h 1792"/>
                <ns1:gd name="T14" fmla="*/ 1472 w 1472"/>
                <ns1:gd name="T15" fmla="*/ 1376 h 1792"/>
                <ns1:gd name="T16" fmla="*/ 1238 w 1472"/>
                <ns1:gd name="T17" fmla="*/ 265 h 1792"/>
                <ns1:gd name="T18" fmla="*/ 864 w 1472"/>
                <ns1:gd name="T19" fmla="*/ 928 h 1792"/>
                <ns1:gd name="T20" fmla="*/ 778 w 1472"/>
                <ns1:gd name="T21" fmla="*/ 496 h 1792"/>
                <ns1:gd name="T22" fmla="*/ 1145 w 1472"/>
                <ns1:gd name="T23" fmla="*/ 256 h 1792"/>
                <ns1:gd name="T24" fmla="*/ 778 w 1472"/>
                <ns1:gd name="T25" fmla="*/ 496 h 1792"/>
                <ns1:gd name="T26" fmla="*/ 544 w 1472"/>
                <ns1:gd name="T27" fmla="*/ 928 h 1792"/>
                <ns1:gd name="T28" fmla="*/ 437 w 1472"/>
                <ns1:gd name="T29" fmla="*/ 264 h 1792"/>
                <ns1:gd name="T30" fmla="*/ 474 w 1472"/>
                <ns1:gd name="T31" fmla="*/ 87 h 1792"/>
                <ns1:gd name="T32" fmla="*/ 607 w 1472"/>
                <ns1:gd name="T33" fmla="*/ 192 h 1792"/>
                <ns1:gd name="T34" fmla="*/ 607 w 1472"/>
                <ns1:gd name="T35" fmla="*/ 192 h 1792"/>
                <ns1:gd name="T36" fmla="*/ 535 w 1472"/>
                <ns1:gd name="T37" fmla="*/ 64 h 1792"/>
                <ns1:gd name="T38" fmla="*/ 128 w 1472"/>
                <ns1:gd name="T39" fmla="*/ 576 h 1792"/>
                <ns1:gd name="T40" fmla="*/ 64 w 1472"/>
                <ns1:gd name="T41" fmla="*/ 576 h 1792"/>
                <ns1:gd name="T42" fmla="*/ 192 w 1472"/>
                <ns1:gd name="T43" fmla="*/ 1472 h 1792"/>
                <ns1:gd name="T44" fmla="*/ 128 w 1472"/>
                <ns1:gd name="T45" fmla="*/ 1472 h 1792"/>
                <ns1:gd name="T46" fmla="*/ 384 w 1472"/>
                <ns1:gd name="T47" fmla="*/ 1728 h 1792"/>
                <ns1:gd name="T48" fmla="*/ 1024 w 1472"/>
                <ns1:gd name="T49" fmla="*/ 1664 h 1792"/>
                <ns1:gd name="T50" fmla="*/ 960 w 1472"/>
                <ns1:gd name="T51" fmla="*/ 1664 h 1792"/>
                <ns1:gd name="T52" fmla="*/ 832 w 1472"/>
                <ns1:gd name="T53" fmla="*/ 1728 h 1792"/>
                <ns1:gd name="T54" fmla="*/ 896 w 1472"/>
                <ns1:gd name="T55" fmla="*/ 1728 h 1792"/>
                <ns1:gd name="T56" fmla="*/ 704 w 1472"/>
                <ns1:gd name="T57" fmla="*/ 1664 h 1792"/>
                <ns1:gd name="T58" fmla="*/ 640 w 1472"/>
                <ns1:gd name="T59" fmla="*/ 1728 h 1792"/>
                <ns1:gd name="T60" fmla="*/ 640 w 1472"/>
                <ns1:gd name="T61" fmla="*/ 1664 h 1792"/>
                <ns1:gd name="T62" fmla="*/ 448 w 1472"/>
                <ns1:gd name="T63" fmla="*/ 1728 h 1792"/>
                <ns1:gd name="T64" fmla="*/ 512 w 1472"/>
                <ns1:gd name="T65" fmla="*/ 1728 h 1792"/>
                <ns1:gd name="T66" fmla="*/ 1088 w 1472"/>
                <ns1:gd name="T67" fmla="*/ 1664 h 1792"/>
                <ns1:gd name="T68" fmla="*/ 1344 w 1472"/>
                <ns1:gd name="T69" fmla="*/ 1536 h 1792"/>
                <ns1:gd name="T70" fmla="*/ 1344 w 1472"/>
                <ns1:gd name="T71" fmla="*/ 1472 h 1792"/>
                <ns1:gd name="T72" fmla="*/ 1248 w 1472"/>
                <ns1:gd name="T73" fmla="*/ 1408 h 1792"/>
                <ns1:gd name="T74" fmla="*/ 1152 w 1472"/>
                <ns1:gd name="T75" fmla="*/ 800 h 1792"/>
                <ns1:gd name="T76" fmla="*/ 1216 w 1472"/>
                <ns1:gd name="T77" fmla="*/ 1568 h 1792"/>
                <ns1:gd name="T78" fmla="*/ 256 w 1472"/>
                <ns1:gd name="T79" fmla="*/ 1568 h 1792"/>
                <ns1:gd name="T80" fmla="*/ 320 w 1472"/>
                <ns1:gd name="T81" fmla="*/ 800 h 1792"/>
                <ns1:gd name="T82" fmla="*/ 224 w 1472"/>
                <ns1:gd name="T83" fmla="*/ 1408 h 1792"/>
                <ns1:gd name="T84" fmla="*/ 64 w 1472"/>
                <ns1:gd name="T85" fmla="*/ 768 h 1792"/>
                <ns1:gd name="T86" fmla="*/ 192 w 1472"/>
                <ns1:gd name="T87" fmla="*/ 544 h 1792"/>
                <ns1:gd name="T88" fmla="*/ 135 w 1472"/>
                <ns1:gd name="T89" fmla="*/ 391 h 1792"/>
                <ns1:gd name="T90" fmla="*/ 544 w 1472"/>
                <ns1:gd name="T91" fmla="*/ 446 h 1792"/>
                <ns1:gd name="T92" fmla="*/ 576 w 1472"/>
                <ns1:gd name="T93" fmla="*/ 1024 h 1792"/>
                <ns1:gd name="T94" fmla="*/ 608 w 1472"/>
                <ns1:gd name="T95" fmla="*/ 504 h 1792"/>
                <ns1:gd name="T96" fmla="*/ 864 w 1472"/>
                <ns1:gd name="T97" fmla="*/ 504 h 1792"/>
                <ns1:gd name="T98" fmla="*/ 896 w 1472"/>
                <ns1:gd name="T99" fmla="*/ 1024 h 1792"/>
                <ns1:gd name="T100" fmla="*/ 928 w 1472"/>
                <ns1:gd name="T101" fmla="*/ 446 h 1792"/>
                <ns1:gd name="T102" fmla="*/ 1337 w 1472"/>
                <ns1:gd name="T103" fmla="*/ 391 h 1792"/>
                <ns1:gd name="T104" fmla="*/ 1280 w 1472"/>
                <ns1:gd name="T105" fmla="*/ 544 h 1792"/>
                <ns1:gd name="T106" fmla="*/ 1408 w 1472"/>
                <ns1:gd name="T107" fmla="*/ 768 h 1792"/>
                <ns1:gd name="T108" fmla="*/ 1408 w 1472"/>
                <ns1:gd name="T109" fmla="*/ 576 h 1792"/>
                <ns1:gd name="T110" fmla="*/ 1344 w 1472"/>
                <ns1:gd name="T111" fmla="*/ 576 h 1792"/>
                <ns1:gd name="T112" fmla="*/ 1408 w 1472"/>
                <ns1:gd name="T113" fmla="*/ 576 h 1792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  <ns1:cxn ang="0">
                  <ns1:pos x="T30" y="T31"/>
                </ns1:cxn>
                <ns1:cxn ang="0">
                  <ns1:pos x="T32" y="T33"/>
                </ns1:cxn>
                <ns1:cxn ang="0">
                  <ns1:pos x="T34" y="T35"/>
                </ns1:cxn>
                <ns1:cxn ang="0">
                  <ns1:pos x="T36" y="T37"/>
                </ns1:cxn>
                <ns1:cxn ang="0">
                  <ns1:pos x="T38" y="T39"/>
                </ns1:cxn>
                <ns1:cxn ang="0">
                  <ns1:pos x="T40" y="T41"/>
                </ns1:cxn>
                <ns1:cxn ang="0">
                  <ns1:pos x="T42" y="T43"/>
                </ns1:cxn>
                <ns1:cxn ang="0">
                  <ns1:pos x="T44" y="T45"/>
                </ns1:cxn>
                <ns1:cxn ang="0">
                  <ns1:pos x="T46" y="T47"/>
                </ns1:cxn>
                <ns1:cxn ang="0">
                  <ns1:pos x="T48" y="T49"/>
                </ns1:cxn>
                <ns1:cxn ang="0">
                  <ns1:pos x="T50" y="T51"/>
                </ns1:cxn>
                <ns1:cxn ang="0">
                  <ns1:pos x="T52" y="T53"/>
                </ns1:cxn>
                <ns1:cxn ang="0">
                  <ns1:pos x="T54" y="T55"/>
                </ns1:cxn>
                <ns1:cxn ang="0">
                  <ns1:pos x="T56" y="T57"/>
                </ns1:cxn>
                <ns1:cxn ang="0">
                  <ns1:pos x="T58" y="T59"/>
                </ns1:cxn>
                <ns1:cxn ang="0">
                  <ns1:pos x="T60" y="T61"/>
                </ns1:cxn>
                <ns1:cxn ang="0">
                  <ns1:pos x="T62" y="T63"/>
                </ns1:cxn>
                <ns1:cxn ang="0">
                  <ns1:pos x="T64" y="T65"/>
                </ns1:cxn>
                <ns1:cxn ang="0">
                  <ns1:pos x="T66" y="T67"/>
                </ns1:cxn>
                <ns1:cxn ang="0">
                  <ns1:pos x="T68" y="T69"/>
                </ns1:cxn>
                <ns1:cxn ang="0">
                  <ns1:pos x="T70" y="T71"/>
                </ns1:cxn>
                <ns1:cxn ang="0">
                  <ns1:pos x="T72" y="T73"/>
                </ns1:cxn>
                <ns1:cxn ang="0">
                  <ns1:pos x="T74" y="T75"/>
                </ns1:cxn>
                <ns1:cxn ang="0">
                  <ns1:pos x="T76" y="T77"/>
                </ns1:cxn>
                <ns1:cxn ang="0">
                  <ns1:pos x="T78" y="T79"/>
                </ns1:cxn>
                <ns1:cxn ang="0">
                  <ns1:pos x="T80" y="T81"/>
                </ns1:cxn>
                <ns1:cxn ang="0">
                  <ns1:pos x="T82" y="T83"/>
                </ns1:cxn>
                <ns1:cxn ang="0">
                  <ns1:pos x="T84" y="T85"/>
                </ns1:cxn>
                <ns1:cxn ang="0">
                  <ns1:pos x="T86" y="T87"/>
                </ns1:cxn>
                <ns1:cxn ang="0">
                  <ns1:pos x="T88" y="T89"/>
                </ns1:cxn>
                <ns1:cxn ang="0">
                  <ns1:pos x="T90" y="T91"/>
                </ns1:cxn>
                <ns1:cxn ang="0">
                  <ns1:pos x="T92" y="T93"/>
                </ns1:cxn>
                <ns1:cxn ang="0">
                  <ns1:pos x="T94" y="T95"/>
                </ns1:cxn>
                <ns1:cxn ang="0">
                  <ns1:pos x="T96" y="T97"/>
                </ns1:cxn>
                <ns1:cxn ang="0">
                  <ns1:pos x="T98" y="T99"/>
                </ns1:cxn>
                <ns1:cxn ang="0">
                  <ns1:pos x="T100" y="T101"/>
                </ns1:cxn>
                <ns1:cxn ang="0">
                  <ns1:pos x="T102" y="T103"/>
                </ns1:cxn>
                <ns1:cxn ang="0">
                  <ns1:pos x="T104" y="T105"/>
                </ns1:cxn>
                <ns1:cxn ang="0">
                  <ns1:pos x="T106" y="T107"/>
                </ns1:cxn>
                <ns1:cxn ang="0">
                  <ns1:pos x="T108" y="T109"/>
                </ns1:cxn>
                <ns1:cxn ang="0">
                  <ns1:pos x="T110" y="T111"/>
                </ns1:cxn>
                <ns1:cxn ang="0">
                  <ns1:pos x="T112" y="T113"/>
                </ns1:cxn>
              </ns1:cxnLst>
              <ns1:rect l="0" t="0" r="r" b="b"/>
              <ns1:pathLst>
                <ns1:path w="1472" h="1792">
                  <ns1:moveTo>
                    <ns1:pt x="1238" y="265"/>
                  </ns1:moveTo>
                  <ns1:cubicBezTo>
                    <ns1:pt x="1016" y="11"/>
                    <ns1:pt x="1016" y="11"/>
                    <ns1:pt x="1016" y="11"/>
                  </ns1:cubicBezTo>
                  <ns1:cubicBezTo>
                    <ns1:pt x="1010" y="4"/>
                    <ns1:pt x="1001" y="0"/>
                    <ns1:pt x="992" y="0"/>
                  </ns1:cubicBezTo>
                  <ns1:cubicBezTo>
                    <ns1:pt x="480" y="0"/>
                    <ns1:pt x="480" y="0"/>
                    <ns1:pt x="480" y="0"/>
                  </ns1:cubicBezTo>
                  <ns1:cubicBezTo>
                    <ns1:pt x="471" y="0"/>
                    <ns1:pt x="462" y="4"/>
                    <ns1:pt x="456" y="11"/>
                  </ns1:cubicBezTo>
                  <ns1:cubicBezTo>
                    <ns1:pt x="234" y="265"/>
                    <ns1:pt x="234" y="265"/>
                    <ns1:pt x="234" y="265"/>
                  </ns1:cubicBezTo>
                  <ns1:cubicBezTo>
                    <ns1:pt x="180" y="278"/>
                    <ns1:pt x="130" y="305"/>
                    <ns1:pt x="89" y="345"/>
                  </ns1:cubicBezTo>
                  <ns1:cubicBezTo>
                    <ns1:pt x="32" y="403"/>
                    <ns1:pt x="0" y="480"/>
                    <ns1:pt x="0" y="561"/>
                  </ns1:cubicBezTo>
                  <ns1:cubicBezTo>
                    <ns1:pt x="0" y="1376"/>
                    <ns1:pt x="0" y="1376"/>
                    <ns1:pt x="0" y="1376"/>
                  </ns1:cubicBezTo>
                  <ns1:cubicBezTo>
                    <ns1:pt x="0" y="1418"/>
                    <ns1:pt x="27" y="1453"/>
                    <ns1:pt x="64" y="1466"/>
                  </ns1:cubicBezTo>
                  <ns1:cubicBezTo>
                    <ns1:pt x="64" y="1568"/>
                    <ns1:pt x="64" y="1568"/>
                    <ns1:pt x="64" y="1568"/>
                  </ns1:cubicBezTo>
                  <ns1:cubicBezTo>
                    <ns1:pt x="64" y="1586"/>
                    <ns1:pt x="78" y="1600"/>
                    <ns1:pt x="96" y="1600"/>
                  </ns1:cubicBezTo>
                  <ns1:cubicBezTo>
                    <ns1:pt x="198" y="1600"/>
                    <ns1:pt x="198" y="1600"/>
                    <ns1:pt x="198" y="1600"/>
                  </ns1:cubicBezTo>
                  <ns1:cubicBezTo>
                    <ns1:pt x="208" y="1627"/>
                    <ns1:pt x="229" y="1648"/>
                    <ns1:pt x="256" y="1658"/>
                  </ns1:cubicBezTo>
                  <ns1:cubicBezTo>
                    <ns1:pt x="256" y="1760"/>
                    <ns1:pt x="256" y="1760"/>
                    <ns1:pt x="256" y="1760"/>
                  </ns1:cubicBezTo>
                  <ns1:cubicBezTo>
                    <ns1:pt x="256" y="1778"/>
                    <ns1:pt x="270" y="1792"/>
                    <ns1:pt x="288" y="1792"/>
                  </ns1:cubicBezTo>
                  <ns1:cubicBezTo>
                    <ns1:pt x="1184" y="1792"/>
                    <ns1:pt x="1184" y="1792"/>
                    <ns1:pt x="1184" y="1792"/>
                  </ns1:cubicBezTo>
                  <ns1:cubicBezTo>
                    <ns1:pt x="1202" y="1792"/>
                    <ns1:pt x="1216" y="1778"/>
                    <ns1:pt x="1216" y="1760"/>
                  </ns1:cubicBezTo>
                  <ns1:cubicBezTo>
                    <ns1:pt x="1216" y="1658"/>
                    <ns1:pt x="1216" y="1658"/>
                    <ns1:pt x="1216" y="1658"/>
                  </ns1:cubicBezTo>
                  <ns1:cubicBezTo>
                    <ns1:pt x="1243" y="1648"/>
                    <ns1:pt x="1264" y="1627"/>
                    <ns1:pt x="1274" y="1600"/>
                  </ns1:cubicBezTo>
                  <ns1:cubicBezTo>
                    <ns1:pt x="1376" y="1600"/>
                    <ns1:pt x="1376" y="1600"/>
                    <ns1:pt x="1376" y="1600"/>
                  </ns1:cubicBezTo>
                  <ns1:cubicBezTo>
                    <ns1:pt x="1394" y="1600"/>
                    <ns1:pt x="1408" y="1586"/>
                    <ns1:pt x="1408" y="1568"/>
                  </ns1:cubicBezTo>
                  <ns1:cubicBezTo>
                    <ns1:pt x="1408" y="1466"/>
                    <ns1:pt x="1408" y="1466"/>
                    <ns1:pt x="1408" y="1466"/>
                  </ns1:cubicBezTo>
                  <ns1:cubicBezTo>
                    <ns1:pt x="1445" y="1453"/>
                    <ns1:pt x="1472" y="1418"/>
                    <ns1:pt x="1472" y="1376"/>
                  </ns1:cubicBezTo>
                  <ns1:cubicBezTo>
                    <ns1:pt x="1472" y="561"/>
                    <ns1:pt x="1472" y="561"/>
                    <ns1:pt x="1472" y="561"/>
                  </ns1:cubicBezTo>
                  <ns1:cubicBezTo>
                    <ns1:pt x="1472" y="480"/>
                    <ns1:pt x="1440" y="403"/>
                    <ns1:pt x="1383" y="345"/>
                  </ns1:cubicBezTo>
                  <ns1:cubicBezTo>
                    <ns1:pt x="1342" y="305"/>
                    <ns1:pt x="1292" y="278"/>
                    <ns1:pt x="1238" y="265"/>
                  </ns1:cubicBezTo>
                  <ns1:close/>
                  <ns1:moveTo>
                    <ns1:pt x="928" y="928"/>
                  </ns1:moveTo>
                  <ns1:cubicBezTo>
                    <ns1:pt x="928" y="946"/>
                    <ns1:pt x="914" y="960"/>
                    <ns1:pt x="896" y="960"/>
                  </ns1:cubicBezTo>
                  <ns1:cubicBezTo>
                    <ns1:pt x="878" y="960"/>
                    <ns1:pt x="864" y="946"/>
                    <ns1:pt x="864" y="928"/>
                  </ns1:cubicBezTo>
                  <ns1:cubicBezTo>
                    <ns1:pt x="864" y="910"/>
                    <ns1:pt x="878" y="896"/>
                    <ns1:pt x="896" y="896"/>
                  </ns1:cubicBezTo>
                  <ns1:cubicBezTo>
                    <ns1:pt x="914" y="896"/>
                    <ns1:pt x="928" y="910"/>
                    <ns1:pt x="928" y="928"/>
                  </ns1:cubicBezTo>
                  <ns1:close/>
                  <ns1:moveTo>
                    <ns1:pt x="778" y="496"/>
                  </ns1:moveTo>
                  <ns1:cubicBezTo>
                    <ns1:pt x="771" y="484"/>
                    <ns1:pt x="771" y="484"/>
                    <ns1:pt x="771" y="484"/>
                  </ns1:cubicBezTo>
                  <ns1:cubicBezTo>
                    <ns1:pt x="998" y="87"/>
                    <ns1:pt x="998" y="87"/>
                    <ns1:pt x="998" y="87"/>
                  </ns1:cubicBezTo>
                  <ns1:cubicBezTo>
                    <ns1:pt x="1145" y="256"/>
                    <ns1:pt x="1145" y="256"/>
                    <ns1:pt x="1145" y="256"/>
                  </ns1:cubicBezTo>
                  <ns1:cubicBezTo>
                    <ns1:pt x="1056" y="256"/>
                    <ns1:pt x="1056" y="256"/>
                    <ns1:pt x="1056" y="256"/>
                  </ns1:cubicBezTo>
                  <ns1:cubicBezTo>
                    <ns1:pt x="1048" y="256"/>
                    <ns1:pt x="1040" y="259"/>
                    <ns1:pt x="1035" y="264"/>
                  </ns1:cubicBezTo>
                  <ns1:lnTo>
                    <ns1:pt x="778" y="496"/>
                  </ns1:lnTo>
                  <ns1:close/>
                  <ns1:moveTo>
                    <ns1:pt x="608" y="928"/>
                  </ns1:moveTo>
                  <ns1:cubicBezTo>
                    <ns1:pt x="608" y="946"/>
                    <ns1:pt x="594" y="960"/>
                    <ns1:pt x="576" y="960"/>
                  </ns1:cubicBezTo>
                  <ns1:cubicBezTo>
                    <ns1:pt x="558" y="960"/>
                    <ns1:pt x="544" y="946"/>
                    <ns1:pt x="544" y="928"/>
                  </ns1:cubicBezTo>
                  <ns1:cubicBezTo>
                    <ns1:pt x="544" y="910"/>
                    <ns1:pt x="558" y="896"/>
                    <ns1:pt x="576" y="896"/>
                  </ns1:cubicBezTo>
                  <ns1:cubicBezTo>
                    <ns1:pt x="594" y="896"/>
                    <ns1:pt x="608" y="910"/>
                    <ns1:pt x="608" y="928"/>
                  </ns1:cubicBezTo>
                  <ns1:close/>
                  <ns1:moveTo>
                    <ns1:pt x="437" y="264"/>
                  </ns1:moveTo>
                  <ns1:cubicBezTo>
                    <ns1:pt x="432" y="259"/>
                    <ns1:pt x="424" y="256"/>
                    <ns1:pt x="416" y="256"/>
                  </ns1:cubicBezTo>
                  <ns1:cubicBezTo>
                    <ns1:pt x="327" y="256"/>
                    <ns1:pt x="327" y="256"/>
                    <ns1:pt x="327" y="256"/>
                  </ns1:cubicBezTo>
                  <ns1:cubicBezTo>
                    <ns1:pt x="474" y="87"/>
                    <ns1:pt x="474" y="87"/>
                    <ns1:pt x="474" y="87"/>
                  </ns1:cubicBezTo>
                  <ns1:cubicBezTo>
                    <ns1:pt x="714" y="513"/>
                    <ns1:pt x="714" y="513"/>
                    <ns1:pt x="714" y="513"/>
                  </ns1:cubicBezTo>
                  <ns1:lnTo>
                    <ns1:pt x="437" y="264"/>
                  </ns1:lnTo>
                  <ns1:close/>
                  <ns1:moveTo>
                    <ns1:pt x="607" y="192"/>
                  </ns1:moveTo>
                  <ns1:cubicBezTo>
                    <ns1:pt x="864" y="192"/>
                    <ns1:pt x="864" y="192"/>
                    <ns1:pt x="864" y="192"/>
                  </ns1:cubicBezTo>
                  <ns1:cubicBezTo>
                    <ns1:pt x="734" y="419"/>
                    <ns1:pt x="734" y="419"/>
                    <ns1:pt x="734" y="419"/>
                  </ns1:cubicBezTo>
                  <ns1:lnTo>
                    <ns1:pt x="607" y="192"/>
                  </ns1:lnTo>
                  <ns1:close/>
                  <ns1:moveTo>
                    <ns1:pt x="900" y="128"/>
                  </ns1:moveTo>
                  <ns1:cubicBezTo>
                    <ns1:pt x="571" y="128"/>
                    <ns1:pt x="571" y="128"/>
                    <ns1:pt x="571" y="128"/>
                  </ns1:cubicBezTo>
                  <ns1:cubicBezTo>
                    <ns1:pt x="535" y="64"/>
                    <ns1:pt x="535" y="64"/>
                    <ns1:pt x="535" y="64"/>
                  </ns1:cubicBezTo>
                  <ns1:cubicBezTo>
                    <ns1:pt x="937" y="64"/>
                    <ns1:pt x="937" y="64"/>
                    <ns1:pt x="937" y="64"/>
                  </ns1:cubicBezTo>
                  <ns1:lnTo>
                    <ns1:pt x="900" y="128"/>
                  </ns1:lnTo>
                  <ns1:close/>
                  <ns1:moveTo>
                    <ns1:pt x="128" y="576"/>
                  </ns1:moveTo>
                  <ns1:cubicBezTo>
                    <ns1:pt x="128" y="704"/>
                    <ns1:pt x="128" y="704"/>
                    <ns1:pt x="128" y="704"/>
                  </ns1:cubicBezTo>
                  <ns1:cubicBezTo>
                    <ns1:pt x="64" y="704"/>
                    <ns1:pt x="64" y="704"/>
                    <ns1:pt x="64" y="704"/>
                  </ns1:cubicBezTo>
                  <ns1:cubicBezTo>
                    <ns1:pt x="64" y="576"/>
                    <ns1:pt x="64" y="576"/>
                    <ns1:pt x="64" y="576"/>
                  </ns1:cubicBezTo>
                  <ns1:lnTo>
                    <ns1:pt x="128" y="576"/>
                  </ns1:lnTo>
                  <ns1:close/>
                  <ns1:moveTo>
                    <ns1:pt x="128" y="1472"/>
                  </ns1:moveTo>
                  <ns1:cubicBezTo>
                    <ns1:pt x="192" y="1472"/>
                    <ns1:pt x="192" y="1472"/>
                    <ns1:pt x="192" y="1472"/>
                  </ns1:cubicBezTo>
                  <ns1:cubicBezTo>
                    <ns1:pt x="192" y="1536"/>
                    <ns1:pt x="192" y="1536"/>
                    <ns1:pt x="192" y="1536"/>
                  </ns1:cubicBezTo>
                  <ns1:cubicBezTo>
                    <ns1:pt x="128" y="1536"/>
                    <ns1:pt x="128" y="1536"/>
                    <ns1:pt x="128" y="1536"/>
                  </ns1:cubicBezTo>
                  <ns1:lnTo>
                    <ns1:pt x="128" y="1472"/>
                  </ns1:lnTo>
                  <ns1:close/>
                  <ns1:moveTo>
                    <ns1:pt x="320" y="1664"/>
                  </ns1:moveTo>
                  <ns1:cubicBezTo>
                    <ns1:pt x="384" y="1664"/>
                    <ns1:pt x="384" y="1664"/>
                    <ns1:pt x="384" y="1664"/>
                  </ns1:cubicBezTo>
                  <ns1:cubicBezTo>
                    <ns1:pt x="384" y="1728"/>
                    <ns1:pt x="384" y="1728"/>
                    <ns1:pt x="384" y="1728"/>
                  </ns1:cubicBezTo>
                  <ns1:cubicBezTo>
                    <ns1:pt x="320" y="1728"/>
                    <ns1:pt x="320" y="1728"/>
                    <ns1:pt x="320" y="1728"/>
                  </ns1:cubicBezTo>
                  <ns1:lnTo>
                    <ns1:pt x="320" y="1664"/>
                  </ns1:lnTo>
                  <ns1:close/>
                  <ns1:moveTo>
                    <ns1:pt x="1024" y="1664"/>
                  </ns1:moveTo>
                  <ns1:cubicBezTo>
                    <ns1:pt x="1024" y="1728"/>
                    <ns1:pt x="1024" y="1728"/>
                    <ns1:pt x="1024" y="1728"/>
                  </ns1:cubicBezTo>
                  <ns1:cubicBezTo>
                    <ns1:pt x="960" y="1728"/>
                    <ns1:pt x="960" y="1728"/>
                    <ns1:pt x="960" y="1728"/>
                  </ns1:cubicBezTo>
                  <ns1:cubicBezTo>
                    <ns1:pt x="960" y="1664"/>
                    <ns1:pt x="960" y="1664"/>
                    <ns1:pt x="960" y="1664"/>
                  </ns1:cubicBezTo>
                  <ns1:lnTo>
                    <ns1:pt x="1024" y="1664"/>
                  </ns1:lnTo>
                  <ns1:close/>
                  <ns1:moveTo>
                    <ns1:pt x="896" y="1728"/>
                  </ns1:moveTo>
                  <ns1:cubicBezTo>
                    <ns1:pt x="832" y="1728"/>
                    <ns1:pt x="832" y="1728"/>
                    <ns1:pt x="832" y="1728"/>
                  </ns1:cubicBezTo>
                  <ns1:cubicBezTo>
                    <ns1:pt x="832" y="1664"/>
                    <ns1:pt x="832" y="1664"/>
                    <ns1:pt x="832" y="1664"/>
                  </ns1:cubicBezTo>
                  <ns1:cubicBezTo>
                    <ns1:pt x="896" y="1664"/>
                    <ns1:pt x="896" y="1664"/>
                    <ns1:pt x="896" y="1664"/>
                  </ns1:cubicBezTo>
                  <ns1:lnTo>
                    <ns1:pt x="896" y="1728"/>
                  </ns1:lnTo>
                  <ns1:close/>
                  <ns1:moveTo>
                    <ns1:pt x="768" y="1728"/>
                  </ns1:moveTo>
                  <ns1:cubicBezTo>
                    <ns1:pt x="704" y="1728"/>
                    <ns1:pt x="704" y="1728"/>
                    <ns1:pt x="704" y="1728"/>
                  </ns1:cubicBezTo>
                  <ns1:cubicBezTo>
                    <ns1:pt x="704" y="1664"/>
                    <ns1:pt x="704" y="1664"/>
                    <ns1:pt x="704" y="1664"/>
                  </ns1:cubicBezTo>
                  <ns1:cubicBezTo>
                    <ns1:pt x="768" y="1664"/>
                    <ns1:pt x="768" y="1664"/>
                    <ns1:pt x="768" y="1664"/>
                  </ns1:cubicBezTo>
                  <ns1:lnTo>
                    <ns1:pt x="768" y="1728"/>
                  </ns1:lnTo>
                  <ns1:close/>
                  <ns1:moveTo>
                    <ns1:pt x="640" y="1728"/>
                  </ns1:moveTo>
                  <ns1:cubicBezTo>
                    <ns1:pt x="576" y="1728"/>
                    <ns1:pt x="576" y="1728"/>
                    <ns1:pt x="576" y="1728"/>
                  </ns1:cubicBezTo>
                  <ns1:cubicBezTo>
                    <ns1:pt x="576" y="1664"/>
                    <ns1:pt x="576" y="1664"/>
                    <ns1:pt x="576" y="1664"/>
                  </ns1:cubicBezTo>
                  <ns1:cubicBezTo>
                    <ns1:pt x="640" y="1664"/>
                    <ns1:pt x="640" y="1664"/>
                    <ns1:pt x="640" y="1664"/>
                  </ns1:cubicBezTo>
                  <ns1:lnTo>
                    <ns1:pt x="640" y="1728"/>
                  </ns1:lnTo>
                  <ns1:close/>
                  <ns1:moveTo>
                    <ns1:pt x="512" y="1728"/>
                  </ns1:moveTo>
                  <ns1:cubicBezTo>
                    <ns1:pt x="448" y="1728"/>
                    <ns1:pt x="448" y="1728"/>
                    <ns1:pt x="448" y="1728"/>
                  </ns1:cubicBezTo>
                  <ns1:cubicBezTo>
                    <ns1:pt x="448" y="1664"/>
                    <ns1:pt x="448" y="1664"/>
                    <ns1:pt x="448" y="1664"/>
                  </ns1:cubicBezTo>
                  <ns1:cubicBezTo>
                    <ns1:pt x="512" y="1664"/>
                    <ns1:pt x="512" y="1664"/>
                    <ns1:pt x="512" y="1664"/>
                  </ns1:cubicBezTo>
                  <ns1:lnTo>
                    <ns1:pt x="512" y="1728"/>
                  </ns1:lnTo>
                  <ns1:close/>
                  <ns1:moveTo>
                    <ns1:pt x="1152" y="1728"/>
                  </ns1:moveTo>
                  <ns1:cubicBezTo>
                    <ns1:pt x="1088" y="1728"/>
                    <ns1:pt x="1088" y="1728"/>
                    <ns1:pt x="1088" y="1728"/>
                  </ns1:cubicBezTo>
                  <ns1:cubicBezTo>
                    <ns1:pt x="1088" y="1664"/>
                    <ns1:pt x="1088" y="1664"/>
                    <ns1:pt x="1088" y="1664"/>
                  </ns1:cubicBezTo>
                  <ns1:cubicBezTo>
                    <ns1:pt x="1152" y="1664"/>
                    <ns1:pt x="1152" y="1664"/>
                    <ns1:pt x="1152" y="1664"/>
                  </ns1:cubicBezTo>
                  <ns1:lnTo>
                    <ns1:pt x="1152" y="1728"/>
                  </ns1:lnTo>
                  <ns1:close/>
                  <ns1:moveTo>
                    <ns1:pt x="1344" y="1536"/>
                  </ns1:moveTo>
                  <ns1:cubicBezTo>
                    <ns1:pt x="1280" y="1536"/>
                    <ns1:pt x="1280" y="1536"/>
                    <ns1:pt x="1280" y="1536"/>
                  </ns1:cubicBezTo>
                  <ns1:cubicBezTo>
                    <ns1:pt x="1280" y="1472"/>
                    <ns1:pt x="1280" y="1472"/>
                    <ns1:pt x="1280" y="1472"/>
                  </ns1:cubicBezTo>
                  <ns1:cubicBezTo>
                    <ns1:pt x="1344" y="1472"/>
                    <ns1:pt x="1344" y="1472"/>
                    <ns1:pt x="1344" y="1472"/>
                  </ns1:cubicBezTo>
                  <ns1:lnTo>
                    <ns1:pt x="1344" y="1536"/>
                  </ns1:lnTo>
                  <ns1:close/>
                  <ns1:moveTo>
                    <ns1:pt x="1376" y="1408"/>
                  </ns1:moveTo>
                  <ns1:cubicBezTo>
                    <ns1:pt x="1248" y="1408"/>
                    <ns1:pt x="1248" y="1408"/>
                    <ns1:pt x="1248" y="1408"/>
                  </ns1:cubicBezTo>
                  <ns1:cubicBezTo>
                    <ns1:pt x="1230" y="1408"/>
                    <ns1:pt x="1216" y="1394"/>
                    <ns1:pt x="1216" y="1376"/>
                  </ns1:cubicBezTo>
                  <ns1:cubicBezTo>
                    <ns1:pt x="1216" y="800"/>
                    <ns1:pt x="1216" y="800"/>
                    <ns1:pt x="1216" y="800"/>
                  </ns1:cubicBezTo>
                  <ns1:cubicBezTo>
                    <ns1:pt x="1152" y="800"/>
                    <ns1:pt x="1152" y="800"/>
                    <ns1:pt x="1152" y="800"/>
                  </ns1:cubicBezTo>
                  <ns1:cubicBezTo>
                    <ns1:pt x="1152" y="1376"/>
                    <ns1:pt x="1152" y="1376"/>
                    <ns1:pt x="1152" y="1376"/>
                  </ns1:cubicBezTo>
                  <ns1:cubicBezTo>
                    <ns1:pt x="1152" y="1418"/>
                    <ns1:pt x="1179" y="1453"/>
                    <ns1:pt x="1216" y="1466"/>
                  </ns1:cubicBezTo>
                  <ns1:cubicBezTo>
                    <ns1:pt x="1216" y="1568"/>
                    <ns1:pt x="1216" y="1568"/>
                    <ns1:pt x="1216" y="1568"/>
                  </ns1:cubicBezTo>
                  <ns1:cubicBezTo>
                    <ns1:pt x="1216" y="1586"/>
                    <ns1:pt x="1202" y="1600"/>
                    <ns1:pt x="1184" y="1600"/>
                  </ns1:cubicBezTo>
                  <ns1:cubicBezTo>
                    <ns1:pt x="288" y="1600"/>
                    <ns1:pt x="288" y="1600"/>
                    <ns1:pt x="288" y="1600"/>
                  </ns1:cubicBezTo>
                  <ns1:cubicBezTo>
                    <ns1:pt x="270" y="1600"/>
                    <ns1:pt x="256" y="1586"/>
                    <ns1:pt x="256" y="1568"/>
                  </ns1:cubicBezTo>
                  <ns1:cubicBezTo>
                    <ns1:pt x="256" y="1466"/>
                    <ns1:pt x="256" y="1466"/>
                    <ns1:pt x="256" y="1466"/>
                  </ns1:cubicBezTo>
                  <ns1:cubicBezTo>
                    <ns1:pt x="293" y="1453"/>
                    <ns1:pt x="320" y="1418"/>
                    <ns1:pt x="320" y="1376"/>
                  </ns1:cubicBezTo>
                  <ns1:cubicBezTo>
                    <ns1:pt x="320" y="800"/>
                    <ns1:pt x="320" y="800"/>
                    <ns1:pt x="320" y="800"/>
                  </ns1:cubicBezTo>
                  <ns1:cubicBezTo>
                    <ns1:pt x="256" y="800"/>
                    <ns1:pt x="256" y="800"/>
                    <ns1:pt x="256" y="800"/>
                  </ns1:cubicBezTo>
                  <ns1:cubicBezTo>
                    <ns1:pt x="256" y="1376"/>
                    <ns1:pt x="256" y="1376"/>
                    <ns1:pt x="256" y="1376"/>
                  </ns1:cubicBezTo>
                  <ns1:cubicBezTo>
                    <ns1:pt x="256" y="1394"/>
                    <ns1:pt x="242" y="1408"/>
                    <ns1:pt x="224" y="1408"/>
                  </ns1:cubicBezTo>
                  <ns1:cubicBezTo>
                    <ns1:pt x="96" y="1408"/>
                    <ns1:pt x="96" y="1408"/>
                    <ns1:pt x="96" y="1408"/>
                  </ns1:cubicBezTo>
                  <ns1:cubicBezTo>
                    <ns1:pt x="78" y="1408"/>
                    <ns1:pt x="64" y="1394"/>
                    <ns1:pt x="64" y="1376"/>
                  </ns1:cubicBezTo>
                  <ns1:cubicBezTo>
                    <ns1:pt x="64" y="768"/>
                    <ns1:pt x="64" y="768"/>
                    <ns1:pt x="64" y="768"/>
                  </ns1:cubicBezTo>
                  <ns1:cubicBezTo>
                    <ns1:pt x="160" y="768"/>
                    <ns1:pt x="160" y="768"/>
                    <ns1:pt x="160" y="768"/>
                  </ns1:cubicBezTo>
                  <ns1:cubicBezTo>
                    <ns1:pt x="178" y="768"/>
                    <ns1:pt x="192" y="754"/>
                    <ns1:pt x="192" y="736"/>
                  </ns1:cubicBezTo>
                  <ns1:cubicBezTo>
                    <ns1:pt x="192" y="544"/>
                    <ns1:pt x="192" y="544"/>
                    <ns1:pt x="192" y="544"/>
                  </ns1:cubicBezTo>
                  <ns1:cubicBezTo>
                    <ns1:pt x="192" y="526"/>
                    <ns1:pt x="178" y="512"/>
                    <ns1:pt x="160" y="512"/>
                  </ns1:cubicBezTo>
                  <ns1:cubicBezTo>
                    <ns1:pt x="69" y="512"/>
                    <ns1:pt x="69" y="512"/>
                    <ns1:pt x="69" y="512"/>
                  </ns1:cubicBezTo>
                  <ns1:cubicBezTo>
                    <ns1:pt x="78" y="466"/>
                    <ns1:pt x="101" y="424"/>
                    <ns1:pt x="135" y="391"/>
                  </ns1:cubicBezTo>
                  <ns1:cubicBezTo>
                    <ns1:pt x="180" y="345"/>
                    <ns1:pt x="241" y="320"/>
                    <ns1:pt x="305" y="320"/>
                  </ns1:cubicBezTo>
                  <ns1:cubicBezTo>
                    <ns1:pt x="404" y="320"/>
                    <ns1:pt x="404" y="320"/>
                    <ns1:pt x="404" y="320"/>
                  </ns1:cubicBezTo>
                  <ns1:cubicBezTo>
                    <ns1:pt x="544" y="446"/>
                    <ns1:pt x="544" y="446"/>
                    <ns1:pt x="544" y="446"/>
                  </ns1:cubicBezTo>
                  <ns1:cubicBezTo>
                    <ns1:pt x="544" y="838"/>
                    <ns1:pt x="544" y="838"/>
                    <ns1:pt x="544" y="838"/>
                  </ns1:cubicBezTo>
                  <ns1:cubicBezTo>
                    <ns1:pt x="507" y="851"/>
                    <ns1:pt x="480" y="886"/>
                    <ns1:pt x="480" y="928"/>
                  </ns1:cubicBezTo>
                  <ns1:cubicBezTo>
                    <ns1:pt x="480" y="981"/>
                    <ns1:pt x="523" y="1024"/>
                    <ns1:pt x="576" y="1024"/>
                  </ns1:cubicBezTo>
                  <ns1:cubicBezTo>
                    <ns1:pt x="629" y="1024"/>
                    <ns1:pt x="672" y="981"/>
                    <ns1:pt x="672" y="928"/>
                  </ns1:cubicBezTo>
                  <ns1:cubicBezTo>
                    <ns1:pt x="672" y="886"/>
                    <ns1:pt x="645" y="851"/>
                    <ns1:pt x="608" y="838"/>
                  </ns1:cubicBezTo>
                  <ns1:cubicBezTo>
                    <ns1:pt x="608" y="504"/>
                    <ns1:pt x="608" y="504"/>
                    <ns1:pt x="608" y="504"/>
                  </ns1:cubicBezTo>
                  <ns1:cubicBezTo>
                    <ns1:pt x="715" y="600"/>
                    <ns1:pt x="715" y="600"/>
                    <ns1:pt x="715" y="600"/>
                  </ns1:cubicBezTo>
                  <ns1:cubicBezTo>
                    <ns1:pt x="727" y="611"/>
                    <ns1:pt x="745" y="611"/>
                    <ns1:pt x="757" y="600"/>
                  </ns1:cubicBezTo>
                  <ns1:cubicBezTo>
                    <ns1:pt x="864" y="504"/>
                    <ns1:pt x="864" y="504"/>
                    <ns1:pt x="864" y="504"/>
                  </ns1:cubicBezTo>
                  <ns1:cubicBezTo>
                    <ns1:pt x="864" y="838"/>
                    <ns1:pt x="864" y="838"/>
                    <ns1:pt x="864" y="838"/>
                  </ns1:cubicBezTo>
                  <ns1:cubicBezTo>
                    <ns1:pt x="827" y="851"/>
                    <ns1:pt x="800" y="886"/>
                    <ns1:pt x="800" y="928"/>
                  </ns1:cubicBezTo>
                  <ns1:cubicBezTo>
                    <ns1:pt x="800" y="981"/>
                    <ns1:pt x="843" y="1024"/>
                    <ns1:pt x="896" y="1024"/>
                  </ns1:cubicBezTo>
                  <ns1:cubicBezTo>
                    <ns1:pt x="949" y="1024"/>
                    <ns1:pt x="992" y="981"/>
                    <ns1:pt x="992" y="928"/>
                  </ns1:cubicBezTo>
                  <ns1:cubicBezTo>
                    <ns1:pt x="992" y="886"/>
                    <ns1:pt x="965" y="851"/>
                    <ns1:pt x="928" y="838"/>
                  </ns1:cubicBezTo>
                  <ns1:cubicBezTo>
                    <ns1:pt x="928" y="446"/>
                    <ns1:pt x="928" y="446"/>
                    <ns1:pt x="928" y="446"/>
                  </ns1:cubicBezTo>
                  <ns1:cubicBezTo>
                    <ns1:pt x="1068" y="320"/>
                    <ns1:pt x="1068" y="320"/>
                    <ns1:pt x="1068" y="320"/>
                  </ns1:cubicBezTo>
                  <ns1:cubicBezTo>
                    <ns1:pt x="1167" y="320"/>
                    <ns1:pt x="1167" y="320"/>
                    <ns1:pt x="1167" y="320"/>
                  </ns1:cubicBezTo>
                  <ns1:cubicBezTo>
                    <ns1:pt x="1231" y="320"/>
                    <ns1:pt x="1292" y="345"/>
                    <ns1:pt x="1337" y="391"/>
                  </ns1:cubicBezTo>
                  <ns1:cubicBezTo>
                    <ns1:pt x="1371" y="424"/>
                    <ns1:pt x="1394" y="466"/>
                    <ns1:pt x="1403" y="512"/>
                  </ns1:cubicBezTo>
                  <ns1:cubicBezTo>
                    <ns1:pt x="1312" y="512"/>
                    <ns1:pt x="1312" y="512"/>
                    <ns1:pt x="1312" y="512"/>
                  </ns1:cubicBezTo>
                  <ns1:cubicBezTo>
                    <ns1:pt x="1294" y="512"/>
                    <ns1:pt x="1280" y="526"/>
                    <ns1:pt x="1280" y="544"/>
                  </ns1:cubicBezTo>
                  <ns1:cubicBezTo>
                    <ns1:pt x="1280" y="736"/>
                    <ns1:pt x="1280" y="736"/>
                    <ns1:pt x="1280" y="736"/>
                  </ns1:cubicBezTo>
                  <ns1:cubicBezTo>
                    <ns1:pt x="1280" y="754"/>
                    <ns1:pt x="1294" y="768"/>
                    <ns1:pt x="1312" y="768"/>
                  </ns1:cubicBezTo>
                  <ns1:cubicBezTo>
                    <ns1:pt x="1408" y="768"/>
                    <ns1:pt x="1408" y="768"/>
                    <ns1:pt x="1408" y="768"/>
                  </ns1:cubicBezTo>
                  <ns1:cubicBezTo>
                    <ns1:pt x="1408" y="1376"/>
                    <ns1:pt x="1408" y="1376"/>
                    <ns1:pt x="1408" y="1376"/>
                  </ns1:cubicBezTo>
                  <ns1:cubicBezTo>
                    <ns1:pt x="1408" y="1394"/>
                    <ns1:pt x="1394" y="1408"/>
                    <ns1:pt x="1376" y="1408"/>
                  </ns1:cubicBezTo>
                  <ns1:close/>
                  <ns1:moveTo>
                    <ns1:pt x="1408" y="576"/>
                  </ns1:moveTo>
                  <ns1:cubicBezTo>
                    <ns1:pt x="1408" y="704"/>
                    <ns1:pt x="1408" y="704"/>
                    <ns1:pt x="1408" y="704"/>
                  </ns1:cubicBezTo>
                  <ns1:cubicBezTo>
                    <ns1:pt x="1344" y="704"/>
                    <ns1:pt x="1344" y="704"/>
                    <ns1:pt x="1344" y="704"/>
                  </ns1:cubicBezTo>
                  <ns1:cubicBezTo>
                    <ns1:pt x="1344" y="576"/>
                    <ns1:pt x="1344" y="576"/>
                    <ns1:pt x="1344" y="576"/>
                  </ns1:cubicBezTo>
                  <ns1:lnTo>
                    <ns1:pt x="1408" y="576"/>
                  </ns1:lnTo>
                  <ns1:close/>
                  <ns1:moveTo>
                    <ns1:pt x="1408" y="576"/>
                  </ns1:moveTo>
                  <ns1:cubicBezTo>
                    <ns1:pt x="1408" y="576"/>
                    <ns1:pt x="1408" y="576"/>
                    <ns1:pt x="1408" y="576"/>
                  </ns1:cubicBezTo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4:hiddenLine w="9525">
                  <ns1:solidFill>
                    <ns1:srgbClr val="000000"/>
                  </ns1:solidFill>
                  <ns1:round/>
                  <ns1:headEnd/>
                  <ns1:tailEnd/>
                </ns4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en-US"/>
            </ns1:p>
          </ns0:txBody>
        </ns0:sp>
        <ns0:sp>
          <ns0:nvSpPr>
            <ns0:cNvPr id="53" name="Freeform 13">
              <ns1:extLst>
                <ns1:ext uri="{FF2B5EF4-FFF2-40B4-BE49-F238E27FC236}">
                  <ns2:creationId id="{D00B0B9C-28B6-486A-81C8-B3546837F7EC}"/>
                </ns1:ext>
              </ns1:extLst>
            </ns0:cNvPr>
            <ns0:cNvSpPr>
              <ns1:spLocks noEditPoints="1"/>
            </ns0:cNvSpPr>
            <ns0:nvPr/>
          </ns0:nvSpPr>
          <ns0:spPr bwMode="auto">
            <ns1:xfrm>
              <ns1:off x="3069" y="2928"/>
              <ns1:ext cx="1542" cy="837"/>
            </ns1:xfrm>
            <ns1:custGeom>
              <ns1:avLst/>
              <ns1:gdLst>
                <ns1:gd name="T0" fmla="*/ 609 w 708"/>
                <ns1:gd name="T1" fmla="*/ 23 h 384"/>
                <ns1:gd name="T2" fmla="*/ 578 w 708"/>
                <ns1:gd name="T3" fmla="*/ 0 h 384"/>
                <ns1:gd name="T4" fmla="*/ 130 w 708"/>
                <ns1:gd name="T5" fmla="*/ 0 h 384"/>
                <ns1:gd name="T6" fmla="*/ 99 w 708"/>
                <ns1:gd name="T7" fmla="*/ 23 h 384"/>
                <ns1:gd name="T8" fmla="*/ 3 w 708"/>
                <ns1:gd name="T9" fmla="*/ 343 h 384"/>
                <ns1:gd name="T10" fmla="*/ 8 w 708"/>
                <ns1:gd name="T11" fmla="*/ 371 h 384"/>
                <ns1:gd name="T12" fmla="*/ 34 w 708"/>
                <ns1:gd name="T13" fmla="*/ 384 h 384"/>
                <ns1:gd name="T14" fmla="*/ 674 w 708"/>
                <ns1:gd name="T15" fmla="*/ 384 h 384"/>
                <ns1:gd name="T16" fmla="*/ 700 w 708"/>
                <ns1:gd name="T17" fmla="*/ 371 h 384"/>
                <ns1:gd name="T18" fmla="*/ 705 w 708"/>
                <ns1:gd name="T19" fmla="*/ 343 h 384"/>
                <ns1:gd name="T20" fmla="*/ 609 w 708"/>
                <ns1:gd name="T21" fmla="*/ 23 h 384"/>
                <ns1:gd name="T22" fmla="*/ 77 w 708"/>
                <ns1:gd name="T23" fmla="*/ 320 h 384"/>
                <ns1:gd name="T24" fmla="*/ 154 w 708"/>
                <ns1:gd name="T25" fmla="*/ 64 h 384"/>
                <ns1:gd name="T26" fmla="*/ 554 w 708"/>
                <ns1:gd name="T27" fmla="*/ 64 h 384"/>
                <ns1:gd name="T28" fmla="*/ 631 w 708"/>
                <ns1:gd name="T29" fmla="*/ 320 h 384"/>
                <ns1:gd name="T30" fmla="*/ 77 w 708"/>
                <ns1:gd name="T31" fmla="*/ 320 h 384"/>
                <ns1:gd name="T32" fmla="*/ 77 w 708"/>
                <ns1:gd name="T33" fmla="*/ 320 h 384"/>
                <ns1:gd name="T34" fmla="*/ 77 w 708"/>
                <ns1:gd name="T35" fmla="*/ 320 h 384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  <ns1:cxn ang="0">
                  <ns1:pos x="T30" y="T31"/>
                </ns1:cxn>
                <ns1:cxn ang="0">
                  <ns1:pos x="T32" y="T33"/>
                </ns1:cxn>
                <ns1:cxn ang="0">
                  <ns1:pos x="T34" y="T35"/>
                </ns1:cxn>
              </ns1:cxnLst>
              <ns1:rect l="0" t="0" r="r" b="b"/>
              <ns1:pathLst>
                <ns1:path w="708" h="384">
                  <ns1:moveTo>
                    <ns1:pt x="609" y="23"/>
                  </ns1:moveTo>
                  <ns1:cubicBezTo>
                    <ns1:pt x="605" y="9"/>
                    <ns1:pt x="592" y="0"/>
                    <ns1:pt x="578" y="0"/>
                  </ns1:cubicBezTo>
                  <ns1:cubicBezTo>
                    <ns1:pt x="130" y="0"/>
                    <ns1:pt x="130" y="0"/>
                    <ns1:pt x="130" y="0"/>
                  </ns1:cubicBezTo>
                  <ns1:cubicBezTo>
                    <ns1:pt x="116" y="0"/>
                    <ns1:pt x="103" y="9"/>
                    <ns1:pt x="99" y="23"/>
                  </ns1:cubicBezTo>
                  <ns1:cubicBezTo>
                    <ns1:pt x="3" y="343"/>
                    <ns1:pt x="3" y="343"/>
                    <ns1:pt x="3" y="343"/>
                  </ns1:cubicBezTo>
                  <ns1:cubicBezTo>
                    <ns1:pt x="0" y="353"/>
                    <ns1:pt x="2" y="363"/>
                    <ns1:pt x="8" y="371"/>
                  </ns1:cubicBezTo>
                  <ns1:cubicBezTo>
                    <ns1:pt x="14" y="379"/>
                    <ns1:pt x="24" y="384"/>
                    <ns1:pt x="34" y="384"/>
                  </ns1:cubicBezTo>
                  <ns1:cubicBezTo>
                    <ns1:pt x="674" y="384"/>
                    <ns1:pt x="674" y="384"/>
                    <ns1:pt x="674" y="384"/>
                  </ns1:cubicBezTo>
                  <ns1:cubicBezTo>
                    <ns1:pt x="684" y="384"/>
                    <ns1:pt x="694" y="379"/>
                    <ns1:pt x="700" y="371"/>
                  </ns1:cubicBezTo>
                  <ns1:cubicBezTo>
                    <ns1:pt x="706" y="363"/>
                    <ns1:pt x="708" y="353"/>
                    <ns1:pt x="705" y="343"/>
                  </ns1:cubicBezTo>
                  <ns1:lnTo>
                    <ns1:pt x="609" y="23"/>
                  </ns1:lnTo>
                  <ns1:close/>
                  <ns1:moveTo>
                    <ns1:pt x="77" y="320"/>
                  </ns1:moveTo>
                  <ns1:cubicBezTo>
                    <ns1:pt x="154" y="64"/>
                    <ns1:pt x="154" y="64"/>
                    <ns1:pt x="154" y="64"/>
                  </ns1:cubicBezTo>
                  <ns1:cubicBezTo>
                    <ns1:pt x="554" y="64"/>
                    <ns1:pt x="554" y="64"/>
                    <ns1:pt x="554" y="64"/>
                  </ns1:cubicBezTo>
                  <ns1:cubicBezTo>
                    <ns1:pt x="631" y="320"/>
                    <ns1:pt x="631" y="320"/>
                    <ns1:pt x="631" y="320"/>
                  </ns1:cubicBezTo>
                  <ns1:lnTo>
                    <ns1:pt x="77" y="320"/>
                  </ns1:lnTo>
                  <ns1:close/>
                  <ns1:moveTo>
                    <ns1:pt x="77" y="320"/>
                  </ns1:moveTo>
                  <ns1:cubicBezTo>
                    <ns1:pt x="77" y="320"/>
                    <ns1:pt x="77" y="320"/>
                    <ns1:pt x="77" y="320"/>
                  </ns1:cubicBezTo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4:hiddenLine w="9525">
                  <ns1:solidFill>
                    <ns1:srgbClr val="000000"/>
                  </ns1:solidFill>
                  <ns1:round/>
                  <ns1:headEnd/>
                  <ns1:tailEnd/>
                </ns4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en-US"/>
            </ns1:p>
          </ns0:txBody>
        </ns0:sp>
        <ns0:sp>
          <ns0:nvSpPr>
            <ns0:cNvPr id="54" name="Freeform 14">
              <ns1:extLst>
                <ns1:ext uri="{FF2B5EF4-FFF2-40B4-BE49-F238E27FC236}">
                  <ns2:creationId id="{44D30DF1-D7B8-4E15-A6D5-7B3A4BF3CBA8}"/>
                </ns1:ext>
              </ns1:extLst>
            </ns0:cNvPr>
            <ns0:cNvSpPr>
              <ns1:spLocks noEditPoints="1"/>
            </ns0:cNvSpPr>
            <ns0:nvPr/>
          </ns0:nvSpPr>
          <ns0:spPr bwMode="auto">
            <ns1:xfrm>
              <ns1:off x="1679" y="0"/>
              <ns1:ext cx="4322" cy="3385"/>
            </ns1:xfrm>
            <ns1:custGeom>
              <ns1:avLst/>
              <ns1:gdLst>
                <ns1:gd name="T0" fmla="*/ 992 w 1984"/>
                <ns1:gd name="T1" fmla="*/ 0 h 1554"/>
                <ns1:gd name="T2" fmla="*/ 0 w 1984"/>
                <ns1:gd name="T3" fmla="*/ 992 h 1554"/>
                <ns1:gd name="T4" fmla="*/ 175 w 1984"/>
                <ns1:gd name="T5" fmla="*/ 1554 h 1554"/>
                <ns1:gd name="T6" fmla="*/ 227 w 1984"/>
                <ns1:gd name="T7" fmla="*/ 1518 h 1554"/>
                <ns1:gd name="T8" fmla="*/ 64 w 1984"/>
                <ns1:gd name="T9" fmla="*/ 992 h 1554"/>
                <ns1:gd name="T10" fmla="*/ 992 w 1984"/>
                <ns1:gd name="T11" fmla="*/ 64 h 1554"/>
                <ns1:gd name="T12" fmla="*/ 1920 w 1984"/>
                <ns1:gd name="T13" fmla="*/ 992 h 1554"/>
                <ns1:gd name="T14" fmla="*/ 1757 w 1984"/>
                <ns1:gd name="T15" fmla="*/ 1518 h 1554"/>
                <ns1:gd name="T16" fmla="*/ 1809 w 1984"/>
                <ns1:gd name="T17" fmla="*/ 1554 h 1554"/>
                <ns1:gd name="T18" fmla="*/ 1984 w 1984"/>
                <ns1:gd name="T19" fmla="*/ 992 h 1554"/>
                <ns1:gd name="T20" fmla="*/ 992 w 1984"/>
                <ns1:gd name="T21" fmla="*/ 0 h 1554"/>
                <ns1:gd name="T22" fmla="*/ 992 w 1984"/>
                <ns1:gd name="T23" fmla="*/ 0 h 1554"/>
                <ns1:gd name="T24" fmla="*/ 992 w 1984"/>
                <ns1:gd name="T25" fmla="*/ 0 h 1554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</ns1:cxnLst>
              <ns1:rect l="0" t="0" r="r" b="b"/>
              <ns1:pathLst>
                <ns1:path w="1984" h="1554">
                  <ns1:moveTo>
                    <ns1:pt x="992" y="0"/>
                  </ns1:moveTo>
                  <ns1:cubicBezTo>
                    <ns1:pt x="445" y="0"/>
                    <ns1:pt x="0" y="445"/>
                    <ns1:pt x="0" y="992"/>
                  </ns1:cubicBezTo>
                  <ns1:cubicBezTo>
                    <ns1:pt x="0" y="1194"/>
                    <ns1:pt x="60" y="1388"/>
                    <ns1:pt x="175" y="1554"/>
                  </ns1:cubicBezTo>
                  <ns1:cubicBezTo>
                    <ns1:pt x="227" y="1518"/>
                    <ns1:pt x="227" y="1518"/>
                    <ns1:pt x="227" y="1518"/>
                  </ns1:cubicBezTo>
                  <ns1:cubicBezTo>
                    <ns1:pt x="120" y="1363"/>
                    <ns1:pt x="64" y="1181"/>
                    <ns1:pt x="64" y="992"/>
                  </ns1:cubicBezTo>
                  <ns1:cubicBezTo>
                    <ns1:pt x="64" y="480"/>
                    <ns1:pt x="480" y="64"/>
                    <ns1:pt x="992" y="64"/>
                  </ns1:cubicBezTo>
                  <ns1:cubicBezTo>
                    <ns1:pt x="1504" y="64"/>
                    <ns1:pt x="1920" y="480"/>
                    <ns1:pt x="1920" y="992"/>
                  </ns1:cubicBezTo>
                  <ns1:cubicBezTo>
                    <ns1:pt x="1920" y="1181"/>
                    <ns1:pt x="1864" y="1363"/>
                    <ns1:pt x="1757" y="1518"/>
                  </ns1:cubicBezTo>
                  <ns1:cubicBezTo>
                    <ns1:pt x="1809" y="1554"/>
                    <ns1:pt x="1809" y="1554"/>
                    <ns1:pt x="1809" y="1554"/>
                  </ns1:cubicBezTo>
                  <ns1:cubicBezTo>
                    <ns1:pt x="1924" y="1388"/>
                    <ns1:pt x="1984" y="1194"/>
                    <ns1:pt x="1984" y="992"/>
                  </ns1:cubicBezTo>
                  <ns1:cubicBezTo>
                    <ns1:pt x="1984" y="445"/>
                    <ns1:pt x="1539" y="0"/>
                    <ns1:pt x="992" y="0"/>
                  </ns1:cubicBezTo>
                  <ns1:close/>
                  <ns1:moveTo>
                    <ns1:pt x="992" y="0"/>
                  </ns1:moveTo>
                  <ns1:cubicBezTo>
                    <ns1:pt x="992" y="0"/>
                    <ns1:pt x="992" y="0"/>
                    <ns1:pt x="992" y="0"/>
                  </ns1:cubicBezTo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4:hiddenLine w="9525">
                  <ns1:solidFill>
                    <ns1:srgbClr val="000000"/>
                  </ns1:solidFill>
                  <ns1:round/>
                  <ns1:headEnd/>
                  <ns1:tailEnd/>
                </ns4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en-US"/>
            </ns1:p>
          </ns0:txBody>
        </ns0:sp>
      </ns0:grpSp>
      <ns0:grpSp>
        <ns0:nvGrpSpPr>
          <ns0:cNvPr id="55" name="Group 44">
            <ns1:extLst>
              <ns1:ext uri="{FF2B5EF4-FFF2-40B4-BE49-F238E27FC236}">
                <ns2:creationId id="{C159F47E-28AE-4EDF-BBC3-4C350EE8F211}"/>
              </ns1:ext>
            </ns1:extLst>
          </ns0:cNvPr>
          <ns0:cNvGrpSpPr>
            <ns1:grpSpLocks noChangeAspect="1"/>
          </ns0:cNvGrpSpPr>
          <ns0:nvPr/>
        </ns0:nvGrpSpPr>
        <ns0:grpSpPr bwMode="auto">
          <ns1:xfrm>
            <ns1:off x="5097411" y="3734852"/>
            <ns1:ext cx="765369" cy="763244"/>
            <ns1:chOff x="1676" y="6"/>
            <ns1:chExt cx="4322" cy="4310"/>
          </ns1:xfrm>
          <ns1:solidFill>
            <ns1:srgbClr val="F07D66"/>
          </ns1:solidFill>
        </ns0:grpSpPr>
        <ns0:sp>
          <ns0:nvSpPr>
            <ns0:cNvPr id="56" name="Freeform 45">
              <ns1:extLst>
                <ns1:ext uri="{FF2B5EF4-FFF2-40B4-BE49-F238E27FC236}">
                  <ns2:creationId id="{FB00D3DD-484D-4B53-8B8A-67F33757E471}"/>
                </ns1:ext>
              </ns1:extLst>
            </ns0:cNvPr>
            <ns0:cNvSpPr>
              <ns1:spLocks noEditPoints="1"/>
            </ns0:cNvSpPr>
            <ns0:nvPr/>
          </ns0:nvSpPr>
          <ns0:spPr bwMode="auto">
            <ns1:xfrm>
              <ns1:off x="4786" y="2487"/>
              <ns1:ext cx="514" cy="516"/>
            </ns1:xfrm>
            <ns1:custGeom>
              <ns1:avLst/>
              <ns1:gdLst>
                <ns1:gd name="T0" fmla="*/ 0 w 243"/>
                <ns1:gd name="T1" fmla="*/ 122 h 244"/>
                <ns1:gd name="T2" fmla="*/ 122 w 243"/>
                <ns1:gd name="T3" fmla="*/ 244 h 244"/>
                <ns1:gd name="T4" fmla="*/ 243 w 243"/>
                <ns1:gd name="T5" fmla="*/ 122 h 244"/>
                <ns1:gd name="T6" fmla="*/ 122 w 243"/>
                <ns1:gd name="T7" fmla="*/ 0 h 244"/>
                <ns1:gd name="T8" fmla="*/ 0 w 243"/>
                <ns1:gd name="T9" fmla="*/ 122 h 244"/>
                <ns1:gd name="T10" fmla="*/ 162 w 243"/>
                <ns1:gd name="T11" fmla="*/ 122 h 244"/>
                <ns1:gd name="T12" fmla="*/ 122 w 243"/>
                <ns1:gd name="T13" fmla="*/ 162 h 244"/>
                <ns1:gd name="T14" fmla="*/ 82 w 243"/>
                <ns1:gd name="T15" fmla="*/ 122 h 244"/>
                <ns1:gd name="T16" fmla="*/ 122 w 243"/>
                <ns1:gd name="T17" fmla="*/ 82 h 244"/>
                <ns1:gd name="T18" fmla="*/ 162 w 243"/>
                <ns1:gd name="T19" fmla="*/ 122 h 244"/>
                <ns1:gd name="T20" fmla="*/ 162 w 243"/>
                <ns1:gd name="T21" fmla="*/ 122 h 244"/>
                <ns1:gd name="T22" fmla="*/ 162 w 243"/>
                <ns1:gd name="T23" fmla="*/ 122 h 244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</ns1:cxnLst>
              <ns1:rect l="0" t="0" r="r" b="b"/>
              <ns1:pathLst>
                <ns1:path w="243" h="244">
                  <ns1:moveTo>
                    <ns1:pt x="0" y="122"/>
                  </ns1:moveTo>
                  <ns1:cubicBezTo>
                    <ns1:pt x="0" y="189"/>
                    <ns1:pt x="55" y="244"/>
                    <ns1:pt x="122" y="244"/>
                  </ns1:cubicBezTo>
                  <ns1:cubicBezTo>
                    <ns1:pt x="189" y="244"/>
                    <ns1:pt x="243" y="189"/>
                    <ns1:pt x="243" y="122"/>
                  </ns1:cubicBezTo>
                  <ns1:cubicBezTo>
                    <ns1:pt x="243" y="55"/>
                    <ns1:pt x="189" y="0"/>
                    <ns1:pt x="122" y="0"/>
                  </ns1:cubicBezTo>
                  <ns1:cubicBezTo>
                    <ns1:pt x="55" y="0"/>
                    <ns1:pt x="0" y="55"/>
                    <ns1:pt x="0" y="122"/>
                  </ns1:cubicBezTo>
                  <ns1:close/>
                  <ns1:moveTo>
                    <ns1:pt x="162" y="122"/>
                  </ns1:moveTo>
                  <ns1:cubicBezTo>
                    <ns1:pt x="162" y="144"/>
                    <ns1:pt x="144" y="162"/>
                    <ns1:pt x="122" y="162"/>
                  </ns1:cubicBezTo>
                  <ns1:cubicBezTo>
                    <ns1:pt x="100" y="162"/>
                    <ns1:pt x="82" y="144"/>
                    <ns1:pt x="82" y="122"/>
                  </ns1:cubicBezTo>
                  <ns1:cubicBezTo>
                    <ns1:pt x="82" y="100"/>
                    <ns1:pt x="100" y="82"/>
                    <ns1:pt x="122" y="82"/>
                  </ns1:cubicBezTo>
                  <ns1:cubicBezTo>
                    <ns1:pt x="144" y="82"/>
                    <ns1:pt x="162" y="100"/>
                    <ns1:pt x="162" y="122"/>
                  </ns1:cubicBezTo>
                  <ns1:close/>
                  <ns1:moveTo>
                    <ns1:pt x="162" y="122"/>
                  </ns1:moveTo>
                  <ns1:cubicBezTo>
                    <ns1:pt x="162" y="122"/>
                    <ns1:pt x="162" y="122"/>
                    <ns1:pt x="162" y="122"/>
                  </ns1:cubicBezTo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4:hiddenLine w="9525">
                  <ns1:solidFill>
                    <ns1:srgbClr val="000000"/>
                  </ns1:solidFill>
                  <ns1:round/>
                  <ns1:headEnd/>
                  <ns1:tailEnd/>
                </ns4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en-US"/>
            </ns1:p>
          </ns0:txBody>
        </ns0:sp>
        <ns0:sp>
          <ns0:nvSpPr>
            <ns0:cNvPr id="57" name="Freeform 46">
              <ns1:extLst>
                <ns1:ext uri="{FF2B5EF4-FFF2-40B4-BE49-F238E27FC236}">
                  <ns2:creationId id="{50BA3F71-C95C-48C2-847C-89FD494B34C5}"/>
                </ns1:ext>
              </ns1:extLst>
            </ns0:cNvPr>
            <ns0:cNvSpPr>
              <ns1:spLocks noEditPoints="1"/>
            </ns0:cNvSpPr>
            <ns0:nvPr/>
          </ns0:nvSpPr>
          <ns0:spPr bwMode="auto">
            <ns1:xfrm>
              <ns1:off x="1676" y="6"/>
              <ns1:ext cx="4322" cy="4310"/>
            </ns1:xfrm>
            <ns1:custGeom>
              <ns1:avLst/>
              <ns1:gdLst>
                <ns1:gd name="T0" fmla="*/ 1854 w 2044"/>
                <ns1:gd name="T1" fmla="*/ 182 h 2038"/>
                <ns1:gd name="T2" fmla="*/ 983 w 2044"/>
                <ns1:gd name="T3" fmla="*/ 41 h 2038"/>
                <ns1:gd name="T4" fmla="*/ 404 w 2044"/>
                <ns1:gd name="T5" fmla="*/ 41 h 2038"/>
                <ns1:gd name="T6" fmla="*/ 157 w 2044"/>
                <ns1:gd name="T7" fmla="*/ 182 h 2038"/>
                <ns1:gd name="T8" fmla="*/ 0 w 2044"/>
                <ns1:gd name="T9" fmla="*/ 252 h 2038"/>
                <ns1:gd name="T10" fmla="*/ 157 w 2044"/>
                <ns1:gd name="T11" fmla="*/ 761 h 2038"/>
                <ns1:gd name="T12" fmla="*/ 339 w 2044"/>
                <ns1:gd name="T13" fmla="*/ 819 h 2038"/>
                <ns1:gd name="T14" fmla="*/ 443 w 2044"/>
                <ns1:gd name="T15" fmla="*/ 1064 h 2038"/>
                <ns1:gd name="T16" fmla="*/ 525 w 2044"/>
                <ns1:gd name="T17" fmla="*/ 1275 h 2038"/>
                <ns1:gd name="T18" fmla="*/ 617 w 2044"/>
                <ns1:gd name="T19" fmla="*/ 1275 h 2038"/>
                <ns1:gd name="T20" fmla="*/ 699 w 2044"/>
                <ns1:gd name="T21" fmla="*/ 1064 h 2038"/>
                <ns1:gd name="T22" fmla="*/ 800 w 2044"/>
                <ns1:gd name="T23" fmla="*/ 819 h 2038"/>
                <ns1:gd name="T24" fmla="*/ 290 w 2044"/>
                <ns1:gd name="T25" fmla="*/ 1771 h 2038"/>
                <ns1:gd name="T26" fmla="*/ 1813 w 2044"/>
                <ns1:gd name="T27" fmla="*/ 2038 h 2038"/>
                <ns1:gd name="T28" fmla="*/ 2003 w 2044"/>
                <ns1:gd name="T29" fmla="*/ 1853 h 2038"/>
                <ns1:gd name="T30" fmla="*/ 2003 w 2044"/>
                <ns1:gd name="T31" fmla="*/ 400 h 2038"/>
                <ns1:gd name="T32" fmla="*/ 1561 w 2044"/>
                <ns1:gd name="T33" fmla="*/ 223 h 2038"/>
                <ns1:gd name="T34" fmla="*/ 1269 w 2044"/>
                <ns1:gd name="T35" fmla="*/ 400 h 2038"/>
                <ns1:gd name="T36" fmla="*/ 1445 w 2044"/>
                <ns1:gd name="T37" fmla="*/ 223 h 2038"/>
                <ns1:gd name="T38" fmla="*/ 866 w 2044"/>
                <ns1:gd name="T39" fmla="*/ 400 h 2038"/>
                <ns1:gd name="T40" fmla="*/ 1109 w 2044"/>
                <ns1:gd name="T41" fmla="*/ 300 h 2038"/>
                <ns1:gd name="T42" fmla="*/ 606 w 2044"/>
                <ns1:gd name="T43" fmla="*/ 400 h 2038"/>
                <ns1:gd name="T44" fmla="*/ 926 w 2044"/>
                <ns1:gd name="T45" fmla="*/ 223 h 2038"/>
                <ns1:gd name="T46" fmla="*/ 491 w 2044"/>
                <ns1:gd name="T47" fmla="*/ 400 h 2038"/>
                <ns1:gd name="T48" fmla="*/ 667 w 2044"/>
                <ns1:gd name="T49" fmla="*/ 223 h 2038"/>
                <ns1:gd name="T50" fmla="*/ 1772 w 2044"/>
                <ns1:gd name="T51" fmla="*/ 271 h 2038"/>
                <ns1:gd name="T52" fmla="*/ 1772 w 2044"/>
                <ns1:gd name="T53" fmla="*/ 271 h 2038"/>
                <ns1:gd name="T54" fmla="*/ 735 w 2044"/>
                <ns1:gd name="T55" fmla="*/ 82 h 2038"/>
                <ns1:gd name="T56" fmla="*/ 486 w 2044"/>
                <ns1:gd name="T57" fmla="*/ 82 h 2038"/>
                <ns1:gd name="T58" fmla="*/ 486 w 2044"/>
                <ns1:gd name="T59" fmla="*/ 142 h 2038"/>
                <ns1:gd name="T60" fmla="*/ 82 w 2044"/>
                <ns1:gd name="T61" fmla="*/ 293 h 2038"/>
                <ns1:gd name="T62" fmla="*/ 82 w 2044"/>
                <ns1:gd name="T63" fmla="*/ 679 h 2038"/>
                <ns1:gd name="T64" fmla="*/ 737 w 2044"/>
                <ns1:gd name="T65" fmla="*/ 646 h 2038"/>
                <ns1:gd name="T66" fmla="*/ 239 w 2044"/>
                <ns1:gd name="T67" fmla="*/ 565 h 2038"/>
                <ns1:gd name="T68" fmla="*/ 404 w 2044"/>
                <ns1:gd name="T69" fmla="*/ 440 h 2038"/>
                <ns1:gd name="T70" fmla="*/ 1772 w 2044"/>
                <ns1:gd name="T71" fmla="*/ 565 h 2038"/>
                <ns1:gd name="T72" fmla="*/ 1064 w 2044"/>
                <ns1:gd name="T73" fmla="*/ 646 h 2038"/>
                <ns1:gd name="T74" fmla="*/ 239 w 2044"/>
                <ns1:gd name="T75" fmla="*/ 738 h 2038"/>
                <ns1:gd name="T76" fmla="*/ 421 w 2044"/>
                <ns1:gd name="T77" fmla="*/ 982 h 2038"/>
                <ns1:gd name="T78" fmla="*/ 718 w 2044"/>
                <ns1:gd name="T79" fmla="*/ 982 h 2038"/>
                <ns1:gd name="T80" fmla="*/ 1593 w 2044"/>
                <ns1:gd name="T81" fmla="*/ 1034 h 2038"/>
                <ns1:gd name="T82" fmla="*/ 1772 w 2044"/>
                <ns1:gd name="T83" fmla="*/ 819 h 2038"/>
                <ns1:gd name="T84" fmla="*/ 1413 w 2044"/>
                <ns1:gd name="T85" fmla="*/ 1295 h 2038"/>
                <ns1:gd name="T86" fmla="*/ 1413 w 2044"/>
                <ns1:gd name="T87" fmla="*/ 1485 h 2038"/>
                <ns1:gd name="T88" fmla="*/ 1772 w 2044"/>
                <ns1:gd name="T89" fmla="*/ 1771 h 2038"/>
                <ns1:gd name="T90" fmla="*/ 1772 w 2044"/>
                <ns1:gd name="T91" fmla="*/ 1956 h 2038"/>
                <ns1:gd name="T92" fmla="*/ 290 w 2044"/>
                <ns1:gd name="T93" fmla="*/ 1853 h 2038"/>
                <ns1:gd name="T94" fmla="*/ 1962 w 2044"/>
                <ns1:gd name="T95" fmla="*/ 1771 h 2038"/>
                <ns1:gd name="T96" fmla="*/ 1962 w 2044"/>
                <ns1:gd name="T97" fmla="*/ 481 h 2038"/>
                <ns1:gd name="T98" fmla="*/ 1962 w 2044"/>
                <ns1:gd name="T99" fmla="*/ 1771 h 2038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  <ns1:cxn ang="0">
                  <ns1:pos x="T30" y="T31"/>
                </ns1:cxn>
                <ns1:cxn ang="0">
                  <ns1:pos x="T32" y="T33"/>
                </ns1:cxn>
                <ns1:cxn ang="0">
                  <ns1:pos x="T34" y="T35"/>
                </ns1:cxn>
                <ns1:cxn ang="0">
                  <ns1:pos x="T36" y="T37"/>
                </ns1:cxn>
                <ns1:cxn ang="0">
                  <ns1:pos x="T38" y="T39"/>
                </ns1:cxn>
                <ns1:cxn ang="0">
                  <ns1:pos x="T40" y="T41"/>
                </ns1:cxn>
                <ns1:cxn ang="0">
                  <ns1:pos x="T42" y="T43"/>
                </ns1:cxn>
                <ns1:cxn ang="0">
                  <ns1:pos x="T44" y="T45"/>
                </ns1:cxn>
                <ns1:cxn ang="0">
                  <ns1:pos x="T46" y="T47"/>
                </ns1:cxn>
                <ns1:cxn ang="0">
                  <ns1:pos x="T48" y="T49"/>
                </ns1:cxn>
                <ns1:cxn ang="0">
                  <ns1:pos x="T50" y="T51"/>
                </ns1:cxn>
                <ns1:cxn ang="0">
                  <ns1:pos x="T52" y="T53"/>
                </ns1:cxn>
                <ns1:cxn ang="0">
                  <ns1:pos x="T54" y="T55"/>
                </ns1:cxn>
                <ns1:cxn ang="0">
                  <ns1:pos x="T56" y="T57"/>
                </ns1:cxn>
                <ns1:cxn ang="0">
                  <ns1:pos x="T58" y="T59"/>
                </ns1:cxn>
                <ns1:cxn ang="0">
                  <ns1:pos x="T60" y="T61"/>
                </ns1:cxn>
                <ns1:cxn ang="0">
                  <ns1:pos x="T62" y="T63"/>
                </ns1:cxn>
                <ns1:cxn ang="0">
                  <ns1:pos x="T64" y="T65"/>
                </ns1:cxn>
                <ns1:cxn ang="0">
                  <ns1:pos x="T66" y="T67"/>
                </ns1:cxn>
                <ns1:cxn ang="0">
                  <ns1:pos x="T68" y="T69"/>
                </ns1:cxn>
                <ns1:cxn ang="0">
                  <ns1:pos x="T70" y="T71"/>
                </ns1:cxn>
                <ns1:cxn ang="0">
                  <ns1:pos x="T72" y="T73"/>
                </ns1:cxn>
                <ns1:cxn ang="0">
                  <ns1:pos x="T74" y="T75"/>
                </ns1:cxn>
                <ns1:cxn ang="0">
                  <ns1:pos x="T76" y="T77"/>
                </ns1:cxn>
                <ns1:cxn ang="0">
                  <ns1:pos x="T78" y="T79"/>
                </ns1:cxn>
                <ns1:cxn ang="0">
                  <ns1:pos x="T80" y="T81"/>
                </ns1:cxn>
                <ns1:cxn ang="0">
                  <ns1:pos x="T82" y="T83"/>
                </ns1:cxn>
                <ns1:cxn ang="0">
                  <ns1:pos x="T84" y="T85"/>
                </ns1:cxn>
                <ns1:cxn ang="0">
                  <ns1:pos x="T86" y="T87"/>
                </ns1:cxn>
                <ns1:cxn ang="0">
                  <ns1:pos x="T88" y="T89"/>
                </ns1:cxn>
                <ns1:cxn ang="0">
                  <ns1:pos x="T90" y="T91"/>
                </ns1:cxn>
                <ns1:cxn ang="0">
                  <ns1:pos x="T92" y="T93"/>
                </ns1:cxn>
                <ns1:cxn ang="0">
                  <ns1:pos x="T94" y="T95"/>
                </ns1:cxn>
                <ns1:cxn ang="0">
                  <ns1:pos x="T96" y="T97"/>
                </ns1:cxn>
                <ns1:cxn ang="0">
                  <ns1:pos x="T98" y="T99"/>
                </ns1:cxn>
              </ns1:cxnLst>
              <ns1:rect l="0" t="0" r="r" b="b"/>
              <ns1:pathLst>
                <ns1:path w="2044" h="2038">
                  <ns1:moveTo>
                    <ns1:pt x="2003" y="400"/>
                  </ns1:moveTo>
                  <ns1:cubicBezTo>
                    <ns1:pt x="1854" y="400"/>
                    <ns1:pt x="1854" y="400"/>
                    <ns1:pt x="1854" y="400"/>
                  </ns1:cubicBezTo>
                  <ns1:cubicBezTo>
                    <ns1:pt x="1854" y="182"/>
                    <ns1:pt x="1854" y="182"/>
                    <ns1:pt x="1854" y="182"/>
                  </ns1:cubicBezTo>
                  <ns1:cubicBezTo>
                    <ns1:pt x="1854" y="160"/>
                    <ns1:pt x="1836" y="142"/>
                    <ns1:pt x="1813" y="142"/>
                  </ns1:cubicBezTo>
                  <ns1:cubicBezTo>
                    <ns1:pt x="983" y="142"/>
                    <ns1:pt x="983" y="142"/>
                    <ns1:pt x="983" y="142"/>
                  </ns1:cubicBezTo>
                  <ns1:cubicBezTo>
                    <ns1:pt x="983" y="41"/>
                    <ns1:pt x="983" y="41"/>
                    <ns1:pt x="983" y="41"/>
                  </ns1:cubicBezTo>
                  <ns1:cubicBezTo>
                    <ns1:pt x="983" y="18"/>
                    <ns1:pt x="965" y="0"/>
                    <ns1:pt x="942" y="0"/>
                  </ns1:cubicBezTo>
                  <ns1:cubicBezTo>
                    <ns1:pt x="445" y="0"/>
                    <ns1:pt x="445" y="0"/>
                    <ns1:pt x="445" y="0"/>
                  </ns1:cubicBezTo>
                  <ns1:cubicBezTo>
                    <ns1:pt x="423" y="0"/>
                    <ns1:pt x="404" y="18"/>
                    <ns1:pt x="404" y="41"/>
                  </ns1:cubicBezTo>
                  <ns1:cubicBezTo>
                    <ns1:pt x="404" y="142"/>
                    <ns1:pt x="404" y="142"/>
                    <ns1:pt x="404" y="142"/>
                  </ns1:cubicBezTo>
                  <ns1:cubicBezTo>
                    <ns1:pt x="198" y="142"/>
                    <ns1:pt x="198" y="142"/>
                    <ns1:pt x="198" y="142"/>
                  </ns1:cubicBezTo>
                  <ns1:cubicBezTo>
                    <ns1:pt x="175" y="142"/>
                    <ns1:pt x="157" y="160"/>
                    <ns1:pt x="157" y="182"/>
                  </ns1:cubicBezTo>
                  <ns1:cubicBezTo>
                    <ns1:pt x="157" y="211"/>
                    <ns1:pt x="157" y="211"/>
                    <ns1:pt x="157" y="211"/>
                  </ns1:cubicBezTo>
                  <ns1:cubicBezTo>
                    <ns1:pt x="41" y="211"/>
                    <ns1:pt x="41" y="211"/>
                    <ns1:pt x="41" y="211"/>
                  </ns1:cubicBezTo>
                  <ns1:cubicBezTo>
                    <ns1:pt x="18" y="211"/>
                    <ns1:pt x="0" y="229"/>
                    <ns1:pt x="0" y="252"/>
                  </ns1:cubicBezTo>
                  <ns1:cubicBezTo>
                    <ns1:pt x="0" y="720"/>
                    <ns1:pt x="0" y="720"/>
                    <ns1:pt x="0" y="720"/>
                  </ns1:cubicBezTo>
                  <ns1:cubicBezTo>
                    <ns1:pt x="0" y="743"/>
                    <ns1:pt x="18" y="761"/>
                    <ns1:pt x="41" y="761"/>
                  </ns1:cubicBezTo>
                  <ns1:cubicBezTo>
                    <ns1:pt x="157" y="761"/>
                    <ns1:pt x="157" y="761"/>
                    <ns1:pt x="157" y="761"/>
                  </ns1:cubicBezTo>
                  <ns1:cubicBezTo>
                    <ns1:pt x="157" y="778"/>
                    <ns1:pt x="157" y="778"/>
                    <ns1:pt x="157" y="778"/>
                  </ns1:cubicBezTo>
                  <ns1:cubicBezTo>
                    <ns1:pt x="157" y="801"/>
                    <ns1:pt x="175" y="819"/>
                    <ns1:pt x="198" y="819"/>
                  </ns1:cubicBezTo>
                  <ns1:cubicBezTo>
                    <ns1:pt x="339" y="819"/>
                    <ns1:pt x="339" y="819"/>
                    <ns1:pt x="339" y="819"/>
                  </ns1:cubicBezTo>
                  <ns1:cubicBezTo>
                    <ns1:pt x="339" y="1023"/>
                    <ns1:pt x="339" y="1023"/>
                    <ns1:pt x="339" y="1023"/>
                  </ns1:cubicBezTo>
                  <ns1:cubicBezTo>
                    <ns1:pt x="339" y="1045"/>
                    <ns1:pt x="358" y="1064"/>
                    <ns1:pt x="380" y="1064"/>
                  </ns1:cubicBezTo>
                  <ns1:cubicBezTo>
                    <ns1:pt x="443" y="1064"/>
                    <ns1:pt x="443" y="1064"/>
                    <ns1:pt x="443" y="1064"/>
                  </ns1:cubicBezTo>
                  <ns1:cubicBezTo>
                    <ns1:pt x="443" y="1275"/>
                    <ns1:pt x="443" y="1275"/>
                    <ns1:pt x="443" y="1275"/>
                  </ns1:cubicBezTo>
                  <ns1:cubicBezTo>
                    <ns1:pt x="443" y="1298"/>
                    <ns1:pt x="462" y="1316"/>
                    <ns1:pt x="484" y="1316"/>
                  </ns1:cubicBezTo>
                  <ns1:cubicBezTo>
                    <ns1:pt x="507" y="1316"/>
                    <ns1:pt x="525" y="1298"/>
                    <ns1:pt x="525" y="1275"/>
                  </ns1:cubicBezTo>
                  <ns1:cubicBezTo>
                    <ns1:pt x="525" y="1064"/>
                    <ns1:pt x="525" y="1064"/>
                    <ns1:pt x="525" y="1064"/>
                  </ns1:cubicBezTo>
                  <ns1:cubicBezTo>
                    <ns1:pt x="617" y="1064"/>
                    <ns1:pt x="617" y="1064"/>
                    <ns1:pt x="617" y="1064"/>
                  </ns1:cubicBezTo>
                  <ns1:cubicBezTo>
                    <ns1:pt x="617" y="1275"/>
                    <ns1:pt x="617" y="1275"/>
                    <ns1:pt x="617" y="1275"/>
                  </ns1:cubicBezTo>
                  <ns1:cubicBezTo>
                    <ns1:pt x="617" y="1298"/>
                    <ns1:pt x="635" y="1316"/>
                    <ns1:pt x="658" y="1316"/>
                  </ns1:cubicBezTo>
                  <ns1:cubicBezTo>
                    <ns1:pt x="680" y="1316"/>
                    <ns1:pt x="699" y="1298"/>
                    <ns1:pt x="699" y="1275"/>
                  </ns1:cubicBezTo>
                  <ns1:cubicBezTo>
                    <ns1:pt x="699" y="1064"/>
                    <ns1:pt x="699" y="1064"/>
                    <ns1:pt x="699" y="1064"/>
                  </ns1:cubicBezTo>
                  <ns1:cubicBezTo>
                    <ns1:pt x="759" y="1064"/>
                    <ns1:pt x="759" y="1064"/>
                    <ns1:pt x="759" y="1064"/>
                  </ns1:cubicBezTo>
                  <ns1:cubicBezTo>
                    <ns1:pt x="782" y="1064"/>
                    <ns1:pt x="800" y="1045"/>
                    <ns1:pt x="800" y="1023"/>
                  </ns1:cubicBezTo>
                  <ns1:cubicBezTo>
                    <ns1:pt x="800" y="819"/>
                    <ns1:pt x="800" y="819"/>
                    <ns1:pt x="800" y="819"/>
                  </ns1:cubicBezTo>
                  <ns1:cubicBezTo>
                    <ns1:pt x="1331" y="819"/>
                    <ns1:pt x="1331" y="819"/>
                    <ns1:pt x="1331" y="819"/>
                  </ns1:cubicBezTo>
                  <ns1:cubicBezTo>
                    <ns1:pt x="1331" y="1771"/>
                    <ns1:pt x="1331" y="1771"/>
                    <ns1:pt x="1331" y="1771"/>
                  </ns1:cubicBezTo>
                  <ns1:cubicBezTo>
                    <ns1:pt x="290" y="1771"/>
                    <ns1:pt x="290" y="1771"/>
                    <ns1:pt x="290" y="1771"/>
                  </ns1:cubicBezTo>
                  <ns1:cubicBezTo>
                    <ns1:pt x="217" y="1771"/>
                    <ns1:pt x="157" y="1831"/>
                    <ns1:pt x="157" y="1905"/>
                  </ns1:cubicBezTo>
                  <ns1:cubicBezTo>
                    <ns1:pt x="157" y="1978"/>
                    <ns1:pt x="217" y="2038"/>
                    <ns1:pt x="290" y="2038"/>
                  </ns1:cubicBezTo>
                  <ns1:cubicBezTo>
                    <ns1:pt x="1813" y="2038"/>
                    <ns1:pt x="1813" y="2038"/>
                    <ns1:pt x="1813" y="2038"/>
                  </ns1:cubicBezTo>
                  <ns1:cubicBezTo>
                    <ns1:pt x="1836" y="2038"/>
                    <ns1:pt x="1854" y="2020"/>
                    <ns1:pt x="1854" y="1997"/>
                  </ns1:cubicBezTo>
                  <ns1:cubicBezTo>
                    <ns1:pt x="1854" y="1853"/>
                    <ns1:pt x="1854" y="1853"/>
                    <ns1:pt x="1854" y="1853"/>
                  </ns1:cubicBezTo>
                  <ns1:cubicBezTo>
                    <ns1:pt x="2003" y="1853"/>
                    <ns1:pt x="2003" y="1853"/>
                    <ns1:pt x="2003" y="1853"/>
                  </ns1:cubicBezTo>
                  <ns1:cubicBezTo>
                    <ns1:pt x="2026" y="1853"/>
                    <ns1:pt x="2044" y="1835"/>
                    <ns1:pt x="2044" y="1812"/>
                  </ns1:cubicBezTo>
                  <ns1:cubicBezTo>
                    <ns1:pt x="2044" y="440"/>
                    <ns1:pt x="2044" y="440"/>
                    <ns1:pt x="2044" y="440"/>
                  </ns1:cubicBezTo>
                  <ns1:cubicBezTo>
                    <ns1:pt x="2044" y="418"/>
                    <ns1:pt x="2026" y="400"/>
                    <ns1:pt x="2003" y="400"/>
                  </ns1:cubicBezTo>
                  <ns1:close/>
                  <ns1:moveTo>
                    <ns1:pt x="1529" y="400"/>
                  </ns1:moveTo>
                  <ns1:cubicBezTo>
                    <ns1:pt x="1385" y="400"/>
                    <ns1:pt x="1385" y="400"/>
                    <ns1:pt x="1385" y="400"/>
                  </ns1:cubicBezTo>
                  <ns1:cubicBezTo>
                    <ns1:pt x="1561" y="223"/>
                    <ns1:pt x="1561" y="223"/>
                    <ns1:pt x="1561" y="223"/>
                  </ns1:cubicBezTo>
                  <ns1:cubicBezTo>
                    <ns1:pt x="1705" y="223"/>
                    <ns1:pt x="1705" y="223"/>
                    <ns1:pt x="1705" y="223"/>
                  </ns1:cubicBezTo>
                  <ns1:lnTo>
                    <ns1:pt x="1529" y="400"/>
                  </ns1:lnTo>
                  <ns1:close/>
                  <ns1:moveTo>
                    <ns1:pt x="1269" y="400"/>
                  </ns1:moveTo>
                  <ns1:cubicBezTo>
                    <ns1:pt x="1125" y="400"/>
                    <ns1:pt x="1125" y="400"/>
                    <ns1:pt x="1125" y="400"/>
                  </ns1:cubicBezTo>
                  <ns1:cubicBezTo>
                    <ns1:pt x="1301" y="223"/>
                    <ns1:pt x="1301" y="223"/>
                    <ns1:pt x="1301" y="223"/>
                  </ns1:cubicBezTo>
                  <ns1:cubicBezTo>
                    <ns1:pt x="1445" y="223"/>
                    <ns1:pt x="1445" y="223"/>
                    <ns1:pt x="1445" y="223"/>
                  </ns1:cubicBezTo>
                  <ns1:lnTo>
                    <ns1:pt x="1269" y="400"/>
                  </ns1:lnTo>
                  <ns1:close/>
                  <ns1:moveTo>
                    <ns1:pt x="1010" y="400"/>
                  </ns1:moveTo>
                  <ns1:cubicBezTo>
                    <ns1:pt x="866" y="400"/>
                    <ns1:pt x="866" y="400"/>
                    <ns1:pt x="866" y="400"/>
                  </ns1:cubicBezTo>
                  <ns1:cubicBezTo>
                    <ns1:pt x="1042" y="223"/>
                    <ns1:pt x="1042" y="223"/>
                    <ns1:pt x="1042" y="223"/>
                  </ns1:cubicBezTo>
                  <ns1:cubicBezTo>
                    <ns1:pt x="1186" y="223"/>
                    <ns1:pt x="1186" y="223"/>
                    <ns1:pt x="1186" y="223"/>
                  </ns1:cubicBezTo>
                  <ns1:cubicBezTo>
                    <ns1:pt x="1109" y="300"/>
                    <ns1:pt x="1109" y="300"/>
                    <ns1:pt x="1109" y="300"/>
                  </ns1:cubicBezTo>
                  <ns1:lnTo>
                    <ns1:pt x="1010" y="400"/>
                  </ns1:lnTo>
                  <ns1:close/>
                  <ns1:moveTo>
                    <ns1:pt x="750" y="400"/>
                  </ns1:moveTo>
                  <ns1:cubicBezTo>
                    <ns1:pt x="606" y="400"/>
                    <ns1:pt x="606" y="400"/>
                    <ns1:pt x="606" y="400"/>
                  </ns1:cubicBezTo>
                  <ns1:cubicBezTo>
                    <ns1:pt x="757" y="249"/>
                    <ns1:pt x="757" y="249"/>
                    <ns1:pt x="757" y="249"/>
                  </ns1:cubicBezTo>
                  <ns1:cubicBezTo>
                    <ns1:pt x="782" y="223"/>
                    <ns1:pt x="782" y="223"/>
                    <ns1:pt x="782" y="223"/>
                  </ns1:cubicBezTo>
                  <ns1:cubicBezTo>
                    <ns1:pt x="926" y="223"/>
                    <ns1:pt x="926" y="223"/>
                    <ns1:pt x="926" y="223"/>
                  </ns1:cubicBezTo>
                  <ns1:cubicBezTo>
                    <ns1:pt x="850" y="300"/>
                    <ns1:pt x="850" y="300"/>
                    <ns1:pt x="850" y="300"/>
                  </ns1:cubicBezTo>
                  <ns1:lnTo>
                    <ns1:pt x="750" y="400"/>
                  </ns1:lnTo>
                  <ns1:close/>
                  <ns1:moveTo>
                    <ns1:pt x="491" y="400"/>
                  </ns1:moveTo>
                  <ns1:cubicBezTo>
                    <ns1:pt x="486" y="400"/>
                    <ns1:pt x="486" y="400"/>
                    <ns1:pt x="486" y="400"/>
                  </ns1:cubicBezTo>
                  <ns1:cubicBezTo>
                    <ns1:pt x="486" y="223"/>
                    <ns1:pt x="486" y="223"/>
                    <ns1:pt x="486" y="223"/>
                  </ns1:cubicBezTo>
                  <ns1:cubicBezTo>
                    <ns1:pt x="667" y="223"/>
                    <ns1:pt x="667" y="223"/>
                    <ns1:pt x="667" y="223"/>
                  </ns1:cubicBezTo>
                  <ns1:cubicBezTo>
                    <ns1:pt x="516" y="374"/>
                    <ns1:pt x="516" y="374"/>
                    <ns1:pt x="516" y="374"/>
                  </ns1:cubicBezTo>
                  <ns1:lnTo>
                    <ns1:pt x="491" y="400"/>
                  </ns1:lnTo>
                  <ns1:close/>
                  <ns1:moveTo>
                    <ns1:pt x="1772" y="271"/>
                  </ns1:moveTo>
                  <ns1:cubicBezTo>
                    <ns1:pt x="1772" y="400"/>
                    <ns1:pt x="1772" y="400"/>
                    <ns1:pt x="1772" y="400"/>
                  </ns1:cubicBezTo>
                  <ns1:cubicBezTo>
                    <ns1:pt x="1644" y="400"/>
                    <ns1:pt x="1644" y="400"/>
                    <ns1:pt x="1644" y="400"/>
                  </ns1:cubicBezTo>
                  <ns1:lnTo>
                    <ns1:pt x="1772" y="271"/>
                  </ns1:lnTo>
                  <ns1:close/>
                  <ns1:moveTo>
                    <ns1:pt x="902" y="142"/>
                  </ns1:moveTo>
                  <ns1:cubicBezTo>
                    <ns1:pt x="735" y="142"/>
                    <ns1:pt x="735" y="142"/>
                    <ns1:pt x="735" y="142"/>
                  </ns1:cubicBezTo>
                  <ns1:cubicBezTo>
                    <ns1:pt x="735" y="82"/>
                    <ns1:pt x="735" y="82"/>
                    <ns1:pt x="735" y="82"/>
                  </ns1:cubicBezTo>
                  <ns1:cubicBezTo>
                    <ns1:pt x="902" y="82"/>
                    <ns1:pt x="902" y="82"/>
                    <ns1:pt x="902" y="82"/>
                  </ns1:cubicBezTo>
                  <ns1:cubicBezTo>
                    <ns1:pt x="902" y="142"/>
                    <ns1:pt x="902" y="142"/>
                    <ns1:pt x="902" y="142"/>
                  </ns1:cubicBezTo>
                  <ns1:close/>
                  <ns1:moveTo>
                    <ns1:pt x="486" y="82"/>
                  </ns1:moveTo>
                  <ns1:cubicBezTo>
                    <ns1:pt x="653" y="82"/>
                    <ns1:pt x="653" y="82"/>
                    <ns1:pt x="653" y="82"/>
                  </ns1:cubicBezTo>
                  <ns1:cubicBezTo>
                    <ns1:pt x="653" y="142"/>
                    <ns1:pt x="653" y="142"/>
                    <ns1:pt x="653" y="142"/>
                  </ns1:cubicBezTo>
                  <ns1:cubicBezTo>
                    <ns1:pt x="486" y="142"/>
                    <ns1:pt x="486" y="142"/>
                    <ns1:pt x="486" y="142"/>
                  </ns1:cubicBezTo>
                  <ns1:lnTo>
                    <ns1:pt x="486" y="82"/>
                  </ns1:lnTo>
                  <ns1:close/>
                  <ns1:moveTo>
                    <ns1:pt x="82" y="679"/>
                  </ns1:moveTo>
                  <ns1:cubicBezTo>
                    <ns1:pt x="82" y="293"/>
                    <ns1:pt x="82" y="293"/>
                    <ns1:pt x="82" y="293"/>
                  </ns1:cubicBezTo>
                  <ns1:cubicBezTo>
                    <ns1:pt x="157" y="293"/>
                    <ns1:pt x="157" y="293"/>
                    <ns1:pt x="157" y="293"/>
                  </ns1:cubicBezTo>
                  <ns1:cubicBezTo>
                    <ns1:pt x="157" y="679"/>
                    <ns1:pt x="157" y="679"/>
                    <ns1:pt x="157" y="679"/>
                  </ns1:cubicBezTo>
                  <ns1:lnTo>
                    <ns1:pt x="82" y="679"/>
                  </ns1:lnTo>
                  <ns1:close/>
                  <ns1:moveTo>
                    <ns1:pt x="239" y="720"/>
                  </ns1:moveTo>
                  <ns1:cubicBezTo>
                    <ns1:pt x="239" y="646"/>
                    <ns1:pt x="239" y="646"/>
                    <ns1:pt x="239" y="646"/>
                  </ns1:cubicBezTo>
                  <ns1:cubicBezTo>
                    <ns1:pt x="737" y="646"/>
                    <ns1:pt x="737" y="646"/>
                    <ns1:pt x="737" y="646"/>
                  </ns1:cubicBezTo>
                  <ns1:cubicBezTo>
                    <ns1:pt x="760" y="646"/>
                    <ns1:pt x="778" y="628"/>
                    <ns1:pt x="778" y="605"/>
                  </ns1:cubicBezTo>
                  <ns1:cubicBezTo>
                    <ns1:pt x="778" y="583"/>
                    <ns1:pt x="760" y="565"/>
                    <ns1:pt x="737" y="565"/>
                  </ns1:cubicBezTo>
                  <ns1:cubicBezTo>
                    <ns1:pt x="239" y="565"/>
                    <ns1:pt x="239" y="565"/>
                    <ns1:pt x="239" y="565"/>
                  </ns1:cubicBezTo>
                  <ns1:cubicBezTo>
                    <ns1:pt x="239" y="223"/>
                    <ns1:pt x="239" y="223"/>
                    <ns1:pt x="239" y="223"/>
                  </ns1:cubicBezTo>
                  <ns1:cubicBezTo>
                    <ns1:pt x="404" y="223"/>
                    <ns1:pt x="404" y="223"/>
                    <ns1:pt x="404" y="223"/>
                  </ns1:cubicBezTo>
                  <ns1:cubicBezTo>
                    <ns1:pt x="404" y="440"/>
                    <ns1:pt x="404" y="440"/>
                    <ns1:pt x="404" y="440"/>
                  </ns1:cubicBezTo>
                  <ns1:cubicBezTo>
                    <ns1:pt x="404" y="463"/>
                    <ns1:pt x="423" y="481"/>
                    <ns1:pt x="445" y="481"/>
                  </ns1:cubicBezTo>
                  <ns1:cubicBezTo>
                    <ns1:pt x="1772" y="481"/>
                    <ns1:pt x="1772" y="481"/>
                    <ns1:pt x="1772" y="481"/>
                  </ns1:cubicBezTo>
                  <ns1:cubicBezTo>
                    <ns1:pt x="1772" y="565"/>
                    <ns1:pt x="1772" y="565"/>
                    <ns1:pt x="1772" y="565"/>
                  </ns1:cubicBezTo>
                  <ns1:cubicBezTo>
                    <ns1:pt x="1064" y="565"/>
                    <ns1:pt x="1064" y="565"/>
                    <ns1:pt x="1064" y="565"/>
                  </ns1:cubicBezTo>
                  <ns1:cubicBezTo>
                    <ns1:pt x="1041" y="565"/>
                    <ns1:pt x="1023" y="583"/>
                    <ns1:pt x="1023" y="605"/>
                  </ns1:cubicBezTo>
                  <ns1:cubicBezTo>
                    <ns1:pt x="1023" y="628"/>
                    <ns1:pt x="1041" y="646"/>
                    <ns1:pt x="1064" y="646"/>
                  </ns1:cubicBezTo>
                  <ns1:cubicBezTo>
                    <ns1:pt x="1772" y="646"/>
                    <ns1:pt x="1772" y="646"/>
                    <ns1:pt x="1772" y="646"/>
                  </ns1:cubicBezTo>
                  <ns1:cubicBezTo>
                    <ns1:pt x="1772" y="738"/>
                    <ns1:pt x="1772" y="738"/>
                    <ns1:pt x="1772" y="738"/>
                  </ns1:cubicBezTo>
                  <ns1:cubicBezTo>
                    <ns1:pt x="239" y="738"/>
                    <ns1:pt x="239" y="738"/>
                    <ns1:pt x="239" y="738"/>
                  </ns1:cubicBezTo>
                  <ns1:lnTo>
                    <ns1:pt x="239" y="720"/>
                  </ns1:lnTo>
                  <ns1:close/>
                  <ns1:moveTo>
                    <ns1:pt x="718" y="982"/>
                  </ns1:moveTo>
                  <ns1:cubicBezTo>
                    <ns1:pt x="421" y="982"/>
                    <ns1:pt x="421" y="982"/>
                    <ns1:pt x="421" y="982"/>
                  </ns1:cubicBezTo>
                  <ns1:cubicBezTo>
                    <ns1:pt x="421" y="819"/>
                    <ns1:pt x="421" y="819"/>
                    <ns1:pt x="421" y="819"/>
                  </ns1:cubicBezTo>
                  <ns1:cubicBezTo>
                    <ns1:pt x="718" y="819"/>
                    <ns1:pt x="718" y="819"/>
                    <ns1:pt x="718" y="819"/>
                  </ns1:cubicBezTo>
                  <ns1:lnTo>
                    <ns1:pt x="718" y="982"/>
                  </ns1:lnTo>
                  <ns1:close/>
                  <ns1:moveTo>
                    <ns1:pt x="1772" y="819"/>
                  </ns1:moveTo>
                  <ns1:cubicBezTo>
                    <ns1:pt x="1772" y="1106"/>
                    <ns1:pt x="1772" y="1106"/>
                    <ns1:pt x="1772" y="1106"/>
                  </ns1:cubicBezTo>
                  <ns1:cubicBezTo>
                    <ns1:pt x="1726" y="1061"/>
                    <ns1:pt x="1662" y="1034"/>
                    <ns1:pt x="1593" y="1034"/>
                  </ns1:cubicBezTo>
                  <ns1:cubicBezTo>
                    <ns1:pt x="1523" y="1034"/>
                    <ns1:pt x="1460" y="1061"/>
                    <ns1:pt x="1413" y="1106"/>
                  </ns1:cubicBezTo>
                  <ns1:cubicBezTo>
                    <ns1:pt x="1413" y="819"/>
                    <ns1:pt x="1413" y="819"/>
                    <ns1:pt x="1413" y="819"/>
                  </ns1:cubicBezTo>
                  <ns1:lnTo>
                    <ns1:pt x="1772" y="819"/>
                  </ns1:lnTo>
                  <ns1:close/>
                  <ns1:moveTo>
                    <ns1:pt x="1772" y="1295"/>
                  </ns1:moveTo>
                  <ns1:cubicBezTo>
                    <ns1:pt x="1772" y="1394"/>
                    <ns1:pt x="1692" y="1475"/>
                    <ns1:pt x="1593" y="1475"/>
                  </ns1:cubicBezTo>
                  <ns1:cubicBezTo>
                    <ns1:pt x="1494" y="1475"/>
                    <ns1:pt x="1413" y="1394"/>
                    <ns1:pt x="1413" y="1295"/>
                  </ns1:cubicBezTo>
                  <ns1:cubicBezTo>
                    <ns1:pt x="1413" y="1196"/>
                    <ns1:pt x="1494" y="1115"/>
                    <ns1:pt x="1593" y="1115"/>
                  </ns1:cubicBezTo>
                  <ns1:cubicBezTo>
                    <ns1:pt x="1692" y="1115"/>
                    <ns1:pt x="1772" y="1196"/>
                    <ns1:pt x="1772" y="1295"/>
                  </ns1:cubicBezTo>
                  <ns1:close/>
                  <ns1:moveTo>
                    <ns1:pt x="1413" y="1485"/>
                  </ns1:moveTo>
                  <ns1:cubicBezTo>
                    <ns1:pt x="1460" y="1529"/>
                    <ns1:pt x="1523" y="1557"/>
                    <ns1:pt x="1593" y="1557"/>
                  </ns1:cubicBezTo>
                  <ns1:cubicBezTo>
                    <ns1:pt x="1662" y="1557"/>
                    <ns1:pt x="1726" y="1529"/>
                    <ns1:pt x="1772" y="1485"/>
                  </ns1:cubicBezTo>
                  <ns1:cubicBezTo>
                    <ns1:pt x="1772" y="1771"/>
                    <ns1:pt x="1772" y="1771"/>
                    <ns1:pt x="1772" y="1771"/>
                  </ns1:cubicBezTo>
                  <ns1:cubicBezTo>
                    <ns1:pt x="1413" y="1771"/>
                    <ns1:pt x="1413" y="1771"/>
                    <ns1:pt x="1413" y="1771"/>
                  </ns1:cubicBezTo>
                  <ns1:cubicBezTo>
                    <ns1:pt x="1413" y="1485"/>
                    <ns1:pt x="1413" y="1485"/>
                    <ns1:pt x="1413" y="1485"/>
                  </ns1:cubicBezTo>
                  <ns1:close/>
                  <ns1:moveTo>
                    <ns1:pt x="1772" y="1956"/>
                  </ns1:moveTo>
                  <ns1:cubicBezTo>
                    <ns1:pt x="290" y="1956"/>
                    <ns1:pt x="290" y="1956"/>
                    <ns1:pt x="290" y="1956"/>
                  </ns1:cubicBezTo>
                  <ns1:cubicBezTo>
                    <ns1:pt x="262" y="1956"/>
                    <ns1:pt x="239" y="1933"/>
                    <ns1:pt x="239" y="1905"/>
                  </ns1:cubicBezTo>
                  <ns1:cubicBezTo>
                    <ns1:pt x="239" y="1876"/>
                    <ns1:pt x="262" y="1853"/>
                    <ns1:pt x="290" y="1853"/>
                  </ns1:cubicBezTo>
                  <ns1:cubicBezTo>
                    <ns1:pt x="1772" y="1853"/>
                    <ns1:pt x="1772" y="1853"/>
                    <ns1:pt x="1772" y="1853"/>
                  </ns1:cubicBezTo>
                  <ns1:lnTo>
                    <ns1:pt x="1772" y="1956"/>
                  </ns1:lnTo>
                  <ns1:close/>
                  <ns1:moveTo>
                    <ns1:pt x="1962" y="1771"/>
                  </ns1:moveTo>
                  <ns1:cubicBezTo>
                    <ns1:pt x="1854" y="1771"/>
                    <ns1:pt x="1854" y="1771"/>
                    <ns1:pt x="1854" y="1771"/>
                  </ns1:cubicBezTo>
                  <ns1:cubicBezTo>
                    <ns1:pt x="1854" y="481"/>
                    <ns1:pt x="1854" y="481"/>
                    <ns1:pt x="1854" y="481"/>
                  </ns1:cubicBezTo>
                  <ns1:cubicBezTo>
                    <ns1:pt x="1962" y="481"/>
                    <ns1:pt x="1962" y="481"/>
                    <ns1:pt x="1962" y="481"/>
                  </ns1:cubicBezTo>
                  <ns1:lnTo>
                    <ns1:pt x="1962" y="1771"/>
                  </ns1:lnTo>
                  <ns1:close/>
                  <ns1:moveTo>
                    <ns1:pt x="1962" y="1771"/>
                  </ns1:moveTo>
                  <ns1:cubicBezTo>
                    <ns1:pt x="1962" y="1771"/>
                    <ns1:pt x="1962" y="1771"/>
                    <ns1:pt x="1962" y="1771"/>
                  </ns1:cubicBezTo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4:hiddenLine w="9525">
                  <ns1:solidFill>
                    <ns1:srgbClr val="000000"/>
                  </ns1:solidFill>
                  <ns1:round/>
                  <ns1:headEnd/>
                  <ns1:tailEnd/>
                </ns4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en-US"/>
            </ns1:p>
          </ns0:txBody>
        </ns0:sp>
        <ns0:sp>
          <ns0:nvSpPr>
            <ns0:cNvPr id="58" name="Freeform 47">
              <ns1:extLst>
                <ns1:ext uri="{FF2B5EF4-FFF2-40B4-BE49-F238E27FC236}">
                  <ns2:creationId id="{547DCA0F-1E1F-41B9-941D-B36BB2E35F1E}"/>
                </ns1:ext>
              </ns1:extLst>
            </ns0:cNvPr>
            <ns0:cNvSpPr>
              <ns1:spLocks noEditPoints="1"/>
            </ns0:cNvSpPr>
            <ns0:nvPr/>
          </ns0:nvSpPr>
          <ns0:spPr bwMode="auto">
            <ns1:xfrm>
              <ns1:off x="3482" y="1186"/>
              <ns1:ext cx="196" cy="191"/>
            </ns1:xfrm>
            <ns1:custGeom>
              <ns1:avLst/>
              <ns1:gdLst>
                <ns1:gd name="T0" fmla="*/ 8 w 93"/>
                <ns1:gd name="T1" fmla="*/ 62 h 90"/>
                <ns1:gd name="T2" fmla="*/ 47 w 93"/>
                <ns1:gd name="T3" fmla="*/ 90 h 90"/>
                <ns1:gd name="T4" fmla="*/ 60 w 93"/>
                <ns1:gd name="T5" fmla="*/ 87 h 90"/>
                <ns1:gd name="T6" fmla="*/ 85 w 93"/>
                <ns1:gd name="T7" fmla="*/ 35 h 90"/>
                <ns1:gd name="T8" fmla="*/ 84 w 93"/>
                <ns1:gd name="T9" fmla="*/ 32 h 90"/>
                <ns1:gd name="T10" fmla="*/ 32 w 93"/>
                <ns1:gd name="T11" fmla="*/ 8 h 90"/>
                <ns1:gd name="T12" fmla="*/ 7 w 93"/>
                <ns1:gd name="T13" fmla="*/ 60 h 90"/>
                <ns1:gd name="T14" fmla="*/ 8 w 93"/>
                <ns1:gd name="T15" fmla="*/ 62 h 90"/>
                <ns1:gd name="T16" fmla="*/ 8 w 93"/>
                <ns1:gd name="T17" fmla="*/ 62 h 90"/>
                <ns1:gd name="T18" fmla="*/ 8 w 93"/>
                <ns1:gd name="T19" fmla="*/ 62 h 90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</ns1:cxnLst>
              <ns1:rect l="0" t="0" r="r" b="b"/>
              <ns1:pathLst>
                <ns1:path w="93" h="90">
                  <ns1:moveTo>
                    <ns1:pt x="8" y="62"/>
                  </ns1:moveTo>
                  <ns1:cubicBezTo>
                    <ns1:pt x="14" y="79"/>
                    <ns1:pt x="30" y="90"/>
                    <ns1:pt x="47" y="90"/>
                  </ns1:cubicBezTo>
                  <ns1:cubicBezTo>
                    <ns1:pt x="51" y="90"/>
                    <ns1:pt x="56" y="89"/>
                    <ns1:pt x="60" y="87"/>
                  </ns1:cubicBezTo>
                  <ns1:cubicBezTo>
                    <ns1:pt x="82" y="80"/>
                    <ns1:pt x="93" y="56"/>
                    <ns1:pt x="85" y="35"/>
                  </ns1:cubicBezTo>
                  <ns1:cubicBezTo>
                    <ns1:pt x="84" y="32"/>
                    <ns1:pt x="84" y="32"/>
                    <ns1:pt x="84" y="32"/>
                  </ns1:cubicBezTo>
                  <ns1:cubicBezTo>
                    <ns1:pt x="77" y="11"/>
                    <ns1:pt x="53" y="0"/>
                    <ns1:pt x="32" y="8"/>
                  </ns1:cubicBezTo>
                  <ns1:cubicBezTo>
                    <ns1:pt x="11" y="15"/>
                    <ns1:pt x="0" y="39"/>
                    <ns1:pt x="7" y="60"/>
                  </ns1:cubicBezTo>
                  <ns1:lnTo>
                    <ns1:pt x="8" y="62"/>
                  </ns1:lnTo>
                  <ns1:close/>
                  <ns1:moveTo>
                    <ns1:pt x="8" y="62"/>
                  </ns1:moveTo>
                  <ns1:cubicBezTo>
                    <ns1:pt x="8" y="62"/>
                    <ns1:pt x="8" y="62"/>
                    <ns1:pt x="8" y="62"/>
                  </ns1:cubicBezTo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4:hiddenLine w="9525">
                  <ns1:solidFill>
                    <ns1:srgbClr val="000000"/>
                  </ns1:solidFill>
                  <ns1:round/>
                  <ns1:headEnd/>
                  <ns1:tailEnd/>
                </ns4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en-US"/>
            </ns1:p>
          </ns0:txBody>
        </ns0:sp>
        <ns0:sp>
          <ns0:nvSpPr>
            <ns0:cNvPr id="59" name="Freeform 48">
              <ns1:extLst>
                <ns1:ext uri="{FF2B5EF4-FFF2-40B4-BE49-F238E27FC236}">
                  <ns2:creationId id="{56EA6BEA-0621-4D01-B26B-10D5B03FED45}"/>
                </ns1:ext>
              </ns1:extLst>
            </ns0:cNvPr>
            <ns0:cNvSpPr>
              <ns1:spLocks noEditPoints="1"/>
            </ns0:cNvSpPr>
            <ns0:nvPr/>
          </ns0:nvSpPr>
          <ns0:spPr bwMode="auto">
            <ns1:xfrm>
              <ns1:off x="2609" y="2960"/>
              <ns1:ext cx="196" cy="189"/>
            </ns1:xfrm>
            <ns1:custGeom>
              <ns1:avLst/>
              <ns1:gdLst>
                <ns1:gd name="T0" fmla="*/ 47 w 93"/>
                <ns1:gd name="T1" fmla="*/ 89 h 89"/>
                <ns1:gd name="T2" fmla="*/ 60 w 93"/>
                <ns1:gd name="T3" fmla="*/ 87 h 89"/>
                <ns1:gd name="T4" fmla="*/ 85 w 93"/>
                <ns1:gd name="T5" fmla="*/ 35 h 89"/>
                <ns1:gd name="T6" fmla="*/ 84 w 93"/>
                <ns1:gd name="T7" fmla="*/ 32 h 89"/>
                <ns1:gd name="T8" fmla="*/ 32 w 93"/>
                <ns1:gd name="T9" fmla="*/ 7 h 89"/>
                <ns1:gd name="T10" fmla="*/ 7 w 93"/>
                <ns1:gd name="T11" fmla="*/ 59 h 89"/>
                <ns1:gd name="T12" fmla="*/ 8 w 93"/>
                <ns1:gd name="T13" fmla="*/ 62 h 89"/>
                <ns1:gd name="T14" fmla="*/ 47 w 93"/>
                <ns1:gd name="T15" fmla="*/ 89 h 89"/>
                <ns1:gd name="T16" fmla="*/ 47 w 93"/>
                <ns1:gd name="T17" fmla="*/ 89 h 89"/>
                <ns1:gd name="T18" fmla="*/ 47 w 93"/>
                <ns1:gd name="T19" fmla="*/ 89 h 89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</ns1:cxnLst>
              <ns1:rect l="0" t="0" r="r" b="b"/>
              <ns1:pathLst>
                <ns1:path w="93" h="89">
                  <ns1:moveTo>
                    <ns1:pt x="47" y="89"/>
                  </ns1:moveTo>
                  <ns1:cubicBezTo>
                    <ns1:pt x="51" y="89"/>
                    <ns1:pt x="56" y="89"/>
                    <ns1:pt x="60" y="87"/>
                  </ns1:cubicBezTo>
                  <ns1:cubicBezTo>
                    <ns1:pt x="82" y="79"/>
                    <ns1:pt x="93" y="56"/>
                    <ns1:pt x="85" y="35"/>
                  </ns1:cubicBezTo>
                  <ns1:cubicBezTo>
                    <ns1:pt x="84" y="32"/>
                    <ns1:pt x="84" y="32"/>
                    <ns1:pt x="84" y="32"/>
                  </ns1:cubicBezTo>
                  <ns1:cubicBezTo>
                    <ns1:pt x="77" y="11"/>
                    <ns1:pt x="53" y="0"/>
                    <ns1:pt x="32" y="7"/>
                  </ns1:cubicBezTo>
                  <ns1:cubicBezTo>
                    <ns1:pt x="11" y="15"/>
                    <ns1:pt x="0" y="38"/>
                    <ns1:pt x="7" y="59"/>
                  </ns1:cubicBezTo>
                  <ns1:cubicBezTo>
                    <ns1:pt x="8" y="62"/>
                    <ns1:pt x="8" y="62"/>
                    <ns1:pt x="8" y="62"/>
                  </ns1:cubicBezTo>
                  <ns1:cubicBezTo>
                    <ns1:pt x="14" y="79"/>
                    <ns1:pt x="30" y="89"/>
                    <ns1:pt x="47" y="89"/>
                  </ns1:cubicBezTo>
                  <ns1:close/>
                  <ns1:moveTo>
                    <ns1:pt x="47" y="89"/>
                  </ns1:moveTo>
                  <ns1:cubicBezTo>
                    <ns1:pt x="47" y="89"/>
                    <ns1:pt x="47" y="89"/>
                    <ns1:pt x="47" y="89"/>
                  </ns1:cubicBezTo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4:hiddenLine w="9525">
                  <ns1:solidFill>
                    <ns1:srgbClr val="000000"/>
                  </ns1:solidFill>
                  <ns1:round/>
                  <ns1:headEnd/>
                  <ns1:tailEnd/>
                </ns4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en-US"/>
            </ns1:p>
          </ns0:txBody>
        </ns0:sp>
      </ns0:grpSp>
      <ns0:grpSp>
        <ns0:nvGrpSpPr>
          <ns0:cNvPr id="64" name="Group 63">
            <ns1:extLst>
              <ns1:ext uri="{FF2B5EF4-FFF2-40B4-BE49-F238E27FC236}">
                <ns2:creationId id="{0441CDBA-3D26-432F-A205-4B05CB16B87A}"/>
              </ns1:ext>
            </ns1:extLst>
          </ns0:cNvPr>
          <ns0:cNvGrpSpPr/>
          <ns0:nvPr/>
        </ns0:nvGrpSpPr>
        <ns0:grpSpPr>
          <ns1:xfrm>
            <ns1:off x="11546118" y="560264"/>
            <ns1:ext cx="400110" cy="3615786"/>
            <ns1:chOff x="11546118" y="505672"/>
            <ns1:chExt cx="400110" cy="3615786"/>
          </ns1:xfrm>
        </ns0:grpSpPr>
        <ns0:sp>
          <ns0:nvSpPr>
            <ns0:cNvPr id="65" name="TextBox 64">
              <ns1:extLst>
                <ns1:ext uri="{FF2B5EF4-FFF2-40B4-BE49-F238E27FC236}">
                  <ns2:creationId id="{D2077B91-80AA-4C8E-B584-A61CC6CBCD30}"/>
                </ns1:ext>
              </ns1:extLst>
            </ns0:cNvPr>
            <ns0:cNvSpPr txBox="1"/>
            <ns0:nvPr/>
          </ns0:nvSpPr>
          <ns0:spPr>
            <ns1:xfrm>
              <ns1:off x="11546118" y="2028577"/>
              <ns1:ext cx="400110" cy="2092881"/>
            </ns1:xfrm>
            <ns1:prstGeom prst="rect">
              <ns1:avLst/>
            </ns1:prstGeom>
            <ns1:noFill/>
          </ns0:spPr>
          <ns0:txBody>
            <ns1:bodyPr vert="vert" wrap="none" rtlCol="0">
              <ns1:spAutoFit/>
            </ns1:bodyPr>
            <ns1:lstStyle/>
            <ns1:p>
              <ns1:r>
                <ns1:rPr lang="en-US" sz="1400" b="1" spc="300">
                  <ns1:solidFill>
                    <ns1:schemeClr val="bg1"/>
                  </ns1:solidFill>
                  <ns1:latin typeface="Lato" panose="020F0502020204030203" pitchFamily="34" charset="0"/>
                  <ns1:ea typeface="Lato" panose="020F0502020204030203" pitchFamily="34" charset="0"/>
                  <ns1:cs typeface="Lato" panose="020F0502020204030203" pitchFamily="34" charset="0"/>
                </ns1:rPr>
                <ns1:t>{SlideSectionLabel}</ns1:t>
              </ns1:r>
            </ns1:p>
          </ns0:txBody>
        </ns0:sp>
        <ns0:cxnSp>
          <ns0:nvCxnSpPr>
            <ns0:cNvPr id="66" name="Straight Connector 65">
              <ns1:extLst>
                <ns1:ext uri="{FF2B5EF4-FFF2-40B4-BE49-F238E27FC236}">
                  <ns2:creationId id="{1C64BCBA-87EF-4C66-8F85-6468557E4521}"/>
                </ns1:ext>
              </ns1:extLst>
            </ns0:cNvPr>
            <ns0:cNvCxnSpPr/>
            <ns0:nvPr/>
          </ns0:nvCxnSpPr>
          <ns0:spPr>
            <ns1:xfrm>
              <ns1:off x="11718877" y="505672"/>
              <ns1:ext cx="0" cy="1296538"/>
            </ns1:xfrm>
            <ns1:prstGeom prst="line">
              <ns1:avLst/>
            </ns1:prstGeom>
            <ns1:ln>
              <ns1:solidFill>
                <ns1:schemeClr val="bg1"/>
              </ns1:solidFill>
            </ns1:ln>
          </ns0:spPr>
          <ns0:style>
            <ns1:lnRef idx="1">
              <ns1:schemeClr val="accent1"/>
            </ns1:lnRef>
            <ns1:fillRef idx="0">
              <ns1:schemeClr val="accent1"/>
            </ns1:fillRef>
            <ns1:effectRef idx="0">
              <ns1:schemeClr val="accent1"/>
            </ns1:effectRef>
            <ns1:fontRef idx="minor">
              <ns1:schemeClr val="tx1"/>
            </ns1:fontRef>
          </ns0:style>
        </ns0:cxnSp>
      </ns0:grpSp>
      <ns0:sp>
        <ns0:nvSpPr>
          <ns0:cNvPr id="3" name="Picture Placeholder 2">
            <ns1:extLst>
              <ns1:ext uri="{FF2B5EF4-FFF2-40B4-BE49-F238E27FC236}">
                <ns2:creationId id="{978ED60D-F6AE-40EF-B24C-23632C246D25}"/>
              </ns1:ext>
            </ns1:extLst>
          </ns0:cNvPr>
          <ns0:cNvSpPr>
            <ns1:spLocks noGrp="1"/>
          </ns0:cNvSpPr>
          <ns0:nvPr>
            <ns0:ph type="pic" sz="quarter" idx="12"/>
          </ns0:nvPr>
        </ns0:nvSpPr>
        <ns0:spPr/>
      </ns0:sp>
    </ns0:spTree>
    <ns0:extLst>
      <ns0:ext uri="{BB962C8B-B14F-4D97-AF65-F5344CB8AC3E}">
        <ns5:creationId val="3478238630"/>
      </ns0:ext>
    </ns0:extLst>
  </ns0:cSld>
  <ns0:clrMapOvr>
    <ns1:masterClrMapping/>
  </ns0:clrMapOvr>
</ns0:sld>
</file>

<file path=ppt/slides/slide22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microsoft.com/office/drawing/2010/main" xmlns:ns4="http://schemas.microsoft.com/office/powerpoint/2010/main">
  <ns0:cSld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grpSp>
        <ns0:nvGrpSpPr>
          <ns0:cNvPr id="140" name="Group 139">
            <ns1:extLst>
              <ns1:ext uri="{FF2B5EF4-FFF2-40B4-BE49-F238E27FC236}">
                <ns2:creationId id="{B203AAD3-0842-40CE-A22A-3D198A089E13}"/>
              </ns1:ext>
            </ns1:extLst>
          </ns0:cNvPr>
          <ns0:cNvGrpSpPr/>
          <ns0:nvPr/>
        </ns0:nvGrpSpPr>
        <ns0:grpSpPr>
          <ns1:xfrm>
            <ns1:off x="5703741" y="2307096"/>
            <ns1:ext cx="2816827" cy="4566240"/>
            <ns1:chOff x="5703741" y="2307096"/>
            <ns1:chExt cx="2816827" cy="4566240"/>
          </ns1:xfrm>
        </ns0:grpSpPr>
        <ns0:sp>
          <ns0:nvSpPr>
            <ns0:cNvPr id="44" name="Rectangle 43">
              <ns1:extLst>
                <ns1:ext uri="{FF2B5EF4-FFF2-40B4-BE49-F238E27FC236}">
                  <ns2:creationId id="{E79BCFBC-61B9-428D-8BDF-76778F3C7EA6}"/>
                </ns1:ext>
              </ns1:extLst>
            </ns0:cNvPr>
            <ns0:cNvSpPr/>
            <ns0:nvPr/>
          </ns0:nvSpPr>
          <ns0:spPr>
            <ns1:xfrm>
              <ns1:off x="5703741" y="2307096"/>
              <ns1:ext cx="2816826" cy="4566240"/>
            </ns1:xfrm>
            <ns1:prstGeom prst="rect">
              <ns1:avLst/>
            </ns1:prstGeom>
            <ns1:solidFill>
              <ns1:schemeClr val="bg1">
                <ns1:lumMod val="95000"/>
              </ns1:schemeClr>
            </ns1:solidFill>
            <ns1:ln>
              <ns1:noFill/>
            </ns1:ln>
          </ns0:spPr>
          <ns0:style>
            <ns1:lnRef idx="2">
              <ns1:schemeClr val="accent1">
                <ns1:shade val="50000"/>
              </ns1:schemeClr>
            </ns1:lnRef>
            <ns1:fillRef idx="1">
              <ns1:schemeClr val="accent1"/>
            </ns1:fillRef>
            <ns1:effectRef idx="0">
              <ns1:schemeClr val="accent1"/>
            </ns1:effectRef>
            <ns1:fontRef idx="minor">
              <ns1:schemeClr val="lt1"/>
            </ns1:fontRef>
          </ns0:style>
          <ns0:txBody>
            <ns1:bodyPr rtlCol="0" anchor="ctr"/>
            <ns1:lstStyle/>
            <ns1:p>
              <ns1:pPr algn="ctr"/>
              <ns1:endParaRPr lang="en-US">
                <ns1:latin typeface="Lato" panose="020F0502020204030203" pitchFamily="34" charset="0"/>
                <ns1:ea typeface="Lato" panose="020F0502020204030203" pitchFamily="34" charset="0"/>
                <ns1:cs typeface="Lato" panose="020F0502020204030203" pitchFamily="34" charset="0"/>
              </ns1:endParaRPr>
            </ns1:p>
          </ns0:txBody>
        </ns0:sp>
        <ns0:sp>
          <ns0:nvSpPr>
            <ns0:cNvPr id="74" name="Freeform: Shape 73">
              <ns1:extLst>
                <ns1:ext uri="{FF2B5EF4-FFF2-40B4-BE49-F238E27FC236}">
                  <ns2:creationId id="{A5596A55-5038-462D-A451-359B6B55351D}"/>
                </ns1:ext>
              </ns1:extLst>
            </ns0:cNvPr>
            <ns0:cNvSpPr/>
            <ns0:nvPr/>
          </ns0:nvSpPr>
          <ns0:spPr>
            <ns1:xfrm rot="16200000">
              <ns1:off x="6450444" y="1560394"/>
              <ns1:ext cx="1323421" cy="2816827"/>
            </ns1:xfrm>
            <ns1:custGeom>
              <ns1:avLst/>
              <ns1:gdLst>
                <ns1:gd name="connsiteX0" fmla="*/ 1323420 w 1323420"/>
                <ns1:gd name="connsiteY0" fmla="*/ 1 h 2816827"/>
                <ns1:gd name="connsiteX1" fmla="*/ 1323420 w 1323420"/>
                <ns1:gd name="connsiteY1" fmla="*/ 2816827 h 2816827"/>
                <ns1:gd name="connsiteX2" fmla="*/ 291034 w 1323420"/>
                <ns1:gd name="connsiteY2" fmla="*/ 2816827 h 2816827"/>
                <ns1:gd name="connsiteX3" fmla="*/ 291034 w 1323420"/>
                <ns1:gd name="connsiteY3" fmla="*/ 1990480 h 2816827"/>
                <ns1:gd name="connsiteX4" fmla="*/ 0 w 1323420"/>
                <ns1:gd name="connsiteY4" fmla="*/ 1408414 h 2816827"/>
                <ns1:gd name="connsiteX5" fmla="*/ 291034 w 1323420"/>
                <ns1:gd name="connsiteY5" fmla="*/ 826347 h 2816827"/>
                <ns1:gd name="connsiteX6" fmla="*/ 291034 w 1323420"/>
                <ns1:gd name="connsiteY6" fmla="*/ 0 h 2816827"/>
              </ns1:gdLst>
              <ns1:ahLst/>
              <ns1:cxnLst>
                <ns1:cxn ang="0">
                  <ns1:pos x="connsiteX0" y="connsiteY0"/>
                </ns1:cxn>
                <ns1:cxn ang="0">
                  <ns1:pos x="connsiteX1" y="connsiteY1"/>
                </ns1:cxn>
                <ns1:cxn ang="0">
                  <ns1:pos x="connsiteX2" y="connsiteY2"/>
                </ns1:cxn>
                <ns1:cxn ang="0">
                  <ns1:pos x="connsiteX3" y="connsiteY3"/>
                </ns1:cxn>
                <ns1:cxn ang="0">
                  <ns1:pos x="connsiteX4" y="connsiteY4"/>
                </ns1:cxn>
                <ns1:cxn ang="0">
                  <ns1:pos x="connsiteX5" y="connsiteY5"/>
                </ns1:cxn>
                <ns1:cxn ang="0">
                  <ns1:pos x="connsiteX6" y="connsiteY6"/>
                </ns1:cxn>
              </ns1:cxnLst>
              <ns1:rect l="l" t="t" r="r" b="b"/>
              <ns1:pathLst>
                <ns1:path w="1323420" h="2816827">
                  <ns1:moveTo>
                    <ns1:pt x="1323420" y="1"/>
                  </ns1:moveTo>
                  <ns1:lnTo>
                    <ns1:pt x="1323420" y="2816827"/>
                  </ns1:lnTo>
                  <ns1:lnTo>
                    <ns1:pt x="291034" y="2816827"/>
                  </ns1:lnTo>
                  <ns1:lnTo>
                    <ns1:pt x="291034" y="1990480"/>
                  </ns1:lnTo>
                  <ns1:lnTo>
                    <ns1:pt x="0" y="1408414"/>
                  </ns1:lnTo>
                  <ns1:lnTo>
                    <ns1:pt x="291034" y="826347"/>
                  </ns1:lnTo>
                  <ns1:lnTo>
                    <ns1:pt x="291034" y="0"/>
                  </ns1:lnTo>
                  <ns1:close/>
                </ns1:path>
              </ns1:pathLst>
            </ns1:custGeom>
            <ns1:solidFill>
              <ns1:srgbClr val="F07D66"/>
            </ns1:solidFill>
            <ns1:ln>
              <ns1:noFill/>
            </ns1:ln>
          </ns0:spPr>
          <ns0:style>
            <ns1:lnRef idx="2">
              <ns1:schemeClr val="accent1">
                <ns1:shade val="50000"/>
              </ns1:schemeClr>
            </ns1:lnRef>
            <ns1:fillRef idx="1">
              <ns1:schemeClr val="accent1"/>
            </ns1:fillRef>
            <ns1:effectRef idx="0">
              <ns1:schemeClr val="accent1"/>
            </ns1:effectRef>
            <ns1:fontRef idx="minor">
              <ns1:schemeClr val="lt1"/>
            </ns1:fontRef>
          </ns0:style>
          <ns0:txBody>
            <ns1:bodyPr rtlCol="0" anchor="ctr"/>
            <ns1:lstStyle/>
            <ns1:p>
              <ns1:pPr algn="ctr"/>
              <ns1:endParaRPr lang="en-US"/>
            </ns1:p>
          </ns0:txBody>
        </ns0:sp>
        <ns0:sp>
          <ns0:nvSpPr>
            <ns0:cNvPr id="46" name="TextBox 45">
              <ns1:extLst>
                <ns1:ext uri="{FF2B5EF4-FFF2-40B4-BE49-F238E27FC236}">
                  <ns2:creationId id="{16B31D1E-CEEA-4453-B1DF-3B1635CAF930}"/>
                </ns1:ext>
              </ns1:extLst>
            </ns0:cNvPr>
            <ns0:cNvSpPr txBox="1"/>
            <ns0:nvPr/>
          </ns0:nvSpPr>
          <ns0:spPr>
            <ns1:xfrm>
              <ns1:off x="6493985" y="2566717"/>
              <ns1:ext cx="1236338" cy="584775"/>
            </ns1:xfrm>
            <ns1:prstGeom prst="rect">
              <ns1:avLst/>
            </ns1:prstGeom>
            <ns1:noFill/>
          </ns0:spPr>
          <ns0:txBody>
            <ns1:bodyPr wrap="square" rtlCol="0">
              <ns1:spAutoFit/>
            </ns1:bodyPr>
            <ns1:lstStyle/>
            <ns1:p>
              <ns1:pPr algn="ctr"/>
              <ns1:r>
                <ns1:rPr lang="en-US" sz="3200" b="1" baseline="30000" dirty="0">
                  <ns1:solidFill>
                    <ns1:schemeClr val="bg1"/>
                  </ns1:solidFill>
                  <ns1:latin typeface="Lato" panose="020F0502020204030203" pitchFamily="34" charset="0"/>
                  <ns1:ea typeface="Lato" panose="020F0502020204030203" pitchFamily="34" charset="0"/>
                  <ns1:cs typeface="Lato" panose="020F0502020204030203" pitchFamily="34" charset="0"/>
                </ns1:rPr>
                <ns1:t>{SlideStatistic}</ns1:t>
              </ns1:r>
              <ns1:r>
                <ns1:rPr lang="en-US" sz="3200" b="1" dirty="0">
                  <ns1:solidFill>
                    <ns1:schemeClr val="bg1"/>
                  </ns1:solidFill>
                  <ns1:latin typeface="Lato" panose="020F0502020204030203" pitchFamily="34" charset="0"/>
                  <ns1:ea typeface="Lato" panose="020F0502020204030203" pitchFamily="34" charset="0"/>
                  <ns1:cs typeface="Lato" panose="020F0502020204030203" pitchFamily="34" charset="0"/>
                </ns1:rPr>
                <ns1:t/>
              </ns1:r>
            </ns1:p>
          </ns0:txBody>
        </ns0:sp>
        <ns0:grpSp>
          <ns0:nvGrpSpPr>
            <ns0:cNvPr id="76" name="Group 75">
              <ns1:extLst>
                <ns1:ext uri="{FF2B5EF4-FFF2-40B4-BE49-F238E27FC236}">
                  <ns2:creationId id="{9F3B78B6-7E11-4C31-8358-CA8D879C2E4E}"/>
                </ns1:ext>
              </ns1:extLst>
            </ns0:cNvPr>
            <ns0:cNvGrpSpPr/>
            <ns0:nvPr/>
          </ns0:nvGrpSpPr>
          <ns0:grpSpPr>
            <ns1:xfrm>
              <ns1:off x="6355376" y="3984599"/>
              <ns1:ext cx="1513556" cy="2010523"/>
              <ns1:chOff x="6289421" y="3337970"/>
              <ns1:chExt cx="1513556" cy="2010523"/>
            </ns1:xfrm>
          </ns0:grpSpPr>
          <ns0:sp>
            <ns0:nvSpPr>
              <ns0:cNvPr id="51" name="TextBox 50">
                <ns1:extLst>
                  <ns1:ext uri="{FF2B5EF4-FFF2-40B4-BE49-F238E27FC236}">
                    <ns2:creationId id="{508AB5AA-3C70-432E-9BCC-F654EFCB27B9}"/>
                  </ns1:ext>
                </ns1:extLst>
              </ns0:cNvPr>
              <ns0:cNvSpPr txBox="1"/>
              <ns0:nvPr/>
            </ns0:nvSpPr>
            <ns0:spPr>
              <ns1:xfrm>
                <ns1:off x="6395222" y="3337970"/>
                <ns1:ext cx="1301959" cy="292388"/>
              </ns1:xfrm>
              <ns1:prstGeom prst="rect">
                <ns1:avLst/>
              </ns1:prstGeom>
              <ns1:noFill/>
            </ns0:spPr>
            <ns0:txBody>
              <ns1:bodyPr wrap="none" rtlCol="0">
                <ns1:spAutoFit/>
              </ns1:bodyPr>
              <ns1:lstStyle>
                <ns1:defPPr>
                  <ns1:defRPr lang="en-US"/>
                </ns1:defPPr>
                <ns1:lvl1pPr algn="ctr">
                  <ns1:defRPr sz="1200"/>
                </ns1:lvl1pPr>
              </ns1:lstStyle>
              <ns1:p>
                <ns1:pPr marL="171450" indent="-171450">
                  <ns1:buFont typeface="Wingdings" panose="05000000000000000000" pitchFamily="2" charset="2"/>
                  <ns1:buChar char="ü"/>
                </ns1:pPr>
                <ns1:r>
                  <ns1:rPr lang="en-US" sz="1300">
                    <ns1:solidFill>
                      <ns1:schemeClr val="tx1">
                        <ns1:lumMod val="85000"/>
                        <ns1:lumOff val="15000"/>
                      </ns1:schemeClr>
                    </ns1:solidFill>
                    <ns1:latin typeface="Lato" panose="020F0502020204030203" pitchFamily="34" charset="0"/>
                    <ns1:ea typeface="Lato" panose="020F0502020204030203" pitchFamily="34" charset="0"/>
                    <ns1:cs typeface="Lato" panose="020F0502020204030203" pitchFamily="34" charset="0"/>
                  </ns1:rPr>
                  <ns1:t>{SlideSupportingContent}</ns1:t>
                </ns1:r>
                <ns1:endParaRPr lang="en-US" sz="1300" dirty="0">
                  <ns1:solidFill>
                    <ns1:schemeClr val="tx1">
                      <ns1:lumMod val="85000"/>
                      <ns1:lumOff val="15000"/>
                    </ns1:schemeClr>
                  </ns1:solidFill>
                  <ns1:latin typeface="Lato" panose="020F0502020204030203" pitchFamily="34" charset="0"/>
                  <ns1:ea typeface="Lato" panose="020F0502020204030203" pitchFamily="34" charset="0"/>
                  <ns1:cs typeface="Lato" panose="020F0502020204030203" pitchFamily="34" charset="0"/>
                </ns1:endParaRPr>
              </ns1:p>
            </ns0:txBody>
          </ns0:sp>
          <ns0:sp>
            <ns0:nvSpPr>
              <ns0:cNvPr id="52" name="TextBox 51">
                <ns1:extLst>
                  <ns1:ext uri="{FF2B5EF4-FFF2-40B4-BE49-F238E27FC236}">
                    <ns2:creationId id="{7FF321E7-9AE3-4DB3-89B8-3334C6E0AEFF}"/>
                  </ns1:ext>
                </ns1:extLst>
              </ns0:cNvPr>
              <ns0:cNvSpPr txBox="1"/>
              <ns0:nvPr/>
            </ns0:nvSpPr>
            <ns0:spPr>
              <ns1:xfrm>
                <ns1:off x="6289421" y="3767504"/>
                <ns1:ext cx="1513556" cy="292388"/>
              </ns1:xfrm>
              <ns1:prstGeom prst="rect">
                <ns1:avLst/>
              </ns1:prstGeom>
              <ns1:noFill/>
            </ns0:spPr>
            <ns0:txBody>
              <ns1:bodyPr wrap="none" rtlCol="0">
                <ns1:spAutoFit/>
              </ns1:bodyPr>
              <ns1:lstStyle>
                <ns1:defPPr>
                  <ns1:defRPr lang="en-US"/>
                </ns1:defPPr>
                <ns1:lvl1pPr algn="ctr">
                  <ns1:defRPr sz="1200"/>
                </ns1:lvl1pPr>
              </ns1:lstStyle>
              <ns1:p>
                <ns1:pPr marL="171450" indent="-171450">
                  <ns1:buFont typeface="Wingdings" panose="05000000000000000000" pitchFamily="2" charset="2"/>
                  <ns1:buChar char="ü"/>
                </ns1:pPr>
                <ns1:r>
                  <ns1:rPr lang="en-US" sz="1300">
                    <ns1:solidFill>
                      <ns1:schemeClr val="tx1">
                        <ns1:lumMod val="85000"/>
                        <ns1:lumOff val="15000"/>
                      </ns1:schemeClr>
                    </ns1:solidFill>
                    <ns1:latin typeface="Lato" panose="020F0502020204030203" pitchFamily="34" charset="0"/>
                    <ns1:ea typeface="Lato" panose="020F0502020204030203" pitchFamily="34" charset="0"/>
                    <ns1:cs typeface="Lato" panose="020F0502020204030203" pitchFamily="34" charset="0"/>
                  </ns1:rPr>
                  <ns1:t>{SlideCallout}</ns1:t>
                </ns1:r>
                <ns1:endParaRPr lang="en-US" sz="1300" dirty="0">
                  <ns1:solidFill>
                    <ns1:schemeClr val="tx1">
                      <ns1:lumMod val="85000"/>
                      <ns1:lumOff val="15000"/>
                    </ns1:schemeClr>
                  </ns1:solidFill>
                  <ns1:latin typeface="Lato" panose="020F0502020204030203" pitchFamily="34" charset="0"/>
                  <ns1:ea typeface="Lato" panose="020F0502020204030203" pitchFamily="34" charset="0"/>
                  <ns1:cs typeface="Lato" panose="020F0502020204030203" pitchFamily="34" charset="0"/>
                </ns1:endParaRPr>
              </ns1:p>
            </ns0:txBody>
          </ns0:sp>
          <ns0:sp>
            <ns0:nvSpPr>
              <ns0:cNvPr id="53" name="TextBox 52">
                <ns1:extLst>
                  <ns1:ext uri="{FF2B5EF4-FFF2-40B4-BE49-F238E27FC236}">
                    <ns2:creationId id="{C762737B-926B-48E6-9A0B-780A472C47B1}"/>
                  </ns1:ext>
                </ns1:extLst>
              </ns0:cNvPr>
              <ns0:cNvSpPr txBox="1"/>
              <ns0:nvPr/>
            </ns0:nvSpPr>
            <ns0:spPr>
              <ns1:xfrm>
                <ns1:off x="6366365" y="4197037"/>
                <ns1:ext cx="1359668" cy="292388"/>
              </ns1:xfrm>
              <ns1:prstGeom prst="rect">
                <ns1:avLst/>
              </ns1:prstGeom>
              <ns1:noFill/>
            </ns0:spPr>
            <ns0:txBody>
              <ns1:bodyPr wrap="none" rtlCol="0">
                <ns1:spAutoFit/>
              </ns1:bodyPr>
              <ns1:lstStyle>
                <ns1:defPPr>
                  <ns1:defRPr lang="en-US"/>
                </ns1:defPPr>
                <ns1:lvl1pPr algn="ctr">
                  <ns1:defRPr sz="1200"/>
                </ns1:lvl1pPr>
              </ns1:lstStyle>
              <ns1:p>
                <ns1:pPr marL="171450" indent="-171450">
                  <ns1:buFont typeface="Wingdings" panose="05000000000000000000" pitchFamily="2" charset="2"/>
                  <ns1:buChar char="ü"/>
                </ns1:pPr>
                <ns1:r>
                  <ns1:rPr lang="en-US" sz="1300">
                    <ns1:solidFill>
                      <ns1:schemeClr val="tx1">
                        <ns1:lumMod val="85000"/>
                        <ns1:lumOff val="15000"/>
                      </ns1:schemeClr>
                    </ns1:solidFill>
                    <ns1:latin typeface="Lato" panose="020F0502020204030203" pitchFamily="34" charset="0"/>
                    <ns1:ea typeface="Lato" panose="020F0502020204030203" pitchFamily="34" charset="0"/>
                    <ns1:cs typeface="Lato" panose="020F0502020204030203" pitchFamily="34" charset="0"/>
                  </ns1:rPr>
                  <ns1:t>{SlideCaption}</ns1:t>
                </ns1:r>
                <ns1:endParaRPr lang="en-US" sz="1300" dirty="0">
                  <ns1:solidFill>
                    <ns1:schemeClr val="tx1">
                      <ns1:lumMod val="85000"/>
                      <ns1:lumOff val="15000"/>
                    </ns1:schemeClr>
                  </ns1:solidFill>
                  <ns1:latin typeface="Lato" panose="020F0502020204030203" pitchFamily="34" charset="0"/>
                  <ns1:ea typeface="Lato" panose="020F0502020204030203" pitchFamily="34" charset="0"/>
                  <ns1:cs typeface="Lato" panose="020F0502020204030203" pitchFamily="34" charset="0"/>
                </ns1:endParaRPr>
              </ns1:p>
            </ns0:txBody>
          </ns0:sp>
          <ns0:sp>
            <ns0:nvSpPr>
              <ns0:cNvPr id="54" name="TextBox 53">
                <ns1:extLst>
                  <ns1:ext uri="{FF2B5EF4-FFF2-40B4-BE49-F238E27FC236}">
                    <ns2:creationId id="{37B4A643-1469-40EA-A7A4-174E732F5218}"/>
                  </ns1:ext>
                </ns1:extLst>
              </ns0:cNvPr>
              <ns0:cNvSpPr txBox="1"/>
              <ns0:nvPr/>
            </ns0:nvSpPr>
            <ns0:spPr>
              <ns1:xfrm>
                <ns1:off x="6357550" y="4626570"/>
                <ns1:ext cx="1377301" cy="292388"/>
              </ns1:xfrm>
              <ns1:prstGeom prst="rect">
                <ns1:avLst/>
              </ns1:prstGeom>
              <ns1:noFill/>
            </ns0:spPr>
            <ns0:txBody>
              <ns1:bodyPr wrap="none" rtlCol="0">
                <ns1:spAutoFit/>
              </ns1:bodyPr>
              <ns1:lstStyle>
                <ns1:defPPr>
                  <ns1:defRPr lang="en-US"/>
                </ns1:defPPr>
                <ns1:lvl1pPr algn="ctr">
                  <ns1:defRPr sz="1200"/>
                </ns1:lvl1pPr>
              </ns1:lstStyle>
              <ns1:p>
                <ns1:pPr marL="171450" indent="-171450">
                  <ns1:buFont typeface="Wingdings" panose="05000000000000000000" pitchFamily="2" charset="2"/>
                  <ns1:buChar char="ü"/>
                </ns1:pPr>
                <ns1:r>
                  <ns1:rPr lang="en-US" sz="1300">
                    <ns1:solidFill>
                      <ns1:schemeClr val="tx1">
                        <ns1:lumMod val="85000"/>
                        <ns1:lumOff val="15000"/>
                      </ns1:schemeClr>
                    </ns1:solidFill>
                    <ns1:latin typeface="Lato" panose="020F0502020204030203" pitchFamily="34" charset="0"/>
                    <ns1:ea typeface="Lato" panose="020F0502020204030203" pitchFamily="34" charset="0"/>
                    <ns1:cs typeface="Lato" panose="020F0502020204030203" pitchFamily="34" charset="0"/>
                  </ns1:rPr>
                  <ns1:t>{SlideSupportingContent2}</ns1:t>
                </ns1:r>
                <ns1:endParaRPr lang="en-US" sz="1300" dirty="0">
                  <ns1:solidFill>
                    <ns1:schemeClr val="tx1">
                      <ns1:lumMod val="85000"/>
                      <ns1:lumOff val="15000"/>
                    </ns1:schemeClr>
                  </ns1:solidFill>
                  <ns1:latin typeface="Lato" panose="020F0502020204030203" pitchFamily="34" charset="0"/>
                  <ns1:ea typeface="Lato" panose="020F0502020204030203" pitchFamily="34" charset="0"/>
                  <ns1:cs typeface="Lato" panose="020F0502020204030203" pitchFamily="34" charset="0"/>
                </ns1:endParaRPr>
              </ns1:p>
            </ns0:txBody>
          </ns0:sp>
          <ns0:sp>
            <ns0:nvSpPr>
              <ns0:cNvPr id="55" name="TextBox 54">
                <ns1:extLst>
                  <ns1:ext uri="{FF2B5EF4-FFF2-40B4-BE49-F238E27FC236}">
                    <ns2:creationId id="{A1BAEC73-D701-4840-8E07-6C9061624072}"/>
                  </ns1:ext>
                </ns1:extLst>
              </ns0:cNvPr>
              <ns0:cNvSpPr txBox="1"/>
              <ns0:nvPr/>
            </ns0:nvSpPr>
            <ns0:spPr>
              <ns1:xfrm>
                <ns1:off x="6386402" y="5056105"/>
                <ns1:ext cx="1319593" cy="292388"/>
              </ns1:xfrm>
              <ns1:prstGeom prst="rect">
                <ns1:avLst/>
              </ns1:prstGeom>
              <ns1:noFill/>
            </ns0:spPr>
            <ns0:txBody>
              <ns1:bodyPr wrap="none" rtlCol="0">
                <ns1:spAutoFit/>
              </ns1:bodyPr>
              <ns1:lstStyle>
                <ns1:defPPr>
                  <ns1:defRPr lang="en-US"/>
                </ns1:defPPr>
                <ns1:lvl1pPr algn="ctr">
                  <ns1:defRPr sz="1200"/>
                </ns1:lvl1pPr>
              </ns1:lstStyle>
              <ns1:p>
                <ns1:pPr marL="171450" indent="-171450">
                  <ns1:buFont typeface="Wingdings" panose="05000000000000000000" pitchFamily="2" charset="2"/>
                  <ns1:buChar char="ü"/>
                </ns1:pPr>
                <ns1:r>
                  <ns1:rPr lang="en-US" sz="1300">
                    <ns1:solidFill>
                      <ns1:schemeClr val="tx1">
                        <ns1:lumMod val="85000"/>
                        <ns1:lumOff val="15000"/>
                      </ns1:schemeClr>
                    </ns1:solidFill>
                    <ns1:latin typeface="Lato" panose="020F0502020204030203" pitchFamily="34" charset="0"/>
                    <ns1:ea typeface="Lato" panose="020F0502020204030203" pitchFamily="34" charset="0"/>
                    <ns1:cs typeface="Lato" panose="020F0502020204030203" pitchFamily="34" charset="0"/>
                  </ns1:rPr>
                  <ns1:t>{SlideSupportingContent3}</ns1:t>
                </ns1:r>
                <ns1:endParaRPr lang="en-US" sz="1300" dirty="0">
                  <ns1:solidFill>
                    <ns1:schemeClr val="tx1">
                      <ns1:lumMod val="85000"/>
                      <ns1:lumOff val="15000"/>
                    </ns1:schemeClr>
                  </ns1:solidFill>
                  <ns1:latin typeface="Lato" panose="020F0502020204030203" pitchFamily="34" charset="0"/>
                  <ns1:ea typeface="Lato" panose="020F0502020204030203" pitchFamily="34" charset="0"/>
                  <ns1:cs typeface="Lato" panose="020F0502020204030203" pitchFamily="34" charset="0"/>
                </ns1:endParaRPr>
              </ns1:p>
            </ns0:txBody>
          </ns0:sp>
        </ns0:grpSp>
        <ns0:sp>
          <ns0:nvSpPr>
            <ns0:cNvPr id="49" name="Rectangle 48">
              <ns1:extLst>
                <ns1:ext uri="{FF2B5EF4-FFF2-40B4-BE49-F238E27FC236}">
                  <ns2:creationId id="{8AE05BF7-B988-4A90-98AF-3008628E9E03}"/>
                </ns1:ext>
              </ns1:extLst>
            </ns0:cNvPr>
            <ns0:cNvSpPr/>
            <ns0:nvPr/>
          </ns0:nvSpPr>
          <ns0:spPr>
            <ns1:xfrm>
              <ns1:off x="5703741" y="6430970"/>
              <ns1:ext cx="2816826" cy="442366"/>
            </ns1:xfrm>
            <ns1:prstGeom prst="rect">
              <ns1:avLst/>
            </ns1:prstGeom>
            <ns1:solidFill>
              <ns1:srgbClr val="F07D66"/>
            </ns1:solidFill>
            <ns1:ln>
              <ns1:noFill/>
            </ns1:ln>
          </ns0:spPr>
          <ns0:style>
            <ns1:lnRef idx="2">
              <ns1:schemeClr val="accent1">
                <ns1:shade val="50000"/>
              </ns1:schemeClr>
            </ns1:lnRef>
            <ns1:fillRef idx="1">
              <ns1:schemeClr val="accent1"/>
            </ns1:fillRef>
            <ns1:effectRef idx="0">
              <ns1:schemeClr val="accent1"/>
            </ns1:effectRef>
            <ns1:fontRef idx="minor">
              <ns1:schemeClr val="lt1"/>
            </ns1:fontRef>
          </ns0:style>
          <ns0:txBody>
            <ns1:bodyPr rtlCol="0" anchor="ctr"/>
            <ns1:lstStyle/>
            <ns1:p>
              <ns1:pPr algn="ctr"/>
              <ns1:endParaRPr lang="en-US">
                <ns1:latin typeface="Lato" panose="020F0502020204030203" pitchFamily="34" charset="0"/>
                <ns1:ea typeface="Lato" panose="020F0502020204030203" pitchFamily="34" charset="0"/>
                <ns1:cs typeface="Lato" panose="020F0502020204030203" pitchFamily="34" charset="0"/>
              </ns1:endParaRPr>
            </ns1:p>
          </ns0:txBody>
        </ns0:sp>
        <ns0:sp>
          <ns0:nvSpPr>
            <ns0:cNvPr id="50" name="TextBox 49">
              <ns1:extLst>
                <ns1:ext uri="{FF2B5EF4-FFF2-40B4-BE49-F238E27FC236}">
                  <ns2:creationId id="{DBE50C41-DD4D-40B6-ABD2-9466CFEBC7DE}"/>
                </ns1:ext>
              </ns1:extLst>
            </ns0:cNvPr>
            <ns0:cNvSpPr txBox="1"/>
            <ns0:nvPr/>
          </ns0:nvSpPr>
          <ns0:spPr>
            <ns1:xfrm>
              <ns1:off x="5703741" y="6508609"/>
              <ns1:ext cx="2816826" cy="276999"/>
            </ns1:xfrm>
            <ns1:prstGeom prst="rect">
              <ns1:avLst/>
            </ns1:prstGeom>
            <ns1:noFill/>
          </ns0:spPr>
          <ns0:txBody>
            <ns1:bodyPr wrap="square" rtlCol="0">
              <ns1:spAutoFit/>
            </ns1:bodyPr>
            <ns1:lstStyle/>
            <ns1:p>
              <ns1:pPr algn="ctr"/>
              <ns1:r>
                <ns1:rPr lang="en-US" sz="1200" b="1">
                  <ns1:solidFill>
                    <ns1:schemeClr val="bg1"/>
                  </ns1:solidFill>
                  <ns1:latin typeface="Lato" panose="020F0502020204030203" pitchFamily="34" charset="0"/>
                  <ns1:ea typeface="Lato" panose="020F0502020204030203" pitchFamily="34" charset="0"/>
                  <ns1:cs typeface="Lato" panose="020F0502020204030203" pitchFamily="34" charset="0"/>
                </ns1:rPr>
                <ns1:t>{SlideFooterNote}</ns1:t>
              </ns1:r>
            </ns1:p>
          </ns0:txBody>
        </ns0:sp>
      </ns0:grpSp>
      <ns0:sp>
        <ns0:nvSpPr>
          <ns0:cNvPr id="71" name="Slide Number Placeholder 70">
            <ns1:extLst>
              <ns1:ext uri="{FF2B5EF4-FFF2-40B4-BE49-F238E27FC236}">
                <ns2:creationId id="{75BBEEC6-57D2-466C-9D23-FDF783E57AAB}"/>
              </ns1:ext>
            </ns1:extLst>
          </ns0:cNvPr>
          <ns0:cNvSpPr>
            <ns1:spLocks noGrp="1"/>
          </ns0:cNvSpPr>
          <ns0:nvPr>
            <ns0:ph type="sldNum" sz="quarter" idx="4"/>
          </ns0:nvPr>
        </ns0:nvSpPr>
        <ns0:spPr/>
        <ns0:txBody>
          <ns1:bodyPr/>
          <ns1:lstStyle/>
          <ns1:p>
            <ns1:fld id="{BC64674B-0CCF-4531-A68C-815F17BC8CC8}" type="slidenum">
              <ns1:rPr lang="en-US" smtClean="0"/>
              <ns1:pPr/>
              <ns1:t>{SlideStatistic}</ns1:t>
            </ns1:fld>
            <ns1:endParaRPr lang="en-US"/>
          </ns1:p>
        </ns0:txBody>
      </ns0:sp>
      <ns0:grpSp>
        <ns0:nvGrpSpPr>
          <ns0:cNvPr id="141" name="Group 140">
            <ns1:extLst>
              <ns1:ext uri="{FF2B5EF4-FFF2-40B4-BE49-F238E27FC236}">
                <ns2:creationId id="{29115FE1-410C-40A2-A21A-8C4EA6AFC652}"/>
              </ns1:ext>
            </ns1:extLst>
          </ns0:cNvPr>
          <ns0:cNvGrpSpPr/>
          <ns0:nvPr/>
        </ns0:nvGrpSpPr>
        <ns0:grpSpPr>
          <ns1:xfrm>
            <ns1:off x="8845000" y="-23026"/>
            <ns1:ext cx="2816827" cy="4566240"/>
            <ns1:chOff x="8845000" y="-23026"/>
            <ns1:chExt cx="2816827" cy="4566240"/>
          </ns1:xfrm>
        </ns0:grpSpPr>
        <ns0:sp>
          <ns0:nvSpPr>
            <ns0:cNvPr id="79" name="Rectangle 78">
              <ns1:extLst>
                <ns1:ext uri="{FF2B5EF4-FFF2-40B4-BE49-F238E27FC236}">
                  <ns2:creationId id="{A2F3CEFF-CB82-4EFE-87D1-FAB41A557580}"/>
                </ns1:ext>
              </ns1:extLst>
            </ns0:cNvPr>
            <ns0:cNvSpPr/>
            <ns0:nvPr/>
          </ns0:nvSpPr>
          <ns0:spPr>
            <ns1:xfrm>
              <ns1:off x="8845000" y="-23026"/>
              <ns1:ext cx="2816826" cy="4566240"/>
            </ns1:xfrm>
            <ns1:prstGeom prst="rect">
              <ns1:avLst/>
            </ns1:prstGeom>
            <ns1:solidFill>
              <ns1:schemeClr val="bg1">
                <ns1:lumMod val="95000"/>
              </ns1:schemeClr>
            </ns1:solidFill>
            <ns1:ln>
              <ns1:noFill/>
            </ns1:ln>
          </ns0:spPr>
          <ns0:style>
            <ns1:lnRef idx="2">
              <ns1:schemeClr val="accent1">
                <ns1:shade val="50000"/>
              </ns1:schemeClr>
            </ns1:lnRef>
            <ns1:fillRef idx="1">
              <ns1:schemeClr val="accent1"/>
            </ns1:fillRef>
            <ns1:effectRef idx="0">
              <ns1:schemeClr val="accent1"/>
            </ns1:effectRef>
            <ns1:fontRef idx="minor">
              <ns1:schemeClr val="lt1"/>
            </ns1:fontRef>
          </ns0:style>
          <ns0:txBody>
            <ns1:bodyPr rtlCol="0" anchor="ctr"/>
            <ns1:lstStyle/>
            <ns1:p>
              <ns1:pPr algn="ctr"/>
              <ns1:endParaRPr lang="en-US">
                <ns1:latin typeface="Lato" panose="020F0502020204030203" pitchFamily="34" charset="0"/>
                <ns1:ea typeface="Lato" panose="020F0502020204030203" pitchFamily="34" charset="0"/>
                <ns1:cs typeface="Lato" panose="020F0502020204030203" pitchFamily="34" charset="0"/>
              </ns1:endParaRPr>
            </ns1:p>
          </ns0:txBody>
        </ns0:sp>
        <ns0:sp>
          <ns0:nvSpPr>
            <ns0:cNvPr id="80" name="Freeform: Shape 79">
              <ns1:extLst>
                <ns1:ext uri="{FF2B5EF4-FFF2-40B4-BE49-F238E27FC236}">
                  <ns2:creationId id="{82B232BB-7B1D-400C-BCDD-B5261117F528}"/>
                </ns1:ext>
              </ns1:extLst>
            </ns0:cNvPr>
            <ns0:cNvSpPr/>
            <ns0:nvPr/>
          </ns0:nvSpPr>
          <ns0:spPr>
            <ns1:xfrm rot="16200000">
              <ns1:off x="9591703" y="-769728"/>
              <ns1:ext cx="1323421" cy="2816827"/>
            </ns1:xfrm>
            <ns1:custGeom>
              <ns1:avLst/>
              <ns1:gdLst>
                <ns1:gd name="connsiteX0" fmla="*/ 1323420 w 1323420"/>
                <ns1:gd name="connsiteY0" fmla="*/ 1 h 2816827"/>
                <ns1:gd name="connsiteX1" fmla="*/ 1323420 w 1323420"/>
                <ns1:gd name="connsiteY1" fmla="*/ 2816827 h 2816827"/>
                <ns1:gd name="connsiteX2" fmla="*/ 291034 w 1323420"/>
                <ns1:gd name="connsiteY2" fmla="*/ 2816827 h 2816827"/>
                <ns1:gd name="connsiteX3" fmla="*/ 291034 w 1323420"/>
                <ns1:gd name="connsiteY3" fmla="*/ 1990480 h 2816827"/>
                <ns1:gd name="connsiteX4" fmla="*/ 0 w 1323420"/>
                <ns1:gd name="connsiteY4" fmla="*/ 1408414 h 2816827"/>
                <ns1:gd name="connsiteX5" fmla="*/ 291034 w 1323420"/>
                <ns1:gd name="connsiteY5" fmla="*/ 826347 h 2816827"/>
                <ns1:gd name="connsiteX6" fmla="*/ 291034 w 1323420"/>
                <ns1:gd name="connsiteY6" fmla="*/ 0 h 2816827"/>
              </ns1:gdLst>
              <ns1:ahLst/>
              <ns1:cxnLst>
                <ns1:cxn ang="0">
                  <ns1:pos x="connsiteX0" y="connsiteY0"/>
                </ns1:cxn>
                <ns1:cxn ang="0">
                  <ns1:pos x="connsiteX1" y="connsiteY1"/>
                </ns1:cxn>
                <ns1:cxn ang="0">
                  <ns1:pos x="connsiteX2" y="connsiteY2"/>
                </ns1:cxn>
                <ns1:cxn ang="0">
                  <ns1:pos x="connsiteX3" y="connsiteY3"/>
                </ns1:cxn>
                <ns1:cxn ang="0">
                  <ns1:pos x="connsiteX4" y="connsiteY4"/>
                </ns1:cxn>
                <ns1:cxn ang="0">
                  <ns1:pos x="connsiteX5" y="connsiteY5"/>
                </ns1:cxn>
                <ns1:cxn ang="0">
                  <ns1:pos x="connsiteX6" y="connsiteY6"/>
                </ns1:cxn>
              </ns1:cxnLst>
              <ns1:rect l="l" t="t" r="r" b="b"/>
              <ns1:pathLst>
                <ns1:path w="1323420" h="2816827">
                  <ns1:moveTo>
                    <ns1:pt x="1323420" y="1"/>
                  </ns1:moveTo>
                  <ns1:lnTo>
                    <ns1:pt x="1323420" y="2816827"/>
                  </ns1:lnTo>
                  <ns1:lnTo>
                    <ns1:pt x="291034" y="2816827"/>
                  </ns1:lnTo>
                  <ns1:lnTo>
                    <ns1:pt x="291034" y="1990480"/>
                  </ns1:lnTo>
                  <ns1:lnTo>
                    <ns1:pt x="0" y="1408414"/>
                  </ns1:lnTo>
                  <ns1:lnTo>
                    <ns1:pt x="291034" y="826347"/>
                  </ns1:lnTo>
                  <ns1:lnTo>
                    <ns1:pt x="291034" y="0"/>
                  </ns1:lnTo>
                  <ns1:close/>
                </ns1:path>
              </ns1:pathLst>
            </ns1:custGeom>
            <ns1:solidFill>
              <ns1:schemeClr val="tx1">
                <ns1:lumMod val="75000"/>
                <ns1:lumOff val="25000"/>
              </ns1:schemeClr>
            </ns1:solidFill>
            <ns1:ln>
              <ns1:noFill/>
            </ns1:ln>
          </ns0:spPr>
          <ns0:style>
            <ns1:lnRef idx="2">
              <ns1:schemeClr val="accent1">
                <ns1:shade val="50000"/>
              </ns1:schemeClr>
            </ns1:lnRef>
            <ns1:fillRef idx="1">
              <ns1:schemeClr val="accent1"/>
            </ns1:fillRef>
            <ns1:effectRef idx="0">
              <ns1:schemeClr val="accent1"/>
            </ns1:effectRef>
            <ns1:fontRef idx="minor">
              <ns1:schemeClr val="lt1"/>
            </ns1:fontRef>
          </ns0:style>
          <ns0:txBody>
            <ns1:bodyPr rtlCol="0" anchor="ctr"/>
            <ns1:lstStyle/>
            <ns1:p>
              <ns1:pPr algn="ctr"/>
              <ns1:endParaRPr lang="en-US"/>
            </ns1:p>
          </ns0:txBody>
        </ns0:sp>
        <ns0:sp>
          <ns0:nvSpPr>
            <ns0:cNvPr id="81" name="TextBox 80">
              <ns1:extLst>
                <ns1:ext uri="{FF2B5EF4-FFF2-40B4-BE49-F238E27FC236}">
                  <ns2:creationId id="{E9BD55AC-90BA-41B1-8CE6-EDAA22191A40}"/>
                </ns1:ext>
              </ns1:extLst>
            </ns0:cNvPr>
            <ns0:cNvSpPr txBox="1"/>
            <ns0:nvPr/>
          </ns0:nvSpPr>
          <ns0:spPr>
            <ns1:xfrm>
              <ns1:off x="9635244" y="236595"/>
              <ns1:ext cx="1236338" cy="584775"/>
            </ns1:xfrm>
            <ns1:prstGeom prst="rect">
              <ns1:avLst/>
            </ns1:prstGeom>
            <ns1:noFill/>
          </ns0:spPr>
          <ns0:txBody>
            <ns1:bodyPr wrap="square" rtlCol="0">
              <ns1:spAutoFit/>
            </ns1:bodyPr>
            <ns1:lstStyle/>
            <ns1:p>
              <ns1:pPr algn="ctr"/>
              <ns1:r>
                <ns1:rPr lang="en-US" sz="3200" b="1" baseline="30000">
                  <ns1:solidFill>
                    <ns1:schemeClr val="bg1"/>
                  </ns1:solidFill>
                  <ns1:latin typeface="Lato" panose="020F0502020204030203" pitchFamily="34" charset="0"/>
                  <ns1:ea typeface="Lato" panose="020F0502020204030203" pitchFamily="34" charset="0"/>
                  <ns1:cs typeface="Lato" panose="020F0502020204030203" pitchFamily="34" charset="0"/>
                </ns1:rPr>
                <ns1:t>{SlideStatistic}</ns1:t>
              </ns1:r>
              <ns1:r>
                <ns1:rPr lang="en-US" sz="3200" b="1">
                  <ns1:solidFill>
                    <ns1:schemeClr val="bg1"/>
                  </ns1:solidFill>
                  <ns1:latin typeface="Lato" panose="020F0502020204030203" pitchFamily="34" charset="0"/>
                  <ns1:ea typeface="Lato" panose="020F0502020204030203" pitchFamily="34" charset="0"/>
                  <ns1:cs typeface="Lato" panose="020F0502020204030203" pitchFamily="34" charset="0"/>
                </ns1:rPr>
                <ns1:t/>
              </ns1:r>
              <ns1:endParaRPr lang="en-US" sz="3200" b="1" dirty="0">
                <ns1:solidFill>
                  <ns1:schemeClr val="bg1"/>
                </ns1:solidFill>
                <ns1:latin typeface="Lato" panose="020F0502020204030203" pitchFamily="34" charset="0"/>
                <ns1:ea typeface="Lato" panose="020F0502020204030203" pitchFamily="34" charset="0"/>
                <ns1:cs typeface="Lato" panose="020F0502020204030203" pitchFamily="34" charset="0"/>
              </ns1:endParaRPr>
            </ns1:p>
          </ns0:txBody>
        </ns0:sp>
        <ns0:grpSp>
          <ns0:nvGrpSpPr>
            <ns0:cNvPr id="82" name="Group 81">
              <ns1:extLst>
                <ns1:ext uri="{FF2B5EF4-FFF2-40B4-BE49-F238E27FC236}">
                  <ns2:creationId id="{1E1A1A31-BDF3-42B7-86B8-8A45666147D9}"/>
                </ns1:ext>
              </ns1:extLst>
            </ns0:cNvPr>
            <ns0:cNvGrpSpPr/>
            <ns0:nvPr/>
          </ns0:nvGrpSpPr>
          <ns0:grpSpPr>
            <ns1:xfrm>
              <ns1:off x="9496635" y="1654477"/>
              <ns1:ext cx="1513556" cy="2010523"/>
              <ns1:chOff x="6289421" y="3337970"/>
              <ns1:chExt cx="1513556" cy="2010523"/>
            </ns1:xfrm>
          </ns0:grpSpPr>
          <ns0:sp>
            <ns0:nvSpPr>
              <ns0:cNvPr id="85" name="TextBox 84">
                <ns1:extLst>
                  <ns1:ext uri="{FF2B5EF4-FFF2-40B4-BE49-F238E27FC236}">
                    <ns2:creationId id="{ECDF9A63-E76B-4E8A-89A1-36F197BF8189}"/>
                  </ns1:ext>
                </ns1:extLst>
              </ns0:cNvPr>
              <ns0:cNvSpPr txBox="1"/>
              <ns0:nvPr/>
            </ns0:nvSpPr>
            <ns0:spPr>
              <ns1:xfrm>
                <ns1:off x="6395222" y="3337970"/>
                <ns1:ext cx="1301959" cy="292388"/>
              </ns1:xfrm>
              <ns1:prstGeom prst="rect">
                <ns1:avLst/>
              </ns1:prstGeom>
              <ns1:noFill/>
            </ns0:spPr>
            <ns0:txBody>
              <ns1:bodyPr wrap="none" rtlCol="0">
                <ns1:spAutoFit/>
              </ns1:bodyPr>
              <ns1:lstStyle>
                <ns1:defPPr>
                  <ns1:defRPr lang="en-US"/>
                </ns1:defPPr>
                <ns1:lvl1pPr algn="ctr">
                  <ns1:defRPr sz="1200"/>
                </ns1:lvl1pPr>
              </ns1:lstStyle>
              <ns1:p>
                <ns1:pPr marL="171450" indent="-171450">
                  <ns1:buFont typeface="Wingdings" panose="05000000000000000000" pitchFamily="2" charset="2"/>
                  <ns1:buChar char="ü"/>
                </ns1:pPr>
                <ns1:r>
                  <ns1:rPr lang="en-US" sz="1300" dirty="0">
                    <ns1:solidFill>
                      <ns1:schemeClr val="tx1">
                        <ns1:lumMod val="85000"/>
                        <ns1:lumOff val="15000"/>
                      </ns1:schemeClr>
                    </ns1:solidFill>
                    <ns1:latin typeface="Lato" panose="020F0502020204030203" pitchFamily="34" charset="0"/>
                    <ns1:ea typeface="Lato" panose="020F0502020204030203" pitchFamily="34" charset="0"/>
                    <ns1:cs typeface="Lato" panose="020F0502020204030203" pitchFamily="34" charset="0"/>
                  </ns1:rPr>
                  <ns1:t>{SlideSupportingContent4}</ns1:t>
                </ns1:r>
              </ns1:p>
            </ns0:txBody>
          </ns0:sp>
          <ns0:sp>
            <ns0:nvSpPr>
              <ns0:cNvPr id="86" name="TextBox 85">
                <ns1:extLst>
                  <ns1:ext uri="{FF2B5EF4-FFF2-40B4-BE49-F238E27FC236}">
                    <ns2:creationId id="{4F76CCB7-F573-46FF-87E1-A3AB907C587F}"/>
                  </ns1:ext>
                </ns1:extLst>
              </ns0:cNvPr>
              <ns0:cNvSpPr txBox="1"/>
              <ns0:nvPr/>
            </ns0:nvSpPr>
            <ns0:spPr>
              <ns1:xfrm>
                <ns1:off x="6289421" y="3767504"/>
                <ns1:ext cx="1513556" cy="292388"/>
              </ns1:xfrm>
              <ns1:prstGeom prst="rect">
                <ns1:avLst/>
              </ns1:prstGeom>
              <ns1:noFill/>
            </ns0:spPr>
            <ns0:txBody>
              <ns1:bodyPr wrap="none" rtlCol="0">
                <ns1:spAutoFit/>
              </ns1:bodyPr>
              <ns1:lstStyle>
                <ns1:defPPr>
                  <ns1:defRPr lang="en-US"/>
                </ns1:defPPr>
                <ns1:lvl1pPr algn="ctr">
                  <ns1:defRPr sz="1200"/>
                </ns1:lvl1pPr>
              </ns1:lstStyle>
              <ns1:p>
                <ns1:pPr marL="171450" indent="-171450">
                  <ns1:buFont typeface="Wingdings" panose="05000000000000000000" pitchFamily="2" charset="2"/>
                  <ns1:buChar char="ü"/>
                </ns1:pPr>
                <ns1:r>
                  <ns1:rPr lang="en-US" sz="1300" dirty="0">
                    <ns1:solidFill>
                      <ns1:schemeClr val="tx1">
                        <ns1:lumMod val="85000"/>
                        <ns1:lumOff val="15000"/>
                      </ns1:schemeClr>
                    </ns1:solidFill>
                    <ns1:latin typeface="Lato" panose="020F0502020204030203" pitchFamily="34" charset="0"/>
                    <ns1:ea typeface="Lato" panose="020F0502020204030203" pitchFamily="34" charset="0"/>
                    <ns1:cs typeface="Lato" panose="020F0502020204030203" pitchFamily="34" charset="0"/>
                  </ns1:rPr>
                  <ns1:t>{SlideSupportingContent5}</ns1:t>
                </ns1:r>
              </ns1:p>
            </ns0:txBody>
          </ns0:sp>
          <ns0:sp>
            <ns0:nvSpPr>
              <ns0:cNvPr id="87" name="TextBox 86">
                <ns1:extLst>
                  <ns1:ext uri="{FF2B5EF4-FFF2-40B4-BE49-F238E27FC236}">
                    <ns2:creationId id="{4C8B0A2D-8F6B-4EF9-8D0D-8B4561959E0E}"/>
                  </ns1:ext>
                </ns1:extLst>
              </ns0:cNvPr>
              <ns0:cNvSpPr txBox="1"/>
              <ns0:nvPr/>
            </ns0:nvSpPr>
            <ns0:spPr>
              <ns1:xfrm>
                <ns1:off x="6366365" y="4197037"/>
                <ns1:ext cx="1359668" cy="292388"/>
              </ns1:xfrm>
              <ns1:prstGeom prst="rect">
                <ns1:avLst/>
              </ns1:prstGeom>
              <ns1:noFill/>
            </ns0:spPr>
            <ns0:txBody>
              <ns1:bodyPr wrap="none" rtlCol="0">
                <ns1:spAutoFit/>
              </ns1:bodyPr>
              <ns1:lstStyle>
                <ns1:defPPr>
                  <ns1:defRPr lang="en-US"/>
                </ns1:defPPr>
                <ns1:lvl1pPr algn="ctr">
                  <ns1:defRPr sz="1200"/>
                </ns1:lvl1pPr>
              </ns1:lstStyle>
              <ns1:p>
                <ns1:pPr marL="171450" indent="-171450">
                  <ns1:buFont typeface="Wingdings" panose="05000000000000000000" pitchFamily="2" charset="2"/>
                  <ns1:buChar char="ü"/>
                </ns1:pPr>
                <ns1:r>
                  <ns1:rPr lang="en-US" sz="1300" dirty="0">
                    <ns1:solidFill>
                      <ns1:schemeClr val="tx1">
                        <ns1:lumMod val="85000"/>
                        <ns1:lumOff val="15000"/>
                      </ns1:schemeClr>
                    </ns1:solidFill>
                    <ns1:latin typeface="Lato" panose="020F0502020204030203" pitchFamily="34" charset="0"/>
                    <ns1:ea typeface="Lato" panose="020F0502020204030203" pitchFamily="34" charset="0"/>
                    <ns1:cs typeface="Lato" panose="020F0502020204030203" pitchFamily="34" charset="0"/>
                  </ns1:rPr>
                  <ns1:t>{SlideSupportingContent}</ns1:t>
                </ns1:r>
              </ns1:p>
            </ns0:txBody>
          </ns0:sp>
          <ns0:sp>
            <ns0:nvSpPr>
              <ns0:cNvPr id="88" name="TextBox 87">
                <ns1:extLst>
                  <ns1:ext uri="{FF2B5EF4-FFF2-40B4-BE49-F238E27FC236}">
                    <ns2:creationId id="{CA731AF1-B59F-46D3-AAA8-A4DA2E6E22FD}"/>
                  </ns1:ext>
                </ns1:extLst>
              </ns0:cNvPr>
              <ns0:cNvSpPr txBox="1"/>
              <ns0:nvPr/>
            </ns0:nvSpPr>
            <ns0:spPr>
              <ns1:xfrm>
                <ns1:off x="6357550" y="4626570"/>
                <ns1:ext cx="1377301" cy="292388"/>
              </ns1:xfrm>
              <ns1:prstGeom prst="rect">
                <ns1:avLst/>
              </ns1:prstGeom>
              <ns1:noFill/>
            </ns0:spPr>
            <ns0:txBody>
              <ns1:bodyPr wrap="none" rtlCol="0">
                <ns1:spAutoFit/>
              </ns1:bodyPr>
              <ns1:lstStyle>
                <ns1:defPPr>
                  <ns1:defRPr lang="en-US"/>
                </ns1:defPPr>
                <ns1:lvl1pPr algn="ctr">
                  <ns1:defRPr sz="1200"/>
                </ns1:lvl1pPr>
              </ns1:lstStyle>
              <ns1:p>
                <ns1:pPr marL="171450" indent="-171450">
                  <ns1:buFont typeface="Wingdings" panose="05000000000000000000" pitchFamily="2" charset="2"/>
                  <ns1:buChar char="ü"/>
                </ns1:pPr>
                <ns1:r>
                  <ns1:rPr lang="en-US" sz="1300" dirty="0">
                    <ns1:solidFill>
                      <ns1:schemeClr val="tx1">
                        <ns1:lumMod val="85000"/>
                        <ns1:lumOff val="15000"/>
                      </ns1:schemeClr>
                    </ns1:solidFill>
                    <ns1:latin typeface="Lato" panose="020F0502020204030203" pitchFamily="34" charset="0"/>
                    <ns1:ea typeface="Lato" panose="020F0502020204030203" pitchFamily="34" charset="0"/>
                    <ns1:cs typeface="Lato" panose="020F0502020204030203" pitchFamily="34" charset="0"/>
                  </ns1:rPr>
                  <ns1:t>{SlideSupportingContent}</ns1:t>
                </ns1:r>
              </ns1:p>
            </ns0:txBody>
          </ns0:sp>
          <ns0:sp>
            <ns0:nvSpPr>
              <ns0:cNvPr id="89" name="TextBox 88">
                <ns1:extLst>
                  <ns1:ext uri="{FF2B5EF4-FFF2-40B4-BE49-F238E27FC236}">
                    <ns2:creationId id="{4DF7DBBA-146E-403D-8A13-9B11A13FE67C}"/>
                  </ns1:ext>
                </ns1:extLst>
              </ns0:cNvPr>
              <ns0:cNvSpPr txBox="1"/>
              <ns0:nvPr/>
            </ns0:nvSpPr>
            <ns0:spPr>
              <ns1:xfrm>
                <ns1:off x="6386402" y="5056105"/>
                <ns1:ext cx="1319593" cy="292388"/>
              </ns1:xfrm>
              <ns1:prstGeom prst="rect">
                <ns1:avLst/>
              </ns1:prstGeom>
              <ns1:noFill/>
            </ns0:spPr>
            <ns0:txBody>
              <ns1:bodyPr wrap="none" rtlCol="0">
                <ns1:spAutoFit/>
              </ns1:bodyPr>
              <ns1:lstStyle>
                <ns1:defPPr>
                  <ns1:defRPr lang="en-US"/>
                </ns1:defPPr>
                <ns1:lvl1pPr algn="ctr">
                  <ns1:defRPr sz="1200"/>
                </ns1:lvl1pPr>
              </ns1:lstStyle>
              <ns1:p>
                <ns1:pPr marL="171450" indent="-171450">
                  <ns1:buFont typeface="Wingdings" panose="05000000000000000000" pitchFamily="2" charset="2"/>
                  <ns1:buChar char="ü"/>
                </ns1:pPr>
                <ns1:r>
                  <ns1:rPr lang="en-US" sz="1300" dirty="0">
                    <ns1:solidFill>
                      <ns1:schemeClr val="tx1">
                        <ns1:lumMod val="85000"/>
                        <ns1:lumOff val="15000"/>
                      </ns1:schemeClr>
                    </ns1:solidFill>
                    <ns1:latin typeface="Lato" panose="020F0502020204030203" pitchFamily="34" charset="0"/>
                    <ns1:ea typeface="Lato" panose="020F0502020204030203" pitchFamily="34" charset="0"/>
                    <ns1:cs typeface="Lato" panose="020F0502020204030203" pitchFamily="34" charset="0"/>
                  </ns1:rPr>
                  <ns1:t>{SlideSupportingContent}</ns1:t>
                </ns1:r>
              </ns1:p>
            </ns0:txBody>
          </ns0:sp>
        </ns0:grpSp>
        <ns0:sp>
          <ns0:nvSpPr>
            <ns0:cNvPr id="83" name="Rectangle 82">
              <ns1:extLst>
                <ns1:ext uri="{FF2B5EF4-FFF2-40B4-BE49-F238E27FC236}">
                  <ns2:creationId id="{0CA4C8EC-6015-452B-A207-FE9D153ABCFD}"/>
                </ns1:ext>
              </ns1:extLst>
            </ns0:cNvPr>
            <ns0:cNvSpPr/>
            <ns0:nvPr/>
          </ns0:nvSpPr>
          <ns0:spPr>
            <ns1:xfrm>
              <ns1:off x="8845000" y="4100848"/>
              <ns1:ext cx="2816826" cy="442366"/>
            </ns1:xfrm>
            <ns1:prstGeom prst="rect">
              <ns1:avLst/>
            </ns1:prstGeom>
            <ns1:solidFill>
              <ns1:schemeClr val="tx1">
                <ns1:lumMod val="75000"/>
                <ns1:lumOff val="25000"/>
              </ns1:schemeClr>
            </ns1:solidFill>
            <ns1:ln>
              <ns1:noFill/>
            </ns1:ln>
          </ns0:spPr>
          <ns0:style>
            <ns1:lnRef idx="2">
              <ns1:schemeClr val="accent1">
                <ns1:shade val="50000"/>
              </ns1:schemeClr>
            </ns1:lnRef>
            <ns1:fillRef idx="1">
              <ns1:schemeClr val="accent1"/>
            </ns1:fillRef>
            <ns1:effectRef idx="0">
              <ns1:schemeClr val="accent1"/>
            </ns1:effectRef>
            <ns1:fontRef idx="minor">
              <ns1:schemeClr val="lt1"/>
            </ns1:fontRef>
          </ns0:style>
          <ns0:txBody>
            <ns1:bodyPr rtlCol="0" anchor="ctr"/>
            <ns1:lstStyle/>
            <ns1:p>
              <ns1:pPr algn="ctr"/>
              <ns1:endParaRPr lang="en-US">
                <ns1:latin typeface="Lato" panose="020F0502020204030203" pitchFamily="34" charset="0"/>
                <ns1:ea typeface="Lato" panose="020F0502020204030203" pitchFamily="34" charset="0"/>
                <ns1:cs typeface="Lato" panose="020F0502020204030203" pitchFamily="34" charset="0"/>
              </ns1:endParaRPr>
            </ns1:p>
          </ns0:txBody>
        </ns0:sp>
        <ns0:sp>
          <ns0:nvSpPr>
            <ns0:cNvPr id="84" name="TextBox 83">
              <ns1:extLst>
                <ns1:ext uri="{FF2B5EF4-FFF2-40B4-BE49-F238E27FC236}">
                  <ns2:creationId id="{860C4983-CAE8-4F46-A17C-CED7E7551A0D}"/>
                </ns1:ext>
              </ns1:extLst>
            </ns0:cNvPr>
            <ns0:cNvSpPr txBox="1"/>
            <ns0:nvPr/>
          </ns0:nvSpPr>
          <ns0:spPr>
            <ns1:xfrm>
              <ns1:off x="8845000" y="4178487"/>
              <ns1:ext cx="2816826" cy="276999"/>
            </ns1:xfrm>
            <ns1:prstGeom prst="rect">
              <ns1:avLst/>
            </ns1:prstGeom>
            <ns1:noFill/>
          </ns0:spPr>
          <ns0:txBody>
            <ns1:bodyPr wrap="square" rtlCol="0">
              <ns1:spAutoFit/>
            </ns1:bodyPr>
            <ns1:lstStyle/>
            <ns1:p>
              <ns1:pPr algn="ctr"/>
              <ns1:r>
                <ns1:rPr lang="en-US" sz="1200" b="1">
                  <ns1:solidFill>
                    <ns1:schemeClr val="bg1"/>
                  </ns1:solidFill>
                  <ns1:latin typeface="Lato" panose="020F0502020204030203" pitchFamily="34" charset="0"/>
                  <ns1:ea typeface="Lato" panose="020F0502020204030203" pitchFamily="34" charset="0"/>
                  <ns1:cs typeface="Lato" panose="020F0502020204030203" pitchFamily="34" charset="0"/>
                </ns1:rPr>
                <ns1:t>{SlideSupportingContent}</ns1:t>
              </ns1:r>
            </ns1:p>
          </ns0:txBody>
        </ns0:sp>
      </ns0:grpSp>
      <ns0:grpSp>
        <ns0:nvGrpSpPr>
          <ns0:cNvPr id="103" name="Group 102">
            <ns1:extLst>
              <ns1:ext uri="{FF2B5EF4-FFF2-40B4-BE49-F238E27FC236}">
                <ns2:creationId id="{CE86979F-27A0-4C02-B5D5-F8C9F6D49722}"/>
              </ns1:ext>
            </ns1:extLst>
          </ns0:cNvPr>
          <ns0:cNvGrpSpPr/>
          <ns0:nvPr/>
        </ns0:nvGrpSpPr>
        <ns0:grpSpPr>
          <ns1:xfrm>
            <ns1:off x="209487" y="560264"/>
            <ns1:ext cx="400110" cy="3615786"/>
            <ns1:chOff x="11546118" y="505672"/>
            <ns1:chExt cx="400110" cy="3615786"/>
          </ns1:xfrm>
        </ns0:grpSpPr>
        <ns0:sp>
          <ns0:nvSpPr>
            <ns0:cNvPr id="104" name="TextBox 103">
              <ns1:extLst>
                <ns1:ext uri="{FF2B5EF4-FFF2-40B4-BE49-F238E27FC236}">
                  <ns2:creationId id="{02903D07-D353-427C-A26C-294457291935}"/>
                </ns1:ext>
              </ns1:extLst>
            </ns0:cNvPr>
            <ns0:cNvSpPr txBox="1"/>
            <ns0:nvPr/>
          </ns0:nvSpPr>
          <ns0:spPr>
            <ns1:xfrm>
              <ns1:off x="11546118" y="2028577"/>
              <ns1:ext cx="400110" cy="2092881"/>
            </ns1:xfrm>
            <ns1:prstGeom prst="rect">
              <ns1:avLst/>
            </ns1:prstGeom>
            <ns1:noFill/>
          </ns0:spPr>
          <ns0:txBody>
            <ns1:bodyPr vert="vert270" wrap="none" rtlCol="0">
              <ns1:spAutoFit/>
            </ns1:bodyPr>
            <ns1:lstStyle/>
            <ns1:p>
              <ns1:r>
                <ns1:rPr lang="en-US" sz="1400" b="1" spc="300">
                  <ns1:solidFill>
                    <ns1:schemeClr val="bg1"/>
                  </ns1:solidFill>
                  <ns1:latin typeface="Lato" panose="020F0502020204030203" pitchFamily="34" charset="0"/>
                  <ns1:ea typeface="Lato" panose="020F0502020204030203" pitchFamily="34" charset="0"/>
                  <ns1:cs typeface="Lato" panose="020F0502020204030203" pitchFamily="34" charset="0"/>
                </ns1:rPr>
                <ns1:t>{SlideSectionLabel}</ns1:t>
              </ns1:r>
            </ns1:p>
          </ns0:txBody>
        </ns0:sp>
        <ns0:cxnSp>
          <ns0:nvCxnSpPr>
            <ns0:cNvPr id="105" name="Straight Connector 104">
              <ns1:extLst>
                <ns1:ext uri="{FF2B5EF4-FFF2-40B4-BE49-F238E27FC236}">
                  <ns2:creationId id="{B881A869-A921-4342-B159-0B73410EE6C4}"/>
                </ns1:ext>
              </ns1:extLst>
            </ns0:cNvPr>
            <ns0:cNvCxnSpPr/>
            <ns0:nvPr/>
          </ns0:nvCxnSpPr>
          <ns0:spPr>
            <ns1:xfrm>
              <ns1:off x="11718877" y="505672"/>
              <ns1:ext cx="0" cy="1296538"/>
            </ns1:xfrm>
            <ns1:prstGeom prst="line">
              <ns1:avLst/>
            </ns1:prstGeom>
            <ns1:ln>
              <ns1:solidFill>
                <ns1:schemeClr val="bg1"/>
              </ns1:solidFill>
            </ns1:ln>
          </ns0:spPr>
          <ns0:style>
            <ns1:lnRef idx="1">
              <ns1:schemeClr val="accent1"/>
            </ns1:lnRef>
            <ns1:fillRef idx="0">
              <ns1:schemeClr val="accent1"/>
            </ns1:fillRef>
            <ns1:effectRef idx="0">
              <ns1:schemeClr val="accent1"/>
            </ns1:effectRef>
            <ns1:fontRef idx="minor">
              <ns1:schemeClr val="tx1"/>
            </ns1:fontRef>
          </ns0:style>
        </ns0:cxnSp>
      </ns0:grpSp>
      <ns0:sp>
        <ns0:nvSpPr>
          <ns0:cNvPr id="106" name="TextBox 105">
            <ns1:extLst>
              <ns1:ext uri="{FF2B5EF4-FFF2-40B4-BE49-F238E27FC236}">
                <ns2:creationId id="{40C6BD2F-B574-4FBA-8EAC-DADCF1F2DC66}"/>
              </ns1:ext>
            </ns1:extLst>
          </ns0:cNvPr>
          <ns0:cNvSpPr txBox="1"/>
          <ns0:nvPr/>
        </ns0:nvSpPr>
        <ns0:spPr>
          <ns1:xfrm>
            <ns1:off x="1505484" y="2338829"/>
            <ns1:ext cx="3781003" cy="1440844"/>
          </ns1:xfrm>
          <ns1:prstGeom prst="rect">
            <ns1:avLst/>
          </ns1:prstGeom>
          <ns1:noFill/>
        </ns0:spPr>
        <ns0:txBody>
          <ns1:bodyPr wrap="square" rtlCol="0">
            <ns1:spAutoFit/>
          </ns1:bodyPr>
          <ns1:lstStyle/>
          <ns1:p>
            <ns1:pPr>
              <ns1:lnSpc>
                <ns1:spcPct val="150000"/>
              </ns1:lnSpc>
            </ns1:pPr>
            <ns1:r>
              <ns1:rPr lang="en-US" sz="1200">
                <ns1:solidFill>
                  <ns1:schemeClr val="bg1">
                    <ns1:lumMod val="50000"/>
                  </ns1:schemeClr>
                </ns1:solidFill>
                <ns1:latin typeface="Lato" panose="020F0502020204030203" pitchFamily="34" charset="0"/>
                <ns1:ea typeface="Lato" panose="020F0502020204030203" pitchFamily="34" charset="0"/>
                <ns1:cs typeface="Lato" panose="020F0502020204030203" pitchFamily="34" charset="0"/>
              </ns1:rPr>
              <ns1:t>{SlideSupportingContent}</ns1:t>
            </ns1:r>
          </ns1:p>
        </ns0:txBody>
      </ns0:sp>
      <ns0:sp>
        <ns0:nvSpPr>
          <ns0:cNvPr id="107" name="TextBox 106">
            <ns1:extLst>
              <ns1:ext uri="{FF2B5EF4-FFF2-40B4-BE49-F238E27FC236}">
                <ns2:creationId id="{A71CD8D6-A525-460A-A1C5-ACB12C8EDA05}"/>
              </ns1:ext>
            </ns1:extLst>
          </ns0:cNvPr>
          <ns0:cNvSpPr txBox="1"/>
          <ns0:nvPr/>
        </ns0:nvSpPr>
        <ns0:spPr>
          <ns1:xfrm>
            <ns1:off x="1505485" y="675567"/>
            <ns1:ext cx="4662984" cy="1569660"/>
          </ns1:xfrm>
          <ns1:prstGeom prst="rect">
            <ns1:avLst/>
          </ns1:prstGeom>
          <ns1:noFill/>
        </ns0:spPr>
        <ns0:txBody>
          <ns1:bodyPr wrap="square" rtlCol="0">
            <ns1:spAutoFit/>
          </ns1:bodyPr>
          <ns1:lstStyle/>
          <ns1:p>
            <ns1:r>
              <ns1:rPr lang="en-US" sz="3200">
                <ns1:latin typeface="Playfair Display" panose="00000500000000000000" pitchFamily="50" charset="0"/>
              </ns1:rPr>
              <ns1:t>{SlideSupportingContent}</ns1:t>
            </ns1:r>
          </ns1:p>
        </ns0:txBody>
      </ns0:sp>
      <ns0:sp>
        <ns0:nvSpPr>
          <ns0:cNvPr id="108" name="TextBox 107">
            <ns1:extLst>
              <ns1:ext uri="{FF2B5EF4-FFF2-40B4-BE49-F238E27FC236}">
                <ns2:creationId id="{9384AF91-FB1C-41A4-8C3B-1C5D25B99EB9}"/>
              </ns1:ext>
            </ns1:extLst>
          </ns0:cNvPr>
          <ns0:cNvSpPr txBox="1"/>
          <ns0:nvPr/>
        </ns0:nvSpPr>
        <ns0:spPr>
          <ns1:xfrm>
            <ns1:off x="2664456" y="4162402"/>
            <ns1:ext cx="2467172" cy="276999"/>
          </ns1:xfrm>
          <ns1:prstGeom prst="rect">
            <ns1:avLst/>
          </ns1:prstGeom>
          <ns1:noFill/>
        </ns0:spPr>
        <ns0:txBody>
          <ns1:bodyPr wrap="square" rtlCol="0">
            <ns1:spAutoFit/>
          </ns1:bodyPr>
          <ns1:lstStyle/>
          <ns1:p>
            <ns1:r>
              <ns1:rPr lang="en-US" sz="1200" b="1">
                <ns1:solidFill>
                  <ns1:schemeClr val="tx1">
                    <ns1:lumMod val="75000"/>
                    <ns1:lumOff val="25000"/>
                  </ns1:schemeClr>
                </ns1:solidFill>
                <ns1:latin typeface="Lato" panose="020F0502020204030203" pitchFamily="34" charset="0"/>
                <ns1:ea typeface="Lato" panose="020F0502020204030203" pitchFamily="34" charset="0"/>
                <ns1:cs typeface="Lato" panose="020F0502020204030203" pitchFamily="34" charset="0"/>
              </ns1:rPr>
              <ns1:t>{SlideSupportingContent}</ns1:t>
            </ns1:r>
          </ns1:p>
        </ns0:txBody>
      </ns0:sp>
      <ns0:sp>
        <ns0:nvSpPr>
          <ns0:cNvPr id="109" name="TextBox 108">
            <ns1:extLst>
              <ns1:ext uri="{FF2B5EF4-FFF2-40B4-BE49-F238E27FC236}">
                <ns2:creationId id="{8794D63D-8D41-4046-A85B-F7C997D84374}"/>
              </ns1:ext>
            </ns1:extLst>
          </ns0:cNvPr>
          <ns0:cNvSpPr txBox="1"/>
          <ns0:nvPr/>
        </ns0:nvSpPr>
        <ns0:spPr>
          <ns1:xfrm>
            <ns1:off x="2646367" y="4414273"/>
            <ns1:ext cx="2485261" cy="537135"/>
          </ns1:xfrm>
          <ns1:prstGeom prst="rect">
            <ns1:avLst/>
          </ns1:prstGeom>
          <ns1:noFill/>
        </ns0:spPr>
        <ns0:txBody>
          <ns1:bodyPr wrap="square" rtlCol="0">
            <ns1:spAutoFit/>
          </ns1:bodyPr>
          <ns1:lstStyle/>
          <ns1:p>
            <ns1:pPr>
              <ns1:lnSpc>
                <ns1:spcPct val="140000"/>
              </ns1:lnSpc>
            </ns1:pPr>
            <ns1:r>
              <ns1:rPr lang="en-US" sz="1100">
                <ns1:solidFill>
                  <ns1:schemeClr val="bg1">
                    <ns1:lumMod val="50000"/>
                  </ns1:schemeClr>
                </ns1:solidFill>
                <ns1:latin typeface="Lato" panose="020F0502020204030203" pitchFamily="34" charset="0"/>
                <ns1:ea typeface="Lato" panose="020F0502020204030203" pitchFamily="34" charset="0"/>
                <ns1:cs typeface="Lato" panose="020F0502020204030203" pitchFamily="34" charset="0"/>
              </ns1:rPr>
              <ns1:t>{SlideSupportingContent}</ns1:t>
            </ns1:r>
          </ns1:p>
        </ns0:txBody>
      </ns0:sp>
      <ns0:grpSp>
        <ns0:nvGrpSpPr>
          <ns0:cNvPr id="110" name="Group 109">
            <ns1:extLst>
              <ns1:ext uri="{FF2B5EF4-FFF2-40B4-BE49-F238E27FC236}">
                <ns2:creationId id="{353E7ED5-953A-41BF-AAF2-ED71A603388F}"/>
              </ns1:ext>
            </ns1:extLst>
          </ns0:cNvPr>
          <ns0:cNvGrpSpPr/>
          <ns0:nvPr/>
        </ns0:nvGrpSpPr>
        <ns0:grpSpPr>
          <ns1:xfrm>
            <ns1:off x="1569977" y="4116722"/>
            <ns1:ext cx="950612" cy="950612"/>
            <ns1:chOff x="8234331" y="1160410"/>
            <ns1:chExt cx="950612" cy="950612"/>
          </ns1:xfrm>
        </ns0:grpSpPr>
        <ns0:sp>
          <ns0:nvSpPr>
            <ns0:cNvPr id="111" name="Oval 110">
              <ns1:extLst>
                <ns1:ext uri="{FF2B5EF4-FFF2-40B4-BE49-F238E27FC236}">
                  <ns2:creationId id="{65426D44-0BC6-4EB1-AE33-2FDD6F5C82C0}"/>
                </ns1:ext>
              </ns1:extLst>
            </ns0:cNvPr>
            <ns0:cNvSpPr/>
            <ns0:nvPr/>
          </ns0:nvSpPr>
          <ns0:spPr>
            <ns1:xfrm>
              <ns1:off x="8234331" y="1160410"/>
              <ns1:ext cx="950612" cy="950612"/>
            </ns1:xfrm>
            <ns1:prstGeom prst="ellipse">
              <ns1:avLst/>
            </ns1:prstGeom>
            <ns1:solidFill>
              <ns1:srgbClr val="F1856F"/>
            </ns1:solidFill>
            <ns1:ln>
              <ns1:noFill/>
            </ns1:ln>
          </ns0:spPr>
          <ns0:style>
            <ns1:lnRef idx="2">
              <ns1:schemeClr val="accent1">
                <ns1:shade val="50000"/>
              </ns1:schemeClr>
            </ns1:lnRef>
            <ns1:fillRef idx="1">
              <ns1:schemeClr val="accent1"/>
            </ns1:fillRef>
            <ns1:effectRef idx="0">
              <ns1:schemeClr val="accent1"/>
            </ns1:effectRef>
            <ns1:fontRef idx="minor">
              <ns1:schemeClr val="lt1"/>
            </ns1:fontRef>
          </ns0:style>
          <ns0:txBody>
            <ns1:bodyPr rtlCol="0" anchor="ctr"/>
            <ns1:lstStyle/>
            <ns1:p>
              <ns1:pPr algn="ctr"/>
              <ns1:endParaRPr lang="en-US"/>
            </ns1:p>
          </ns0:txBody>
        </ns0:sp>
        <ns0:grpSp>
          <ns0:nvGrpSpPr>
            <ns0:cNvPr id="112" name="Group 28">
              <ns1:extLst>
                <ns1:ext uri="{FF2B5EF4-FFF2-40B4-BE49-F238E27FC236}">
                  <ns2:creationId id="{FE46A302-ACC6-4802-8224-7C31D5806233}"/>
                </ns1:ext>
              </ns1:extLst>
            </ns0:cNvPr>
            <ns0:cNvGrpSpPr>
              <ns1:grpSpLocks noChangeAspect="1"/>
            </ns0:cNvGrpSpPr>
            <ns0:nvPr/>
          </ns0:nvGrpSpPr>
          <ns0:grpSpPr bwMode="auto">
            <ns1:xfrm>
              <ns1:off x="8442226" y="1407571"/>
              <ns1:ext cx="534822" cy="456290"/>
              <ns1:chOff x="1310" y="3"/>
              <ns1:chExt cx="5060" cy="4317"/>
            </ns1:xfrm>
            <ns1:solidFill>
              <ns1:schemeClr val="bg1"/>
            </ns1:solidFill>
          </ns0:grpSpPr>
          <ns0:sp>
            <ns0:nvSpPr>
              <ns0:cNvPr id="113" name="Freeform 29">
                <ns1:extLst>
                  <ns1:ext uri="{FF2B5EF4-FFF2-40B4-BE49-F238E27FC236}">
                    <ns2:creationId id="{0C5FAAD9-FC05-4AAE-AEC6-38F6D3C9EBF8}"/>
                  </ns1:ext>
                </ns1:extLst>
              </ns0:cNvPr>
              <ns0:cNvSpPr>
                <ns1:spLocks noEditPoints="1"/>
              </ns0:cNvSpPr>
              <ns0:nvPr/>
            </ns0:nvSpPr>
            <ns0:spPr bwMode="auto">
              <ns1:xfrm>
                <ns1:off x="3086" y="3387"/>
                <ns1:ext cx="614" cy="233"/>
              </ns1:xfrm>
              <ns1:custGeom>
                <ns1:avLst/>
                <ns1:gdLst>
                  <ns1:gd name="T0" fmla="*/ 199 w 251"/>
                  <ns1:gd name="T1" fmla="*/ 10 h 95"/>
                  <ns1:gd name="T2" fmla="*/ 53 w 251"/>
                  <ns1:gd name="T3" fmla="*/ 10 h 95"/>
                  <ns1:gd name="T4" fmla="*/ 10 w 251"/>
                  <ns1:gd name="T5" fmla="*/ 15 h 95"/>
                  <ns1:gd name="T6" fmla="*/ 16 w 251"/>
                  <ns1:gd name="T7" fmla="*/ 57 h 95"/>
                  <ns1:gd name="T8" fmla="*/ 126 w 251"/>
                  <ns1:gd name="T9" fmla="*/ 95 h 95"/>
                  <ns1:gd name="T10" fmla="*/ 236 w 251"/>
                  <ns1:gd name="T11" fmla="*/ 57 h 95"/>
                  <ns1:gd name="T12" fmla="*/ 241 w 251"/>
                  <ns1:gd name="T13" fmla="*/ 15 h 95"/>
                  <ns1:gd name="T14" fmla="*/ 199 w 251"/>
                  <ns1:gd name="T15" fmla="*/ 10 h 95"/>
                  <ns1:gd name="T16" fmla="*/ 199 w 251"/>
                  <ns1:gd name="T17" fmla="*/ 10 h 95"/>
                  <ns1:gd name="T18" fmla="*/ 199 w 251"/>
                  <ns1:gd name="T19" fmla="*/ 10 h 95"/>
                </ns1:gdLst>
                <ns1:ahLst/>
                <ns1:cxnLst>
                  <ns1:cxn ang="0">
                    <ns1:pos x="T0" y="T1"/>
                  </ns1:cxn>
                  <ns1:cxn ang="0">
                    <ns1:pos x="T2" y="T3"/>
                  </ns1:cxn>
                  <ns1:cxn ang="0">
                    <ns1:pos x="T4" y="T5"/>
                  </ns1:cxn>
                  <ns1:cxn ang="0">
                    <ns1:pos x="T6" y="T7"/>
                  </ns1:cxn>
                  <ns1:cxn ang="0">
                    <ns1:pos x="T8" y="T9"/>
                  </ns1:cxn>
                  <ns1:cxn ang="0">
                    <ns1:pos x="T10" y="T11"/>
                  </ns1:cxn>
                  <ns1:cxn ang="0">
                    <ns1:pos x="T12" y="T13"/>
                  </ns1:cxn>
                  <ns1:cxn ang="0">
                    <ns1:pos x="T14" y="T15"/>
                  </ns1:cxn>
                  <ns1:cxn ang="0">
                    <ns1:pos x="T16" y="T17"/>
                  </ns1:cxn>
                  <ns1:cxn ang="0">
                    <ns1:pos x="T18" y="T19"/>
                  </ns1:cxn>
                </ns1:cxnLst>
                <ns1:rect l="0" t="0" r="r" b="b"/>
                <ns1:pathLst>
                  <ns1:path w="251" h="95">
                    <ns1:moveTo>
                      <ns1:pt x="199" y="10"/>
                    </ns1:moveTo>
                    <ns1:cubicBezTo>
                      <ns1:pt x="156" y="43"/>
                      <ns1:pt x="96" y="43"/>
                      <ns1:pt x="53" y="10"/>
                    </ns1:cubicBezTo>
                    <ns1:cubicBezTo>
                      <ns1:pt x="39" y="0"/>
                      <ns1:pt x="21" y="2"/>
                      <ns1:pt x="10" y="15"/>
                    </ns1:cubicBezTo>
                    <ns1:cubicBezTo>
                      <ns1:pt x="0" y="28"/>
                      <ns1:pt x="3" y="47"/>
                      <ns1:pt x="16" y="57"/>
                    </ns1:cubicBezTo>
                    <ns1:cubicBezTo>
                      <ns1:pt x="48" y="83"/>
                      <ns1:pt x="87" y="95"/>
                      <ns1:pt x="126" y="95"/>
                    </ns1:cubicBezTo>
                    <ns1:cubicBezTo>
                      <ns1:pt x="165" y="95"/>
                      <ns1:pt x="203" y="83"/>
                      <ns1:pt x="236" y="57"/>
                    </ns1:cubicBezTo>
                    <ns1:cubicBezTo>
                      <ns1:pt x="249" y="47"/>
                      <ns1:pt x="251" y="28"/>
                      <ns1:pt x="241" y="15"/>
                    </ns1:cubicBezTo>
                    <ns1:cubicBezTo>
                      <ns1:pt x="231" y="2"/>
                      <ns1:pt x="212" y="0"/>
                      <ns1:pt x="199" y="10"/>
                    </ns1:cubicBezTo>
                    <ns1:close/>
                    <ns1:moveTo>
                      <ns1:pt x="199" y="10"/>
                    </ns1:moveTo>
                    <ns1:cubicBezTo>
                      <ns1:pt x="199" y="10"/>
                      <ns1:pt x="199" y="10"/>
                      <ns1:pt x="199" y="10"/>
                    </ns1:cubicBezTo>
                  </ns1:path>
                </ns1:pathLst>
              </ns1:custGeom>
              <ns1:grpFill/>
              <ns1:ln>
                <ns1:noFill/>
              </ns1:ln>
              <ns1:extLst>
                <ns1:ext uri="{91240B29-F687-4F45-9708-019B960494DF}">
                  <ns3:hiddenLine w="9525">
                    <ns1:solidFill>
                      <ns1:srgbClr val="000000"/>
                    </ns1:solidFill>
                    <ns1:round/>
                    <ns1:headEnd/>
                    <ns1:tailEnd/>
                  </ns3:hiddenLine>
                </ns1:ext>
              </ns1:extLst>
            </ns0:spPr>
            <ns0:txBody>
              <ns1:bodyPr vert="horz" wrap="square" lIns="91440" tIns="45720" rIns="91440" bIns="45720" numCol="1" anchor="t" anchorCtr="0" compatLnSpc="1">
                <ns1:prstTxWarp prst="textNoShape">
                  <ns1:avLst/>
                </ns1:prstTxWarp>
              </ns1:bodyPr>
              <ns1:lstStyle/>
              <ns1:p>
                <ns1:endParaRPr lang="en-US"/>
              </ns1:p>
            </ns0:txBody>
          </ns0:sp>
          <ns0:sp>
            <ns0:nvSpPr>
              <ns0:cNvPr id="114" name="Freeform 30">
                <ns1:extLst>
                  <ns1:ext uri="{FF2B5EF4-FFF2-40B4-BE49-F238E27FC236}">
                    <ns2:creationId id="{93BAF501-99CA-4CF4-9E38-E2AB02FD5FE0}"/>
                  </ns1:ext>
                </ns1:extLst>
              </ns0:cNvPr>
              <ns0:cNvSpPr>
                <ns1:spLocks noEditPoints="1"/>
              </ns0:cNvSpPr>
              <ns0:nvPr/>
            </ns0:nvSpPr>
            <ns0:spPr bwMode="auto">
              <ns1:xfrm>
                <ns1:off x="2410" y="3304"/>
                <ns1:ext cx="389" cy="225"/>
              </ns1:xfrm>
              <ns1:custGeom>
                <ns1:avLst/>
                <ns1:gdLst>
                  <ns1:gd name="T0" fmla="*/ 79 w 159"/>
                  <ns1:gd name="T1" fmla="*/ 0 h 92"/>
                  <ns1:gd name="T2" fmla="*/ 9 w 159"/>
                  <ns1:gd name="T3" fmla="*/ 39 h 92"/>
                  <ns1:gd name="T4" fmla="*/ 17 w 159"/>
                  <ns1:gd name="T5" fmla="*/ 80 h 92"/>
                  <ns1:gd name="T6" fmla="*/ 59 w 159"/>
                  <ns1:gd name="T7" fmla="*/ 72 h 92"/>
                  <ns1:gd name="T8" fmla="*/ 79 w 159"/>
                  <ns1:gd name="T9" fmla="*/ 60 h 92"/>
                  <ns1:gd name="T10" fmla="*/ 100 w 159"/>
                  <ns1:gd name="T11" fmla="*/ 72 h 92"/>
                  <ns1:gd name="T12" fmla="*/ 141 w 159"/>
                  <ns1:gd name="T13" fmla="*/ 80 h 92"/>
                  <ns1:gd name="T14" fmla="*/ 150 w 159"/>
                  <ns1:gd name="T15" fmla="*/ 39 h 92"/>
                  <ns1:gd name="T16" fmla="*/ 79 w 159"/>
                  <ns1:gd name="T17" fmla="*/ 0 h 92"/>
                  <ns1:gd name="T18" fmla="*/ 79 w 159"/>
                  <ns1:gd name="T19" fmla="*/ 0 h 92"/>
                  <ns1:gd name="T20" fmla="*/ 79 w 159"/>
                  <ns1:gd name="T21" fmla="*/ 0 h 92"/>
                </ns1:gdLst>
                <ns1:ahLst/>
                <ns1:cxnLst>
                  <ns1:cxn ang="0">
                    <ns1:pos x="T0" y="T1"/>
                  </ns1:cxn>
                  <ns1:cxn ang="0">
                    <ns1:pos x="T2" y="T3"/>
                  </ns1:cxn>
                  <ns1:cxn ang="0">
                    <ns1:pos x="T4" y="T5"/>
                  </ns1:cxn>
                  <ns1:cxn ang="0">
                    <ns1:pos x="T6" y="T7"/>
                  </ns1:cxn>
                  <ns1:cxn ang="0">
                    <ns1:pos x="T8" y="T9"/>
                  </ns1:cxn>
                  <ns1:cxn ang="0">
                    <ns1:pos x="T10" y="T11"/>
                  </ns1:cxn>
                  <ns1:cxn ang="0">
                    <ns1:pos x="T12" y="T13"/>
                  </ns1:cxn>
                  <ns1:cxn ang="0">
                    <ns1:pos x="T14" y="T15"/>
                  </ns1:cxn>
                  <ns1:cxn ang="0">
                    <ns1:pos x="T16" y="T17"/>
                  </ns1:cxn>
                  <ns1:cxn ang="0">
                    <ns1:pos x="T18" y="T19"/>
                  </ns1:cxn>
                  <ns1:cxn ang="0">
                    <ns1:pos x="T20" y="T21"/>
                  </ns1:cxn>
                </ns1:cxnLst>
                <ns1:rect l="0" t="0" r="r" b="b"/>
                <ns1:pathLst>
                  <ns1:path w="159" h="92">
                    <ns1:moveTo>
                      <ns1:pt x="79" y="0"/>
                    </ns1:moveTo>
                    <ns1:cubicBezTo>
                      <ns1:pt x="51" y="0"/>
                      <ns1:pt x="24" y="15"/>
                      <ns1:pt x="9" y="39"/>
                    </ns1:cubicBezTo>
                    <ns1:cubicBezTo>
                      <ns1:pt x="0" y="52"/>
                      <ns1:pt x="3" y="71"/>
                      <ns1:pt x="17" y="80"/>
                    </ns1:cubicBezTo>
                    <ns1:cubicBezTo>
                      <ns1:pt x="31" y="89"/>
                      <ns1:pt x="50" y="85"/>
                      <ns1:pt x="59" y="72"/>
                    </ns1:cubicBezTo>
                    <ns1:cubicBezTo>
                      <ns1:pt x="65" y="62"/>
                      <ns1:pt x="75" y="60"/>
                      <ns1:pt x="79" y="60"/>
                    </ns1:cubicBezTo>
                    <ns1:cubicBezTo>
                      <ns1:pt x="83" y="60"/>
                      <ns1:pt x="93" y="62"/>
                      <ns1:pt x="100" y="72"/>
                    </ns1:cubicBezTo>
                    <ns1:cubicBezTo>
                      <ns1:pt x="114" y="92"/>
                      <ns1:pt x="136" y="83"/>
                      <ns1:pt x="141" y="80"/>
                    </ns1:cubicBezTo>
                    <ns1:cubicBezTo>
                      <ns1:pt x="155" y="71"/>
                      <ns1:pt x="159" y="52"/>
                      <ns1:pt x="150" y="39"/>
                    </ns1:cubicBezTo>
                    <ns1:cubicBezTo>
                      <ns1:pt x="134" y="15"/>
                      <ns1:pt x="108" y="0"/>
                      <ns1:pt x="79" y="0"/>
                    </ns1:cubicBezTo>
                    <ns1:close/>
                    <ns1:moveTo>
                      <ns1:pt x="79" y="0"/>
                    </ns1:moveTo>
                    <ns1:cubicBezTo>
                      <ns1:pt x="79" y="0"/>
                      <ns1:pt x="79" y="0"/>
                      <ns1:pt x="79" y="0"/>
                    </ns1:cubicBezTo>
                  </ns1:path>
                </ns1:pathLst>
              </ns1:custGeom>
              <ns1:grpFill/>
              <ns1:ln>
                <ns1:noFill/>
              </ns1:ln>
              <ns1:extLst>
                <ns1:ext uri="{91240B29-F687-4F45-9708-019B960494DF}">
                  <ns3:hiddenLine w="9525">
                    <ns1:solidFill>
                      <ns1:srgbClr val="000000"/>
                    </ns1:solidFill>
                    <ns1:round/>
                    <ns1:headEnd/>
                    <ns1:tailEnd/>
                  </ns3:hiddenLine>
                </ns1:ext>
              </ns1:extLst>
            </ns0:spPr>
            <ns0:txBody>
              <ns1:bodyPr vert="horz" wrap="square" lIns="91440" tIns="45720" rIns="91440" bIns="45720" numCol="1" anchor="t" anchorCtr="0" compatLnSpc="1">
                <ns1:prstTxWarp prst="textNoShape">
                  <ns1:avLst/>
                </ns1:prstTxWarp>
              </ns1:bodyPr>
              <ns1:lstStyle/>
              <ns1:p>
                <ns1:endParaRPr lang="en-US"/>
              </ns1:p>
            </ns0:txBody>
          </ns0:sp>
          <ns0:sp>
            <ns0:nvSpPr>
              <ns0:cNvPr id="115" name="Freeform 31">
                <ns1:extLst>
                  <ns1:ext uri="{FF2B5EF4-FFF2-40B4-BE49-F238E27FC236}">
                    <ns2:creationId id="{564D5AF4-7088-4740-9F59-2F3DCB3DE14E}"/>
                  </ns1:ext>
                </ns1:extLst>
              </ns0:cNvPr>
              <ns0:cNvSpPr>
                <ns1:spLocks noEditPoints="1"/>
              </ns0:cNvSpPr>
              <ns0:nvPr/>
            </ns0:nvSpPr>
            <ns0:spPr bwMode="auto">
              <ns1:xfrm>
                <ns1:off x="3989" y="3304"/>
                <ns1:ext cx="390" cy="225"/>
              </ns1:xfrm>
              <ns1:custGeom>
                <ns1:avLst/>
                <ns1:gdLst>
                  <ns1:gd name="T0" fmla="*/ 79 w 159"/>
                  <ns1:gd name="T1" fmla="*/ 0 h 92"/>
                  <ns1:gd name="T2" fmla="*/ 9 w 159"/>
                  <ns1:gd name="T3" fmla="*/ 39 h 92"/>
                  <ns1:gd name="T4" fmla="*/ 17 w 159"/>
                  <ns1:gd name="T5" fmla="*/ 80 h 92"/>
                  <ns1:gd name="T6" fmla="*/ 59 w 159"/>
                  <ns1:gd name="T7" fmla="*/ 72 h 92"/>
                  <ns1:gd name="T8" fmla="*/ 79 w 159"/>
                  <ns1:gd name="T9" fmla="*/ 60 h 92"/>
                  <ns1:gd name="T10" fmla="*/ 100 w 159"/>
                  <ns1:gd name="T11" fmla="*/ 72 h 92"/>
                  <ns1:gd name="T12" fmla="*/ 141 w 159"/>
                  <ns1:gd name="T13" fmla="*/ 80 h 92"/>
                  <ns1:gd name="T14" fmla="*/ 150 w 159"/>
                  <ns1:gd name="T15" fmla="*/ 39 h 92"/>
                  <ns1:gd name="T16" fmla="*/ 79 w 159"/>
                  <ns1:gd name="T17" fmla="*/ 0 h 92"/>
                  <ns1:gd name="T18" fmla="*/ 79 w 159"/>
                  <ns1:gd name="T19" fmla="*/ 0 h 92"/>
                  <ns1:gd name="T20" fmla="*/ 79 w 159"/>
                  <ns1:gd name="T21" fmla="*/ 0 h 92"/>
                </ns1:gdLst>
                <ns1:ahLst/>
                <ns1:cxnLst>
                  <ns1:cxn ang="0">
                    <ns1:pos x="T0" y="T1"/>
                  </ns1:cxn>
                  <ns1:cxn ang="0">
                    <ns1:pos x="T2" y="T3"/>
                  </ns1:cxn>
                  <ns1:cxn ang="0">
                    <ns1:pos x="T4" y="T5"/>
                  </ns1:cxn>
                  <ns1:cxn ang="0">
                    <ns1:pos x="T6" y="T7"/>
                  </ns1:cxn>
                  <ns1:cxn ang="0">
                    <ns1:pos x="T8" y="T9"/>
                  </ns1:cxn>
                  <ns1:cxn ang="0">
                    <ns1:pos x="T10" y="T11"/>
                  </ns1:cxn>
                  <ns1:cxn ang="0">
                    <ns1:pos x="T12" y="T13"/>
                  </ns1:cxn>
                  <ns1:cxn ang="0">
                    <ns1:pos x="T14" y="T15"/>
                  </ns1:cxn>
                  <ns1:cxn ang="0">
                    <ns1:pos x="T16" y="T17"/>
                  </ns1:cxn>
                  <ns1:cxn ang="0">
                    <ns1:pos x="T18" y="T19"/>
                  </ns1:cxn>
                  <ns1:cxn ang="0">
                    <ns1:pos x="T20" y="T21"/>
                  </ns1:cxn>
                </ns1:cxnLst>
                <ns1:rect l="0" t="0" r="r" b="b"/>
                <ns1:pathLst>
                  <ns1:path w="159" h="92">
                    <ns1:moveTo>
                      <ns1:pt x="79" y="0"/>
                    </ns1:moveTo>
                    <ns1:cubicBezTo>
                      <ns1:pt x="51" y="0"/>
                      <ns1:pt x="24" y="15"/>
                      <ns1:pt x="9" y="39"/>
                    </ns1:cubicBezTo>
                    <ns1:cubicBezTo>
                      <ns1:pt x="0" y="52"/>
                      <ns1:pt x="4" y="71"/>
                      <ns1:pt x="17" y="80"/>
                    </ns1:cubicBezTo>
                    <ns1:cubicBezTo>
                      <ns1:pt x="31" y="89"/>
                      <ns1:pt x="50" y="85"/>
                      <ns1:pt x="59" y="72"/>
                    </ns1:cubicBezTo>
                    <ns1:cubicBezTo>
                      <ns1:pt x="66" y="62"/>
                      <ns1:pt x="75" y="60"/>
                      <ns1:pt x="79" y="60"/>
                    </ns1:cubicBezTo>
                    <ns1:cubicBezTo>
                      <ns1:pt x="83" y="60"/>
                      <ns1:pt x="93" y="62"/>
                      <ns1:pt x="100" y="72"/>
                    </ns1:cubicBezTo>
                    <ns1:cubicBezTo>
                      <ns1:pt x="114" y="92"/>
                      <ns1:pt x="136" y="83"/>
                      <ns1:pt x="141" y="80"/>
                    </ns1:cubicBezTo>
                    <ns1:cubicBezTo>
                      <ns1:pt x="155" y="71"/>
                      <ns1:pt x="159" y="52"/>
                      <ns1:pt x="150" y="39"/>
                    </ns1:cubicBezTo>
                    <ns1:cubicBezTo>
                      <ns1:pt x="134" y="15"/>
                      <ns1:pt x="108" y="0"/>
                      <ns1:pt x="79" y="0"/>
                    </ns1:cubicBezTo>
                    <ns1:close/>
                    <ns1:moveTo>
                      <ns1:pt x="79" y="0"/>
                    </ns1:moveTo>
                    <ns1:cubicBezTo>
                      <ns1:pt x="79" y="0"/>
                      <ns1:pt x="79" y="0"/>
                      <ns1:pt x="79" y="0"/>
                    </ns1:cubicBezTo>
                  </ns1:path>
                </ns1:pathLst>
              </ns1:custGeom>
              <ns1:grpFill/>
              <ns1:ln>
                <ns1:noFill/>
              </ns1:ln>
              <ns1:extLst>
                <ns1:ext uri="{91240B29-F687-4F45-9708-019B960494DF}">
                  <ns3:hiddenLine w="9525">
                    <ns1:solidFill>
                      <ns1:srgbClr val="000000"/>
                    </ns1:solidFill>
                    <ns1:round/>
                    <ns1:headEnd/>
                    <ns1:tailEnd/>
                  </ns3:hiddenLine>
                </ns1:ext>
              </ns1:extLst>
            </ns0:spPr>
            <ns0:txBody>
              <ns1:bodyPr vert="horz" wrap="square" lIns="91440" tIns="45720" rIns="91440" bIns="45720" numCol="1" anchor="t" anchorCtr="0" compatLnSpc="1">
                <ns1:prstTxWarp prst="textNoShape">
                  <ns1:avLst/>
                </ns1:prstTxWarp>
              </ns1:bodyPr>
              <ns1:lstStyle/>
              <ns1:p>
                <ns1:endParaRPr lang="en-US"/>
              </ns1:p>
            </ns0:txBody>
          </ns0:sp>
          <ns0:sp>
            <ns0:nvSpPr>
              <ns0:cNvPr id="116" name="Freeform 32">
                <ns1:extLst>
                  <ns1:ext uri="{FF2B5EF4-FFF2-40B4-BE49-F238E27FC236}">
                    <ns2:creationId id="{2E6D2C88-DD28-4594-853F-604A05B33DF5}"/>
                  </ns1:ext>
                </ns1:extLst>
              </ns0:cNvPr>
              <ns0:cNvSpPr>
                <ns1:spLocks noEditPoints="1"/>
              </ns0:cNvSpPr>
              <ns0:nvPr/>
            </ns0:nvSpPr>
            <ns0:spPr bwMode="auto">
              <ns1:xfrm>
                <ns1:off x="1310" y="113"/>
                <ns1:ext cx="5060" cy="4207"/>
              </ns1:xfrm>
              <ns1:custGeom>
                <ns1:avLst/>
                <ns1:gdLst>
                  <ns1:gd name="T0" fmla="*/ 1869 w 2066"/>
                  <ns1:gd name="T1" fmla="*/ 844 h 1718"/>
                  <ns1:gd name="T2" fmla="*/ 1481 w 2066"/>
                  <ns1:gd name="T3" fmla="*/ 780 h 1718"/>
                  <ns1:gd name="T4" fmla="*/ 1714 w 2066"/>
                  <ns1:gd name="T5" fmla="*/ 505 h 1718"/>
                  <ns1:gd name="T6" fmla="*/ 1749 w 2066"/>
                  <ns1:gd name="T7" fmla="*/ 276 h 1718"/>
                  <ns1:gd name="T8" fmla="*/ 1368 w 2066"/>
                  <ns1:gd name="T9" fmla="*/ 104 h 1718"/>
                  <ns1:gd name="T10" fmla="*/ 1206 w 2066"/>
                  <ns1:gd name="T11" fmla="*/ 32 h 1718"/>
                  <ns1:gd name="T12" fmla="*/ 716 w 2066"/>
                  <ns1:gd name="T13" fmla="*/ 58 h 1718"/>
                  <ns1:gd name="T14" fmla="*/ 586 w 2066"/>
                  <ns1:gd name="T15" fmla="*/ 139 h 1718"/>
                  <ns1:gd name="T16" fmla="*/ 604 w 2066"/>
                  <ns1:gd name="T17" fmla="*/ 197 h 1718"/>
                  <ns1:gd name="T18" fmla="*/ 741 w 2066"/>
                  <ns1:gd name="T19" fmla="*/ 201 h 1718"/>
                  <ns1:gd name="T20" fmla="*/ 1325 w 2066"/>
                  <ns1:gd name="T21" fmla="*/ 201 h 1718"/>
                  <ns1:gd name="T22" fmla="*/ 1636 w 2066"/>
                  <ns1:gd name="T23" fmla="*/ 251 h 1718"/>
                  <ns1:gd name="T24" fmla="*/ 1698 w 2066"/>
                  <ns1:gd name="T25" fmla="*/ 380 h 1718"/>
                  <ns1:gd name="T26" fmla="*/ 1546 w 2066"/>
                  <ns1:gd name="T27" fmla="*/ 544 h 1718"/>
                  <ns1:gd name="T28" fmla="*/ 1420 w 2066"/>
                  <ns1:gd name="T29" fmla="*/ 555 h 1718"/>
                  <ns1:gd name="T30" fmla="*/ 645 w 2066"/>
                  <ns1:gd name="T31" fmla="*/ 780 h 1718"/>
                  <ns1:gd name="T32" fmla="*/ 610 w 2066"/>
                  <ns1:gd name="T33" fmla="*/ 525 h 1718"/>
                  <ns1:gd name="T34" fmla="*/ 408 w 2066"/>
                  <ns1:gd name="T35" fmla="*/ 483 h 1718"/>
                  <ns1:gd name="T36" fmla="*/ 371 w 2066"/>
                  <ns1:gd name="T37" fmla="*/ 302 h 1718"/>
                  <ns1:gd name="T38" fmla="*/ 482 w 2066"/>
                  <ns1:gd name="T39" fmla="*/ 235 h 1718"/>
                  <ns1:gd name="T40" fmla="*/ 464 w 2066"/>
                  <ns1:gd name="T41" fmla="*/ 178 h 1718"/>
                  <ns1:gd name="T42" fmla="*/ 317 w 2066"/>
                  <ns1:gd name="T43" fmla="*/ 276 h 1718"/>
                  <ns1:gd name="T44" fmla="*/ 352 w 2066"/>
                  <ns1:gd name="T45" fmla="*/ 505 h 1718"/>
                  <ns1:gd name="T46" fmla="*/ 585 w 2066"/>
                  <ns1:gd name="T47" fmla="*/ 780 h 1718"/>
                  <ns1:gd name="T48" fmla="*/ 197 w 2066"/>
                  <ns1:gd name="T49" fmla="*/ 844 h 1718"/>
                  <ns1:gd name="T50" fmla="*/ 18 w 2066"/>
                  <ns1:gd name="T51" fmla="*/ 1120 h 1718"/>
                  <ns1:gd name="T52" fmla="*/ 243 w 2066"/>
                  <ns1:gd name="T53" fmla="*/ 1189 h 1718"/>
                  <ns1:gd name="T54" fmla="*/ 426 w 2066"/>
                  <ns1:gd name="T55" fmla="*/ 1718 h 1718"/>
                  <ns1:gd name="T56" fmla="*/ 1823 w 2066"/>
                  <ns1:gd name="T57" fmla="*/ 1535 h 1718"/>
                  <ns1:gd name="T58" fmla="*/ 1858 w 2066"/>
                  <ns1:gd name="T59" fmla="*/ 1189 h 1718"/>
                  <ns1:gd name="T60" fmla="*/ 2048 w 2066"/>
                  <ns1:gd name="T61" fmla="*/ 1120 h 1718"/>
                  <ns1:gd name="T62" fmla="*/ 1291 w 2066"/>
                  <ns1:gd name="T63" fmla="*/ 152 h 1718"/>
                  <ns1:gd name="T64" fmla="*/ 775 w 2066"/>
                  <ns1:gd name="T65" fmla="*/ 152 h 1718"/>
                  <ns1:gd name="T66" fmla="*/ 825 w 2066"/>
                  <ns1:gd name="T67" fmla="*/ 82 h 1718"/>
                  <ns1:gd name="T68" fmla="*/ 1301 w 2066"/>
                  <ns1:gd name="T69" fmla="*/ 92 h 1718"/>
                  <ns1:gd name="T70" fmla="*/ 73 w 2066"/>
                  <ns1:gd name="T71" fmla="*/ 1097 h 1718"/>
                  <ns1:gd name="T72" fmla="*/ 239 w 2066"/>
                  <ns1:gd name="T73" fmla="*/ 886 h 1718"/>
                  <ns1:gd name="T74" fmla="*/ 1356 w 2066"/>
                  <ns1:gd name="T75" fmla="*/ 840 h 1718"/>
                  <ns1:gd name="T76" fmla="*/ 1000 w 2066"/>
                  <ns1:gd name="T77" fmla="*/ 1129 h 1718"/>
                  <ns1:gd name="T78" fmla="*/ 73 w 2066"/>
                  <ns1:gd name="T79" fmla="*/ 1097 h 1718"/>
                  <ns1:gd name="T80" fmla="*/ 303 w 2066"/>
                  <ns1:gd name="T81" fmla="*/ 1535 h 1718"/>
                  <ns1:gd name="T82" fmla="*/ 1000 w 2066"/>
                  <ns1:gd name="T83" fmla="*/ 1189 h 1718"/>
                  <ns1:gd name="T84" fmla="*/ 1399 w 2066"/>
                  <ns1:gd name="T85" fmla="*/ 882 h 1718"/>
                  <ns1:gd name="T86" fmla="*/ 426 w 2066"/>
                  <ns1:gd name="T87" fmla="*/ 1658 h 1718"/>
                  <ns1:gd name="T88" fmla="*/ 1945 w 2066"/>
                  <ns1:gd name="T89" fmla="*/ 1129 h 1718"/>
                  <ns1:gd name="T90" fmla="*/ 1742 w 2066"/>
                  <ns1:gd name="T91" fmla="*/ 1081 h 1718"/>
                  <ns1:gd name="T92" fmla="*/ 1654 w 2066"/>
                  <ns1:gd name="T93" fmla="*/ 1035 h 1718"/>
                  <ns1:gd name="T94" fmla="*/ 1699 w 2066"/>
                  <ns1:gd name="T95" fmla="*/ 1123 h 1718"/>
                  <ns1:gd name="T96" fmla="*/ 1763 w 2066"/>
                  <ns1:gd name="T97" fmla="*/ 1535 h 1718"/>
                  <ns1:gd name="T98" fmla="*/ 1459 w 2066"/>
                  <ns1:gd name="T99" fmla="*/ 1658 h 1718"/>
                  <ns1:gd name="T100" fmla="*/ 1570 w 2066"/>
                  <ns1:gd name="T101" fmla="*/ 994 h 1718"/>
                  <ns1:gd name="T102" fmla="*/ 1612 w 2066"/>
                  <ns1:gd name="T103" fmla="*/ 951 h 1718"/>
                  <ns1:gd name="T104" fmla="*/ 1715 w 2066"/>
                  <ns1:gd name="T105" fmla="*/ 840 h 1718"/>
                  <ns1:gd name="T106" fmla="*/ 1982 w 2066"/>
                  <ns1:gd name="T107" fmla="*/ 1041 h 1718"/>
                  <ns1:gd name="T108" fmla="*/ 1993 w 2066"/>
                  <ns1:gd name="T109" fmla="*/ 1097 h 1718"/>
                </ns1:gdLst>
                <ns1:ahLst/>
                <ns1:cxnLst>
                  <ns1:cxn ang="0">
                    <ns1:pos x="T0" y="T1"/>
                  </ns1:cxn>
                  <ns1:cxn ang="0">
                    <ns1:pos x="T2" y="T3"/>
                  </ns1:cxn>
                  <ns1:cxn ang="0">
                    <ns1:pos x="T4" y="T5"/>
                  </ns1:cxn>
                  <ns1:cxn ang="0">
                    <ns1:pos x="T6" y="T7"/>
                  </ns1:cxn>
                  <ns1:cxn ang="0">
                    <ns1:pos x="T8" y="T9"/>
                  </ns1:cxn>
                  <ns1:cxn ang="0">
                    <ns1:pos x="T10" y="T11"/>
                  </ns1:cxn>
                  <ns1:cxn ang="0">
                    <ns1:pos x="T12" y="T13"/>
                  </ns1:cxn>
                  <ns1:cxn ang="0">
                    <ns1:pos x="T14" y="T15"/>
                  </ns1:cxn>
                  <ns1:cxn ang="0">
                    <ns1:pos x="T16" y="T17"/>
                  </ns1:cxn>
                  <ns1:cxn ang="0">
                    <ns1:pos x="T18" y="T19"/>
                  </ns1:cxn>
                  <ns1:cxn ang="0">
                    <ns1:pos x="T20" y="T21"/>
                  </ns1:cxn>
                  <ns1:cxn ang="0">
                    <ns1:pos x="T22" y="T23"/>
                  </ns1:cxn>
                  <ns1:cxn ang="0">
                    <ns1:pos x="T24" y="T25"/>
                  </ns1:cxn>
                  <ns1:cxn ang="0">
                    <ns1:pos x="T26" y="T27"/>
                  </ns1:cxn>
                  <ns1:cxn ang="0">
                    <ns1:pos x="T28" y="T29"/>
                  </ns1:cxn>
                  <ns1:cxn ang="0">
                    <ns1:pos x="T30" y="T31"/>
                  </ns1:cxn>
                  <ns1:cxn ang="0">
                    <ns1:pos x="T32" y="T33"/>
                  </ns1:cxn>
                  <ns1:cxn ang="0">
                    <ns1:pos x="T34" y="T35"/>
                  </ns1:cxn>
                  <ns1:cxn ang="0">
                    <ns1:pos x="T36" y="T37"/>
                  </ns1:cxn>
                  <ns1:cxn ang="0">
                    <ns1:pos x="T38" y="T39"/>
                  </ns1:cxn>
                  <ns1:cxn ang="0">
                    <ns1:pos x="T40" y="T41"/>
                  </ns1:cxn>
                  <ns1:cxn ang="0">
                    <ns1:pos x="T42" y="T43"/>
                  </ns1:cxn>
                  <ns1:cxn ang="0">
                    <ns1:pos x="T44" y="T45"/>
                  </ns1:cxn>
                  <ns1:cxn ang="0">
                    <ns1:pos x="T46" y="T47"/>
                  </ns1:cxn>
                  <ns1:cxn ang="0">
                    <ns1:pos x="T48" y="T49"/>
                  </ns1:cxn>
                  <ns1:cxn ang="0">
                    <ns1:pos x="T50" y="T51"/>
                  </ns1:cxn>
                  <ns1:cxn ang="0">
                    <ns1:pos x="T52" y="T53"/>
                  </ns1:cxn>
                  <ns1:cxn ang="0">
                    <ns1:pos x="T54" y="T55"/>
                  </ns1:cxn>
                  <ns1:cxn ang="0">
                    <ns1:pos x="T56" y="T57"/>
                  </ns1:cxn>
                  <ns1:cxn ang="0">
                    <ns1:pos x="T58" y="T59"/>
                  </ns1:cxn>
                  <ns1:cxn ang="0">
                    <ns1:pos x="T60" y="T61"/>
                  </ns1:cxn>
                  <ns1:cxn ang="0">
                    <ns1:pos x="T62" y="T63"/>
                  </ns1:cxn>
                  <ns1:cxn ang="0">
                    <ns1:pos x="T64" y="T65"/>
                  </ns1:cxn>
                  <ns1:cxn ang="0">
                    <ns1:pos x="T66" y="T67"/>
                  </ns1:cxn>
                  <ns1:cxn ang="0">
                    <ns1:pos x="T68" y="T69"/>
                  </ns1:cxn>
                  <ns1:cxn ang="0">
                    <ns1:pos x="T70" y="T71"/>
                  </ns1:cxn>
                  <ns1:cxn ang="0">
                    <ns1:pos x="T72" y="T73"/>
                  </ns1:cxn>
                  <ns1:cxn ang="0">
                    <ns1:pos x="T74" y="T75"/>
                  </ns1:cxn>
                  <ns1:cxn ang="0">
                    <ns1:pos x="T76" y="T77"/>
                  </ns1:cxn>
                  <ns1:cxn ang="0">
                    <ns1:pos x="T78" y="T79"/>
                  </ns1:cxn>
                  <ns1:cxn ang="0">
                    <ns1:pos x="T80" y="T81"/>
                  </ns1:cxn>
                  <ns1:cxn ang="0">
                    <ns1:pos x="T82" y="T83"/>
                  </ns1:cxn>
                  <ns1:cxn ang="0">
                    <ns1:pos x="T84" y="T85"/>
                  </ns1:cxn>
                  <ns1:cxn ang="0">
                    <ns1:pos x="T86" y="T87"/>
                  </ns1:cxn>
                  <ns1:cxn ang="0">
                    <ns1:pos x="T88" y="T89"/>
                  </ns1:cxn>
                  <ns1:cxn ang="0">
                    <ns1:pos x="T90" y="T91"/>
                  </ns1:cxn>
                  <ns1:cxn ang="0">
                    <ns1:pos x="T92" y="T93"/>
                  </ns1:cxn>
                  <ns1:cxn ang="0">
                    <ns1:pos x="T94" y="T95"/>
                  </ns1:cxn>
                  <ns1:cxn ang="0">
                    <ns1:pos x="T96" y="T97"/>
                  </ns1:cxn>
                  <ns1:cxn ang="0">
                    <ns1:pos x="T98" y="T99"/>
                  </ns1:cxn>
                  <ns1:cxn ang="0">
                    <ns1:pos x="T100" y="T101"/>
                  </ns1:cxn>
                  <ns1:cxn ang="0">
                    <ns1:pos x="T102" y="T103"/>
                  </ns1:cxn>
                  <ns1:cxn ang="0">
                    <ns1:pos x="T104" y="T105"/>
                  </ns1:cxn>
                  <ns1:cxn ang="0">
                    <ns1:pos x="T106" y="T107"/>
                  </ns1:cxn>
                  <ns1:cxn ang="0">
                    <ns1:pos x="T108" y="T109"/>
                  </ns1:cxn>
                </ns1:cxnLst>
                <ns1:rect l="0" t="0" r="r" b="b"/>
                <ns1:pathLst>
                  <ns1:path w="2066" h="1718">
                    <ns1:moveTo>
                      <ns1:pt x="2024" y="999"/>
                    </ns1:moveTo>
                    <ns1:cubicBezTo>
                      <ns1:pt x="1869" y="844"/>
                      <ns1:pt x="1869" y="844"/>
                      <ns1:pt x="1869" y="844"/>
                    </ns1:cubicBezTo>
                    <ns1:cubicBezTo>
                      <ns1:pt x="1828" y="803"/>
                      <ns1:pt x="1773" y="780"/>
                      <ns1:pt x="1715" y="780"/>
                    </ns1:cubicBezTo>
                    <ns1:cubicBezTo>
                      <ns1:pt x="1481" y="780"/>
                      <ns1:pt x="1481" y="780"/>
                      <ns1:pt x="1481" y="780"/>
                    </ns1:cubicBezTo>
                    <ns1:cubicBezTo>
                      <ns1:pt x="1481" y="703"/>
                      <ns1:pt x="1481" y="632"/>
                      <ns1:pt x="1480" y="592"/>
                    </ns1:cubicBezTo>
                    <ns1:cubicBezTo>
                      <ns1:pt x="1480" y="592"/>
                      <ns1:pt x="1660" y="658"/>
                      <ns1:pt x="1714" y="505"/>
                    </ns1:cubicBezTo>
                    <ns1:cubicBezTo>
                      <ns1:pt x="1754" y="402"/>
                      <ns1:pt x="1754" y="402"/>
                      <ns1:pt x="1754" y="402"/>
                    </ns1:cubicBezTo>
                    <ns1:cubicBezTo>
                      <ns1:pt x="1770" y="361"/>
                      <ns1:pt x="1768" y="315"/>
                      <ns1:pt x="1749" y="276"/>
                    </ns1:cubicBezTo>
                    <ns1:cubicBezTo>
                      <ns1:pt x="1730" y="237"/>
                      <ns1:pt x="1695" y="207"/>
                      <ns1:pt x="1654" y="194"/>
                    </ns1:cubicBezTo>
                    <ns1:cubicBezTo>
                      <ns1:pt x="1368" y="104"/>
                      <ns1:pt x="1368" y="104"/>
                      <ns1:pt x="1368" y="104"/>
                    </ns1:cubicBezTo>
                    <ns1:cubicBezTo>
                      <ns1:pt x="1366" y="88"/>
                      <ns1:pt x="1360" y="72"/>
                      <ns1:pt x="1350" y="58"/>
                    </ns1:cubicBezTo>
                    <ns1:cubicBezTo>
                      <ns1:pt x="1317" y="11"/>
                      <ns1:pt x="1253" y="0"/>
                      <ns1:pt x="1206" y="32"/>
                    </ns1:cubicBezTo>
                    <ns1:cubicBezTo>
                      <ns1:pt x="1103" y="105"/>
                      <ns1:pt x="963" y="105"/>
                      <ns1:pt x="860" y="32"/>
                    </ns1:cubicBezTo>
                    <ns1:cubicBezTo>
                      <ns1:pt x="813" y="0"/>
                      <ns1:pt x="749" y="11"/>
                      <ns1:pt x="716" y="58"/>
                    </ns1:cubicBezTo>
                    <ns1:cubicBezTo>
                      <ns1:pt x="706" y="72"/>
                      <ns1:pt x="700" y="88"/>
                      <ns1:pt x="698" y="104"/>
                    </ns1:cubicBezTo>
                    <ns1:cubicBezTo>
                      <ns1:pt x="586" y="139"/>
                      <ns1:pt x="586" y="139"/>
                      <ns1:pt x="586" y="139"/>
                    </ns1:cubicBezTo>
                    <ns1:cubicBezTo>
                      <ns1:pt x="570" y="144"/>
                      <ns1:pt x="561" y="161"/>
                      <ns1:pt x="566" y="177"/>
                    </ns1:cubicBezTo>
                    <ns1:cubicBezTo>
                      <ns1:pt x="570" y="190"/>
                      <ns1:pt x="586" y="201"/>
                      <ns1:pt x="604" y="197"/>
                    </ns1:cubicBezTo>
                    <ns1:cubicBezTo>
                      <ns1:pt x="708" y="164"/>
                      <ns1:pt x="708" y="164"/>
                      <ns1:pt x="708" y="164"/>
                    </ns1:cubicBezTo>
                    <ns1:cubicBezTo>
                      <ns1:pt x="716" y="179"/>
                      <ns1:pt x="727" y="192"/>
                      <ns1:pt x="741" y="201"/>
                    </ns1:cubicBezTo>
                    <ns1:cubicBezTo>
                      <ns1:pt x="827" y="262"/>
                      <ns1:pt x="928" y="293"/>
                      <ns1:pt x="1033" y="293"/>
                    </ns1:cubicBezTo>
                    <ns1:cubicBezTo>
                      <ns1:pt x="1138" y="293"/>
                      <ns1:pt x="1239" y="262"/>
                      <ns1:pt x="1325" y="201"/>
                    </ns1:cubicBezTo>
                    <ns1:cubicBezTo>
                      <ns1:pt x="1339" y="192"/>
                      <ns1:pt x="1350" y="179"/>
                      <ns1:pt x="1358" y="164"/>
                    </ns1:cubicBezTo>
                    <ns1:cubicBezTo>
                      <ns1:pt x="1636" y="251"/>
                      <ns1:pt x="1636" y="251"/>
                      <ns1:pt x="1636" y="251"/>
                    </ns1:cubicBezTo>
                    <ns1:cubicBezTo>
                      <ns1:pt x="1662" y="259"/>
                      <ns1:pt x="1683" y="277"/>
                      <ns1:pt x="1695" y="302"/>
                    </ns1:cubicBezTo>
                    <ns1:cubicBezTo>
                      <ns1:pt x="1707" y="327"/>
                      <ns1:pt x="1708" y="355"/>
                      <ns1:pt x="1698" y="380"/>
                    </ns1:cubicBezTo>
                    <ns1:cubicBezTo>
                      <ns1:pt x="1658" y="483"/>
                      <ns1:pt x="1658" y="483"/>
                      <ns1:pt x="1658" y="483"/>
                    </ns1:cubicBezTo>
                    <ns1:cubicBezTo>
                      <ns1:pt x="1641" y="529"/>
                      <ns1:pt x="1594" y="554"/>
                      <ns1:pt x="1546" y="544"/>
                    </ns1:cubicBezTo>
                    <ns1:cubicBezTo>
                      <ns1:pt x="1456" y="525"/>
                      <ns1:pt x="1456" y="525"/>
                      <ns1:pt x="1456" y="525"/>
                    </ns1:cubicBezTo>
                    <ns1:cubicBezTo>
                      <ns1:pt x="1439" y="523"/>
                      <ns1:pt x="1421" y="528"/>
                      <ns1:pt x="1420" y="555"/>
                    </ns1:cubicBezTo>
                    <ns1:cubicBezTo>
                      <ns1:pt x="1420" y="556"/>
                      <ns1:pt x="1421" y="659"/>
                      <ns1:pt x="1421" y="780"/>
                    </ns1:cubicBezTo>
                    <ns1:cubicBezTo>
                      <ns1:pt x="645" y="780"/>
                      <ns1:pt x="645" y="780"/>
                      <ns1:pt x="645" y="780"/>
                    </ns1:cubicBezTo>
                    <ns1:cubicBezTo>
                      <ns1:pt x="645" y="659"/>
                      <ns1:pt x="646" y="556"/>
                      <ns1:pt x="646" y="555"/>
                    </ns1:cubicBezTo>
                    <ns1:cubicBezTo>
                      <ns1:pt x="646" y="531"/>
                      <ns1:pt x="632" y="521"/>
                      <ns1:pt x="610" y="525"/>
                    </ns1:cubicBezTo>
                    <ns1:cubicBezTo>
                      <ns1:pt x="520" y="544"/>
                      <ns1:pt x="520" y="544"/>
                      <ns1:pt x="520" y="544"/>
                    </ns1:cubicBezTo>
                    <ns1:cubicBezTo>
                      <ns1:pt x="472" y="554"/>
                      <ns1:pt x="425" y="529"/>
                      <ns1:pt x="408" y="483"/>
                    </ns1:cubicBezTo>
                    <ns1:cubicBezTo>
                      <ns1:pt x="368" y="380"/>
                      <ns1:pt x="368" y="380"/>
                      <ns1:pt x="368" y="380"/>
                    </ns1:cubicBezTo>
                    <ns1:cubicBezTo>
                      <ns1:pt x="358" y="355"/>
                      <ns1:pt x="359" y="327"/>
                      <ns1:pt x="371" y="302"/>
                    </ns1:cubicBezTo>
                    <ns1:cubicBezTo>
                      <ns1:pt x="383" y="277"/>
                      <ns1:pt x="404" y="259"/>
                      <ns1:pt x="430" y="251"/>
                    </ns1:cubicBezTo>
                    <ns1:cubicBezTo>
                      <ns1:pt x="482" y="235"/>
                      <ns1:pt x="482" y="235"/>
                      <ns1:pt x="482" y="235"/>
                    </ns1:cubicBezTo>
                    <ns1:cubicBezTo>
                      <ns1:pt x="498" y="230"/>
                      <ns1:pt x="506" y="213"/>
                      <ns1:pt x="501" y="197"/>
                    </ns1:cubicBezTo>
                    <ns1:cubicBezTo>
                      <ns1:pt x="497" y="182"/>
                      <ns1:pt x="480" y="173"/>
                      <ns1:pt x="464" y="178"/>
                    </ns1:cubicBezTo>
                    <ns1:cubicBezTo>
                      <ns1:pt x="412" y="194"/>
                      <ns1:pt x="412" y="194"/>
                      <ns1:pt x="412" y="194"/>
                    </ns1:cubicBezTo>
                    <ns1:cubicBezTo>
                      <ns1:pt x="371" y="207"/>
                      <ns1:pt x="336" y="237"/>
                      <ns1:pt x="317" y="276"/>
                    </ns1:cubicBezTo>
                    <ns1:cubicBezTo>
                      <ns1:pt x="298" y="315"/>
                      <ns1:pt x="296" y="361"/>
                      <ns1:pt x="312" y="402"/>
                    </ns1:cubicBezTo>
                    <ns1:cubicBezTo>
                      <ns1:pt x="352" y="505"/>
                      <ns1:pt x="352" y="505"/>
                      <ns1:pt x="352" y="505"/>
                    </ns1:cubicBezTo>
                    <ns1:cubicBezTo>
                      <ns1:pt x="416" y="666"/>
                      <ns1:pt x="586" y="592"/>
                      <ns1:pt x="586" y="592"/>
                    </ns1:cubicBezTo>
                    <ns1:cubicBezTo>
                      <ns1:pt x="585" y="780"/>
                      <ns1:pt x="585" y="780"/>
                      <ns1:pt x="585" y="780"/>
                    </ns1:cubicBezTo>
                    <ns1:cubicBezTo>
                      <ns1:pt x="351" y="780"/>
                      <ns1:pt x="351" y="780"/>
                      <ns1:pt x="351" y="780"/>
                    </ns1:cubicBezTo>
                    <ns1:cubicBezTo>
                      <ns1:pt x="293" y="780"/>
                      <ns1:pt x="238" y="803"/>
                      <ns1:pt x="197" y="844"/>
                    </ns1:cubicBezTo>
                    <ns1:cubicBezTo>
                      <ns1:pt x="42" y="999"/>
                      <ns1:pt x="42" y="999"/>
                      <ns1:pt x="42" y="999"/>
                    </ns1:cubicBezTo>
                    <ns1:cubicBezTo>
                      <ns1:pt x="9" y="1031"/>
                      <ns1:pt x="0" y="1078"/>
                      <ns1:pt x="18" y="1120"/>
                    </ns1:cubicBezTo>
                    <ns1:cubicBezTo>
                      <ns1:pt x="35" y="1162"/>
                      <ns1:pt x="75" y="1189"/>
                      <ns1:pt x="121" y="1189"/>
                    </ns1:cubicBezTo>
                    <ns1:cubicBezTo>
                      <ns1:pt x="243" y="1189"/>
                      <ns1:pt x="243" y="1189"/>
                      <ns1:pt x="243" y="1189"/>
                    </ns1:cubicBezTo>
                    <ns1:cubicBezTo>
                      <ns1:pt x="243" y="1535"/>
                      <ns1:pt x="243" y="1535"/>
                      <ns1:pt x="243" y="1535"/>
                    </ns1:cubicBezTo>
                    <ns1:cubicBezTo>
                      <ns1:pt x="243" y="1636"/>
                      <ns1:pt x="325" y="1718"/>
                      <ns1:pt x="426" y="1718"/>
                    </ns1:cubicBezTo>
                    <ns1:cubicBezTo>
                      <ns1:pt x="1640" y="1718"/>
                      <ns1:pt x="1640" y="1718"/>
                      <ns1:pt x="1640" y="1718"/>
                    </ns1:cubicBezTo>
                    <ns1:cubicBezTo>
                      <ns1:pt x="1741" y="1718"/>
                      <ns1:pt x="1823" y="1636"/>
                      <ns1:pt x="1823" y="1535"/>
                    </ns1:cubicBezTo>
                    <ns1:cubicBezTo>
                      <ns1:pt x="1823" y="1186"/>
                      <ns1:pt x="1823" y="1186"/>
                      <ns1:pt x="1823" y="1186"/>
                    </ns1:cubicBezTo>
                    <ns1:cubicBezTo>
                      <ns1:pt x="1834" y="1188"/>
                      <ns1:pt x="1846" y="1189"/>
                      <ns1:pt x="1858" y="1189"/>
                    </ns1:cubicBezTo>
                    <ns1:cubicBezTo>
                      <ns1:pt x="1945" y="1189"/>
                      <ns1:pt x="1945" y="1189"/>
                      <ns1:pt x="1945" y="1189"/>
                    </ns1:cubicBezTo>
                    <ns1:cubicBezTo>
                      <ns1:pt x="1991" y="1189"/>
                      <ns1:pt x="2031" y="1162"/>
                      <ns1:pt x="2048" y="1120"/>
                    </ns1:cubicBezTo>
                    <ns1:cubicBezTo>
                      <ns1:pt x="2066" y="1078"/>
                      <ns1:pt x="2057" y="1031"/>
                      <ns1:pt x="2024" y="999"/>
                    </ns1:cubicBezTo>
                    <ns1:close/>
                    <ns1:moveTo>
                      <ns1:pt x="1291" y="152"/>
                    </ns1:moveTo>
                    <ns1:cubicBezTo>
                      <ns1:pt x="1215" y="205"/>
                      <ns1:pt x="1126" y="233"/>
                      <ns1:pt x="1033" y="233"/>
                    </ns1:cubicBezTo>
                    <ns1:cubicBezTo>
                      <ns1:pt x="940" y="233"/>
                      <ns1:pt x="851" y="205"/>
                      <ns1:pt x="775" y="152"/>
                    </ns1:cubicBezTo>
                    <ns1:cubicBezTo>
                      <ns1:pt x="756" y="139"/>
                      <ns1:pt x="751" y="111"/>
                      <ns1:pt x="765" y="92"/>
                    </ns1:cubicBezTo>
                    <ns1:cubicBezTo>
                      <ns1:pt x="784" y="65"/>
                      <ns1:pt x="818" y="76"/>
                      <ns1:pt x="825" y="82"/>
                    </ns1:cubicBezTo>
                    <ns1:cubicBezTo>
                      <ns1:pt x="949" y="169"/>
                      <ns1:pt x="1117" y="169"/>
                      <ns1:pt x="1241" y="82"/>
                    </ns1:cubicBezTo>
                    <ns1:cubicBezTo>
                      <ns1:pt x="1260" y="68"/>
                      <ns1:pt x="1287" y="73"/>
                      <ns1:pt x="1301" y="92"/>
                    </ns1:cubicBezTo>
                    <ns1:cubicBezTo>
                      <ns1:pt x="1321" y="119"/>
                      <ns1:pt x="1300" y="146"/>
                      <ns1:pt x="1291" y="152"/>
                    </ns1:cubicBezTo>
                    <ns1:close/>
                    <ns1:moveTo>
                      <ns1:pt x="73" y="1097"/>
                    </ns1:moveTo>
                    <ns1:cubicBezTo>
                      <ns1:pt x="65" y="1077"/>
                      <ns1:pt x="69" y="1056"/>
                      <ns1:pt x="84" y="1041"/>
                    </ns1:cubicBezTo>
                    <ns1:cubicBezTo>
                      <ns1:pt x="239" y="886"/>
                      <ns1:pt x="239" y="886"/>
                      <ns1:pt x="239" y="886"/>
                    </ns1:cubicBezTo>
                    <ns1:cubicBezTo>
                      <ns1:pt x="269" y="856"/>
                      <ns1:pt x="309" y="840"/>
                      <ns1:pt x="351" y="840"/>
                    </ns1:cubicBezTo>
                    <ns1:cubicBezTo>
                      <ns1:pt x="1356" y="840"/>
                      <ns1:pt x="1356" y="840"/>
                      <ns1:pt x="1356" y="840"/>
                    </ns1:cubicBezTo>
                    <ns1:cubicBezTo>
                      <ns1:pt x="1116" y="1081"/>
                      <ns1:pt x="1116" y="1081"/>
                      <ns1:pt x="1116" y="1081"/>
                    </ns1:cubicBezTo>
                    <ns1:cubicBezTo>
                      <ns1:pt x="1085" y="1112"/>
                      <ns1:pt x="1044" y="1129"/>
                      <ns1:pt x="1000" y="1129"/>
                    </ns1:cubicBezTo>
                    <ns1:cubicBezTo>
                      <ns1:pt x="121" y="1129"/>
                      <ns1:pt x="121" y="1129"/>
                      <ns1:pt x="121" y="1129"/>
                    </ns1:cubicBezTo>
                    <ns1:cubicBezTo>
                      <ns1:pt x="99" y="1129"/>
                      <ns1:pt x="81" y="1117"/>
                      <ns1:pt x="73" y="1097"/>
                    </ns1:cubicBezTo>
                    <ns1:close/>
                    <ns1:moveTo>
                      <ns1:pt x="426" y="1658"/>
                    </ns1:moveTo>
                    <ns1:cubicBezTo>
                      <ns1:pt x="358" y="1658"/>
                      <ns1:pt x="303" y="1603"/>
                      <ns1:pt x="303" y="1535"/>
                    </ns1:cubicBezTo>
                    <ns1:cubicBezTo>
                      <ns1:pt x="303" y="1189"/>
                      <ns1:pt x="303" y="1189"/>
                      <ns1:pt x="303" y="1189"/>
                    </ns1:cubicBezTo>
                    <ns1:cubicBezTo>
                      <ns1:pt x="1000" y="1189"/>
                      <ns1:pt x="1000" y="1189"/>
                      <ns1:pt x="1000" y="1189"/>
                    </ns1:cubicBezTo>
                    <ns1:cubicBezTo>
                      <ns1:pt x="1060" y="1189"/>
                      <ns1:pt x="1116" y="1165"/>
                      <ns1:pt x="1158" y="1123"/>
                    </ns1:cubicBezTo>
                    <ns1:cubicBezTo>
                      <ns1:pt x="1399" y="882"/>
                      <ns1:pt x="1399" y="882"/>
                      <ns1:pt x="1399" y="882"/>
                    </ns1:cubicBezTo>
                    <ns1:cubicBezTo>
                      <ns1:pt x="1399" y="1658"/>
                      <ns1:pt x="1399" y="1658"/>
                      <ns1:pt x="1399" y="1658"/>
                    </ns1:cubicBezTo>
                    <ns1:lnTo>
                      <ns1:pt x="426" y="1658"/>
                    </ns1:lnTo>
                    <ns1:close/>
                    <ns1:moveTo>
                      <ns1:pt x="1993" y="1097"/>
                    </ns1:moveTo>
                    <ns1:cubicBezTo>
                      <ns1:pt x="1985" y="1117"/>
                      <ns1:pt x="1967" y="1129"/>
                      <ns1:pt x="1945" y="1129"/>
                    </ns1:cubicBezTo>
                    <ns1:cubicBezTo>
                      <ns1:pt x="1858" y="1129"/>
                      <ns1:pt x="1858" y="1129"/>
                      <ns1:pt x="1858" y="1129"/>
                    </ns1:cubicBezTo>
                    <ns1:cubicBezTo>
                      <ns1:pt x="1814" y="1129"/>
                      <ns1:pt x="1773" y="1112"/>
                      <ns1:pt x="1742" y="1081"/>
                    </ns1:cubicBezTo>
                    <ns1:cubicBezTo>
                      <ns1:pt x="1696" y="1035"/>
                      <ns1:pt x="1696" y="1035"/>
                      <ns1:pt x="1696" y="1035"/>
                    </ns1:cubicBezTo>
                    <ns1:cubicBezTo>
                      <ns1:pt x="1685" y="1024"/>
                      <ns1:pt x="1666" y="1024"/>
                      <ns1:pt x="1654" y="1035"/>
                    </ns1:cubicBezTo>
                    <ns1:cubicBezTo>
                      <ns1:pt x="1642" y="1047"/>
                      <ns1:pt x="1642" y="1066"/>
                      <ns1:pt x="1654" y="1078"/>
                    </ns1:cubicBezTo>
                    <ns1:cubicBezTo>
                      <ns1:pt x="1699" y="1123"/>
                      <ns1:pt x="1699" y="1123"/>
                      <ns1:pt x="1699" y="1123"/>
                    </ns1:cubicBezTo>
                    <ns1:cubicBezTo>
                      <ns1:pt x="1718" y="1142"/>
                      <ns1:pt x="1740" y="1157"/>
                      <ns1:pt x="1763" y="1168"/>
                    </ns1:cubicBezTo>
                    <ns1:cubicBezTo>
                      <ns1:pt x="1763" y="1535"/>
                      <ns1:pt x="1763" y="1535"/>
                      <ns1:pt x="1763" y="1535"/>
                    </ns1:cubicBezTo>
                    <ns1:cubicBezTo>
                      <ns1:pt x="1763" y="1603"/>
                      <ns1:pt x="1708" y="1658"/>
                      <ns1:pt x="1640" y="1658"/>
                    </ns1:cubicBezTo>
                    <ns1:cubicBezTo>
                      <ns1:pt x="1459" y="1658"/>
                      <ns1:pt x="1459" y="1658"/>
                      <ns1:pt x="1459" y="1658"/>
                    </ns1:cubicBezTo>
                    <ns1:cubicBezTo>
                      <ns1:pt x="1459" y="882"/>
                      <ns1:pt x="1459" y="882"/>
                      <ns1:pt x="1459" y="882"/>
                    </ns1:cubicBezTo>
                    <ns1:cubicBezTo>
                      <ns1:pt x="1570" y="994"/>
                      <ns1:pt x="1570" y="994"/>
                      <ns1:pt x="1570" y="994"/>
                    </ns1:cubicBezTo>
                    <ns1:cubicBezTo>
                      <ns1:pt x="1582" y="1005"/>
                      <ns1:pt x="1601" y="1005"/>
                      <ns1:pt x="1612" y="994"/>
                    </ns1:cubicBezTo>
                    <ns1:cubicBezTo>
                      <ns1:pt x="1624" y="982"/>
                      <ns1:pt x="1624" y="963"/>
                      <ns1:pt x="1612" y="951"/>
                    </ns1:cubicBezTo>
                    <ns1:cubicBezTo>
                      <ns1:pt x="1501" y="840"/>
                      <ns1:pt x="1501" y="840"/>
                      <ns1:pt x="1501" y="840"/>
                    </ns1:cubicBezTo>
                    <ns1:cubicBezTo>
                      <ns1:pt x="1715" y="840"/>
                      <ns1:pt x="1715" y="840"/>
                      <ns1:pt x="1715" y="840"/>
                    </ns1:cubicBezTo>
                    <ns1:cubicBezTo>
                      <ns1:pt x="1757" y="840"/>
                      <ns1:pt x="1797" y="856"/>
                      <ns1:pt x="1827" y="886"/>
                    </ns1:cubicBezTo>
                    <ns1:cubicBezTo>
                      <ns1:pt x="1982" y="1041"/>
                      <ns1:pt x="1982" y="1041"/>
                      <ns1:pt x="1982" y="1041"/>
                    </ns1:cubicBezTo>
                    <ns1:cubicBezTo>
                      <ns1:pt x="1997" y="1056"/>
                      <ns1:pt x="2001" y="1077"/>
                      <ns1:pt x="1993" y="1097"/>
                    </ns1:cubicBezTo>
                    <ns1:close/>
                    <ns1:moveTo>
                      <ns1:pt x="1993" y="1097"/>
                    </ns1:moveTo>
                    <ns1:cubicBezTo>
                      <ns1:pt x="1993" y="1097"/>
                      <ns1:pt x="1993" y="1097"/>
                      <ns1:pt x="1993" y="1097"/>
                    </ns1:cubicBezTo>
                  </ns1:path>
                </ns1:pathLst>
              </ns1:custGeom>
              <ns1:grpFill/>
              <ns1:ln>
                <ns1:noFill/>
              </ns1:ln>
              <ns1:extLst>
                <ns1:ext uri="{91240B29-F687-4F45-9708-019B960494DF}">
                  <ns3:hiddenLine w="9525">
                    <ns1:solidFill>
                      <ns1:srgbClr val="000000"/>
                    </ns1:solidFill>
                    <ns1:round/>
                    <ns1:headEnd/>
                    <ns1:tailEnd/>
                  </ns3:hiddenLine>
                </ns1:ext>
              </ns1:extLst>
            </ns0:spPr>
            <ns0:txBody>
              <ns1:bodyPr vert="horz" wrap="square" lIns="91440" tIns="45720" rIns="91440" bIns="45720" numCol="1" anchor="t" anchorCtr="0" compatLnSpc="1">
                <ns1:prstTxWarp prst="textNoShape">
                  <ns1:avLst/>
                </ns1:prstTxWarp>
              </ns1:bodyPr>
              <ns1:lstStyle/>
              <ns1:p>
                <ns1:endParaRPr lang="en-US"/>
              </ns1:p>
            </ns0:txBody>
          </ns0:sp>
          <ns0:sp>
            <ns0:nvSpPr>
              <ns0:cNvPr id="117" name="Freeform 33">
                <ns1:extLst>
                  <ns1:ext uri="{FF2B5EF4-FFF2-40B4-BE49-F238E27FC236}">
                    <ns2:creationId id="{82C43607-353D-487D-9FD0-76F62C59DCBF}"/>
                  </ns1:ext>
                </ns1:extLst>
              </ns0:cNvPr>
              <ns0:cNvSpPr>
                <ns1:spLocks noEditPoints="1"/>
              </ns0:cNvSpPr>
              <ns0:nvPr/>
            </ns0:nvSpPr>
            <ns0:spPr bwMode="auto">
              <ns1:xfrm>
                <ns1:off x="1612" y="3"/>
                <ns1:ext cx="734" cy="734"/>
              </ns1:xfrm>
              <ns1:custGeom>
                <ns1:avLst/>
                <ns1:gdLst>
                  <ns1:gd name="T0" fmla="*/ 31 w 300"/>
                  <ns1:gd name="T1" fmla="*/ 203 h 300"/>
                  <ns1:gd name="T2" fmla="*/ 51 w 300"/>
                  <ns1:gd name="T3" fmla="*/ 214 h 300"/>
                  <ns1:gd name="T4" fmla="*/ 87 w 300"/>
                  <ns1:gd name="T5" fmla="*/ 249 h 300"/>
                  <ns1:gd name="T6" fmla="*/ 98 w 300"/>
                  <ns1:gd name="T7" fmla="*/ 269 h 300"/>
                  <ns1:gd name="T8" fmla="*/ 150 w 300"/>
                  <ns1:gd name="T9" fmla="*/ 300 h 300"/>
                  <ns1:gd name="T10" fmla="*/ 202 w 300"/>
                  <ns1:gd name="T11" fmla="*/ 269 h 300"/>
                  <ns1:gd name="T12" fmla="*/ 213 w 300"/>
                  <ns1:gd name="T13" fmla="*/ 249 h 300"/>
                  <ns1:gd name="T14" fmla="*/ 249 w 300"/>
                  <ns1:gd name="T15" fmla="*/ 214 h 300"/>
                  <ns1:gd name="T16" fmla="*/ 269 w 300"/>
                  <ns1:gd name="T17" fmla="*/ 203 h 300"/>
                  <ns1:gd name="T18" fmla="*/ 300 w 300"/>
                  <ns1:gd name="T19" fmla="*/ 150 h 300"/>
                  <ns1:gd name="T20" fmla="*/ 269 w 300"/>
                  <ns1:gd name="T21" fmla="*/ 98 h 300"/>
                  <ns1:gd name="T22" fmla="*/ 249 w 300"/>
                  <ns1:gd name="T23" fmla="*/ 87 h 300"/>
                  <ns1:gd name="T24" fmla="*/ 213 w 300"/>
                  <ns1:gd name="T25" fmla="*/ 51 h 300"/>
                  <ns1:gd name="T26" fmla="*/ 202 w 300"/>
                  <ns1:gd name="T27" fmla="*/ 31 h 300"/>
                  <ns1:gd name="T28" fmla="*/ 150 w 300"/>
                  <ns1:gd name="T29" fmla="*/ 0 h 300"/>
                  <ns1:gd name="T30" fmla="*/ 98 w 300"/>
                  <ns1:gd name="T31" fmla="*/ 31 h 300"/>
                  <ns1:gd name="T32" fmla="*/ 87 w 300"/>
                  <ns1:gd name="T33" fmla="*/ 51 h 300"/>
                  <ns1:gd name="T34" fmla="*/ 51 w 300"/>
                  <ns1:gd name="T35" fmla="*/ 87 h 300"/>
                  <ns1:gd name="T36" fmla="*/ 31 w 300"/>
                  <ns1:gd name="T37" fmla="*/ 98 h 300"/>
                  <ns1:gd name="T38" fmla="*/ 0 w 300"/>
                  <ns1:gd name="T39" fmla="*/ 150 h 300"/>
                  <ns1:gd name="T40" fmla="*/ 31 w 300"/>
                  <ns1:gd name="T41" fmla="*/ 203 h 300"/>
                  <ns1:gd name="T42" fmla="*/ 150 w 300"/>
                  <ns1:gd name="T43" fmla="*/ 60 h 300"/>
                  <ns1:gd name="T44" fmla="*/ 240 w 300"/>
                  <ns1:gd name="T45" fmla="*/ 150 h 300"/>
                  <ns1:gd name="T46" fmla="*/ 150 w 300"/>
                  <ns1:gd name="T47" fmla="*/ 240 h 300"/>
                  <ns1:gd name="T48" fmla="*/ 60 w 300"/>
                  <ns1:gd name="T49" fmla="*/ 150 h 300"/>
                  <ns1:gd name="T50" fmla="*/ 150 w 300"/>
                  <ns1:gd name="T51" fmla="*/ 60 h 300"/>
                  <ns1:gd name="T52" fmla="*/ 150 w 300"/>
                  <ns1:gd name="T53" fmla="*/ 60 h 300"/>
                  <ns1:gd name="T54" fmla="*/ 150 w 300"/>
                  <ns1:gd name="T55" fmla="*/ 60 h 300"/>
                </ns1:gdLst>
                <ns1:ahLst/>
                <ns1:cxnLst>
                  <ns1:cxn ang="0">
                    <ns1:pos x="T0" y="T1"/>
                  </ns1:cxn>
                  <ns1:cxn ang="0">
                    <ns1:pos x="T2" y="T3"/>
                  </ns1:cxn>
                  <ns1:cxn ang="0">
                    <ns1:pos x="T4" y="T5"/>
                  </ns1:cxn>
                  <ns1:cxn ang="0">
                    <ns1:pos x="T6" y="T7"/>
                  </ns1:cxn>
                  <ns1:cxn ang="0">
                    <ns1:pos x="T8" y="T9"/>
                  </ns1:cxn>
                  <ns1:cxn ang="0">
                    <ns1:pos x="T10" y="T11"/>
                  </ns1:cxn>
                  <ns1:cxn ang="0">
                    <ns1:pos x="T12" y="T13"/>
                  </ns1:cxn>
                  <ns1:cxn ang="0">
                    <ns1:pos x="T14" y="T15"/>
                  </ns1:cxn>
                  <ns1:cxn ang="0">
                    <ns1:pos x="T16" y="T17"/>
                  </ns1:cxn>
                  <ns1:cxn ang="0">
                    <ns1:pos x="T18" y="T19"/>
                  </ns1:cxn>
                  <ns1:cxn ang="0">
                    <ns1:pos x="T20" y="T21"/>
                  </ns1:cxn>
                  <ns1:cxn ang="0">
                    <ns1:pos x="T22" y="T23"/>
                  </ns1:cxn>
                  <ns1:cxn ang="0">
                    <ns1:pos x="T24" y="T25"/>
                  </ns1:cxn>
                  <ns1:cxn ang="0">
                    <ns1:pos x="T26" y="T27"/>
                  </ns1:cxn>
                  <ns1:cxn ang="0">
                    <ns1:pos x="T28" y="T29"/>
                  </ns1:cxn>
                  <ns1:cxn ang="0">
                    <ns1:pos x="T30" y="T31"/>
                  </ns1:cxn>
                  <ns1:cxn ang="0">
                    <ns1:pos x="T32" y="T33"/>
                  </ns1:cxn>
                  <ns1:cxn ang="0">
                    <ns1:pos x="T34" y="T35"/>
                  </ns1:cxn>
                  <ns1:cxn ang="0">
                    <ns1:pos x="T36" y="T37"/>
                  </ns1:cxn>
                  <ns1:cxn ang="0">
                    <ns1:pos x="T38" y="T39"/>
                  </ns1:cxn>
                  <ns1:cxn ang="0">
                    <ns1:pos x="T40" y="T41"/>
                  </ns1:cxn>
                  <ns1:cxn ang="0">
                    <ns1:pos x="T42" y="T43"/>
                  </ns1:cxn>
                  <ns1:cxn ang="0">
                    <ns1:pos x="T44" y="T45"/>
                  </ns1:cxn>
                  <ns1:cxn ang="0">
                    <ns1:pos x="T46" y="T47"/>
                  </ns1:cxn>
                  <ns1:cxn ang="0">
                    <ns1:pos x="T48" y="T49"/>
                  </ns1:cxn>
                  <ns1:cxn ang="0">
                    <ns1:pos x="T50" y="T51"/>
                  </ns1:cxn>
                  <ns1:cxn ang="0">
                    <ns1:pos x="T52" y="T53"/>
                  </ns1:cxn>
                  <ns1:cxn ang="0">
                    <ns1:pos x="T54" y="T55"/>
                  </ns1:cxn>
                </ns1:cxnLst>
                <ns1:rect l="0" t="0" r="r" b="b"/>
                <ns1:pathLst>
                  <ns1:path w="300" h="300">
                    <ns1:moveTo>
                      <ns1:pt x="31" y="203"/>
                    </ns1:moveTo>
                    <ns1:cubicBezTo>
                      <ns1:pt x="51" y="214"/>
                      <ns1:pt x="51" y="214"/>
                      <ns1:pt x="51" y="214"/>
                    </ns1:cubicBezTo>
                    <ns1:cubicBezTo>
                      <ns1:pt x="66" y="222"/>
                      <ns1:pt x="78" y="234"/>
                      <ns1:pt x="87" y="249"/>
                    </ns1:cubicBezTo>
                    <ns1:cubicBezTo>
                      <ns1:pt x="98" y="269"/>
                      <ns1:pt x="98" y="269"/>
                      <ns1:pt x="98" y="269"/>
                    </ns1:cubicBezTo>
                    <ns1:cubicBezTo>
                      <ns1:pt x="108" y="289"/>
                      <ns1:pt x="128" y="300"/>
                      <ns1:pt x="150" y="300"/>
                    </ns1:cubicBezTo>
                    <ns1:cubicBezTo>
                      <ns1:pt x="172" y="300"/>
                      <ns1:pt x="192" y="289"/>
                      <ns1:pt x="202" y="269"/>
                    </ns1:cubicBezTo>
                    <ns1:cubicBezTo>
                      <ns1:pt x="213" y="249"/>
                      <ns1:pt x="213" y="249"/>
                      <ns1:pt x="213" y="249"/>
                    </ns1:cubicBezTo>
                    <ns1:cubicBezTo>
                      <ns1:pt x="222" y="234"/>
                      <ns1:pt x="234" y="222"/>
                      <ns1:pt x="249" y="214"/>
                    </ns1:cubicBezTo>
                    <ns1:cubicBezTo>
                      <ns1:pt x="269" y="203"/>
                      <ns1:pt x="269" y="203"/>
                      <ns1:pt x="269" y="203"/>
                    </ns1:cubicBezTo>
                    <ns1:cubicBezTo>
                      <ns1:pt x="288" y="192"/>
                      <ns1:pt x="300" y="172"/>
                      <ns1:pt x="300" y="150"/>
                    </ns1:cubicBezTo>
                    <ns1:cubicBezTo>
                      <ns1:pt x="300" y="128"/>
                      <ns1:pt x="288" y="108"/>
                      <ns1:pt x="269" y="98"/>
                    </ns1:cubicBezTo>
                    <ns1:cubicBezTo>
                      <ns1:pt x="249" y="87"/>
                      <ns1:pt x="249" y="87"/>
                      <ns1:pt x="249" y="87"/>
                    </ns1:cubicBezTo>
                    <ns1:cubicBezTo>
                      <ns1:pt x="234" y="79"/>
                      <ns1:pt x="222" y="66"/>
                      <ns1:pt x="213" y="51"/>
                    </ns1:cubicBezTo>
                    <ns1:cubicBezTo>
                      <ns1:pt x="202" y="31"/>
                      <ns1:pt x="202" y="31"/>
                      <ns1:pt x="202" y="31"/>
                    </ns1:cubicBezTo>
                    <ns1:cubicBezTo>
                      <ns1:pt x="192" y="12"/>
                      <ns1:pt x="172" y="0"/>
                      <ns1:pt x="150" y="0"/>
                    </ns1:cubicBezTo>
                    <ns1:cubicBezTo>
                      <ns1:pt x="128" y="0"/>
                      <ns1:pt x="108" y="12"/>
                      <ns1:pt x="98" y="31"/>
                    </ns1:cubicBezTo>
                    <ns1:cubicBezTo>
                      <ns1:pt x="87" y="51"/>
                      <ns1:pt x="87" y="51"/>
                      <ns1:pt x="87" y="51"/>
                    </ns1:cubicBezTo>
                    <ns1:cubicBezTo>
                      <ns1:pt x="78" y="66"/>
                      <ns1:pt x="66" y="79"/>
                      <ns1:pt x="51" y="87"/>
                    </ns1:cubicBezTo>
                    <ns1:cubicBezTo>
                      <ns1:pt x="31" y="98"/>
                      <ns1:pt x="31" y="98"/>
                      <ns1:pt x="31" y="98"/>
                    </ns1:cubicBezTo>
                    <ns1:cubicBezTo>
                      <ns1:pt x="12" y="108"/>
                      <ns1:pt x="0" y="128"/>
                      <ns1:pt x="0" y="150"/>
                    </ns1:cubicBezTo>
                    <ns1:cubicBezTo>
                      <ns1:pt x="0" y="172"/>
                      <ns1:pt x="12" y="192"/>
                      <ns1:pt x="31" y="203"/>
                    </ns1:cubicBezTo>
                    <ns1:close/>
                    <ns1:moveTo>
                      <ns1:pt x="150" y="60"/>
                    </ns1:moveTo>
                    <ns1:cubicBezTo>
                      <ns1:pt x="150" y="60"/>
                      <ns1:pt x="168" y="125"/>
                      <ns1:pt x="240" y="150"/>
                    </ns1:cubicBezTo>
                    <ns1:cubicBezTo>
                      <ns1:pt x="240" y="150"/>
                      <ns1:pt x="178" y="178"/>
                      <ns1:pt x="150" y="240"/>
                    </ns1:cubicBezTo>
                    <ns1:cubicBezTo>
                      <ns1:pt x="150" y="240"/>
                      <ns1:pt x="122" y="176"/>
                      <ns1:pt x="60" y="150"/>
                    </ns1:cubicBezTo>
                    <ns1:cubicBezTo>
                      <ns1:pt x="60" y="150"/>
                      <ns1:pt x="129" y="124"/>
                      <ns1:pt x="150" y="60"/>
                    </ns1:cubicBezTo>
                    <ns1:close/>
                    <ns1:moveTo>
                      <ns1:pt x="150" y="60"/>
                    </ns1:moveTo>
                    <ns1:cubicBezTo>
                      <ns1:pt x="150" y="60"/>
                      <ns1:pt x="150" y="60"/>
                      <ns1:pt x="150" y="60"/>
                    </ns1:cubicBezTo>
                  </ns1:path>
                </ns1:pathLst>
              </ns1:custGeom>
              <ns1:grpFill/>
              <ns1:ln>
                <ns1:noFill/>
              </ns1:ln>
              <ns1:extLst>
                <ns1:ext uri="{91240B29-F687-4F45-9708-019B960494DF}">
                  <ns3:hiddenLine w="9525">
                    <ns1:solidFill>
                      <ns1:srgbClr val="000000"/>
                    </ns1:solidFill>
                    <ns1:round/>
                    <ns1:headEnd/>
                    <ns1:tailEnd/>
                  </ns3:hiddenLine>
                </ns1:ext>
              </ns1:extLst>
            </ns0:spPr>
            <ns0:txBody>
              <ns1:bodyPr vert="horz" wrap="square" lIns="91440" tIns="45720" rIns="91440" bIns="45720" numCol="1" anchor="t" anchorCtr="0" compatLnSpc="1">
                <ns1:prstTxWarp prst="textNoShape">
                  <ns1:avLst/>
                </ns1:prstTxWarp>
              </ns1:bodyPr>
              <ns1:lstStyle/>
              <ns1:p>
                <ns1:endParaRPr lang="en-US"/>
              </ns1:p>
            </ns0:txBody>
          </ns0:sp>
          <ns0:sp>
            <ns0:nvSpPr>
              <ns0:cNvPr id="118" name="Freeform 34">
                <ns1:extLst>
                  <ns1:ext uri="{FF2B5EF4-FFF2-40B4-BE49-F238E27FC236}">
                    <ns2:creationId id="{12F03E33-FDF5-40CE-9547-44179BC23808}"/>
                  </ns1:ext>
                </ns1:extLst>
              </ns0:cNvPr>
              <ns0:cNvSpPr>
                <ns1:spLocks noEditPoints="1"/>
              </ns0:cNvSpPr>
              <ns0:nvPr/>
            </ns0:nvSpPr>
            <ns0:spPr bwMode="auto">
              <ns1:xfrm>
                <ns1:off x="5395" y="1418"/>
                <ns1:ext cx="612" cy="612"/>
              </ns1:xfrm>
              <ns1:custGeom>
                <ns1:avLst/>
                <ns1:gdLst>
                  <ns1:gd name="T0" fmla="*/ 78 w 250"/>
                  <ns1:gd name="T1" fmla="*/ 28 h 250"/>
                  <ns1:gd name="T2" fmla="*/ 70 w 250"/>
                  <ns1:gd name="T3" fmla="*/ 44 h 250"/>
                  <ns1:gd name="T4" fmla="*/ 44 w 250"/>
                  <ns1:gd name="T5" fmla="*/ 70 h 250"/>
                  <ns1:gd name="T6" fmla="*/ 28 w 250"/>
                  <ns1:gd name="T7" fmla="*/ 78 h 250"/>
                  <ns1:gd name="T8" fmla="*/ 0 w 250"/>
                  <ns1:gd name="T9" fmla="*/ 125 h 250"/>
                  <ns1:gd name="T10" fmla="*/ 28 w 250"/>
                  <ns1:gd name="T11" fmla="*/ 172 h 250"/>
                  <ns1:gd name="T12" fmla="*/ 44 w 250"/>
                  <ns1:gd name="T13" fmla="*/ 181 h 250"/>
                  <ns1:gd name="T14" fmla="*/ 70 w 250"/>
                  <ns1:gd name="T15" fmla="*/ 206 h 250"/>
                  <ns1:gd name="T16" fmla="*/ 78 w 250"/>
                  <ns1:gd name="T17" fmla="*/ 222 h 250"/>
                  <ns1:gd name="T18" fmla="*/ 125 w 250"/>
                  <ns1:gd name="T19" fmla="*/ 250 h 250"/>
                  <ns1:gd name="T20" fmla="*/ 172 w 250"/>
                  <ns1:gd name="T21" fmla="*/ 222 h 250"/>
                  <ns1:gd name="T22" fmla="*/ 181 w 250"/>
                  <ns1:gd name="T23" fmla="*/ 206 h 250"/>
                  <ns1:gd name="T24" fmla="*/ 206 w 250"/>
                  <ns1:gd name="T25" fmla="*/ 181 h 250"/>
                  <ns1:gd name="T26" fmla="*/ 222 w 250"/>
                  <ns1:gd name="T27" fmla="*/ 172 h 250"/>
                  <ns1:gd name="T28" fmla="*/ 250 w 250"/>
                  <ns1:gd name="T29" fmla="*/ 125 h 250"/>
                  <ns1:gd name="T30" fmla="*/ 222 w 250"/>
                  <ns1:gd name="T31" fmla="*/ 78 h 250"/>
                  <ns1:gd name="T32" fmla="*/ 206 w 250"/>
                  <ns1:gd name="T33" fmla="*/ 70 h 250"/>
                  <ns1:gd name="T34" fmla="*/ 181 w 250"/>
                  <ns1:gd name="T35" fmla="*/ 44 h 250"/>
                  <ns1:gd name="T36" fmla="*/ 172 w 250"/>
                  <ns1:gd name="T37" fmla="*/ 28 h 250"/>
                  <ns1:gd name="T38" fmla="*/ 125 w 250"/>
                  <ns1:gd name="T39" fmla="*/ 0 h 250"/>
                  <ns1:gd name="T40" fmla="*/ 78 w 250"/>
                  <ns1:gd name="T41" fmla="*/ 28 h 250"/>
                  <ns1:gd name="T42" fmla="*/ 125 w 250"/>
                  <ns1:gd name="T43" fmla="*/ 68 h 250"/>
                  <ns1:gd name="T44" fmla="*/ 182 w 250"/>
                  <ns1:gd name="T45" fmla="*/ 125 h 250"/>
                  <ns1:gd name="T46" fmla="*/ 125 w 250"/>
                  <ns1:gd name="T47" fmla="*/ 182 h 250"/>
                  <ns1:gd name="T48" fmla="*/ 68 w 250"/>
                  <ns1:gd name="T49" fmla="*/ 125 h 250"/>
                  <ns1:gd name="T50" fmla="*/ 125 w 250"/>
                  <ns1:gd name="T51" fmla="*/ 68 h 250"/>
                  <ns1:gd name="T52" fmla="*/ 125 w 250"/>
                  <ns1:gd name="T53" fmla="*/ 68 h 250"/>
                  <ns1:gd name="T54" fmla="*/ 125 w 250"/>
                  <ns1:gd name="T55" fmla="*/ 68 h 250"/>
                </ns1:gdLst>
                <ns1:ahLst/>
                <ns1:cxnLst>
                  <ns1:cxn ang="0">
                    <ns1:pos x="T0" y="T1"/>
                  </ns1:cxn>
                  <ns1:cxn ang="0">
                    <ns1:pos x="T2" y="T3"/>
                  </ns1:cxn>
                  <ns1:cxn ang="0">
                    <ns1:pos x="T4" y="T5"/>
                  </ns1:cxn>
                  <ns1:cxn ang="0">
                    <ns1:pos x="T6" y="T7"/>
                  </ns1:cxn>
                  <ns1:cxn ang="0">
                    <ns1:pos x="T8" y="T9"/>
                  </ns1:cxn>
                  <ns1:cxn ang="0">
                    <ns1:pos x="T10" y="T11"/>
                  </ns1:cxn>
                  <ns1:cxn ang="0">
                    <ns1:pos x="T12" y="T13"/>
                  </ns1:cxn>
                  <ns1:cxn ang="0">
                    <ns1:pos x="T14" y="T15"/>
                  </ns1:cxn>
                  <ns1:cxn ang="0">
                    <ns1:pos x="T16" y="T17"/>
                  </ns1:cxn>
                  <ns1:cxn ang="0">
                    <ns1:pos x="T18" y="T19"/>
                  </ns1:cxn>
                  <ns1:cxn ang="0">
                    <ns1:pos x="T20" y="T21"/>
                  </ns1:cxn>
                  <ns1:cxn ang="0">
                    <ns1:pos x="T22" y="T23"/>
                  </ns1:cxn>
                  <ns1:cxn ang="0">
                    <ns1:pos x="T24" y="T25"/>
                  </ns1:cxn>
                  <ns1:cxn ang="0">
                    <ns1:pos x="T26" y="T27"/>
                  </ns1:cxn>
                  <ns1:cxn ang="0">
                    <ns1:pos x="T28" y="T29"/>
                  </ns1:cxn>
                  <ns1:cxn ang="0">
                    <ns1:pos x="T30" y="T31"/>
                  </ns1:cxn>
                  <ns1:cxn ang="0">
                    <ns1:pos x="T32" y="T33"/>
                  </ns1:cxn>
                  <ns1:cxn ang="0">
                    <ns1:pos x="T34" y="T35"/>
                  </ns1:cxn>
                  <ns1:cxn ang="0">
                    <ns1:pos x="T36" y="T37"/>
                  </ns1:cxn>
                  <ns1:cxn ang="0">
                    <ns1:pos x="T38" y="T39"/>
                  </ns1:cxn>
                  <ns1:cxn ang="0">
                    <ns1:pos x="T40" y="T41"/>
                  </ns1:cxn>
                  <ns1:cxn ang="0">
                    <ns1:pos x="T42" y="T43"/>
                  </ns1:cxn>
                  <ns1:cxn ang="0">
                    <ns1:pos x="T44" y="T45"/>
                  </ns1:cxn>
                  <ns1:cxn ang="0">
                    <ns1:pos x="T46" y="T47"/>
                  </ns1:cxn>
                  <ns1:cxn ang="0">
                    <ns1:pos x="T48" y="T49"/>
                  </ns1:cxn>
                  <ns1:cxn ang="0">
                    <ns1:pos x="T50" y="T51"/>
                  </ns1:cxn>
                  <ns1:cxn ang="0">
                    <ns1:pos x="T52" y="T53"/>
                  </ns1:cxn>
                  <ns1:cxn ang="0">
                    <ns1:pos x="T54" y="T55"/>
                  </ns1:cxn>
                </ns1:cxnLst>
                <ns1:rect l="0" t="0" r="r" b="b"/>
                <ns1:pathLst>
                  <ns1:path w="250" h="250">
                    <ns1:moveTo>
                      <ns1:pt x="78" y="28"/>
                    </ns1:moveTo>
                    <ns1:cubicBezTo>
                      <ns1:pt x="70" y="44"/>
                      <ns1:pt x="70" y="44"/>
                      <ns1:pt x="70" y="44"/>
                    </ns1:cubicBezTo>
                    <ns1:cubicBezTo>
                      <ns1:pt x="64" y="55"/>
                      <ns1:pt x="55" y="64"/>
                      <ns1:pt x="44" y="70"/>
                    </ns1:cubicBezTo>
                    <ns1:cubicBezTo>
                      <ns1:pt x="28" y="78"/>
                      <ns1:pt x="28" y="78"/>
                      <ns1:pt x="28" y="78"/>
                    </ns1:cubicBezTo>
                    <ns1:cubicBezTo>
                      <ns1:pt x="11" y="88"/>
                      <ns1:pt x="0" y="106"/>
                      <ns1:pt x="0" y="125"/>
                    </ns1:cubicBezTo>
                    <ns1:cubicBezTo>
                      <ns1:pt x="0" y="145"/>
                      <ns1:pt x="11" y="162"/>
                      <ns1:pt x="28" y="172"/>
                    </ns1:cubicBezTo>
                    <ns1:cubicBezTo>
                      <ns1:pt x="44" y="181"/>
                      <ns1:pt x="44" y="181"/>
                      <ns1:pt x="44" y="181"/>
                    </ns1:cubicBezTo>
                    <ns1:cubicBezTo>
                      <ns1:pt x="55" y="186"/>
                      <ns1:pt x="64" y="195"/>
                      <ns1:pt x="70" y="206"/>
                    </ns1:cubicBezTo>
                    <ns1:cubicBezTo>
                      <ns1:pt x="78" y="222"/>
                      <ns1:pt x="78" y="222"/>
                      <ns1:pt x="78" y="222"/>
                    </ns1:cubicBezTo>
                    <ns1:cubicBezTo>
                      <ns1:pt x="88" y="239"/>
                      <ns1:pt x="105" y="250"/>
                      <ns1:pt x="125" y="250"/>
                    </ns1:cubicBezTo>
                    <ns1:cubicBezTo>
                      <ns1:pt x="145" y="250"/>
                      <ns1:pt x="162" y="239"/>
                      <ns1:pt x="172" y="222"/>
                    </ns1:cubicBezTo>
                    <ns1:cubicBezTo>
                      <ns1:pt x="181" y="206"/>
                      <ns1:pt x="181" y="206"/>
                      <ns1:pt x="181" y="206"/>
                    </ns1:cubicBezTo>
                    <ns1:cubicBezTo>
                      <ns1:pt x="186" y="195"/>
                      <ns1:pt x="195" y="186"/>
                      <ns1:pt x="206" y="181"/>
                    </ns1:cubicBezTo>
                    <ns1:cubicBezTo>
                      <ns1:pt x="222" y="172"/>
                      <ns1:pt x="222" y="172"/>
                      <ns1:pt x="222" y="172"/>
                    </ns1:cubicBezTo>
                    <ns1:cubicBezTo>
                      <ns1:pt x="239" y="162"/>
                      <ns1:pt x="250" y="145"/>
                      <ns1:pt x="250" y="125"/>
                    </ns1:cubicBezTo>
                    <ns1:cubicBezTo>
                      <ns1:pt x="250" y="106"/>
                      <ns1:pt x="239" y="88"/>
                      <ns1:pt x="222" y="78"/>
                    </ns1:cubicBezTo>
                    <ns1:cubicBezTo>
                      <ns1:pt x="206" y="70"/>
                      <ns1:pt x="206" y="70"/>
                      <ns1:pt x="206" y="70"/>
                    </ns1:cubicBezTo>
                    <ns1:cubicBezTo>
                      <ns1:pt x="195" y="64"/>
                      <ns1:pt x="186" y="55"/>
                      <ns1:pt x="181" y="44"/>
                    </ns1:cubicBezTo>
                    <ns1:cubicBezTo>
                      <ns1:pt x="172" y="28"/>
                      <ns1:pt x="172" y="28"/>
                      <ns1:pt x="172" y="28"/>
                    </ns1:cubicBezTo>
                    <ns1:cubicBezTo>
                      <ns1:pt x="162" y="11"/>
                      <ns1:pt x="145" y="0"/>
                      <ns1:pt x="125" y="0"/>
                    </ns1:cubicBezTo>
                    <ns1:cubicBezTo>
                      <ns1:pt x="105" y="0"/>
                      <ns1:pt x="88" y="11"/>
                      <ns1:pt x="78" y="28"/>
                    </ns1:cubicBezTo>
                    <ns1:close/>
                    <ns1:moveTo>
                      <ns1:pt x="125" y="68"/>
                    </ns1:moveTo>
                    <ns1:cubicBezTo>
                      <ns1:pt x="133" y="107"/>
                      <ns1:pt x="182" y="125"/>
                      <ns1:pt x="182" y="125"/>
                    </ns1:cubicBezTo>
                    <ns1:cubicBezTo>
                      <ns1:pt x="146" y="143"/>
                      <ns1:pt x="125" y="182"/>
                      <ns1:pt x="125" y="182"/>
                    </ns1:cubicBezTo>
                    <ns1:cubicBezTo>
                      <ns1:pt x="112" y="146"/>
                      <ns1:pt x="68" y="125"/>
                      <ns1:pt x="68" y="125"/>
                    </ns1:cubicBezTo>
                    <ns1:cubicBezTo>
                      <ns1:pt x="109" y="112"/>
                      <ns1:pt x="125" y="68"/>
                      <ns1:pt x="125" y="68"/>
                    </ns1:cubicBezTo>
                    <ns1:close/>
                    <ns1:moveTo>
                      <ns1:pt x="125" y="68"/>
                    </ns1:moveTo>
                    <ns1:cubicBezTo>
                      <ns1:pt x="125" y="68"/>
                      <ns1:pt x="125" y="68"/>
                      <ns1:pt x="125" y="68"/>
                    </ns1:cubicBezTo>
                  </ns1:path>
                </ns1:pathLst>
              </ns1:custGeom>
              <ns1:grpFill/>
              <ns1:ln>
                <ns1:noFill/>
              </ns1:ln>
              <ns1:extLst>
                <ns1:ext uri="{91240B29-F687-4F45-9708-019B960494DF}">
                  <ns3:hiddenLine w="9525">
                    <ns1:solidFill>
                      <ns1:srgbClr val="000000"/>
                    </ns1:solidFill>
                    <ns1:round/>
                    <ns1:headEnd/>
                    <ns1:tailEnd/>
                  </ns3:hiddenLine>
                </ns1:ext>
              </ns1:extLst>
            </ns0:spPr>
            <ns0:txBody>
              <ns1:bodyPr vert="horz" wrap="square" lIns="91440" tIns="45720" rIns="91440" bIns="45720" numCol="1" anchor="t" anchorCtr="0" compatLnSpc="1">
                <ns1:prstTxWarp prst="textNoShape">
                  <ns1:avLst/>
                </ns1:prstTxWarp>
              </ns1:bodyPr>
              <ns1:lstStyle/>
              <ns1:p>
                <ns1:endParaRPr lang="en-US"/>
              </ns1:p>
            </ns0:txBody>
          </ns0:sp>
        </ns0:grpSp>
      </ns0:grpSp>
      <ns0:sp>
        <ns0:nvSpPr>
          <ns0:cNvPr id="119" name="TextBox 118">
            <ns1:extLst>
              <ns1:ext uri="{FF2B5EF4-FFF2-40B4-BE49-F238E27FC236}">
                <ns2:creationId id="{1D493B07-3BAD-4B1A-9A88-97A5965CA43E}"/>
              </ns1:ext>
            </ns1:extLst>
          </ns0:cNvPr>
          <ns0:cNvSpPr txBox="1"/>
          <ns0:nvPr/>
        </ns0:nvSpPr>
        <ns0:spPr>
          <ns1:xfrm>
            <ns1:off x="2664456" y="5368526"/>
            <ns1:ext cx="2467172" cy="276999"/>
          </ns1:xfrm>
          <ns1:prstGeom prst="rect">
            <ns1:avLst/>
          </ns1:prstGeom>
          <ns1:noFill/>
        </ns0:spPr>
        <ns0:txBody>
          <ns1:bodyPr wrap="square" rtlCol="0">
            <ns1:spAutoFit/>
          </ns1:bodyPr>
          <ns1:lstStyle/>
          <ns1:p>
            <ns1:r>
              <ns1:rPr lang="en-US" sz="1200" b="1">
                <ns1:solidFill>
                  <ns1:schemeClr val="tx1">
                    <ns1:lumMod val="75000"/>
                    <ns1:lumOff val="25000"/>
                  </ns1:schemeClr>
                </ns1:solidFill>
                <ns1:latin typeface="Lato" panose="020F0502020204030203" pitchFamily="34" charset="0"/>
                <ns1:ea typeface="Lato" panose="020F0502020204030203" pitchFamily="34" charset="0"/>
                <ns1:cs typeface="Lato" panose="020F0502020204030203" pitchFamily="34" charset="0"/>
              </ns1:rPr>
              <ns1:t>{SlideSupportingContent}</ns1:t>
            </ns1:r>
          </ns1:p>
        </ns0:txBody>
      </ns0:sp>
      <ns0:sp>
        <ns0:nvSpPr>
          <ns0:cNvPr id="120" name="TextBox 119">
            <ns1:extLst>
              <ns1:ext uri="{FF2B5EF4-FFF2-40B4-BE49-F238E27FC236}">
                <ns2:creationId id="{4592740B-50C9-44D9-A4BC-FD9AAD56534F}"/>
              </ns1:ext>
            </ns1:extLst>
          </ns0:cNvPr>
          <ns0:cNvSpPr txBox="1"/>
          <ns0:nvPr/>
        </ns0:nvSpPr>
        <ns0:spPr>
          <ns1:xfrm>
            <ns1:off x="2646367" y="5620397"/>
            <ns1:ext cx="2485261" cy="537135"/>
          </ns1:xfrm>
          <ns1:prstGeom prst="rect">
            <ns1:avLst/>
          </ns1:prstGeom>
          <ns1:noFill/>
        </ns0:spPr>
        <ns0:txBody>
          <ns1:bodyPr wrap="square" rtlCol="0">
            <ns1:spAutoFit/>
          </ns1:bodyPr>
          <ns1:lstStyle/>
          <ns1:p>
            <ns1:pPr>
              <ns1:lnSpc>
                <ns1:spcPct val="140000"/>
              </ns1:lnSpc>
            </ns1:pPr>
            <ns1:r>
              <ns1:rPr lang="en-US" sz="1100">
                <ns1:solidFill>
                  <ns1:schemeClr val="bg1">
                    <ns1:lumMod val="50000"/>
                  </ns1:schemeClr>
                </ns1:solidFill>
                <ns1:latin typeface="Lato" panose="020F0502020204030203" pitchFamily="34" charset="0"/>
                <ns1:ea typeface="Lato" panose="020F0502020204030203" pitchFamily="34" charset="0"/>
                <ns1:cs typeface="Lato" panose="020F0502020204030203" pitchFamily="34" charset="0"/>
              </ns1:rPr>
              <ns1:t>{SlideSupportingContent}</ns1:t>
            </ns1:r>
          </ns1:p>
        </ns0:txBody>
      </ns0:sp>
      <ns0:grpSp>
        <ns0:nvGrpSpPr>
          <ns0:cNvPr id="138" name="Group 137">
            <ns1:extLst>
              <ns1:ext uri="{FF2B5EF4-FFF2-40B4-BE49-F238E27FC236}">
                <ns2:creationId id="{544E0B5B-6B36-47EB-ADCD-91EDA5AD4E89}"/>
              </ns1:ext>
            </ns1:extLst>
          </ns0:cNvPr>
          <ns0:cNvGrpSpPr/>
          <ns0:nvPr/>
        </ns0:nvGrpSpPr>
        <ns0:grpSpPr>
          <ns1:xfrm>
            <ns1:off x="1569977" y="5322846"/>
            <ns1:ext cx="950612" cy="950612"/>
            <ns1:chOff x="1540949" y="5366388"/>
            <ns1:chExt cx="950612" cy="950612"/>
          </ns1:xfrm>
        </ns0:grpSpPr>
        <ns0:sp>
          <ns0:nvSpPr>
            <ns0:cNvPr id="122" name="Oval 121">
              <ns1:extLst>
                <ns1:ext uri="{FF2B5EF4-FFF2-40B4-BE49-F238E27FC236}">
                  <ns2:creationId id="{559BA987-9838-40B4-811B-FD4577287965}"/>
                </ns1:ext>
              </ns1:extLst>
            </ns0:cNvPr>
            <ns0:cNvSpPr/>
            <ns0:nvPr/>
          </ns0:nvSpPr>
          <ns0:spPr>
            <ns1:xfrm>
              <ns1:off x="1540949" y="5366388"/>
              <ns1:ext cx="950612" cy="950612"/>
            </ns1:xfrm>
            <ns1:prstGeom prst="ellipse">
              <ns1:avLst/>
            </ns1:prstGeom>
            <ns1:solidFill>
              <ns1:srgbClr val="F1856F"/>
            </ns1:solidFill>
            <ns1:ln>
              <ns1:noFill/>
            </ns1:ln>
          </ns0:spPr>
          <ns0:style>
            <ns1:lnRef idx="2">
              <ns1:schemeClr val="accent1">
                <ns1:shade val="50000"/>
              </ns1:schemeClr>
            </ns1:lnRef>
            <ns1:fillRef idx="1">
              <ns1:schemeClr val="accent1"/>
            </ns1:fillRef>
            <ns1:effectRef idx="0">
              <ns1:schemeClr val="accent1"/>
            </ns1:effectRef>
            <ns1:fontRef idx="minor">
              <ns1:schemeClr val="lt1"/>
            </ns1:fontRef>
          </ns0:style>
          <ns0:txBody>
            <ns1:bodyPr rtlCol="0" anchor="ctr"/>
            <ns1:lstStyle/>
            <ns1:p>
              <ns1:pPr algn="ctr"/>
              <ns1:endParaRPr lang="en-US"/>
            </ns1:p>
          </ns0:txBody>
        </ns0:sp>
        <ns0:grpSp>
          <ns0:nvGrpSpPr>
            <ns0:cNvPr id="130" name="Group 51">
              <ns1:extLst>
                <ns1:ext uri="{FF2B5EF4-FFF2-40B4-BE49-F238E27FC236}">
                  <ns2:creationId id="{F3555019-F322-4E6C-BF67-2CF83C2AA337}"/>
                </ns1:ext>
              </ns1:extLst>
            </ns0:cNvPr>
            <ns0:cNvGrpSpPr>
              <ns1:grpSpLocks noChangeAspect="1"/>
            </ns0:cNvGrpSpPr>
            <ns0:nvPr/>
          </ns0:nvGrpSpPr>
          <ns0:grpSpPr bwMode="auto">
            <ns1:xfrm>
              <ns1:off x="1795303" y="5613789"/>
              <ns1:ext cx="441905" cy="455811"/>
              <ns1:chOff x="1746" y="-72"/>
              <ns1:chExt cx="4258" cy="4392"/>
            </ns1:xfrm>
            <ns1:solidFill>
              <ns1:schemeClr val="bg1"/>
            </ns1:solidFill>
          </ns0:grpSpPr>
          <ns0:sp>
            <ns0:nvSpPr>
              <ns0:cNvPr id="131" name="Freeform 52">
                <ns1:extLst>
                  <ns1:ext uri="{FF2B5EF4-FFF2-40B4-BE49-F238E27FC236}">
                    <ns2:creationId id="{8723E51E-5417-4852-AB44-70459C6CD015}"/>
                  </ns1:ext>
                </ns1:extLst>
              </ns0:cNvPr>
              <ns0:cNvSpPr>
                <ns1:spLocks/>
              </ns0:cNvSpPr>
              <ns0:nvPr/>
            </ns0:nvSpPr>
            <ns0:spPr bwMode="auto">
              <ns1:xfrm>
                <ns1:off x="3662" y="2461"/>
                <ns1:ext cx="206" cy="210"/>
              </ns1:xfrm>
              <ns1:custGeom>
                <ns1:avLst/>
                <ns1:gdLst>
                  <ns1:gd name="T0" fmla="*/ 29 w 98"/>
                  <ns1:gd name="T1" fmla="*/ 96 h 100"/>
                  <ns1:gd name="T2" fmla="*/ 46 w 98"/>
                  <ns1:gd name="T3" fmla="*/ 100 h 100"/>
                  <ns1:gd name="T4" fmla="*/ 82 w 98"/>
                  <ns1:gd name="T5" fmla="*/ 77 h 100"/>
                  <ns1:gd name="T6" fmla="*/ 89 w 98"/>
                  <ns1:gd name="T7" fmla="*/ 63 h 100"/>
                  <ns1:gd name="T8" fmla="*/ 70 w 98"/>
                  <ns1:gd name="T9" fmla="*/ 10 h 100"/>
                  <ns1:gd name="T10" fmla="*/ 16 w 98"/>
                  <ns1:gd name="T11" fmla="*/ 28 h 100"/>
                  <ns1:gd name="T12" fmla="*/ 10 w 98"/>
                  <ns1:gd name="T13" fmla="*/ 42 h 100"/>
                  <ns1:gd name="T14" fmla="*/ 29 w 98"/>
                  <ns1:gd name="T15" fmla="*/ 96 h 100"/>
                </ns1:gdLst>
                <ns1:ahLst/>
                <ns1:cxnLst>
                  <ns1:cxn ang="0">
                    <ns1:pos x="T0" y="T1"/>
                  </ns1:cxn>
                  <ns1:cxn ang="0">
                    <ns1:pos x="T2" y="T3"/>
                  </ns1:cxn>
                  <ns1:cxn ang="0">
                    <ns1:pos x="T4" y="T5"/>
                  </ns1:cxn>
                  <ns1:cxn ang="0">
                    <ns1:pos x="T6" y="T7"/>
                  </ns1:cxn>
                  <ns1:cxn ang="0">
                    <ns1:pos x="T8" y="T9"/>
                  </ns1:cxn>
                  <ns1:cxn ang="0">
                    <ns1:pos x="T10" y="T11"/>
                  </ns1:cxn>
                  <ns1:cxn ang="0">
                    <ns1:pos x="T12" y="T13"/>
                  </ns1:cxn>
                  <ns1:cxn ang="0">
                    <ns1:pos x="T14" y="T15"/>
                  </ns1:cxn>
                </ns1:cxnLst>
                <ns1:rect l="0" t="0" r="r" b="b"/>
                <ns1:pathLst>
                  <ns1:path w="98" h="100">
                    <ns1:moveTo>
                      <ns1:pt x="29" y="96"/>
                    </ns1:moveTo>
                    <ns1:cubicBezTo>
                      <ns1:pt x="34" y="98"/>
                      <ns1:pt x="40" y="100"/>
                      <ns1:pt x="46" y="100"/>
                    </ns1:cubicBezTo>
                    <ns1:cubicBezTo>
                      <ns1:pt x="61" y="100"/>
                      <ns1:pt x="75" y="91"/>
                      <ns1:pt x="82" y="77"/>
                    </ns1:cubicBezTo>
                    <ns1:cubicBezTo>
                      <ns1:pt x="89" y="63"/>
                      <ns1:pt x="89" y="63"/>
                      <ns1:pt x="89" y="63"/>
                    </ns1:cubicBezTo>
                    <ns1:cubicBezTo>
                      <ns1:pt x="98" y="43"/>
                      <ns1:pt x="90" y="19"/>
                      <ns1:pt x="70" y="10"/>
                    </ns1:cubicBezTo>
                    <ns1:cubicBezTo>
                      <ns1:pt x="50" y="0"/>
                      <ns1:pt x="26" y="9"/>
                      <ns1:pt x="16" y="28"/>
                    </ns1:cubicBezTo>
                    <ns1:cubicBezTo>
                      <ns1:pt x="10" y="42"/>
                      <ns1:pt x="10" y="42"/>
                      <ns1:pt x="10" y="42"/>
                    </ns1:cubicBezTo>
                    <ns1:cubicBezTo>
                      <ns1:pt x="0" y="62"/>
                      <ns1:pt x="9" y="86"/>
                      <ns1:pt x="29" y="96"/>
                    </ns1:cubicBezTo>
                    <ns1:close/>
                  </ns1:path>
                </ns1:pathLst>
              </ns1:custGeom>
              <ns1:grpFill/>
              <ns1:ln>
                <ns1:noFill/>
              </ns1:ln>
              <ns1:extLst>
                <ns1:ext uri="{91240B29-F687-4F45-9708-019B960494DF}">
                  <ns3:hiddenLine w="9525">
                    <ns1:solidFill>
                      <ns1:srgbClr val="000000"/>
                    </ns1:solidFill>
                    <ns1:round/>
                    <ns1:headEnd/>
                    <ns1:tailEnd/>
                  </ns3:hiddenLine>
                </ns1:ext>
              </ns1:extLst>
            </ns0:spPr>
            <ns0:txBody>
              <ns1:bodyPr vert="horz" wrap="square" lIns="91440" tIns="45720" rIns="91440" bIns="45720" numCol="1" anchor="t" anchorCtr="0" compatLnSpc="1">
                <ns1:prstTxWarp prst="textNoShape">
                  <ns1:avLst/>
                </ns1:prstTxWarp>
              </ns1:bodyPr>
              <ns1:lstStyle/>
              <ns1:p>
                <ns1:endParaRPr lang="en-US"/>
              </ns1:p>
            </ns0:txBody>
          </ns0:sp>
          <ns0:sp>
            <ns0:nvSpPr>
              <ns0:cNvPr id="132" name="Freeform 53">
                <ns1:extLst>
                  <ns1:ext uri="{FF2B5EF4-FFF2-40B4-BE49-F238E27FC236}">
                    <ns2:creationId id="{6BB729E3-3834-4D5C-B7DA-64514E27F360}"/>
                  </ns1:ext>
                </ns1:extLst>
              </ns0:cNvPr>
              <ns0:cNvSpPr>
                <ns1:spLocks/>
              </ns0:cNvSpPr>
              <ns0:nvPr/>
            </ns0:nvSpPr>
            <ns0:spPr bwMode="auto">
              <ns1:xfrm>
                <ns1:off x="2340" y="1959"/>
                <ns1:ext cx="557" cy="255"/>
              </ns1:xfrm>
              <ns1:custGeom>
                <ns1:avLst/>
                <ns1:gdLst>
                  <ns1:gd name="T0" fmla="*/ 249 w 264"/>
                  <ns1:gd name="T1" fmla="*/ 16 h 121"/>
                  <ns1:gd name="T2" fmla="*/ 192 w 264"/>
                  <ns1:gd name="T3" fmla="*/ 16 h 121"/>
                  <ns1:gd name="T4" fmla="*/ 72 w 264"/>
                  <ns1:gd name="T5" fmla="*/ 16 h 121"/>
                  <ns1:gd name="T6" fmla="*/ 15 w 264"/>
                  <ns1:gd name="T7" fmla="*/ 16 h 121"/>
                  <ns1:gd name="T8" fmla="*/ 15 w 264"/>
                  <ns1:gd name="T9" fmla="*/ 72 h 121"/>
                  <ns1:gd name="T10" fmla="*/ 132 w 264"/>
                  <ns1:gd name="T11" fmla="*/ 121 h 121"/>
                  <ns1:gd name="T12" fmla="*/ 249 w 264"/>
                  <ns1:gd name="T13" fmla="*/ 72 h 121"/>
                  <ns1:gd name="T14" fmla="*/ 249 w 264"/>
                  <ns1:gd name="T15" fmla="*/ 16 h 121"/>
                </ns1:gdLst>
                <ns1:ahLst/>
                <ns1:cxnLst>
                  <ns1:cxn ang="0">
                    <ns1:pos x="T0" y="T1"/>
                  </ns1:cxn>
                  <ns1:cxn ang="0">
                    <ns1:pos x="T2" y="T3"/>
                  </ns1:cxn>
                  <ns1:cxn ang="0">
                    <ns1:pos x="T4" y="T5"/>
                  </ns1:cxn>
                  <ns1:cxn ang="0">
                    <ns1:pos x="T6" y="T7"/>
                  </ns1:cxn>
                  <ns1:cxn ang="0">
                    <ns1:pos x="T8" y="T9"/>
                  </ns1:cxn>
                  <ns1:cxn ang="0">
                    <ns1:pos x="T10" y="T11"/>
                  </ns1:cxn>
                  <ns1:cxn ang="0">
                    <ns1:pos x="T12" y="T13"/>
                  </ns1:cxn>
                  <ns1:cxn ang="0">
                    <ns1:pos x="T14" y="T15"/>
                  </ns1:cxn>
                </ns1:cxnLst>
                <ns1:rect l="0" t="0" r="r" b="b"/>
                <ns1:pathLst>
                  <ns1:path w="264" h="121">
                    <ns1:moveTo>
                      <ns1:pt x="249" y="16"/>
                    </ns1:moveTo>
                    <ns1:cubicBezTo>
                      <ns1:pt x="233" y="0"/>
                      <ns1:pt x="208" y="0"/>
                      <ns1:pt x="192" y="16"/>
                    </ns1:cubicBezTo>
                    <ns1:cubicBezTo>
                      <ns1:pt x="159" y="49"/>
                      <ns1:pt x="105" y="49"/>
                      <ns1:pt x="72" y="16"/>
                    </ns1:cubicBezTo>
                    <ns1:cubicBezTo>
                      <ns1:pt x="56" y="0"/>
                      <ns1:pt x="31" y="0"/>
                      <ns1:pt x="15" y="16"/>
                    </ns1:cubicBezTo>
                    <ns1:cubicBezTo>
                      <ns1:pt x="0" y="31"/>
                      <ns1:pt x="0" y="57"/>
                      <ns1:pt x="15" y="72"/>
                    </ns1:cubicBezTo>
                    <ns1:cubicBezTo>
                      <ns1:pt x="47" y="105"/>
                      <ns1:pt x="90" y="121"/>
                      <ns1:pt x="132" y="121"/>
                    </ns1:cubicBezTo>
                    <ns1:cubicBezTo>
                      <ns1:pt x="174" y="121"/>
                      <ns1:pt x="216" y="105"/>
                      <ns1:pt x="249" y="72"/>
                    </ns1:cubicBezTo>
                    <ns1:cubicBezTo>
                      <ns1:pt x="264" y="57"/>
                      <ns1:pt x="264" y="31"/>
                      <ns1:pt x="249" y="16"/>
                    </ns1:cubicBezTo>
                    <ns1:close/>
                  </ns1:path>
                </ns1:pathLst>
              </ns1:custGeom>
              <ns1:grpFill/>
              <ns1:ln>
                <ns1:noFill/>
              </ns1:ln>
              <ns1:extLst>
                <ns1:ext uri="{91240B29-F687-4F45-9708-019B960494DF}">
                  <ns3:hiddenLine w="9525">
                    <ns1:solidFill>
                      <ns1:srgbClr val="000000"/>
                    </ns1:solidFill>
                    <ns1:round/>
                    <ns1:headEnd/>
                    <ns1:tailEnd/>
                  </ns3:hiddenLine>
                </ns1:ext>
              </ns1:extLst>
            </ns0:spPr>
            <ns0:txBody>
              <ns1:bodyPr vert="horz" wrap="square" lIns="91440" tIns="45720" rIns="91440" bIns="45720" numCol="1" anchor="t" anchorCtr="0" compatLnSpc="1">
                <ns1:prstTxWarp prst="textNoShape">
                  <ns1:avLst/>
                </ns1:prstTxWarp>
              </ns1:bodyPr>
              <ns1:lstStyle/>
              <ns1:p>
                <ns1:endParaRPr lang="en-US"/>
              </ns1:p>
            </ns0:txBody>
          </ns0:sp>
          <ns0:sp>
            <ns0:nvSpPr>
              <ns0:cNvPr id="133" name="Freeform 54">
                <ns1:extLst>
                  <ns1:ext uri="{FF2B5EF4-FFF2-40B4-BE49-F238E27FC236}">
                    <ns2:creationId id="{B485B52D-3780-4204-979D-785C77A9B403}"/>
                  </ns1:ext>
                </ns1:extLst>
              </ns0:cNvPr>
              <ns0:cNvSpPr>
                <ns1:spLocks noEditPoints="1"/>
              </ns0:cNvSpPr>
              <ns0:nvPr/>
            </ns0:nvSpPr>
            <ns0:spPr bwMode="auto">
              <ns1:xfrm>
                <ns1:off x="1746" y="-72"/>
                <ns1:ext cx="4258" cy="4390"/>
              </ns1:xfrm>
              <ns1:custGeom>
                <ns1:avLst/>
                <ns1:gdLst>
                  <ns1:gd name="T0" fmla="*/ 1367 w 2020"/>
                  <ns1:gd name="T1" fmla="*/ 140 h 2082"/>
                  <ns1:gd name="T2" fmla="*/ 921 w 2020"/>
                  <ns1:gd name="T3" fmla="*/ 35 h 2082"/>
                  <ns1:gd name="T4" fmla="*/ 398 w 2020"/>
                  <ns1:gd name="T5" fmla="*/ 333 h 2082"/>
                  <ns1:gd name="T6" fmla="*/ 30 w 2020"/>
                  <ns1:gd name="T7" fmla="*/ 1156 h 2082"/>
                  <ns1:gd name="T8" fmla="*/ 39 w 2020"/>
                  <ns1:gd name="T9" fmla="*/ 1278 h 2082"/>
                  <ns1:gd name="T10" fmla="*/ 161 w 2020"/>
                  <ns1:gd name="T11" fmla="*/ 1340 h 2082"/>
                  <ns1:gd name="T12" fmla="*/ 156 w 2020"/>
                  <ns1:gd name="T13" fmla="*/ 1440 h 2082"/>
                  <ns1:gd name="T14" fmla="*/ 159 w 2020"/>
                  <ns1:gd name="T15" fmla="*/ 1565 h 2082"/>
                  <ns1:gd name="T16" fmla="*/ 189 w 2020"/>
                  <ns1:gd name="T17" fmla="*/ 1640 h 2082"/>
                  <ns1:gd name="T18" fmla="*/ 372 w 2020"/>
                  <ns1:gd name="T19" fmla="*/ 1869 h 2082"/>
                  <ns1:gd name="T20" fmla="*/ 530 w 2020"/>
                  <ns1:gd name="T21" fmla="*/ 1829 h 2082"/>
                  <ns1:gd name="T22" fmla="*/ 372 w 2020"/>
                  <ns1:gd name="T23" fmla="*/ 1789 h 2082"/>
                  <ns1:gd name="T24" fmla="*/ 269 w 2020"/>
                  <ns1:gd name="T25" fmla="*/ 1618 h 2082"/>
                  <ns1:gd name="T26" fmla="*/ 243 w 2020"/>
                  <ns1:gd name="T27" fmla="*/ 1580 h 2082"/>
                  <ns1:gd name="T28" fmla="*/ 239 w 2020"/>
                  <ns1:gd name="T29" fmla="*/ 1551 h 2082"/>
                  <ns1:gd name="T30" fmla="*/ 223 w 2020"/>
                  <ns1:gd name="T31" fmla="*/ 1517 h 2082"/>
                  <ns1:gd name="T32" fmla="*/ 230 w 2020"/>
                  <ns1:gd name="T33" fmla="*/ 1470 h 2082"/>
                  <ns1:gd name="T34" fmla="*/ 241 w 2020"/>
                  <ns1:gd name="T35" fmla="*/ 1326 h 2082"/>
                  <ns1:gd name="T36" fmla="*/ 87 w 2020"/>
                  <ns1:gd name="T37" fmla="*/ 1213 h 2082"/>
                  <ns1:gd name="T38" fmla="*/ 375 w 2020"/>
                  <ns1:gd name="T39" fmla="*/ 482 h 2082"/>
                  <ns1:gd name="T40" fmla="*/ 863 w 2020"/>
                  <ns1:gd name="T41" fmla="*/ 1035 h 2082"/>
                  <ns1:gd name="T42" fmla="*/ 1037 w 2020"/>
                  <ns1:gd name="T43" fmla="*/ 1345 h 2082"/>
                  <ns1:gd name="T44" fmla="*/ 929 w 2020"/>
                  <ns1:gd name="T45" fmla="*/ 1390 h 2082"/>
                  <ns1:gd name="T46" fmla="*/ 1018 w 2020"/>
                  <ns1:gd name="T47" fmla="*/ 1590 h 2082"/>
                  <ns1:gd name="T48" fmla="*/ 1423 w 2020"/>
                  <ns1:gd name="T49" fmla="*/ 2055 h 2082"/>
                  <ns1:gd name="T50" fmla="*/ 1474 w 2020"/>
                  <ns1:gd name="T51" fmla="*/ 2080 h 2082"/>
                  <ns1:gd name="T52" fmla="*/ 1393 w 2020"/>
                  <ns1:gd name="T53" fmla="*/ 1719 h 2082"/>
                  <ns1:gd name="T54" fmla="*/ 1810 w 2020"/>
                  <ns1:gd name="T55" fmla="*/ 707 h 2082"/>
                  <ns1:gd name="T56" fmla="*/ 1879 w 2020"/>
                  <ns1:gd name="T57" fmla="*/ 141 h 2082"/>
                  <ns1:gd name="T58" fmla="*/ 1333 w 2020"/>
                  <ns1:gd name="T59" fmla="*/ 1660 h 2082"/>
                  <ns1:gd name="T60" fmla="*/ 1019 w 2020"/>
                  <ns1:gd name="T61" fmla="*/ 1446 h 2082"/>
                  <ns1:gd name="T62" fmla="*/ 1157 w 2020"/>
                  <ns1:gd name="T63" fmla="*/ 1215 h 2082"/>
                  <ns1:gd name="T64" fmla="*/ 508 w 2020"/>
                  <ns1:gd name="T65" fmla="*/ 660 h 2082"/>
                  <ns1:gd name="T66" fmla="*/ 470 w 2020"/>
                  <ns1:gd name="T67" fmla="*/ 369 h 2082"/>
                  <ns1:gd name="T68" fmla="*/ 921 w 2020"/>
                  <ns1:gd name="T69" fmla="*/ 115 h 2082"/>
                  <ns1:gd name="T70" fmla="*/ 1203 w 2020"/>
                  <ns1:gd name="T71" fmla="*/ 160 h 2082"/>
                  <ns1:gd name="T72" fmla="*/ 1723 w 2020"/>
                  <ns1:gd name="T73" fmla="*/ 1213 h 2082"/>
                  <ns1:gd name="T74" fmla="*/ 1720 w 2020"/>
                  <ns1:gd name="T75" fmla="*/ 476 h 2082"/>
                  <ns1:gd name="T76" fmla="*/ 1822 w 2020"/>
                  <ns1:gd name="T77" fmla="*/ 198 h 2082"/>
                  <ns1:gd name="T78" fmla="*/ 1786 w 2020"/>
                  <ns1:gd name="T79" fmla="*/ 628 h 2082"/>
                </ns1:gdLst>
                <ns1:ahLst/>
                <ns1:cxnLst>
                  <ns1:cxn ang="0">
                    <ns1:pos x="T0" y="T1"/>
                  </ns1:cxn>
                  <ns1:cxn ang="0">
                    <ns1:pos x="T2" y="T3"/>
                  </ns1:cxn>
                  <ns1:cxn ang="0">
                    <ns1:pos x="T4" y="T5"/>
                  </ns1:cxn>
                  <ns1:cxn ang="0">
                    <ns1:pos x="T6" y="T7"/>
                  </ns1:cxn>
                  <ns1:cxn ang="0">
                    <ns1:pos x="T8" y="T9"/>
                  </ns1:cxn>
                  <ns1:cxn ang="0">
                    <ns1:pos x="T10" y="T11"/>
                  </ns1:cxn>
                  <ns1:cxn ang="0">
                    <ns1:pos x="T12" y="T13"/>
                  </ns1:cxn>
                  <ns1:cxn ang="0">
                    <ns1:pos x="T14" y="T15"/>
                  </ns1:cxn>
                  <ns1:cxn ang="0">
                    <ns1:pos x="T16" y="T17"/>
                  </ns1:cxn>
                  <ns1:cxn ang="0">
                    <ns1:pos x="T18" y="T19"/>
                  </ns1:cxn>
                  <ns1:cxn ang="0">
                    <ns1:pos x="T20" y="T21"/>
                  </ns1:cxn>
                  <ns1:cxn ang="0">
                    <ns1:pos x="T22" y="T23"/>
                  </ns1:cxn>
                  <ns1:cxn ang="0">
                    <ns1:pos x="T24" y="T25"/>
                  </ns1:cxn>
                  <ns1:cxn ang="0">
                    <ns1:pos x="T26" y="T27"/>
                  </ns1:cxn>
                  <ns1:cxn ang="0">
                    <ns1:pos x="T28" y="T29"/>
                  </ns1:cxn>
                  <ns1:cxn ang="0">
                    <ns1:pos x="T30" y="T31"/>
                  </ns1:cxn>
                  <ns1:cxn ang="0">
                    <ns1:pos x="T32" y="T33"/>
                  </ns1:cxn>
                  <ns1:cxn ang="0">
                    <ns1:pos x="T34" y="T35"/>
                  </ns1:cxn>
                  <ns1:cxn ang="0">
                    <ns1:pos x="T36" y="T37"/>
                  </ns1:cxn>
                  <ns1:cxn ang="0">
                    <ns1:pos x="T38" y="T39"/>
                  </ns1:cxn>
                  <ns1:cxn ang="0">
                    <ns1:pos x="T40" y="T41"/>
                  </ns1:cxn>
                  <ns1:cxn ang="0">
                    <ns1:pos x="T42" y="T43"/>
                  </ns1:cxn>
                  <ns1:cxn ang="0">
                    <ns1:pos x="T44" y="T45"/>
                  </ns1:cxn>
                  <ns1:cxn ang="0">
                    <ns1:pos x="T46" y="T47"/>
                  </ns1:cxn>
                  <ns1:cxn ang="0">
                    <ns1:pos x="T48" y="T49"/>
                  </ns1:cxn>
                  <ns1:cxn ang="0">
                    <ns1:pos x="T50" y="T51"/>
                  </ns1:cxn>
                  <ns1:cxn ang="0">
                    <ns1:pos x="T52" y="T53"/>
                  </ns1:cxn>
                  <ns1:cxn ang="0">
                    <ns1:pos x="T54" y="T55"/>
                  </ns1:cxn>
                  <ns1:cxn ang="0">
                    <ns1:pos x="T56" y="T57"/>
                  </ns1:cxn>
                  <ns1:cxn ang="0">
                    <ns1:pos x="T58" y="T59"/>
                  </ns1:cxn>
                  <ns1:cxn ang="0">
                    <ns1:pos x="T60" y="T61"/>
                  </ns1:cxn>
                  <ns1:cxn ang="0">
                    <ns1:pos x="T62" y="T63"/>
                  </ns1:cxn>
                  <ns1:cxn ang="0">
                    <ns1:pos x="T64" y="T65"/>
                  </ns1:cxn>
                  <ns1:cxn ang="0">
                    <ns1:pos x="T66" y="T67"/>
                  </ns1:cxn>
                  <ns1:cxn ang="0">
                    <ns1:pos x="T68" y="T69"/>
                  </ns1:cxn>
                  <ns1:cxn ang="0">
                    <ns1:pos x="T70" y="T71"/>
                  </ns1:cxn>
                  <ns1:cxn ang="0">
                    <ns1:pos x="T72" y="T73"/>
                  </ns1:cxn>
                  <ns1:cxn ang="0">
                    <ns1:pos x="T74" y="T75"/>
                  </ns1:cxn>
                  <ns1:cxn ang="0">
                    <ns1:pos x="T76" y="T77"/>
                  </ns1:cxn>
                  <ns1:cxn ang="0">
                    <ns1:pos x="T78" y="T79"/>
                  </ns1:cxn>
                </ns1:cxnLst>
                <ns1:rect l="0" t="0" r="r" b="b"/>
                <ns1:pathLst>
                  <ns1:path w="2020" h="2082">
                    <ns1:moveTo>
                      <ns1:pt x="1879" y="141"/>
                    </ns1:moveTo>
                    <ns1:cubicBezTo>
                      <ns1:pt x="1738" y="0"/>
                      <ns1:pt x="1509" y="0"/>
                      <ns1:pt x="1367" y="140"/>
                    </ns1:cubicBezTo>
                    <ns1:cubicBezTo>
                      <ns1:pt x="1323" y="118"/>
                      <ns1:pt x="1276" y="99"/>
                      <ns1:pt x="1227" y="84"/>
                    </ns1:cubicBezTo>
                    <ns1:cubicBezTo>
                      <ns1:pt x="1065" y="33"/>
                      <ns1:pt x="932" y="35"/>
                      <ns1:pt x="921" y="35"/>
                    </ns1:cubicBezTo>
                    <ns1:cubicBezTo>
                      <ns1:pt x="704" y="35"/>
                      <ns1:pt x="514" y="126"/>
                      <ns1:pt x="427" y="273"/>
                    </ns1:cubicBezTo>
                    <ns1:cubicBezTo>
                      <ns1:pt x="415" y="292"/>
                      <ns1:pt x="405" y="312"/>
                      <ns1:pt x="398" y="333"/>
                    </ns1:cubicBezTo>
                    <ns1:cubicBezTo>
                      <ns1:pt x="356" y="372"/>
                      <ns1:pt x="170" y="565"/>
                      <ns1:pt x="170" y="838"/>
                    </ns1:cubicBezTo>
                    <ns1:cubicBezTo>
                      <ns1:pt x="170" y="1020"/>
                      <ns1:pt x="82" y="1115"/>
                      <ns1:pt x="30" y="1156"/>
                    </ns1:cubicBezTo>
                    <ns1:cubicBezTo>
                      <ns1:pt x="10" y="1171"/>
                      <ns1:pt x="0" y="1195"/>
                      <ns1:pt x="2" y="1219"/>
                    </ns1:cubicBezTo>
                    <ns1:cubicBezTo>
                      <ns1:pt x="4" y="1244"/>
                      <ns1:pt x="17" y="1266"/>
                      <ns1:pt x="39" y="1278"/>
                    </ns1:cubicBezTo>
                    <ns1:cubicBezTo>
                      <ns1:pt x="59" y="1289"/>
                      <ns1:pt x="81" y="1300"/>
                      <ns1:pt x="102" y="1310"/>
                    </ns1:cubicBezTo>
                    <ns1:cubicBezTo>
                      <ns1:pt x="121" y="1319"/>
                      <ns1:pt x="148" y="1332"/>
                      <ns1:pt x="161" y="1340"/>
                    </ns1:cubicBezTo>
                    <ns1:cubicBezTo>
                      <ns1:pt x="161" y="1412"/>
                      <ns1:pt x="161" y="1412"/>
                      <ns1:pt x="161" y="1412"/>
                    </ns1:cubicBezTo>
                    <ns1:cubicBezTo>
                      <ns1:pt x="161" y="1421"/>
                      <ns1:pt x="159" y="1431"/>
                      <ns1:pt x="156" y="1440"/>
                    </ns1:cubicBezTo>
                    <ns1:cubicBezTo>
                      <ns1:pt x="146" y="1464"/>
                      <ns1:pt x="146" y="1464"/>
                      <ns1:pt x="146" y="1464"/>
                    </ns1:cubicBezTo>
                    <ns1:cubicBezTo>
                      <ns1:pt x="132" y="1498"/>
                      <ns1:pt x="137" y="1536"/>
                      <ns1:pt x="159" y="1565"/>
                    </ns1:cubicBezTo>
                    <ns1:cubicBezTo>
                      <ns1:pt x="159" y="1574"/>
                      <ns1:pt x="159" y="1574"/>
                      <ns1:pt x="159" y="1574"/>
                    </ns1:cubicBezTo>
                    <ns1:cubicBezTo>
                      <ns1:pt x="159" y="1599"/>
                      <ns1:pt x="170" y="1623"/>
                      <ns1:pt x="189" y="1640"/>
                    </ns1:cubicBezTo>
                    <ns1:cubicBezTo>
                      <ns1:pt x="189" y="1687"/>
                      <ns1:pt x="189" y="1687"/>
                      <ns1:pt x="189" y="1687"/>
                    </ns1:cubicBezTo>
                    <ns1:cubicBezTo>
                      <ns1:pt x="189" y="1787"/>
                      <ns1:pt x="271" y="1869"/>
                      <ns1:pt x="372" y="1869"/>
                    </ns1:cubicBezTo>
                    <ns1:cubicBezTo>
                      <ns1:pt x="490" y="1869"/>
                      <ns1:pt x="490" y="1869"/>
                      <ns1:pt x="490" y="1869"/>
                    </ns1:cubicBezTo>
                    <ns1:cubicBezTo>
                      <ns1:pt x="512" y="1869"/>
                      <ns1:pt x="530" y="1851"/>
                      <ns1:pt x="530" y="1829"/>
                    </ns1:cubicBezTo>
                    <ns1:cubicBezTo>
                      <ns1:pt x="530" y="1807"/>
                      <ns1:pt x="512" y="1789"/>
                      <ns1:pt x="490" y="1789"/>
                    </ns1:cubicBezTo>
                    <ns1:cubicBezTo>
                      <ns1:pt x="372" y="1789"/>
                      <ns1:pt x="372" y="1789"/>
                      <ns1:pt x="372" y="1789"/>
                    </ns1:cubicBezTo>
                    <ns1:cubicBezTo>
                      <ns1:pt x="315" y="1789"/>
                      <ns1:pt x="269" y="1743"/>
                      <ns1:pt x="269" y="1687"/>
                    </ns1:cubicBezTo>
                    <ns1:cubicBezTo>
                      <ns1:pt x="269" y="1618"/>
                      <ns1:pt x="269" y="1618"/>
                      <ns1:pt x="269" y="1618"/>
                    </ns1:cubicBezTo>
                    <ns1:cubicBezTo>
                      <ns1:pt x="269" y="1602"/>
                      <ns1:pt x="259" y="1587"/>
                      <ns1:pt x="245" y="1581"/>
                    </ns1:cubicBezTo>
                    <ns1:cubicBezTo>
                      <ns1:pt x="243" y="1580"/>
                      <ns1:pt x="243" y="1580"/>
                      <ns1:pt x="243" y="1580"/>
                    </ns1:cubicBezTo>
                    <ns1:cubicBezTo>
                      <ns1:pt x="240" y="1579"/>
                      <ns1:pt x="239" y="1576"/>
                      <ns1:pt x="239" y="1574"/>
                    </ns1:cubicBezTo>
                    <ns1:cubicBezTo>
                      <ns1:pt x="239" y="1551"/>
                      <ns1:pt x="239" y="1551"/>
                      <ns1:pt x="239" y="1551"/>
                    </ns1:cubicBezTo>
                    <ns1:cubicBezTo>
                      <ns1:pt x="239" y="1542"/>
                      <ns1:pt x="236" y="1533"/>
                      <ns1:pt x="230" y="1526"/>
                    </ns1:cubicBezTo>
                    <ns1:cubicBezTo>
                      <ns1:pt x="223" y="1517"/>
                      <ns1:pt x="223" y="1517"/>
                      <ns1:pt x="223" y="1517"/>
                    </ns1:cubicBezTo>
                    <ns1:cubicBezTo>
                      <ns1:pt x="218" y="1511"/>
                      <ns1:pt x="217" y="1502"/>
                      <ns1:pt x="220" y="1494"/>
                    </ns1:cubicBezTo>
                    <ns1:cubicBezTo>
                      <ns1:pt x="230" y="1470"/>
                      <ns1:pt x="230" y="1470"/>
                      <ns1:pt x="230" y="1470"/>
                    </ns1:cubicBezTo>
                    <ns1:cubicBezTo>
                      <ns1:pt x="237" y="1451"/>
                      <ns1:pt x="241" y="1432"/>
                      <ns1:pt x="241" y="1412"/>
                    </ns1:cubicBezTo>
                    <ns1:cubicBezTo>
                      <ns1:pt x="241" y="1326"/>
                      <ns1:pt x="241" y="1326"/>
                      <ns1:pt x="241" y="1326"/>
                    </ns1:cubicBezTo>
                    <ns1:cubicBezTo>
                      <ns1:pt x="241" y="1288"/>
                      <ns1:pt x="202" y="1269"/>
                      <ns1:pt x="137" y="1238"/>
                    </ns1:cubicBezTo>
                    <ns1:cubicBezTo>
                      <ns1:pt x="120" y="1230"/>
                      <ns1:pt x="102" y="1221"/>
                      <ns1:pt x="87" y="1213"/>
                    </ns1:cubicBezTo>
                    <ns1:cubicBezTo>
                      <ns1:pt x="151" y="1160"/>
                      <ns1:pt x="250" y="1046"/>
                      <ns1:pt x="250" y="838"/>
                    </ns1:cubicBezTo>
                    <ns1:cubicBezTo>
                      <ns1:pt x="250" y="688"/>
                      <ns1:pt x="317" y="563"/>
                      <ns1:pt x="375" y="482"/>
                    </ns1:cubicBezTo>
                    <ns1:cubicBezTo>
                      <ns1:pt x="378" y="552"/>
                      <ns1:pt x="399" y="625"/>
                      <ns1:pt x="438" y="698"/>
                    </ns1:cubicBezTo>
                    <ns1:cubicBezTo>
                      <ns1:pt x="541" y="890"/>
                      <ns1:pt x="719" y="970"/>
                      <ns1:pt x="863" y="1035"/>
                    </ns1:cubicBezTo>
                    <ns1:cubicBezTo>
                      <ns1:pt x="1000" y="1096"/>
                      <ns1:pt x="1077" y="1135"/>
                      <ns1:pt x="1077" y="1215"/>
                    </ns1:cubicBezTo>
                    <ns1:cubicBezTo>
                      <ns1:pt x="1078" y="1275"/>
                      <ns1:pt x="1064" y="1318"/>
                      <ns1:pt x="1037" y="1345"/>
                    </ns1:cubicBezTo>
                    <ns1:cubicBezTo>
                      <ns1:pt x="1006" y="1375"/>
                      <ns1:pt x="964" y="1375"/>
                      <ns1:pt x="964" y="1375"/>
                    </ns1:cubicBezTo>
                    <ns1:cubicBezTo>
                      <ns1:pt x="950" y="1374"/>
                      <ns1:pt x="938" y="1380"/>
                      <ns1:pt x="929" y="1390"/>
                    </ns1:cubicBezTo>
                    <ns1:cubicBezTo>
                      <ns1:pt x="921" y="1401"/>
                      <ns1:pt x="919" y="1415"/>
                      <ns1:pt x="924" y="1428"/>
                    </ns1:cubicBezTo>
                    <ns1:cubicBezTo>
                      <ns1:pt x="925" y="1431"/>
                      <ns1:pt x="953" y="1511"/>
                      <ns1:pt x="1018" y="1590"/>
                    </ns1:cubicBezTo>
                    <ns1:cubicBezTo>
                      <ns1:pt x="1099" y="1688"/>
                      <ns1:pt x="1201" y="1739"/>
                      <ns1:pt x="1316" y="1740"/>
                    </ns1:cubicBezTo>
                    <ns1:cubicBezTo>
                      <ns1:pt x="1423" y="2055"/>
                      <ns1:pt x="1423" y="2055"/>
                      <ns1:pt x="1423" y="2055"/>
                    </ns1:cubicBezTo>
                    <ns1:cubicBezTo>
                      <ns1:pt x="1429" y="2072"/>
                      <ns1:pt x="1444" y="2082"/>
                      <ns1:pt x="1461" y="2082"/>
                    </ns1:cubicBezTo>
                    <ns1:cubicBezTo>
                      <ns1:pt x="1465" y="2082"/>
                      <ns1:pt x="1469" y="2082"/>
                      <ns1:pt x="1474" y="2080"/>
                    </ns1:cubicBezTo>
                    <ns1:cubicBezTo>
                      <ns1:pt x="1495" y="2073"/>
                      <ns1:pt x="1506" y="2050"/>
                      <ns1:pt x="1499" y="2029"/>
                    </ns1:cubicBezTo>
                    <ns1:cubicBezTo>
                      <ns1:pt x="1393" y="1719"/>
                      <ns1:pt x="1393" y="1719"/>
                      <ns1:pt x="1393" y="1719"/>
                    </ns1:cubicBezTo>
                    <ns1:cubicBezTo>
                      <ns1:pt x="1592" y="1612"/>
                      <ns1:pt x="1733" y="1447"/>
                      <ns1:pt x="1799" y="1238"/>
                    </ns1:cubicBezTo>
                    <ns1:cubicBezTo>
                      <ns1:pt x="1853" y="1071"/>
                      <ns1:pt x="1855" y="884"/>
                      <ns1:pt x="1810" y="707"/>
                    </ns1:cubicBezTo>
                    <ns1:cubicBezTo>
                      <ns1:pt x="1835" y="692"/>
                      <ns1:pt x="1858" y="675"/>
                      <ns1:pt x="1879" y="654"/>
                    </ns1:cubicBezTo>
                    <ns1:cubicBezTo>
                      <ns1:pt x="2020" y="513"/>
                      <ns1:pt x="2020" y="283"/>
                      <ns1:pt x="1879" y="141"/>
                    </ns1:cubicBezTo>
                    <ns1:close/>
                    <ns1:moveTo>
                      <ns1:pt x="1723" y="1213"/>
                    </ns1:moveTo>
                    <ns1:cubicBezTo>
                      <ns1:pt x="1661" y="1409"/>
                      <ns1:pt x="1526" y="1564"/>
                      <ns1:pt x="1333" y="1660"/>
                    </ns1:cubicBezTo>
                    <ns1:cubicBezTo>
                      <ns1:pt x="1236" y="1664"/>
                      <ns1:pt x="1151" y="1624"/>
                      <ns1:pt x="1081" y="1540"/>
                    </ns1:cubicBezTo>
                    <ns1:cubicBezTo>
                      <ns1:pt x="1053" y="1507"/>
                      <ns1:pt x="1032" y="1472"/>
                      <ns1:pt x="1019" y="1446"/>
                    </ns1:cubicBezTo>
                    <ns1:cubicBezTo>
                      <ns1:pt x="1042" y="1438"/>
                      <ns1:pt x="1068" y="1426"/>
                      <ns1:pt x="1092" y="1403"/>
                    </ns1:cubicBezTo>
                    <ns1:cubicBezTo>
                      <ns1:pt x="1136" y="1361"/>
                      <ns1:pt x="1158" y="1297"/>
                      <ns1:pt x="1157" y="1215"/>
                    </ns1:cubicBezTo>
                    <ns1:cubicBezTo>
                      <ns1:pt x="1156" y="1079"/>
                      <ns1:pt x="1030" y="1022"/>
                      <ns1:pt x="896" y="962"/>
                    </ns1:cubicBezTo>
                    <ns1:cubicBezTo>
                      <ns1:pt x="756" y="899"/>
                      <ns1:pt x="598" y="828"/>
                      <ns1:pt x="508" y="660"/>
                    </ns1:cubicBezTo>
                    <ns1:cubicBezTo>
                      <ns1:pt x="453" y="556"/>
                      <ns1:pt x="440" y="456"/>
                      <ns1:pt x="469" y="370"/>
                    </ns1:cubicBezTo>
                    <ns1:cubicBezTo>
                      <ns1:pt x="469" y="369"/>
                      <ns1:pt x="470" y="369"/>
                      <ns1:pt x="470" y="369"/>
                    </ns1:cubicBezTo>
                    <ns1:cubicBezTo>
                      <ns1:pt x="476" y="350"/>
                      <ns1:pt x="485" y="331"/>
                      <ns1:pt x="495" y="314"/>
                    </ns1:cubicBezTo>
                    <ns1:cubicBezTo>
                      <ns1:pt x="569" y="191"/>
                      <ns1:pt x="732" y="115"/>
                      <ns1:pt x="921" y="115"/>
                    </ns1:cubicBezTo>
                    <ns1:cubicBezTo>
                      <ns1:pt x="921" y="115"/>
                      <ns1:pt x="922" y="115"/>
                      <ns1:pt x="922" y="115"/>
                    </ns1:cubicBezTo>
                    <ns1:cubicBezTo>
                      <ns1:pt x="923" y="115"/>
                      <ns1:pt x="1049" y="112"/>
                      <ns1:pt x="1203" y="160"/>
                    </ns1:cubicBezTo>
                    <ns1:cubicBezTo>
                      <ns1:pt x="1407" y="224"/>
                      <ns1:pt x="1557" y="343"/>
                      <ns1:pt x="1650" y="514"/>
                    </ns1:cubicBezTo>
                    <ns1:cubicBezTo>
                      <ns1:pt x="1767" y="731"/>
                      <ns1:pt x="1794" y="992"/>
                      <ns1:pt x="1723" y="1213"/>
                    </ns1:cubicBezTo>
                    <ns1:close/>
                    <ns1:moveTo>
                      <ns1:pt x="1786" y="628"/>
                    </ns1:moveTo>
                    <ns1:cubicBezTo>
                      <ns1:pt x="1769" y="576"/>
                      <ns1:pt x="1747" y="525"/>
                      <ns1:pt x="1720" y="476"/>
                    </ns1:cubicBezTo>
                    <ns1:cubicBezTo>
                      <ns1:pt x="1655" y="355"/>
                      <ns1:pt x="1560" y="255"/>
                      <ns1:pt x="1441" y="181"/>
                    </ns1:cubicBezTo>
                    <ns1:cubicBezTo>
                      <ns1:pt x="1552" y="88"/>
                      <ns1:pt x="1718" y="94"/>
                      <ns1:pt x="1822" y="198"/>
                    </ns1:cubicBezTo>
                    <ns1:cubicBezTo>
                      <ns1:pt x="1932" y="308"/>
                      <ns1:pt x="1932" y="487"/>
                      <ns1:pt x="1822" y="597"/>
                    </ns1:cubicBezTo>
                    <ns1:cubicBezTo>
                      <ns1:pt x="1811" y="608"/>
                      <ns1:pt x="1799" y="618"/>
                      <ns1:pt x="1786" y="628"/>
                    </ns1:cubicBezTo>
                    <ns1:close/>
                  </ns1:path>
                </ns1:pathLst>
              </ns1:custGeom>
              <ns1:grpFill/>
              <ns1:ln>
                <ns1:noFill/>
              </ns1:ln>
              <ns1:extLst>
                <ns1:ext uri="{91240B29-F687-4F45-9708-019B960494DF}">
                  <ns3:hiddenLine w="9525">
                    <ns1:solidFill>
                      <ns1:srgbClr val="000000"/>
                    </ns1:solidFill>
                    <ns1:round/>
                    <ns1:headEnd/>
                    <ns1:tailEnd/>
                  </ns3:hiddenLine>
                </ns1:ext>
              </ns1:extLst>
            </ns0:spPr>
            <ns0:txBody>
              <ns1:bodyPr vert="horz" wrap="square" lIns="91440" tIns="45720" rIns="91440" bIns="45720" numCol="1" anchor="t" anchorCtr="0" compatLnSpc="1">
                <ns1:prstTxWarp prst="textNoShape">
                  <ns1:avLst/>
                </ns1:prstTxWarp>
              </ns1:bodyPr>
              <ns1:lstStyle/>
              <ns1:p>
                <ns1:endParaRPr lang="en-US"/>
              </ns1:p>
            </ns0:txBody>
          </ns0:sp>
          <ns0:sp>
            <ns0:nvSpPr>
              <ns0:cNvPr id="134" name="Freeform 55">
                <ns1:extLst>
                  <ns1:ext uri="{FF2B5EF4-FFF2-40B4-BE49-F238E27FC236}">
                    <ns2:creationId id="{B0BAA69C-A2F6-4B60-BA8D-DFE9F8F0038E}"/>
                  </ns1:ext>
                </ns1:extLst>
              </ns0:cNvPr>
              <ns0:cNvSpPr>
                <ns1:spLocks noEditPoints="1"/>
              </ns0:cNvSpPr>
              <ns0:nvPr/>
            </ns0:nvSpPr>
            <ns0:spPr bwMode="auto">
              <ns1:xfrm>
                <ns1:off x="2595" y="2669"/>
                <ns1:ext cx="1339" cy="1649"/>
              </ns1:xfrm>
              <ns1:custGeom>
                <ns1:avLst/>
                <ns1:gdLst>
                  <ns1:gd name="T0" fmla="*/ 624 w 635"/>
                  <ns1:gd name="T1" fmla="*/ 608 h 782"/>
                  <ns1:gd name="T2" fmla="*/ 499 w 635"/>
                  <ns1:gd name="T3" fmla="*/ 391 h 782"/>
                  <ns1:gd name="T4" fmla="*/ 495 w 635"/>
                  <ns1:gd name="T5" fmla="*/ 243 h 782"/>
                  <ns1:gd name="T6" fmla="*/ 272 w 635"/>
                  <ns1:gd name="T7" fmla="*/ 8 h 782"/>
                  <ns1:gd name="T8" fmla="*/ 54 w 635"/>
                  <ns1:gd name="T9" fmla="*/ 133 h 782"/>
                  <ns1:gd name="T10" fmla="*/ 52 w 635"/>
                  <ns1:gd name="T11" fmla="*/ 137 h 782"/>
                  <ns1:gd name="T12" fmla="*/ 139 w 635"/>
                  <ns1:gd name="T13" fmla="*/ 445 h 782"/>
                  <ns1:gd name="T14" fmla="*/ 264 w 635"/>
                  <ns1:gd name="T15" fmla="*/ 526 h 782"/>
                  <ns1:gd name="T16" fmla="*/ 400 w 635"/>
                  <ns1:gd name="T17" fmla="*/ 762 h 782"/>
                  <ns1:gd name="T18" fmla="*/ 435 w 635"/>
                  <ns1:gd name="T19" fmla="*/ 782 h 782"/>
                  <ns1:gd name="T20" fmla="*/ 455 w 635"/>
                  <ns1:gd name="T21" fmla="*/ 777 h 782"/>
                  <ns1:gd name="T22" fmla="*/ 469 w 635"/>
                  <ns1:gd name="T23" fmla="*/ 722 h 782"/>
                  <ns1:gd name="T24" fmla="*/ 348 w 635"/>
                  <ns1:gd name="T25" fmla="*/ 513 h 782"/>
                  <ns1:gd name="T26" fmla="*/ 396 w 635"/>
                  <ns1:gd name="T27" fmla="*/ 485 h 782"/>
                  <ns1:gd name="T28" fmla="*/ 445 w 635"/>
                  <ns1:gd name="T29" fmla="*/ 457 h 782"/>
                  <ns1:gd name="T30" fmla="*/ 555 w 635"/>
                  <ns1:gd name="T31" fmla="*/ 648 h 782"/>
                  <ns1:gd name="T32" fmla="*/ 610 w 635"/>
                  <ns1:gd name="T33" fmla="*/ 663 h 782"/>
                  <ns1:gd name="T34" fmla="*/ 624 w 635"/>
                  <ns1:gd name="T35" fmla="*/ 608 h 782"/>
                  <ns1:gd name="T36" fmla="*/ 124 w 635"/>
                  <ns1:gd name="T37" fmla="*/ 172 h 782"/>
                  <ns1:gd name="T38" fmla="*/ 126 w 635"/>
                  <ns1:gd name="T39" fmla="*/ 168 h 782"/>
                  <ns1:gd name="T40" fmla="*/ 254 w 635"/>
                  <ns1:gd name="T41" fmla="*/ 87 h 782"/>
                  <ns1:gd name="T42" fmla="*/ 265 w 635"/>
                  <ns1:gd name="T43" fmla="*/ 87 h 782"/>
                  <ns1:gd name="T44" fmla="*/ 415 w 635"/>
                  <ns1:gd name="T45" fmla="*/ 245 h 782"/>
                  <ns1:gd name="T46" fmla="*/ 419 w 635"/>
                  <ns1:gd name="T47" fmla="*/ 380 h 782"/>
                  <ns1:gd name="T48" fmla="*/ 295 w 635"/>
                  <ns1:gd name="T49" fmla="*/ 451 h 782"/>
                  <ns1:gd name="T50" fmla="*/ 183 w 635"/>
                  <ns1:gd name="T51" fmla="*/ 378 h 782"/>
                  <ns1:gd name="T52" fmla="*/ 124 w 635"/>
                  <ns1:gd name="T53" fmla="*/ 172 h 782"/>
                </ns1:gdLst>
                <ns1:ahLst/>
                <ns1:cxnLst>
                  <ns1:cxn ang="0">
                    <ns1:pos x="T0" y="T1"/>
                  </ns1:cxn>
                  <ns1:cxn ang="0">
                    <ns1:pos x="T2" y="T3"/>
                  </ns1:cxn>
                  <ns1:cxn ang="0">
                    <ns1:pos x="T4" y="T5"/>
                  </ns1:cxn>
                  <ns1:cxn ang="0">
                    <ns1:pos x="T6" y="T7"/>
                  </ns1:cxn>
                  <ns1:cxn ang="0">
                    <ns1:pos x="T8" y="T9"/>
                  </ns1:cxn>
                  <ns1:cxn ang="0">
                    <ns1:pos x="T10" y="T11"/>
                  </ns1:cxn>
                  <ns1:cxn ang="0">
                    <ns1:pos x="T12" y="T13"/>
                  </ns1:cxn>
                  <ns1:cxn ang="0">
                    <ns1:pos x="T14" y="T15"/>
                  </ns1:cxn>
                  <ns1:cxn ang="0">
                    <ns1:pos x="T16" y="T17"/>
                  </ns1:cxn>
                  <ns1:cxn ang="0">
                    <ns1:pos x="T18" y="T19"/>
                  </ns1:cxn>
                  <ns1:cxn ang="0">
                    <ns1:pos x="T20" y="T21"/>
                  </ns1:cxn>
                  <ns1:cxn ang="0">
                    <ns1:pos x="T22" y="T23"/>
                  </ns1:cxn>
                  <ns1:cxn ang="0">
                    <ns1:pos x="T24" y="T25"/>
                  </ns1:cxn>
                  <ns1:cxn ang="0">
                    <ns1:pos x="T26" y="T27"/>
                  </ns1:cxn>
                  <ns1:cxn ang="0">
                    <ns1:pos x="T28" y="T29"/>
                  </ns1:cxn>
                  <ns1:cxn ang="0">
                    <ns1:pos x="T30" y="T31"/>
                  </ns1:cxn>
                  <ns1:cxn ang="0">
                    <ns1:pos x="T32" y="T33"/>
                  </ns1:cxn>
                  <ns1:cxn ang="0">
                    <ns1:pos x="T34" y="T35"/>
                  </ns1:cxn>
                  <ns1:cxn ang="0">
                    <ns1:pos x="T36" y="T37"/>
                  </ns1:cxn>
                  <ns1:cxn ang="0">
                    <ns1:pos x="T38" y="T39"/>
                  </ns1:cxn>
                  <ns1:cxn ang="0">
                    <ns1:pos x="T40" y="T41"/>
                  </ns1:cxn>
                  <ns1:cxn ang="0">
                    <ns1:pos x="T42" y="T43"/>
                  </ns1:cxn>
                  <ns1:cxn ang="0">
                    <ns1:pos x="T44" y="T45"/>
                  </ns1:cxn>
                  <ns1:cxn ang="0">
                    <ns1:pos x="T46" y="T47"/>
                  </ns1:cxn>
                  <ns1:cxn ang="0">
                    <ns1:pos x="T48" y="T49"/>
                  </ns1:cxn>
                  <ns1:cxn ang="0">
                    <ns1:pos x="T50" y="T51"/>
                  </ns1:cxn>
                  <ns1:cxn ang="0">
                    <ns1:pos x="T52" y="T53"/>
                  </ns1:cxn>
                </ns1:cxnLst>
                <ns1:rect l="0" t="0" r="r" b="b"/>
                <ns1:pathLst>
                  <ns1:path w="635" h="782">
                    <ns1:moveTo>
                      <ns1:pt x="624" y="608"/>
                    </ns1:moveTo>
                    <ns1:cubicBezTo>
                      <ns1:pt x="499" y="391"/>
                      <ns1:pt x="499" y="391"/>
                      <ns1:pt x="499" y="391"/>
                    </ns1:cubicBezTo>
                    <ns1:cubicBezTo>
                      <ns1:pt x="495" y="243"/>
                      <ns1:pt x="495" y="243"/>
                      <ns1:pt x="495" y="243"/>
                    </ns1:cubicBezTo>
                    <ns1:cubicBezTo>
                      <ns1:pt x="491" y="119"/>
                      <ns1:pt x="395" y="18"/>
                      <ns1:pt x="272" y="8"/>
                    </ns1:cubicBezTo>
                    <ns1:cubicBezTo>
                      <ns1:pt x="181" y="0"/>
                      <ns1:pt x="93" y="51"/>
                      <ns1:pt x="54" y="133"/>
                    </ns1:cubicBezTo>
                    <ns1:cubicBezTo>
                      <ns1:pt x="52" y="137"/>
                      <ns1:pt x="52" y="137"/>
                      <ns1:pt x="52" y="137"/>
                    </ns1:cubicBezTo>
                    <ns1:cubicBezTo>
                      <ns1:pt x="0" y="247"/>
                      <ns1:pt x="38" y="379"/>
                      <ns1:pt x="139" y="445"/>
                    </ns1:cubicBezTo>
                    <ns1:cubicBezTo>
                      <ns1:pt x="264" y="526"/>
                      <ns1:pt x="264" y="526"/>
                      <ns1:pt x="264" y="526"/>
                    </ns1:cubicBezTo>
                    <ns1:cubicBezTo>
                      <ns1:pt x="400" y="762"/>
                      <ns1:pt x="400" y="762"/>
                      <ns1:pt x="400" y="762"/>
                    </ns1:cubicBezTo>
                    <ns1:cubicBezTo>
                      <ns1:pt x="407" y="775"/>
                      <ns1:pt x="421" y="782"/>
                      <ns1:pt x="435" y="782"/>
                    </ns1:cubicBezTo>
                    <ns1:cubicBezTo>
                      <ns1:pt x="441" y="782"/>
                      <ns1:pt x="448" y="781"/>
                      <ns1:pt x="455" y="777"/>
                    </ns1:cubicBezTo>
                    <ns1:cubicBezTo>
                      <ns1:pt x="474" y="766"/>
                      <ns1:pt x="480" y="742"/>
                      <ns1:pt x="469" y="722"/>
                    </ns1:cubicBezTo>
                    <ns1:cubicBezTo>
                      <ns1:pt x="348" y="513"/>
                      <ns1:pt x="348" y="513"/>
                      <ns1:pt x="348" y="513"/>
                    </ns1:cubicBezTo>
                    <ns1:cubicBezTo>
                      <ns1:pt x="396" y="485"/>
                      <ns1:pt x="396" y="485"/>
                      <ns1:pt x="396" y="485"/>
                    </ns1:cubicBezTo>
                    <ns1:cubicBezTo>
                      <ns1:pt x="445" y="457"/>
                      <ns1:pt x="445" y="457"/>
                      <ns1:pt x="445" y="457"/>
                    </ns1:cubicBezTo>
                    <ns1:cubicBezTo>
                      <ns1:pt x="555" y="648"/>
                      <ns1:pt x="555" y="648"/>
                      <ns1:pt x="555" y="648"/>
                    </ns1:cubicBezTo>
                    <ns1:cubicBezTo>
                      <ns1:pt x="566" y="667"/>
                      <ns1:pt x="591" y="674"/>
                      <ns1:pt x="610" y="663"/>
                    </ns1:cubicBezTo>
                    <ns1:cubicBezTo>
                      <ns1:pt x="629" y="652"/>
                      <ns1:pt x="635" y="627"/>
                      <ns1:pt x="624" y="608"/>
                    </ns1:cubicBezTo>
                    <ns1:close/>
                    <ns1:moveTo>
                      <ns1:pt x="124" y="172"/>
                    </ns1:moveTo>
                    <ns1:cubicBezTo>
                      <ns1:pt x="126" y="168"/>
                      <ns1:pt x="126" y="168"/>
                      <ns1:pt x="126" y="168"/>
                    </ns1:cubicBezTo>
                    <ns1:cubicBezTo>
                      <ns1:pt x="150" y="118"/>
                      <ns1:pt x="200" y="87"/>
                      <ns1:pt x="254" y="87"/>
                    </ns1:cubicBezTo>
                    <ns1:cubicBezTo>
                      <ns1:pt x="258" y="87"/>
                      <ns1:pt x="261" y="87"/>
                      <ns1:pt x="265" y="87"/>
                    </ns1:cubicBezTo>
                    <ns1:cubicBezTo>
                      <ns1:pt x="348" y="94"/>
                      <ns1:pt x="412" y="162"/>
                      <ns1:pt x="415" y="245"/>
                    </ns1:cubicBezTo>
                    <ns1:cubicBezTo>
                      <ns1:pt x="419" y="380"/>
                      <ns1:pt x="419" y="380"/>
                      <ns1:pt x="419" y="380"/>
                    </ns1:cubicBezTo>
                    <ns1:cubicBezTo>
                      <ns1:pt x="295" y="451"/>
                      <ns1:pt x="295" y="451"/>
                      <ns1:pt x="295" y="451"/>
                    </ns1:cubicBezTo>
                    <ns1:cubicBezTo>
                      <ns1:pt x="183" y="378"/>
                      <ns1:pt x="183" y="378"/>
                      <ns1:pt x="183" y="378"/>
                    </ns1:cubicBezTo>
                    <ns1:cubicBezTo>
                      <ns1:pt x="115" y="334"/>
                      <ns1:pt x="90" y="245"/>
                      <ns1:pt x="124" y="172"/>
                    </ns1:cubicBezTo>
                    <ns1:close/>
                  </ns1:path>
                </ns1:pathLst>
              </ns1:custGeom>
              <ns1:grpFill/>
              <ns1:ln>
                <ns1:noFill/>
              </ns1:ln>
              <ns1:extLst>
                <ns1:ext uri="{91240B29-F687-4F45-9708-019B960494DF}">
                  <ns3:hiddenLine w="9525">
                    <ns1:solidFill>
                      <ns1:srgbClr val="000000"/>
                    </ns1:solidFill>
                    <ns1:round/>
                    <ns1:headEnd/>
                    <ns1:tailEnd/>
                  </ns3:hiddenLine>
                </ns1:ext>
              </ns1:extLst>
            </ns0:spPr>
            <ns0:txBody>
              <ns1:bodyPr vert="horz" wrap="square" lIns="91440" tIns="45720" rIns="91440" bIns="45720" numCol="1" anchor="t" anchorCtr="0" compatLnSpc="1">
                <ns1:prstTxWarp prst="textNoShape">
                  <ns1:avLst/>
                </ns1:prstTxWarp>
              </ns1:bodyPr>
              <ns1:lstStyle/>
              <ns1:p>
                <ns1:endParaRPr lang="en-US"/>
              </ns1:p>
            </ns0:txBody>
          </ns0:sp>
          <ns0:sp>
            <ns0:nvSpPr>
              <ns0:cNvPr id="135" name="Freeform 56">
                <ns1:extLst>
                  <ns1:ext uri="{FF2B5EF4-FFF2-40B4-BE49-F238E27FC236}">
                    <ns2:creationId id="{862C7378-F701-40AF-AF8D-2C15D15CB7CB}"/>
                  </ns1:ext>
                </ns1:extLst>
              </ns0:cNvPr>
              <ns0:cNvSpPr>
                <ns1:spLocks/>
              </ns0:cNvSpPr>
              <ns0:nvPr/>
            </ns0:nvSpPr>
            <ns0:spPr bwMode="auto">
              <ns1:xfrm>
                <ns1:off x="3894" y="4151"/>
                <ns1:ext cx="168" cy="169"/>
              </ns1:xfrm>
              <ns1:custGeom>
                <ns1:avLst/>
                <ns1:gdLst>
                  <ns1:gd name="T0" fmla="*/ 40 w 80"/>
                  <ns1:gd name="T1" fmla="*/ 0 h 80"/>
                  <ns1:gd name="T2" fmla="*/ 12 w 80"/>
                  <ns1:gd name="T3" fmla="*/ 12 h 80"/>
                  <ns1:gd name="T4" fmla="*/ 0 w 80"/>
                  <ns1:gd name="T5" fmla="*/ 40 h 80"/>
                  <ns1:gd name="T6" fmla="*/ 12 w 80"/>
                  <ns1:gd name="T7" fmla="*/ 68 h 80"/>
                  <ns1:gd name="T8" fmla="*/ 40 w 80"/>
                  <ns1:gd name="T9" fmla="*/ 80 h 80"/>
                  <ns1:gd name="T10" fmla="*/ 68 w 80"/>
                  <ns1:gd name="T11" fmla="*/ 68 h 80"/>
                  <ns1:gd name="T12" fmla="*/ 80 w 80"/>
                  <ns1:gd name="T13" fmla="*/ 40 h 80"/>
                  <ns1:gd name="T14" fmla="*/ 68 w 80"/>
                  <ns1:gd name="T15" fmla="*/ 12 h 80"/>
                  <ns1:gd name="T16" fmla="*/ 40 w 80"/>
                  <ns1:gd name="T17" fmla="*/ 0 h 80"/>
                </ns1:gdLst>
                <ns1:ahLst/>
                <ns1:cxnLst>
                  <ns1:cxn ang="0">
                    <ns1:pos x="T0" y="T1"/>
                  </ns1:cxn>
                  <ns1:cxn ang="0">
                    <ns1:pos x="T2" y="T3"/>
                  </ns1:cxn>
                  <ns1:cxn ang="0">
                    <ns1:pos x="T4" y="T5"/>
                  </ns1:cxn>
                  <ns1:cxn ang="0">
                    <ns1:pos x="T6" y="T7"/>
                  </ns1:cxn>
                  <ns1:cxn ang="0">
                    <ns1:pos x="T8" y="T9"/>
                  </ns1:cxn>
                  <ns1:cxn ang="0">
                    <ns1:pos x="T10" y="T11"/>
                  </ns1:cxn>
                  <ns1:cxn ang="0">
                    <ns1:pos x="T12" y="T13"/>
                  </ns1:cxn>
                  <ns1:cxn ang="0">
                    <ns1:pos x="T14" y="T15"/>
                  </ns1:cxn>
                  <ns1:cxn ang="0">
                    <ns1:pos x="T16" y="T17"/>
                  </ns1:cxn>
                </ns1:cxnLst>
                <ns1:rect l="0" t="0" r="r" b="b"/>
                <ns1:pathLst>
                  <ns1:path w="80" h="80">
                    <ns1:moveTo>
                      <ns1:pt x="40" y="0"/>
                    </ns1:moveTo>
                    <ns1:cubicBezTo>
                      <ns1:pt x="29" y="0"/>
                      <ns1:pt x="19" y="4"/>
                      <ns1:pt x="12" y="12"/>
                    </ns1:cubicBezTo>
                    <ns1:cubicBezTo>
                      <ns1:pt x="4" y="19"/>
                      <ns1:pt x="0" y="29"/>
                      <ns1:pt x="0" y="40"/>
                    </ns1:cubicBezTo>
                    <ns1:cubicBezTo>
                      <ns1:pt x="0" y="51"/>
                      <ns1:pt x="4" y="61"/>
                      <ns1:pt x="12" y="68"/>
                    </ns1:cubicBezTo>
                    <ns1:cubicBezTo>
                      <ns1:pt x="19" y="76"/>
                      <ns1:pt x="29" y="80"/>
                      <ns1:pt x="40" y="80"/>
                    </ns1:cubicBezTo>
                    <ns1:cubicBezTo>
                      <ns1:pt x="50" y="80"/>
                      <ns1:pt x="61" y="76"/>
                      <ns1:pt x="68" y="68"/>
                    </ns1:cubicBezTo>
                    <ns1:cubicBezTo>
                      <ns1:pt x="76" y="61"/>
                      <ns1:pt x="80" y="51"/>
                      <ns1:pt x="80" y="40"/>
                    </ns1:cubicBezTo>
                    <ns1:cubicBezTo>
                      <ns1:pt x="80" y="29"/>
                      <ns1:pt x="76" y="19"/>
                      <ns1:pt x="68" y="12"/>
                    </ns1:cubicBezTo>
                    <ns1:cubicBezTo>
                      <ns1:pt x="61" y="4"/>
                      <ns1:pt x="50" y="0"/>
                      <ns1:pt x="40" y="0"/>
                    </ns1:cubicBezTo>
                    <ns1:close/>
                  </ns1:path>
                </ns1:pathLst>
              </ns1:custGeom>
              <ns1:grpFill/>
              <ns1:ln>
                <ns1:noFill/>
              </ns1:ln>
              <ns1:extLst>
                <ns1:ext uri="{91240B29-F687-4F45-9708-019B960494DF}">
                  <ns3:hiddenLine w="9525">
                    <ns1:solidFill>
                      <ns1:srgbClr val="000000"/>
                    </ns1:solidFill>
                    <ns1:round/>
                    <ns1:headEnd/>
                    <ns1:tailEnd/>
                  </ns3:hiddenLine>
                </ns1:ext>
              </ns1:extLst>
            </ns0:spPr>
            <ns0:txBody>
              <ns1:bodyPr vert="horz" wrap="square" lIns="91440" tIns="45720" rIns="91440" bIns="45720" numCol="1" anchor="t" anchorCtr="0" compatLnSpc="1">
                <ns1:prstTxWarp prst="textNoShape">
                  <ns1:avLst/>
                </ns1:prstTxWarp>
              </ns1:bodyPr>
              <ns1:lstStyle/>
              <ns1:p>
                <ns1:endParaRPr lang="en-US"/>
              </ns1:p>
            </ns0:txBody>
          </ns0:sp>
          <ns0:sp>
            <ns0:nvSpPr>
              <ns0:cNvPr id="136" name="Freeform 57">
                <ns1:extLst>
                  <ns1:ext uri="{FF2B5EF4-FFF2-40B4-BE49-F238E27FC236}">
                    <ns2:creationId id="{8E118F55-ED7F-4F01-A0CF-23F9290EAEAA}"/>
                  </ns1:ext>
                </ns1:extLst>
              </ns0:cNvPr>
              <ns0:cNvSpPr>
                <ns1:spLocks/>
              </ns0:cNvSpPr>
              <ns0:nvPr/>
            </ns0:nvSpPr>
            <ns0:spPr bwMode="auto">
              <ns1:xfrm>
                <ns1:off x="2888" y="434"/>
                <ns1:ext cx="477" cy="791"/>
              </ns1:xfrm>
              <ns1:custGeom>
                <ns1:avLst/>
                <ns1:gdLst>
                  <ns1:gd name="T0" fmla="*/ 165 w 226"/>
                  <ns1:gd name="T1" fmla="*/ 8 h 375"/>
                  <ns1:gd name="T2" fmla="*/ 22 w 226"/>
                  <ns1:gd name="T3" fmla="*/ 151 h 375"/>
                  <ns1:gd name="T4" fmla="*/ 46 w 226"/>
                  <ns1:gd name="T5" fmla="*/ 354 h 375"/>
                  <ns1:gd name="T6" fmla="*/ 81 w 226"/>
                  <ns1:gd name="T7" fmla="*/ 375 h 375"/>
                  <ns1:gd name="T8" fmla="*/ 100 w 226"/>
                  <ns1:gd name="T9" fmla="*/ 370 h 375"/>
                  <ns1:gd name="T10" fmla="*/ 116 w 226"/>
                  <ns1:gd name="T11" fmla="*/ 316 h 375"/>
                  <ns1:gd name="T12" fmla="*/ 97 w 226"/>
                  <ns1:gd name="T13" fmla="*/ 178 h 375"/>
                  <ns1:gd name="T14" fmla="*/ 196 w 226"/>
                  <ns1:gd name="T15" fmla="*/ 82 h 375"/>
                  <ns1:gd name="T16" fmla="*/ 218 w 226"/>
                  <ns1:gd name="T17" fmla="*/ 29 h 375"/>
                  <ns1:gd name="T18" fmla="*/ 165 w 226"/>
                  <ns1:gd name="T19" fmla="*/ 8 h 375"/>
                </ns1:gdLst>
                <ns1:ahLst/>
                <ns1:cxnLst>
                  <ns1:cxn ang="0">
                    <ns1:pos x="T0" y="T1"/>
                  </ns1:cxn>
                  <ns1:cxn ang="0">
                    <ns1:pos x="T2" y="T3"/>
                  </ns1:cxn>
                  <ns1:cxn ang="0">
                    <ns1:pos x="T4" y="T5"/>
                  </ns1:cxn>
                  <ns1:cxn ang="0">
                    <ns1:pos x="T6" y="T7"/>
                  </ns1:cxn>
                  <ns1:cxn ang="0">
                    <ns1:pos x="T8" y="T9"/>
                  </ns1:cxn>
                  <ns1:cxn ang="0">
                    <ns1:pos x="T10" y="T11"/>
                  </ns1:cxn>
                  <ns1:cxn ang="0">
                    <ns1:pos x="T12" y="T13"/>
                  </ns1:cxn>
                  <ns1:cxn ang="0">
                    <ns1:pos x="T14" y="T15"/>
                  </ns1:cxn>
                  <ns1:cxn ang="0">
                    <ns1:pos x="T16" y="T17"/>
                  </ns1:cxn>
                  <ns1:cxn ang="0">
                    <ns1:pos x="T18" y="T19"/>
                  </ns1:cxn>
                </ns1:cxnLst>
                <ns1:rect l="0" t="0" r="r" b="b"/>
                <ns1:pathLst>
                  <ns1:path w="226" h="375">
                    <ns1:moveTo>
                      <ns1:pt x="165" y="8"/>
                    </ns1:moveTo>
                    <ns1:cubicBezTo>
                      <ns1:pt x="95" y="39"/>
                      <ns1:pt x="44" y="89"/>
                      <ns1:pt x="22" y="151"/>
                    </ns1:cubicBezTo>
                    <ns1:cubicBezTo>
                      <ns1:pt x="0" y="214"/>
                      <ns1:pt x="8" y="284"/>
                      <ns1:pt x="46" y="354"/>
                    </ns1:cubicBezTo>
                    <ns1:cubicBezTo>
                      <ns1:pt x="53" y="367"/>
                      <ns1:pt x="67" y="375"/>
                      <ns1:pt x="81" y="375"/>
                    </ns1:cubicBezTo>
                    <ns1:cubicBezTo>
                      <ns1:pt x="87" y="375"/>
                      <ns1:pt x="94" y="373"/>
                      <ns1:pt x="100" y="370"/>
                    </ns1:cubicBezTo>
                    <ns1:cubicBezTo>
                      <ns1:pt x="119" y="360"/>
                      <ns1:pt x="127" y="335"/>
                      <ns1:pt x="116" y="316"/>
                    </ns1:cubicBezTo>
                    <ns1:cubicBezTo>
                      <ns1:pt x="89" y="266"/>
                      <ns1:pt x="83" y="219"/>
                      <ns1:pt x="97" y="178"/>
                    </ns1:cubicBezTo>
                    <ns1:cubicBezTo>
                      <ns1:pt x="112" y="137"/>
                      <ns1:pt x="147" y="103"/>
                      <ns1:pt x="196" y="82"/>
                    </ns1:cubicBezTo>
                    <ns1:cubicBezTo>
                      <ns1:pt x="217" y="73"/>
                      <ns1:pt x="226" y="50"/>
                      <ns1:pt x="218" y="29"/>
                    </ns1:cubicBezTo>
                    <ns1:cubicBezTo>
                      <ns1:pt x="209" y="9"/>
                      <ns1:pt x="185" y="0"/>
                      <ns1:pt x="165" y="8"/>
                    </ns1:cubicBezTo>
                    <ns1:close/>
                  </ns1:path>
                </ns1:pathLst>
              </ns1:custGeom>
              <ns1:grpFill/>
              <ns1:ln>
                <ns1:noFill/>
              </ns1:ln>
              <ns1:extLst>
                <ns1:ext uri="{91240B29-F687-4F45-9708-019B960494DF}">
                  <ns3:hiddenLine w="9525">
                    <ns1:solidFill>
                      <ns1:srgbClr val="000000"/>
                    </ns1:solidFill>
                    <ns1:round/>
                    <ns1:headEnd/>
                    <ns1:tailEnd/>
                  </ns3:hiddenLine>
                </ns1:ext>
              </ns1:extLst>
            </ns0:spPr>
            <ns0:txBody>
              <ns1:bodyPr vert="horz" wrap="square" lIns="91440" tIns="45720" rIns="91440" bIns="45720" numCol="1" anchor="t" anchorCtr="0" compatLnSpc="1">
                <ns1:prstTxWarp prst="textNoShape">
                  <ns1:avLst/>
                </ns1:prstTxWarp>
              </ns1:bodyPr>
              <ns1:lstStyle/>
              <ns1:p>
                <ns1:endParaRPr lang="en-US"/>
              </ns1:p>
            </ns0:txBody>
          </ns0:sp>
          <ns0:sp>
            <ns0:nvSpPr>
              <ns0:cNvPr id="137" name="Freeform 58">
                <ns1:extLst>
                  <ns1:ext uri="{FF2B5EF4-FFF2-40B4-BE49-F238E27FC236}">
                    <ns2:creationId id="{C8177DC7-4FCA-4D9F-9FD6-20C12C9F0EA6}"/>
                  </ns1:ext>
                </ns1:extLst>
              </ns0:cNvPr>
              <ns0:cNvSpPr>
                <ns1:spLocks/>
              </ns0:cNvSpPr>
              <ns0:nvPr/>
            </ns0:nvSpPr>
            <ns0:spPr bwMode="auto">
              <ns1:xfrm>
                <ns1:off x="3464" y="390"/>
                <ns1:ext cx="173" cy="169"/>
              </ns1:xfrm>
              <ns1:custGeom>
                <ns1:avLst/>
                <ns1:gdLst>
                  <ns1:gd name="T0" fmla="*/ 42 w 82"/>
                  <ns1:gd name="T1" fmla="*/ 0 h 80"/>
                  <ns1:gd name="T2" fmla="*/ 40 w 82"/>
                  <ns1:gd name="T3" fmla="*/ 0 h 80"/>
                  <ns1:gd name="T4" fmla="*/ 0 w 82"/>
                  <ns1:gd name="T5" fmla="*/ 40 h 80"/>
                  <ns1:gd name="T6" fmla="*/ 40 w 82"/>
                  <ns1:gd name="T7" fmla="*/ 80 h 80"/>
                  <ns1:gd name="T8" fmla="*/ 40 w 82"/>
                  <ns1:gd name="T9" fmla="*/ 80 h 80"/>
                  <ns1:gd name="T10" fmla="*/ 42 w 82"/>
                  <ns1:gd name="T11" fmla="*/ 80 h 80"/>
                  <ns1:gd name="T12" fmla="*/ 82 w 82"/>
                  <ns1:gd name="T13" fmla="*/ 40 h 80"/>
                  <ns1:gd name="T14" fmla="*/ 42 w 82"/>
                  <ns1:gd name="T15" fmla="*/ 0 h 80"/>
                </ns1:gdLst>
                <ns1:ahLst/>
                <ns1:cxnLst>
                  <ns1:cxn ang="0">
                    <ns1:pos x="T0" y="T1"/>
                  </ns1:cxn>
                  <ns1:cxn ang="0">
                    <ns1:pos x="T2" y="T3"/>
                  </ns1:cxn>
                  <ns1:cxn ang="0">
                    <ns1:pos x="T4" y="T5"/>
                  </ns1:cxn>
                  <ns1:cxn ang="0">
                    <ns1:pos x="T6" y="T7"/>
                  </ns1:cxn>
                  <ns1:cxn ang="0">
                    <ns1:pos x="T8" y="T9"/>
                  </ns1:cxn>
                  <ns1:cxn ang="0">
                    <ns1:pos x="T10" y="T11"/>
                  </ns1:cxn>
                  <ns1:cxn ang="0">
                    <ns1:pos x="T12" y="T13"/>
                  </ns1:cxn>
                  <ns1:cxn ang="0">
                    <ns1:pos x="T14" y="T15"/>
                  </ns1:cxn>
                </ns1:cxnLst>
                <ns1:rect l="0" t="0" r="r" b="b"/>
                <ns1:pathLst>
                  <ns1:path w="82" h="80">
                    <ns1:moveTo>
                      <ns1:pt x="42" y="0"/>
                    </ns1:moveTo>
                    <ns1:cubicBezTo>
                      <ns1:pt x="40" y="0"/>
                      <ns1:pt x="40" y="0"/>
                      <ns1:pt x="40" y="0"/>
                    </ns1:cubicBezTo>
                    <ns1:cubicBezTo>
                      <ns1:pt x="18" y="0"/>
                      <ns1:pt x="0" y="18"/>
                      <ns1:pt x="0" y="40"/>
                    </ns1:cubicBezTo>
                    <ns1:cubicBezTo>
                      <ns1:pt x="0" y="62"/>
                      <ns1:pt x="18" y="80"/>
                      <ns1:pt x="40" y="80"/>
                    </ns1:cubicBezTo>
                    <ns1:cubicBezTo>
                      <ns1:pt x="40" y="80"/>
                      <ns1:pt x="40" y="80"/>
                      <ns1:pt x="40" y="80"/>
                    </ns1:cubicBezTo>
                    <ns1:cubicBezTo>
                      <ns1:pt x="42" y="80"/>
                      <ns1:pt x="42" y="80"/>
                      <ns1:pt x="42" y="80"/>
                    </ns1:cubicBezTo>
                    <ns1:cubicBezTo>
                      <ns1:pt x="64" y="80"/>
                      <ns1:pt x="82" y="62"/>
                      <ns1:pt x="82" y="40"/>
                    </ns1:cubicBezTo>
                    <ns1:cubicBezTo>
                      <ns1:pt x="82" y="18"/>
                      <ns1:pt x="64" y="0"/>
                      <ns1:pt x="42" y="0"/>
                    </ns1:cubicBezTo>
                    <ns1:close/>
                  </ns1:path>
                </ns1:pathLst>
              </ns1:custGeom>
              <ns1:grpFill/>
              <ns1:ln>
                <ns1:noFill/>
              </ns1:ln>
              <ns1:extLst>
                <ns1:ext uri="{91240B29-F687-4F45-9708-019B960494DF}">
                  <ns3:hiddenLine w="9525">
                    <ns1:solidFill>
                      <ns1:srgbClr val="000000"/>
                    </ns1:solidFill>
                    <ns1:round/>
                    <ns1:headEnd/>
                    <ns1:tailEnd/>
                  </ns3:hiddenLine>
                </ns1:ext>
              </ns1:extLst>
            </ns0:spPr>
            <ns0:txBody>
              <ns1:bodyPr vert="horz" wrap="square" lIns="91440" tIns="45720" rIns="91440" bIns="45720" numCol="1" anchor="t" anchorCtr="0" compatLnSpc="1">
                <ns1:prstTxWarp prst="textNoShape">
                  <ns1:avLst/>
                </ns1:prstTxWarp>
              </ns1:bodyPr>
              <ns1:lstStyle/>
              <ns1:p>
                <ns1:endParaRPr lang="en-US"/>
              </ns1:p>
            </ns0:txBody>
          </ns0:sp>
        </ns0:grpSp>
      </ns0:grpSp>
    </ns0:spTree>
    <ns0:extLst>
      <ns0:ext uri="{BB962C8B-B14F-4D97-AF65-F5344CB8AC3E}">
        <ns4:creationId val="3594838279"/>
      </ns0:ext>
    </ns0:extLst>
  </ns0:cSld>
  <ns0:clrMapOvr>
    <ns1:masterClrMapping/>
  </ns0:clrMapOvr>
</ns0:sld>
</file>

<file path=ppt/slides/slide23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microsoft.com/office/powerpoint/2010/main">
  <ns0:cSld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Slide Number Placeholder 1">
            <ns1:extLst>
              <ns1:ext uri="{FF2B5EF4-FFF2-40B4-BE49-F238E27FC236}">
                <ns2:creationId id="{F6EDBF86-32BA-45B8-A0F6-38F47E2EF856}"/>
              </ns1:ext>
            </ns1:extLst>
          </ns0:cNvPr>
          <ns0:cNvSpPr>
            <ns1:spLocks noGrp="1"/>
          </ns0:cNvSpPr>
          <ns0:nvPr>
            <ns0:ph type="sldNum" sz="quarter" idx="4"/>
          </ns0:nvPr>
        </ns0:nvSpPr>
        <ns0:spPr/>
        <ns0:txBody>
          <ns1:bodyPr/>
          <ns1:lstStyle/>
          <ns1:p>
            <ns1:fld id="{BC64674B-0CCF-4531-A68C-815F17BC8CC8}" type="slidenum">
              <ns1:rPr lang="en-US" smtClean="0"/>
              <ns1:pPr/>
              <ns1:t>{SlideStatistic}</ns1:t>
            </ns1:fld>
            <ns1:endParaRPr lang="en-US"/>
          </ns1:p>
        </ns0:txBody>
      </ns0:sp>
      <ns0:grpSp>
        <ns0:nvGrpSpPr>
          <ns0:cNvPr id="42" name="Group 41">
            <ns1:extLst>
              <ns1:ext uri="{FF2B5EF4-FFF2-40B4-BE49-F238E27FC236}">
                <ns2:creationId id="{A1620BF9-D887-4B3C-B6A9-981824137709}"/>
              </ns1:ext>
            </ns1:extLst>
          </ns0:cNvPr>
          <ns0:cNvGrpSpPr/>
          <ns0:nvPr/>
        </ns0:nvGrpSpPr>
        <ns0:grpSpPr>
          <ns1:xfrm>
            <ns1:off x="4687587" y="1388810"/>
            <ns1:ext cx="2816827" cy="4566240"/>
            <ns1:chOff x="4687587" y="1417838"/>
            <ns1:chExt cx="2816827" cy="4566240"/>
          </ns1:xfrm>
        </ns0:grpSpPr>
        <ns0:sp>
          <ns0:nvSpPr>
            <ns0:cNvPr id="4" name="Rectangle 3">
              <ns1:extLst>
                <ns1:ext uri="{FF2B5EF4-FFF2-40B4-BE49-F238E27FC236}">
                  <ns2:creationId id="{3388FA4E-5FB1-49F7-84EE-BDC46FACD6E4}"/>
                </ns1:ext>
              </ns1:extLst>
            </ns0:cNvPr>
            <ns0:cNvSpPr/>
            <ns0:nvPr/>
          </ns0:nvSpPr>
          <ns0:spPr>
            <ns1:xfrm>
              <ns1:off x="4687587" y="1417838"/>
              <ns1:ext cx="2816826" cy="4566240"/>
            </ns1:xfrm>
            <ns1:prstGeom prst="rect">
              <ns1:avLst/>
            </ns1:prstGeom>
            <ns1:solidFill>
              <ns1:schemeClr val="bg1">
                <ns1:lumMod val="95000"/>
              </ns1:schemeClr>
            </ns1:solidFill>
            <ns1:ln>
              <ns1:noFill/>
            </ns1:ln>
          </ns0:spPr>
          <ns0:style>
            <ns1:lnRef idx="2">
              <ns1:schemeClr val="accent1">
                <ns1:shade val="50000"/>
              </ns1:schemeClr>
            </ns1:lnRef>
            <ns1:fillRef idx="1">
              <ns1:schemeClr val="accent1"/>
            </ns1:fillRef>
            <ns1:effectRef idx="0">
              <ns1:schemeClr val="accent1"/>
            </ns1:effectRef>
            <ns1:fontRef idx="minor">
              <ns1:schemeClr val="lt1"/>
            </ns1:fontRef>
          </ns0:style>
          <ns0:txBody>
            <ns1:bodyPr rtlCol="0" anchor="ctr"/>
            <ns1:lstStyle/>
            <ns1:p>
              <ns1:pPr algn="ctr"/>
              <ns1:endParaRPr lang="en-US">
                <ns1:latin typeface="Lato" panose="020F0502020204030203" pitchFamily="34" charset="0"/>
                <ns1:ea typeface="Lato" panose="020F0502020204030203" pitchFamily="34" charset="0"/>
                <ns1:cs typeface="Lato" panose="020F0502020204030203" pitchFamily="34" charset="0"/>
              </ns1:endParaRPr>
            </ns1:p>
          </ns0:txBody>
        </ns0:sp>
        <ns0:sp>
          <ns0:nvSpPr>
            <ns0:cNvPr id="5" name="Freeform: Shape 4">
              <ns1:extLst>
                <ns1:ext uri="{FF2B5EF4-FFF2-40B4-BE49-F238E27FC236}">
                  <ns2:creationId id="{28A5666F-34E7-4335-87F3-4DD75B8DB65E}"/>
                </ns1:ext>
              </ns1:extLst>
            </ns0:cNvPr>
            <ns0:cNvSpPr/>
            <ns0:nvPr/>
          </ns0:nvSpPr>
          <ns0:spPr>
            <ns1:xfrm rot="16200000">
              <ns1:off x="5434290" y="671136"/>
              <ns1:ext cx="1323421" cy="2816827"/>
            </ns1:xfrm>
            <ns1:custGeom>
              <ns1:avLst/>
              <ns1:gdLst>
                <ns1:gd name="connsiteX0" fmla="*/ 1323420 w 1323420"/>
                <ns1:gd name="connsiteY0" fmla="*/ 1 h 2816827"/>
                <ns1:gd name="connsiteX1" fmla="*/ 1323420 w 1323420"/>
                <ns1:gd name="connsiteY1" fmla="*/ 2816827 h 2816827"/>
                <ns1:gd name="connsiteX2" fmla="*/ 291034 w 1323420"/>
                <ns1:gd name="connsiteY2" fmla="*/ 2816827 h 2816827"/>
                <ns1:gd name="connsiteX3" fmla="*/ 291034 w 1323420"/>
                <ns1:gd name="connsiteY3" fmla="*/ 1990480 h 2816827"/>
                <ns1:gd name="connsiteX4" fmla="*/ 0 w 1323420"/>
                <ns1:gd name="connsiteY4" fmla="*/ 1408414 h 2816827"/>
                <ns1:gd name="connsiteX5" fmla="*/ 291034 w 1323420"/>
                <ns1:gd name="connsiteY5" fmla="*/ 826347 h 2816827"/>
                <ns1:gd name="connsiteX6" fmla="*/ 291034 w 1323420"/>
                <ns1:gd name="connsiteY6" fmla="*/ 0 h 2816827"/>
              </ns1:gdLst>
              <ns1:ahLst/>
              <ns1:cxnLst>
                <ns1:cxn ang="0">
                  <ns1:pos x="connsiteX0" y="connsiteY0"/>
                </ns1:cxn>
                <ns1:cxn ang="0">
                  <ns1:pos x="connsiteX1" y="connsiteY1"/>
                </ns1:cxn>
                <ns1:cxn ang="0">
                  <ns1:pos x="connsiteX2" y="connsiteY2"/>
                </ns1:cxn>
                <ns1:cxn ang="0">
                  <ns1:pos x="connsiteX3" y="connsiteY3"/>
                </ns1:cxn>
                <ns1:cxn ang="0">
                  <ns1:pos x="connsiteX4" y="connsiteY4"/>
                </ns1:cxn>
                <ns1:cxn ang="0">
                  <ns1:pos x="connsiteX5" y="connsiteY5"/>
                </ns1:cxn>
                <ns1:cxn ang="0">
                  <ns1:pos x="connsiteX6" y="connsiteY6"/>
                </ns1:cxn>
              </ns1:cxnLst>
              <ns1:rect l="l" t="t" r="r" b="b"/>
              <ns1:pathLst>
                <ns1:path w="1323420" h="2816827">
                  <ns1:moveTo>
                    <ns1:pt x="1323420" y="1"/>
                  </ns1:moveTo>
                  <ns1:lnTo>
                    <ns1:pt x="1323420" y="2816827"/>
                  </ns1:lnTo>
                  <ns1:lnTo>
                    <ns1:pt x="291034" y="2816827"/>
                  </ns1:lnTo>
                  <ns1:lnTo>
                    <ns1:pt x="291034" y="1990480"/>
                  </ns1:lnTo>
                  <ns1:lnTo>
                    <ns1:pt x="0" y="1408414"/>
                  </ns1:lnTo>
                  <ns1:lnTo>
                    <ns1:pt x="291034" y="826347"/>
                  </ns1:lnTo>
                  <ns1:lnTo>
                    <ns1:pt x="291034" y="0"/>
                  </ns1:lnTo>
                  <ns1:close/>
                </ns1:path>
              </ns1:pathLst>
            </ns1:custGeom>
            <ns1:solidFill>
              <ns1:srgbClr val="F07D66"/>
            </ns1:solidFill>
            <ns1:ln>
              <ns1:noFill/>
            </ns1:ln>
          </ns0:spPr>
          <ns0:style>
            <ns1:lnRef idx="2">
              <ns1:schemeClr val="accent1">
                <ns1:shade val="50000"/>
              </ns1:schemeClr>
            </ns1:lnRef>
            <ns1:fillRef idx="1">
              <ns1:schemeClr val="accent1"/>
            </ns1:fillRef>
            <ns1:effectRef idx="0">
              <ns1:schemeClr val="accent1"/>
            </ns1:effectRef>
            <ns1:fontRef idx="minor">
              <ns1:schemeClr val="lt1"/>
            </ns1:fontRef>
          </ns0:style>
          <ns0:txBody>
            <ns1:bodyPr rtlCol="0" anchor="ctr"/>
            <ns1:lstStyle/>
            <ns1:p>
              <ns1:pPr algn="ctr"/>
              <ns1:endParaRPr lang="en-US"/>
            </ns1:p>
          </ns0:txBody>
        </ns0:sp>
        <ns0:sp>
          <ns0:nvSpPr>
            <ns0:cNvPr id="6" name="TextBox 5">
              <ns1:extLst>
                <ns1:ext uri="{FF2B5EF4-FFF2-40B4-BE49-F238E27FC236}">
                  <ns2:creationId id="{469E26EC-F6F5-4463-9F6E-1FF218E5B4F7}"/>
                </ns1:ext>
              </ns1:extLst>
            </ns0:cNvPr>
            <ns0:cNvSpPr txBox="1"/>
            <ns0:nvPr/>
          </ns0:nvSpPr>
          <ns0:spPr>
            <ns1:xfrm>
              <ns1:off x="5477831" y="1677459"/>
              <ns1:ext cx="1236338" cy="584775"/>
            </ns1:xfrm>
            <ns1:prstGeom prst="rect">
              <ns1:avLst/>
            </ns1:prstGeom>
            <ns1:noFill/>
          </ns0:spPr>
          <ns0:txBody>
            <ns1:bodyPr wrap="square" rtlCol="0">
              <ns1:spAutoFit/>
            </ns1:bodyPr>
            <ns1:lstStyle/>
            <ns1:p>
              <ns1:pPr algn="ctr"/>
              <ns1:r>
                <ns1:rPr lang="en-US" sz="3200" b="1" baseline="30000" dirty="0">
                  <ns1:solidFill>
                    <ns1:schemeClr val="bg1"/>
                  </ns1:solidFill>
                  <ns1:latin typeface="Lato" panose="020F0502020204030203" pitchFamily="34" charset="0"/>
                  <ns1:ea typeface="Lato" panose="020F0502020204030203" pitchFamily="34" charset="0"/>
                  <ns1:cs typeface="Lato" panose="020F0502020204030203" pitchFamily="34" charset="0"/>
                </ns1:rPr>
                <ns1:t>{SlideStatistic}</ns1:t>
              </ns1:r>
              <ns1:r>
                <ns1:rPr lang="en-US" sz="3200" b="1" dirty="0">
                  <ns1:solidFill>
                    <ns1:schemeClr val="bg1"/>
                  </ns1:solidFill>
                  <ns1:latin typeface="Lato" panose="020F0502020204030203" pitchFamily="34" charset="0"/>
                  <ns1:ea typeface="Lato" panose="020F0502020204030203" pitchFamily="34" charset="0"/>
                  <ns1:cs typeface="Lato" panose="020F0502020204030203" pitchFamily="34" charset="0"/>
                </ns1:rPr>
                <ns1:t/>
              </ns1:r>
            </ns1:p>
          </ns0:txBody>
        </ns0:sp>
        <ns0:grpSp>
          <ns0:nvGrpSpPr>
            <ns0:cNvPr id="7" name="Group 6">
              <ns1:extLst>
                <ns1:ext uri="{FF2B5EF4-FFF2-40B4-BE49-F238E27FC236}">
                  <ns2:creationId id="{475AC611-A270-4AE1-B968-D2F0C9CAB726}"/>
                </ns1:ext>
              </ns1:extLst>
            </ns0:cNvPr>
            <ns0:cNvGrpSpPr/>
            <ns0:nvPr/>
          </ns0:nvGrpSpPr>
          <ns0:grpSpPr>
            <ns1:xfrm>
              <ns1:off x="5339222" y="3095341"/>
              <ns1:ext cx="1513556" cy="2010523"/>
              <ns1:chOff x="6289421" y="3337970"/>
              <ns1:chExt cx="1513556" cy="2010523"/>
            </ns1:xfrm>
          </ns0:grpSpPr>
          <ns0:sp>
            <ns0:nvSpPr>
              <ns0:cNvPr id="10" name="TextBox 9">
                <ns1:extLst>
                  <ns1:ext uri="{FF2B5EF4-FFF2-40B4-BE49-F238E27FC236}">
                    <ns2:creationId id="{090867B5-40DF-4012-8352-68076C0CA1ED}"/>
                  </ns1:ext>
                </ns1:extLst>
              </ns0:cNvPr>
              <ns0:cNvSpPr txBox="1"/>
              <ns0:nvPr/>
            </ns0:nvSpPr>
            <ns0:spPr>
              <ns1:xfrm>
                <ns1:off x="6395222" y="3337970"/>
                <ns1:ext cx="1301959" cy="292388"/>
              </ns1:xfrm>
              <ns1:prstGeom prst="rect">
                <ns1:avLst/>
              </ns1:prstGeom>
              <ns1:noFill/>
            </ns0:spPr>
            <ns0:txBody>
              <ns1:bodyPr wrap="none" rtlCol="0">
                <ns1:spAutoFit/>
              </ns1:bodyPr>
              <ns1:lstStyle>
                <ns1:defPPr>
                  <ns1:defRPr lang="en-US"/>
                </ns1:defPPr>
                <ns1:lvl1pPr algn="ctr">
                  <ns1:defRPr sz="1200"/>
                </ns1:lvl1pPr>
              </ns1:lstStyle>
              <ns1:p>
                <ns1:pPr marL="171450" indent="-171450">
                  <ns1:buFont typeface="Wingdings" panose="05000000000000000000" pitchFamily="2" charset="2"/>
                  <ns1:buChar char="ü"/>
                </ns1:pPr>
                <ns1:r>
                  <ns1:rPr lang="en-US" sz="1300">
                    <ns1:solidFill>
                      <ns1:schemeClr val="tx1">
                        <ns1:lumMod val="85000"/>
                        <ns1:lumOff val="15000"/>
                      </ns1:schemeClr>
                    </ns1:solidFill>
                    <ns1:latin typeface="Lato" panose="020F0502020204030203" pitchFamily="34" charset="0"/>
                    <ns1:ea typeface="Lato" panose="020F0502020204030203" pitchFamily="34" charset="0"/>
                    <ns1:cs typeface="Lato" panose="020F0502020204030203" pitchFamily="34" charset="0"/>
                  </ns1:rPr>
                  <ns1:t>{SlideCallout}</ns1:t>
                </ns1:r>
                <ns1:endParaRPr lang="en-US" sz="1300" dirty="0">
                  <ns1:solidFill>
                    <ns1:schemeClr val="tx1">
                      <ns1:lumMod val="85000"/>
                      <ns1:lumOff val="15000"/>
                    </ns1:schemeClr>
                  </ns1:solidFill>
                  <ns1:latin typeface="Lato" panose="020F0502020204030203" pitchFamily="34" charset="0"/>
                  <ns1:ea typeface="Lato" panose="020F0502020204030203" pitchFamily="34" charset="0"/>
                  <ns1:cs typeface="Lato" panose="020F0502020204030203" pitchFamily="34" charset="0"/>
                </ns1:endParaRPr>
              </ns1:p>
            </ns0:txBody>
          </ns0:sp>
          <ns0:sp>
            <ns0:nvSpPr>
              <ns0:cNvPr id="11" name="TextBox 10">
                <ns1:extLst>
                  <ns1:ext uri="{FF2B5EF4-FFF2-40B4-BE49-F238E27FC236}">
                    <ns2:creationId id="{6CB12530-C0D3-4BAB-8BB8-DAD32232C900}"/>
                  </ns1:ext>
                </ns1:extLst>
              </ns0:cNvPr>
              <ns0:cNvSpPr txBox="1"/>
              <ns0:nvPr/>
            </ns0:nvSpPr>
            <ns0:spPr>
              <ns1:xfrm>
                <ns1:off x="6289421" y="3767504"/>
                <ns1:ext cx="1513556" cy="292388"/>
              </ns1:xfrm>
              <ns1:prstGeom prst="rect">
                <ns1:avLst/>
              </ns1:prstGeom>
              <ns1:noFill/>
            </ns0:spPr>
            <ns0:txBody>
              <ns1:bodyPr wrap="none" rtlCol="0">
                <ns1:spAutoFit/>
              </ns1:bodyPr>
              <ns1:lstStyle>
                <ns1:defPPr>
                  <ns1:defRPr lang="en-US"/>
                </ns1:defPPr>
                <ns1:lvl1pPr algn="ctr">
                  <ns1:defRPr sz="1200"/>
                </ns1:lvl1pPr>
              </ns1:lstStyle>
              <ns1:p>
                <ns1:pPr marL="171450" indent="-171450">
                  <ns1:buFont typeface="Wingdings" panose="05000000000000000000" pitchFamily="2" charset="2"/>
                  <ns1:buChar char="ü"/>
                </ns1:pPr>
                <ns1:r>
                  <ns1:rPr lang="en-US" sz="1300">
                    <ns1:solidFill>
                      <ns1:schemeClr val="tx1">
                        <ns1:lumMod val="85000"/>
                        <ns1:lumOff val="15000"/>
                      </ns1:schemeClr>
                    </ns1:solidFill>
                    <ns1:latin typeface="Lato" panose="020F0502020204030203" pitchFamily="34" charset="0"/>
                    <ns1:ea typeface="Lato" panose="020F0502020204030203" pitchFamily="34" charset="0"/>
                    <ns1:cs typeface="Lato" panose="020F0502020204030203" pitchFamily="34" charset="0"/>
                  </ns1:rPr>
                  <ns1:t>{SlideCaption}</ns1:t>
                </ns1:r>
                <ns1:endParaRPr lang="en-US" sz="1300" dirty="0">
                  <ns1:solidFill>
                    <ns1:schemeClr val="tx1">
                      <ns1:lumMod val="85000"/>
                      <ns1:lumOff val="15000"/>
                    </ns1:schemeClr>
                  </ns1:solidFill>
                  <ns1:latin typeface="Lato" panose="020F0502020204030203" pitchFamily="34" charset="0"/>
                  <ns1:ea typeface="Lato" panose="020F0502020204030203" pitchFamily="34" charset="0"/>
                  <ns1:cs typeface="Lato" panose="020F0502020204030203" pitchFamily="34" charset="0"/>
                </ns1:endParaRPr>
              </ns1:p>
            </ns0:txBody>
          </ns0:sp>
          <ns0:sp>
            <ns0:nvSpPr>
              <ns0:cNvPr id="12" name="TextBox 11">
                <ns1:extLst>
                  <ns1:ext uri="{FF2B5EF4-FFF2-40B4-BE49-F238E27FC236}">
                    <ns2:creationId id="{0EFDEFF7-0981-465D-BBD8-F70A54C8DA30}"/>
                  </ns1:ext>
                </ns1:extLst>
              </ns0:cNvPr>
              <ns0:cNvSpPr txBox="1"/>
              <ns0:nvPr/>
            </ns0:nvSpPr>
            <ns0:spPr>
              <ns1:xfrm>
                <ns1:off x="6366365" y="4197037"/>
                <ns1:ext cx="1359668" cy="292388"/>
              </ns1:xfrm>
              <ns1:prstGeom prst="rect">
                <ns1:avLst/>
              </ns1:prstGeom>
              <ns1:noFill/>
            </ns0:spPr>
            <ns0:txBody>
              <ns1:bodyPr wrap="none" rtlCol="0">
                <ns1:spAutoFit/>
              </ns1:bodyPr>
              <ns1:lstStyle>
                <ns1:defPPr>
                  <ns1:defRPr lang="en-US"/>
                </ns1:defPPr>
                <ns1:lvl1pPr algn="ctr">
                  <ns1:defRPr sz="1200"/>
                </ns1:lvl1pPr>
              </ns1:lstStyle>
              <ns1:p>
                <ns1:pPr marL="171450" indent="-171450">
                  <ns1:buFont typeface="Wingdings" panose="05000000000000000000" pitchFamily="2" charset="2"/>
                  <ns1:buChar char="ü"/>
                </ns1:pPr>
                <ns1:r>
                  <ns1:rPr lang="en-US" sz="1300">
                    <ns1:solidFill>
                      <ns1:schemeClr val="tx1">
                        <ns1:lumMod val="85000"/>
                        <ns1:lumOff val="15000"/>
                      </ns1:schemeClr>
                    </ns1:solidFill>
                    <ns1:latin typeface="Lato" panose="020F0502020204030203" pitchFamily="34" charset="0"/>
                    <ns1:ea typeface="Lato" panose="020F0502020204030203" pitchFamily="34" charset="0"/>
                    <ns1:cs typeface="Lato" panose="020F0502020204030203" pitchFamily="34" charset="0"/>
                  </ns1:rPr>
                  <ns1:t>{SlideSupportingContent}</ns1:t>
                </ns1:r>
                <ns1:endParaRPr lang="en-US" sz="1300" dirty="0">
                  <ns1:solidFill>
                    <ns1:schemeClr val="tx1">
                      <ns1:lumMod val="85000"/>
                      <ns1:lumOff val="15000"/>
                    </ns1:schemeClr>
                  </ns1:solidFill>
                  <ns1:latin typeface="Lato" panose="020F0502020204030203" pitchFamily="34" charset="0"/>
                  <ns1:ea typeface="Lato" panose="020F0502020204030203" pitchFamily="34" charset="0"/>
                  <ns1:cs typeface="Lato" panose="020F0502020204030203" pitchFamily="34" charset="0"/>
                </ns1:endParaRPr>
              </ns1:p>
            </ns0:txBody>
          </ns0:sp>
          <ns0:sp>
            <ns0:nvSpPr>
              <ns0:cNvPr id="13" name="TextBox 12">
                <ns1:extLst>
                  <ns1:ext uri="{FF2B5EF4-FFF2-40B4-BE49-F238E27FC236}">
                    <ns2:creationId id="{E0BBEE52-AF4A-4708-B4E6-2A4FD1511356}"/>
                  </ns1:ext>
                </ns1:extLst>
              </ns0:cNvPr>
              <ns0:cNvSpPr txBox="1"/>
              <ns0:nvPr/>
            </ns0:nvSpPr>
            <ns0:spPr>
              <ns1:xfrm>
                <ns1:off x="6357550" y="4626570"/>
                <ns1:ext cx="1377301" cy="292388"/>
              </ns1:xfrm>
              <ns1:prstGeom prst="rect">
                <ns1:avLst/>
              </ns1:prstGeom>
              <ns1:noFill/>
            </ns0:spPr>
            <ns0:txBody>
              <ns1:bodyPr wrap="none" rtlCol="0">
                <ns1:spAutoFit/>
              </ns1:bodyPr>
              <ns1:lstStyle>
                <ns1:defPPr>
                  <ns1:defRPr lang="en-US"/>
                </ns1:defPPr>
                <ns1:lvl1pPr algn="ctr">
                  <ns1:defRPr sz="1200"/>
                </ns1:lvl1pPr>
              </ns1:lstStyle>
              <ns1:p>
                <ns1:pPr marL="171450" indent="-171450">
                  <ns1:buFont typeface="Wingdings" panose="05000000000000000000" pitchFamily="2" charset="2"/>
                  <ns1:buChar char="ü"/>
                </ns1:pPr>
                <ns1:r>
                  <ns1:rPr lang="en-US" sz="1300">
                    <ns1:solidFill>
                      <ns1:schemeClr val="tx1">
                        <ns1:lumMod val="85000"/>
                        <ns1:lumOff val="15000"/>
                      </ns1:schemeClr>
                    </ns1:solidFill>
                    <ns1:latin typeface="Lato" panose="020F0502020204030203" pitchFamily="34" charset="0"/>
                    <ns1:ea typeface="Lato" panose="020F0502020204030203" pitchFamily="34" charset="0"/>
                    <ns1:cs typeface="Lato" panose="020F0502020204030203" pitchFamily="34" charset="0"/>
                  </ns1:rPr>
                  <ns1:t>{SlideSupportingContent2}</ns1:t>
                </ns1:r>
                <ns1:endParaRPr lang="en-US" sz="1300" dirty="0">
                  <ns1:solidFill>
                    <ns1:schemeClr val="tx1">
                      <ns1:lumMod val="85000"/>
                      <ns1:lumOff val="15000"/>
                    </ns1:schemeClr>
                  </ns1:solidFill>
                  <ns1:latin typeface="Lato" panose="020F0502020204030203" pitchFamily="34" charset="0"/>
                  <ns1:ea typeface="Lato" panose="020F0502020204030203" pitchFamily="34" charset="0"/>
                  <ns1:cs typeface="Lato" panose="020F0502020204030203" pitchFamily="34" charset="0"/>
                </ns1:endParaRPr>
              </ns1:p>
            </ns0:txBody>
          </ns0:sp>
          <ns0:sp>
            <ns0:nvSpPr>
              <ns0:cNvPr id="14" name="TextBox 13">
                <ns1:extLst>
                  <ns1:ext uri="{FF2B5EF4-FFF2-40B4-BE49-F238E27FC236}">
                    <ns2:creationId id="{E40E90CD-723A-45F5-83F0-B35F889ED72D}"/>
                  </ns1:ext>
                </ns1:extLst>
              </ns0:cNvPr>
              <ns0:cNvSpPr txBox="1"/>
              <ns0:nvPr/>
            </ns0:nvSpPr>
            <ns0:spPr>
              <ns1:xfrm>
                <ns1:off x="6386402" y="5056105"/>
                <ns1:ext cx="1319593" cy="292388"/>
              </ns1:xfrm>
              <ns1:prstGeom prst="rect">
                <ns1:avLst/>
              </ns1:prstGeom>
              <ns1:noFill/>
            </ns0:spPr>
            <ns0:txBody>
              <ns1:bodyPr wrap="none" rtlCol="0">
                <ns1:spAutoFit/>
              </ns1:bodyPr>
              <ns1:lstStyle>
                <ns1:defPPr>
                  <ns1:defRPr lang="en-US"/>
                </ns1:defPPr>
                <ns1:lvl1pPr algn="ctr">
                  <ns1:defRPr sz="1200"/>
                </ns1:lvl1pPr>
              </ns1:lstStyle>
              <ns1:p>
                <ns1:pPr marL="171450" indent="-171450">
                  <ns1:buFont typeface="Wingdings" panose="05000000000000000000" pitchFamily="2" charset="2"/>
                  <ns1:buChar char="ü"/>
                </ns1:pPr>
                <ns1:r>
                  <ns1:rPr lang="en-US" sz="1300">
                    <ns1:solidFill>
                      <ns1:schemeClr val="tx1">
                        <ns1:lumMod val="85000"/>
                        <ns1:lumOff val="15000"/>
                      </ns1:schemeClr>
                    </ns1:solidFill>
                    <ns1:latin typeface="Lato" panose="020F0502020204030203" pitchFamily="34" charset="0"/>
                    <ns1:ea typeface="Lato" panose="020F0502020204030203" pitchFamily="34" charset="0"/>
                    <ns1:cs typeface="Lato" panose="020F0502020204030203" pitchFamily="34" charset="0"/>
                  </ns1:rPr>
                  <ns1:t>{SlideSupportingContent3}</ns1:t>
                </ns1:r>
                <ns1:endParaRPr lang="en-US" sz="1300" dirty="0">
                  <ns1:solidFill>
                    <ns1:schemeClr val="tx1">
                      <ns1:lumMod val="85000"/>
                      <ns1:lumOff val="15000"/>
                    </ns1:schemeClr>
                  </ns1:solidFill>
                  <ns1:latin typeface="Lato" panose="020F0502020204030203" pitchFamily="34" charset="0"/>
                  <ns1:ea typeface="Lato" panose="020F0502020204030203" pitchFamily="34" charset="0"/>
                  <ns1:cs typeface="Lato" panose="020F0502020204030203" pitchFamily="34" charset="0"/>
                </ns1:endParaRPr>
              </ns1:p>
            </ns0:txBody>
          </ns0:sp>
        </ns0:grpSp>
        <ns0:sp>
          <ns0:nvSpPr>
            <ns0:cNvPr id="8" name="Rectangle 7">
              <ns1:extLst>
                <ns1:ext uri="{FF2B5EF4-FFF2-40B4-BE49-F238E27FC236}">
                  <ns2:creationId id="{D275176C-0471-44E9-BBF3-4F3DFDD00BF4}"/>
                </ns1:ext>
              </ns1:extLst>
            </ns0:cNvPr>
            <ns0:cNvSpPr/>
            <ns0:nvPr/>
          </ns0:nvSpPr>
          <ns0:spPr>
            <ns1:xfrm>
              <ns1:off x="4687587" y="5541712"/>
              <ns1:ext cx="2816826" cy="442366"/>
            </ns1:xfrm>
            <ns1:prstGeom prst="rect">
              <ns1:avLst/>
            </ns1:prstGeom>
            <ns1:solidFill>
              <ns1:srgbClr val="F07D66"/>
            </ns1:solidFill>
            <ns1:ln>
              <ns1:noFill/>
            </ns1:ln>
          </ns0:spPr>
          <ns0:style>
            <ns1:lnRef idx="2">
              <ns1:schemeClr val="accent1">
                <ns1:shade val="50000"/>
              </ns1:schemeClr>
            </ns1:lnRef>
            <ns1:fillRef idx="1">
              <ns1:schemeClr val="accent1"/>
            </ns1:fillRef>
            <ns1:effectRef idx="0">
              <ns1:schemeClr val="accent1"/>
            </ns1:effectRef>
            <ns1:fontRef idx="minor">
              <ns1:schemeClr val="lt1"/>
            </ns1:fontRef>
          </ns0:style>
          <ns0:txBody>
            <ns1:bodyPr rtlCol="0" anchor="ctr"/>
            <ns1:lstStyle/>
            <ns1:p>
              <ns1:pPr algn="ctr"/>
              <ns1:endParaRPr lang="en-US">
                <ns1:latin typeface="Lato" panose="020F0502020204030203" pitchFamily="34" charset="0"/>
                <ns1:ea typeface="Lato" panose="020F0502020204030203" pitchFamily="34" charset="0"/>
                <ns1:cs typeface="Lato" panose="020F0502020204030203" pitchFamily="34" charset="0"/>
              </ns1:endParaRPr>
            </ns1:p>
          </ns0:txBody>
        </ns0:sp>
        <ns0:sp>
          <ns0:nvSpPr>
            <ns0:cNvPr id="9" name="TextBox 8">
              <ns1:extLst>
                <ns1:ext uri="{FF2B5EF4-FFF2-40B4-BE49-F238E27FC236}">
                  <ns2:creationId id="{376BDCD3-7018-4EE6-80E8-498789BC90A1}"/>
                </ns1:ext>
              </ns1:extLst>
            </ns0:cNvPr>
            <ns0:cNvSpPr txBox="1"/>
            <ns0:nvPr/>
          </ns0:nvSpPr>
          <ns0:spPr>
            <ns1:xfrm>
              <ns1:off x="4687587" y="5619351"/>
              <ns1:ext cx="2816826" cy="276999"/>
            </ns1:xfrm>
            <ns1:prstGeom prst="rect">
              <ns1:avLst/>
            </ns1:prstGeom>
            <ns1:noFill/>
          </ns0:spPr>
          <ns0:txBody>
            <ns1:bodyPr wrap="square" rtlCol="0">
              <ns1:spAutoFit/>
            </ns1:bodyPr>
            <ns1:lstStyle/>
            <ns1:p>
              <ns1:pPr algn="ctr"/>
              <ns1:r>
                <ns1:rPr lang="en-US" sz="1200" b="1">
                  <ns1:solidFill>
                    <ns1:schemeClr val="bg1"/>
                  </ns1:solidFill>
                  <ns1:latin typeface="Lato" panose="020F0502020204030203" pitchFamily="34" charset="0"/>
                  <ns1:ea typeface="Lato" panose="020F0502020204030203" pitchFamily="34" charset="0"/>
                  <ns1:cs typeface="Lato" panose="020F0502020204030203" pitchFamily="34" charset="0"/>
                </ns1:rPr>
                <ns1:t>{SlideSupportingContent4}</ns1:t>
              </ns1:r>
            </ns1:p>
          </ns0:txBody>
        </ns0:sp>
      </ns0:grpSp>
      <ns0:grpSp>
        <ns0:nvGrpSpPr>
          <ns0:cNvPr id="41" name="Group 40">
            <ns1:extLst>
              <ns1:ext uri="{FF2B5EF4-FFF2-40B4-BE49-F238E27FC236}">
                <ns2:creationId id="{5ABECA7B-98C5-4B4D-A52F-D1B11BC51ACB}"/>
              </ns1:ext>
            </ns1:extLst>
          </ns0:cNvPr>
          <ns0:cNvGrpSpPr/>
          <ns0:nvPr/>
        </ns0:nvGrpSpPr>
        <ns0:grpSpPr>
          <ns1:xfrm>
            <ns1:off x="7785303" y="1388810"/>
            <ns1:ext cx="2816827" cy="4566240"/>
            <ns1:chOff x="7785303" y="1417838"/>
            <ns1:chExt cx="2816827" cy="4566240"/>
          </ns1:xfrm>
        </ns0:grpSpPr>
        <ns0:sp>
          <ns0:nvSpPr>
            <ns0:cNvPr id="16" name="Rectangle 15">
              <ns1:extLst>
                <ns1:ext uri="{FF2B5EF4-FFF2-40B4-BE49-F238E27FC236}">
                  <ns2:creationId id="{9BEC8BA1-AF99-40A8-A93F-F49E10DA780D}"/>
                </ns1:ext>
              </ns1:extLst>
            </ns0:cNvPr>
            <ns0:cNvSpPr/>
            <ns0:nvPr/>
          </ns0:nvSpPr>
          <ns0:spPr>
            <ns1:xfrm>
              <ns1:off x="7785303" y="1417838"/>
              <ns1:ext cx="2816826" cy="4566240"/>
            </ns1:xfrm>
            <ns1:prstGeom prst="rect">
              <ns1:avLst/>
            </ns1:prstGeom>
            <ns1:solidFill>
              <ns1:schemeClr val="bg1">
                <ns1:lumMod val="95000"/>
              </ns1:schemeClr>
            </ns1:solidFill>
            <ns1:ln>
              <ns1:noFill/>
            </ns1:ln>
          </ns0:spPr>
          <ns0:style>
            <ns1:lnRef idx="2">
              <ns1:schemeClr val="accent1">
                <ns1:shade val="50000"/>
              </ns1:schemeClr>
            </ns1:lnRef>
            <ns1:fillRef idx="1">
              <ns1:schemeClr val="accent1"/>
            </ns1:fillRef>
            <ns1:effectRef idx="0">
              <ns1:schemeClr val="accent1"/>
            </ns1:effectRef>
            <ns1:fontRef idx="minor">
              <ns1:schemeClr val="lt1"/>
            </ns1:fontRef>
          </ns0:style>
          <ns0:txBody>
            <ns1:bodyPr rtlCol="0" anchor="ctr"/>
            <ns1:lstStyle/>
            <ns1:p>
              <ns1:pPr algn="ctr"/>
              <ns1:endParaRPr lang="en-US">
                <ns1:latin typeface="Lato" panose="020F0502020204030203" pitchFamily="34" charset="0"/>
                <ns1:ea typeface="Lato" panose="020F0502020204030203" pitchFamily="34" charset="0"/>
                <ns1:cs typeface="Lato" panose="020F0502020204030203" pitchFamily="34" charset="0"/>
              </ns1:endParaRPr>
            </ns1:p>
          </ns0:txBody>
        </ns0:sp>
        <ns0:sp>
          <ns0:nvSpPr>
            <ns0:cNvPr id="17" name="Freeform: Shape 16">
              <ns1:extLst>
                <ns1:ext uri="{FF2B5EF4-FFF2-40B4-BE49-F238E27FC236}">
                  <ns2:creationId id="{59DF20E0-AD8F-4D89-8EE8-79627042204B}"/>
                </ns1:ext>
              </ns1:extLst>
            </ns0:cNvPr>
            <ns0:cNvSpPr/>
            <ns0:nvPr/>
          </ns0:nvSpPr>
          <ns0:spPr>
            <ns1:xfrm rot="16200000">
              <ns1:off x="8532006" y="671136"/>
              <ns1:ext cx="1323421" cy="2816827"/>
            </ns1:xfrm>
            <ns1:custGeom>
              <ns1:avLst/>
              <ns1:gdLst>
                <ns1:gd name="connsiteX0" fmla="*/ 1323420 w 1323420"/>
                <ns1:gd name="connsiteY0" fmla="*/ 1 h 2816827"/>
                <ns1:gd name="connsiteX1" fmla="*/ 1323420 w 1323420"/>
                <ns1:gd name="connsiteY1" fmla="*/ 2816827 h 2816827"/>
                <ns1:gd name="connsiteX2" fmla="*/ 291034 w 1323420"/>
                <ns1:gd name="connsiteY2" fmla="*/ 2816827 h 2816827"/>
                <ns1:gd name="connsiteX3" fmla="*/ 291034 w 1323420"/>
                <ns1:gd name="connsiteY3" fmla="*/ 1990480 h 2816827"/>
                <ns1:gd name="connsiteX4" fmla="*/ 0 w 1323420"/>
                <ns1:gd name="connsiteY4" fmla="*/ 1408414 h 2816827"/>
                <ns1:gd name="connsiteX5" fmla="*/ 291034 w 1323420"/>
                <ns1:gd name="connsiteY5" fmla="*/ 826347 h 2816827"/>
                <ns1:gd name="connsiteX6" fmla="*/ 291034 w 1323420"/>
                <ns1:gd name="connsiteY6" fmla="*/ 0 h 2816827"/>
              </ns1:gdLst>
              <ns1:ahLst/>
              <ns1:cxnLst>
                <ns1:cxn ang="0">
                  <ns1:pos x="connsiteX0" y="connsiteY0"/>
                </ns1:cxn>
                <ns1:cxn ang="0">
                  <ns1:pos x="connsiteX1" y="connsiteY1"/>
                </ns1:cxn>
                <ns1:cxn ang="0">
                  <ns1:pos x="connsiteX2" y="connsiteY2"/>
                </ns1:cxn>
                <ns1:cxn ang="0">
                  <ns1:pos x="connsiteX3" y="connsiteY3"/>
                </ns1:cxn>
                <ns1:cxn ang="0">
                  <ns1:pos x="connsiteX4" y="connsiteY4"/>
                </ns1:cxn>
                <ns1:cxn ang="0">
                  <ns1:pos x="connsiteX5" y="connsiteY5"/>
                </ns1:cxn>
                <ns1:cxn ang="0">
                  <ns1:pos x="connsiteX6" y="connsiteY6"/>
                </ns1:cxn>
              </ns1:cxnLst>
              <ns1:rect l="l" t="t" r="r" b="b"/>
              <ns1:pathLst>
                <ns1:path w="1323420" h="2816827">
                  <ns1:moveTo>
                    <ns1:pt x="1323420" y="1"/>
                  </ns1:moveTo>
                  <ns1:lnTo>
                    <ns1:pt x="1323420" y="2816827"/>
                  </ns1:lnTo>
                  <ns1:lnTo>
                    <ns1:pt x="291034" y="2816827"/>
                  </ns1:lnTo>
                  <ns1:lnTo>
                    <ns1:pt x="291034" y="1990480"/>
                  </ns1:lnTo>
                  <ns1:lnTo>
                    <ns1:pt x="0" y="1408414"/>
                  </ns1:lnTo>
                  <ns1:lnTo>
                    <ns1:pt x="291034" y="826347"/>
                  </ns1:lnTo>
                  <ns1:lnTo>
                    <ns1:pt x="291034" y="0"/>
                  </ns1:lnTo>
                  <ns1:close/>
                </ns1:path>
              </ns1:pathLst>
            </ns1:custGeom>
            <ns1:solidFill>
              <ns1:schemeClr val="tx1">
                <ns1:lumMod val="75000"/>
                <ns1:lumOff val="25000"/>
              </ns1:schemeClr>
            </ns1:solidFill>
            <ns1:ln>
              <ns1:noFill/>
            </ns1:ln>
          </ns0:spPr>
          <ns0:style>
            <ns1:lnRef idx="2">
              <ns1:schemeClr val="accent1">
                <ns1:shade val="50000"/>
              </ns1:schemeClr>
            </ns1:lnRef>
            <ns1:fillRef idx="1">
              <ns1:schemeClr val="accent1"/>
            </ns1:fillRef>
            <ns1:effectRef idx="0">
              <ns1:schemeClr val="accent1"/>
            </ns1:effectRef>
            <ns1:fontRef idx="minor">
              <ns1:schemeClr val="lt1"/>
            </ns1:fontRef>
          </ns0:style>
          <ns0:txBody>
            <ns1:bodyPr rtlCol="0" anchor="ctr"/>
            <ns1:lstStyle/>
            <ns1:p>
              <ns1:pPr algn="ctr"/>
              <ns1:endParaRPr lang="en-US"/>
            </ns1:p>
          </ns0:txBody>
        </ns0:sp>
        <ns0:sp>
          <ns0:nvSpPr>
            <ns0:cNvPr id="18" name="TextBox 17">
              <ns1:extLst>
                <ns1:ext uri="{FF2B5EF4-FFF2-40B4-BE49-F238E27FC236}">
                  <ns2:creationId id="{169F97B6-D638-4B7A-8C2F-900818E39D59}"/>
                </ns1:ext>
              </ns1:extLst>
            </ns0:cNvPr>
            <ns0:cNvSpPr txBox="1"/>
            <ns0:nvPr/>
          </ns0:nvSpPr>
          <ns0:spPr>
            <ns1:xfrm>
              <ns1:off x="8575547" y="1677459"/>
              <ns1:ext cx="1236338" cy="584775"/>
            </ns1:xfrm>
            <ns1:prstGeom prst="rect">
              <ns1:avLst/>
            </ns1:prstGeom>
            <ns1:noFill/>
          </ns0:spPr>
          <ns0:txBody>
            <ns1:bodyPr wrap="square" rtlCol="0">
              <ns1:spAutoFit/>
            </ns1:bodyPr>
            <ns1:lstStyle/>
            <ns1:p>
              <ns1:pPr algn="ctr"/>
              <ns1:r>
                <ns1:rPr lang="en-US" sz="3200" b="1" baseline="30000">
                  <ns1:solidFill>
                    <ns1:schemeClr val="bg1"/>
                  </ns1:solidFill>
                  <ns1:latin typeface="Lato" panose="020F0502020204030203" pitchFamily="34" charset="0"/>
                  <ns1:ea typeface="Lato" panose="020F0502020204030203" pitchFamily="34" charset="0"/>
                  <ns1:cs typeface="Lato" panose="020F0502020204030203" pitchFamily="34" charset="0"/>
                </ns1:rPr>
                <ns1:t>{SlideStatistic}</ns1:t>
              </ns1:r>
              <ns1:r>
                <ns1:rPr lang="en-US" sz="3200" b="1">
                  <ns1:solidFill>
                    <ns1:schemeClr val="bg1"/>
                  </ns1:solidFill>
                  <ns1:latin typeface="Lato" panose="020F0502020204030203" pitchFamily="34" charset="0"/>
                  <ns1:ea typeface="Lato" panose="020F0502020204030203" pitchFamily="34" charset="0"/>
                  <ns1:cs typeface="Lato" panose="020F0502020204030203" pitchFamily="34" charset="0"/>
                </ns1:rPr>
                <ns1:t/>
              </ns1:r>
              <ns1:endParaRPr lang="en-US" sz="3200" b="1" dirty="0">
                <ns1:solidFill>
                  <ns1:schemeClr val="bg1"/>
                </ns1:solidFill>
                <ns1:latin typeface="Lato" panose="020F0502020204030203" pitchFamily="34" charset="0"/>
                <ns1:ea typeface="Lato" panose="020F0502020204030203" pitchFamily="34" charset="0"/>
                <ns1:cs typeface="Lato" panose="020F0502020204030203" pitchFamily="34" charset="0"/>
              </ns1:endParaRPr>
            </ns1:p>
          </ns0:txBody>
        </ns0:sp>
        <ns0:grpSp>
          <ns0:nvGrpSpPr>
            <ns0:cNvPr id="19" name="Group 18">
              <ns1:extLst>
                <ns1:ext uri="{FF2B5EF4-FFF2-40B4-BE49-F238E27FC236}">
                  <ns2:creationId id="{452EDAD6-E9C3-46BD-AC96-3181F6B3BE61}"/>
                </ns1:ext>
              </ns1:extLst>
            </ns0:cNvPr>
            <ns0:cNvGrpSpPr/>
            <ns0:nvPr/>
          </ns0:nvGrpSpPr>
          <ns0:grpSpPr>
            <ns1:xfrm>
              <ns1:off x="8436938" y="3095341"/>
              <ns1:ext cx="1513556" cy="2010523"/>
              <ns1:chOff x="6289421" y="3337970"/>
              <ns1:chExt cx="1513556" cy="2010523"/>
            </ns1:xfrm>
          </ns0:grpSpPr>
          <ns0:sp>
            <ns0:nvSpPr>
              <ns0:cNvPr id="22" name="TextBox 21">
                <ns1:extLst>
                  <ns1:ext uri="{FF2B5EF4-FFF2-40B4-BE49-F238E27FC236}">
                    <ns2:creationId id="{6E77EDC7-C3C7-417B-9064-1B73EB38EF2B}"/>
                  </ns1:ext>
                </ns1:extLst>
              </ns0:cNvPr>
              <ns0:cNvSpPr txBox="1"/>
              <ns0:nvPr/>
            </ns0:nvSpPr>
            <ns0:spPr>
              <ns1:xfrm>
                <ns1:off x="6395222" y="3337970"/>
                <ns1:ext cx="1301959" cy="292388"/>
              </ns1:xfrm>
              <ns1:prstGeom prst="rect">
                <ns1:avLst/>
              </ns1:prstGeom>
              <ns1:noFill/>
            </ns0:spPr>
            <ns0:txBody>
              <ns1:bodyPr wrap="none" rtlCol="0">
                <ns1:spAutoFit/>
              </ns1:bodyPr>
              <ns1:lstStyle>
                <ns1:defPPr>
                  <ns1:defRPr lang="en-US"/>
                </ns1:defPPr>
                <ns1:lvl1pPr algn="ctr">
                  <ns1:defRPr sz="1200"/>
                </ns1:lvl1pPr>
              </ns1:lstStyle>
              <ns1:p>
                <ns1:pPr marL="171450" indent="-171450">
                  <ns1:buFont typeface="Wingdings" panose="05000000000000000000" pitchFamily="2" charset="2"/>
                  <ns1:buChar char="ü"/>
                </ns1:pPr>
                <ns1:r>
                  <ns1:rPr lang="en-US" sz="1300" dirty="0">
                    <ns1:solidFill>
                      <ns1:schemeClr val="tx1">
                        <ns1:lumMod val="85000"/>
                        <ns1:lumOff val="15000"/>
                      </ns1:schemeClr>
                    </ns1:solidFill>
                    <ns1:latin typeface="Lato" panose="020F0502020204030203" pitchFamily="34" charset="0"/>
                    <ns1:ea typeface="Lato" panose="020F0502020204030203" pitchFamily="34" charset="0"/>
                    <ns1:cs typeface="Lato" panose="020F0502020204030203" pitchFamily="34" charset="0"/>
                  </ns1:rPr>
                  <ns1:t>{SlideSupportingContent5}</ns1:t>
                </ns1:r>
              </ns1:p>
            </ns0:txBody>
          </ns0:sp>
          <ns0:sp>
            <ns0:nvSpPr>
              <ns0:cNvPr id="23" name="TextBox 22">
                <ns1:extLst>
                  <ns1:ext uri="{FF2B5EF4-FFF2-40B4-BE49-F238E27FC236}">
                    <ns2:creationId id="{CD3AEDE6-325C-46D8-AC94-73CE62377AFA}"/>
                  </ns1:ext>
                </ns1:extLst>
              </ns0:cNvPr>
              <ns0:cNvSpPr txBox="1"/>
              <ns0:nvPr/>
            </ns0:nvSpPr>
            <ns0:spPr>
              <ns1:xfrm>
                <ns1:off x="6289421" y="3767504"/>
                <ns1:ext cx="1513556" cy="292388"/>
              </ns1:xfrm>
              <ns1:prstGeom prst="rect">
                <ns1:avLst/>
              </ns1:prstGeom>
              <ns1:noFill/>
            </ns0:spPr>
            <ns0:txBody>
              <ns1:bodyPr wrap="none" rtlCol="0">
                <ns1:spAutoFit/>
              </ns1:bodyPr>
              <ns1:lstStyle>
                <ns1:defPPr>
                  <ns1:defRPr lang="en-US"/>
                </ns1:defPPr>
                <ns1:lvl1pPr algn="ctr">
                  <ns1:defRPr sz="1200"/>
                </ns1:lvl1pPr>
              </ns1:lstStyle>
              <ns1:p>
                <ns1:pPr marL="171450" indent="-171450">
                  <ns1:buFont typeface="Wingdings" panose="05000000000000000000" pitchFamily="2" charset="2"/>
                  <ns1:buChar char="ü"/>
                </ns1:pPr>
                <ns1:r>
                  <ns1:rPr lang="en-US" sz="1300" dirty="0">
                    <ns1:solidFill>
                      <ns1:schemeClr val="tx1">
                        <ns1:lumMod val="85000"/>
                        <ns1:lumOff val="15000"/>
                      </ns1:schemeClr>
                    </ns1:solidFill>
                    <ns1:latin typeface="Lato" panose="020F0502020204030203" pitchFamily="34" charset="0"/>
                    <ns1:ea typeface="Lato" panose="020F0502020204030203" pitchFamily="34" charset="0"/>
                    <ns1:cs typeface="Lato" panose="020F0502020204030203" pitchFamily="34" charset="0"/>
                  </ns1:rPr>
                  <ns1:t>{SlideSupportingContent}</ns1:t>
                </ns1:r>
              </ns1:p>
            </ns0:txBody>
          </ns0:sp>
          <ns0:sp>
            <ns0:nvSpPr>
              <ns0:cNvPr id="24" name="TextBox 23">
                <ns1:extLst>
                  <ns1:ext uri="{FF2B5EF4-FFF2-40B4-BE49-F238E27FC236}">
                    <ns2:creationId id="{941F30EE-C8AA-4BF4-B50A-BFE8D2E8FC35}"/>
                  </ns1:ext>
                </ns1:extLst>
              </ns0:cNvPr>
              <ns0:cNvSpPr txBox="1"/>
              <ns0:nvPr/>
            </ns0:nvSpPr>
            <ns0:spPr>
              <ns1:xfrm>
                <ns1:off x="6366365" y="4197037"/>
                <ns1:ext cx="1359668" cy="292388"/>
              </ns1:xfrm>
              <ns1:prstGeom prst="rect">
                <ns1:avLst/>
              </ns1:prstGeom>
              <ns1:noFill/>
            </ns0:spPr>
            <ns0:txBody>
              <ns1:bodyPr wrap="none" rtlCol="0">
                <ns1:spAutoFit/>
              </ns1:bodyPr>
              <ns1:lstStyle>
                <ns1:defPPr>
                  <ns1:defRPr lang="en-US"/>
                </ns1:defPPr>
                <ns1:lvl1pPr algn="ctr">
                  <ns1:defRPr sz="1200"/>
                </ns1:lvl1pPr>
              </ns1:lstStyle>
              <ns1:p>
                <ns1:pPr marL="171450" indent="-171450">
                  <ns1:buFont typeface="Wingdings" panose="05000000000000000000" pitchFamily="2" charset="2"/>
                  <ns1:buChar char="ü"/>
                </ns1:pPr>
                <ns1:r>
                  <ns1:rPr lang="en-US" sz="1300" dirty="0">
                    <ns1:solidFill>
                      <ns1:schemeClr val="tx1">
                        <ns1:lumMod val="85000"/>
                        <ns1:lumOff val="15000"/>
                      </ns1:schemeClr>
                    </ns1:solidFill>
                    <ns1:latin typeface="Lato" panose="020F0502020204030203" pitchFamily="34" charset="0"/>
                    <ns1:ea typeface="Lato" panose="020F0502020204030203" pitchFamily="34" charset="0"/>
                    <ns1:cs typeface="Lato" panose="020F0502020204030203" pitchFamily="34" charset="0"/>
                  </ns1:rPr>
                  <ns1:t>{SlideSupportingContent}</ns1:t>
                </ns1:r>
              </ns1:p>
            </ns0:txBody>
          </ns0:sp>
          <ns0:sp>
            <ns0:nvSpPr>
              <ns0:cNvPr id="25" name="TextBox 24">
                <ns1:extLst>
                  <ns1:ext uri="{FF2B5EF4-FFF2-40B4-BE49-F238E27FC236}">
                    <ns2:creationId id="{B3E2FAE8-87BF-4131-896A-4E36BB0682EC}"/>
                  </ns1:ext>
                </ns1:extLst>
              </ns0:cNvPr>
              <ns0:cNvSpPr txBox="1"/>
              <ns0:nvPr/>
            </ns0:nvSpPr>
            <ns0:spPr>
              <ns1:xfrm>
                <ns1:off x="6357550" y="4626570"/>
                <ns1:ext cx="1377301" cy="292388"/>
              </ns1:xfrm>
              <ns1:prstGeom prst="rect">
                <ns1:avLst/>
              </ns1:prstGeom>
              <ns1:noFill/>
            </ns0:spPr>
            <ns0:txBody>
              <ns1:bodyPr wrap="none" rtlCol="0">
                <ns1:spAutoFit/>
              </ns1:bodyPr>
              <ns1:lstStyle>
                <ns1:defPPr>
                  <ns1:defRPr lang="en-US"/>
                </ns1:defPPr>
                <ns1:lvl1pPr algn="ctr">
                  <ns1:defRPr sz="1200"/>
                </ns1:lvl1pPr>
              </ns1:lstStyle>
              <ns1:p>
                <ns1:pPr marL="171450" indent="-171450">
                  <ns1:buFont typeface="Wingdings" panose="05000000000000000000" pitchFamily="2" charset="2"/>
                  <ns1:buChar char="ü"/>
                </ns1:pPr>
                <ns1:r>
                  <ns1:rPr lang="en-US" sz="1300" dirty="0">
                    <ns1:solidFill>
                      <ns1:schemeClr val="tx1">
                        <ns1:lumMod val="85000"/>
                        <ns1:lumOff val="15000"/>
                      </ns1:schemeClr>
                    </ns1:solidFill>
                    <ns1:latin typeface="Lato" panose="020F0502020204030203" pitchFamily="34" charset="0"/>
                    <ns1:ea typeface="Lato" panose="020F0502020204030203" pitchFamily="34" charset="0"/>
                    <ns1:cs typeface="Lato" panose="020F0502020204030203" pitchFamily="34" charset="0"/>
                  </ns1:rPr>
                  <ns1:t>{SlideSupportingContent}</ns1:t>
                </ns1:r>
              </ns1:p>
            </ns0:txBody>
          </ns0:sp>
          <ns0:sp>
            <ns0:nvSpPr>
              <ns0:cNvPr id="26" name="TextBox 25">
                <ns1:extLst>
                  <ns1:ext uri="{FF2B5EF4-FFF2-40B4-BE49-F238E27FC236}">
                    <ns2:creationId id="{12F82A63-E769-4F12-877F-C71CE728DED0}"/>
                  </ns1:ext>
                </ns1:extLst>
              </ns0:cNvPr>
              <ns0:cNvSpPr txBox="1"/>
              <ns0:nvPr/>
            </ns0:nvSpPr>
            <ns0:spPr>
              <ns1:xfrm>
                <ns1:off x="6386402" y="5056105"/>
                <ns1:ext cx="1319593" cy="292388"/>
              </ns1:xfrm>
              <ns1:prstGeom prst="rect">
                <ns1:avLst/>
              </ns1:prstGeom>
              <ns1:noFill/>
            </ns0:spPr>
            <ns0:txBody>
              <ns1:bodyPr wrap="none" rtlCol="0">
                <ns1:spAutoFit/>
              </ns1:bodyPr>
              <ns1:lstStyle>
                <ns1:defPPr>
                  <ns1:defRPr lang="en-US"/>
                </ns1:defPPr>
                <ns1:lvl1pPr algn="ctr">
                  <ns1:defRPr sz="1200"/>
                </ns1:lvl1pPr>
              </ns1:lstStyle>
              <ns1:p>
                <ns1:pPr marL="171450" indent="-171450">
                  <ns1:buFont typeface="Wingdings" panose="05000000000000000000" pitchFamily="2" charset="2"/>
                  <ns1:buChar char="ü"/>
                </ns1:pPr>
                <ns1:r>
                  <ns1:rPr lang="en-US" sz="1300" dirty="0">
                    <ns1:solidFill>
                      <ns1:schemeClr val="tx1">
                        <ns1:lumMod val="85000"/>
                        <ns1:lumOff val="15000"/>
                      </ns1:schemeClr>
                    </ns1:solidFill>
                    <ns1:latin typeface="Lato" panose="020F0502020204030203" pitchFamily="34" charset="0"/>
                    <ns1:ea typeface="Lato" panose="020F0502020204030203" pitchFamily="34" charset="0"/>
                    <ns1:cs typeface="Lato" panose="020F0502020204030203" pitchFamily="34" charset="0"/>
                  </ns1:rPr>
                  <ns1:t>{SlideSupportingContent}</ns1:t>
                </ns1:r>
              </ns1:p>
            </ns0:txBody>
          </ns0:sp>
        </ns0:grpSp>
        <ns0:sp>
          <ns0:nvSpPr>
            <ns0:cNvPr id="20" name="Rectangle 19">
              <ns1:extLst>
                <ns1:ext uri="{FF2B5EF4-FFF2-40B4-BE49-F238E27FC236}">
                  <ns2:creationId id="{E95003A4-E243-40CC-8FBB-38EB27881731}"/>
                </ns1:ext>
              </ns1:extLst>
            </ns0:cNvPr>
            <ns0:cNvSpPr/>
            <ns0:nvPr/>
          </ns0:nvSpPr>
          <ns0:spPr>
            <ns1:xfrm>
              <ns1:off x="7785303" y="5541712"/>
              <ns1:ext cx="2816826" cy="442366"/>
            </ns1:xfrm>
            <ns1:prstGeom prst="rect">
              <ns1:avLst/>
            </ns1:prstGeom>
            <ns1:solidFill>
              <ns1:schemeClr val="tx1">
                <ns1:lumMod val="75000"/>
                <ns1:lumOff val="25000"/>
              </ns1:schemeClr>
            </ns1:solidFill>
            <ns1:ln>
              <ns1:noFill/>
            </ns1:ln>
          </ns0:spPr>
          <ns0:style>
            <ns1:lnRef idx="2">
              <ns1:schemeClr val="accent1">
                <ns1:shade val="50000"/>
              </ns1:schemeClr>
            </ns1:lnRef>
            <ns1:fillRef idx="1">
              <ns1:schemeClr val="accent1"/>
            </ns1:fillRef>
            <ns1:effectRef idx="0">
              <ns1:schemeClr val="accent1"/>
            </ns1:effectRef>
            <ns1:fontRef idx="minor">
              <ns1:schemeClr val="lt1"/>
            </ns1:fontRef>
          </ns0:style>
          <ns0:txBody>
            <ns1:bodyPr rtlCol="0" anchor="ctr"/>
            <ns1:lstStyle/>
            <ns1:p>
              <ns1:pPr algn="ctr"/>
              <ns1:endParaRPr lang="en-US">
                <ns1:latin typeface="Lato" panose="020F0502020204030203" pitchFamily="34" charset="0"/>
                <ns1:ea typeface="Lato" panose="020F0502020204030203" pitchFamily="34" charset="0"/>
                <ns1:cs typeface="Lato" panose="020F0502020204030203" pitchFamily="34" charset="0"/>
              </ns1:endParaRPr>
            </ns1:p>
          </ns0:txBody>
        </ns0:sp>
        <ns0:sp>
          <ns0:nvSpPr>
            <ns0:cNvPr id="21" name="TextBox 20">
              <ns1:extLst>
                <ns1:ext uri="{FF2B5EF4-FFF2-40B4-BE49-F238E27FC236}">
                  <ns2:creationId id="{5E7552D2-E192-4D87-88B7-9E838F6DCAB1}"/>
                </ns1:ext>
              </ns1:extLst>
            </ns0:cNvPr>
            <ns0:cNvSpPr txBox="1"/>
            <ns0:nvPr/>
          </ns0:nvSpPr>
          <ns0:spPr>
            <ns1:xfrm>
              <ns1:off x="7785303" y="5619351"/>
              <ns1:ext cx="2816826" cy="276999"/>
            </ns1:xfrm>
            <ns1:prstGeom prst="rect">
              <ns1:avLst/>
            </ns1:prstGeom>
            <ns1:noFill/>
          </ns0:spPr>
          <ns0:txBody>
            <ns1:bodyPr wrap="square" rtlCol="0">
              <ns1:spAutoFit/>
            </ns1:bodyPr>
            <ns1:lstStyle/>
            <ns1:p>
              <ns1:pPr algn="ctr"/>
              <ns1:r>
                <ns1:rPr lang="en-US" sz="1200" b="1">
                  <ns1:solidFill>
                    <ns1:schemeClr val="bg1"/>
                  </ns1:solidFill>
                  <ns1:latin typeface="Lato" panose="020F0502020204030203" pitchFamily="34" charset="0"/>
                  <ns1:ea typeface="Lato" panose="020F0502020204030203" pitchFamily="34" charset="0"/>
                  <ns1:cs typeface="Lato" panose="020F0502020204030203" pitchFamily="34" charset="0"/>
                </ns1:rPr>
                <ns1:t>{SlideSupportingContent}</ns1:t>
              </ns1:r>
            </ns1:p>
          </ns0:txBody>
        </ns0:sp>
      </ns0:grpSp>
      <ns0:grpSp>
        <ns0:nvGrpSpPr>
          <ns0:cNvPr id="43" name="Group 42">
            <ns1:extLst>
              <ns1:ext uri="{FF2B5EF4-FFF2-40B4-BE49-F238E27FC236}">
                <ns2:creationId id="{C2E8E917-B6B1-4584-8EAF-BDF4E3AD9178}"/>
              </ns1:ext>
            </ns1:extLst>
          </ns0:cNvPr>
          <ns0:cNvGrpSpPr/>
          <ns0:nvPr/>
        </ns0:nvGrpSpPr>
        <ns0:grpSpPr>
          <ns1:xfrm>
            <ns1:off x="1589870" y="1388810"/>
            <ns1:ext cx="2816827" cy="4566240"/>
            <ns1:chOff x="1589870" y="1417838"/>
            <ns1:chExt cx="2816827" cy="4566240"/>
          </ns1:xfrm>
        </ns0:grpSpPr>
        <ns0:sp>
          <ns0:nvSpPr>
            <ns0:cNvPr id="28" name="Rectangle 27">
              <ns1:extLst>
                <ns1:ext uri="{FF2B5EF4-FFF2-40B4-BE49-F238E27FC236}">
                  <ns2:creationId id="{1B233902-EBD0-4DA5-A100-A3515091C7DE}"/>
                </ns1:ext>
              </ns1:extLst>
            </ns0:cNvPr>
            <ns0:cNvSpPr/>
            <ns0:nvPr/>
          </ns0:nvSpPr>
          <ns0:spPr>
            <ns1:xfrm>
              <ns1:off x="1589870" y="1417838"/>
              <ns1:ext cx="2816826" cy="4566240"/>
            </ns1:xfrm>
            <ns1:prstGeom prst="rect">
              <ns1:avLst/>
            </ns1:prstGeom>
            <ns1:solidFill>
              <ns1:schemeClr val="bg1">
                <ns1:lumMod val="95000"/>
              </ns1:schemeClr>
            </ns1:solidFill>
            <ns1:ln>
              <ns1:noFill/>
            </ns1:ln>
          </ns0:spPr>
          <ns0:style>
            <ns1:lnRef idx="2">
              <ns1:schemeClr val="accent1">
                <ns1:shade val="50000"/>
              </ns1:schemeClr>
            </ns1:lnRef>
            <ns1:fillRef idx="1">
              <ns1:schemeClr val="accent1"/>
            </ns1:fillRef>
            <ns1:effectRef idx="0">
              <ns1:schemeClr val="accent1"/>
            </ns1:effectRef>
            <ns1:fontRef idx="minor">
              <ns1:schemeClr val="lt1"/>
            </ns1:fontRef>
          </ns0:style>
          <ns0:txBody>
            <ns1:bodyPr rtlCol="0" anchor="ctr"/>
            <ns1:lstStyle/>
            <ns1:p>
              <ns1:pPr algn="ctr"/>
              <ns1:endParaRPr lang="en-US">
                <ns1:latin typeface="Lato" panose="020F0502020204030203" pitchFamily="34" charset="0"/>
                <ns1:ea typeface="Lato" panose="020F0502020204030203" pitchFamily="34" charset="0"/>
                <ns1:cs typeface="Lato" panose="020F0502020204030203" pitchFamily="34" charset="0"/>
              </ns1:endParaRPr>
            </ns1:p>
          </ns0:txBody>
        </ns0:sp>
        <ns0:sp>
          <ns0:nvSpPr>
            <ns0:cNvPr id="29" name="Freeform: Shape 28">
              <ns1:extLst>
                <ns1:ext uri="{FF2B5EF4-FFF2-40B4-BE49-F238E27FC236}">
                  <ns2:creationId id="{F4D0106E-8632-48F1-A55A-77341198F9E1}"/>
                </ns1:ext>
              </ns1:extLst>
            </ns0:cNvPr>
            <ns0:cNvSpPr/>
            <ns0:nvPr/>
          </ns0:nvSpPr>
          <ns0:spPr>
            <ns1:xfrm rot="16200000">
              <ns1:off x="2336573" y="671136"/>
              <ns1:ext cx="1323421" cy="2816827"/>
            </ns1:xfrm>
            <ns1:custGeom>
              <ns1:avLst/>
              <ns1:gdLst>
                <ns1:gd name="connsiteX0" fmla="*/ 1323420 w 1323420"/>
                <ns1:gd name="connsiteY0" fmla="*/ 1 h 2816827"/>
                <ns1:gd name="connsiteX1" fmla="*/ 1323420 w 1323420"/>
                <ns1:gd name="connsiteY1" fmla="*/ 2816827 h 2816827"/>
                <ns1:gd name="connsiteX2" fmla="*/ 291034 w 1323420"/>
                <ns1:gd name="connsiteY2" fmla="*/ 2816827 h 2816827"/>
                <ns1:gd name="connsiteX3" fmla="*/ 291034 w 1323420"/>
                <ns1:gd name="connsiteY3" fmla="*/ 1990480 h 2816827"/>
                <ns1:gd name="connsiteX4" fmla="*/ 0 w 1323420"/>
                <ns1:gd name="connsiteY4" fmla="*/ 1408414 h 2816827"/>
                <ns1:gd name="connsiteX5" fmla="*/ 291034 w 1323420"/>
                <ns1:gd name="connsiteY5" fmla="*/ 826347 h 2816827"/>
                <ns1:gd name="connsiteX6" fmla="*/ 291034 w 1323420"/>
                <ns1:gd name="connsiteY6" fmla="*/ 0 h 2816827"/>
              </ns1:gdLst>
              <ns1:ahLst/>
              <ns1:cxnLst>
                <ns1:cxn ang="0">
                  <ns1:pos x="connsiteX0" y="connsiteY0"/>
                </ns1:cxn>
                <ns1:cxn ang="0">
                  <ns1:pos x="connsiteX1" y="connsiteY1"/>
                </ns1:cxn>
                <ns1:cxn ang="0">
                  <ns1:pos x="connsiteX2" y="connsiteY2"/>
                </ns1:cxn>
                <ns1:cxn ang="0">
                  <ns1:pos x="connsiteX3" y="connsiteY3"/>
                </ns1:cxn>
                <ns1:cxn ang="0">
                  <ns1:pos x="connsiteX4" y="connsiteY4"/>
                </ns1:cxn>
                <ns1:cxn ang="0">
                  <ns1:pos x="connsiteX5" y="connsiteY5"/>
                </ns1:cxn>
                <ns1:cxn ang="0">
                  <ns1:pos x="connsiteX6" y="connsiteY6"/>
                </ns1:cxn>
              </ns1:cxnLst>
              <ns1:rect l="l" t="t" r="r" b="b"/>
              <ns1:pathLst>
                <ns1:path w="1323420" h="2816827">
                  <ns1:moveTo>
                    <ns1:pt x="1323420" y="1"/>
                  </ns1:moveTo>
                  <ns1:lnTo>
                    <ns1:pt x="1323420" y="2816827"/>
                  </ns1:lnTo>
                  <ns1:lnTo>
                    <ns1:pt x="291034" y="2816827"/>
                  </ns1:lnTo>
                  <ns1:lnTo>
                    <ns1:pt x="291034" y="1990480"/>
                  </ns1:lnTo>
                  <ns1:lnTo>
                    <ns1:pt x="0" y="1408414"/>
                  </ns1:lnTo>
                  <ns1:lnTo>
                    <ns1:pt x="291034" y="826347"/>
                  </ns1:lnTo>
                  <ns1:lnTo>
                    <ns1:pt x="291034" y="0"/>
                  </ns1:lnTo>
                  <ns1:close/>
                </ns1:path>
              </ns1:pathLst>
            </ns1:custGeom>
            <ns1:solidFill>
              <ns1:schemeClr val="tx1">
                <ns1:lumMod val="75000"/>
                <ns1:lumOff val="25000"/>
              </ns1:schemeClr>
            </ns1:solidFill>
            <ns1:ln>
              <ns1:noFill/>
            </ns1:ln>
          </ns0:spPr>
          <ns0:style>
            <ns1:lnRef idx="2">
              <ns1:schemeClr val="accent1">
                <ns1:shade val="50000"/>
              </ns1:schemeClr>
            </ns1:lnRef>
            <ns1:fillRef idx="1">
              <ns1:schemeClr val="accent1"/>
            </ns1:fillRef>
            <ns1:effectRef idx="0">
              <ns1:schemeClr val="accent1"/>
            </ns1:effectRef>
            <ns1:fontRef idx="minor">
              <ns1:schemeClr val="lt1"/>
            </ns1:fontRef>
          </ns0:style>
          <ns0:txBody>
            <ns1:bodyPr rtlCol="0" anchor="ctr"/>
            <ns1:lstStyle/>
            <ns1:p>
              <ns1:pPr algn="ctr"/>
              <ns1:endParaRPr lang="en-US"/>
            </ns1:p>
          </ns0:txBody>
        </ns0:sp>
        <ns0:sp>
          <ns0:nvSpPr>
            <ns0:cNvPr id="30" name="TextBox 29">
              <ns1:extLst>
                <ns1:ext uri="{FF2B5EF4-FFF2-40B4-BE49-F238E27FC236}">
                  <ns2:creationId id="{B4327ACE-531E-49D8-AF11-B08D25B9FC10}"/>
                </ns1:ext>
              </ns1:extLst>
            </ns0:cNvPr>
            <ns0:cNvSpPr txBox="1"/>
            <ns0:nvPr/>
          </ns0:nvSpPr>
          <ns0:spPr>
            <ns1:xfrm>
              <ns1:off x="2380114" y="1677459"/>
              <ns1:ext cx="1236338" cy="584775"/>
            </ns1:xfrm>
            <ns1:prstGeom prst="rect">
              <ns1:avLst/>
            </ns1:prstGeom>
            <ns1:noFill/>
          </ns0:spPr>
          <ns0:txBody>
            <ns1:bodyPr wrap="square" rtlCol="0">
              <ns1:spAutoFit/>
            </ns1:bodyPr>
            <ns1:lstStyle/>
            <ns1:p>
              <ns1:pPr algn="ctr"/>
              <ns1:r>
                <ns1:rPr lang="en-US" sz="3200" b="1" baseline="30000">
                  <ns1:solidFill>
                    <ns1:schemeClr val="bg1"/>
                  </ns1:solidFill>
                  <ns1:latin typeface="Lato" panose="020F0502020204030203" pitchFamily="34" charset="0"/>
                  <ns1:ea typeface="Lato" panose="020F0502020204030203" pitchFamily="34" charset="0"/>
                  <ns1:cs typeface="Lato" panose="020F0502020204030203" pitchFamily="34" charset="0"/>
                </ns1:rPr>
                <ns1:t>{SlideStatistic}</ns1:t>
              </ns1:r>
              <ns1:r>
                <ns1:rPr lang="en-US" sz="3200" b="1">
                  <ns1:solidFill>
                    <ns1:schemeClr val="bg1"/>
                  </ns1:solidFill>
                  <ns1:latin typeface="Lato" panose="020F0502020204030203" pitchFamily="34" charset="0"/>
                  <ns1:ea typeface="Lato" panose="020F0502020204030203" pitchFamily="34" charset="0"/>
                  <ns1:cs typeface="Lato" panose="020F0502020204030203" pitchFamily="34" charset="0"/>
                </ns1:rPr>
                <ns1:t/>
              </ns1:r>
              <ns1:endParaRPr lang="en-US" sz="3200" b="1" dirty="0">
                <ns1:solidFill>
                  <ns1:schemeClr val="bg1"/>
                </ns1:solidFill>
                <ns1:latin typeface="Lato" panose="020F0502020204030203" pitchFamily="34" charset="0"/>
                <ns1:ea typeface="Lato" panose="020F0502020204030203" pitchFamily="34" charset="0"/>
                <ns1:cs typeface="Lato" panose="020F0502020204030203" pitchFamily="34" charset="0"/>
              </ns1:endParaRPr>
            </ns1:p>
          </ns0:txBody>
        </ns0:sp>
        <ns0:grpSp>
          <ns0:nvGrpSpPr>
            <ns0:cNvPr id="31" name="Group 30">
              <ns1:extLst>
                <ns1:ext uri="{FF2B5EF4-FFF2-40B4-BE49-F238E27FC236}">
                  <ns2:creationId id="{51F85744-939D-4C26-8C2F-1A76A9C0591F}"/>
                </ns1:ext>
              </ns1:extLst>
            </ns0:cNvPr>
            <ns0:cNvGrpSpPr/>
            <ns0:nvPr/>
          </ns0:nvGrpSpPr>
          <ns0:grpSpPr>
            <ns1:xfrm>
              <ns1:off x="2241505" y="3095341"/>
              <ns1:ext cx="1513556" cy="2010523"/>
              <ns1:chOff x="6289421" y="3337970"/>
              <ns1:chExt cx="1513556" cy="2010523"/>
            </ns1:xfrm>
          </ns0:grpSpPr>
          <ns0:sp>
            <ns0:nvSpPr>
              <ns0:cNvPr id="34" name="TextBox 33">
                <ns1:extLst>
                  <ns1:ext uri="{FF2B5EF4-FFF2-40B4-BE49-F238E27FC236}">
                    <ns2:creationId id="{66E35EB7-8EC3-43A6-BBF2-94D755421E45}"/>
                  </ns1:ext>
                </ns1:extLst>
              </ns0:cNvPr>
              <ns0:cNvSpPr txBox="1"/>
              <ns0:nvPr/>
            </ns0:nvSpPr>
            <ns0:spPr>
              <ns1:xfrm>
                <ns1:off x="6395222" y="3337970"/>
                <ns1:ext cx="1301959" cy="292388"/>
              </ns1:xfrm>
              <ns1:prstGeom prst="rect">
                <ns1:avLst/>
              </ns1:prstGeom>
              <ns1:noFill/>
            </ns0:spPr>
            <ns0:txBody>
              <ns1:bodyPr wrap="none" rtlCol="0">
                <ns1:spAutoFit/>
              </ns1:bodyPr>
              <ns1:lstStyle>
                <ns1:defPPr>
                  <ns1:defRPr lang="en-US"/>
                </ns1:defPPr>
                <ns1:lvl1pPr algn="ctr">
                  <ns1:defRPr sz="1200"/>
                </ns1:lvl1pPr>
              </ns1:lstStyle>
              <ns1:p>
                <ns1:pPr marL="171450" indent="-171450">
                  <ns1:buFont typeface="Wingdings" panose="05000000000000000000" pitchFamily="2" charset="2"/>
                  <ns1:buChar char="ü"/>
                </ns1:pPr>
                <ns1:r>
                  <ns1:rPr lang="en-US" sz="1300" dirty="0">
                    <ns1:solidFill>
                      <ns1:schemeClr val="tx1">
                        <ns1:lumMod val="85000"/>
                        <ns1:lumOff val="15000"/>
                      </ns1:schemeClr>
                    </ns1:solidFill>
                    <ns1:latin typeface="Lato" panose="020F0502020204030203" pitchFamily="34" charset="0"/>
                    <ns1:ea typeface="Lato" panose="020F0502020204030203" pitchFamily="34" charset="0"/>
                    <ns1:cs typeface="Lato" panose="020F0502020204030203" pitchFamily="34" charset="0"/>
                  </ns1:rPr>
                  <ns1:t>{SlideSupportingContent}</ns1:t>
                </ns1:r>
              </ns1:p>
            </ns0:txBody>
          </ns0:sp>
          <ns0:sp>
            <ns0:nvSpPr>
              <ns0:cNvPr id="35" name="TextBox 34">
                <ns1:extLst>
                  <ns1:ext uri="{FF2B5EF4-FFF2-40B4-BE49-F238E27FC236}">
                    <ns2:creationId id="{FCCFCCCC-274C-462C-B792-D52DA0B30580}"/>
                  </ns1:ext>
                </ns1:extLst>
              </ns0:cNvPr>
              <ns0:cNvSpPr txBox="1"/>
              <ns0:nvPr/>
            </ns0:nvSpPr>
            <ns0:spPr>
              <ns1:xfrm>
                <ns1:off x="6289421" y="3767504"/>
                <ns1:ext cx="1513556" cy="292388"/>
              </ns1:xfrm>
              <ns1:prstGeom prst="rect">
                <ns1:avLst/>
              </ns1:prstGeom>
              <ns1:noFill/>
            </ns0:spPr>
            <ns0:txBody>
              <ns1:bodyPr wrap="none" rtlCol="0">
                <ns1:spAutoFit/>
              </ns1:bodyPr>
              <ns1:lstStyle>
                <ns1:defPPr>
                  <ns1:defRPr lang="en-US"/>
                </ns1:defPPr>
                <ns1:lvl1pPr algn="ctr">
                  <ns1:defRPr sz="1200"/>
                </ns1:lvl1pPr>
              </ns1:lstStyle>
              <ns1:p>
                <ns1:pPr marL="171450" indent="-171450">
                  <ns1:buFont typeface="Wingdings" panose="05000000000000000000" pitchFamily="2" charset="2"/>
                  <ns1:buChar char="ü"/>
                </ns1:pPr>
                <ns1:r>
                  <ns1:rPr lang="en-US" sz="1300" dirty="0">
                    <ns1:solidFill>
                      <ns1:schemeClr val="tx1">
                        <ns1:lumMod val="85000"/>
                        <ns1:lumOff val="15000"/>
                      </ns1:schemeClr>
                    </ns1:solidFill>
                    <ns1:latin typeface="Lato" panose="020F0502020204030203" pitchFamily="34" charset="0"/>
                    <ns1:ea typeface="Lato" panose="020F0502020204030203" pitchFamily="34" charset="0"/>
                    <ns1:cs typeface="Lato" panose="020F0502020204030203" pitchFamily="34" charset="0"/>
                  </ns1:rPr>
                  <ns1:t>{SlideSupportingContent}</ns1:t>
                </ns1:r>
              </ns1:p>
            </ns0:txBody>
          </ns0:sp>
          <ns0:sp>
            <ns0:nvSpPr>
              <ns0:cNvPr id="36" name="TextBox 35">
                <ns1:extLst>
                  <ns1:ext uri="{FF2B5EF4-FFF2-40B4-BE49-F238E27FC236}">
                    <ns2:creationId id="{FC8975E5-DBE9-44A6-948A-6121C038B06B}"/>
                  </ns1:ext>
                </ns1:extLst>
              </ns0:cNvPr>
              <ns0:cNvSpPr txBox="1"/>
              <ns0:nvPr/>
            </ns0:nvSpPr>
            <ns0:spPr>
              <ns1:xfrm>
                <ns1:off x="6366365" y="4197037"/>
                <ns1:ext cx="1359668" cy="292388"/>
              </ns1:xfrm>
              <ns1:prstGeom prst="rect">
                <ns1:avLst/>
              </ns1:prstGeom>
              <ns1:noFill/>
            </ns0:spPr>
            <ns0:txBody>
              <ns1:bodyPr wrap="none" rtlCol="0">
                <ns1:spAutoFit/>
              </ns1:bodyPr>
              <ns1:lstStyle>
                <ns1:defPPr>
                  <ns1:defRPr lang="en-US"/>
                </ns1:defPPr>
                <ns1:lvl1pPr algn="ctr">
                  <ns1:defRPr sz="1200"/>
                </ns1:lvl1pPr>
              </ns1:lstStyle>
              <ns1:p>
                <ns1:pPr marL="171450" indent="-171450">
                  <ns1:buFont typeface="Wingdings" panose="05000000000000000000" pitchFamily="2" charset="2"/>
                  <ns1:buChar char="ü"/>
                </ns1:pPr>
                <ns1:r>
                  <ns1:rPr lang="en-US" sz="1300" dirty="0">
                    <ns1:solidFill>
                      <ns1:schemeClr val="tx1">
                        <ns1:lumMod val="85000"/>
                        <ns1:lumOff val="15000"/>
                      </ns1:schemeClr>
                    </ns1:solidFill>
                    <ns1:latin typeface="Lato" panose="020F0502020204030203" pitchFamily="34" charset="0"/>
                    <ns1:ea typeface="Lato" panose="020F0502020204030203" pitchFamily="34" charset="0"/>
                    <ns1:cs typeface="Lato" panose="020F0502020204030203" pitchFamily="34" charset="0"/>
                  </ns1:rPr>
                  <ns1:t>{SlideSupportingContent}</ns1:t>
                </ns1:r>
              </ns1:p>
            </ns0:txBody>
          </ns0:sp>
          <ns0:sp>
            <ns0:nvSpPr>
              <ns0:cNvPr id="37" name="TextBox 36">
                <ns1:extLst>
                  <ns1:ext uri="{FF2B5EF4-FFF2-40B4-BE49-F238E27FC236}">
                    <ns2:creationId id="{F3D64E98-4549-4A3C-856C-0DFAE93F490C}"/>
                  </ns1:ext>
                </ns1:extLst>
              </ns0:cNvPr>
              <ns0:cNvSpPr txBox="1"/>
              <ns0:nvPr/>
            </ns0:nvSpPr>
            <ns0:spPr>
              <ns1:xfrm>
                <ns1:off x="6357550" y="4626570"/>
                <ns1:ext cx="1377301" cy="292388"/>
              </ns1:xfrm>
              <ns1:prstGeom prst="rect">
                <ns1:avLst/>
              </ns1:prstGeom>
              <ns1:noFill/>
            </ns0:spPr>
            <ns0:txBody>
              <ns1:bodyPr wrap="none" rtlCol="0">
                <ns1:spAutoFit/>
              </ns1:bodyPr>
              <ns1:lstStyle>
                <ns1:defPPr>
                  <ns1:defRPr lang="en-US"/>
                </ns1:defPPr>
                <ns1:lvl1pPr algn="ctr">
                  <ns1:defRPr sz="1200"/>
                </ns1:lvl1pPr>
              </ns1:lstStyle>
              <ns1:p>
                <ns1:pPr marL="171450" indent="-171450">
                  <ns1:buFont typeface="Wingdings" panose="05000000000000000000" pitchFamily="2" charset="2"/>
                  <ns1:buChar char="ü"/>
                </ns1:pPr>
                <ns1:r>
                  <ns1:rPr lang="en-US" sz="1300" dirty="0">
                    <ns1:solidFill>
                      <ns1:schemeClr val="tx1">
                        <ns1:lumMod val="85000"/>
                        <ns1:lumOff val="15000"/>
                      </ns1:schemeClr>
                    </ns1:solidFill>
                    <ns1:latin typeface="Lato" panose="020F0502020204030203" pitchFamily="34" charset="0"/>
                    <ns1:ea typeface="Lato" panose="020F0502020204030203" pitchFamily="34" charset="0"/>
                    <ns1:cs typeface="Lato" panose="020F0502020204030203" pitchFamily="34" charset="0"/>
                  </ns1:rPr>
                  <ns1:t>{SlideSupportingContent}</ns1:t>
                </ns1:r>
              </ns1:p>
            </ns0:txBody>
          </ns0:sp>
          <ns0:sp>
            <ns0:nvSpPr>
              <ns0:cNvPr id="38" name="TextBox 37">
                <ns1:extLst>
                  <ns1:ext uri="{FF2B5EF4-FFF2-40B4-BE49-F238E27FC236}">
                    <ns2:creationId id="{7930B7B5-C96A-4A57-AE43-4106EE6684BF}"/>
                  </ns1:ext>
                </ns1:extLst>
              </ns0:cNvPr>
              <ns0:cNvSpPr txBox="1"/>
              <ns0:nvPr/>
            </ns0:nvSpPr>
            <ns0:spPr>
              <ns1:xfrm>
                <ns1:off x="6386402" y="5056105"/>
                <ns1:ext cx="1319593" cy="292388"/>
              </ns1:xfrm>
              <ns1:prstGeom prst="rect">
                <ns1:avLst/>
              </ns1:prstGeom>
              <ns1:noFill/>
            </ns0:spPr>
            <ns0:txBody>
              <ns1:bodyPr wrap="none" rtlCol="0">
                <ns1:spAutoFit/>
              </ns1:bodyPr>
              <ns1:lstStyle>
                <ns1:defPPr>
                  <ns1:defRPr lang="en-US"/>
                </ns1:defPPr>
                <ns1:lvl1pPr algn="ctr">
                  <ns1:defRPr sz="1200"/>
                </ns1:lvl1pPr>
              </ns1:lstStyle>
              <ns1:p>
                <ns1:pPr marL="171450" indent="-171450">
                  <ns1:buFont typeface="Wingdings" panose="05000000000000000000" pitchFamily="2" charset="2"/>
                  <ns1:buChar char="ü"/>
                </ns1:pPr>
                <ns1:r>
                  <ns1:rPr lang="en-US" sz="1300" dirty="0">
                    <ns1:solidFill>
                      <ns1:schemeClr val="tx1">
                        <ns1:lumMod val="85000"/>
                        <ns1:lumOff val="15000"/>
                      </ns1:schemeClr>
                    </ns1:solidFill>
                    <ns1:latin typeface="Lato" panose="020F0502020204030203" pitchFamily="34" charset="0"/>
                    <ns1:ea typeface="Lato" panose="020F0502020204030203" pitchFamily="34" charset="0"/>
                    <ns1:cs typeface="Lato" panose="020F0502020204030203" pitchFamily="34" charset="0"/>
                  </ns1:rPr>
                  <ns1:t>{SlideSupportingContent}</ns1:t>
                </ns1:r>
              </ns1:p>
            </ns0:txBody>
          </ns0:sp>
        </ns0:grpSp>
        <ns0:sp>
          <ns0:nvSpPr>
            <ns0:cNvPr id="32" name="Rectangle 31">
              <ns1:extLst>
                <ns1:ext uri="{FF2B5EF4-FFF2-40B4-BE49-F238E27FC236}">
                  <ns2:creationId id="{CDE0FA90-563C-4969-B9D8-7AEE5F16960F}"/>
                </ns1:ext>
              </ns1:extLst>
            </ns0:cNvPr>
            <ns0:cNvSpPr/>
            <ns0:nvPr/>
          </ns0:nvSpPr>
          <ns0:spPr>
            <ns1:xfrm>
              <ns1:off x="1589870" y="5541712"/>
              <ns1:ext cx="2816826" cy="442366"/>
            </ns1:xfrm>
            <ns1:prstGeom prst="rect">
              <ns1:avLst/>
            </ns1:prstGeom>
            <ns1:solidFill>
              <ns1:schemeClr val="tx1">
                <ns1:lumMod val="75000"/>
                <ns1:lumOff val="25000"/>
              </ns1:schemeClr>
            </ns1:solidFill>
            <ns1:ln>
              <ns1:noFill/>
            </ns1:ln>
          </ns0:spPr>
          <ns0:style>
            <ns1:lnRef idx="2">
              <ns1:schemeClr val="accent1">
                <ns1:shade val="50000"/>
              </ns1:schemeClr>
            </ns1:lnRef>
            <ns1:fillRef idx="1">
              <ns1:schemeClr val="accent1"/>
            </ns1:fillRef>
            <ns1:effectRef idx="0">
              <ns1:schemeClr val="accent1"/>
            </ns1:effectRef>
            <ns1:fontRef idx="minor">
              <ns1:schemeClr val="lt1"/>
            </ns1:fontRef>
          </ns0:style>
          <ns0:txBody>
            <ns1:bodyPr rtlCol="0" anchor="ctr"/>
            <ns1:lstStyle/>
            <ns1:p>
              <ns1:pPr algn="ctr"/>
              <ns1:endParaRPr lang="en-US">
                <ns1:latin typeface="Lato" panose="020F0502020204030203" pitchFamily="34" charset="0"/>
                <ns1:ea typeface="Lato" panose="020F0502020204030203" pitchFamily="34" charset="0"/>
                <ns1:cs typeface="Lato" panose="020F0502020204030203" pitchFamily="34" charset="0"/>
              </ns1:endParaRPr>
            </ns1:p>
          </ns0:txBody>
        </ns0:sp>
        <ns0:sp>
          <ns0:nvSpPr>
            <ns0:cNvPr id="33" name="TextBox 32">
              <ns1:extLst>
                <ns1:ext uri="{FF2B5EF4-FFF2-40B4-BE49-F238E27FC236}">
                  <ns2:creationId id="{D0DB33ED-F4C2-476D-BA08-5EB0FCC88FB8}"/>
                </ns1:ext>
              </ns1:extLst>
            </ns0:cNvPr>
            <ns0:cNvSpPr txBox="1"/>
            <ns0:nvPr/>
          </ns0:nvSpPr>
          <ns0:spPr>
            <ns1:xfrm>
              <ns1:off x="1589870" y="5619351"/>
              <ns1:ext cx="2816826" cy="276999"/>
            </ns1:xfrm>
            <ns1:prstGeom prst="rect">
              <ns1:avLst/>
            </ns1:prstGeom>
            <ns1:noFill/>
          </ns0:spPr>
          <ns0:txBody>
            <ns1:bodyPr wrap="square" rtlCol="0">
              <ns1:spAutoFit/>
            </ns1:bodyPr>
            <ns1:lstStyle/>
            <ns1:p>
              <ns1:pPr algn="ctr"/>
              <ns1:r>
                <ns1:rPr lang="en-US" sz="1200" b="1">
                  <ns1:solidFill>
                    <ns1:schemeClr val="bg1"/>
                  </ns1:solidFill>
                  <ns1:latin typeface="Lato" panose="020F0502020204030203" pitchFamily="34" charset="0"/>
                  <ns1:ea typeface="Lato" panose="020F0502020204030203" pitchFamily="34" charset="0"/>
                  <ns1:cs typeface="Lato" panose="020F0502020204030203" pitchFamily="34" charset="0"/>
                </ns1:rPr>
                <ns1:t>{SlideSupportingContent}</ns1:t>
              </ns1:r>
            </ns1:p>
          </ns0:txBody>
        </ns0:sp>
      </ns0:grpSp>
      <ns0:sp>
        <ns0:nvSpPr>
          <ns0:cNvPr id="40" name="TextBox 39">
            <ns1:extLst>
              <ns1:ext uri="{FF2B5EF4-FFF2-40B4-BE49-F238E27FC236}">
                <ns2:creationId id="{BE088865-927D-4F07-B852-AD932E49DA06}"/>
              </ns1:ext>
            </ns1:extLst>
          </ns0:cNvPr>
          <ns0:cNvSpPr txBox="1"/>
          <ns0:nvPr/>
        </ns0:nvSpPr>
        <ns0:spPr>
          <ns1:xfrm>
            <ns1:off x="4610792" y="486435"/>
            <ns1:ext cx="2970429" cy="523220"/>
          </ns1:xfrm>
          <ns1:prstGeom prst="rect">
            <ns1:avLst/>
          </ns1:prstGeom>
          <ns1:noFill/>
        </ns0:spPr>
        <ns0:txBody>
          <ns1:bodyPr wrap="none" rtlCol="0">
            <ns1:spAutoFit/>
          </ns1:bodyPr>
          <ns1:lstStyle/>
          <ns1:p>
            <ns1:pPr algn="ctr"/>
            <ns1:r>
              <ns1:rPr lang="en-US" sz="2800">
                <ns1:latin typeface="Playfair Display" panose="00000500000000000000" pitchFamily="50" charset="0"/>
              </ns1:rPr>
              <ns1:t>{SlideSectionLabel}</ns1:t>
            </ns1:r>
          </ns1:p>
        </ns0:txBody>
      </ns0:sp>
    </ns0:spTree>
    <ns0:extLst>
      <ns0:ext uri="{BB962C8B-B14F-4D97-AF65-F5344CB8AC3E}">
        <ns3:creationId val="713513309"/>
      </ns0:ext>
    </ns0:extLst>
  </ns0:cSld>
  <ns0:clrMapOvr>
    <ns1:masterClrMapping/>
  </ns0:clrMapOvr>
</ns0:sld>
</file>

<file path=ppt/slides/slide24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microsoft.com/office/powerpoint/2010/main" xmlns:ns4="http://schemas.openxmlformats.org/drawingml/2006/chart" xmlns:ns5="http://schemas.openxmlformats.org/officeDocument/2006/relationships" xmlns:ns6="http://schemas.microsoft.com/office/drawing/2010/main">
  <ns0:cSld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graphicFrame>
        <ns0:nvGraphicFramePr>
          <ns0:cNvPr id="3" name="Chart 2">
            <ns1:extLst>
              <ns1:ext uri="{FF2B5EF4-FFF2-40B4-BE49-F238E27FC236}">
                <ns2:creationId id="{627CC3B5-2BC0-47B8-BEC8-562910B72D7A}"/>
              </ns1:ext>
            </ns1:extLst>
          </ns0:cNvPr>
          <ns0:cNvGraphicFramePr/>
          <ns0:nvPr>
            <ns0:extLst>
              <ns0:ext uri="{D42A27DB-BD31-4B8C-83A1-F6EECF244321}">
                <ns3:modId val="3456036160"/>
              </ns0:ext>
            </ns0:extLst>
          </ns0:nvPr>
        </ns0:nvGraphicFramePr>
        <ns0:xfrm>
          <ns1:off x="641445" y="947560"/>
          <ns1:ext cx="6527458" cy="5239789"/>
        </ns0:xfrm>
        <ns1:graphic>
          <ns1:graphicData uri="http://schemas.openxmlformats.org/drawingml/2006/chart">
            <ns4:chart ns5:id="rId2"/>
          </ns1:graphicData>
        </ns1:graphic>
      </ns0:graphicFrame>
      <ns0:sp>
        <ns0:nvSpPr>
          <ns0:cNvPr id="4" name="TextBox 3">
            <ns1:extLst>
              <ns1:ext uri="{FF2B5EF4-FFF2-40B4-BE49-F238E27FC236}">
                <ns2:creationId id="{3248EB0B-9F44-4EBF-8AD6-77C04E04E05C}"/>
              </ns1:ext>
            </ns1:extLst>
          </ns0:cNvPr>
          <ns0:cNvSpPr txBox="1"/>
          <ns0:nvPr/>
        </ns0:nvSpPr>
        <ns0:spPr>
          <ns1:xfrm>
            <ns1:off x="7638450" y="947561"/>
            <ns1:ext cx="3588947" cy="461665"/>
          </ns1:xfrm>
          <ns1:prstGeom prst="rect">
            <ns1:avLst/>
          </ns1:prstGeom>
          <ns1:noFill/>
        </ns0:spPr>
        <ns0:txBody>
          <ns1:bodyPr wrap="square" rtlCol="0">
            <ns1:spAutoFit/>
          </ns1:bodyPr>
          <ns1:lstStyle/>
          <ns1:p>
            <ns1:r>
              <ns1:rPr lang="en-US" sz="2400">
                <ns1:latin typeface="Playfair Display" panose="00000500000000000000" pitchFamily="50" charset="0"/>
              </ns1:rPr>
              <ns1:t>{SlideSectionLabel}</ns1:t>
            </ns1:r>
          </ns1:p>
        </ns0:txBody>
      </ns0:sp>
      <ns0:sp>
        <ns0:nvSpPr>
          <ns0:cNvPr id="5" name="TextBox 4">
            <ns1:extLst>
              <ns1:ext uri="{FF2B5EF4-FFF2-40B4-BE49-F238E27FC236}">
                <ns2:creationId id="{B70133D8-35A7-44FB-9413-3B6E8CB673B0}"/>
              </ns1:ext>
            </ns1:extLst>
          </ns0:cNvPr>
          <ns0:cNvSpPr txBox="1"/>
          <ns0:nvPr/>
        </ns0:nvSpPr>
        <ns0:spPr>
          <ns1:xfrm>
            <ns1:off x="7638450" y="1415040"/>
            <ns1:ext cx="3588947" cy="886846"/>
          </ns1:xfrm>
          <ns1:prstGeom prst="rect">
            <ns1:avLst/>
          </ns1:prstGeom>
          <ns1:noFill/>
        </ns0:spPr>
        <ns0:txBody>
          <ns1:bodyPr wrap="square" rtlCol="0">
            <ns1:spAutoFit/>
          </ns1:bodyPr>
          <ns1:lstStyle/>
          <ns1:p>
            <ns1:pPr>
              <ns1:lnSpc>
                <ns1:spcPct val="150000"/>
              </ns1:lnSpc>
            </ns1:pPr>
            <ns1:r>
              <ns1:rPr lang="en-US" sz="1200">
                <ns1:solidFill>
                  <ns1:schemeClr val="bg1">
                    <ns1:lumMod val="50000"/>
                  </ns1:schemeClr>
                </ns1:solidFill>
                <ns1:latin typeface="Lato" panose="020F0502020204030203" pitchFamily="34" charset="0"/>
                <ns1:ea typeface="Lato" panose="020F0502020204030203" pitchFamily="34" charset="0"/>
                <ns1:cs typeface="Lato" panose="020F0502020204030203" pitchFamily="34" charset="0"/>
              </ns1:rPr>
              <ns1:t>{SlideSupportingContent}</ns1:t>
            </ns1:r>
          </ns1:p>
        </ns0:txBody>
      </ns0:sp>
      <ns0:sp>
        <ns0:nvSpPr>
          <ns0:cNvPr id="7" name="TextBox 6">
            <ns1:extLst>
              <ns1:ext uri="{FF2B5EF4-FFF2-40B4-BE49-F238E27FC236}">
                <ns2:creationId id="{7EC32660-05FE-42A4-8161-60A615B02080}"/>
              </ns1:ext>
            </ns1:extLst>
          </ns0:cNvPr>
          <ns0:cNvSpPr txBox="1"/>
          <ns0:nvPr/>
        </ns0:nvSpPr>
        <ns0:spPr>
          <ns1:xfrm>
            <ns1:off x="8760225" y="2597438"/>
            <ns1:ext cx="2467172" cy="276999"/>
          </ns1:xfrm>
          <ns1:prstGeom prst="rect">
            <ns1:avLst/>
          </ns1:prstGeom>
          <ns1:noFill/>
        </ns0:spPr>
        <ns0:txBody>
          <ns1:bodyPr wrap="square" rtlCol="0">
            <ns1:spAutoFit/>
          </ns1:bodyPr>
          <ns1:lstStyle/>
          <ns1:p>
            <ns1:r>
              <ns1:rPr lang="en-US" sz="1200" b="1">
                <ns1:solidFill>
                  <ns1:schemeClr val="tx1">
                    <ns1:lumMod val="75000"/>
                    <ns1:lumOff val="25000"/>
                  </ns1:schemeClr>
                </ns1:solidFill>
                <ns1:latin typeface="Lato" panose="020F0502020204030203" pitchFamily="34" charset="0"/>
                <ns1:ea typeface="Lato" panose="020F0502020204030203" pitchFamily="34" charset="0"/>
                <ns1:cs typeface="Lato" panose="020F0502020204030203" pitchFamily="34" charset="0"/>
              </ns1:rPr>
              <ns1:t>{SlideCallout}</ns1:t>
            </ns1:r>
          </ns1:p>
        </ns0:txBody>
      </ns0:sp>
      <ns0:sp>
        <ns0:nvSpPr>
          <ns0:cNvPr id="8" name="TextBox 7">
            <ns1:extLst>
              <ns1:ext uri="{FF2B5EF4-FFF2-40B4-BE49-F238E27FC236}">
                <ns2:creationId id="{FEA9107F-B915-4C0A-A186-7F2CDF535285}"/>
              </ns1:ext>
            </ns1:extLst>
          </ns0:cNvPr>
          <ns0:cNvSpPr txBox="1"/>
          <ns0:nvPr/>
        </ns0:nvSpPr>
        <ns0:spPr>
          <ns1:xfrm>
            <ns1:off x="8742136" y="2849309"/>
            <ns1:ext cx="2485261" cy="537135"/>
          </ns1:xfrm>
          <ns1:prstGeom prst="rect">
            <ns1:avLst/>
          </ns1:prstGeom>
          <ns1:noFill/>
        </ns0:spPr>
        <ns0:txBody>
          <ns1:bodyPr wrap="square" rtlCol="0">
            <ns1:spAutoFit/>
          </ns1:bodyPr>
          <ns1:lstStyle/>
          <ns1:p>
            <ns1:pPr>
              <ns1:lnSpc>
                <ns1:spcPct val="140000"/>
              </ns1:lnSpc>
            </ns1:pPr>
            <ns1:r>
              <ns1:rPr lang="en-US" sz="1100">
                <ns1:solidFill>
                  <ns1:schemeClr val="bg1">
                    <ns1:lumMod val="50000"/>
                  </ns1:schemeClr>
                </ns1:solidFill>
                <ns1:latin typeface="Lato" panose="020F0502020204030203" pitchFamily="34" charset="0"/>
                <ns1:ea typeface="Lato" panose="020F0502020204030203" pitchFamily="34" charset="0"/>
                <ns1:cs typeface="Lato" panose="020F0502020204030203" pitchFamily="34" charset="0"/>
              </ns1:rPr>
              <ns1:t>{SlideCaption}</ns1:t>
            </ns1:r>
          </ns1:p>
        </ns0:txBody>
      </ns0:sp>
      <ns0:sp>
        <ns0:nvSpPr>
          <ns0:cNvPr id="10" name="Oval 9">
            <ns1:extLst>
              <ns1:ext uri="{FF2B5EF4-FFF2-40B4-BE49-F238E27FC236}">
                <ns2:creationId id="{43C3931A-3AA4-4B26-9300-FDB1C6520AD5}"/>
              </ns1:ext>
            </ns1:extLst>
          </ns0:cNvPr>
          <ns0:cNvSpPr/>
          <ns0:nvPr/>
        </ns0:nvSpPr>
        <ns0:spPr>
          <ns1:xfrm>
            <ns1:off x="7665746" y="2551758"/>
            <ns1:ext cx="950612" cy="950612"/>
          </ns1:xfrm>
          <ns1:prstGeom prst="ellipse">
            <ns1:avLst/>
          </ns1:prstGeom>
          <ns1:solidFill>
            <ns1:srgbClr val="F1856F"/>
          </ns1:solidFill>
          <ns1:ln>
            <ns1:noFill/>
          </ns1:ln>
        </ns0:spPr>
        <ns0:style>
          <ns1:lnRef idx="2">
            <ns1:schemeClr val="accent1">
              <ns1:shade val="50000"/>
            </ns1:schemeClr>
          </ns1:lnRef>
          <ns1:fillRef idx="1">
            <ns1:schemeClr val="accent1"/>
          </ns1:fillRef>
          <ns1:effectRef idx="0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endParaRPr lang="en-US"/>
          </ns1:p>
        </ns0:txBody>
      </ns0:sp>
      <ns0:grpSp>
        <ns0:nvGrpSpPr>
          <ns0:cNvPr id="11" name="Group 28">
            <ns1:extLst>
              <ns1:ext uri="{FF2B5EF4-FFF2-40B4-BE49-F238E27FC236}">
                <ns2:creationId id="{93E4E238-0FF4-41A7-9806-3AB3DFF1DF90}"/>
              </ns1:ext>
            </ns1:extLst>
          </ns0:cNvPr>
          <ns0:cNvGrpSpPr>
            <ns1:grpSpLocks noChangeAspect="1"/>
          </ns0:cNvGrpSpPr>
          <ns0:nvPr/>
        </ns0:nvGrpSpPr>
        <ns0:grpSpPr bwMode="auto">
          <ns1:xfrm>
            <ns1:off x="7873641" y="2798919"/>
            <ns1:ext cx="534822" cy="456290"/>
            <ns1:chOff x="1310" y="3"/>
            <ns1:chExt cx="5060" cy="4317"/>
          </ns1:xfrm>
          <ns1:solidFill>
            <ns1:schemeClr val="bg1"/>
          </ns1:solidFill>
        </ns0:grpSpPr>
        <ns0:sp>
          <ns0:nvSpPr>
            <ns0:cNvPr id="12" name="Freeform 29">
              <ns1:extLst>
                <ns1:ext uri="{FF2B5EF4-FFF2-40B4-BE49-F238E27FC236}">
                  <ns2:creationId id="{FF6AF5CE-09D4-4EFD-9D03-174BF1F9E706}"/>
                </ns1:ext>
              </ns1:extLst>
            </ns0:cNvPr>
            <ns0:cNvSpPr>
              <ns1:spLocks noEditPoints="1"/>
            </ns0:cNvSpPr>
            <ns0:nvPr/>
          </ns0:nvSpPr>
          <ns0:spPr bwMode="auto">
            <ns1:xfrm>
              <ns1:off x="3086" y="3387"/>
              <ns1:ext cx="614" cy="233"/>
            </ns1:xfrm>
            <ns1:custGeom>
              <ns1:avLst/>
              <ns1:gdLst>
                <ns1:gd name="T0" fmla="*/ 199 w 251"/>
                <ns1:gd name="T1" fmla="*/ 10 h 95"/>
                <ns1:gd name="T2" fmla="*/ 53 w 251"/>
                <ns1:gd name="T3" fmla="*/ 10 h 95"/>
                <ns1:gd name="T4" fmla="*/ 10 w 251"/>
                <ns1:gd name="T5" fmla="*/ 15 h 95"/>
                <ns1:gd name="T6" fmla="*/ 16 w 251"/>
                <ns1:gd name="T7" fmla="*/ 57 h 95"/>
                <ns1:gd name="T8" fmla="*/ 126 w 251"/>
                <ns1:gd name="T9" fmla="*/ 95 h 95"/>
                <ns1:gd name="T10" fmla="*/ 236 w 251"/>
                <ns1:gd name="T11" fmla="*/ 57 h 95"/>
                <ns1:gd name="T12" fmla="*/ 241 w 251"/>
                <ns1:gd name="T13" fmla="*/ 15 h 95"/>
                <ns1:gd name="T14" fmla="*/ 199 w 251"/>
                <ns1:gd name="T15" fmla="*/ 10 h 95"/>
                <ns1:gd name="T16" fmla="*/ 199 w 251"/>
                <ns1:gd name="T17" fmla="*/ 10 h 95"/>
                <ns1:gd name="T18" fmla="*/ 199 w 251"/>
                <ns1:gd name="T19" fmla="*/ 10 h 95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</ns1:cxnLst>
              <ns1:rect l="0" t="0" r="r" b="b"/>
              <ns1:pathLst>
                <ns1:path w="251" h="95">
                  <ns1:moveTo>
                    <ns1:pt x="199" y="10"/>
                  </ns1:moveTo>
                  <ns1:cubicBezTo>
                    <ns1:pt x="156" y="43"/>
                    <ns1:pt x="96" y="43"/>
                    <ns1:pt x="53" y="10"/>
                  </ns1:cubicBezTo>
                  <ns1:cubicBezTo>
                    <ns1:pt x="39" y="0"/>
                    <ns1:pt x="21" y="2"/>
                    <ns1:pt x="10" y="15"/>
                  </ns1:cubicBezTo>
                  <ns1:cubicBezTo>
                    <ns1:pt x="0" y="28"/>
                    <ns1:pt x="3" y="47"/>
                    <ns1:pt x="16" y="57"/>
                  </ns1:cubicBezTo>
                  <ns1:cubicBezTo>
                    <ns1:pt x="48" y="83"/>
                    <ns1:pt x="87" y="95"/>
                    <ns1:pt x="126" y="95"/>
                  </ns1:cubicBezTo>
                  <ns1:cubicBezTo>
                    <ns1:pt x="165" y="95"/>
                    <ns1:pt x="203" y="83"/>
                    <ns1:pt x="236" y="57"/>
                  </ns1:cubicBezTo>
                  <ns1:cubicBezTo>
                    <ns1:pt x="249" y="47"/>
                    <ns1:pt x="251" y="28"/>
                    <ns1:pt x="241" y="15"/>
                  </ns1:cubicBezTo>
                  <ns1:cubicBezTo>
                    <ns1:pt x="231" y="2"/>
                    <ns1:pt x="212" y="0"/>
                    <ns1:pt x="199" y="10"/>
                  </ns1:cubicBezTo>
                  <ns1:close/>
                  <ns1:moveTo>
                    <ns1:pt x="199" y="10"/>
                  </ns1:moveTo>
                  <ns1:cubicBezTo>
                    <ns1:pt x="199" y="10"/>
                    <ns1:pt x="199" y="10"/>
                    <ns1:pt x="199" y="10"/>
                  </ns1:cubicBezTo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6:hiddenLine w="9525">
                  <ns1:solidFill>
                    <ns1:srgbClr val="000000"/>
                  </ns1:solidFill>
                  <ns1:round/>
                  <ns1:headEnd/>
                  <ns1:tailEnd/>
                </ns6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en-US"/>
            </ns1:p>
          </ns0:txBody>
        </ns0:sp>
        <ns0:sp>
          <ns0:nvSpPr>
            <ns0:cNvPr id="13" name="Freeform 30">
              <ns1:extLst>
                <ns1:ext uri="{FF2B5EF4-FFF2-40B4-BE49-F238E27FC236}">
                  <ns2:creationId id="{C1EDCEE4-286C-4B05-B101-EB1E248BE5AF}"/>
                </ns1:ext>
              </ns1:extLst>
            </ns0:cNvPr>
            <ns0:cNvSpPr>
              <ns1:spLocks noEditPoints="1"/>
            </ns0:cNvSpPr>
            <ns0:nvPr/>
          </ns0:nvSpPr>
          <ns0:spPr bwMode="auto">
            <ns1:xfrm>
              <ns1:off x="2410" y="3304"/>
              <ns1:ext cx="389" cy="225"/>
            </ns1:xfrm>
            <ns1:custGeom>
              <ns1:avLst/>
              <ns1:gdLst>
                <ns1:gd name="T0" fmla="*/ 79 w 159"/>
                <ns1:gd name="T1" fmla="*/ 0 h 92"/>
                <ns1:gd name="T2" fmla="*/ 9 w 159"/>
                <ns1:gd name="T3" fmla="*/ 39 h 92"/>
                <ns1:gd name="T4" fmla="*/ 17 w 159"/>
                <ns1:gd name="T5" fmla="*/ 80 h 92"/>
                <ns1:gd name="T6" fmla="*/ 59 w 159"/>
                <ns1:gd name="T7" fmla="*/ 72 h 92"/>
                <ns1:gd name="T8" fmla="*/ 79 w 159"/>
                <ns1:gd name="T9" fmla="*/ 60 h 92"/>
                <ns1:gd name="T10" fmla="*/ 100 w 159"/>
                <ns1:gd name="T11" fmla="*/ 72 h 92"/>
                <ns1:gd name="T12" fmla="*/ 141 w 159"/>
                <ns1:gd name="T13" fmla="*/ 80 h 92"/>
                <ns1:gd name="T14" fmla="*/ 150 w 159"/>
                <ns1:gd name="T15" fmla="*/ 39 h 92"/>
                <ns1:gd name="T16" fmla="*/ 79 w 159"/>
                <ns1:gd name="T17" fmla="*/ 0 h 92"/>
                <ns1:gd name="T18" fmla="*/ 79 w 159"/>
                <ns1:gd name="T19" fmla="*/ 0 h 92"/>
                <ns1:gd name="T20" fmla="*/ 79 w 159"/>
                <ns1:gd name="T21" fmla="*/ 0 h 92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</ns1:cxnLst>
              <ns1:rect l="0" t="0" r="r" b="b"/>
              <ns1:pathLst>
                <ns1:path w="159" h="92">
                  <ns1:moveTo>
                    <ns1:pt x="79" y="0"/>
                  </ns1:moveTo>
                  <ns1:cubicBezTo>
                    <ns1:pt x="51" y="0"/>
                    <ns1:pt x="24" y="15"/>
                    <ns1:pt x="9" y="39"/>
                  </ns1:cubicBezTo>
                  <ns1:cubicBezTo>
                    <ns1:pt x="0" y="52"/>
                    <ns1:pt x="3" y="71"/>
                    <ns1:pt x="17" y="80"/>
                  </ns1:cubicBezTo>
                  <ns1:cubicBezTo>
                    <ns1:pt x="31" y="89"/>
                    <ns1:pt x="50" y="85"/>
                    <ns1:pt x="59" y="72"/>
                  </ns1:cubicBezTo>
                  <ns1:cubicBezTo>
                    <ns1:pt x="65" y="62"/>
                    <ns1:pt x="75" y="60"/>
                    <ns1:pt x="79" y="60"/>
                  </ns1:cubicBezTo>
                  <ns1:cubicBezTo>
                    <ns1:pt x="83" y="60"/>
                    <ns1:pt x="93" y="62"/>
                    <ns1:pt x="100" y="72"/>
                  </ns1:cubicBezTo>
                  <ns1:cubicBezTo>
                    <ns1:pt x="114" y="92"/>
                    <ns1:pt x="136" y="83"/>
                    <ns1:pt x="141" y="80"/>
                  </ns1:cubicBezTo>
                  <ns1:cubicBezTo>
                    <ns1:pt x="155" y="71"/>
                    <ns1:pt x="159" y="52"/>
                    <ns1:pt x="150" y="39"/>
                  </ns1:cubicBezTo>
                  <ns1:cubicBezTo>
                    <ns1:pt x="134" y="15"/>
                    <ns1:pt x="108" y="0"/>
                    <ns1:pt x="79" y="0"/>
                  </ns1:cubicBezTo>
                  <ns1:close/>
                  <ns1:moveTo>
                    <ns1:pt x="79" y="0"/>
                  </ns1:moveTo>
                  <ns1:cubicBezTo>
                    <ns1:pt x="79" y="0"/>
                    <ns1:pt x="79" y="0"/>
                    <ns1:pt x="79" y="0"/>
                  </ns1:cubicBezTo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6:hiddenLine w="9525">
                  <ns1:solidFill>
                    <ns1:srgbClr val="000000"/>
                  </ns1:solidFill>
                  <ns1:round/>
                  <ns1:headEnd/>
                  <ns1:tailEnd/>
                </ns6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en-US"/>
            </ns1:p>
          </ns0:txBody>
        </ns0:sp>
        <ns0:sp>
          <ns0:nvSpPr>
            <ns0:cNvPr id="14" name="Freeform 31">
              <ns1:extLst>
                <ns1:ext uri="{FF2B5EF4-FFF2-40B4-BE49-F238E27FC236}">
                  <ns2:creationId id="{4353B988-127F-4AC9-B0CC-9C592A72DD34}"/>
                </ns1:ext>
              </ns1:extLst>
            </ns0:cNvPr>
            <ns0:cNvSpPr>
              <ns1:spLocks noEditPoints="1"/>
            </ns0:cNvSpPr>
            <ns0:nvPr/>
          </ns0:nvSpPr>
          <ns0:spPr bwMode="auto">
            <ns1:xfrm>
              <ns1:off x="3989" y="3304"/>
              <ns1:ext cx="390" cy="225"/>
            </ns1:xfrm>
            <ns1:custGeom>
              <ns1:avLst/>
              <ns1:gdLst>
                <ns1:gd name="T0" fmla="*/ 79 w 159"/>
                <ns1:gd name="T1" fmla="*/ 0 h 92"/>
                <ns1:gd name="T2" fmla="*/ 9 w 159"/>
                <ns1:gd name="T3" fmla="*/ 39 h 92"/>
                <ns1:gd name="T4" fmla="*/ 17 w 159"/>
                <ns1:gd name="T5" fmla="*/ 80 h 92"/>
                <ns1:gd name="T6" fmla="*/ 59 w 159"/>
                <ns1:gd name="T7" fmla="*/ 72 h 92"/>
                <ns1:gd name="T8" fmla="*/ 79 w 159"/>
                <ns1:gd name="T9" fmla="*/ 60 h 92"/>
                <ns1:gd name="T10" fmla="*/ 100 w 159"/>
                <ns1:gd name="T11" fmla="*/ 72 h 92"/>
                <ns1:gd name="T12" fmla="*/ 141 w 159"/>
                <ns1:gd name="T13" fmla="*/ 80 h 92"/>
                <ns1:gd name="T14" fmla="*/ 150 w 159"/>
                <ns1:gd name="T15" fmla="*/ 39 h 92"/>
                <ns1:gd name="T16" fmla="*/ 79 w 159"/>
                <ns1:gd name="T17" fmla="*/ 0 h 92"/>
                <ns1:gd name="T18" fmla="*/ 79 w 159"/>
                <ns1:gd name="T19" fmla="*/ 0 h 92"/>
                <ns1:gd name="T20" fmla="*/ 79 w 159"/>
                <ns1:gd name="T21" fmla="*/ 0 h 92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</ns1:cxnLst>
              <ns1:rect l="0" t="0" r="r" b="b"/>
              <ns1:pathLst>
                <ns1:path w="159" h="92">
                  <ns1:moveTo>
                    <ns1:pt x="79" y="0"/>
                  </ns1:moveTo>
                  <ns1:cubicBezTo>
                    <ns1:pt x="51" y="0"/>
                    <ns1:pt x="24" y="15"/>
                    <ns1:pt x="9" y="39"/>
                  </ns1:cubicBezTo>
                  <ns1:cubicBezTo>
                    <ns1:pt x="0" y="52"/>
                    <ns1:pt x="4" y="71"/>
                    <ns1:pt x="17" y="80"/>
                  </ns1:cubicBezTo>
                  <ns1:cubicBezTo>
                    <ns1:pt x="31" y="89"/>
                    <ns1:pt x="50" y="85"/>
                    <ns1:pt x="59" y="72"/>
                  </ns1:cubicBezTo>
                  <ns1:cubicBezTo>
                    <ns1:pt x="66" y="62"/>
                    <ns1:pt x="75" y="60"/>
                    <ns1:pt x="79" y="60"/>
                  </ns1:cubicBezTo>
                  <ns1:cubicBezTo>
                    <ns1:pt x="83" y="60"/>
                    <ns1:pt x="93" y="62"/>
                    <ns1:pt x="100" y="72"/>
                  </ns1:cubicBezTo>
                  <ns1:cubicBezTo>
                    <ns1:pt x="114" y="92"/>
                    <ns1:pt x="136" y="83"/>
                    <ns1:pt x="141" y="80"/>
                  </ns1:cubicBezTo>
                  <ns1:cubicBezTo>
                    <ns1:pt x="155" y="71"/>
                    <ns1:pt x="159" y="52"/>
                    <ns1:pt x="150" y="39"/>
                  </ns1:cubicBezTo>
                  <ns1:cubicBezTo>
                    <ns1:pt x="134" y="15"/>
                    <ns1:pt x="108" y="0"/>
                    <ns1:pt x="79" y="0"/>
                  </ns1:cubicBezTo>
                  <ns1:close/>
                  <ns1:moveTo>
                    <ns1:pt x="79" y="0"/>
                  </ns1:moveTo>
                  <ns1:cubicBezTo>
                    <ns1:pt x="79" y="0"/>
                    <ns1:pt x="79" y="0"/>
                    <ns1:pt x="79" y="0"/>
                  </ns1:cubicBezTo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6:hiddenLine w="9525">
                  <ns1:solidFill>
                    <ns1:srgbClr val="000000"/>
                  </ns1:solidFill>
                  <ns1:round/>
                  <ns1:headEnd/>
                  <ns1:tailEnd/>
                </ns6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en-US"/>
            </ns1:p>
          </ns0:txBody>
        </ns0:sp>
        <ns0:sp>
          <ns0:nvSpPr>
            <ns0:cNvPr id="15" name="Freeform 32">
              <ns1:extLst>
                <ns1:ext uri="{FF2B5EF4-FFF2-40B4-BE49-F238E27FC236}">
                  <ns2:creationId id="{7F92DADC-0D45-4FD7-998B-A94BF987D45A}"/>
                </ns1:ext>
              </ns1:extLst>
            </ns0:cNvPr>
            <ns0:cNvSpPr>
              <ns1:spLocks noEditPoints="1"/>
            </ns0:cNvSpPr>
            <ns0:nvPr/>
          </ns0:nvSpPr>
          <ns0:spPr bwMode="auto">
            <ns1:xfrm>
              <ns1:off x="1310" y="113"/>
              <ns1:ext cx="5060" cy="4207"/>
            </ns1:xfrm>
            <ns1:custGeom>
              <ns1:avLst/>
              <ns1:gdLst>
                <ns1:gd name="T0" fmla="*/ 1869 w 2066"/>
                <ns1:gd name="T1" fmla="*/ 844 h 1718"/>
                <ns1:gd name="T2" fmla="*/ 1481 w 2066"/>
                <ns1:gd name="T3" fmla="*/ 780 h 1718"/>
                <ns1:gd name="T4" fmla="*/ 1714 w 2066"/>
                <ns1:gd name="T5" fmla="*/ 505 h 1718"/>
                <ns1:gd name="T6" fmla="*/ 1749 w 2066"/>
                <ns1:gd name="T7" fmla="*/ 276 h 1718"/>
                <ns1:gd name="T8" fmla="*/ 1368 w 2066"/>
                <ns1:gd name="T9" fmla="*/ 104 h 1718"/>
                <ns1:gd name="T10" fmla="*/ 1206 w 2066"/>
                <ns1:gd name="T11" fmla="*/ 32 h 1718"/>
                <ns1:gd name="T12" fmla="*/ 716 w 2066"/>
                <ns1:gd name="T13" fmla="*/ 58 h 1718"/>
                <ns1:gd name="T14" fmla="*/ 586 w 2066"/>
                <ns1:gd name="T15" fmla="*/ 139 h 1718"/>
                <ns1:gd name="T16" fmla="*/ 604 w 2066"/>
                <ns1:gd name="T17" fmla="*/ 197 h 1718"/>
                <ns1:gd name="T18" fmla="*/ 741 w 2066"/>
                <ns1:gd name="T19" fmla="*/ 201 h 1718"/>
                <ns1:gd name="T20" fmla="*/ 1325 w 2066"/>
                <ns1:gd name="T21" fmla="*/ 201 h 1718"/>
                <ns1:gd name="T22" fmla="*/ 1636 w 2066"/>
                <ns1:gd name="T23" fmla="*/ 251 h 1718"/>
                <ns1:gd name="T24" fmla="*/ 1698 w 2066"/>
                <ns1:gd name="T25" fmla="*/ 380 h 1718"/>
                <ns1:gd name="T26" fmla="*/ 1546 w 2066"/>
                <ns1:gd name="T27" fmla="*/ 544 h 1718"/>
                <ns1:gd name="T28" fmla="*/ 1420 w 2066"/>
                <ns1:gd name="T29" fmla="*/ 555 h 1718"/>
                <ns1:gd name="T30" fmla="*/ 645 w 2066"/>
                <ns1:gd name="T31" fmla="*/ 780 h 1718"/>
                <ns1:gd name="T32" fmla="*/ 610 w 2066"/>
                <ns1:gd name="T33" fmla="*/ 525 h 1718"/>
                <ns1:gd name="T34" fmla="*/ 408 w 2066"/>
                <ns1:gd name="T35" fmla="*/ 483 h 1718"/>
                <ns1:gd name="T36" fmla="*/ 371 w 2066"/>
                <ns1:gd name="T37" fmla="*/ 302 h 1718"/>
                <ns1:gd name="T38" fmla="*/ 482 w 2066"/>
                <ns1:gd name="T39" fmla="*/ 235 h 1718"/>
                <ns1:gd name="T40" fmla="*/ 464 w 2066"/>
                <ns1:gd name="T41" fmla="*/ 178 h 1718"/>
                <ns1:gd name="T42" fmla="*/ 317 w 2066"/>
                <ns1:gd name="T43" fmla="*/ 276 h 1718"/>
                <ns1:gd name="T44" fmla="*/ 352 w 2066"/>
                <ns1:gd name="T45" fmla="*/ 505 h 1718"/>
                <ns1:gd name="T46" fmla="*/ 585 w 2066"/>
                <ns1:gd name="T47" fmla="*/ 780 h 1718"/>
                <ns1:gd name="T48" fmla="*/ 197 w 2066"/>
                <ns1:gd name="T49" fmla="*/ 844 h 1718"/>
                <ns1:gd name="T50" fmla="*/ 18 w 2066"/>
                <ns1:gd name="T51" fmla="*/ 1120 h 1718"/>
                <ns1:gd name="T52" fmla="*/ 243 w 2066"/>
                <ns1:gd name="T53" fmla="*/ 1189 h 1718"/>
                <ns1:gd name="T54" fmla="*/ 426 w 2066"/>
                <ns1:gd name="T55" fmla="*/ 1718 h 1718"/>
                <ns1:gd name="T56" fmla="*/ 1823 w 2066"/>
                <ns1:gd name="T57" fmla="*/ 1535 h 1718"/>
                <ns1:gd name="T58" fmla="*/ 1858 w 2066"/>
                <ns1:gd name="T59" fmla="*/ 1189 h 1718"/>
                <ns1:gd name="T60" fmla="*/ 2048 w 2066"/>
                <ns1:gd name="T61" fmla="*/ 1120 h 1718"/>
                <ns1:gd name="T62" fmla="*/ 1291 w 2066"/>
                <ns1:gd name="T63" fmla="*/ 152 h 1718"/>
                <ns1:gd name="T64" fmla="*/ 775 w 2066"/>
                <ns1:gd name="T65" fmla="*/ 152 h 1718"/>
                <ns1:gd name="T66" fmla="*/ 825 w 2066"/>
                <ns1:gd name="T67" fmla="*/ 82 h 1718"/>
                <ns1:gd name="T68" fmla="*/ 1301 w 2066"/>
                <ns1:gd name="T69" fmla="*/ 92 h 1718"/>
                <ns1:gd name="T70" fmla="*/ 73 w 2066"/>
                <ns1:gd name="T71" fmla="*/ 1097 h 1718"/>
                <ns1:gd name="T72" fmla="*/ 239 w 2066"/>
                <ns1:gd name="T73" fmla="*/ 886 h 1718"/>
                <ns1:gd name="T74" fmla="*/ 1356 w 2066"/>
                <ns1:gd name="T75" fmla="*/ 840 h 1718"/>
                <ns1:gd name="T76" fmla="*/ 1000 w 2066"/>
                <ns1:gd name="T77" fmla="*/ 1129 h 1718"/>
                <ns1:gd name="T78" fmla="*/ 73 w 2066"/>
                <ns1:gd name="T79" fmla="*/ 1097 h 1718"/>
                <ns1:gd name="T80" fmla="*/ 303 w 2066"/>
                <ns1:gd name="T81" fmla="*/ 1535 h 1718"/>
                <ns1:gd name="T82" fmla="*/ 1000 w 2066"/>
                <ns1:gd name="T83" fmla="*/ 1189 h 1718"/>
                <ns1:gd name="T84" fmla="*/ 1399 w 2066"/>
                <ns1:gd name="T85" fmla="*/ 882 h 1718"/>
                <ns1:gd name="T86" fmla="*/ 426 w 2066"/>
                <ns1:gd name="T87" fmla="*/ 1658 h 1718"/>
                <ns1:gd name="T88" fmla="*/ 1945 w 2066"/>
                <ns1:gd name="T89" fmla="*/ 1129 h 1718"/>
                <ns1:gd name="T90" fmla="*/ 1742 w 2066"/>
                <ns1:gd name="T91" fmla="*/ 1081 h 1718"/>
                <ns1:gd name="T92" fmla="*/ 1654 w 2066"/>
                <ns1:gd name="T93" fmla="*/ 1035 h 1718"/>
                <ns1:gd name="T94" fmla="*/ 1699 w 2066"/>
                <ns1:gd name="T95" fmla="*/ 1123 h 1718"/>
                <ns1:gd name="T96" fmla="*/ 1763 w 2066"/>
                <ns1:gd name="T97" fmla="*/ 1535 h 1718"/>
                <ns1:gd name="T98" fmla="*/ 1459 w 2066"/>
                <ns1:gd name="T99" fmla="*/ 1658 h 1718"/>
                <ns1:gd name="T100" fmla="*/ 1570 w 2066"/>
                <ns1:gd name="T101" fmla="*/ 994 h 1718"/>
                <ns1:gd name="T102" fmla="*/ 1612 w 2066"/>
                <ns1:gd name="T103" fmla="*/ 951 h 1718"/>
                <ns1:gd name="T104" fmla="*/ 1715 w 2066"/>
                <ns1:gd name="T105" fmla="*/ 840 h 1718"/>
                <ns1:gd name="T106" fmla="*/ 1982 w 2066"/>
                <ns1:gd name="T107" fmla="*/ 1041 h 1718"/>
                <ns1:gd name="T108" fmla="*/ 1993 w 2066"/>
                <ns1:gd name="T109" fmla="*/ 1097 h 1718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  <ns1:cxn ang="0">
                  <ns1:pos x="T30" y="T31"/>
                </ns1:cxn>
                <ns1:cxn ang="0">
                  <ns1:pos x="T32" y="T33"/>
                </ns1:cxn>
                <ns1:cxn ang="0">
                  <ns1:pos x="T34" y="T35"/>
                </ns1:cxn>
                <ns1:cxn ang="0">
                  <ns1:pos x="T36" y="T37"/>
                </ns1:cxn>
                <ns1:cxn ang="0">
                  <ns1:pos x="T38" y="T39"/>
                </ns1:cxn>
                <ns1:cxn ang="0">
                  <ns1:pos x="T40" y="T41"/>
                </ns1:cxn>
                <ns1:cxn ang="0">
                  <ns1:pos x="T42" y="T43"/>
                </ns1:cxn>
                <ns1:cxn ang="0">
                  <ns1:pos x="T44" y="T45"/>
                </ns1:cxn>
                <ns1:cxn ang="0">
                  <ns1:pos x="T46" y="T47"/>
                </ns1:cxn>
                <ns1:cxn ang="0">
                  <ns1:pos x="T48" y="T49"/>
                </ns1:cxn>
                <ns1:cxn ang="0">
                  <ns1:pos x="T50" y="T51"/>
                </ns1:cxn>
                <ns1:cxn ang="0">
                  <ns1:pos x="T52" y="T53"/>
                </ns1:cxn>
                <ns1:cxn ang="0">
                  <ns1:pos x="T54" y="T55"/>
                </ns1:cxn>
                <ns1:cxn ang="0">
                  <ns1:pos x="T56" y="T57"/>
                </ns1:cxn>
                <ns1:cxn ang="0">
                  <ns1:pos x="T58" y="T59"/>
                </ns1:cxn>
                <ns1:cxn ang="0">
                  <ns1:pos x="T60" y="T61"/>
                </ns1:cxn>
                <ns1:cxn ang="0">
                  <ns1:pos x="T62" y="T63"/>
                </ns1:cxn>
                <ns1:cxn ang="0">
                  <ns1:pos x="T64" y="T65"/>
                </ns1:cxn>
                <ns1:cxn ang="0">
                  <ns1:pos x="T66" y="T67"/>
                </ns1:cxn>
                <ns1:cxn ang="0">
                  <ns1:pos x="T68" y="T69"/>
                </ns1:cxn>
                <ns1:cxn ang="0">
                  <ns1:pos x="T70" y="T71"/>
                </ns1:cxn>
                <ns1:cxn ang="0">
                  <ns1:pos x="T72" y="T73"/>
                </ns1:cxn>
                <ns1:cxn ang="0">
                  <ns1:pos x="T74" y="T75"/>
                </ns1:cxn>
                <ns1:cxn ang="0">
                  <ns1:pos x="T76" y="T77"/>
                </ns1:cxn>
                <ns1:cxn ang="0">
                  <ns1:pos x="T78" y="T79"/>
                </ns1:cxn>
                <ns1:cxn ang="0">
                  <ns1:pos x="T80" y="T81"/>
                </ns1:cxn>
                <ns1:cxn ang="0">
                  <ns1:pos x="T82" y="T83"/>
                </ns1:cxn>
                <ns1:cxn ang="0">
                  <ns1:pos x="T84" y="T85"/>
                </ns1:cxn>
                <ns1:cxn ang="0">
                  <ns1:pos x="T86" y="T87"/>
                </ns1:cxn>
                <ns1:cxn ang="0">
                  <ns1:pos x="T88" y="T89"/>
                </ns1:cxn>
                <ns1:cxn ang="0">
                  <ns1:pos x="T90" y="T91"/>
                </ns1:cxn>
                <ns1:cxn ang="0">
                  <ns1:pos x="T92" y="T93"/>
                </ns1:cxn>
                <ns1:cxn ang="0">
                  <ns1:pos x="T94" y="T95"/>
                </ns1:cxn>
                <ns1:cxn ang="0">
                  <ns1:pos x="T96" y="T97"/>
                </ns1:cxn>
                <ns1:cxn ang="0">
                  <ns1:pos x="T98" y="T99"/>
                </ns1:cxn>
                <ns1:cxn ang="0">
                  <ns1:pos x="T100" y="T101"/>
                </ns1:cxn>
                <ns1:cxn ang="0">
                  <ns1:pos x="T102" y="T103"/>
                </ns1:cxn>
                <ns1:cxn ang="0">
                  <ns1:pos x="T104" y="T105"/>
                </ns1:cxn>
                <ns1:cxn ang="0">
                  <ns1:pos x="T106" y="T107"/>
                </ns1:cxn>
                <ns1:cxn ang="0">
                  <ns1:pos x="T108" y="T109"/>
                </ns1:cxn>
              </ns1:cxnLst>
              <ns1:rect l="0" t="0" r="r" b="b"/>
              <ns1:pathLst>
                <ns1:path w="2066" h="1718">
                  <ns1:moveTo>
                    <ns1:pt x="2024" y="999"/>
                  </ns1:moveTo>
                  <ns1:cubicBezTo>
                    <ns1:pt x="1869" y="844"/>
                    <ns1:pt x="1869" y="844"/>
                    <ns1:pt x="1869" y="844"/>
                  </ns1:cubicBezTo>
                  <ns1:cubicBezTo>
                    <ns1:pt x="1828" y="803"/>
                    <ns1:pt x="1773" y="780"/>
                    <ns1:pt x="1715" y="780"/>
                  </ns1:cubicBezTo>
                  <ns1:cubicBezTo>
                    <ns1:pt x="1481" y="780"/>
                    <ns1:pt x="1481" y="780"/>
                    <ns1:pt x="1481" y="780"/>
                  </ns1:cubicBezTo>
                  <ns1:cubicBezTo>
                    <ns1:pt x="1481" y="703"/>
                    <ns1:pt x="1481" y="632"/>
                    <ns1:pt x="1480" y="592"/>
                  </ns1:cubicBezTo>
                  <ns1:cubicBezTo>
                    <ns1:pt x="1480" y="592"/>
                    <ns1:pt x="1660" y="658"/>
                    <ns1:pt x="1714" y="505"/>
                  </ns1:cubicBezTo>
                  <ns1:cubicBezTo>
                    <ns1:pt x="1754" y="402"/>
                    <ns1:pt x="1754" y="402"/>
                    <ns1:pt x="1754" y="402"/>
                  </ns1:cubicBezTo>
                  <ns1:cubicBezTo>
                    <ns1:pt x="1770" y="361"/>
                    <ns1:pt x="1768" y="315"/>
                    <ns1:pt x="1749" y="276"/>
                  </ns1:cubicBezTo>
                  <ns1:cubicBezTo>
                    <ns1:pt x="1730" y="237"/>
                    <ns1:pt x="1695" y="207"/>
                    <ns1:pt x="1654" y="194"/>
                  </ns1:cubicBezTo>
                  <ns1:cubicBezTo>
                    <ns1:pt x="1368" y="104"/>
                    <ns1:pt x="1368" y="104"/>
                    <ns1:pt x="1368" y="104"/>
                  </ns1:cubicBezTo>
                  <ns1:cubicBezTo>
                    <ns1:pt x="1366" y="88"/>
                    <ns1:pt x="1360" y="72"/>
                    <ns1:pt x="1350" y="58"/>
                  </ns1:cubicBezTo>
                  <ns1:cubicBezTo>
                    <ns1:pt x="1317" y="11"/>
                    <ns1:pt x="1253" y="0"/>
                    <ns1:pt x="1206" y="32"/>
                  </ns1:cubicBezTo>
                  <ns1:cubicBezTo>
                    <ns1:pt x="1103" y="105"/>
                    <ns1:pt x="963" y="105"/>
                    <ns1:pt x="860" y="32"/>
                  </ns1:cubicBezTo>
                  <ns1:cubicBezTo>
                    <ns1:pt x="813" y="0"/>
                    <ns1:pt x="749" y="11"/>
                    <ns1:pt x="716" y="58"/>
                  </ns1:cubicBezTo>
                  <ns1:cubicBezTo>
                    <ns1:pt x="706" y="72"/>
                    <ns1:pt x="700" y="88"/>
                    <ns1:pt x="698" y="104"/>
                  </ns1:cubicBezTo>
                  <ns1:cubicBezTo>
                    <ns1:pt x="586" y="139"/>
                    <ns1:pt x="586" y="139"/>
                    <ns1:pt x="586" y="139"/>
                  </ns1:cubicBezTo>
                  <ns1:cubicBezTo>
                    <ns1:pt x="570" y="144"/>
                    <ns1:pt x="561" y="161"/>
                    <ns1:pt x="566" y="177"/>
                  </ns1:cubicBezTo>
                  <ns1:cubicBezTo>
                    <ns1:pt x="570" y="190"/>
                    <ns1:pt x="586" y="201"/>
                    <ns1:pt x="604" y="197"/>
                  </ns1:cubicBezTo>
                  <ns1:cubicBezTo>
                    <ns1:pt x="708" y="164"/>
                    <ns1:pt x="708" y="164"/>
                    <ns1:pt x="708" y="164"/>
                  </ns1:cubicBezTo>
                  <ns1:cubicBezTo>
                    <ns1:pt x="716" y="179"/>
                    <ns1:pt x="727" y="192"/>
                    <ns1:pt x="741" y="201"/>
                  </ns1:cubicBezTo>
                  <ns1:cubicBezTo>
                    <ns1:pt x="827" y="262"/>
                    <ns1:pt x="928" y="293"/>
                    <ns1:pt x="1033" y="293"/>
                  </ns1:cubicBezTo>
                  <ns1:cubicBezTo>
                    <ns1:pt x="1138" y="293"/>
                    <ns1:pt x="1239" y="262"/>
                    <ns1:pt x="1325" y="201"/>
                  </ns1:cubicBezTo>
                  <ns1:cubicBezTo>
                    <ns1:pt x="1339" y="192"/>
                    <ns1:pt x="1350" y="179"/>
                    <ns1:pt x="1358" y="164"/>
                  </ns1:cubicBezTo>
                  <ns1:cubicBezTo>
                    <ns1:pt x="1636" y="251"/>
                    <ns1:pt x="1636" y="251"/>
                    <ns1:pt x="1636" y="251"/>
                  </ns1:cubicBezTo>
                  <ns1:cubicBezTo>
                    <ns1:pt x="1662" y="259"/>
                    <ns1:pt x="1683" y="277"/>
                    <ns1:pt x="1695" y="302"/>
                  </ns1:cubicBezTo>
                  <ns1:cubicBezTo>
                    <ns1:pt x="1707" y="327"/>
                    <ns1:pt x="1708" y="355"/>
                    <ns1:pt x="1698" y="380"/>
                  </ns1:cubicBezTo>
                  <ns1:cubicBezTo>
                    <ns1:pt x="1658" y="483"/>
                    <ns1:pt x="1658" y="483"/>
                    <ns1:pt x="1658" y="483"/>
                  </ns1:cubicBezTo>
                  <ns1:cubicBezTo>
                    <ns1:pt x="1641" y="529"/>
                    <ns1:pt x="1594" y="554"/>
                    <ns1:pt x="1546" y="544"/>
                  </ns1:cubicBezTo>
                  <ns1:cubicBezTo>
                    <ns1:pt x="1456" y="525"/>
                    <ns1:pt x="1456" y="525"/>
                    <ns1:pt x="1456" y="525"/>
                  </ns1:cubicBezTo>
                  <ns1:cubicBezTo>
                    <ns1:pt x="1439" y="523"/>
                    <ns1:pt x="1421" y="528"/>
                    <ns1:pt x="1420" y="555"/>
                  </ns1:cubicBezTo>
                  <ns1:cubicBezTo>
                    <ns1:pt x="1420" y="556"/>
                    <ns1:pt x="1421" y="659"/>
                    <ns1:pt x="1421" y="780"/>
                  </ns1:cubicBezTo>
                  <ns1:cubicBezTo>
                    <ns1:pt x="645" y="780"/>
                    <ns1:pt x="645" y="780"/>
                    <ns1:pt x="645" y="780"/>
                  </ns1:cubicBezTo>
                  <ns1:cubicBezTo>
                    <ns1:pt x="645" y="659"/>
                    <ns1:pt x="646" y="556"/>
                    <ns1:pt x="646" y="555"/>
                  </ns1:cubicBezTo>
                  <ns1:cubicBezTo>
                    <ns1:pt x="646" y="531"/>
                    <ns1:pt x="632" y="521"/>
                    <ns1:pt x="610" y="525"/>
                  </ns1:cubicBezTo>
                  <ns1:cubicBezTo>
                    <ns1:pt x="520" y="544"/>
                    <ns1:pt x="520" y="544"/>
                    <ns1:pt x="520" y="544"/>
                  </ns1:cubicBezTo>
                  <ns1:cubicBezTo>
                    <ns1:pt x="472" y="554"/>
                    <ns1:pt x="425" y="529"/>
                    <ns1:pt x="408" y="483"/>
                  </ns1:cubicBezTo>
                  <ns1:cubicBezTo>
                    <ns1:pt x="368" y="380"/>
                    <ns1:pt x="368" y="380"/>
                    <ns1:pt x="368" y="380"/>
                  </ns1:cubicBezTo>
                  <ns1:cubicBezTo>
                    <ns1:pt x="358" y="355"/>
                    <ns1:pt x="359" y="327"/>
                    <ns1:pt x="371" y="302"/>
                  </ns1:cubicBezTo>
                  <ns1:cubicBezTo>
                    <ns1:pt x="383" y="277"/>
                    <ns1:pt x="404" y="259"/>
                    <ns1:pt x="430" y="251"/>
                  </ns1:cubicBezTo>
                  <ns1:cubicBezTo>
                    <ns1:pt x="482" y="235"/>
                    <ns1:pt x="482" y="235"/>
                    <ns1:pt x="482" y="235"/>
                  </ns1:cubicBezTo>
                  <ns1:cubicBezTo>
                    <ns1:pt x="498" y="230"/>
                    <ns1:pt x="506" y="213"/>
                    <ns1:pt x="501" y="197"/>
                  </ns1:cubicBezTo>
                  <ns1:cubicBezTo>
                    <ns1:pt x="497" y="182"/>
                    <ns1:pt x="480" y="173"/>
                    <ns1:pt x="464" y="178"/>
                  </ns1:cubicBezTo>
                  <ns1:cubicBezTo>
                    <ns1:pt x="412" y="194"/>
                    <ns1:pt x="412" y="194"/>
                    <ns1:pt x="412" y="194"/>
                  </ns1:cubicBezTo>
                  <ns1:cubicBezTo>
                    <ns1:pt x="371" y="207"/>
                    <ns1:pt x="336" y="237"/>
                    <ns1:pt x="317" y="276"/>
                  </ns1:cubicBezTo>
                  <ns1:cubicBezTo>
                    <ns1:pt x="298" y="315"/>
                    <ns1:pt x="296" y="361"/>
                    <ns1:pt x="312" y="402"/>
                  </ns1:cubicBezTo>
                  <ns1:cubicBezTo>
                    <ns1:pt x="352" y="505"/>
                    <ns1:pt x="352" y="505"/>
                    <ns1:pt x="352" y="505"/>
                  </ns1:cubicBezTo>
                  <ns1:cubicBezTo>
                    <ns1:pt x="416" y="666"/>
                    <ns1:pt x="586" y="592"/>
                    <ns1:pt x="586" y="592"/>
                  </ns1:cubicBezTo>
                  <ns1:cubicBezTo>
                    <ns1:pt x="585" y="780"/>
                    <ns1:pt x="585" y="780"/>
                    <ns1:pt x="585" y="780"/>
                  </ns1:cubicBezTo>
                  <ns1:cubicBezTo>
                    <ns1:pt x="351" y="780"/>
                    <ns1:pt x="351" y="780"/>
                    <ns1:pt x="351" y="780"/>
                  </ns1:cubicBezTo>
                  <ns1:cubicBezTo>
                    <ns1:pt x="293" y="780"/>
                    <ns1:pt x="238" y="803"/>
                    <ns1:pt x="197" y="844"/>
                  </ns1:cubicBezTo>
                  <ns1:cubicBezTo>
                    <ns1:pt x="42" y="999"/>
                    <ns1:pt x="42" y="999"/>
                    <ns1:pt x="42" y="999"/>
                  </ns1:cubicBezTo>
                  <ns1:cubicBezTo>
                    <ns1:pt x="9" y="1031"/>
                    <ns1:pt x="0" y="1078"/>
                    <ns1:pt x="18" y="1120"/>
                  </ns1:cubicBezTo>
                  <ns1:cubicBezTo>
                    <ns1:pt x="35" y="1162"/>
                    <ns1:pt x="75" y="1189"/>
                    <ns1:pt x="121" y="1189"/>
                  </ns1:cubicBezTo>
                  <ns1:cubicBezTo>
                    <ns1:pt x="243" y="1189"/>
                    <ns1:pt x="243" y="1189"/>
                    <ns1:pt x="243" y="1189"/>
                  </ns1:cubicBezTo>
                  <ns1:cubicBezTo>
                    <ns1:pt x="243" y="1535"/>
                    <ns1:pt x="243" y="1535"/>
                    <ns1:pt x="243" y="1535"/>
                  </ns1:cubicBezTo>
                  <ns1:cubicBezTo>
                    <ns1:pt x="243" y="1636"/>
                    <ns1:pt x="325" y="1718"/>
                    <ns1:pt x="426" y="1718"/>
                  </ns1:cubicBezTo>
                  <ns1:cubicBezTo>
                    <ns1:pt x="1640" y="1718"/>
                    <ns1:pt x="1640" y="1718"/>
                    <ns1:pt x="1640" y="1718"/>
                  </ns1:cubicBezTo>
                  <ns1:cubicBezTo>
                    <ns1:pt x="1741" y="1718"/>
                    <ns1:pt x="1823" y="1636"/>
                    <ns1:pt x="1823" y="1535"/>
                  </ns1:cubicBezTo>
                  <ns1:cubicBezTo>
                    <ns1:pt x="1823" y="1186"/>
                    <ns1:pt x="1823" y="1186"/>
                    <ns1:pt x="1823" y="1186"/>
                  </ns1:cubicBezTo>
                  <ns1:cubicBezTo>
                    <ns1:pt x="1834" y="1188"/>
                    <ns1:pt x="1846" y="1189"/>
                    <ns1:pt x="1858" y="1189"/>
                  </ns1:cubicBezTo>
                  <ns1:cubicBezTo>
                    <ns1:pt x="1945" y="1189"/>
                    <ns1:pt x="1945" y="1189"/>
                    <ns1:pt x="1945" y="1189"/>
                  </ns1:cubicBezTo>
                  <ns1:cubicBezTo>
                    <ns1:pt x="1991" y="1189"/>
                    <ns1:pt x="2031" y="1162"/>
                    <ns1:pt x="2048" y="1120"/>
                  </ns1:cubicBezTo>
                  <ns1:cubicBezTo>
                    <ns1:pt x="2066" y="1078"/>
                    <ns1:pt x="2057" y="1031"/>
                    <ns1:pt x="2024" y="999"/>
                  </ns1:cubicBezTo>
                  <ns1:close/>
                  <ns1:moveTo>
                    <ns1:pt x="1291" y="152"/>
                  </ns1:moveTo>
                  <ns1:cubicBezTo>
                    <ns1:pt x="1215" y="205"/>
                    <ns1:pt x="1126" y="233"/>
                    <ns1:pt x="1033" y="233"/>
                  </ns1:cubicBezTo>
                  <ns1:cubicBezTo>
                    <ns1:pt x="940" y="233"/>
                    <ns1:pt x="851" y="205"/>
                    <ns1:pt x="775" y="152"/>
                  </ns1:cubicBezTo>
                  <ns1:cubicBezTo>
                    <ns1:pt x="756" y="139"/>
                    <ns1:pt x="751" y="111"/>
                    <ns1:pt x="765" y="92"/>
                  </ns1:cubicBezTo>
                  <ns1:cubicBezTo>
                    <ns1:pt x="784" y="65"/>
                    <ns1:pt x="818" y="76"/>
                    <ns1:pt x="825" y="82"/>
                  </ns1:cubicBezTo>
                  <ns1:cubicBezTo>
                    <ns1:pt x="949" y="169"/>
                    <ns1:pt x="1117" y="169"/>
                    <ns1:pt x="1241" y="82"/>
                  </ns1:cubicBezTo>
                  <ns1:cubicBezTo>
                    <ns1:pt x="1260" y="68"/>
                    <ns1:pt x="1287" y="73"/>
                    <ns1:pt x="1301" y="92"/>
                  </ns1:cubicBezTo>
                  <ns1:cubicBezTo>
                    <ns1:pt x="1321" y="119"/>
                    <ns1:pt x="1300" y="146"/>
                    <ns1:pt x="1291" y="152"/>
                  </ns1:cubicBezTo>
                  <ns1:close/>
                  <ns1:moveTo>
                    <ns1:pt x="73" y="1097"/>
                  </ns1:moveTo>
                  <ns1:cubicBezTo>
                    <ns1:pt x="65" y="1077"/>
                    <ns1:pt x="69" y="1056"/>
                    <ns1:pt x="84" y="1041"/>
                  </ns1:cubicBezTo>
                  <ns1:cubicBezTo>
                    <ns1:pt x="239" y="886"/>
                    <ns1:pt x="239" y="886"/>
                    <ns1:pt x="239" y="886"/>
                  </ns1:cubicBezTo>
                  <ns1:cubicBezTo>
                    <ns1:pt x="269" y="856"/>
                    <ns1:pt x="309" y="840"/>
                    <ns1:pt x="351" y="840"/>
                  </ns1:cubicBezTo>
                  <ns1:cubicBezTo>
                    <ns1:pt x="1356" y="840"/>
                    <ns1:pt x="1356" y="840"/>
                    <ns1:pt x="1356" y="840"/>
                  </ns1:cubicBezTo>
                  <ns1:cubicBezTo>
                    <ns1:pt x="1116" y="1081"/>
                    <ns1:pt x="1116" y="1081"/>
                    <ns1:pt x="1116" y="1081"/>
                  </ns1:cubicBezTo>
                  <ns1:cubicBezTo>
                    <ns1:pt x="1085" y="1112"/>
                    <ns1:pt x="1044" y="1129"/>
                    <ns1:pt x="1000" y="1129"/>
                  </ns1:cubicBezTo>
                  <ns1:cubicBezTo>
                    <ns1:pt x="121" y="1129"/>
                    <ns1:pt x="121" y="1129"/>
                    <ns1:pt x="121" y="1129"/>
                  </ns1:cubicBezTo>
                  <ns1:cubicBezTo>
                    <ns1:pt x="99" y="1129"/>
                    <ns1:pt x="81" y="1117"/>
                    <ns1:pt x="73" y="1097"/>
                  </ns1:cubicBezTo>
                  <ns1:close/>
                  <ns1:moveTo>
                    <ns1:pt x="426" y="1658"/>
                  </ns1:moveTo>
                  <ns1:cubicBezTo>
                    <ns1:pt x="358" y="1658"/>
                    <ns1:pt x="303" y="1603"/>
                    <ns1:pt x="303" y="1535"/>
                  </ns1:cubicBezTo>
                  <ns1:cubicBezTo>
                    <ns1:pt x="303" y="1189"/>
                    <ns1:pt x="303" y="1189"/>
                    <ns1:pt x="303" y="1189"/>
                  </ns1:cubicBezTo>
                  <ns1:cubicBezTo>
                    <ns1:pt x="1000" y="1189"/>
                    <ns1:pt x="1000" y="1189"/>
                    <ns1:pt x="1000" y="1189"/>
                  </ns1:cubicBezTo>
                  <ns1:cubicBezTo>
                    <ns1:pt x="1060" y="1189"/>
                    <ns1:pt x="1116" y="1165"/>
                    <ns1:pt x="1158" y="1123"/>
                  </ns1:cubicBezTo>
                  <ns1:cubicBezTo>
                    <ns1:pt x="1399" y="882"/>
                    <ns1:pt x="1399" y="882"/>
                    <ns1:pt x="1399" y="882"/>
                  </ns1:cubicBezTo>
                  <ns1:cubicBezTo>
                    <ns1:pt x="1399" y="1658"/>
                    <ns1:pt x="1399" y="1658"/>
                    <ns1:pt x="1399" y="1658"/>
                  </ns1:cubicBezTo>
                  <ns1:lnTo>
                    <ns1:pt x="426" y="1658"/>
                  </ns1:lnTo>
                  <ns1:close/>
                  <ns1:moveTo>
                    <ns1:pt x="1993" y="1097"/>
                  </ns1:moveTo>
                  <ns1:cubicBezTo>
                    <ns1:pt x="1985" y="1117"/>
                    <ns1:pt x="1967" y="1129"/>
                    <ns1:pt x="1945" y="1129"/>
                  </ns1:cubicBezTo>
                  <ns1:cubicBezTo>
                    <ns1:pt x="1858" y="1129"/>
                    <ns1:pt x="1858" y="1129"/>
                    <ns1:pt x="1858" y="1129"/>
                  </ns1:cubicBezTo>
                  <ns1:cubicBezTo>
                    <ns1:pt x="1814" y="1129"/>
                    <ns1:pt x="1773" y="1112"/>
                    <ns1:pt x="1742" y="1081"/>
                  </ns1:cubicBezTo>
                  <ns1:cubicBezTo>
                    <ns1:pt x="1696" y="1035"/>
                    <ns1:pt x="1696" y="1035"/>
                    <ns1:pt x="1696" y="1035"/>
                  </ns1:cubicBezTo>
                  <ns1:cubicBezTo>
                    <ns1:pt x="1685" y="1024"/>
                    <ns1:pt x="1666" y="1024"/>
                    <ns1:pt x="1654" y="1035"/>
                  </ns1:cubicBezTo>
                  <ns1:cubicBezTo>
                    <ns1:pt x="1642" y="1047"/>
                    <ns1:pt x="1642" y="1066"/>
                    <ns1:pt x="1654" y="1078"/>
                  </ns1:cubicBezTo>
                  <ns1:cubicBezTo>
                    <ns1:pt x="1699" y="1123"/>
                    <ns1:pt x="1699" y="1123"/>
                    <ns1:pt x="1699" y="1123"/>
                  </ns1:cubicBezTo>
                  <ns1:cubicBezTo>
                    <ns1:pt x="1718" y="1142"/>
                    <ns1:pt x="1740" y="1157"/>
                    <ns1:pt x="1763" y="1168"/>
                  </ns1:cubicBezTo>
                  <ns1:cubicBezTo>
                    <ns1:pt x="1763" y="1535"/>
                    <ns1:pt x="1763" y="1535"/>
                    <ns1:pt x="1763" y="1535"/>
                  </ns1:cubicBezTo>
                  <ns1:cubicBezTo>
                    <ns1:pt x="1763" y="1603"/>
                    <ns1:pt x="1708" y="1658"/>
                    <ns1:pt x="1640" y="1658"/>
                  </ns1:cubicBezTo>
                  <ns1:cubicBezTo>
                    <ns1:pt x="1459" y="1658"/>
                    <ns1:pt x="1459" y="1658"/>
                    <ns1:pt x="1459" y="1658"/>
                  </ns1:cubicBezTo>
                  <ns1:cubicBezTo>
                    <ns1:pt x="1459" y="882"/>
                    <ns1:pt x="1459" y="882"/>
                    <ns1:pt x="1459" y="882"/>
                  </ns1:cubicBezTo>
                  <ns1:cubicBezTo>
                    <ns1:pt x="1570" y="994"/>
                    <ns1:pt x="1570" y="994"/>
                    <ns1:pt x="1570" y="994"/>
                  </ns1:cubicBezTo>
                  <ns1:cubicBezTo>
                    <ns1:pt x="1582" y="1005"/>
                    <ns1:pt x="1601" y="1005"/>
                    <ns1:pt x="1612" y="994"/>
                  </ns1:cubicBezTo>
                  <ns1:cubicBezTo>
                    <ns1:pt x="1624" y="982"/>
                    <ns1:pt x="1624" y="963"/>
                    <ns1:pt x="1612" y="951"/>
                  </ns1:cubicBezTo>
                  <ns1:cubicBezTo>
                    <ns1:pt x="1501" y="840"/>
                    <ns1:pt x="1501" y="840"/>
                    <ns1:pt x="1501" y="840"/>
                  </ns1:cubicBezTo>
                  <ns1:cubicBezTo>
                    <ns1:pt x="1715" y="840"/>
                    <ns1:pt x="1715" y="840"/>
                    <ns1:pt x="1715" y="840"/>
                  </ns1:cubicBezTo>
                  <ns1:cubicBezTo>
                    <ns1:pt x="1757" y="840"/>
                    <ns1:pt x="1797" y="856"/>
                    <ns1:pt x="1827" y="886"/>
                  </ns1:cubicBezTo>
                  <ns1:cubicBezTo>
                    <ns1:pt x="1982" y="1041"/>
                    <ns1:pt x="1982" y="1041"/>
                    <ns1:pt x="1982" y="1041"/>
                  </ns1:cubicBezTo>
                  <ns1:cubicBezTo>
                    <ns1:pt x="1997" y="1056"/>
                    <ns1:pt x="2001" y="1077"/>
                    <ns1:pt x="1993" y="1097"/>
                  </ns1:cubicBezTo>
                  <ns1:close/>
                  <ns1:moveTo>
                    <ns1:pt x="1993" y="1097"/>
                  </ns1:moveTo>
                  <ns1:cubicBezTo>
                    <ns1:pt x="1993" y="1097"/>
                    <ns1:pt x="1993" y="1097"/>
                    <ns1:pt x="1993" y="1097"/>
                  </ns1:cubicBezTo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6:hiddenLine w="9525">
                  <ns1:solidFill>
                    <ns1:srgbClr val="000000"/>
                  </ns1:solidFill>
                  <ns1:round/>
                  <ns1:headEnd/>
                  <ns1:tailEnd/>
                </ns6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en-US"/>
            </ns1:p>
          </ns0:txBody>
        </ns0:sp>
        <ns0:sp>
          <ns0:nvSpPr>
            <ns0:cNvPr id="16" name="Freeform 33">
              <ns1:extLst>
                <ns1:ext uri="{FF2B5EF4-FFF2-40B4-BE49-F238E27FC236}">
                  <ns2:creationId id="{CC8F4D4E-15EF-48A7-8DDE-C43E6B7789A3}"/>
                </ns1:ext>
              </ns1:extLst>
            </ns0:cNvPr>
            <ns0:cNvSpPr>
              <ns1:spLocks noEditPoints="1"/>
            </ns0:cNvSpPr>
            <ns0:nvPr/>
          </ns0:nvSpPr>
          <ns0:spPr bwMode="auto">
            <ns1:xfrm>
              <ns1:off x="1612" y="3"/>
              <ns1:ext cx="734" cy="734"/>
            </ns1:xfrm>
            <ns1:custGeom>
              <ns1:avLst/>
              <ns1:gdLst>
                <ns1:gd name="T0" fmla="*/ 31 w 300"/>
                <ns1:gd name="T1" fmla="*/ 203 h 300"/>
                <ns1:gd name="T2" fmla="*/ 51 w 300"/>
                <ns1:gd name="T3" fmla="*/ 214 h 300"/>
                <ns1:gd name="T4" fmla="*/ 87 w 300"/>
                <ns1:gd name="T5" fmla="*/ 249 h 300"/>
                <ns1:gd name="T6" fmla="*/ 98 w 300"/>
                <ns1:gd name="T7" fmla="*/ 269 h 300"/>
                <ns1:gd name="T8" fmla="*/ 150 w 300"/>
                <ns1:gd name="T9" fmla="*/ 300 h 300"/>
                <ns1:gd name="T10" fmla="*/ 202 w 300"/>
                <ns1:gd name="T11" fmla="*/ 269 h 300"/>
                <ns1:gd name="T12" fmla="*/ 213 w 300"/>
                <ns1:gd name="T13" fmla="*/ 249 h 300"/>
                <ns1:gd name="T14" fmla="*/ 249 w 300"/>
                <ns1:gd name="T15" fmla="*/ 214 h 300"/>
                <ns1:gd name="T16" fmla="*/ 269 w 300"/>
                <ns1:gd name="T17" fmla="*/ 203 h 300"/>
                <ns1:gd name="T18" fmla="*/ 300 w 300"/>
                <ns1:gd name="T19" fmla="*/ 150 h 300"/>
                <ns1:gd name="T20" fmla="*/ 269 w 300"/>
                <ns1:gd name="T21" fmla="*/ 98 h 300"/>
                <ns1:gd name="T22" fmla="*/ 249 w 300"/>
                <ns1:gd name="T23" fmla="*/ 87 h 300"/>
                <ns1:gd name="T24" fmla="*/ 213 w 300"/>
                <ns1:gd name="T25" fmla="*/ 51 h 300"/>
                <ns1:gd name="T26" fmla="*/ 202 w 300"/>
                <ns1:gd name="T27" fmla="*/ 31 h 300"/>
                <ns1:gd name="T28" fmla="*/ 150 w 300"/>
                <ns1:gd name="T29" fmla="*/ 0 h 300"/>
                <ns1:gd name="T30" fmla="*/ 98 w 300"/>
                <ns1:gd name="T31" fmla="*/ 31 h 300"/>
                <ns1:gd name="T32" fmla="*/ 87 w 300"/>
                <ns1:gd name="T33" fmla="*/ 51 h 300"/>
                <ns1:gd name="T34" fmla="*/ 51 w 300"/>
                <ns1:gd name="T35" fmla="*/ 87 h 300"/>
                <ns1:gd name="T36" fmla="*/ 31 w 300"/>
                <ns1:gd name="T37" fmla="*/ 98 h 300"/>
                <ns1:gd name="T38" fmla="*/ 0 w 300"/>
                <ns1:gd name="T39" fmla="*/ 150 h 300"/>
                <ns1:gd name="T40" fmla="*/ 31 w 300"/>
                <ns1:gd name="T41" fmla="*/ 203 h 300"/>
                <ns1:gd name="T42" fmla="*/ 150 w 300"/>
                <ns1:gd name="T43" fmla="*/ 60 h 300"/>
                <ns1:gd name="T44" fmla="*/ 240 w 300"/>
                <ns1:gd name="T45" fmla="*/ 150 h 300"/>
                <ns1:gd name="T46" fmla="*/ 150 w 300"/>
                <ns1:gd name="T47" fmla="*/ 240 h 300"/>
                <ns1:gd name="T48" fmla="*/ 60 w 300"/>
                <ns1:gd name="T49" fmla="*/ 150 h 300"/>
                <ns1:gd name="T50" fmla="*/ 150 w 300"/>
                <ns1:gd name="T51" fmla="*/ 60 h 300"/>
                <ns1:gd name="T52" fmla="*/ 150 w 300"/>
                <ns1:gd name="T53" fmla="*/ 60 h 300"/>
                <ns1:gd name="T54" fmla="*/ 150 w 300"/>
                <ns1:gd name="T55" fmla="*/ 60 h 300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  <ns1:cxn ang="0">
                  <ns1:pos x="T30" y="T31"/>
                </ns1:cxn>
                <ns1:cxn ang="0">
                  <ns1:pos x="T32" y="T33"/>
                </ns1:cxn>
                <ns1:cxn ang="0">
                  <ns1:pos x="T34" y="T35"/>
                </ns1:cxn>
                <ns1:cxn ang="0">
                  <ns1:pos x="T36" y="T37"/>
                </ns1:cxn>
                <ns1:cxn ang="0">
                  <ns1:pos x="T38" y="T39"/>
                </ns1:cxn>
                <ns1:cxn ang="0">
                  <ns1:pos x="T40" y="T41"/>
                </ns1:cxn>
                <ns1:cxn ang="0">
                  <ns1:pos x="T42" y="T43"/>
                </ns1:cxn>
                <ns1:cxn ang="0">
                  <ns1:pos x="T44" y="T45"/>
                </ns1:cxn>
                <ns1:cxn ang="0">
                  <ns1:pos x="T46" y="T47"/>
                </ns1:cxn>
                <ns1:cxn ang="0">
                  <ns1:pos x="T48" y="T49"/>
                </ns1:cxn>
                <ns1:cxn ang="0">
                  <ns1:pos x="T50" y="T51"/>
                </ns1:cxn>
                <ns1:cxn ang="0">
                  <ns1:pos x="T52" y="T53"/>
                </ns1:cxn>
                <ns1:cxn ang="0">
                  <ns1:pos x="T54" y="T55"/>
                </ns1:cxn>
              </ns1:cxnLst>
              <ns1:rect l="0" t="0" r="r" b="b"/>
              <ns1:pathLst>
                <ns1:path w="300" h="300">
                  <ns1:moveTo>
                    <ns1:pt x="31" y="203"/>
                  </ns1:moveTo>
                  <ns1:cubicBezTo>
                    <ns1:pt x="51" y="214"/>
                    <ns1:pt x="51" y="214"/>
                    <ns1:pt x="51" y="214"/>
                  </ns1:cubicBezTo>
                  <ns1:cubicBezTo>
                    <ns1:pt x="66" y="222"/>
                    <ns1:pt x="78" y="234"/>
                    <ns1:pt x="87" y="249"/>
                  </ns1:cubicBezTo>
                  <ns1:cubicBezTo>
                    <ns1:pt x="98" y="269"/>
                    <ns1:pt x="98" y="269"/>
                    <ns1:pt x="98" y="269"/>
                  </ns1:cubicBezTo>
                  <ns1:cubicBezTo>
                    <ns1:pt x="108" y="289"/>
                    <ns1:pt x="128" y="300"/>
                    <ns1:pt x="150" y="300"/>
                  </ns1:cubicBezTo>
                  <ns1:cubicBezTo>
                    <ns1:pt x="172" y="300"/>
                    <ns1:pt x="192" y="289"/>
                    <ns1:pt x="202" y="269"/>
                  </ns1:cubicBezTo>
                  <ns1:cubicBezTo>
                    <ns1:pt x="213" y="249"/>
                    <ns1:pt x="213" y="249"/>
                    <ns1:pt x="213" y="249"/>
                  </ns1:cubicBezTo>
                  <ns1:cubicBezTo>
                    <ns1:pt x="222" y="234"/>
                    <ns1:pt x="234" y="222"/>
                    <ns1:pt x="249" y="214"/>
                  </ns1:cubicBezTo>
                  <ns1:cubicBezTo>
                    <ns1:pt x="269" y="203"/>
                    <ns1:pt x="269" y="203"/>
                    <ns1:pt x="269" y="203"/>
                  </ns1:cubicBezTo>
                  <ns1:cubicBezTo>
                    <ns1:pt x="288" y="192"/>
                    <ns1:pt x="300" y="172"/>
                    <ns1:pt x="300" y="150"/>
                  </ns1:cubicBezTo>
                  <ns1:cubicBezTo>
                    <ns1:pt x="300" y="128"/>
                    <ns1:pt x="288" y="108"/>
                    <ns1:pt x="269" y="98"/>
                  </ns1:cubicBezTo>
                  <ns1:cubicBezTo>
                    <ns1:pt x="249" y="87"/>
                    <ns1:pt x="249" y="87"/>
                    <ns1:pt x="249" y="87"/>
                  </ns1:cubicBezTo>
                  <ns1:cubicBezTo>
                    <ns1:pt x="234" y="79"/>
                    <ns1:pt x="222" y="66"/>
                    <ns1:pt x="213" y="51"/>
                  </ns1:cubicBezTo>
                  <ns1:cubicBezTo>
                    <ns1:pt x="202" y="31"/>
                    <ns1:pt x="202" y="31"/>
                    <ns1:pt x="202" y="31"/>
                  </ns1:cubicBezTo>
                  <ns1:cubicBezTo>
                    <ns1:pt x="192" y="12"/>
                    <ns1:pt x="172" y="0"/>
                    <ns1:pt x="150" y="0"/>
                  </ns1:cubicBezTo>
                  <ns1:cubicBezTo>
                    <ns1:pt x="128" y="0"/>
                    <ns1:pt x="108" y="12"/>
                    <ns1:pt x="98" y="31"/>
                  </ns1:cubicBezTo>
                  <ns1:cubicBezTo>
                    <ns1:pt x="87" y="51"/>
                    <ns1:pt x="87" y="51"/>
                    <ns1:pt x="87" y="51"/>
                  </ns1:cubicBezTo>
                  <ns1:cubicBezTo>
                    <ns1:pt x="78" y="66"/>
                    <ns1:pt x="66" y="79"/>
                    <ns1:pt x="51" y="87"/>
                  </ns1:cubicBezTo>
                  <ns1:cubicBezTo>
                    <ns1:pt x="31" y="98"/>
                    <ns1:pt x="31" y="98"/>
                    <ns1:pt x="31" y="98"/>
                  </ns1:cubicBezTo>
                  <ns1:cubicBezTo>
                    <ns1:pt x="12" y="108"/>
                    <ns1:pt x="0" y="128"/>
                    <ns1:pt x="0" y="150"/>
                  </ns1:cubicBezTo>
                  <ns1:cubicBezTo>
                    <ns1:pt x="0" y="172"/>
                    <ns1:pt x="12" y="192"/>
                    <ns1:pt x="31" y="203"/>
                  </ns1:cubicBezTo>
                  <ns1:close/>
                  <ns1:moveTo>
                    <ns1:pt x="150" y="60"/>
                  </ns1:moveTo>
                  <ns1:cubicBezTo>
                    <ns1:pt x="150" y="60"/>
                    <ns1:pt x="168" y="125"/>
                    <ns1:pt x="240" y="150"/>
                  </ns1:cubicBezTo>
                  <ns1:cubicBezTo>
                    <ns1:pt x="240" y="150"/>
                    <ns1:pt x="178" y="178"/>
                    <ns1:pt x="150" y="240"/>
                  </ns1:cubicBezTo>
                  <ns1:cubicBezTo>
                    <ns1:pt x="150" y="240"/>
                    <ns1:pt x="122" y="176"/>
                    <ns1:pt x="60" y="150"/>
                  </ns1:cubicBezTo>
                  <ns1:cubicBezTo>
                    <ns1:pt x="60" y="150"/>
                    <ns1:pt x="129" y="124"/>
                    <ns1:pt x="150" y="60"/>
                  </ns1:cubicBezTo>
                  <ns1:close/>
                  <ns1:moveTo>
                    <ns1:pt x="150" y="60"/>
                  </ns1:moveTo>
                  <ns1:cubicBezTo>
                    <ns1:pt x="150" y="60"/>
                    <ns1:pt x="150" y="60"/>
                    <ns1:pt x="150" y="60"/>
                  </ns1:cubicBezTo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6:hiddenLine w="9525">
                  <ns1:solidFill>
                    <ns1:srgbClr val="000000"/>
                  </ns1:solidFill>
                  <ns1:round/>
                  <ns1:headEnd/>
                  <ns1:tailEnd/>
                </ns6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en-US"/>
            </ns1:p>
          </ns0:txBody>
        </ns0:sp>
        <ns0:sp>
          <ns0:nvSpPr>
            <ns0:cNvPr id="17" name="Freeform 34">
              <ns1:extLst>
                <ns1:ext uri="{FF2B5EF4-FFF2-40B4-BE49-F238E27FC236}">
                  <ns2:creationId id="{8B6CFEDF-4140-4028-9868-11FDD60F5D31}"/>
                </ns1:ext>
              </ns1:extLst>
            </ns0:cNvPr>
            <ns0:cNvSpPr>
              <ns1:spLocks noEditPoints="1"/>
            </ns0:cNvSpPr>
            <ns0:nvPr/>
          </ns0:nvSpPr>
          <ns0:spPr bwMode="auto">
            <ns1:xfrm>
              <ns1:off x="5395" y="1418"/>
              <ns1:ext cx="612" cy="612"/>
            </ns1:xfrm>
            <ns1:custGeom>
              <ns1:avLst/>
              <ns1:gdLst>
                <ns1:gd name="T0" fmla="*/ 78 w 250"/>
                <ns1:gd name="T1" fmla="*/ 28 h 250"/>
                <ns1:gd name="T2" fmla="*/ 70 w 250"/>
                <ns1:gd name="T3" fmla="*/ 44 h 250"/>
                <ns1:gd name="T4" fmla="*/ 44 w 250"/>
                <ns1:gd name="T5" fmla="*/ 70 h 250"/>
                <ns1:gd name="T6" fmla="*/ 28 w 250"/>
                <ns1:gd name="T7" fmla="*/ 78 h 250"/>
                <ns1:gd name="T8" fmla="*/ 0 w 250"/>
                <ns1:gd name="T9" fmla="*/ 125 h 250"/>
                <ns1:gd name="T10" fmla="*/ 28 w 250"/>
                <ns1:gd name="T11" fmla="*/ 172 h 250"/>
                <ns1:gd name="T12" fmla="*/ 44 w 250"/>
                <ns1:gd name="T13" fmla="*/ 181 h 250"/>
                <ns1:gd name="T14" fmla="*/ 70 w 250"/>
                <ns1:gd name="T15" fmla="*/ 206 h 250"/>
                <ns1:gd name="T16" fmla="*/ 78 w 250"/>
                <ns1:gd name="T17" fmla="*/ 222 h 250"/>
                <ns1:gd name="T18" fmla="*/ 125 w 250"/>
                <ns1:gd name="T19" fmla="*/ 250 h 250"/>
                <ns1:gd name="T20" fmla="*/ 172 w 250"/>
                <ns1:gd name="T21" fmla="*/ 222 h 250"/>
                <ns1:gd name="T22" fmla="*/ 181 w 250"/>
                <ns1:gd name="T23" fmla="*/ 206 h 250"/>
                <ns1:gd name="T24" fmla="*/ 206 w 250"/>
                <ns1:gd name="T25" fmla="*/ 181 h 250"/>
                <ns1:gd name="T26" fmla="*/ 222 w 250"/>
                <ns1:gd name="T27" fmla="*/ 172 h 250"/>
                <ns1:gd name="T28" fmla="*/ 250 w 250"/>
                <ns1:gd name="T29" fmla="*/ 125 h 250"/>
                <ns1:gd name="T30" fmla="*/ 222 w 250"/>
                <ns1:gd name="T31" fmla="*/ 78 h 250"/>
                <ns1:gd name="T32" fmla="*/ 206 w 250"/>
                <ns1:gd name="T33" fmla="*/ 70 h 250"/>
                <ns1:gd name="T34" fmla="*/ 181 w 250"/>
                <ns1:gd name="T35" fmla="*/ 44 h 250"/>
                <ns1:gd name="T36" fmla="*/ 172 w 250"/>
                <ns1:gd name="T37" fmla="*/ 28 h 250"/>
                <ns1:gd name="T38" fmla="*/ 125 w 250"/>
                <ns1:gd name="T39" fmla="*/ 0 h 250"/>
                <ns1:gd name="T40" fmla="*/ 78 w 250"/>
                <ns1:gd name="T41" fmla="*/ 28 h 250"/>
                <ns1:gd name="T42" fmla="*/ 125 w 250"/>
                <ns1:gd name="T43" fmla="*/ 68 h 250"/>
                <ns1:gd name="T44" fmla="*/ 182 w 250"/>
                <ns1:gd name="T45" fmla="*/ 125 h 250"/>
                <ns1:gd name="T46" fmla="*/ 125 w 250"/>
                <ns1:gd name="T47" fmla="*/ 182 h 250"/>
                <ns1:gd name="T48" fmla="*/ 68 w 250"/>
                <ns1:gd name="T49" fmla="*/ 125 h 250"/>
                <ns1:gd name="T50" fmla="*/ 125 w 250"/>
                <ns1:gd name="T51" fmla="*/ 68 h 250"/>
                <ns1:gd name="T52" fmla="*/ 125 w 250"/>
                <ns1:gd name="T53" fmla="*/ 68 h 250"/>
                <ns1:gd name="T54" fmla="*/ 125 w 250"/>
                <ns1:gd name="T55" fmla="*/ 68 h 250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  <ns1:cxn ang="0">
                  <ns1:pos x="T30" y="T31"/>
                </ns1:cxn>
                <ns1:cxn ang="0">
                  <ns1:pos x="T32" y="T33"/>
                </ns1:cxn>
                <ns1:cxn ang="0">
                  <ns1:pos x="T34" y="T35"/>
                </ns1:cxn>
                <ns1:cxn ang="0">
                  <ns1:pos x="T36" y="T37"/>
                </ns1:cxn>
                <ns1:cxn ang="0">
                  <ns1:pos x="T38" y="T39"/>
                </ns1:cxn>
                <ns1:cxn ang="0">
                  <ns1:pos x="T40" y="T41"/>
                </ns1:cxn>
                <ns1:cxn ang="0">
                  <ns1:pos x="T42" y="T43"/>
                </ns1:cxn>
                <ns1:cxn ang="0">
                  <ns1:pos x="T44" y="T45"/>
                </ns1:cxn>
                <ns1:cxn ang="0">
                  <ns1:pos x="T46" y="T47"/>
                </ns1:cxn>
                <ns1:cxn ang="0">
                  <ns1:pos x="T48" y="T49"/>
                </ns1:cxn>
                <ns1:cxn ang="0">
                  <ns1:pos x="T50" y="T51"/>
                </ns1:cxn>
                <ns1:cxn ang="0">
                  <ns1:pos x="T52" y="T53"/>
                </ns1:cxn>
                <ns1:cxn ang="0">
                  <ns1:pos x="T54" y="T55"/>
                </ns1:cxn>
              </ns1:cxnLst>
              <ns1:rect l="0" t="0" r="r" b="b"/>
              <ns1:pathLst>
                <ns1:path w="250" h="250">
                  <ns1:moveTo>
                    <ns1:pt x="78" y="28"/>
                  </ns1:moveTo>
                  <ns1:cubicBezTo>
                    <ns1:pt x="70" y="44"/>
                    <ns1:pt x="70" y="44"/>
                    <ns1:pt x="70" y="44"/>
                  </ns1:cubicBezTo>
                  <ns1:cubicBezTo>
                    <ns1:pt x="64" y="55"/>
                    <ns1:pt x="55" y="64"/>
                    <ns1:pt x="44" y="70"/>
                  </ns1:cubicBezTo>
                  <ns1:cubicBezTo>
                    <ns1:pt x="28" y="78"/>
                    <ns1:pt x="28" y="78"/>
                    <ns1:pt x="28" y="78"/>
                  </ns1:cubicBezTo>
                  <ns1:cubicBezTo>
                    <ns1:pt x="11" y="88"/>
                    <ns1:pt x="0" y="106"/>
                    <ns1:pt x="0" y="125"/>
                  </ns1:cubicBezTo>
                  <ns1:cubicBezTo>
                    <ns1:pt x="0" y="145"/>
                    <ns1:pt x="11" y="162"/>
                    <ns1:pt x="28" y="172"/>
                  </ns1:cubicBezTo>
                  <ns1:cubicBezTo>
                    <ns1:pt x="44" y="181"/>
                    <ns1:pt x="44" y="181"/>
                    <ns1:pt x="44" y="181"/>
                  </ns1:cubicBezTo>
                  <ns1:cubicBezTo>
                    <ns1:pt x="55" y="186"/>
                    <ns1:pt x="64" y="195"/>
                    <ns1:pt x="70" y="206"/>
                  </ns1:cubicBezTo>
                  <ns1:cubicBezTo>
                    <ns1:pt x="78" y="222"/>
                    <ns1:pt x="78" y="222"/>
                    <ns1:pt x="78" y="222"/>
                  </ns1:cubicBezTo>
                  <ns1:cubicBezTo>
                    <ns1:pt x="88" y="239"/>
                    <ns1:pt x="105" y="250"/>
                    <ns1:pt x="125" y="250"/>
                  </ns1:cubicBezTo>
                  <ns1:cubicBezTo>
                    <ns1:pt x="145" y="250"/>
                    <ns1:pt x="162" y="239"/>
                    <ns1:pt x="172" y="222"/>
                  </ns1:cubicBezTo>
                  <ns1:cubicBezTo>
                    <ns1:pt x="181" y="206"/>
                    <ns1:pt x="181" y="206"/>
                    <ns1:pt x="181" y="206"/>
                  </ns1:cubicBezTo>
                  <ns1:cubicBezTo>
                    <ns1:pt x="186" y="195"/>
                    <ns1:pt x="195" y="186"/>
                    <ns1:pt x="206" y="181"/>
                  </ns1:cubicBezTo>
                  <ns1:cubicBezTo>
                    <ns1:pt x="222" y="172"/>
                    <ns1:pt x="222" y="172"/>
                    <ns1:pt x="222" y="172"/>
                  </ns1:cubicBezTo>
                  <ns1:cubicBezTo>
                    <ns1:pt x="239" y="162"/>
                    <ns1:pt x="250" y="145"/>
                    <ns1:pt x="250" y="125"/>
                  </ns1:cubicBezTo>
                  <ns1:cubicBezTo>
                    <ns1:pt x="250" y="106"/>
                    <ns1:pt x="239" y="88"/>
                    <ns1:pt x="222" y="78"/>
                  </ns1:cubicBezTo>
                  <ns1:cubicBezTo>
                    <ns1:pt x="206" y="70"/>
                    <ns1:pt x="206" y="70"/>
                    <ns1:pt x="206" y="70"/>
                  </ns1:cubicBezTo>
                  <ns1:cubicBezTo>
                    <ns1:pt x="195" y="64"/>
                    <ns1:pt x="186" y="55"/>
                    <ns1:pt x="181" y="44"/>
                  </ns1:cubicBezTo>
                  <ns1:cubicBezTo>
                    <ns1:pt x="172" y="28"/>
                    <ns1:pt x="172" y="28"/>
                    <ns1:pt x="172" y="28"/>
                  </ns1:cubicBezTo>
                  <ns1:cubicBezTo>
                    <ns1:pt x="162" y="11"/>
                    <ns1:pt x="145" y="0"/>
                    <ns1:pt x="125" y="0"/>
                  </ns1:cubicBezTo>
                  <ns1:cubicBezTo>
                    <ns1:pt x="105" y="0"/>
                    <ns1:pt x="88" y="11"/>
                    <ns1:pt x="78" y="28"/>
                  </ns1:cubicBezTo>
                  <ns1:close/>
                  <ns1:moveTo>
                    <ns1:pt x="125" y="68"/>
                  </ns1:moveTo>
                  <ns1:cubicBezTo>
                    <ns1:pt x="133" y="107"/>
                    <ns1:pt x="182" y="125"/>
                    <ns1:pt x="182" y="125"/>
                  </ns1:cubicBezTo>
                  <ns1:cubicBezTo>
                    <ns1:pt x="146" y="143"/>
                    <ns1:pt x="125" y="182"/>
                    <ns1:pt x="125" y="182"/>
                  </ns1:cubicBezTo>
                  <ns1:cubicBezTo>
                    <ns1:pt x="112" y="146"/>
                    <ns1:pt x="68" y="125"/>
                    <ns1:pt x="68" y="125"/>
                  </ns1:cubicBezTo>
                  <ns1:cubicBezTo>
                    <ns1:pt x="109" y="112"/>
                    <ns1:pt x="125" y="68"/>
                    <ns1:pt x="125" y="68"/>
                  </ns1:cubicBezTo>
                  <ns1:close/>
                  <ns1:moveTo>
                    <ns1:pt x="125" y="68"/>
                  </ns1:moveTo>
                  <ns1:cubicBezTo>
                    <ns1:pt x="125" y="68"/>
                    <ns1:pt x="125" y="68"/>
                    <ns1:pt x="125" y="68"/>
                  </ns1:cubicBezTo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6:hiddenLine w="9525">
                  <ns1:solidFill>
                    <ns1:srgbClr val="000000"/>
                  </ns1:solidFill>
                  <ns1:round/>
                  <ns1:headEnd/>
                  <ns1:tailEnd/>
                </ns6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en-US"/>
            </ns1:p>
          </ns0:txBody>
        </ns0:sp>
      </ns0:grpSp>
      <ns0:sp>
        <ns0:nvSpPr>
          <ns0:cNvPr id="18" name="TextBox 17">
            <ns1:extLst>
              <ns1:ext uri="{FF2B5EF4-FFF2-40B4-BE49-F238E27FC236}">
                <ns2:creationId id="{1F4058E3-59E0-410C-91A8-4F327B5F98FF}"/>
              </ns1:ext>
            </ns1:extLst>
          </ns0:cNvPr>
          <ns0:cNvSpPr txBox="1"/>
          <ns0:nvPr/>
        </ns0:nvSpPr>
        <ns0:spPr>
          <ns1:xfrm>
            <ns1:off x="8760225" y="3789914"/>
            <ns1:ext cx="2467172" cy="276999"/>
          </ns1:xfrm>
          <ns1:prstGeom prst="rect">
            <ns1:avLst/>
          </ns1:prstGeom>
          <ns1:noFill/>
        </ns0:spPr>
        <ns0:txBody>
          <ns1:bodyPr wrap="square" rtlCol="0">
            <ns1:spAutoFit/>
          </ns1:bodyPr>
          <ns1:lstStyle/>
          <ns1:p>
            <ns1:r>
              <ns1:rPr lang="en-US" sz="1200" b="1">
                <ns1:solidFill>
                  <ns1:schemeClr val="tx1">
                    <ns1:lumMod val="75000"/>
                    <ns1:lumOff val="25000"/>
                  </ns1:schemeClr>
                </ns1:solidFill>
                <ns1:latin typeface="Lato" panose="020F0502020204030203" pitchFamily="34" charset="0"/>
                <ns1:ea typeface="Lato" panose="020F0502020204030203" pitchFamily="34" charset="0"/>
                <ns1:cs typeface="Lato" panose="020F0502020204030203" pitchFamily="34" charset="0"/>
              </ns1:rPr>
              <ns1:t>{SlideSupportingContent2}</ns1:t>
            </ns1:r>
          </ns1:p>
        </ns0:txBody>
      </ns0:sp>
      <ns0:sp>
        <ns0:nvSpPr>
          <ns0:cNvPr id="19" name="TextBox 18">
            <ns1:extLst>
              <ns1:ext uri="{FF2B5EF4-FFF2-40B4-BE49-F238E27FC236}">
                <ns2:creationId id="{57E1A1EF-D49E-45B0-8890-A16589BA3D76}"/>
              </ns1:ext>
            </ns1:extLst>
          </ns0:cNvPr>
          <ns0:cNvSpPr txBox="1"/>
          <ns0:nvPr/>
        </ns0:nvSpPr>
        <ns0:spPr>
          <ns1:xfrm>
            <ns1:off x="8742136" y="4041785"/>
            <ns1:ext cx="2485261" cy="537135"/>
          </ns1:xfrm>
          <ns1:prstGeom prst="rect">
            <ns1:avLst/>
          </ns1:prstGeom>
          <ns1:noFill/>
        </ns0:spPr>
        <ns0:txBody>
          <ns1:bodyPr wrap="square" rtlCol="0">
            <ns1:spAutoFit/>
          </ns1:bodyPr>
          <ns1:lstStyle/>
          <ns1:p>
            <ns1:pPr>
              <ns1:lnSpc>
                <ns1:spcPct val="140000"/>
              </ns1:lnSpc>
            </ns1:pPr>
            <ns1:r>
              <ns1:rPr lang="en-US" sz="1100">
                <ns1:solidFill>
                  <ns1:schemeClr val="bg1">
                    <ns1:lumMod val="50000"/>
                  </ns1:schemeClr>
                </ns1:solidFill>
                <ns1:latin typeface="Lato" panose="020F0502020204030203" pitchFamily="34" charset="0"/>
                <ns1:ea typeface="Lato" panose="020F0502020204030203" pitchFamily="34" charset="0"/>
                <ns1:cs typeface="Lato" panose="020F0502020204030203" pitchFamily="34" charset="0"/>
              </ns1:rPr>
              <ns1:t>{SlideSupportingContent3}</ns1:t>
            </ns1:r>
          </ns1:p>
        </ns0:txBody>
      </ns0:sp>
      <ns0:sp>
        <ns0:nvSpPr>
          <ns0:cNvPr id="21" name="Oval 20">
            <ns1:extLst>
              <ns1:ext uri="{FF2B5EF4-FFF2-40B4-BE49-F238E27FC236}">
                <ns2:creationId id="{99AE3E25-31B5-4EE8-9BEF-6FE923218E81}"/>
              </ns1:ext>
            </ns1:extLst>
          </ns0:cNvPr>
          <ns0:cNvSpPr/>
          <ns0:nvPr/>
        </ns0:nvSpPr>
        <ns0:spPr>
          <ns1:xfrm>
            <ns1:off x="7665746" y="3744234"/>
            <ns1:ext cx="950612" cy="950612"/>
          </ns1:xfrm>
          <ns1:prstGeom prst="ellipse">
            <ns1:avLst/>
          </ns1:prstGeom>
          <ns1:solidFill>
            <ns1:srgbClr val="EE8B64"/>
          </ns1:solidFill>
          <ns1:ln>
            <ns1:noFill/>
          </ns1:ln>
        </ns0:spPr>
        <ns0:style>
          <ns1:lnRef idx="2">
            <ns1:schemeClr val="accent1">
              <ns1:shade val="50000"/>
            </ns1:schemeClr>
          </ns1:lnRef>
          <ns1:fillRef idx="1">
            <ns1:schemeClr val="accent1"/>
          </ns1:fillRef>
          <ns1:effectRef idx="0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endParaRPr lang="en-US"/>
          </ns1:p>
        </ns0:txBody>
      </ns0:sp>
      <ns0:grpSp>
        <ns0:nvGrpSpPr>
          <ns0:cNvPr id="22" name="Group 51">
            <ns1:extLst>
              <ns1:ext uri="{FF2B5EF4-FFF2-40B4-BE49-F238E27FC236}">
                <ns2:creationId id="{9E966079-5A29-4D16-B8B6-E67A714C6F17}"/>
              </ns1:ext>
            </ns1:extLst>
          </ns0:cNvPr>
          <ns0:cNvGrpSpPr>
            <ns1:grpSpLocks noChangeAspect="1"/>
          </ns0:cNvGrpSpPr>
          <ns0:nvPr/>
        </ns0:nvGrpSpPr>
        <ns0:grpSpPr bwMode="auto">
          <ns1:xfrm>
            <ns1:off x="7920100" y="3991635"/>
            <ns1:ext cx="441905" cy="455811"/>
            <ns1:chOff x="1746" y="-72"/>
            <ns1:chExt cx="4258" cy="4392"/>
          </ns1:xfrm>
          <ns1:solidFill>
            <ns1:schemeClr val="bg1"/>
          </ns1:solidFill>
        </ns0:grpSpPr>
        <ns0:sp>
          <ns0:nvSpPr>
            <ns0:cNvPr id="23" name="Freeform 52">
              <ns1:extLst>
                <ns1:ext uri="{FF2B5EF4-FFF2-40B4-BE49-F238E27FC236}">
                  <ns2:creationId id="{7B8F04F0-8A2E-4720-A8AE-470BF68EFF8F}"/>
                </ns1:ext>
              </ns1:extLst>
            </ns0:cNvPr>
            <ns0:cNvSpPr>
              <ns1:spLocks/>
            </ns0:cNvSpPr>
            <ns0:nvPr/>
          </ns0:nvSpPr>
          <ns0:spPr bwMode="auto">
            <ns1:xfrm>
              <ns1:off x="3662" y="2461"/>
              <ns1:ext cx="206" cy="210"/>
            </ns1:xfrm>
            <ns1:custGeom>
              <ns1:avLst/>
              <ns1:gdLst>
                <ns1:gd name="T0" fmla="*/ 29 w 98"/>
                <ns1:gd name="T1" fmla="*/ 96 h 100"/>
                <ns1:gd name="T2" fmla="*/ 46 w 98"/>
                <ns1:gd name="T3" fmla="*/ 100 h 100"/>
                <ns1:gd name="T4" fmla="*/ 82 w 98"/>
                <ns1:gd name="T5" fmla="*/ 77 h 100"/>
                <ns1:gd name="T6" fmla="*/ 89 w 98"/>
                <ns1:gd name="T7" fmla="*/ 63 h 100"/>
                <ns1:gd name="T8" fmla="*/ 70 w 98"/>
                <ns1:gd name="T9" fmla="*/ 10 h 100"/>
                <ns1:gd name="T10" fmla="*/ 16 w 98"/>
                <ns1:gd name="T11" fmla="*/ 28 h 100"/>
                <ns1:gd name="T12" fmla="*/ 10 w 98"/>
                <ns1:gd name="T13" fmla="*/ 42 h 100"/>
                <ns1:gd name="T14" fmla="*/ 29 w 98"/>
                <ns1:gd name="T15" fmla="*/ 96 h 100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</ns1:cxnLst>
              <ns1:rect l="0" t="0" r="r" b="b"/>
              <ns1:pathLst>
                <ns1:path w="98" h="100">
                  <ns1:moveTo>
                    <ns1:pt x="29" y="96"/>
                  </ns1:moveTo>
                  <ns1:cubicBezTo>
                    <ns1:pt x="34" y="98"/>
                    <ns1:pt x="40" y="100"/>
                    <ns1:pt x="46" y="100"/>
                  </ns1:cubicBezTo>
                  <ns1:cubicBezTo>
                    <ns1:pt x="61" y="100"/>
                    <ns1:pt x="75" y="91"/>
                    <ns1:pt x="82" y="77"/>
                  </ns1:cubicBezTo>
                  <ns1:cubicBezTo>
                    <ns1:pt x="89" y="63"/>
                    <ns1:pt x="89" y="63"/>
                    <ns1:pt x="89" y="63"/>
                  </ns1:cubicBezTo>
                  <ns1:cubicBezTo>
                    <ns1:pt x="98" y="43"/>
                    <ns1:pt x="90" y="19"/>
                    <ns1:pt x="70" y="10"/>
                  </ns1:cubicBezTo>
                  <ns1:cubicBezTo>
                    <ns1:pt x="50" y="0"/>
                    <ns1:pt x="26" y="9"/>
                    <ns1:pt x="16" y="28"/>
                  </ns1:cubicBezTo>
                  <ns1:cubicBezTo>
                    <ns1:pt x="10" y="42"/>
                    <ns1:pt x="10" y="42"/>
                    <ns1:pt x="10" y="42"/>
                  </ns1:cubicBezTo>
                  <ns1:cubicBezTo>
                    <ns1:pt x="0" y="62"/>
                    <ns1:pt x="9" y="86"/>
                    <ns1:pt x="29" y="96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6:hiddenLine w="9525">
                  <ns1:solidFill>
                    <ns1:srgbClr val="000000"/>
                  </ns1:solidFill>
                  <ns1:round/>
                  <ns1:headEnd/>
                  <ns1:tailEnd/>
                </ns6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en-US"/>
            </ns1:p>
          </ns0:txBody>
        </ns0:sp>
        <ns0:sp>
          <ns0:nvSpPr>
            <ns0:cNvPr id="24" name="Freeform 53">
              <ns1:extLst>
                <ns1:ext uri="{FF2B5EF4-FFF2-40B4-BE49-F238E27FC236}">
                  <ns2:creationId id="{392FED24-47AF-458F-A669-D7A3C0350E14}"/>
                </ns1:ext>
              </ns1:extLst>
            </ns0:cNvPr>
            <ns0:cNvSpPr>
              <ns1:spLocks/>
            </ns0:cNvSpPr>
            <ns0:nvPr/>
          </ns0:nvSpPr>
          <ns0:spPr bwMode="auto">
            <ns1:xfrm>
              <ns1:off x="2340" y="1959"/>
              <ns1:ext cx="557" cy="255"/>
            </ns1:xfrm>
            <ns1:custGeom>
              <ns1:avLst/>
              <ns1:gdLst>
                <ns1:gd name="T0" fmla="*/ 249 w 264"/>
                <ns1:gd name="T1" fmla="*/ 16 h 121"/>
                <ns1:gd name="T2" fmla="*/ 192 w 264"/>
                <ns1:gd name="T3" fmla="*/ 16 h 121"/>
                <ns1:gd name="T4" fmla="*/ 72 w 264"/>
                <ns1:gd name="T5" fmla="*/ 16 h 121"/>
                <ns1:gd name="T6" fmla="*/ 15 w 264"/>
                <ns1:gd name="T7" fmla="*/ 16 h 121"/>
                <ns1:gd name="T8" fmla="*/ 15 w 264"/>
                <ns1:gd name="T9" fmla="*/ 72 h 121"/>
                <ns1:gd name="T10" fmla="*/ 132 w 264"/>
                <ns1:gd name="T11" fmla="*/ 121 h 121"/>
                <ns1:gd name="T12" fmla="*/ 249 w 264"/>
                <ns1:gd name="T13" fmla="*/ 72 h 121"/>
                <ns1:gd name="T14" fmla="*/ 249 w 264"/>
                <ns1:gd name="T15" fmla="*/ 16 h 121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</ns1:cxnLst>
              <ns1:rect l="0" t="0" r="r" b="b"/>
              <ns1:pathLst>
                <ns1:path w="264" h="121">
                  <ns1:moveTo>
                    <ns1:pt x="249" y="16"/>
                  </ns1:moveTo>
                  <ns1:cubicBezTo>
                    <ns1:pt x="233" y="0"/>
                    <ns1:pt x="208" y="0"/>
                    <ns1:pt x="192" y="16"/>
                  </ns1:cubicBezTo>
                  <ns1:cubicBezTo>
                    <ns1:pt x="159" y="49"/>
                    <ns1:pt x="105" y="49"/>
                    <ns1:pt x="72" y="16"/>
                  </ns1:cubicBezTo>
                  <ns1:cubicBezTo>
                    <ns1:pt x="56" y="0"/>
                    <ns1:pt x="31" y="0"/>
                    <ns1:pt x="15" y="16"/>
                  </ns1:cubicBezTo>
                  <ns1:cubicBezTo>
                    <ns1:pt x="0" y="31"/>
                    <ns1:pt x="0" y="57"/>
                    <ns1:pt x="15" y="72"/>
                  </ns1:cubicBezTo>
                  <ns1:cubicBezTo>
                    <ns1:pt x="47" y="105"/>
                    <ns1:pt x="90" y="121"/>
                    <ns1:pt x="132" y="121"/>
                  </ns1:cubicBezTo>
                  <ns1:cubicBezTo>
                    <ns1:pt x="174" y="121"/>
                    <ns1:pt x="216" y="105"/>
                    <ns1:pt x="249" y="72"/>
                  </ns1:cubicBezTo>
                  <ns1:cubicBezTo>
                    <ns1:pt x="264" y="57"/>
                    <ns1:pt x="264" y="31"/>
                    <ns1:pt x="249" y="16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6:hiddenLine w="9525">
                  <ns1:solidFill>
                    <ns1:srgbClr val="000000"/>
                  </ns1:solidFill>
                  <ns1:round/>
                  <ns1:headEnd/>
                  <ns1:tailEnd/>
                </ns6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en-US"/>
            </ns1:p>
          </ns0:txBody>
        </ns0:sp>
        <ns0:sp>
          <ns0:nvSpPr>
            <ns0:cNvPr id="25" name="Freeform 54">
              <ns1:extLst>
                <ns1:ext uri="{FF2B5EF4-FFF2-40B4-BE49-F238E27FC236}">
                  <ns2:creationId id="{3709DED5-3FDE-42D2-9F4A-15C797058D03}"/>
                </ns1:ext>
              </ns1:extLst>
            </ns0:cNvPr>
            <ns0:cNvSpPr>
              <ns1:spLocks noEditPoints="1"/>
            </ns0:cNvSpPr>
            <ns0:nvPr/>
          </ns0:nvSpPr>
          <ns0:spPr bwMode="auto">
            <ns1:xfrm>
              <ns1:off x="1746" y="-72"/>
              <ns1:ext cx="4258" cy="4390"/>
            </ns1:xfrm>
            <ns1:custGeom>
              <ns1:avLst/>
              <ns1:gdLst>
                <ns1:gd name="T0" fmla="*/ 1367 w 2020"/>
                <ns1:gd name="T1" fmla="*/ 140 h 2082"/>
                <ns1:gd name="T2" fmla="*/ 921 w 2020"/>
                <ns1:gd name="T3" fmla="*/ 35 h 2082"/>
                <ns1:gd name="T4" fmla="*/ 398 w 2020"/>
                <ns1:gd name="T5" fmla="*/ 333 h 2082"/>
                <ns1:gd name="T6" fmla="*/ 30 w 2020"/>
                <ns1:gd name="T7" fmla="*/ 1156 h 2082"/>
                <ns1:gd name="T8" fmla="*/ 39 w 2020"/>
                <ns1:gd name="T9" fmla="*/ 1278 h 2082"/>
                <ns1:gd name="T10" fmla="*/ 161 w 2020"/>
                <ns1:gd name="T11" fmla="*/ 1340 h 2082"/>
                <ns1:gd name="T12" fmla="*/ 156 w 2020"/>
                <ns1:gd name="T13" fmla="*/ 1440 h 2082"/>
                <ns1:gd name="T14" fmla="*/ 159 w 2020"/>
                <ns1:gd name="T15" fmla="*/ 1565 h 2082"/>
                <ns1:gd name="T16" fmla="*/ 189 w 2020"/>
                <ns1:gd name="T17" fmla="*/ 1640 h 2082"/>
                <ns1:gd name="T18" fmla="*/ 372 w 2020"/>
                <ns1:gd name="T19" fmla="*/ 1869 h 2082"/>
                <ns1:gd name="T20" fmla="*/ 530 w 2020"/>
                <ns1:gd name="T21" fmla="*/ 1829 h 2082"/>
                <ns1:gd name="T22" fmla="*/ 372 w 2020"/>
                <ns1:gd name="T23" fmla="*/ 1789 h 2082"/>
                <ns1:gd name="T24" fmla="*/ 269 w 2020"/>
                <ns1:gd name="T25" fmla="*/ 1618 h 2082"/>
                <ns1:gd name="T26" fmla="*/ 243 w 2020"/>
                <ns1:gd name="T27" fmla="*/ 1580 h 2082"/>
                <ns1:gd name="T28" fmla="*/ 239 w 2020"/>
                <ns1:gd name="T29" fmla="*/ 1551 h 2082"/>
                <ns1:gd name="T30" fmla="*/ 223 w 2020"/>
                <ns1:gd name="T31" fmla="*/ 1517 h 2082"/>
                <ns1:gd name="T32" fmla="*/ 230 w 2020"/>
                <ns1:gd name="T33" fmla="*/ 1470 h 2082"/>
                <ns1:gd name="T34" fmla="*/ 241 w 2020"/>
                <ns1:gd name="T35" fmla="*/ 1326 h 2082"/>
                <ns1:gd name="T36" fmla="*/ 87 w 2020"/>
                <ns1:gd name="T37" fmla="*/ 1213 h 2082"/>
                <ns1:gd name="T38" fmla="*/ 375 w 2020"/>
                <ns1:gd name="T39" fmla="*/ 482 h 2082"/>
                <ns1:gd name="T40" fmla="*/ 863 w 2020"/>
                <ns1:gd name="T41" fmla="*/ 1035 h 2082"/>
                <ns1:gd name="T42" fmla="*/ 1037 w 2020"/>
                <ns1:gd name="T43" fmla="*/ 1345 h 2082"/>
                <ns1:gd name="T44" fmla="*/ 929 w 2020"/>
                <ns1:gd name="T45" fmla="*/ 1390 h 2082"/>
                <ns1:gd name="T46" fmla="*/ 1018 w 2020"/>
                <ns1:gd name="T47" fmla="*/ 1590 h 2082"/>
                <ns1:gd name="T48" fmla="*/ 1423 w 2020"/>
                <ns1:gd name="T49" fmla="*/ 2055 h 2082"/>
                <ns1:gd name="T50" fmla="*/ 1474 w 2020"/>
                <ns1:gd name="T51" fmla="*/ 2080 h 2082"/>
                <ns1:gd name="T52" fmla="*/ 1393 w 2020"/>
                <ns1:gd name="T53" fmla="*/ 1719 h 2082"/>
                <ns1:gd name="T54" fmla="*/ 1810 w 2020"/>
                <ns1:gd name="T55" fmla="*/ 707 h 2082"/>
                <ns1:gd name="T56" fmla="*/ 1879 w 2020"/>
                <ns1:gd name="T57" fmla="*/ 141 h 2082"/>
                <ns1:gd name="T58" fmla="*/ 1333 w 2020"/>
                <ns1:gd name="T59" fmla="*/ 1660 h 2082"/>
                <ns1:gd name="T60" fmla="*/ 1019 w 2020"/>
                <ns1:gd name="T61" fmla="*/ 1446 h 2082"/>
                <ns1:gd name="T62" fmla="*/ 1157 w 2020"/>
                <ns1:gd name="T63" fmla="*/ 1215 h 2082"/>
                <ns1:gd name="T64" fmla="*/ 508 w 2020"/>
                <ns1:gd name="T65" fmla="*/ 660 h 2082"/>
                <ns1:gd name="T66" fmla="*/ 470 w 2020"/>
                <ns1:gd name="T67" fmla="*/ 369 h 2082"/>
                <ns1:gd name="T68" fmla="*/ 921 w 2020"/>
                <ns1:gd name="T69" fmla="*/ 115 h 2082"/>
                <ns1:gd name="T70" fmla="*/ 1203 w 2020"/>
                <ns1:gd name="T71" fmla="*/ 160 h 2082"/>
                <ns1:gd name="T72" fmla="*/ 1723 w 2020"/>
                <ns1:gd name="T73" fmla="*/ 1213 h 2082"/>
                <ns1:gd name="T74" fmla="*/ 1720 w 2020"/>
                <ns1:gd name="T75" fmla="*/ 476 h 2082"/>
                <ns1:gd name="T76" fmla="*/ 1822 w 2020"/>
                <ns1:gd name="T77" fmla="*/ 198 h 2082"/>
                <ns1:gd name="T78" fmla="*/ 1786 w 2020"/>
                <ns1:gd name="T79" fmla="*/ 628 h 2082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  <ns1:cxn ang="0">
                  <ns1:pos x="T30" y="T31"/>
                </ns1:cxn>
                <ns1:cxn ang="0">
                  <ns1:pos x="T32" y="T33"/>
                </ns1:cxn>
                <ns1:cxn ang="0">
                  <ns1:pos x="T34" y="T35"/>
                </ns1:cxn>
                <ns1:cxn ang="0">
                  <ns1:pos x="T36" y="T37"/>
                </ns1:cxn>
                <ns1:cxn ang="0">
                  <ns1:pos x="T38" y="T39"/>
                </ns1:cxn>
                <ns1:cxn ang="0">
                  <ns1:pos x="T40" y="T41"/>
                </ns1:cxn>
                <ns1:cxn ang="0">
                  <ns1:pos x="T42" y="T43"/>
                </ns1:cxn>
                <ns1:cxn ang="0">
                  <ns1:pos x="T44" y="T45"/>
                </ns1:cxn>
                <ns1:cxn ang="0">
                  <ns1:pos x="T46" y="T47"/>
                </ns1:cxn>
                <ns1:cxn ang="0">
                  <ns1:pos x="T48" y="T49"/>
                </ns1:cxn>
                <ns1:cxn ang="0">
                  <ns1:pos x="T50" y="T51"/>
                </ns1:cxn>
                <ns1:cxn ang="0">
                  <ns1:pos x="T52" y="T53"/>
                </ns1:cxn>
                <ns1:cxn ang="0">
                  <ns1:pos x="T54" y="T55"/>
                </ns1:cxn>
                <ns1:cxn ang="0">
                  <ns1:pos x="T56" y="T57"/>
                </ns1:cxn>
                <ns1:cxn ang="0">
                  <ns1:pos x="T58" y="T59"/>
                </ns1:cxn>
                <ns1:cxn ang="0">
                  <ns1:pos x="T60" y="T61"/>
                </ns1:cxn>
                <ns1:cxn ang="0">
                  <ns1:pos x="T62" y="T63"/>
                </ns1:cxn>
                <ns1:cxn ang="0">
                  <ns1:pos x="T64" y="T65"/>
                </ns1:cxn>
                <ns1:cxn ang="0">
                  <ns1:pos x="T66" y="T67"/>
                </ns1:cxn>
                <ns1:cxn ang="0">
                  <ns1:pos x="T68" y="T69"/>
                </ns1:cxn>
                <ns1:cxn ang="0">
                  <ns1:pos x="T70" y="T71"/>
                </ns1:cxn>
                <ns1:cxn ang="0">
                  <ns1:pos x="T72" y="T73"/>
                </ns1:cxn>
                <ns1:cxn ang="0">
                  <ns1:pos x="T74" y="T75"/>
                </ns1:cxn>
                <ns1:cxn ang="0">
                  <ns1:pos x="T76" y="T77"/>
                </ns1:cxn>
                <ns1:cxn ang="0">
                  <ns1:pos x="T78" y="T79"/>
                </ns1:cxn>
              </ns1:cxnLst>
              <ns1:rect l="0" t="0" r="r" b="b"/>
              <ns1:pathLst>
                <ns1:path w="2020" h="2082">
                  <ns1:moveTo>
                    <ns1:pt x="1879" y="141"/>
                  </ns1:moveTo>
                  <ns1:cubicBezTo>
                    <ns1:pt x="1738" y="0"/>
                    <ns1:pt x="1509" y="0"/>
                    <ns1:pt x="1367" y="140"/>
                  </ns1:cubicBezTo>
                  <ns1:cubicBezTo>
                    <ns1:pt x="1323" y="118"/>
                    <ns1:pt x="1276" y="99"/>
                    <ns1:pt x="1227" y="84"/>
                  </ns1:cubicBezTo>
                  <ns1:cubicBezTo>
                    <ns1:pt x="1065" y="33"/>
                    <ns1:pt x="932" y="35"/>
                    <ns1:pt x="921" y="35"/>
                  </ns1:cubicBezTo>
                  <ns1:cubicBezTo>
                    <ns1:pt x="704" y="35"/>
                    <ns1:pt x="514" y="126"/>
                    <ns1:pt x="427" y="273"/>
                  </ns1:cubicBezTo>
                  <ns1:cubicBezTo>
                    <ns1:pt x="415" y="292"/>
                    <ns1:pt x="405" y="312"/>
                    <ns1:pt x="398" y="333"/>
                  </ns1:cubicBezTo>
                  <ns1:cubicBezTo>
                    <ns1:pt x="356" y="372"/>
                    <ns1:pt x="170" y="565"/>
                    <ns1:pt x="170" y="838"/>
                  </ns1:cubicBezTo>
                  <ns1:cubicBezTo>
                    <ns1:pt x="170" y="1020"/>
                    <ns1:pt x="82" y="1115"/>
                    <ns1:pt x="30" y="1156"/>
                  </ns1:cubicBezTo>
                  <ns1:cubicBezTo>
                    <ns1:pt x="10" y="1171"/>
                    <ns1:pt x="0" y="1195"/>
                    <ns1:pt x="2" y="1219"/>
                  </ns1:cubicBezTo>
                  <ns1:cubicBezTo>
                    <ns1:pt x="4" y="1244"/>
                    <ns1:pt x="17" y="1266"/>
                    <ns1:pt x="39" y="1278"/>
                  </ns1:cubicBezTo>
                  <ns1:cubicBezTo>
                    <ns1:pt x="59" y="1289"/>
                    <ns1:pt x="81" y="1300"/>
                    <ns1:pt x="102" y="1310"/>
                  </ns1:cubicBezTo>
                  <ns1:cubicBezTo>
                    <ns1:pt x="121" y="1319"/>
                    <ns1:pt x="148" y="1332"/>
                    <ns1:pt x="161" y="1340"/>
                  </ns1:cubicBezTo>
                  <ns1:cubicBezTo>
                    <ns1:pt x="161" y="1412"/>
                    <ns1:pt x="161" y="1412"/>
                    <ns1:pt x="161" y="1412"/>
                  </ns1:cubicBezTo>
                  <ns1:cubicBezTo>
                    <ns1:pt x="161" y="1421"/>
                    <ns1:pt x="159" y="1431"/>
                    <ns1:pt x="156" y="1440"/>
                  </ns1:cubicBezTo>
                  <ns1:cubicBezTo>
                    <ns1:pt x="146" y="1464"/>
                    <ns1:pt x="146" y="1464"/>
                    <ns1:pt x="146" y="1464"/>
                  </ns1:cubicBezTo>
                  <ns1:cubicBezTo>
                    <ns1:pt x="132" y="1498"/>
                    <ns1:pt x="137" y="1536"/>
                    <ns1:pt x="159" y="1565"/>
                  </ns1:cubicBezTo>
                  <ns1:cubicBezTo>
                    <ns1:pt x="159" y="1574"/>
                    <ns1:pt x="159" y="1574"/>
                    <ns1:pt x="159" y="1574"/>
                  </ns1:cubicBezTo>
                  <ns1:cubicBezTo>
                    <ns1:pt x="159" y="1599"/>
                    <ns1:pt x="170" y="1623"/>
                    <ns1:pt x="189" y="1640"/>
                  </ns1:cubicBezTo>
                  <ns1:cubicBezTo>
                    <ns1:pt x="189" y="1687"/>
                    <ns1:pt x="189" y="1687"/>
                    <ns1:pt x="189" y="1687"/>
                  </ns1:cubicBezTo>
                  <ns1:cubicBezTo>
                    <ns1:pt x="189" y="1787"/>
                    <ns1:pt x="271" y="1869"/>
                    <ns1:pt x="372" y="1869"/>
                  </ns1:cubicBezTo>
                  <ns1:cubicBezTo>
                    <ns1:pt x="490" y="1869"/>
                    <ns1:pt x="490" y="1869"/>
                    <ns1:pt x="490" y="1869"/>
                  </ns1:cubicBezTo>
                  <ns1:cubicBezTo>
                    <ns1:pt x="512" y="1869"/>
                    <ns1:pt x="530" y="1851"/>
                    <ns1:pt x="530" y="1829"/>
                  </ns1:cubicBezTo>
                  <ns1:cubicBezTo>
                    <ns1:pt x="530" y="1807"/>
                    <ns1:pt x="512" y="1789"/>
                    <ns1:pt x="490" y="1789"/>
                  </ns1:cubicBezTo>
                  <ns1:cubicBezTo>
                    <ns1:pt x="372" y="1789"/>
                    <ns1:pt x="372" y="1789"/>
                    <ns1:pt x="372" y="1789"/>
                  </ns1:cubicBezTo>
                  <ns1:cubicBezTo>
                    <ns1:pt x="315" y="1789"/>
                    <ns1:pt x="269" y="1743"/>
                    <ns1:pt x="269" y="1687"/>
                  </ns1:cubicBezTo>
                  <ns1:cubicBezTo>
                    <ns1:pt x="269" y="1618"/>
                    <ns1:pt x="269" y="1618"/>
                    <ns1:pt x="269" y="1618"/>
                  </ns1:cubicBezTo>
                  <ns1:cubicBezTo>
                    <ns1:pt x="269" y="1602"/>
                    <ns1:pt x="259" y="1587"/>
                    <ns1:pt x="245" y="1581"/>
                  </ns1:cubicBezTo>
                  <ns1:cubicBezTo>
                    <ns1:pt x="243" y="1580"/>
                    <ns1:pt x="243" y="1580"/>
                    <ns1:pt x="243" y="1580"/>
                  </ns1:cubicBezTo>
                  <ns1:cubicBezTo>
                    <ns1:pt x="240" y="1579"/>
                    <ns1:pt x="239" y="1576"/>
                    <ns1:pt x="239" y="1574"/>
                  </ns1:cubicBezTo>
                  <ns1:cubicBezTo>
                    <ns1:pt x="239" y="1551"/>
                    <ns1:pt x="239" y="1551"/>
                    <ns1:pt x="239" y="1551"/>
                  </ns1:cubicBezTo>
                  <ns1:cubicBezTo>
                    <ns1:pt x="239" y="1542"/>
                    <ns1:pt x="236" y="1533"/>
                    <ns1:pt x="230" y="1526"/>
                  </ns1:cubicBezTo>
                  <ns1:cubicBezTo>
                    <ns1:pt x="223" y="1517"/>
                    <ns1:pt x="223" y="1517"/>
                    <ns1:pt x="223" y="1517"/>
                  </ns1:cubicBezTo>
                  <ns1:cubicBezTo>
                    <ns1:pt x="218" y="1511"/>
                    <ns1:pt x="217" y="1502"/>
                    <ns1:pt x="220" y="1494"/>
                  </ns1:cubicBezTo>
                  <ns1:cubicBezTo>
                    <ns1:pt x="230" y="1470"/>
                    <ns1:pt x="230" y="1470"/>
                    <ns1:pt x="230" y="1470"/>
                  </ns1:cubicBezTo>
                  <ns1:cubicBezTo>
                    <ns1:pt x="237" y="1451"/>
                    <ns1:pt x="241" y="1432"/>
                    <ns1:pt x="241" y="1412"/>
                  </ns1:cubicBezTo>
                  <ns1:cubicBezTo>
                    <ns1:pt x="241" y="1326"/>
                    <ns1:pt x="241" y="1326"/>
                    <ns1:pt x="241" y="1326"/>
                  </ns1:cubicBezTo>
                  <ns1:cubicBezTo>
                    <ns1:pt x="241" y="1288"/>
                    <ns1:pt x="202" y="1269"/>
                    <ns1:pt x="137" y="1238"/>
                  </ns1:cubicBezTo>
                  <ns1:cubicBezTo>
                    <ns1:pt x="120" y="1230"/>
                    <ns1:pt x="102" y="1221"/>
                    <ns1:pt x="87" y="1213"/>
                  </ns1:cubicBezTo>
                  <ns1:cubicBezTo>
                    <ns1:pt x="151" y="1160"/>
                    <ns1:pt x="250" y="1046"/>
                    <ns1:pt x="250" y="838"/>
                  </ns1:cubicBezTo>
                  <ns1:cubicBezTo>
                    <ns1:pt x="250" y="688"/>
                    <ns1:pt x="317" y="563"/>
                    <ns1:pt x="375" y="482"/>
                  </ns1:cubicBezTo>
                  <ns1:cubicBezTo>
                    <ns1:pt x="378" y="552"/>
                    <ns1:pt x="399" y="625"/>
                    <ns1:pt x="438" y="698"/>
                  </ns1:cubicBezTo>
                  <ns1:cubicBezTo>
                    <ns1:pt x="541" y="890"/>
                    <ns1:pt x="719" y="970"/>
                    <ns1:pt x="863" y="1035"/>
                  </ns1:cubicBezTo>
                  <ns1:cubicBezTo>
                    <ns1:pt x="1000" y="1096"/>
                    <ns1:pt x="1077" y="1135"/>
                    <ns1:pt x="1077" y="1215"/>
                  </ns1:cubicBezTo>
                  <ns1:cubicBezTo>
                    <ns1:pt x="1078" y="1275"/>
                    <ns1:pt x="1064" y="1318"/>
                    <ns1:pt x="1037" y="1345"/>
                  </ns1:cubicBezTo>
                  <ns1:cubicBezTo>
                    <ns1:pt x="1006" y="1375"/>
                    <ns1:pt x="964" y="1375"/>
                    <ns1:pt x="964" y="1375"/>
                  </ns1:cubicBezTo>
                  <ns1:cubicBezTo>
                    <ns1:pt x="950" y="1374"/>
                    <ns1:pt x="938" y="1380"/>
                    <ns1:pt x="929" y="1390"/>
                  </ns1:cubicBezTo>
                  <ns1:cubicBezTo>
                    <ns1:pt x="921" y="1401"/>
                    <ns1:pt x="919" y="1415"/>
                    <ns1:pt x="924" y="1428"/>
                  </ns1:cubicBezTo>
                  <ns1:cubicBezTo>
                    <ns1:pt x="925" y="1431"/>
                    <ns1:pt x="953" y="1511"/>
                    <ns1:pt x="1018" y="1590"/>
                  </ns1:cubicBezTo>
                  <ns1:cubicBezTo>
                    <ns1:pt x="1099" y="1688"/>
                    <ns1:pt x="1201" y="1739"/>
                    <ns1:pt x="1316" y="1740"/>
                  </ns1:cubicBezTo>
                  <ns1:cubicBezTo>
                    <ns1:pt x="1423" y="2055"/>
                    <ns1:pt x="1423" y="2055"/>
                    <ns1:pt x="1423" y="2055"/>
                  </ns1:cubicBezTo>
                  <ns1:cubicBezTo>
                    <ns1:pt x="1429" y="2072"/>
                    <ns1:pt x="1444" y="2082"/>
                    <ns1:pt x="1461" y="2082"/>
                  </ns1:cubicBezTo>
                  <ns1:cubicBezTo>
                    <ns1:pt x="1465" y="2082"/>
                    <ns1:pt x="1469" y="2082"/>
                    <ns1:pt x="1474" y="2080"/>
                  </ns1:cubicBezTo>
                  <ns1:cubicBezTo>
                    <ns1:pt x="1495" y="2073"/>
                    <ns1:pt x="1506" y="2050"/>
                    <ns1:pt x="1499" y="2029"/>
                  </ns1:cubicBezTo>
                  <ns1:cubicBezTo>
                    <ns1:pt x="1393" y="1719"/>
                    <ns1:pt x="1393" y="1719"/>
                    <ns1:pt x="1393" y="1719"/>
                  </ns1:cubicBezTo>
                  <ns1:cubicBezTo>
                    <ns1:pt x="1592" y="1612"/>
                    <ns1:pt x="1733" y="1447"/>
                    <ns1:pt x="1799" y="1238"/>
                  </ns1:cubicBezTo>
                  <ns1:cubicBezTo>
                    <ns1:pt x="1853" y="1071"/>
                    <ns1:pt x="1855" y="884"/>
                    <ns1:pt x="1810" y="707"/>
                  </ns1:cubicBezTo>
                  <ns1:cubicBezTo>
                    <ns1:pt x="1835" y="692"/>
                    <ns1:pt x="1858" y="675"/>
                    <ns1:pt x="1879" y="654"/>
                  </ns1:cubicBezTo>
                  <ns1:cubicBezTo>
                    <ns1:pt x="2020" y="513"/>
                    <ns1:pt x="2020" y="283"/>
                    <ns1:pt x="1879" y="141"/>
                  </ns1:cubicBezTo>
                  <ns1:close/>
                  <ns1:moveTo>
                    <ns1:pt x="1723" y="1213"/>
                  </ns1:moveTo>
                  <ns1:cubicBezTo>
                    <ns1:pt x="1661" y="1409"/>
                    <ns1:pt x="1526" y="1564"/>
                    <ns1:pt x="1333" y="1660"/>
                  </ns1:cubicBezTo>
                  <ns1:cubicBezTo>
                    <ns1:pt x="1236" y="1664"/>
                    <ns1:pt x="1151" y="1624"/>
                    <ns1:pt x="1081" y="1540"/>
                  </ns1:cubicBezTo>
                  <ns1:cubicBezTo>
                    <ns1:pt x="1053" y="1507"/>
                    <ns1:pt x="1032" y="1472"/>
                    <ns1:pt x="1019" y="1446"/>
                  </ns1:cubicBezTo>
                  <ns1:cubicBezTo>
                    <ns1:pt x="1042" y="1438"/>
                    <ns1:pt x="1068" y="1426"/>
                    <ns1:pt x="1092" y="1403"/>
                  </ns1:cubicBezTo>
                  <ns1:cubicBezTo>
                    <ns1:pt x="1136" y="1361"/>
                    <ns1:pt x="1158" y="1297"/>
                    <ns1:pt x="1157" y="1215"/>
                  </ns1:cubicBezTo>
                  <ns1:cubicBezTo>
                    <ns1:pt x="1156" y="1079"/>
                    <ns1:pt x="1030" y="1022"/>
                    <ns1:pt x="896" y="962"/>
                  </ns1:cubicBezTo>
                  <ns1:cubicBezTo>
                    <ns1:pt x="756" y="899"/>
                    <ns1:pt x="598" y="828"/>
                    <ns1:pt x="508" y="660"/>
                  </ns1:cubicBezTo>
                  <ns1:cubicBezTo>
                    <ns1:pt x="453" y="556"/>
                    <ns1:pt x="440" y="456"/>
                    <ns1:pt x="469" y="370"/>
                  </ns1:cubicBezTo>
                  <ns1:cubicBezTo>
                    <ns1:pt x="469" y="369"/>
                    <ns1:pt x="470" y="369"/>
                    <ns1:pt x="470" y="369"/>
                  </ns1:cubicBezTo>
                  <ns1:cubicBezTo>
                    <ns1:pt x="476" y="350"/>
                    <ns1:pt x="485" y="331"/>
                    <ns1:pt x="495" y="314"/>
                  </ns1:cubicBezTo>
                  <ns1:cubicBezTo>
                    <ns1:pt x="569" y="191"/>
                    <ns1:pt x="732" y="115"/>
                    <ns1:pt x="921" y="115"/>
                  </ns1:cubicBezTo>
                  <ns1:cubicBezTo>
                    <ns1:pt x="921" y="115"/>
                    <ns1:pt x="922" y="115"/>
                    <ns1:pt x="922" y="115"/>
                  </ns1:cubicBezTo>
                  <ns1:cubicBezTo>
                    <ns1:pt x="923" y="115"/>
                    <ns1:pt x="1049" y="112"/>
                    <ns1:pt x="1203" y="160"/>
                  </ns1:cubicBezTo>
                  <ns1:cubicBezTo>
                    <ns1:pt x="1407" y="224"/>
                    <ns1:pt x="1557" y="343"/>
                    <ns1:pt x="1650" y="514"/>
                  </ns1:cubicBezTo>
                  <ns1:cubicBezTo>
                    <ns1:pt x="1767" y="731"/>
                    <ns1:pt x="1794" y="992"/>
                    <ns1:pt x="1723" y="1213"/>
                  </ns1:cubicBezTo>
                  <ns1:close/>
                  <ns1:moveTo>
                    <ns1:pt x="1786" y="628"/>
                  </ns1:moveTo>
                  <ns1:cubicBezTo>
                    <ns1:pt x="1769" y="576"/>
                    <ns1:pt x="1747" y="525"/>
                    <ns1:pt x="1720" y="476"/>
                  </ns1:cubicBezTo>
                  <ns1:cubicBezTo>
                    <ns1:pt x="1655" y="355"/>
                    <ns1:pt x="1560" y="255"/>
                    <ns1:pt x="1441" y="181"/>
                  </ns1:cubicBezTo>
                  <ns1:cubicBezTo>
                    <ns1:pt x="1552" y="88"/>
                    <ns1:pt x="1718" y="94"/>
                    <ns1:pt x="1822" y="198"/>
                  </ns1:cubicBezTo>
                  <ns1:cubicBezTo>
                    <ns1:pt x="1932" y="308"/>
                    <ns1:pt x="1932" y="487"/>
                    <ns1:pt x="1822" y="597"/>
                  </ns1:cubicBezTo>
                  <ns1:cubicBezTo>
                    <ns1:pt x="1811" y="608"/>
                    <ns1:pt x="1799" y="618"/>
                    <ns1:pt x="1786" y="628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6:hiddenLine w="9525">
                  <ns1:solidFill>
                    <ns1:srgbClr val="000000"/>
                  </ns1:solidFill>
                  <ns1:round/>
                  <ns1:headEnd/>
                  <ns1:tailEnd/>
                </ns6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en-US"/>
            </ns1:p>
          </ns0:txBody>
        </ns0:sp>
        <ns0:sp>
          <ns0:nvSpPr>
            <ns0:cNvPr id="26" name="Freeform 55">
              <ns1:extLst>
                <ns1:ext uri="{FF2B5EF4-FFF2-40B4-BE49-F238E27FC236}">
                  <ns2:creationId id="{25CD03CA-D48F-4B63-B110-3BC827407A18}"/>
                </ns1:ext>
              </ns1:extLst>
            </ns0:cNvPr>
            <ns0:cNvSpPr>
              <ns1:spLocks noEditPoints="1"/>
            </ns0:cNvSpPr>
            <ns0:nvPr/>
          </ns0:nvSpPr>
          <ns0:spPr bwMode="auto">
            <ns1:xfrm>
              <ns1:off x="2595" y="2669"/>
              <ns1:ext cx="1339" cy="1649"/>
            </ns1:xfrm>
            <ns1:custGeom>
              <ns1:avLst/>
              <ns1:gdLst>
                <ns1:gd name="T0" fmla="*/ 624 w 635"/>
                <ns1:gd name="T1" fmla="*/ 608 h 782"/>
                <ns1:gd name="T2" fmla="*/ 499 w 635"/>
                <ns1:gd name="T3" fmla="*/ 391 h 782"/>
                <ns1:gd name="T4" fmla="*/ 495 w 635"/>
                <ns1:gd name="T5" fmla="*/ 243 h 782"/>
                <ns1:gd name="T6" fmla="*/ 272 w 635"/>
                <ns1:gd name="T7" fmla="*/ 8 h 782"/>
                <ns1:gd name="T8" fmla="*/ 54 w 635"/>
                <ns1:gd name="T9" fmla="*/ 133 h 782"/>
                <ns1:gd name="T10" fmla="*/ 52 w 635"/>
                <ns1:gd name="T11" fmla="*/ 137 h 782"/>
                <ns1:gd name="T12" fmla="*/ 139 w 635"/>
                <ns1:gd name="T13" fmla="*/ 445 h 782"/>
                <ns1:gd name="T14" fmla="*/ 264 w 635"/>
                <ns1:gd name="T15" fmla="*/ 526 h 782"/>
                <ns1:gd name="T16" fmla="*/ 400 w 635"/>
                <ns1:gd name="T17" fmla="*/ 762 h 782"/>
                <ns1:gd name="T18" fmla="*/ 435 w 635"/>
                <ns1:gd name="T19" fmla="*/ 782 h 782"/>
                <ns1:gd name="T20" fmla="*/ 455 w 635"/>
                <ns1:gd name="T21" fmla="*/ 777 h 782"/>
                <ns1:gd name="T22" fmla="*/ 469 w 635"/>
                <ns1:gd name="T23" fmla="*/ 722 h 782"/>
                <ns1:gd name="T24" fmla="*/ 348 w 635"/>
                <ns1:gd name="T25" fmla="*/ 513 h 782"/>
                <ns1:gd name="T26" fmla="*/ 396 w 635"/>
                <ns1:gd name="T27" fmla="*/ 485 h 782"/>
                <ns1:gd name="T28" fmla="*/ 445 w 635"/>
                <ns1:gd name="T29" fmla="*/ 457 h 782"/>
                <ns1:gd name="T30" fmla="*/ 555 w 635"/>
                <ns1:gd name="T31" fmla="*/ 648 h 782"/>
                <ns1:gd name="T32" fmla="*/ 610 w 635"/>
                <ns1:gd name="T33" fmla="*/ 663 h 782"/>
                <ns1:gd name="T34" fmla="*/ 624 w 635"/>
                <ns1:gd name="T35" fmla="*/ 608 h 782"/>
                <ns1:gd name="T36" fmla="*/ 124 w 635"/>
                <ns1:gd name="T37" fmla="*/ 172 h 782"/>
                <ns1:gd name="T38" fmla="*/ 126 w 635"/>
                <ns1:gd name="T39" fmla="*/ 168 h 782"/>
                <ns1:gd name="T40" fmla="*/ 254 w 635"/>
                <ns1:gd name="T41" fmla="*/ 87 h 782"/>
                <ns1:gd name="T42" fmla="*/ 265 w 635"/>
                <ns1:gd name="T43" fmla="*/ 87 h 782"/>
                <ns1:gd name="T44" fmla="*/ 415 w 635"/>
                <ns1:gd name="T45" fmla="*/ 245 h 782"/>
                <ns1:gd name="T46" fmla="*/ 419 w 635"/>
                <ns1:gd name="T47" fmla="*/ 380 h 782"/>
                <ns1:gd name="T48" fmla="*/ 295 w 635"/>
                <ns1:gd name="T49" fmla="*/ 451 h 782"/>
                <ns1:gd name="T50" fmla="*/ 183 w 635"/>
                <ns1:gd name="T51" fmla="*/ 378 h 782"/>
                <ns1:gd name="T52" fmla="*/ 124 w 635"/>
                <ns1:gd name="T53" fmla="*/ 172 h 782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  <ns1:cxn ang="0">
                  <ns1:pos x="T30" y="T31"/>
                </ns1:cxn>
                <ns1:cxn ang="0">
                  <ns1:pos x="T32" y="T33"/>
                </ns1:cxn>
                <ns1:cxn ang="0">
                  <ns1:pos x="T34" y="T35"/>
                </ns1:cxn>
                <ns1:cxn ang="0">
                  <ns1:pos x="T36" y="T37"/>
                </ns1:cxn>
                <ns1:cxn ang="0">
                  <ns1:pos x="T38" y="T39"/>
                </ns1:cxn>
                <ns1:cxn ang="0">
                  <ns1:pos x="T40" y="T41"/>
                </ns1:cxn>
                <ns1:cxn ang="0">
                  <ns1:pos x="T42" y="T43"/>
                </ns1:cxn>
                <ns1:cxn ang="0">
                  <ns1:pos x="T44" y="T45"/>
                </ns1:cxn>
                <ns1:cxn ang="0">
                  <ns1:pos x="T46" y="T47"/>
                </ns1:cxn>
                <ns1:cxn ang="0">
                  <ns1:pos x="T48" y="T49"/>
                </ns1:cxn>
                <ns1:cxn ang="0">
                  <ns1:pos x="T50" y="T51"/>
                </ns1:cxn>
                <ns1:cxn ang="0">
                  <ns1:pos x="T52" y="T53"/>
                </ns1:cxn>
              </ns1:cxnLst>
              <ns1:rect l="0" t="0" r="r" b="b"/>
              <ns1:pathLst>
                <ns1:path w="635" h="782">
                  <ns1:moveTo>
                    <ns1:pt x="624" y="608"/>
                  </ns1:moveTo>
                  <ns1:cubicBezTo>
                    <ns1:pt x="499" y="391"/>
                    <ns1:pt x="499" y="391"/>
                    <ns1:pt x="499" y="391"/>
                  </ns1:cubicBezTo>
                  <ns1:cubicBezTo>
                    <ns1:pt x="495" y="243"/>
                    <ns1:pt x="495" y="243"/>
                    <ns1:pt x="495" y="243"/>
                  </ns1:cubicBezTo>
                  <ns1:cubicBezTo>
                    <ns1:pt x="491" y="119"/>
                    <ns1:pt x="395" y="18"/>
                    <ns1:pt x="272" y="8"/>
                  </ns1:cubicBezTo>
                  <ns1:cubicBezTo>
                    <ns1:pt x="181" y="0"/>
                    <ns1:pt x="93" y="51"/>
                    <ns1:pt x="54" y="133"/>
                  </ns1:cubicBezTo>
                  <ns1:cubicBezTo>
                    <ns1:pt x="52" y="137"/>
                    <ns1:pt x="52" y="137"/>
                    <ns1:pt x="52" y="137"/>
                  </ns1:cubicBezTo>
                  <ns1:cubicBezTo>
                    <ns1:pt x="0" y="247"/>
                    <ns1:pt x="38" y="379"/>
                    <ns1:pt x="139" y="445"/>
                  </ns1:cubicBezTo>
                  <ns1:cubicBezTo>
                    <ns1:pt x="264" y="526"/>
                    <ns1:pt x="264" y="526"/>
                    <ns1:pt x="264" y="526"/>
                  </ns1:cubicBezTo>
                  <ns1:cubicBezTo>
                    <ns1:pt x="400" y="762"/>
                    <ns1:pt x="400" y="762"/>
                    <ns1:pt x="400" y="762"/>
                  </ns1:cubicBezTo>
                  <ns1:cubicBezTo>
                    <ns1:pt x="407" y="775"/>
                    <ns1:pt x="421" y="782"/>
                    <ns1:pt x="435" y="782"/>
                  </ns1:cubicBezTo>
                  <ns1:cubicBezTo>
                    <ns1:pt x="441" y="782"/>
                    <ns1:pt x="448" y="781"/>
                    <ns1:pt x="455" y="777"/>
                  </ns1:cubicBezTo>
                  <ns1:cubicBezTo>
                    <ns1:pt x="474" y="766"/>
                    <ns1:pt x="480" y="742"/>
                    <ns1:pt x="469" y="722"/>
                  </ns1:cubicBezTo>
                  <ns1:cubicBezTo>
                    <ns1:pt x="348" y="513"/>
                    <ns1:pt x="348" y="513"/>
                    <ns1:pt x="348" y="513"/>
                  </ns1:cubicBezTo>
                  <ns1:cubicBezTo>
                    <ns1:pt x="396" y="485"/>
                    <ns1:pt x="396" y="485"/>
                    <ns1:pt x="396" y="485"/>
                  </ns1:cubicBezTo>
                  <ns1:cubicBezTo>
                    <ns1:pt x="445" y="457"/>
                    <ns1:pt x="445" y="457"/>
                    <ns1:pt x="445" y="457"/>
                  </ns1:cubicBezTo>
                  <ns1:cubicBezTo>
                    <ns1:pt x="555" y="648"/>
                    <ns1:pt x="555" y="648"/>
                    <ns1:pt x="555" y="648"/>
                  </ns1:cubicBezTo>
                  <ns1:cubicBezTo>
                    <ns1:pt x="566" y="667"/>
                    <ns1:pt x="591" y="674"/>
                    <ns1:pt x="610" y="663"/>
                  </ns1:cubicBezTo>
                  <ns1:cubicBezTo>
                    <ns1:pt x="629" y="652"/>
                    <ns1:pt x="635" y="627"/>
                    <ns1:pt x="624" y="608"/>
                  </ns1:cubicBezTo>
                  <ns1:close/>
                  <ns1:moveTo>
                    <ns1:pt x="124" y="172"/>
                  </ns1:moveTo>
                  <ns1:cubicBezTo>
                    <ns1:pt x="126" y="168"/>
                    <ns1:pt x="126" y="168"/>
                    <ns1:pt x="126" y="168"/>
                  </ns1:cubicBezTo>
                  <ns1:cubicBezTo>
                    <ns1:pt x="150" y="118"/>
                    <ns1:pt x="200" y="87"/>
                    <ns1:pt x="254" y="87"/>
                  </ns1:cubicBezTo>
                  <ns1:cubicBezTo>
                    <ns1:pt x="258" y="87"/>
                    <ns1:pt x="261" y="87"/>
                    <ns1:pt x="265" y="87"/>
                  </ns1:cubicBezTo>
                  <ns1:cubicBezTo>
                    <ns1:pt x="348" y="94"/>
                    <ns1:pt x="412" y="162"/>
                    <ns1:pt x="415" y="245"/>
                  </ns1:cubicBezTo>
                  <ns1:cubicBezTo>
                    <ns1:pt x="419" y="380"/>
                    <ns1:pt x="419" y="380"/>
                    <ns1:pt x="419" y="380"/>
                  </ns1:cubicBezTo>
                  <ns1:cubicBezTo>
                    <ns1:pt x="295" y="451"/>
                    <ns1:pt x="295" y="451"/>
                    <ns1:pt x="295" y="451"/>
                  </ns1:cubicBezTo>
                  <ns1:cubicBezTo>
                    <ns1:pt x="183" y="378"/>
                    <ns1:pt x="183" y="378"/>
                    <ns1:pt x="183" y="378"/>
                  </ns1:cubicBezTo>
                  <ns1:cubicBezTo>
                    <ns1:pt x="115" y="334"/>
                    <ns1:pt x="90" y="245"/>
                    <ns1:pt x="124" y="172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6:hiddenLine w="9525">
                  <ns1:solidFill>
                    <ns1:srgbClr val="000000"/>
                  </ns1:solidFill>
                  <ns1:round/>
                  <ns1:headEnd/>
                  <ns1:tailEnd/>
                </ns6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en-US"/>
            </ns1:p>
          </ns0:txBody>
        </ns0:sp>
        <ns0:sp>
          <ns0:nvSpPr>
            <ns0:cNvPr id="27" name="Freeform 56">
              <ns1:extLst>
                <ns1:ext uri="{FF2B5EF4-FFF2-40B4-BE49-F238E27FC236}">
                  <ns2:creationId id="{1FB8718B-0C52-42F6-B269-9E9F67E7D73A}"/>
                </ns1:ext>
              </ns1:extLst>
            </ns0:cNvPr>
            <ns0:cNvSpPr>
              <ns1:spLocks/>
            </ns0:cNvSpPr>
            <ns0:nvPr/>
          </ns0:nvSpPr>
          <ns0:spPr bwMode="auto">
            <ns1:xfrm>
              <ns1:off x="3894" y="4151"/>
              <ns1:ext cx="168" cy="169"/>
            </ns1:xfrm>
            <ns1:custGeom>
              <ns1:avLst/>
              <ns1:gdLst>
                <ns1:gd name="T0" fmla="*/ 40 w 80"/>
                <ns1:gd name="T1" fmla="*/ 0 h 80"/>
                <ns1:gd name="T2" fmla="*/ 12 w 80"/>
                <ns1:gd name="T3" fmla="*/ 12 h 80"/>
                <ns1:gd name="T4" fmla="*/ 0 w 80"/>
                <ns1:gd name="T5" fmla="*/ 40 h 80"/>
                <ns1:gd name="T6" fmla="*/ 12 w 80"/>
                <ns1:gd name="T7" fmla="*/ 68 h 80"/>
                <ns1:gd name="T8" fmla="*/ 40 w 80"/>
                <ns1:gd name="T9" fmla="*/ 80 h 80"/>
                <ns1:gd name="T10" fmla="*/ 68 w 80"/>
                <ns1:gd name="T11" fmla="*/ 68 h 80"/>
                <ns1:gd name="T12" fmla="*/ 80 w 80"/>
                <ns1:gd name="T13" fmla="*/ 40 h 80"/>
                <ns1:gd name="T14" fmla="*/ 68 w 80"/>
                <ns1:gd name="T15" fmla="*/ 12 h 80"/>
                <ns1:gd name="T16" fmla="*/ 40 w 80"/>
                <ns1:gd name="T17" fmla="*/ 0 h 80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</ns1:cxnLst>
              <ns1:rect l="0" t="0" r="r" b="b"/>
              <ns1:pathLst>
                <ns1:path w="80" h="80">
                  <ns1:moveTo>
                    <ns1:pt x="40" y="0"/>
                  </ns1:moveTo>
                  <ns1:cubicBezTo>
                    <ns1:pt x="29" y="0"/>
                    <ns1:pt x="19" y="4"/>
                    <ns1:pt x="12" y="12"/>
                  </ns1:cubicBezTo>
                  <ns1:cubicBezTo>
                    <ns1:pt x="4" y="19"/>
                    <ns1:pt x="0" y="29"/>
                    <ns1:pt x="0" y="40"/>
                  </ns1:cubicBezTo>
                  <ns1:cubicBezTo>
                    <ns1:pt x="0" y="51"/>
                    <ns1:pt x="4" y="61"/>
                    <ns1:pt x="12" y="68"/>
                  </ns1:cubicBezTo>
                  <ns1:cubicBezTo>
                    <ns1:pt x="19" y="76"/>
                    <ns1:pt x="29" y="80"/>
                    <ns1:pt x="40" y="80"/>
                  </ns1:cubicBezTo>
                  <ns1:cubicBezTo>
                    <ns1:pt x="50" y="80"/>
                    <ns1:pt x="61" y="76"/>
                    <ns1:pt x="68" y="68"/>
                  </ns1:cubicBezTo>
                  <ns1:cubicBezTo>
                    <ns1:pt x="76" y="61"/>
                    <ns1:pt x="80" y="51"/>
                    <ns1:pt x="80" y="40"/>
                  </ns1:cubicBezTo>
                  <ns1:cubicBezTo>
                    <ns1:pt x="80" y="29"/>
                    <ns1:pt x="76" y="19"/>
                    <ns1:pt x="68" y="12"/>
                  </ns1:cubicBezTo>
                  <ns1:cubicBezTo>
                    <ns1:pt x="61" y="4"/>
                    <ns1:pt x="50" y="0"/>
                    <ns1:pt x="40" y="0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6:hiddenLine w="9525">
                  <ns1:solidFill>
                    <ns1:srgbClr val="000000"/>
                  </ns1:solidFill>
                  <ns1:round/>
                  <ns1:headEnd/>
                  <ns1:tailEnd/>
                </ns6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en-US"/>
            </ns1:p>
          </ns0:txBody>
        </ns0:sp>
        <ns0:sp>
          <ns0:nvSpPr>
            <ns0:cNvPr id="28" name="Freeform 57">
              <ns1:extLst>
                <ns1:ext uri="{FF2B5EF4-FFF2-40B4-BE49-F238E27FC236}">
                  <ns2:creationId id="{F7BF36C4-11DA-402E-83D9-664CB36F183E}"/>
                </ns1:ext>
              </ns1:extLst>
            </ns0:cNvPr>
            <ns0:cNvSpPr>
              <ns1:spLocks/>
            </ns0:cNvSpPr>
            <ns0:nvPr/>
          </ns0:nvSpPr>
          <ns0:spPr bwMode="auto">
            <ns1:xfrm>
              <ns1:off x="2888" y="434"/>
              <ns1:ext cx="477" cy="791"/>
            </ns1:xfrm>
            <ns1:custGeom>
              <ns1:avLst/>
              <ns1:gdLst>
                <ns1:gd name="T0" fmla="*/ 165 w 226"/>
                <ns1:gd name="T1" fmla="*/ 8 h 375"/>
                <ns1:gd name="T2" fmla="*/ 22 w 226"/>
                <ns1:gd name="T3" fmla="*/ 151 h 375"/>
                <ns1:gd name="T4" fmla="*/ 46 w 226"/>
                <ns1:gd name="T5" fmla="*/ 354 h 375"/>
                <ns1:gd name="T6" fmla="*/ 81 w 226"/>
                <ns1:gd name="T7" fmla="*/ 375 h 375"/>
                <ns1:gd name="T8" fmla="*/ 100 w 226"/>
                <ns1:gd name="T9" fmla="*/ 370 h 375"/>
                <ns1:gd name="T10" fmla="*/ 116 w 226"/>
                <ns1:gd name="T11" fmla="*/ 316 h 375"/>
                <ns1:gd name="T12" fmla="*/ 97 w 226"/>
                <ns1:gd name="T13" fmla="*/ 178 h 375"/>
                <ns1:gd name="T14" fmla="*/ 196 w 226"/>
                <ns1:gd name="T15" fmla="*/ 82 h 375"/>
                <ns1:gd name="T16" fmla="*/ 218 w 226"/>
                <ns1:gd name="T17" fmla="*/ 29 h 375"/>
                <ns1:gd name="T18" fmla="*/ 165 w 226"/>
                <ns1:gd name="T19" fmla="*/ 8 h 375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</ns1:cxnLst>
              <ns1:rect l="0" t="0" r="r" b="b"/>
              <ns1:pathLst>
                <ns1:path w="226" h="375">
                  <ns1:moveTo>
                    <ns1:pt x="165" y="8"/>
                  </ns1:moveTo>
                  <ns1:cubicBezTo>
                    <ns1:pt x="95" y="39"/>
                    <ns1:pt x="44" y="89"/>
                    <ns1:pt x="22" y="151"/>
                  </ns1:cubicBezTo>
                  <ns1:cubicBezTo>
                    <ns1:pt x="0" y="214"/>
                    <ns1:pt x="8" y="284"/>
                    <ns1:pt x="46" y="354"/>
                  </ns1:cubicBezTo>
                  <ns1:cubicBezTo>
                    <ns1:pt x="53" y="367"/>
                    <ns1:pt x="67" y="375"/>
                    <ns1:pt x="81" y="375"/>
                  </ns1:cubicBezTo>
                  <ns1:cubicBezTo>
                    <ns1:pt x="87" y="375"/>
                    <ns1:pt x="94" y="373"/>
                    <ns1:pt x="100" y="370"/>
                  </ns1:cubicBezTo>
                  <ns1:cubicBezTo>
                    <ns1:pt x="119" y="360"/>
                    <ns1:pt x="127" y="335"/>
                    <ns1:pt x="116" y="316"/>
                  </ns1:cubicBezTo>
                  <ns1:cubicBezTo>
                    <ns1:pt x="89" y="266"/>
                    <ns1:pt x="83" y="219"/>
                    <ns1:pt x="97" y="178"/>
                  </ns1:cubicBezTo>
                  <ns1:cubicBezTo>
                    <ns1:pt x="112" y="137"/>
                    <ns1:pt x="147" y="103"/>
                    <ns1:pt x="196" y="82"/>
                  </ns1:cubicBezTo>
                  <ns1:cubicBezTo>
                    <ns1:pt x="217" y="73"/>
                    <ns1:pt x="226" y="50"/>
                    <ns1:pt x="218" y="29"/>
                  </ns1:cubicBezTo>
                  <ns1:cubicBezTo>
                    <ns1:pt x="209" y="9"/>
                    <ns1:pt x="185" y="0"/>
                    <ns1:pt x="165" y="8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6:hiddenLine w="9525">
                  <ns1:solidFill>
                    <ns1:srgbClr val="000000"/>
                  </ns1:solidFill>
                  <ns1:round/>
                  <ns1:headEnd/>
                  <ns1:tailEnd/>
                </ns6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en-US"/>
            </ns1:p>
          </ns0:txBody>
        </ns0:sp>
        <ns0:sp>
          <ns0:nvSpPr>
            <ns0:cNvPr id="29" name="Freeform 58">
              <ns1:extLst>
                <ns1:ext uri="{FF2B5EF4-FFF2-40B4-BE49-F238E27FC236}">
                  <ns2:creationId id="{458408B1-3BC8-4EDE-9C06-217A62BB8F2D}"/>
                </ns1:ext>
              </ns1:extLst>
            </ns0:cNvPr>
            <ns0:cNvSpPr>
              <ns1:spLocks/>
            </ns0:cNvSpPr>
            <ns0:nvPr/>
          </ns0:nvSpPr>
          <ns0:spPr bwMode="auto">
            <ns1:xfrm>
              <ns1:off x="3464" y="390"/>
              <ns1:ext cx="173" cy="169"/>
            </ns1:xfrm>
            <ns1:custGeom>
              <ns1:avLst/>
              <ns1:gdLst>
                <ns1:gd name="T0" fmla="*/ 42 w 82"/>
                <ns1:gd name="T1" fmla="*/ 0 h 80"/>
                <ns1:gd name="T2" fmla="*/ 40 w 82"/>
                <ns1:gd name="T3" fmla="*/ 0 h 80"/>
                <ns1:gd name="T4" fmla="*/ 0 w 82"/>
                <ns1:gd name="T5" fmla="*/ 40 h 80"/>
                <ns1:gd name="T6" fmla="*/ 40 w 82"/>
                <ns1:gd name="T7" fmla="*/ 80 h 80"/>
                <ns1:gd name="T8" fmla="*/ 40 w 82"/>
                <ns1:gd name="T9" fmla="*/ 80 h 80"/>
                <ns1:gd name="T10" fmla="*/ 42 w 82"/>
                <ns1:gd name="T11" fmla="*/ 80 h 80"/>
                <ns1:gd name="T12" fmla="*/ 82 w 82"/>
                <ns1:gd name="T13" fmla="*/ 40 h 80"/>
                <ns1:gd name="T14" fmla="*/ 42 w 82"/>
                <ns1:gd name="T15" fmla="*/ 0 h 80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</ns1:cxnLst>
              <ns1:rect l="0" t="0" r="r" b="b"/>
              <ns1:pathLst>
                <ns1:path w="82" h="80">
                  <ns1:moveTo>
                    <ns1:pt x="42" y="0"/>
                  </ns1:moveTo>
                  <ns1:cubicBezTo>
                    <ns1:pt x="40" y="0"/>
                    <ns1:pt x="40" y="0"/>
                    <ns1:pt x="40" y="0"/>
                  </ns1:cubicBezTo>
                  <ns1:cubicBezTo>
                    <ns1:pt x="18" y="0"/>
                    <ns1:pt x="0" y="18"/>
                    <ns1:pt x="0" y="40"/>
                  </ns1:cubicBezTo>
                  <ns1:cubicBezTo>
                    <ns1:pt x="0" y="62"/>
                    <ns1:pt x="18" y="80"/>
                    <ns1:pt x="40" y="80"/>
                  </ns1:cubicBezTo>
                  <ns1:cubicBezTo>
                    <ns1:pt x="40" y="80"/>
                    <ns1:pt x="40" y="80"/>
                    <ns1:pt x="40" y="80"/>
                  </ns1:cubicBezTo>
                  <ns1:cubicBezTo>
                    <ns1:pt x="42" y="80"/>
                    <ns1:pt x="42" y="80"/>
                    <ns1:pt x="42" y="80"/>
                  </ns1:cubicBezTo>
                  <ns1:cubicBezTo>
                    <ns1:pt x="64" y="80"/>
                    <ns1:pt x="82" y="62"/>
                    <ns1:pt x="82" y="40"/>
                  </ns1:cubicBezTo>
                  <ns1:cubicBezTo>
                    <ns1:pt x="82" y="18"/>
                    <ns1:pt x="64" y="0"/>
                    <ns1:pt x="42" y="0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6:hiddenLine w="9525">
                  <ns1:solidFill>
                    <ns1:srgbClr val="000000"/>
                  </ns1:solidFill>
                  <ns1:round/>
                  <ns1:headEnd/>
                  <ns1:tailEnd/>
                </ns6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en-US"/>
            </ns1:p>
          </ns0:txBody>
        </ns0:sp>
      </ns0:grpSp>
      <ns0:sp>
        <ns0:nvSpPr>
          <ns0:cNvPr id="30" name="TextBox 29">
            <ns1:extLst>
              <ns1:ext uri="{FF2B5EF4-FFF2-40B4-BE49-F238E27FC236}">
                <ns2:creationId id="{112A4ED4-550A-4061-9E74-37E26F21AD08}"/>
              </ns1:ext>
            </ns1:extLst>
          </ns0:cNvPr>
          <ns0:cNvSpPr txBox="1"/>
          <ns0:nvPr/>
        </ns0:nvSpPr>
        <ns0:spPr>
          <ns1:xfrm>
            <ns1:off x="8760225" y="4973589"/>
            <ns1:ext cx="2467172" cy="276999"/>
          </ns1:xfrm>
          <ns1:prstGeom prst="rect">
            <ns1:avLst/>
          </ns1:prstGeom>
          <ns1:noFill/>
        </ns0:spPr>
        <ns0:txBody>
          <ns1:bodyPr wrap="square" rtlCol="0">
            <ns1:spAutoFit/>
          </ns1:bodyPr>
          <ns1:lstStyle/>
          <ns1:p>
            <ns1:r>
              <ns1:rPr lang="en-US" sz="1200" b="1">
                <ns1:solidFill>
                  <ns1:schemeClr val="tx1">
                    <ns1:lumMod val="75000"/>
                    <ns1:lumOff val="25000"/>
                  </ns1:schemeClr>
                </ns1:solidFill>
                <ns1:latin typeface="Lato" panose="020F0502020204030203" pitchFamily="34" charset="0"/>
                <ns1:ea typeface="Lato" panose="020F0502020204030203" pitchFamily="34" charset="0"/>
                <ns1:cs typeface="Lato" panose="020F0502020204030203" pitchFamily="34" charset="0"/>
              </ns1:rPr>
              <ns1:t>{SlideSupportingContent4}</ns1:t>
            </ns1:r>
          </ns1:p>
        </ns0:txBody>
      </ns0:sp>
      <ns0:sp>
        <ns0:nvSpPr>
          <ns0:cNvPr id="31" name="TextBox 30">
            <ns1:extLst>
              <ns1:ext uri="{FF2B5EF4-FFF2-40B4-BE49-F238E27FC236}">
                <ns2:creationId id="{5FEA4A5E-DF1E-4BB5-84AE-15A427F6E697}"/>
              </ns1:ext>
            </ns1:extLst>
          </ns0:cNvPr>
          <ns0:cNvSpPr txBox="1"/>
          <ns0:nvPr/>
        </ns0:nvSpPr>
        <ns0:spPr>
          <ns1:xfrm>
            <ns1:off x="8742136" y="5225460"/>
            <ns1:ext cx="2485261" cy="537135"/>
          </ns1:xfrm>
          <ns1:prstGeom prst="rect">
            <ns1:avLst/>
          </ns1:prstGeom>
          <ns1:noFill/>
        </ns0:spPr>
        <ns0:txBody>
          <ns1:bodyPr wrap="square" rtlCol="0">
            <ns1:spAutoFit/>
          </ns1:bodyPr>
          <ns1:lstStyle/>
          <ns1:p>
            <ns1:pPr>
              <ns1:lnSpc>
                <ns1:spcPct val="140000"/>
              </ns1:lnSpc>
            </ns1:pPr>
            <ns1:r>
              <ns1:rPr lang="en-US" sz="1100">
                <ns1:solidFill>
                  <ns1:schemeClr val="bg1">
                    <ns1:lumMod val="50000"/>
                  </ns1:schemeClr>
                </ns1:solidFill>
                <ns1:latin typeface="Lato" panose="020F0502020204030203" pitchFamily="34" charset="0"/>
                <ns1:ea typeface="Lato" panose="020F0502020204030203" pitchFamily="34" charset="0"/>
                <ns1:cs typeface="Lato" panose="020F0502020204030203" pitchFamily="34" charset="0"/>
              </ns1:rPr>
              <ns1:t>{SlideSupportingContent5}</ns1:t>
            </ns1:r>
          </ns1:p>
        </ns0:txBody>
      </ns0:sp>
      <ns0:sp>
        <ns0:nvSpPr>
          <ns0:cNvPr id="33" name="Oval 32">
            <ns1:extLst>
              <ns1:ext uri="{FF2B5EF4-FFF2-40B4-BE49-F238E27FC236}">
                <ns2:creationId id="{38DAA291-791B-4CAA-A448-042156637CF6}"/>
              </ns1:ext>
            </ns1:extLst>
          </ns0:cNvPr>
          <ns0:cNvSpPr/>
          <ns0:nvPr/>
        </ns0:nvSpPr>
        <ns0:spPr>
          <ns1:xfrm>
            <ns1:off x="7665746" y="4927909"/>
            <ns1:ext cx="950612" cy="950612"/>
          </ns1:xfrm>
          <ns1:prstGeom prst="ellipse">
            <ns1:avLst/>
          </ns1:prstGeom>
          <ns1:solidFill>
            <ns1:schemeClr val="tx1">
              <ns1:lumMod val="65000"/>
              <ns1:lumOff val="35000"/>
            </ns1:schemeClr>
          </ns1:solidFill>
          <ns1:ln>
            <ns1:noFill/>
          </ns1:ln>
        </ns0:spPr>
        <ns0:style>
          <ns1:lnRef idx="2">
            <ns1:schemeClr val="accent1">
              <ns1:shade val="50000"/>
            </ns1:schemeClr>
          </ns1:lnRef>
          <ns1:fillRef idx="1">
            <ns1:schemeClr val="accent1"/>
          </ns1:fillRef>
          <ns1:effectRef idx="0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endParaRPr lang="en-US"/>
          </ns1:p>
        </ns0:txBody>
      </ns0:sp>
      <ns0:grpSp>
        <ns0:nvGrpSpPr>
          <ns0:cNvPr id="42" name="Group 44">
            <ns1:extLst>
              <ns1:ext uri="{FF2B5EF4-FFF2-40B4-BE49-F238E27FC236}">
                <ns2:creationId id="{B0388E60-5A5F-48D5-BB4A-C06593C02A63}"/>
              </ns1:ext>
            </ns1:extLst>
          </ns0:cNvPr>
          <ns0:cNvGrpSpPr>
            <ns1:grpSpLocks noChangeAspect="1"/>
          </ns0:cNvGrpSpPr>
          <ns0:nvPr/>
        </ns0:nvGrpSpPr>
        <ns0:grpSpPr bwMode="auto">
          <ns1:xfrm>
            <ns1:off x="7922947" y="5185716"/>
            <ns1:ext cx="436210" cy="434999"/>
            <ns1:chOff x="1676" y="6"/>
            <ns1:chExt cx="4322" cy="4310"/>
          </ns1:xfrm>
          <ns1:solidFill>
            <ns1:schemeClr val="bg1"/>
          </ns1:solidFill>
        </ns0:grpSpPr>
        <ns0:sp>
          <ns0:nvSpPr>
            <ns0:cNvPr id="43" name="Freeform 45">
              <ns1:extLst>
                <ns1:ext uri="{FF2B5EF4-FFF2-40B4-BE49-F238E27FC236}">
                  <ns2:creationId id="{069EA524-CEED-48A4-B234-597F564582EE}"/>
                </ns1:ext>
              </ns1:extLst>
            </ns0:cNvPr>
            <ns0:cNvSpPr>
              <ns1:spLocks noEditPoints="1"/>
            </ns0:cNvSpPr>
            <ns0:nvPr/>
          </ns0:nvSpPr>
          <ns0:spPr bwMode="auto">
            <ns1:xfrm>
              <ns1:off x="4786" y="2487"/>
              <ns1:ext cx="514" cy="516"/>
            </ns1:xfrm>
            <ns1:custGeom>
              <ns1:avLst/>
              <ns1:gdLst>
                <ns1:gd name="T0" fmla="*/ 0 w 243"/>
                <ns1:gd name="T1" fmla="*/ 122 h 244"/>
                <ns1:gd name="T2" fmla="*/ 122 w 243"/>
                <ns1:gd name="T3" fmla="*/ 244 h 244"/>
                <ns1:gd name="T4" fmla="*/ 243 w 243"/>
                <ns1:gd name="T5" fmla="*/ 122 h 244"/>
                <ns1:gd name="T6" fmla="*/ 122 w 243"/>
                <ns1:gd name="T7" fmla="*/ 0 h 244"/>
                <ns1:gd name="T8" fmla="*/ 0 w 243"/>
                <ns1:gd name="T9" fmla="*/ 122 h 244"/>
                <ns1:gd name="T10" fmla="*/ 162 w 243"/>
                <ns1:gd name="T11" fmla="*/ 122 h 244"/>
                <ns1:gd name="T12" fmla="*/ 122 w 243"/>
                <ns1:gd name="T13" fmla="*/ 162 h 244"/>
                <ns1:gd name="T14" fmla="*/ 82 w 243"/>
                <ns1:gd name="T15" fmla="*/ 122 h 244"/>
                <ns1:gd name="T16" fmla="*/ 122 w 243"/>
                <ns1:gd name="T17" fmla="*/ 82 h 244"/>
                <ns1:gd name="T18" fmla="*/ 162 w 243"/>
                <ns1:gd name="T19" fmla="*/ 122 h 244"/>
                <ns1:gd name="T20" fmla="*/ 162 w 243"/>
                <ns1:gd name="T21" fmla="*/ 122 h 244"/>
                <ns1:gd name="T22" fmla="*/ 162 w 243"/>
                <ns1:gd name="T23" fmla="*/ 122 h 244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</ns1:cxnLst>
              <ns1:rect l="0" t="0" r="r" b="b"/>
              <ns1:pathLst>
                <ns1:path w="243" h="244">
                  <ns1:moveTo>
                    <ns1:pt x="0" y="122"/>
                  </ns1:moveTo>
                  <ns1:cubicBezTo>
                    <ns1:pt x="0" y="189"/>
                    <ns1:pt x="55" y="244"/>
                    <ns1:pt x="122" y="244"/>
                  </ns1:cubicBezTo>
                  <ns1:cubicBezTo>
                    <ns1:pt x="189" y="244"/>
                    <ns1:pt x="243" y="189"/>
                    <ns1:pt x="243" y="122"/>
                  </ns1:cubicBezTo>
                  <ns1:cubicBezTo>
                    <ns1:pt x="243" y="55"/>
                    <ns1:pt x="189" y="0"/>
                    <ns1:pt x="122" y="0"/>
                  </ns1:cubicBezTo>
                  <ns1:cubicBezTo>
                    <ns1:pt x="55" y="0"/>
                    <ns1:pt x="0" y="55"/>
                    <ns1:pt x="0" y="122"/>
                  </ns1:cubicBezTo>
                  <ns1:close/>
                  <ns1:moveTo>
                    <ns1:pt x="162" y="122"/>
                  </ns1:moveTo>
                  <ns1:cubicBezTo>
                    <ns1:pt x="162" y="144"/>
                    <ns1:pt x="144" y="162"/>
                    <ns1:pt x="122" y="162"/>
                  </ns1:cubicBezTo>
                  <ns1:cubicBezTo>
                    <ns1:pt x="100" y="162"/>
                    <ns1:pt x="82" y="144"/>
                    <ns1:pt x="82" y="122"/>
                  </ns1:cubicBezTo>
                  <ns1:cubicBezTo>
                    <ns1:pt x="82" y="100"/>
                    <ns1:pt x="100" y="82"/>
                    <ns1:pt x="122" y="82"/>
                  </ns1:cubicBezTo>
                  <ns1:cubicBezTo>
                    <ns1:pt x="144" y="82"/>
                    <ns1:pt x="162" y="100"/>
                    <ns1:pt x="162" y="122"/>
                  </ns1:cubicBezTo>
                  <ns1:close/>
                  <ns1:moveTo>
                    <ns1:pt x="162" y="122"/>
                  </ns1:moveTo>
                  <ns1:cubicBezTo>
                    <ns1:pt x="162" y="122"/>
                    <ns1:pt x="162" y="122"/>
                    <ns1:pt x="162" y="122"/>
                  </ns1:cubicBezTo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6:hiddenLine w="9525">
                  <ns1:solidFill>
                    <ns1:srgbClr val="000000"/>
                  </ns1:solidFill>
                  <ns1:round/>
                  <ns1:headEnd/>
                  <ns1:tailEnd/>
                </ns6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en-US"/>
            </ns1:p>
          </ns0:txBody>
        </ns0:sp>
        <ns0:sp>
          <ns0:nvSpPr>
            <ns0:cNvPr id="44" name="Freeform 46">
              <ns1:extLst>
                <ns1:ext uri="{FF2B5EF4-FFF2-40B4-BE49-F238E27FC236}">
                  <ns2:creationId id="{D485952F-09E5-4276-9036-0A2D0B72F709}"/>
                </ns1:ext>
              </ns1:extLst>
            </ns0:cNvPr>
            <ns0:cNvSpPr>
              <ns1:spLocks noEditPoints="1"/>
            </ns0:cNvSpPr>
            <ns0:nvPr/>
          </ns0:nvSpPr>
          <ns0:spPr bwMode="auto">
            <ns1:xfrm>
              <ns1:off x="1676" y="6"/>
              <ns1:ext cx="4322" cy="4310"/>
            </ns1:xfrm>
            <ns1:custGeom>
              <ns1:avLst/>
              <ns1:gdLst>
                <ns1:gd name="T0" fmla="*/ 1854 w 2044"/>
                <ns1:gd name="T1" fmla="*/ 182 h 2038"/>
                <ns1:gd name="T2" fmla="*/ 983 w 2044"/>
                <ns1:gd name="T3" fmla="*/ 41 h 2038"/>
                <ns1:gd name="T4" fmla="*/ 404 w 2044"/>
                <ns1:gd name="T5" fmla="*/ 41 h 2038"/>
                <ns1:gd name="T6" fmla="*/ 157 w 2044"/>
                <ns1:gd name="T7" fmla="*/ 182 h 2038"/>
                <ns1:gd name="T8" fmla="*/ 0 w 2044"/>
                <ns1:gd name="T9" fmla="*/ 252 h 2038"/>
                <ns1:gd name="T10" fmla="*/ 157 w 2044"/>
                <ns1:gd name="T11" fmla="*/ 761 h 2038"/>
                <ns1:gd name="T12" fmla="*/ 339 w 2044"/>
                <ns1:gd name="T13" fmla="*/ 819 h 2038"/>
                <ns1:gd name="T14" fmla="*/ 443 w 2044"/>
                <ns1:gd name="T15" fmla="*/ 1064 h 2038"/>
                <ns1:gd name="T16" fmla="*/ 525 w 2044"/>
                <ns1:gd name="T17" fmla="*/ 1275 h 2038"/>
                <ns1:gd name="T18" fmla="*/ 617 w 2044"/>
                <ns1:gd name="T19" fmla="*/ 1275 h 2038"/>
                <ns1:gd name="T20" fmla="*/ 699 w 2044"/>
                <ns1:gd name="T21" fmla="*/ 1064 h 2038"/>
                <ns1:gd name="T22" fmla="*/ 800 w 2044"/>
                <ns1:gd name="T23" fmla="*/ 819 h 2038"/>
                <ns1:gd name="T24" fmla="*/ 290 w 2044"/>
                <ns1:gd name="T25" fmla="*/ 1771 h 2038"/>
                <ns1:gd name="T26" fmla="*/ 1813 w 2044"/>
                <ns1:gd name="T27" fmla="*/ 2038 h 2038"/>
                <ns1:gd name="T28" fmla="*/ 2003 w 2044"/>
                <ns1:gd name="T29" fmla="*/ 1853 h 2038"/>
                <ns1:gd name="T30" fmla="*/ 2003 w 2044"/>
                <ns1:gd name="T31" fmla="*/ 400 h 2038"/>
                <ns1:gd name="T32" fmla="*/ 1561 w 2044"/>
                <ns1:gd name="T33" fmla="*/ 223 h 2038"/>
                <ns1:gd name="T34" fmla="*/ 1269 w 2044"/>
                <ns1:gd name="T35" fmla="*/ 400 h 2038"/>
                <ns1:gd name="T36" fmla="*/ 1445 w 2044"/>
                <ns1:gd name="T37" fmla="*/ 223 h 2038"/>
                <ns1:gd name="T38" fmla="*/ 866 w 2044"/>
                <ns1:gd name="T39" fmla="*/ 400 h 2038"/>
                <ns1:gd name="T40" fmla="*/ 1109 w 2044"/>
                <ns1:gd name="T41" fmla="*/ 300 h 2038"/>
                <ns1:gd name="T42" fmla="*/ 606 w 2044"/>
                <ns1:gd name="T43" fmla="*/ 400 h 2038"/>
                <ns1:gd name="T44" fmla="*/ 926 w 2044"/>
                <ns1:gd name="T45" fmla="*/ 223 h 2038"/>
                <ns1:gd name="T46" fmla="*/ 491 w 2044"/>
                <ns1:gd name="T47" fmla="*/ 400 h 2038"/>
                <ns1:gd name="T48" fmla="*/ 667 w 2044"/>
                <ns1:gd name="T49" fmla="*/ 223 h 2038"/>
                <ns1:gd name="T50" fmla="*/ 1772 w 2044"/>
                <ns1:gd name="T51" fmla="*/ 271 h 2038"/>
                <ns1:gd name="T52" fmla="*/ 1772 w 2044"/>
                <ns1:gd name="T53" fmla="*/ 271 h 2038"/>
                <ns1:gd name="T54" fmla="*/ 735 w 2044"/>
                <ns1:gd name="T55" fmla="*/ 82 h 2038"/>
                <ns1:gd name="T56" fmla="*/ 486 w 2044"/>
                <ns1:gd name="T57" fmla="*/ 82 h 2038"/>
                <ns1:gd name="T58" fmla="*/ 486 w 2044"/>
                <ns1:gd name="T59" fmla="*/ 142 h 2038"/>
                <ns1:gd name="T60" fmla="*/ 82 w 2044"/>
                <ns1:gd name="T61" fmla="*/ 293 h 2038"/>
                <ns1:gd name="T62" fmla="*/ 82 w 2044"/>
                <ns1:gd name="T63" fmla="*/ 679 h 2038"/>
                <ns1:gd name="T64" fmla="*/ 737 w 2044"/>
                <ns1:gd name="T65" fmla="*/ 646 h 2038"/>
                <ns1:gd name="T66" fmla="*/ 239 w 2044"/>
                <ns1:gd name="T67" fmla="*/ 565 h 2038"/>
                <ns1:gd name="T68" fmla="*/ 404 w 2044"/>
                <ns1:gd name="T69" fmla="*/ 440 h 2038"/>
                <ns1:gd name="T70" fmla="*/ 1772 w 2044"/>
                <ns1:gd name="T71" fmla="*/ 565 h 2038"/>
                <ns1:gd name="T72" fmla="*/ 1064 w 2044"/>
                <ns1:gd name="T73" fmla="*/ 646 h 2038"/>
                <ns1:gd name="T74" fmla="*/ 239 w 2044"/>
                <ns1:gd name="T75" fmla="*/ 738 h 2038"/>
                <ns1:gd name="T76" fmla="*/ 421 w 2044"/>
                <ns1:gd name="T77" fmla="*/ 982 h 2038"/>
                <ns1:gd name="T78" fmla="*/ 718 w 2044"/>
                <ns1:gd name="T79" fmla="*/ 982 h 2038"/>
                <ns1:gd name="T80" fmla="*/ 1593 w 2044"/>
                <ns1:gd name="T81" fmla="*/ 1034 h 2038"/>
                <ns1:gd name="T82" fmla="*/ 1772 w 2044"/>
                <ns1:gd name="T83" fmla="*/ 819 h 2038"/>
                <ns1:gd name="T84" fmla="*/ 1413 w 2044"/>
                <ns1:gd name="T85" fmla="*/ 1295 h 2038"/>
                <ns1:gd name="T86" fmla="*/ 1413 w 2044"/>
                <ns1:gd name="T87" fmla="*/ 1485 h 2038"/>
                <ns1:gd name="T88" fmla="*/ 1772 w 2044"/>
                <ns1:gd name="T89" fmla="*/ 1771 h 2038"/>
                <ns1:gd name="T90" fmla="*/ 1772 w 2044"/>
                <ns1:gd name="T91" fmla="*/ 1956 h 2038"/>
                <ns1:gd name="T92" fmla="*/ 290 w 2044"/>
                <ns1:gd name="T93" fmla="*/ 1853 h 2038"/>
                <ns1:gd name="T94" fmla="*/ 1962 w 2044"/>
                <ns1:gd name="T95" fmla="*/ 1771 h 2038"/>
                <ns1:gd name="T96" fmla="*/ 1962 w 2044"/>
                <ns1:gd name="T97" fmla="*/ 481 h 2038"/>
                <ns1:gd name="T98" fmla="*/ 1962 w 2044"/>
                <ns1:gd name="T99" fmla="*/ 1771 h 2038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  <ns1:cxn ang="0">
                  <ns1:pos x="T30" y="T31"/>
                </ns1:cxn>
                <ns1:cxn ang="0">
                  <ns1:pos x="T32" y="T33"/>
                </ns1:cxn>
                <ns1:cxn ang="0">
                  <ns1:pos x="T34" y="T35"/>
                </ns1:cxn>
                <ns1:cxn ang="0">
                  <ns1:pos x="T36" y="T37"/>
                </ns1:cxn>
                <ns1:cxn ang="0">
                  <ns1:pos x="T38" y="T39"/>
                </ns1:cxn>
                <ns1:cxn ang="0">
                  <ns1:pos x="T40" y="T41"/>
                </ns1:cxn>
                <ns1:cxn ang="0">
                  <ns1:pos x="T42" y="T43"/>
                </ns1:cxn>
                <ns1:cxn ang="0">
                  <ns1:pos x="T44" y="T45"/>
                </ns1:cxn>
                <ns1:cxn ang="0">
                  <ns1:pos x="T46" y="T47"/>
                </ns1:cxn>
                <ns1:cxn ang="0">
                  <ns1:pos x="T48" y="T49"/>
                </ns1:cxn>
                <ns1:cxn ang="0">
                  <ns1:pos x="T50" y="T51"/>
                </ns1:cxn>
                <ns1:cxn ang="0">
                  <ns1:pos x="T52" y="T53"/>
                </ns1:cxn>
                <ns1:cxn ang="0">
                  <ns1:pos x="T54" y="T55"/>
                </ns1:cxn>
                <ns1:cxn ang="0">
                  <ns1:pos x="T56" y="T57"/>
                </ns1:cxn>
                <ns1:cxn ang="0">
                  <ns1:pos x="T58" y="T59"/>
                </ns1:cxn>
                <ns1:cxn ang="0">
                  <ns1:pos x="T60" y="T61"/>
                </ns1:cxn>
                <ns1:cxn ang="0">
                  <ns1:pos x="T62" y="T63"/>
                </ns1:cxn>
                <ns1:cxn ang="0">
                  <ns1:pos x="T64" y="T65"/>
                </ns1:cxn>
                <ns1:cxn ang="0">
                  <ns1:pos x="T66" y="T67"/>
                </ns1:cxn>
                <ns1:cxn ang="0">
                  <ns1:pos x="T68" y="T69"/>
                </ns1:cxn>
                <ns1:cxn ang="0">
                  <ns1:pos x="T70" y="T71"/>
                </ns1:cxn>
                <ns1:cxn ang="0">
                  <ns1:pos x="T72" y="T73"/>
                </ns1:cxn>
                <ns1:cxn ang="0">
                  <ns1:pos x="T74" y="T75"/>
                </ns1:cxn>
                <ns1:cxn ang="0">
                  <ns1:pos x="T76" y="T77"/>
                </ns1:cxn>
                <ns1:cxn ang="0">
                  <ns1:pos x="T78" y="T79"/>
                </ns1:cxn>
                <ns1:cxn ang="0">
                  <ns1:pos x="T80" y="T81"/>
                </ns1:cxn>
                <ns1:cxn ang="0">
                  <ns1:pos x="T82" y="T83"/>
                </ns1:cxn>
                <ns1:cxn ang="0">
                  <ns1:pos x="T84" y="T85"/>
                </ns1:cxn>
                <ns1:cxn ang="0">
                  <ns1:pos x="T86" y="T87"/>
                </ns1:cxn>
                <ns1:cxn ang="0">
                  <ns1:pos x="T88" y="T89"/>
                </ns1:cxn>
                <ns1:cxn ang="0">
                  <ns1:pos x="T90" y="T91"/>
                </ns1:cxn>
                <ns1:cxn ang="0">
                  <ns1:pos x="T92" y="T93"/>
                </ns1:cxn>
                <ns1:cxn ang="0">
                  <ns1:pos x="T94" y="T95"/>
                </ns1:cxn>
                <ns1:cxn ang="0">
                  <ns1:pos x="T96" y="T97"/>
                </ns1:cxn>
                <ns1:cxn ang="0">
                  <ns1:pos x="T98" y="T99"/>
                </ns1:cxn>
              </ns1:cxnLst>
              <ns1:rect l="0" t="0" r="r" b="b"/>
              <ns1:pathLst>
                <ns1:path w="2044" h="2038">
                  <ns1:moveTo>
                    <ns1:pt x="2003" y="400"/>
                  </ns1:moveTo>
                  <ns1:cubicBezTo>
                    <ns1:pt x="1854" y="400"/>
                    <ns1:pt x="1854" y="400"/>
                    <ns1:pt x="1854" y="400"/>
                  </ns1:cubicBezTo>
                  <ns1:cubicBezTo>
                    <ns1:pt x="1854" y="182"/>
                    <ns1:pt x="1854" y="182"/>
                    <ns1:pt x="1854" y="182"/>
                  </ns1:cubicBezTo>
                  <ns1:cubicBezTo>
                    <ns1:pt x="1854" y="160"/>
                    <ns1:pt x="1836" y="142"/>
                    <ns1:pt x="1813" y="142"/>
                  </ns1:cubicBezTo>
                  <ns1:cubicBezTo>
                    <ns1:pt x="983" y="142"/>
                    <ns1:pt x="983" y="142"/>
                    <ns1:pt x="983" y="142"/>
                  </ns1:cubicBezTo>
                  <ns1:cubicBezTo>
                    <ns1:pt x="983" y="41"/>
                    <ns1:pt x="983" y="41"/>
                    <ns1:pt x="983" y="41"/>
                  </ns1:cubicBezTo>
                  <ns1:cubicBezTo>
                    <ns1:pt x="983" y="18"/>
                    <ns1:pt x="965" y="0"/>
                    <ns1:pt x="942" y="0"/>
                  </ns1:cubicBezTo>
                  <ns1:cubicBezTo>
                    <ns1:pt x="445" y="0"/>
                    <ns1:pt x="445" y="0"/>
                    <ns1:pt x="445" y="0"/>
                  </ns1:cubicBezTo>
                  <ns1:cubicBezTo>
                    <ns1:pt x="423" y="0"/>
                    <ns1:pt x="404" y="18"/>
                    <ns1:pt x="404" y="41"/>
                  </ns1:cubicBezTo>
                  <ns1:cubicBezTo>
                    <ns1:pt x="404" y="142"/>
                    <ns1:pt x="404" y="142"/>
                    <ns1:pt x="404" y="142"/>
                  </ns1:cubicBezTo>
                  <ns1:cubicBezTo>
                    <ns1:pt x="198" y="142"/>
                    <ns1:pt x="198" y="142"/>
                    <ns1:pt x="198" y="142"/>
                  </ns1:cubicBezTo>
                  <ns1:cubicBezTo>
                    <ns1:pt x="175" y="142"/>
                    <ns1:pt x="157" y="160"/>
                    <ns1:pt x="157" y="182"/>
                  </ns1:cubicBezTo>
                  <ns1:cubicBezTo>
                    <ns1:pt x="157" y="211"/>
                    <ns1:pt x="157" y="211"/>
                    <ns1:pt x="157" y="211"/>
                  </ns1:cubicBezTo>
                  <ns1:cubicBezTo>
                    <ns1:pt x="41" y="211"/>
                    <ns1:pt x="41" y="211"/>
                    <ns1:pt x="41" y="211"/>
                  </ns1:cubicBezTo>
                  <ns1:cubicBezTo>
                    <ns1:pt x="18" y="211"/>
                    <ns1:pt x="0" y="229"/>
                    <ns1:pt x="0" y="252"/>
                  </ns1:cubicBezTo>
                  <ns1:cubicBezTo>
                    <ns1:pt x="0" y="720"/>
                    <ns1:pt x="0" y="720"/>
                    <ns1:pt x="0" y="720"/>
                  </ns1:cubicBezTo>
                  <ns1:cubicBezTo>
                    <ns1:pt x="0" y="743"/>
                    <ns1:pt x="18" y="761"/>
                    <ns1:pt x="41" y="761"/>
                  </ns1:cubicBezTo>
                  <ns1:cubicBezTo>
                    <ns1:pt x="157" y="761"/>
                    <ns1:pt x="157" y="761"/>
                    <ns1:pt x="157" y="761"/>
                  </ns1:cubicBezTo>
                  <ns1:cubicBezTo>
                    <ns1:pt x="157" y="778"/>
                    <ns1:pt x="157" y="778"/>
                    <ns1:pt x="157" y="778"/>
                  </ns1:cubicBezTo>
                  <ns1:cubicBezTo>
                    <ns1:pt x="157" y="801"/>
                    <ns1:pt x="175" y="819"/>
                    <ns1:pt x="198" y="819"/>
                  </ns1:cubicBezTo>
                  <ns1:cubicBezTo>
                    <ns1:pt x="339" y="819"/>
                    <ns1:pt x="339" y="819"/>
                    <ns1:pt x="339" y="819"/>
                  </ns1:cubicBezTo>
                  <ns1:cubicBezTo>
                    <ns1:pt x="339" y="1023"/>
                    <ns1:pt x="339" y="1023"/>
                    <ns1:pt x="339" y="1023"/>
                  </ns1:cubicBezTo>
                  <ns1:cubicBezTo>
                    <ns1:pt x="339" y="1045"/>
                    <ns1:pt x="358" y="1064"/>
                    <ns1:pt x="380" y="1064"/>
                  </ns1:cubicBezTo>
                  <ns1:cubicBezTo>
                    <ns1:pt x="443" y="1064"/>
                    <ns1:pt x="443" y="1064"/>
                    <ns1:pt x="443" y="1064"/>
                  </ns1:cubicBezTo>
                  <ns1:cubicBezTo>
                    <ns1:pt x="443" y="1275"/>
                    <ns1:pt x="443" y="1275"/>
                    <ns1:pt x="443" y="1275"/>
                  </ns1:cubicBezTo>
                  <ns1:cubicBezTo>
                    <ns1:pt x="443" y="1298"/>
                    <ns1:pt x="462" y="1316"/>
                    <ns1:pt x="484" y="1316"/>
                  </ns1:cubicBezTo>
                  <ns1:cubicBezTo>
                    <ns1:pt x="507" y="1316"/>
                    <ns1:pt x="525" y="1298"/>
                    <ns1:pt x="525" y="1275"/>
                  </ns1:cubicBezTo>
                  <ns1:cubicBezTo>
                    <ns1:pt x="525" y="1064"/>
                    <ns1:pt x="525" y="1064"/>
                    <ns1:pt x="525" y="1064"/>
                  </ns1:cubicBezTo>
                  <ns1:cubicBezTo>
                    <ns1:pt x="617" y="1064"/>
                    <ns1:pt x="617" y="1064"/>
                    <ns1:pt x="617" y="1064"/>
                  </ns1:cubicBezTo>
                  <ns1:cubicBezTo>
                    <ns1:pt x="617" y="1275"/>
                    <ns1:pt x="617" y="1275"/>
                    <ns1:pt x="617" y="1275"/>
                  </ns1:cubicBezTo>
                  <ns1:cubicBezTo>
                    <ns1:pt x="617" y="1298"/>
                    <ns1:pt x="635" y="1316"/>
                    <ns1:pt x="658" y="1316"/>
                  </ns1:cubicBezTo>
                  <ns1:cubicBezTo>
                    <ns1:pt x="680" y="1316"/>
                    <ns1:pt x="699" y="1298"/>
                    <ns1:pt x="699" y="1275"/>
                  </ns1:cubicBezTo>
                  <ns1:cubicBezTo>
                    <ns1:pt x="699" y="1064"/>
                    <ns1:pt x="699" y="1064"/>
                    <ns1:pt x="699" y="1064"/>
                  </ns1:cubicBezTo>
                  <ns1:cubicBezTo>
                    <ns1:pt x="759" y="1064"/>
                    <ns1:pt x="759" y="1064"/>
                    <ns1:pt x="759" y="1064"/>
                  </ns1:cubicBezTo>
                  <ns1:cubicBezTo>
                    <ns1:pt x="782" y="1064"/>
                    <ns1:pt x="800" y="1045"/>
                    <ns1:pt x="800" y="1023"/>
                  </ns1:cubicBezTo>
                  <ns1:cubicBezTo>
                    <ns1:pt x="800" y="819"/>
                    <ns1:pt x="800" y="819"/>
                    <ns1:pt x="800" y="819"/>
                  </ns1:cubicBezTo>
                  <ns1:cubicBezTo>
                    <ns1:pt x="1331" y="819"/>
                    <ns1:pt x="1331" y="819"/>
                    <ns1:pt x="1331" y="819"/>
                  </ns1:cubicBezTo>
                  <ns1:cubicBezTo>
                    <ns1:pt x="1331" y="1771"/>
                    <ns1:pt x="1331" y="1771"/>
                    <ns1:pt x="1331" y="1771"/>
                  </ns1:cubicBezTo>
                  <ns1:cubicBezTo>
                    <ns1:pt x="290" y="1771"/>
                    <ns1:pt x="290" y="1771"/>
                    <ns1:pt x="290" y="1771"/>
                  </ns1:cubicBezTo>
                  <ns1:cubicBezTo>
                    <ns1:pt x="217" y="1771"/>
                    <ns1:pt x="157" y="1831"/>
                    <ns1:pt x="157" y="1905"/>
                  </ns1:cubicBezTo>
                  <ns1:cubicBezTo>
                    <ns1:pt x="157" y="1978"/>
                    <ns1:pt x="217" y="2038"/>
                    <ns1:pt x="290" y="2038"/>
                  </ns1:cubicBezTo>
                  <ns1:cubicBezTo>
                    <ns1:pt x="1813" y="2038"/>
                    <ns1:pt x="1813" y="2038"/>
                    <ns1:pt x="1813" y="2038"/>
                  </ns1:cubicBezTo>
                  <ns1:cubicBezTo>
                    <ns1:pt x="1836" y="2038"/>
                    <ns1:pt x="1854" y="2020"/>
                    <ns1:pt x="1854" y="1997"/>
                  </ns1:cubicBezTo>
                  <ns1:cubicBezTo>
                    <ns1:pt x="1854" y="1853"/>
                    <ns1:pt x="1854" y="1853"/>
                    <ns1:pt x="1854" y="1853"/>
                  </ns1:cubicBezTo>
                  <ns1:cubicBezTo>
                    <ns1:pt x="2003" y="1853"/>
                    <ns1:pt x="2003" y="1853"/>
                    <ns1:pt x="2003" y="1853"/>
                  </ns1:cubicBezTo>
                  <ns1:cubicBezTo>
                    <ns1:pt x="2026" y="1853"/>
                    <ns1:pt x="2044" y="1835"/>
                    <ns1:pt x="2044" y="1812"/>
                  </ns1:cubicBezTo>
                  <ns1:cubicBezTo>
                    <ns1:pt x="2044" y="440"/>
                    <ns1:pt x="2044" y="440"/>
                    <ns1:pt x="2044" y="440"/>
                  </ns1:cubicBezTo>
                  <ns1:cubicBezTo>
                    <ns1:pt x="2044" y="418"/>
                    <ns1:pt x="2026" y="400"/>
                    <ns1:pt x="2003" y="400"/>
                  </ns1:cubicBezTo>
                  <ns1:close/>
                  <ns1:moveTo>
                    <ns1:pt x="1529" y="400"/>
                  </ns1:moveTo>
                  <ns1:cubicBezTo>
                    <ns1:pt x="1385" y="400"/>
                    <ns1:pt x="1385" y="400"/>
                    <ns1:pt x="1385" y="400"/>
                  </ns1:cubicBezTo>
                  <ns1:cubicBezTo>
                    <ns1:pt x="1561" y="223"/>
                    <ns1:pt x="1561" y="223"/>
                    <ns1:pt x="1561" y="223"/>
                  </ns1:cubicBezTo>
                  <ns1:cubicBezTo>
                    <ns1:pt x="1705" y="223"/>
                    <ns1:pt x="1705" y="223"/>
                    <ns1:pt x="1705" y="223"/>
                  </ns1:cubicBezTo>
                  <ns1:lnTo>
                    <ns1:pt x="1529" y="400"/>
                  </ns1:lnTo>
                  <ns1:close/>
                  <ns1:moveTo>
                    <ns1:pt x="1269" y="400"/>
                  </ns1:moveTo>
                  <ns1:cubicBezTo>
                    <ns1:pt x="1125" y="400"/>
                    <ns1:pt x="1125" y="400"/>
                    <ns1:pt x="1125" y="400"/>
                  </ns1:cubicBezTo>
                  <ns1:cubicBezTo>
                    <ns1:pt x="1301" y="223"/>
                    <ns1:pt x="1301" y="223"/>
                    <ns1:pt x="1301" y="223"/>
                  </ns1:cubicBezTo>
                  <ns1:cubicBezTo>
                    <ns1:pt x="1445" y="223"/>
                    <ns1:pt x="1445" y="223"/>
                    <ns1:pt x="1445" y="223"/>
                  </ns1:cubicBezTo>
                  <ns1:lnTo>
                    <ns1:pt x="1269" y="400"/>
                  </ns1:lnTo>
                  <ns1:close/>
                  <ns1:moveTo>
                    <ns1:pt x="1010" y="400"/>
                  </ns1:moveTo>
                  <ns1:cubicBezTo>
                    <ns1:pt x="866" y="400"/>
                    <ns1:pt x="866" y="400"/>
                    <ns1:pt x="866" y="400"/>
                  </ns1:cubicBezTo>
                  <ns1:cubicBezTo>
                    <ns1:pt x="1042" y="223"/>
                    <ns1:pt x="1042" y="223"/>
                    <ns1:pt x="1042" y="223"/>
                  </ns1:cubicBezTo>
                  <ns1:cubicBezTo>
                    <ns1:pt x="1186" y="223"/>
                    <ns1:pt x="1186" y="223"/>
                    <ns1:pt x="1186" y="223"/>
                  </ns1:cubicBezTo>
                  <ns1:cubicBezTo>
                    <ns1:pt x="1109" y="300"/>
                    <ns1:pt x="1109" y="300"/>
                    <ns1:pt x="1109" y="300"/>
                  </ns1:cubicBezTo>
                  <ns1:lnTo>
                    <ns1:pt x="1010" y="400"/>
                  </ns1:lnTo>
                  <ns1:close/>
                  <ns1:moveTo>
                    <ns1:pt x="750" y="400"/>
                  </ns1:moveTo>
                  <ns1:cubicBezTo>
                    <ns1:pt x="606" y="400"/>
                    <ns1:pt x="606" y="400"/>
                    <ns1:pt x="606" y="400"/>
                  </ns1:cubicBezTo>
                  <ns1:cubicBezTo>
                    <ns1:pt x="757" y="249"/>
                    <ns1:pt x="757" y="249"/>
                    <ns1:pt x="757" y="249"/>
                  </ns1:cubicBezTo>
                  <ns1:cubicBezTo>
                    <ns1:pt x="782" y="223"/>
                    <ns1:pt x="782" y="223"/>
                    <ns1:pt x="782" y="223"/>
                  </ns1:cubicBezTo>
                  <ns1:cubicBezTo>
                    <ns1:pt x="926" y="223"/>
                    <ns1:pt x="926" y="223"/>
                    <ns1:pt x="926" y="223"/>
                  </ns1:cubicBezTo>
                  <ns1:cubicBezTo>
                    <ns1:pt x="850" y="300"/>
                    <ns1:pt x="850" y="300"/>
                    <ns1:pt x="850" y="300"/>
                  </ns1:cubicBezTo>
                  <ns1:lnTo>
                    <ns1:pt x="750" y="400"/>
                  </ns1:lnTo>
                  <ns1:close/>
                  <ns1:moveTo>
                    <ns1:pt x="491" y="400"/>
                  </ns1:moveTo>
                  <ns1:cubicBezTo>
                    <ns1:pt x="486" y="400"/>
                    <ns1:pt x="486" y="400"/>
                    <ns1:pt x="486" y="400"/>
                  </ns1:cubicBezTo>
                  <ns1:cubicBezTo>
                    <ns1:pt x="486" y="223"/>
                    <ns1:pt x="486" y="223"/>
                    <ns1:pt x="486" y="223"/>
                  </ns1:cubicBezTo>
                  <ns1:cubicBezTo>
                    <ns1:pt x="667" y="223"/>
                    <ns1:pt x="667" y="223"/>
                    <ns1:pt x="667" y="223"/>
                  </ns1:cubicBezTo>
                  <ns1:cubicBezTo>
                    <ns1:pt x="516" y="374"/>
                    <ns1:pt x="516" y="374"/>
                    <ns1:pt x="516" y="374"/>
                  </ns1:cubicBezTo>
                  <ns1:lnTo>
                    <ns1:pt x="491" y="400"/>
                  </ns1:lnTo>
                  <ns1:close/>
                  <ns1:moveTo>
                    <ns1:pt x="1772" y="271"/>
                  </ns1:moveTo>
                  <ns1:cubicBezTo>
                    <ns1:pt x="1772" y="400"/>
                    <ns1:pt x="1772" y="400"/>
                    <ns1:pt x="1772" y="400"/>
                  </ns1:cubicBezTo>
                  <ns1:cubicBezTo>
                    <ns1:pt x="1644" y="400"/>
                    <ns1:pt x="1644" y="400"/>
                    <ns1:pt x="1644" y="400"/>
                  </ns1:cubicBezTo>
                  <ns1:lnTo>
                    <ns1:pt x="1772" y="271"/>
                  </ns1:lnTo>
                  <ns1:close/>
                  <ns1:moveTo>
                    <ns1:pt x="902" y="142"/>
                  </ns1:moveTo>
                  <ns1:cubicBezTo>
                    <ns1:pt x="735" y="142"/>
                    <ns1:pt x="735" y="142"/>
                    <ns1:pt x="735" y="142"/>
                  </ns1:cubicBezTo>
                  <ns1:cubicBezTo>
                    <ns1:pt x="735" y="82"/>
                    <ns1:pt x="735" y="82"/>
                    <ns1:pt x="735" y="82"/>
                  </ns1:cubicBezTo>
                  <ns1:cubicBezTo>
                    <ns1:pt x="902" y="82"/>
                    <ns1:pt x="902" y="82"/>
                    <ns1:pt x="902" y="82"/>
                  </ns1:cubicBezTo>
                  <ns1:cubicBezTo>
                    <ns1:pt x="902" y="142"/>
                    <ns1:pt x="902" y="142"/>
                    <ns1:pt x="902" y="142"/>
                  </ns1:cubicBezTo>
                  <ns1:close/>
                  <ns1:moveTo>
                    <ns1:pt x="486" y="82"/>
                  </ns1:moveTo>
                  <ns1:cubicBezTo>
                    <ns1:pt x="653" y="82"/>
                    <ns1:pt x="653" y="82"/>
                    <ns1:pt x="653" y="82"/>
                  </ns1:cubicBezTo>
                  <ns1:cubicBezTo>
                    <ns1:pt x="653" y="142"/>
                    <ns1:pt x="653" y="142"/>
                    <ns1:pt x="653" y="142"/>
                  </ns1:cubicBezTo>
                  <ns1:cubicBezTo>
                    <ns1:pt x="486" y="142"/>
                    <ns1:pt x="486" y="142"/>
                    <ns1:pt x="486" y="142"/>
                  </ns1:cubicBezTo>
                  <ns1:lnTo>
                    <ns1:pt x="486" y="82"/>
                  </ns1:lnTo>
                  <ns1:close/>
                  <ns1:moveTo>
                    <ns1:pt x="82" y="679"/>
                  </ns1:moveTo>
                  <ns1:cubicBezTo>
                    <ns1:pt x="82" y="293"/>
                    <ns1:pt x="82" y="293"/>
                    <ns1:pt x="82" y="293"/>
                  </ns1:cubicBezTo>
                  <ns1:cubicBezTo>
                    <ns1:pt x="157" y="293"/>
                    <ns1:pt x="157" y="293"/>
                    <ns1:pt x="157" y="293"/>
                  </ns1:cubicBezTo>
                  <ns1:cubicBezTo>
                    <ns1:pt x="157" y="679"/>
                    <ns1:pt x="157" y="679"/>
                    <ns1:pt x="157" y="679"/>
                  </ns1:cubicBezTo>
                  <ns1:lnTo>
                    <ns1:pt x="82" y="679"/>
                  </ns1:lnTo>
                  <ns1:close/>
                  <ns1:moveTo>
                    <ns1:pt x="239" y="720"/>
                  </ns1:moveTo>
                  <ns1:cubicBezTo>
                    <ns1:pt x="239" y="646"/>
                    <ns1:pt x="239" y="646"/>
                    <ns1:pt x="239" y="646"/>
                  </ns1:cubicBezTo>
                  <ns1:cubicBezTo>
                    <ns1:pt x="737" y="646"/>
                    <ns1:pt x="737" y="646"/>
                    <ns1:pt x="737" y="646"/>
                  </ns1:cubicBezTo>
                  <ns1:cubicBezTo>
                    <ns1:pt x="760" y="646"/>
                    <ns1:pt x="778" y="628"/>
                    <ns1:pt x="778" y="605"/>
                  </ns1:cubicBezTo>
                  <ns1:cubicBezTo>
                    <ns1:pt x="778" y="583"/>
                    <ns1:pt x="760" y="565"/>
                    <ns1:pt x="737" y="565"/>
                  </ns1:cubicBezTo>
                  <ns1:cubicBezTo>
                    <ns1:pt x="239" y="565"/>
                    <ns1:pt x="239" y="565"/>
                    <ns1:pt x="239" y="565"/>
                  </ns1:cubicBezTo>
                  <ns1:cubicBezTo>
                    <ns1:pt x="239" y="223"/>
                    <ns1:pt x="239" y="223"/>
                    <ns1:pt x="239" y="223"/>
                  </ns1:cubicBezTo>
                  <ns1:cubicBezTo>
                    <ns1:pt x="404" y="223"/>
                    <ns1:pt x="404" y="223"/>
                    <ns1:pt x="404" y="223"/>
                  </ns1:cubicBezTo>
                  <ns1:cubicBezTo>
                    <ns1:pt x="404" y="440"/>
                    <ns1:pt x="404" y="440"/>
                    <ns1:pt x="404" y="440"/>
                  </ns1:cubicBezTo>
                  <ns1:cubicBezTo>
                    <ns1:pt x="404" y="463"/>
                    <ns1:pt x="423" y="481"/>
                    <ns1:pt x="445" y="481"/>
                  </ns1:cubicBezTo>
                  <ns1:cubicBezTo>
                    <ns1:pt x="1772" y="481"/>
                    <ns1:pt x="1772" y="481"/>
                    <ns1:pt x="1772" y="481"/>
                  </ns1:cubicBezTo>
                  <ns1:cubicBezTo>
                    <ns1:pt x="1772" y="565"/>
                    <ns1:pt x="1772" y="565"/>
                    <ns1:pt x="1772" y="565"/>
                  </ns1:cubicBezTo>
                  <ns1:cubicBezTo>
                    <ns1:pt x="1064" y="565"/>
                    <ns1:pt x="1064" y="565"/>
                    <ns1:pt x="1064" y="565"/>
                  </ns1:cubicBezTo>
                  <ns1:cubicBezTo>
                    <ns1:pt x="1041" y="565"/>
                    <ns1:pt x="1023" y="583"/>
                    <ns1:pt x="1023" y="605"/>
                  </ns1:cubicBezTo>
                  <ns1:cubicBezTo>
                    <ns1:pt x="1023" y="628"/>
                    <ns1:pt x="1041" y="646"/>
                    <ns1:pt x="1064" y="646"/>
                  </ns1:cubicBezTo>
                  <ns1:cubicBezTo>
                    <ns1:pt x="1772" y="646"/>
                    <ns1:pt x="1772" y="646"/>
                    <ns1:pt x="1772" y="646"/>
                  </ns1:cubicBezTo>
                  <ns1:cubicBezTo>
                    <ns1:pt x="1772" y="738"/>
                    <ns1:pt x="1772" y="738"/>
                    <ns1:pt x="1772" y="738"/>
                  </ns1:cubicBezTo>
                  <ns1:cubicBezTo>
                    <ns1:pt x="239" y="738"/>
                    <ns1:pt x="239" y="738"/>
                    <ns1:pt x="239" y="738"/>
                  </ns1:cubicBezTo>
                  <ns1:lnTo>
                    <ns1:pt x="239" y="720"/>
                  </ns1:lnTo>
                  <ns1:close/>
                  <ns1:moveTo>
                    <ns1:pt x="718" y="982"/>
                  </ns1:moveTo>
                  <ns1:cubicBezTo>
                    <ns1:pt x="421" y="982"/>
                    <ns1:pt x="421" y="982"/>
                    <ns1:pt x="421" y="982"/>
                  </ns1:cubicBezTo>
                  <ns1:cubicBezTo>
                    <ns1:pt x="421" y="819"/>
                    <ns1:pt x="421" y="819"/>
                    <ns1:pt x="421" y="819"/>
                  </ns1:cubicBezTo>
                  <ns1:cubicBezTo>
                    <ns1:pt x="718" y="819"/>
                    <ns1:pt x="718" y="819"/>
                    <ns1:pt x="718" y="819"/>
                  </ns1:cubicBezTo>
                  <ns1:lnTo>
                    <ns1:pt x="718" y="982"/>
                  </ns1:lnTo>
                  <ns1:close/>
                  <ns1:moveTo>
                    <ns1:pt x="1772" y="819"/>
                  </ns1:moveTo>
                  <ns1:cubicBezTo>
                    <ns1:pt x="1772" y="1106"/>
                    <ns1:pt x="1772" y="1106"/>
                    <ns1:pt x="1772" y="1106"/>
                  </ns1:cubicBezTo>
                  <ns1:cubicBezTo>
                    <ns1:pt x="1726" y="1061"/>
                    <ns1:pt x="1662" y="1034"/>
                    <ns1:pt x="1593" y="1034"/>
                  </ns1:cubicBezTo>
                  <ns1:cubicBezTo>
                    <ns1:pt x="1523" y="1034"/>
                    <ns1:pt x="1460" y="1061"/>
                    <ns1:pt x="1413" y="1106"/>
                  </ns1:cubicBezTo>
                  <ns1:cubicBezTo>
                    <ns1:pt x="1413" y="819"/>
                    <ns1:pt x="1413" y="819"/>
                    <ns1:pt x="1413" y="819"/>
                  </ns1:cubicBezTo>
                  <ns1:lnTo>
                    <ns1:pt x="1772" y="819"/>
                  </ns1:lnTo>
                  <ns1:close/>
                  <ns1:moveTo>
                    <ns1:pt x="1772" y="1295"/>
                  </ns1:moveTo>
                  <ns1:cubicBezTo>
                    <ns1:pt x="1772" y="1394"/>
                    <ns1:pt x="1692" y="1475"/>
                    <ns1:pt x="1593" y="1475"/>
                  </ns1:cubicBezTo>
                  <ns1:cubicBezTo>
                    <ns1:pt x="1494" y="1475"/>
                    <ns1:pt x="1413" y="1394"/>
                    <ns1:pt x="1413" y="1295"/>
                  </ns1:cubicBezTo>
                  <ns1:cubicBezTo>
                    <ns1:pt x="1413" y="1196"/>
                    <ns1:pt x="1494" y="1115"/>
                    <ns1:pt x="1593" y="1115"/>
                  </ns1:cubicBezTo>
                  <ns1:cubicBezTo>
                    <ns1:pt x="1692" y="1115"/>
                    <ns1:pt x="1772" y="1196"/>
                    <ns1:pt x="1772" y="1295"/>
                  </ns1:cubicBezTo>
                  <ns1:close/>
                  <ns1:moveTo>
                    <ns1:pt x="1413" y="1485"/>
                  </ns1:moveTo>
                  <ns1:cubicBezTo>
                    <ns1:pt x="1460" y="1529"/>
                    <ns1:pt x="1523" y="1557"/>
                    <ns1:pt x="1593" y="1557"/>
                  </ns1:cubicBezTo>
                  <ns1:cubicBezTo>
                    <ns1:pt x="1662" y="1557"/>
                    <ns1:pt x="1726" y="1529"/>
                    <ns1:pt x="1772" y="1485"/>
                  </ns1:cubicBezTo>
                  <ns1:cubicBezTo>
                    <ns1:pt x="1772" y="1771"/>
                    <ns1:pt x="1772" y="1771"/>
                    <ns1:pt x="1772" y="1771"/>
                  </ns1:cubicBezTo>
                  <ns1:cubicBezTo>
                    <ns1:pt x="1413" y="1771"/>
                    <ns1:pt x="1413" y="1771"/>
                    <ns1:pt x="1413" y="1771"/>
                  </ns1:cubicBezTo>
                  <ns1:cubicBezTo>
                    <ns1:pt x="1413" y="1485"/>
                    <ns1:pt x="1413" y="1485"/>
                    <ns1:pt x="1413" y="1485"/>
                  </ns1:cubicBezTo>
                  <ns1:close/>
                  <ns1:moveTo>
                    <ns1:pt x="1772" y="1956"/>
                  </ns1:moveTo>
                  <ns1:cubicBezTo>
                    <ns1:pt x="290" y="1956"/>
                    <ns1:pt x="290" y="1956"/>
                    <ns1:pt x="290" y="1956"/>
                  </ns1:cubicBezTo>
                  <ns1:cubicBezTo>
                    <ns1:pt x="262" y="1956"/>
                    <ns1:pt x="239" y="1933"/>
                    <ns1:pt x="239" y="1905"/>
                  </ns1:cubicBezTo>
                  <ns1:cubicBezTo>
                    <ns1:pt x="239" y="1876"/>
                    <ns1:pt x="262" y="1853"/>
                    <ns1:pt x="290" y="1853"/>
                  </ns1:cubicBezTo>
                  <ns1:cubicBezTo>
                    <ns1:pt x="1772" y="1853"/>
                    <ns1:pt x="1772" y="1853"/>
                    <ns1:pt x="1772" y="1853"/>
                  </ns1:cubicBezTo>
                  <ns1:lnTo>
                    <ns1:pt x="1772" y="1956"/>
                  </ns1:lnTo>
                  <ns1:close/>
                  <ns1:moveTo>
                    <ns1:pt x="1962" y="1771"/>
                  </ns1:moveTo>
                  <ns1:cubicBezTo>
                    <ns1:pt x="1854" y="1771"/>
                    <ns1:pt x="1854" y="1771"/>
                    <ns1:pt x="1854" y="1771"/>
                  </ns1:cubicBezTo>
                  <ns1:cubicBezTo>
                    <ns1:pt x="1854" y="481"/>
                    <ns1:pt x="1854" y="481"/>
                    <ns1:pt x="1854" y="481"/>
                  </ns1:cubicBezTo>
                  <ns1:cubicBezTo>
                    <ns1:pt x="1962" y="481"/>
                    <ns1:pt x="1962" y="481"/>
                    <ns1:pt x="1962" y="481"/>
                  </ns1:cubicBezTo>
                  <ns1:lnTo>
                    <ns1:pt x="1962" y="1771"/>
                  </ns1:lnTo>
                  <ns1:close/>
                  <ns1:moveTo>
                    <ns1:pt x="1962" y="1771"/>
                  </ns1:moveTo>
                  <ns1:cubicBezTo>
                    <ns1:pt x="1962" y="1771"/>
                    <ns1:pt x="1962" y="1771"/>
                    <ns1:pt x="1962" y="1771"/>
                  </ns1:cubicBezTo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6:hiddenLine w="9525">
                  <ns1:solidFill>
                    <ns1:srgbClr val="000000"/>
                  </ns1:solidFill>
                  <ns1:round/>
                  <ns1:headEnd/>
                  <ns1:tailEnd/>
                </ns6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en-US"/>
            </ns1:p>
          </ns0:txBody>
        </ns0:sp>
        <ns0:sp>
          <ns0:nvSpPr>
            <ns0:cNvPr id="45" name="Freeform 47">
              <ns1:extLst>
                <ns1:ext uri="{FF2B5EF4-FFF2-40B4-BE49-F238E27FC236}">
                  <ns2:creationId id="{EFEC77B1-6A21-4E4D-9265-4F0D8273D93B}"/>
                </ns1:ext>
              </ns1:extLst>
            </ns0:cNvPr>
            <ns0:cNvSpPr>
              <ns1:spLocks noEditPoints="1"/>
            </ns0:cNvSpPr>
            <ns0:nvPr/>
          </ns0:nvSpPr>
          <ns0:spPr bwMode="auto">
            <ns1:xfrm>
              <ns1:off x="3482" y="1186"/>
              <ns1:ext cx="196" cy="191"/>
            </ns1:xfrm>
            <ns1:custGeom>
              <ns1:avLst/>
              <ns1:gdLst>
                <ns1:gd name="T0" fmla="*/ 8 w 93"/>
                <ns1:gd name="T1" fmla="*/ 62 h 90"/>
                <ns1:gd name="T2" fmla="*/ 47 w 93"/>
                <ns1:gd name="T3" fmla="*/ 90 h 90"/>
                <ns1:gd name="T4" fmla="*/ 60 w 93"/>
                <ns1:gd name="T5" fmla="*/ 87 h 90"/>
                <ns1:gd name="T6" fmla="*/ 85 w 93"/>
                <ns1:gd name="T7" fmla="*/ 35 h 90"/>
                <ns1:gd name="T8" fmla="*/ 84 w 93"/>
                <ns1:gd name="T9" fmla="*/ 32 h 90"/>
                <ns1:gd name="T10" fmla="*/ 32 w 93"/>
                <ns1:gd name="T11" fmla="*/ 8 h 90"/>
                <ns1:gd name="T12" fmla="*/ 7 w 93"/>
                <ns1:gd name="T13" fmla="*/ 60 h 90"/>
                <ns1:gd name="T14" fmla="*/ 8 w 93"/>
                <ns1:gd name="T15" fmla="*/ 62 h 90"/>
                <ns1:gd name="T16" fmla="*/ 8 w 93"/>
                <ns1:gd name="T17" fmla="*/ 62 h 90"/>
                <ns1:gd name="T18" fmla="*/ 8 w 93"/>
                <ns1:gd name="T19" fmla="*/ 62 h 90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</ns1:cxnLst>
              <ns1:rect l="0" t="0" r="r" b="b"/>
              <ns1:pathLst>
                <ns1:path w="93" h="90">
                  <ns1:moveTo>
                    <ns1:pt x="8" y="62"/>
                  </ns1:moveTo>
                  <ns1:cubicBezTo>
                    <ns1:pt x="14" y="79"/>
                    <ns1:pt x="30" y="90"/>
                    <ns1:pt x="47" y="90"/>
                  </ns1:cubicBezTo>
                  <ns1:cubicBezTo>
                    <ns1:pt x="51" y="90"/>
                    <ns1:pt x="56" y="89"/>
                    <ns1:pt x="60" y="87"/>
                  </ns1:cubicBezTo>
                  <ns1:cubicBezTo>
                    <ns1:pt x="82" y="80"/>
                    <ns1:pt x="93" y="56"/>
                    <ns1:pt x="85" y="35"/>
                  </ns1:cubicBezTo>
                  <ns1:cubicBezTo>
                    <ns1:pt x="84" y="32"/>
                    <ns1:pt x="84" y="32"/>
                    <ns1:pt x="84" y="32"/>
                  </ns1:cubicBezTo>
                  <ns1:cubicBezTo>
                    <ns1:pt x="77" y="11"/>
                    <ns1:pt x="53" y="0"/>
                    <ns1:pt x="32" y="8"/>
                  </ns1:cubicBezTo>
                  <ns1:cubicBezTo>
                    <ns1:pt x="11" y="15"/>
                    <ns1:pt x="0" y="39"/>
                    <ns1:pt x="7" y="60"/>
                  </ns1:cubicBezTo>
                  <ns1:lnTo>
                    <ns1:pt x="8" y="62"/>
                  </ns1:lnTo>
                  <ns1:close/>
                  <ns1:moveTo>
                    <ns1:pt x="8" y="62"/>
                  </ns1:moveTo>
                  <ns1:cubicBezTo>
                    <ns1:pt x="8" y="62"/>
                    <ns1:pt x="8" y="62"/>
                    <ns1:pt x="8" y="62"/>
                  </ns1:cubicBezTo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6:hiddenLine w="9525">
                  <ns1:solidFill>
                    <ns1:srgbClr val="000000"/>
                  </ns1:solidFill>
                  <ns1:round/>
                  <ns1:headEnd/>
                  <ns1:tailEnd/>
                </ns6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en-US"/>
            </ns1:p>
          </ns0:txBody>
        </ns0:sp>
        <ns0:sp>
          <ns0:nvSpPr>
            <ns0:cNvPr id="46" name="Freeform 48">
              <ns1:extLst>
                <ns1:ext uri="{FF2B5EF4-FFF2-40B4-BE49-F238E27FC236}">
                  <ns2:creationId id="{46AFA66C-9A6E-417B-A77D-0753125D43C1}"/>
                </ns1:ext>
              </ns1:extLst>
            </ns0:cNvPr>
            <ns0:cNvSpPr>
              <ns1:spLocks noEditPoints="1"/>
            </ns0:cNvSpPr>
            <ns0:nvPr/>
          </ns0:nvSpPr>
          <ns0:spPr bwMode="auto">
            <ns1:xfrm>
              <ns1:off x="2609" y="2960"/>
              <ns1:ext cx="196" cy="189"/>
            </ns1:xfrm>
            <ns1:custGeom>
              <ns1:avLst/>
              <ns1:gdLst>
                <ns1:gd name="T0" fmla="*/ 47 w 93"/>
                <ns1:gd name="T1" fmla="*/ 89 h 89"/>
                <ns1:gd name="T2" fmla="*/ 60 w 93"/>
                <ns1:gd name="T3" fmla="*/ 87 h 89"/>
                <ns1:gd name="T4" fmla="*/ 85 w 93"/>
                <ns1:gd name="T5" fmla="*/ 35 h 89"/>
                <ns1:gd name="T6" fmla="*/ 84 w 93"/>
                <ns1:gd name="T7" fmla="*/ 32 h 89"/>
                <ns1:gd name="T8" fmla="*/ 32 w 93"/>
                <ns1:gd name="T9" fmla="*/ 7 h 89"/>
                <ns1:gd name="T10" fmla="*/ 7 w 93"/>
                <ns1:gd name="T11" fmla="*/ 59 h 89"/>
                <ns1:gd name="T12" fmla="*/ 8 w 93"/>
                <ns1:gd name="T13" fmla="*/ 62 h 89"/>
                <ns1:gd name="T14" fmla="*/ 47 w 93"/>
                <ns1:gd name="T15" fmla="*/ 89 h 89"/>
                <ns1:gd name="T16" fmla="*/ 47 w 93"/>
                <ns1:gd name="T17" fmla="*/ 89 h 89"/>
                <ns1:gd name="T18" fmla="*/ 47 w 93"/>
                <ns1:gd name="T19" fmla="*/ 89 h 89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</ns1:cxnLst>
              <ns1:rect l="0" t="0" r="r" b="b"/>
              <ns1:pathLst>
                <ns1:path w="93" h="89">
                  <ns1:moveTo>
                    <ns1:pt x="47" y="89"/>
                  </ns1:moveTo>
                  <ns1:cubicBezTo>
                    <ns1:pt x="51" y="89"/>
                    <ns1:pt x="56" y="89"/>
                    <ns1:pt x="60" y="87"/>
                  </ns1:cubicBezTo>
                  <ns1:cubicBezTo>
                    <ns1:pt x="82" y="79"/>
                    <ns1:pt x="93" y="56"/>
                    <ns1:pt x="85" y="35"/>
                  </ns1:cubicBezTo>
                  <ns1:cubicBezTo>
                    <ns1:pt x="84" y="32"/>
                    <ns1:pt x="84" y="32"/>
                    <ns1:pt x="84" y="32"/>
                  </ns1:cubicBezTo>
                  <ns1:cubicBezTo>
                    <ns1:pt x="77" y="11"/>
                    <ns1:pt x="53" y="0"/>
                    <ns1:pt x="32" y="7"/>
                  </ns1:cubicBezTo>
                  <ns1:cubicBezTo>
                    <ns1:pt x="11" y="15"/>
                    <ns1:pt x="0" y="38"/>
                    <ns1:pt x="7" y="59"/>
                  </ns1:cubicBezTo>
                  <ns1:cubicBezTo>
                    <ns1:pt x="8" y="62"/>
                    <ns1:pt x="8" y="62"/>
                    <ns1:pt x="8" y="62"/>
                  </ns1:cubicBezTo>
                  <ns1:cubicBezTo>
                    <ns1:pt x="14" y="79"/>
                    <ns1:pt x="30" y="89"/>
                    <ns1:pt x="47" y="89"/>
                  </ns1:cubicBezTo>
                  <ns1:close/>
                  <ns1:moveTo>
                    <ns1:pt x="47" y="89"/>
                  </ns1:moveTo>
                  <ns1:cubicBezTo>
                    <ns1:pt x="47" y="89"/>
                    <ns1:pt x="47" y="89"/>
                    <ns1:pt x="47" y="89"/>
                  </ns1:cubicBezTo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6:hiddenLine w="9525">
                  <ns1:solidFill>
                    <ns1:srgbClr val="000000"/>
                  </ns1:solidFill>
                  <ns1:round/>
                  <ns1:headEnd/>
                  <ns1:tailEnd/>
                </ns6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en-US"/>
            </ns1:p>
          </ns0:txBody>
        </ns0:sp>
      </ns0:grpSp>
      <ns0:sp>
        <ns0:nvSpPr>
          <ns0:cNvPr id="48" name="Slide Number Placeholder 47">
            <ns1:extLst>
              <ns1:ext uri="{FF2B5EF4-FFF2-40B4-BE49-F238E27FC236}">
                <ns2:creationId id="{0FD31EA4-73FF-4CA6-8AF4-ADB015008CD5}"/>
              </ns1:ext>
            </ns1:extLst>
          </ns0:cNvPr>
          <ns0:cNvSpPr>
            <ns1:spLocks noGrp="1"/>
          </ns0:cNvSpPr>
          <ns0:nvPr>
            <ns0:ph type="sldNum" sz="quarter" idx="4"/>
          </ns0:nvPr>
        </ns0:nvSpPr>
        <ns0:spPr/>
        <ns0:txBody>
          <ns1:bodyPr/>
          <ns1:lstStyle/>
          <ns1:p>
            <ns1:fld id="{BC64674B-0CCF-4531-A68C-815F17BC8CC8}" type="slidenum">
              <ns1:rPr lang="en-US" smtClean="0"/>
              <ns1:pPr/>
              <ns1:t>{SlideStatistic}</ns1:t>
            </ns1:fld>
            <ns1:endParaRPr lang="en-US"/>
          </ns1:p>
        </ns0:txBody>
      </ns0:sp>
    </ns0:spTree>
    <ns0:extLst>
      <ns0:ext uri="{BB962C8B-B14F-4D97-AF65-F5344CB8AC3E}">
        <ns3:creationId val="3342159353"/>
      </ns0:ext>
    </ns0:extLst>
  </ns0:cSld>
  <ns0:clrMapOvr>
    <ns1:masterClrMapping/>
  </ns0:clrMapOvr>
</ns0:sld>
</file>

<file path=ppt/slides/slide25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microsoft.com/office/powerpoint/2010/main" xmlns:ns4="http://schemas.openxmlformats.org/drawingml/2006/chart" xmlns:ns5="http://schemas.openxmlformats.org/officeDocument/2006/relationships" xmlns:ns6="http://schemas.microsoft.com/office/drawing/2010/main">
  <ns0:cSld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graphicFrame>
        <ns0:nvGraphicFramePr>
          <ns0:cNvPr id="2" name="Content Placeholder 5">
            <ns1:extLst>
              <ns1:ext uri="{FF2B5EF4-FFF2-40B4-BE49-F238E27FC236}">
                <ns2:creationId id="{261AC243-F36E-4FA9-A73D-232B9B35F8CF}"/>
              </ns1:ext>
            </ns1:extLst>
          </ns0:cNvPr>
          <ns0:cNvGraphicFramePr>
            <ns1:graphicFrameLocks/>
          </ns0:cNvGraphicFramePr>
          <ns0:nvPr>
            <ns0:extLst>
              <ns0:ext uri="{D42A27DB-BD31-4B8C-83A1-F6EECF244321}">
                <ns3:modId val="3057178124"/>
              </ns0:ext>
            </ns0:extLst>
          </ns0:nvPr>
        </ns0:nvGraphicFramePr>
        <ns0:xfrm>
          <ns1:off x="520116" y="1943999"/>
          <ns1:ext cx="11092696" cy="4509191"/>
        </ns0:xfrm>
        <ns1:graphic>
          <ns1:graphicData uri="http://schemas.openxmlformats.org/drawingml/2006/chart">
            <ns4:chart ns5:id="rId2"/>
          </ns1:graphicData>
        </ns1:graphic>
      </ns0:graphicFrame>
      <ns0:sp>
        <ns0:nvSpPr>
          <ns0:cNvPr id="3" name="TextBox 2">
            <ns1:extLst>
              <ns1:ext uri="{FF2B5EF4-FFF2-40B4-BE49-F238E27FC236}">
                <ns2:creationId id="{962E47EC-2D6E-444B-90DE-F9252A280AD4}"/>
              </ns1:ext>
            </ns1:extLst>
          </ns0:cNvPr>
          <ns0:cNvSpPr txBox="1"/>
          <ns0:nvPr/>
        </ns0:nvSpPr>
        <ns0:spPr>
          <ns1:xfrm>
            <ns1:off x="741528" y="922915"/>
            <ns1:ext cx="3980597" cy="461665"/>
          </ns1:xfrm>
          <ns1:prstGeom prst="rect">
            <ns1:avLst/>
          </ns1:prstGeom>
          <ns1:noFill/>
        </ns0:spPr>
        <ns0:txBody>
          <ns1:bodyPr wrap="square" rtlCol="0">
            <ns1:spAutoFit/>
          </ns1:bodyPr>
          <ns1:lstStyle/>
          <ns1:p>
            <ns1:r>
              <ns1:rPr lang="en-US" sz="2400">
                <ns1:latin typeface="Playfair Display" panose="00000500000000000000" pitchFamily="50" charset="0"/>
              </ns1:rPr>
              <ns1:t>{SlideSectionLabel}</ns1:t>
            </ns1:r>
          </ns1:p>
        </ns0:txBody>
      </ns0:sp>
      <ns0:sp>
        <ns0:nvSpPr>
          <ns0:cNvPr id="4" name="TextBox 3">
            <ns1:extLst>
              <ns1:ext uri="{FF2B5EF4-FFF2-40B4-BE49-F238E27FC236}">
                <ns2:creationId id="{68CFE79D-B4D4-4307-A560-E9B3E6EA67D8}"/>
              </ns1:ext>
            </ns1:extLst>
          </ns0:cNvPr>
          <ns0:cNvSpPr txBox="1"/>
          <ns0:nvPr/>
        </ns0:nvSpPr>
        <ns0:spPr>
          <ns1:xfrm>
            <ns1:off x="741528" y="1376746"/>
            <ns1:ext cx="3980597" cy="609847"/>
          </ns1:xfrm>
          <ns1:prstGeom prst="rect">
            <ns1:avLst/>
          </ns1:prstGeom>
          <ns1:noFill/>
        </ns0:spPr>
        <ns0:txBody>
          <ns1:bodyPr wrap="square" rtlCol="0">
            <ns1:spAutoFit/>
          </ns1:bodyPr>
          <ns1:lstStyle/>
          <ns1:p>
            <ns1:pPr>
              <ns1:lnSpc>
                <ns1:spcPct val="150000"/>
              </ns1:lnSpc>
            </ns1:pPr>
            <ns1:r>
              <ns1:rPr lang="en-US" sz="1200">
                <ns1:solidFill>
                  <ns1:schemeClr val="bg1">
                    <ns1:lumMod val="50000"/>
                  </ns1:schemeClr>
                </ns1:solidFill>
                <ns1:latin typeface="Lato" panose="020F0502020204030203" pitchFamily="34" charset="0"/>
                <ns1:ea typeface="Lato" panose="020F0502020204030203" pitchFamily="34" charset="0"/>
                <ns1:cs typeface="Lato" panose="020F0502020204030203" pitchFamily="34" charset="0"/>
              </ns1:rPr>
              <ns1:t>{SlideSupportingContent}</ns1:t>
            </ns1:r>
          </ns1:p>
        </ns0:txBody>
      </ns0:sp>
      <ns0:sp>
        <ns0:nvSpPr>
          <ns0:cNvPr id="5" name="TextBox 4">
            <ns1:extLst>
              <ns1:ext uri="{FF2B5EF4-FFF2-40B4-BE49-F238E27FC236}">
                <ns2:creationId id="{20AA7954-9BEE-4A11-9520-9D3666FDA5FF}"/>
              </ns1:ext>
            </ns1:extLst>
          </ns0:cNvPr>
          <ns0:cNvSpPr txBox="1"/>
          <ns0:nvPr/>
        </ns0:nvSpPr>
        <ns0:spPr>
          <ns1:xfrm>
            <ns1:off x="9613875" y="1134603"/>
            <ns1:ext cx="2250475" cy="276999"/>
          </ns1:xfrm>
          <ns1:prstGeom prst="rect">
            <ns1:avLst/>
          </ns1:prstGeom>
          <ns1:noFill/>
        </ns0:spPr>
        <ns0:txBody>
          <ns1:bodyPr wrap="square" rtlCol="0">
            <ns1:spAutoFit/>
          </ns1:bodyPr>
          <ns1:lstStyle/>
          <ns1:p>
            <ns1:r>
              <ns1:rPr lang="en-US" sz="1200" b="1">
                <ns1:solidFill>
                  <ns1:schemeClr val="tx1">
                    <ns1:lumMod val="75000"/>
                    <ns1:lumOff val="25000"/>
                  </ns1:schemeClr>
                </ns1:solidFill>
                <ns1:latin typeface="Lato" panose="020F0502020204030203" pitchFamily="34" charset="0"/>
                <ns1:ea typeface="Lato" panose="020F0502020204030203" pitchFamily="34" charset="0"/>
                <ns1:cs typeface="Lato" panose="020F0502020204030203" pitchFamily="34" charset="0"/>
              </ns1:rPr>
              <ns1:t>{SlideSectionLabel}</ns1:t>
            </ns1:r>
          </ns1:p>
        </ns0:txBody>
      </ns0:sp>
      <ns0:sp>
        <ns0:nvSpPr>
          <ns0:cNvPr id="6" name="TextBox 5">
            <ns1:extLst>
              <ns1:ext uri="{FF2B5EF4-FFF2-40B4-BE49-F238E27FC236}">
                <ns2:creationId id="{09A62A0E-F51D-4357-AF87-5D2D0FF26BEB}"/>
              </ns1:ext>
            </ns1:extLst>
          </ns0:cNvPr>
          <ns0:cNvSpPr txBox="1"/>
          <ns0:nvPr/>
        </ns0:nvSpPr>
        <ns0:spPr>
          <ns1:xfrm>
            <ns1:off x="9595786" y="1386474"/>
            <ns1:ext cx="2266975" cy="537135"/>
          </ns1:xfrm>
          <ns1:prstGeom prst="rect">
            <ns1:avLst/>
          </ns1:prstGeom>
          <ns1:noFill/>
        </ns0:spPr>
        <ns0:txBody>
          <ns1:bodyPr wrap="square" rtlCol="0">
            <ns1:spAutoFit/>
          </ns1:bodyPr>
          <ns1:lstStyle/>
          <ns1:p>
            <ns1:pPr>
              <ns1:lnSpc>
                <ns1:spcPct val="140000"/>
              </ns1:lnSpc>
            </ns1:pPr>
            <ns1:r>
              <ns1:rPr lang="en-US" sz="1100">
                <ns1:solidFill>
                  <ns1:schemeClr val="bg1">
                    <ns1:lumMod val="50000"/>
                  </ns1:schemeClr>
                </ns1:solidFill>
                <ns1:latin typeface="Lato" panose="020F0502020204030203" pitchFamily="34" charset="0"/>
                <ns1:ea typeface="Lato" panose="020F0502020204030203" pitchFamily="34" charset="0"/>
                <ns1:cs typeface="Lato" panose="020F0502020204030203" pitchFamily="34" charset="0"/>
              </ns1:rPr>
              <ns1:t>{SlideCaption}</ns1:t>
            </ns1:r>
          </ns1:p>
        </ns0:txBody>
      </ns0:sp>
      <ns0:grpSp>
        <ns0:nvGrpSpPr>
          <ns0:cNvPr id="7" name="Group 6">
            <ns1:extLst>
              <ns1:ext uri="{FF2B5EF4-FFF2-40B4-BE49-F238E27FC236}">
                <ns2:creationId id="{62C1FB04-3F63-478E-8A92-3CF95AE7E2E1}"/>
              </ns1:ext>
            </ns1:extLst>
          </ns0:cNvPr>
          <ns0:cNvGrpSpPr/>
          <ns0:nvPr/>
        </ns0:nvGrpSpPr>
        <ns0:grpSpPr>
          <ns1:xfrm>
            <ns1:off x="8519396" y="1088923"/>
            <ns1:ext cx="950612" cy="950612"/>
            <ns1:chOff x="8234331" y="1160410"/>
            <ns1:chExt cx="950612" cy="950612"/>
          </ns1:xfrm>
        </ns0:grpSpPr>
        <ns0:sp>
          <ns0:nvSpPr>
            <ns0:cNvPr id="8" name="Oval 7">
              <ns1:extLst>
                <ns1:ext uri="{FF2B5EF4-FFF2-40B4-BE49-F238E27FC236}">
                  <ns2:creationId id="{A032EE6A-8925-4020-AD02-60C756766AD2}"/>
                </ns1:ext>
              </ns1:extLst>
            </ns0:cNvPr>
            <ns0:cNvSpPr/>
            <ns0:nvPr/>
          </ns0:nvSpPr>
          <ns0:spPr>
            <ns1:xfrm>
              <ns1:off x="8234331" y="1160410"/>
              <ns1:ext cx="950612" cy="950612"/>
            </ns1:xfrm>
            <ns1:prstGeom prst="ellipse">
              <ns1:avLst/>
            </ns1:prstGeom>
            <ns1:solidFill>
              <ns1:srgbClr val="F1856F"/>
            </ns1:solidFill>
            <ns1:ln>
              <ns1:noFill/>
            </ns1:ln>
          </ns0:spPr>
          <ns0:style>
            <ns1:lnRef idx="2">
              <ns1:schemeClr val="accent1">
                <ns1:shade val="50000"/>
              </ns1:schemeClr>
            </ns1:lnRef>
            <ns1:fillRef idx="1">
              <ns1:schemeClr val="accent1"/>
            </ns1:fillRef>
            <ns1:effectRef idx="0">
              <ns1:schemeClr val="accent1"/>
            </ns1:effectRef>
            <ns1:fontRef idx="minor">
              <ns1:schemeClr val="lt1"/>
            </ns1:fontRef>
          </ns0:style>
          <ns0:txBody>
            <ns1:bodyPr rtlCol="0" anchor="ctr"/>
            <ns1:lstStyle/>
            <ns1:p>
              <ns1:pPr algn="ctr"/>
              <ns1:endParaRPr lang="en-US"/>
            </ns1:p>
          </ns0:txBody>
        </ns0:sp>
        <ns0:grpSp>
          <ns0:nvGrpSpPr>
            <ns0:cNvPr id="9" name="Group 28">
              <ns1:extLst>
                <ns1:ext uri="{FF2B5EF4-FFF2-40B4-BE49-F238E27FC236}">
                  <ns2:creationId id="{3EBCE15D-63C4-4E67-BBA9-F2EDBE5E1D12}"/>
                </ns1:ext>
              </ns1:extLst>
            </ns0:cNvPr>
            <ns0:cNvGrpSpPr>
              <ns1:grpSpLocks noChangeAspect="1"/>
            </ns0:cNvGrpSpPr>
            <ns0:nvPr/>
          </ns0:nvGrpSpPr>
          <ns0:grpSpPr bwMode="auto">
            <ns1:xfrm>
              <ns1:off x="8442226" y="1407571"/>
              <ns1:ext cx="534822" cy="456290"/>
              <ns1:chOff x="1310" y="3"/>
              <ns1:chExt cx="5060" cy="4317"/>
            </ns1:xfrm>
            <ns1:solidFill>
              <ns1:schemeClr val="bg1"/>
            </ns1:solidFill>
          </ns0:grpSpPr>
          <ns0:sp>
            <ns0:nvSpPr>
              <ns0:cNvPr id="10" name="Freeform 29">
                <ns1:extLst>
                  <ns1:ext uri="{FF2B5EF4-FFF2-40B4-BE49-F238E27FC236}">
                    <ns2:creationId id="{3A6CDB46-2656-4232-8ECC-B2005CB02CF7}"/>
                  </ns1:ext>
                </ns1:extLst>
              </ns0:cNvPr>
              <ns0:cNvSpPr>
                <ns1:spLocks noEditPoints="1"/>
              </ns0:cNvSpPr>
              <ns0:nvPr/>
            </ns0:nvSpPr>
            <ns0:spPr bwMode="auto">
              <ns1:xfrm>
                <ns1:off x="3086" y="3387"/>
                <ns1:ext cx="614" cy="233"/>
              </ns1:xfrm>
              <ns1:custGeom>
                <ns1:avLst/>
                <ns1:gdLst>
                  <ns1:gd name="T0" fmla="*/ 199 w 251"/>
                  <ns1:gd name="T1" fmla="*/ 10 h 95"/>
                  <ns1:gd name="T2" fmla="*/ 53 w 251"/>
                  <ns1:gd name="T3" fmla="*/ 10 h 95"/>
                  <ns1:gd name="T4" fmla="*/ 10 w 251"/>
                  <ns1:gd name="T5" fmla="*/ 15 h 95"/>
                  <ns1:gd name="T6" fmla="*/ 16 w 251"/>
                  <ns1:gd name="T7" fmla="*/ 57 h 95"/>
                  <ns1:gd name="T8" fmla="*/ 126 w 251"/>
                  <ns1:gd name="T9" fmla="*/ 95 h 95"/>
                  <ns1:gd name="T10" fmla="*/ 236 w 251"/>
                  <ns1:gd name="T11" fmla="*/ 57 h 95"/>
                  <ns1:gd name="T12" fmla="*/ 241 w 251"/>
                  <ns1:gd name="T13" fmla="*/ 15 h 95"/>
                  <ns1:gd name="T14" fmla="*/ 199 w 251"/>
                  <ns1:gd name="T15" fmla="*/ 10 h 95"/>
                  <ns1:gd name="T16" fmla="*/ 199 w 251"/>
                  <ns1:gd name="T17" fmla="*/ 10 h 95"/>
                  <ns1:gd name="T18" fmla="*/ 199 w 251"/>
                  <ns1:gd name="T19" fmla="*/ 10 h 95"/>
                </ns1:gdLst>
                <ns1:ahLst/>
                <ns1:cxnLst>
                  <ns1:cxn ang="0">
                    <ns1:pos x="T0" y="T1"/>
                  </ns1:cxn>
                  <ns1:cxn ang="0">
                    <ns1:pos x="T2" y="T3"/>
                  </ns1:cxn>
                  <ns1:cxn ang="0">
                    <ns1:pos x="T4" y="T5"/>
                  </ns1:cxn>
                  <ns1:cxn ang="0">
                    <ns1:pos x="T6" y="T7"/>
                  </ns1:cxn>
                  <ns1:cxn ang="0">
                    <ns1:pos x="T8" y="T9"/>
                  </ns1:cxn>
                  <ns1:cxn ang="0">
                    <ns1:pos x="T10" y="T11"/>
                  </ns1:cxn>
                  <ns1:cxn ang="0">
                    <ns1:pos x="T12" y="T13"/>
                  </ns1:cxn>
                  <ns1:cxn ang="0">
                    <ns1:pos x="T14" y="T15"/>
                  </ns1:cxn>
                  <ns1:cxn ang="0">
                    <ns1:pos x="T16" y="T17"/>
                  </ns1:cxn>
                  <ns1:cxn ang="0">
                    <ns1:pos x="T18" y="T19"/>
                  </ns1:cxn>
                </ns1:cxnLst>
                <ns1:rect l="0" t="0" r="r" b="b"/>
                <ns1:pathLst>
                  <ns1:path w="251" h="95">
                    <ns1:moveTo>
                      <ns1:pt x="199" y="10"/>
                    </ns1:moveTo>
                    <ns1:cubicBezTo>
                      <ns1:pt x="156" y="43"/>
                      <ns1:pt x="96" y="43"/>
                      <ns1:pt x="53" y="10"/>
                    </ns1:cubicBezTo>
                    <ns1:cubicBezTo>
                      <ns1:pt x="39" y="0"/>
                      <ns1:pt x="21" y="2"/>
                      <ns1:pt x="10" y="15"/>
                    </ns1:cubicBezTo>
                    <ns1:cubicBezTo>
                      <ns1:pt x="0" y="28"/>
                      <ns1:pt x="3" y="47"/>
                      <ns1:pt x="16" y="57"/>
                    </ns1:cubicBezTo>
                    <ns1:cubicBezTo>
                      <ns1:pt x="48" y="83"/>
                      <ns1:pt x="87" y="95"/>
                      <ns1:pt x="126" y="95"/>
                    </ns1:cubicBezTo>
                    <ns1:cubicBezTo>
                      <ns1:pt x="165" y="95"/>
                      <ns1:pt x="203" y="83"/>
                      <ns1:pt x="236" y="57"/>
                    </ns1:cubicBezTo>
                    <ns1:cubicBezTo>
                      <ns1:pt x="249" y="47"/>
                      <ns1:pt x="251" y="28"/>
                      <ns1:pt x="241" y="15"/>
                    </ns1:cubicBezTo>
                    <ns1:cubicBezTo>
                      <ns1:pt x="231" y="2"/>
                      <ns1:pt x="212" y="0"/>
                      <ns1:pt x="199" y="10"/>
                    </ns1:cubicBezTo>
                    <ns1:close/>
                    <ns1:moveTo>
                      <ns1:pt x="199" y="10"/>
                    </ns1:moveTo>
                    <ns1:cubicBezTo>
                      <ns1:pt x="199" y="10"/>
                      <ns1:pt x="199" y="10"/>
                      <ns1:pt x="199" y="10"/>
                    </ns1:cubicBezTo>
                  </ns1:path>
                </ns1:pathLst>
              </ns1:custGeom>
              <ns1:grpFill/>
              <ns1:ln>
                <ns1:noFill/>
              </ns1:ln>
              <ns1:extLst>
                <ns1:ext uri="{91240B29-F687-4F45-9708-019B960494DF}">
                  <ns6:hiddenLine w="9525">
                    <ns1:solidFill>
                      <ns1:srgbClr val="000000"/>
                    </ns1:solidFill>
                    <ns1:round/>
                    <ns1:headEnd/>
                    <ns1:tailEnd/>
                  </ns6:hiddenLine>
                </ns1:ext>
              </ns1:extLst>
            </ns0:spPr>
            <ns0:txBody>
              <ns1:bodyPr vert="horz" wrap="square" lIns="91440" tIns="45720" rIns="91440" bIns="45720" numCol="1" anchor="t" anchorCtr="0" compatLnSpc="1">
                <ns1:prstTxWarp prst="textNoShape">
                  <ns1:avLst/>
                </ns1:prstTxWarp>
              </ns1:bodyPr>
              <ns1:lstStyle/>
              <ns1:p>
                <ns1:endParaRPr lang="en-US"/>
              </ns1:p>
            </ns0:txBody>
          </ns0:sp>
          <ns0:sp>
            <ns0:nvSpPr>
              <ns0:cNvPr id="11" name="Freeform 30">
                <ns1:extLst>
                  <ns1:ext uri="{FF2B5EF4-FFF2-40B4-BE49-F238E27FC236}">
                    <ns2:creationId id="{8ABF857A-B3CE-40A0-AFED-29E84B035AF5}"/>
                  </ns1:ext>
                </ns1:extLst>
              </ns0:cNvPr>
              <ns0:cNvSpPr>
                <ns1:spLocks noEditPoints="1"/>
              </ns0:cNvSpPr>
              <ns0:nvPr/>
            </ns0:nvSpPr>
            <ns0:spPr bwMode="auto">
              <ns1:xfrm>
                <ns1:off x="2410" y="3304"/>
                <ns1:ext cx="389" cy="225"/>
              </ns1:xfrm>
              <ns1:custGeom>
                <ns1:avLst/>
                <ns1:gdLst>
                  <ns1:gd name="T0" fmla="*/ 79 w 159"/>
                  <ns1:gd name="T1" fmla="*/ 0 h 92"/>
                  <ns1:gd name="T2" fmla="*/ 9 w 159"/>
                  <ns1:gd name="T3" fmla="*/ 39 h 92"/>
                  <ns1:gd name="T4" fmla="*/ 17 w 159"/>
                  <ns1:gd name="T5" fmla="*/ 80 h 92"/>
                  <ns1:gd name="T6" fmla="*/ 59 w 159"/>
                  <ns1:gd name="T7" fmla="*/ 72 h 92"/>
                  <ns1:gd name="T8" fmla="*/ 79 w 159"/>
                  <ns1:gd name="T9" fmla="*/ 60 h 92"/>
                  <ns1:gd name="T10" fmla="*/ 100 w 159"/>
                  <ns1:gd name="T11" fmla="*/ 72 h 92"/>
                  <ns1:gd name="T12" fmla="*/ 141 w 159"/>
                  <ns1:gd name="T13" fmla="*/ 80 h 92"/>
                  <ns1:gd name="T14" fmla="*/ 150 w 159"/>
                  <ns1:gd name="T15" fmla="*/ 39 h 92"/>
                  <ns1:gd name="T16" fmla="*/ 79 w 159"/>
                  <ns1:gd name="T17" fmla="*/ 0 h 92"/>
                  <ns1:gd name="T18" fmla="*/ 79 w 159"/>
                  <ns1:gd name="T19" fmla="*/ 0 h 92"/>
                  <ns1:gd name="T20" fmla="*/ 79 w 159"/>
                  <ns1:gd name="T21" fmla="*/ 0 h 92"/>
                </ns1:gdLst>
                <ns1:ahLst/>
                <ns1:cxnLst>
                  <ns1:cxn ang="0">
                    <ns1:pos x="T0" y="T1"/>
                  </ns1:cxn>
                  <ns1:cxn ang="0">
                    <ns1:pos x="T2" y="T3"/>
                  </ns1:cxn>
                  <ns1:cxn ang="0">
                    <ns1:pos x="T4" y="T5"/>
                  </ns1:cxn>
                  <ns1:cxn ang="0">
                    <ns1:pos x="T6" y="T7"/>
                  </ns1:cxn>
                  <ns1:cxn ang="0">
                    <ns1:pos x="T8" y="T9"/>
                  </ns1:cxn>
                  <ns1:cxn ang="0">
                    <ns1:pos x="T10" y="T11"/>
                  </ns1:cxn>
                  <ns1:cxn ang="0">
                    <ns1:pos x="T12" y="T13"/>
                  </ns1:cxn>
                  <ns1:cxn ang="0">
                    <ns1:pos x="T14" y="T15"/>
                  </ns1:cxn>
                  <ns1:cxn ang="0">
                    <ns1:pos x="T16" y="T17"/>
                  </ns1:cxn>
                  <ns1:cxn ang="0">
                    <ns1:pos x="T18" y="T19"/>
                  </ns1:cxn>
                  <ns1:cxn ang="0">
                    <ns1:pos x="T20" y="T21"/>
                  </ns1:cxn>
                </ns1:cxnLst>
                <ns1:rect l="0" t="0" r="r" b="b"/>
                <ns1:pathLst>
                  <ns1:path w="159" h="92">
                    <ns1:moveTo>
                      <ns1:pt x="79" y="0"/>
                    </ns1:moveTo>
                    <ns1:cubicBezTo>
                      <ns1:pt x="51" y="0"/>
                      <ns1:pt x="24" y="15"/>
                      <ns1:pt x="9" y="39"/>
                    </ns1:cubicBezTo>
                    <ns1:cubicBezTo>
                      <ns1:pt x="0" y="52"/>
                      <ns1:pt x="3" y="71"/>
                      <ns1:pt x="17" y="80"/>
                    </ns1:cubicBezTo>
                    <ns1:cubicBezTo>
                      <ns1:pt x="31" y="89"/>
                      <ns1:pt x="50" y="85"/>
                      <ns1:pt x="59" y="72"/>
                    </ns1:cubicBezTo>
                    <ns1:cubicBezTo>
                      <ns1:pt x="65" y="62"/>
                      <ns1:pt x="75" y="60"/>
                      <ns1:pt x="79" y="60"/>
                    </ns1:cubicBezTo>
                    <ns1:cubicBezTo>
                      <ns1:pt x="83" y="60"/>
                      <ns1:pt x="93" y="62"/>
                      <ns1:pt x="100" y="72"/>
                    </ns1:cubicBezTo>
                    <ns1:cubicBezTo>
                      <ns1:pt x="114" y="92"/>
                      <ns1:pt x="136" y="83"/>
                      <ns1:pt x="141" y="80"/>
                    </ns1:cubicBezTo>
                    <ns1:cubicBezTo>
                      <ns1:pt x="155" y="71"/>
                      <ns1:pt x="159" y="52"/>
                      <ns1:pt x="150" y="39"/>
                    </ns1:cubicBezTo>
                    <ns1:cubicBezTo>
                      <ns1:pt x="134" y="15"/>
                      <ns1:pt x="108" y="0"/>
                      <ns1:pt x="79" y="0"/>
                    </ns1:cubicBezTo>
                    <ns1:close/>
                    <ns1:moveTo>
                      <ns1:pt x="79" y="0"/>
                    </ns1:moveTo>
                    <ns1:cubicBezTo>
                      <ns1:pt x="79" y="0"/>
                      <ns1:pt x="79" y="0"/>
                      <ns1:pt x="79" y="0"/>
                    </ns1:cubicBezTo>
                  </ns1:path>
                </ns1:pathLst>
              </ns1:custGeom>
              <ns1:grpFill/>
              <ns1:ln>
                <ns1:noFill/>
              </ns1:ln>
              <ns1:extLst>
                <ns1:ext uri="{91240B29-F687-4F45-9708-019B960494DF}">
                  <ns6:hiddenLine w="9525">
                    <ns1:solidFill>
                      <ns1:srgbClr val="000000"/>
                    </ns1:solidFill>
                    <ns1:round/>
                    <ns1:headEnd/>
                    <ns1:tailEnd/>
                  </ns6:hiddenLine>
                </ns1:ext>
              </ns1:extLst>
            </ns0:spPr>
            <ns0:txBody>
              <ns1:bodyPr vert="horz" wrap="square" lIns="91440" tIns="45720" rIns="91440" bIns="45720" numCol="1" anchor="t" anchorCtr="0" compatLnSpc="1">
                <ns1:prstTxWarp prst="textNoShape">
                  <ns1:avLst/>
                </ns1:prstTxWarp>
              </ns1:bodyPr>
              <ns1:lstStyle/>
              <ns1:p>
                <ns1:endParaRPr lang="en-US"/>
              </ns1:p>
            </ns0:txBody>
          </ns0:sp>
          <ns0:sp>
            <ns0:nvSpPr>
              <ns0:cNvPr id="12" name="Freeform 31">
                <ns1:extLst>
                  <ns1:ext uri="{FF2B5EF4-FFF2-40B4-BE49-F238E27FC236}">
                    <ns2:creationId id="{8FE872E3-2219-4144-A95C-2364815C5115}"/>
                  </ns1:ext>
                </ns1:extLst>
              </ns0:cNvPr>
              <ns0:cNvSpPr>
                <ns1:spLocks noEditPoints="1"/>
              </ns0:cNvSpPr>
              <ns0:nvPr/>
            </ns0:nvSpPr>
            <ns0:spPr bwMode="auto">
              <ns1:xfrm>
                <ns1:off x="3989" y="3304"/>
                <ns1:ext cx="390" cy="225"/>
              </ns1:xfrm>
              <ns1:custGeom>
                <ns1:avLst/>
                <ns1:gdLst>
                  <ns1:gd name="T0" fmla="*/ 79 w 159"/>
                  <ns1:gd name="T1" fmla="*/ 0 h 92"/>
                  <ns1:gd name="T2" fmla="*/ 9 w 159"/>
                  <ns1:gd name="T3" fmla="*/ 39 h 92"/>
                  <ns1:gd name="T4" fmla="*/ 17 w 159"/>
                  <ns1:gd name="T5" fmla="*/ 80 h 92"/>
                  <ns1:gd name="T6" fmla="*/ 59 w 159"/>
                  <ns1:gd name="T7" fmla="*/ 72 h 92"/>
                  <ns1:gd name="T8" fmla="*/ 79 w 159"/>
                  <ns1:gd name="T9" fmla="*/ 60 h 92"/>
                  <ns1:gd name="T10" fmla="*/ 100 w 159"/>
                  <ns1:gd name="T11" fmla="*/ 72 h 92"/>
                  <ns1:gd name="T12" fmla="*/ 141 w 159"/>
                  <ns1:gd name="T13" fmla="*/ 80 h 92"/>
                  <ns1:gd name="T14" fmla="*/ 150 w 159"/>
                  <ns1:gd name="T15" fmla="*/ 39 h 92"/>
                  <ns1:gd name="T16" fmla="*/ 79 w 159"/>
                  <ns1:gd name="T17" fmla="*/ 0 h 92"/>
                  <ns1:gd name="T18" fmla="*/ 79 w 159"/>
                  <ns1:gd name="T19" fmla="*/ 0 h 92"/>
                  <ns1:gd name="T20" fmla="*/ 79 w 159"/>
                  <ns1:gd name="T21" fmla="*/ 0 h 92"/>
                </ns1:gdLst>
                <ns1:ahLst/>
                <ns1:cxnLst>
                  <ns1:cxn ang="0">
                    <ns1:pos x="T0" y="T1"/>
                  </ns1:cxn>
                  <ns1:cxn ang="0">
                    <ns1:pos x="T2" y="T3"/>
                  </ns1:cxn>
                  <ns1:cxn ang="0">
                    <ns1:pos x="T4" y="T5"/>
                  </ns1:cxn>
                  <ns1:cxn ang="0">
                    <ns1:pos x="T6" y="T7"/>
                  </ns1:cxn>
                  <ns1:cxn ang="0">
                    <ns1:pos x="T8" y="T9"/>
                  </ns1:cxn>
                  <ns1:cxn ang="0">
                    <ns1:pos x="T10" y="T11"/>
                  </ns1:cxn>
                  <ns1:cxn ang="0">
                    <ns1:pos x="T12" y="T13"/>
                  </ns1:cxn>
                  <ns1:cxn ang="0">
                    <ns1:pos x="T14" y="T15"/>
                  </ns1:cxn>
                  <ns1:cxn ang="0">
                    <ns1:pos x="T16" y="T17"/>
                  </ns1:cxn>
                  <ns1:cxn ang="0">
                    <ns1:pos x="T18" y="T19"/>
                  </ns1:cxn>
                  <ns1:cxn ang="0">
                    <ns1:pos x="T20" y="T21"/>
                  </ns1:cxn>
                </ns1:cxnLst>
                <ns1:rect l="0" t="0" r="r" b="b"/>
                <ns1:pathLst>
                  <ns1:path w="159" h="92">
                    <ns1:moveTo>
                      <ns1:pt x="79" y="0"/>
                    </ns1:moveTo>
                    <ns1:cubicBezTo>
                      <ns1:pt x="51" y="0"/>
                      <ns1:pt x="24" y="15"/>
                      <ns1:pt x="9" y="39"/>
                    </ns1:cubicBezTo>
                    <ns1:cubicBezTo>
                      <ns1:pt x="0" y="52"/>
                      <ns1:pt x="4" y="71"/>
                      <ns1:pt x="17" y="80"/>
                    </ns1:cubicBezTo>
                    <ns1:cubicBezTo>
                      <ns1:pt x="31" y="89"/>
                      <ns1:pt x="50" y="85"/>
                      <ns1:pt x="59" y="72"/>
                    </ns1:cubicBezTo>
                    <ns1:cubicBezTo>
                      <ns1:pt x="66" y="62"/>
                      <ns1:pt x="75" y="60"/>
                      <ns1:pt x="79" y="60"/>
                    </ns1:cubicBezTo>
                    <ns1:cubicBezTo>
                      <ns1:pt x="83" y="60"/>
                      <ns1:pt x="93" y="62"/>
                      <ns1:pt x="100" y="72"/>
                    </ns1:cubicBezTo>
                    <ns1:cubicBezTo>
                      <ns1:pt x="114" y="92"/>
                      <ns1:pt x="136" y="83"/>
                      <ns1:pt x="141" y="80"/>
                    </ns1:cubicBezTo>
                    <ns1:cubicBezTo>
                      <ns1:pt x="155" y="71"/>
                      <ns1:pt x="159" y="52"/>
                      <ns1:pt x="150" y="39"/>
                    </ns1:cubicBezTo>
                    <ns1:cubicBezTo>
                      <ns1:pt x="134" y="15"/>
                      <ns1:pt x="108" y="0"/>
                      <ns1:pt x="79" y="0"/>
                    </ns1:cubicBezTo>
                    <ns1:close/>
                    <ns1:moveTo>
                      <ns1:pt x="79" y="0"/>
                    </ns1:moveTo>
                    <ns1:cubicBezTo>
                      <ns1:pt x="79" y="0"/>
                      <ns1:pt x="79" y="0"/>
                      <ns1:pt x="79" y="0"/>
                    </ns1:cubicBezTo>
                  </ns1:path>
                </ns1:pathLst>
              </ns1:custGeom>
              <ns1:grpFill/>
              <ns1:ln>
                <ns1:noFill/>
              </ns1:ln>
              <ns1:extLst>
                <ns1:ext uri="{91240B29-F687-4F45-9708-019B960494DF}">
                  <ns6:hiddenLine w="9525">
                    <ns1:solidFill>
                      <ns1:srgbClr val="000000"/>
                    </ns1:solidFill>
                    <ns1:round/>
                    <ns1:headEnd/>
                    <ns1:tailEnd/>
                  </ns6:hiddenLine>
                </ns1:ext>
              </ns1:extLst>
            </ns0:spPr>
            <ns0:txBody>
              <ns1:bodyPr vert="horz" wrap="square" lIns="91440" tIns="45720" rIns="91440" bIns="45720" numCol="1" anchor="t" anchorCtr="0" compatLnSpc="1">
                <ns1:prstTxWarp prst="textNoShape">
                  <ns1:avLst/>
                </ns1:prstTxWarp>
              </ns1:bodyPr>
              <ns1:lstStyle/>
              <ns1:p>
                <ns1:endParaRPr lang="en-US"/>
              </ns1:p>
            </ns0:txBody>
          </ns0:sp>
          <ns0:sp>
            <ns0:nvSpPr>
              <ns0:cNvPr id="13" name="Freeform 32">
                <ns1:extLst>
                  <ns1:ext uri="{FF2B5EF4-FFF2-40B4-BE49-F238E27FC236}">
                    <ns2:creationId id="{B6B2D6E3-F541-45EF-A7C5-F3609706198E}"/>
                  </ns1:ext>
                </ns1:extLst>
              </ns0:cNvPr>
              <ns0:cNvSpPr>
                <ns1:spLocks noEditPoints="1"/>
              </ns0:cNvSpPr>
              <ns0:nvPr/>
            </ns0:nvSpPr>
            <ns0:spPr bwMode="auto">
              <ns1:xfrm>
                <ns1:off x="1310" y="113"/>
                <ns1:ext cx="5060" cy="4207"/>
              </ns1:xfrm>
              <ns1:custGeom>
                <ns1:avLst/>
                <ns1:gdLst>
                  <ns1:gd name="T0" fmla="*/ 1869 w 2066"/>
                  <ns1:gd name="T1" fmla="*/ 844 h 1718"/>
                  <ns1:gd name="T2" fmla="*/ 1481 w 2066"/>
                  <ns1:gd name="T3" fmla="*/ 780 h 1718"/>
                  <ns1:gd name="T4" fmla="*/ 1714 w 2066"/>
                  <ns1:gd name="T5" fmla="*/ 505 h 1718"/>
                  <ns1:gd name="T6" fmla="*/ 1749 w 2066"/>
                  <ns1:gd name="T7" fmla="*/ 276 h 1718"/>
                  <ns1:gd name="T8" fmla="*/ 1368 w 2066"/>
                  <ns1:gd name="T9" fmla="*/ 104 h 1718"/>
                  <ns1:gd name="T10" fmla="*/ 1206 w 2066"/>
                  <ns1:gd name="T11" fmla="*/ 32 h 1718"/>
                  <ns1:gd name="T12" fmla="*/ 716 w 2066"/>
                  <ns1:gd name="T13" fmla="*/ 58 h 1718"/>
                  <ns1:gd name="T14" fmla="*/ 586 w 2066"/>
                  <ns1:gd name="T15" fmla="*/ 139 h 1718"/>
                  <ns1:gd name="T16" fmla="*/ 604 w 2066"/>
                  <ns1:gd name="T17" fmla="*/ 197 h 1718"/>
                  <ns1:gd name="T18" fmla="*/ 741 w 2066"/>
                  <ns1:gd name="T19" fmla="*/ 201 h 1718"/>
                  <ns1:gd name="T20" fmla="*/ 1325 w 2066"/>
                  <ns1:gd name="T21" fmla="*/ 201 h 1718"/>
                  <ns1:gd name="T22" fmla="*/ 1636 w 2066"/>
                  <ns1:gd name="T23" fmla="*/ 251 h 1718"/>
                  <ns1:gd name="T24" fmla="*/ 1698 w 2066"/>
                  <ns1:gd name="T25" fmla="*/ 380 h 1718"/>
                  <ns1:gd name="T26" fmla="*/ 1546 w 2066"/>
                  <ns1:gd name="T27" fmla="*/ 544 h 1718"/>
                  <ns1:gd name="T28" fmla="*/ 1420 w 2066"/>
                  <ns1:gd name="T29" fmla="*/ 555 h 1718"/>
                  <ns1:gd name="T30" fmla="*/ 645 w 2066"/>
                  <ns1:gd name="T31" fmla="*/ 780 h 1718"/>
                  <ns1:gd name="T32" fmla="*/ 610 w 2066"/>
                  <ns1:gd name="T33" fmla="*/ 525 h 1718"/>
                  <ns1:gd name="T34" fmla="*/ 408 w 2066"/>
                  <ns1:gd name="T35" fmla="*/ 483 h 1718"/>
                  <ns1:gd name="T36" fmla="*/ 371 w 2066"/>
                  <ns1:gd name="T37" fmla="*/ 302 h 1718"/>
                  <ns1:gd name="T38" fmla="*/ 482 w 2066"/>
                  <ns1:gd name="T39" fmla="*/ 235 h 1718"/>
                  <ns1:gd name="T40" fmla="*/ 464 w 2066"/>
                  <ns1:gd name="T41" fmla="*/ 178 h 1718"/>
                  <ns1:gd name="T42" fmla="*/ 317 w 2066"/>
                  <ns1:gd name="T43" fmla="*/ 276 h 1718"/>
                  <ns1:gd name="T44" fmla="*/ 352 w 2066"/>
                  <ns1:gd name="T45" fmla="*/ 505 h 1718"/>
                  <ns1:gd name="T46" fmla="*/ 585 w 2066"/>
                  <ns1:gd name="T47" fmla="*/ 780 h 1718"/>
                  <ns1:gd name="T48" fmla="*/ 197 w 2066"/>
                  <ns1:gd name="T49" fmla="*/ 844 h 1718"/>
                  <ns1:gd name="T50" fmla="*/ 18 w 2066"/>
                  <ns1:gd name="T51" fmla="*/ 1120 h 1718"/>
                  <ns1:gd name="T52" fmla="*/ 243 w 2066"/>
                  <ns1:gd name="T53" fmla="*/ 1189 h 1718"/>
                  <ns1:gd name="T54" fmla="*/ 426 w 2066"/>
                  <ns1:gd name="T55" fmla="*/ 1718 h 1718"/>
                  <ns1:gd name="T56" fmla="*/ 1823 w 2066"/>
                  <ns1:gd name="T57" fmla="*/ 1535 h 1718"/>
                  <ns1:gd name="T58" fmla="*/ 1858 w 2066"/>
                  <ns1:gd name="T59" fmla="*/ 1189 h 1718"/>
                  <ns1:gd name="T60" fmla="*/ 2048 w 2066"/>
                  <ns1:gd name="T61" fmla="*/ 1120 h 1718"/>
                  <ns1:gd name="T62" fmla="*/ 1291 w 2066"/>
                  <ns1:gd name="T63" fmla="*/ 152 h 1718"/>
                  <ns1:gd name="T64" fmla="*/ 775 w 2066"/>
                  <ns1:gd name="T65" fmla="*/ 152 h 1718"/>
                  <ns1:gd name="T66" fmla="*/ 825 w 2066"/>
                  <ns1:gd name="T67" fmla="*/ 82 h 1718"/>
                  <ns1:gd name="T68" fmla="*/ 1301 w 2066"/>
                  <ns1:gd name="T69" fmla="*/ 92 h 1718"/>
                  <ns1:gd name="T70" fmla="*/ 73 w 2066"/>
                  <ns1:gd name="T71" fmla="*/ 1097 h 1718"/>
                  <ns1:gd name="T72" fmla="*/ 239 w 2066"/>
                  <ns1:gd name="T73" fmla="*/ 886 h 1718"/>
                  <ns1:gd name="T74" fmla="*/ 1356 w 2066"/>
                  <ns1:gd name="T75" fmla="*/ 840 h 1718"/>
                  <ns1:gd name="T76" fmla="*/ 1000 w 2066"/>
                  <ns1:gd name="T77" fmla="*/ 1129 h 1718"/>
                  <ns1:gd name="T78" fmla="*/ 73 w 2066"/>
                  <ns1:gd name="T79" fmla="*/ 1097 h 1718"/>
                  <ns1:gd name="T80" fmla="*/ 303 w 2066"/>
                  <ns1:gd name="T81" fmla="*/ 1535 h 1718"/>
                  <ns1:gd name="T82" fmla="*/ 1000 w 2066"/>
                  <ns1:gd name="T83" fmla="*/ 1189 h 1718"/>
                  <ns1:gd name="T84" fmla="*/ 1399 w 2066"/>
                  <ns1:gd name="T85" fmla="*/ 882 h 1718"/>
                  <ns1:gd name="T86" fmla="*/ 426 w 2066"/>
                  <ns1:gd name="T87" fmla="*/ 1658 h 1718"/>
                  <ns1:gd name="T88" fmla="*/ 1945 w 2066"/>
                  <ns1:gd name="T89" fmla="*/ 1129 h 1718"/>
                  <ns1:gd name="T90" fmla="*/ 1742 w 2066"/>
                  <ns1:gd name="T91" fmla="*/ 1081 h 1718"/>
                  <ns1:gd name="T92" fmla="*/ 1654 w 2066"/>
                  <ns1:gd name="T93" fmla="*/ 1035 h 1718"/>
                  <ns1:gd name="T94" fmla="*/ 1699 w 2066"/>
                  <ns1:gd name="T95" fmla="*/ 1123 h 1718"/>
                  <ns1:gd name="T96" fmla="*/ 1763 w 2066"/>
                  <ns1:gd name="T97" fmla="*/ 1535 h 1718"/>
                  <ns1:gd name="T98" fmla="*/ 1459 w 2066"/>
                  <ns1:gd name="T99" fmla="*/ 1658 h 1718"/>
                  <ns1:gd name="T100" fmla="*/ 1570 w 2066"/>
                  <ns1:gd name="T101" fmla="*/ 994 h 1718"/>
                  <ns1:gd name="T102" fmla="*/ 1612 w 2066"/>
                  <ns1:gd name="T103" fmla="*/ 951 h 1718"/>
                  <ns1:gd name="T104" fmla="*/ 1715 w 2066"/>
                  <ns1:gd name="T105" fmla="*/ 840 h 1718"/>
                  <ns1:gd name="T106" fmla="*/ 1982 w 2066"/>
                  <ns1:gd name="T107" fmla="*/ 1041 h 1718"/>
                  <ns1:gd name="T108" fmla="*/ 1993 w 2066"/>
                  <ns1:gd name="T109" fmla="*/ 1097 h 1718"/>
                </ns1:gdLst>
                <ns1:ahLst/>
                <ns1:cxnLst>
                  <ns1:cxn ang="0">
                    <ns1:pos x="T0" y="T1"/>
                  </ns1:cxn>
                  <ns1:cxn ang="0">
                    <ns1:pos x="T2" y="T3"/>
                  </ns1:cxn>
                  <ns1:cxn ang="0">
                    <ns1:pos x="T4" y="T5"/>
                  </ns1:cxn>
                  <ns1:cxn ang="0">
                    <ns1:pos x="T6" y="T7"/>
                  </ns1:cxn>
                  <ns1:cxn ang="0">
                    <ns1:pos x="T8" y="T9"/>
                  </ns1:cxn>
                  <ns1:cxn ang="0">
                    <ns1:pos x="T10" y="T11"/>
                  </ns1:cxn>
                  <ns1:cxn ang="0">
                    <ns1:pos x="T12" y="T13"/>
                  </ns1:cxn>
                  <ns1:cxn ang="0">
                    <ns1:pos x="T14" y="T15"/>
                  </ns1:cxn>
                  <ns1:cxn ang="0">
                    <ns1:pos x="T16" y="T17"/>
                  </ns1:cxn>
                  <ns1:cxn ang="0">
                    <ns1:pos x="T18" y="T19"/>
                  </ns1:cxn>
                  <ns1:cxn ang="0">
                    <ns1:pos x="T20" y="T21"/>
                  </ns1:cxn>
                  <ns1:cxn ang="0">
                    <ns1:pos x="T22" y="T23"/>
                  </ns1:cxn>
                  <ns1:cxn ang="0">
                    <ns1:pos x="T24" y="T25"/>
                  </ns1:cxn>
                  <ns1:cxn ang="0">
                    <ns1:pos x="T26" y="T27"/>
                  </ns1:cxn>
                  <ns1:cxn ang="0">
                    <ns1:pos x="T28" y="T29"/>
                  </ns1:cxn>
                  <ns1:cxn ang="0">
                    <ns1:pos x="T30" y="T31"/>
                  </ns1:cxn>
                  <ns1:cxn ang="0">
                    <ns1:pos x="T32" y="T33"/>
                  </ns1:cxn>
                  <ns1:cxn ang="0">
                    <ns1:pos x="T34" y="T35"/>
                  </ns1:cxn>
                  <ns1:cxn ang="0">
                    <ns1:pos x="T36" y="T37"/>
                  </ns1:cxn>
                  <ns1:cxn ang="0">
                    <ns1:pos x="T38" y="T39"/>
                  </ns1:cxn>
                  <ns1:cxn ang="0">
                    <ns1:pos x="T40" y="T41"/>
                  </ns1:cxn>
                  <ns1:cxn ang="0">
                    <ns1:pos x="T42" y="T43"/>
                  </ns1:cxn>
                  <ns1:cxn ang="0">
                    <ns1:pos x="T44" y="T45"/>
                  </ns1:cxn>
                  <ns1:cxn ang="0">
                    <ns1:pos x="T46" y="T47"/>
                  </ns1:cxn>
                  <ns1:cxn ang="0">
                    <ns1:pos x="T48" y="T49"/>
                  </ns1:cxn>
                  <ns1:cxn ang="0">
                    <ns1:pos x="T50" y="T51"/>
                  </ns1:cxn>
                  <ns1:cxn ang="0">
                    <ns1:pos x="T52" y="T53"/>
                  </ns1:cxn>
                  <ns1:cxn ang="0">
                    <ns1:pos x="T54" y="T55"/>
                  </ns1:cxn>
                  <ns1:cxn ang="0">
                    <ns1:pos x="T56" y="T57"/>
                  </ns1:cxn>
                  <ns1:cxn ang="0">
                    <ns1:pos x="T58" y="T59"/>
                  </ns1:cxn>
                  <ns1:cxn ang="0">
                    <ns1:pos x="T60" y="T61"/>
                  </ns1:cxn>
                  <ns1:cxn ang="0">
                    <ns1:pos x="T62" y="T63"/>
                  </ns1:cxn>
                  <ns1:cxn ang="0">
                    <ns1:pos x="T64" y="T65"/>
                  </ns1:cxn>
                  <ns1:cxn ang="0">
                    <ns1:pos x="T66" y="T67"/>
                  </ns1:cxn>
                  <ns1:cxn ang="0">
                    <ns1:pos x="T68" y="T69"/>
                  </ns1:cxn>
                  <ns1:cxn ang="0">
                    <ns1:pos x="T70" y="T71"/>
                  </ns1:cxn>
                  <ns1:cxn ang="0">
                    <ns1:pos x="T72" y="T73"/>
                  </ns1:cxn>
                  <ns1:cxn ang="0">
                    <ns1:pos x="T74" y="T75"/>
                  </ns1:cxn>
                  <ns1:cxn ang="0">
                    <ns1:pos x="T76" y="T77"/>
                  </ns1:cxn>
                  <ns1:cxn ang="0">
                    <ns1:pos x="T78" y="T79"/>
                  </ns1:cxn>
                  <ns1:cxn ang="0">
                    <ns1:pos x="T80" y="T81"/>
                  </ns1:cxn>
                  <ns1:cxn ang="0">
                    <ns1:pos x="T82" y="T83"/>
                  </ns1:cxn>
                  <ns1:cxn ang="0">
                    <ns1:pos x="T84" y="T85"/>
                  </ns1:cxn>
                  <ns1:cxn ang="0">
                    <ns1:pos x="T86" y="T87"/>
                  </ns1:cxn>
                  <ns1:cxn ang="0">
                    <ns1:pos x="T88" y="T89"/>
                  </ns1:cxn>
                  <ns1:cxn ang="0">
                    <ns1:pos x="T90" y="T91"/>
                  </ns1:cxn>
                  <ns1:cxn ang="0">
                    <ns1:pos x="T92" y="T93"/>
                  </ns1:cxn>
                  <ns1:cxn ang="0">
                    <ns1:pos x="T94" y="T95"/>
                  </ns1:cxn>
                  <ns1:cxn ang="0">
                    <ns1:pos x="T96" y="T97"/>
                  </ns1:cxn>
                  <ns1:cxn ang="0">
                    <ns1:pos x="T98" y="T99"/>
                  </ns1:cxn>
                  <ns1:cxn ang="0">
                    <ns1:pos x="T100" y="T101"/>
                  </ns1:cxn>
                  <ns1:cxn ang="0">
                    <ns1:pos x="T102" y="T103"/>
                  </ns1:cxn>
                  <ns1:cxn ang="0">
                    <ns1:pos x="T104" y="T105"/>
                  </ns1:cxn>
                  <ns1:cxn ang="0">
                    <ns1:pos x="T106" y="T107"/>
                  </ns1:cxn>
                  <ns1:cxn ang="0">
                    <ns1:pos x="T108" y="T109"/>
                  </ns1:cxn>
                </ns1:cxnLst>
                <ns1:rect l="0" t="0" r="r" b="b"/>
                <ns1:pathLst>
                  <ns1:path w="2066" h="1718">
                    <ns1:moveTo>
                      <ns1:pt x="2024" y="999"/>
                    </ns1:moveTo>
                    <ns1:cubicBezTo>
                      <ns1:pt x="1869" y="844"/>
                      <ns1:pt x="1869" y="844"/>
                      <ns1:pt x="1869" y="844"/>
                    </ns1:cubicBezTo>
                    <ns1:cubicBezTo>
                      <ns1:pt x="1828" y="803"/>
                      <ns1:pt x="1773" y="780"/>
                      <ns1:pt x="1715" y="780"/>
                    </ns1:cubicBezTo>
                    <ns1:cubicBezTo>
                      <ns1:pt x="1481" y="780"/>
                      <ns1:pt x="1481" y="780"/>
                      <ns1:pt x="1481" y="780"/>
                    </ns1:cubicBezTo>
                    <ns1:cubicBezTo>
                      <ns1:pt x="1481" y="703"/>
                      <ns1:pt x="1481" y="632"/>
                      <ns1:pt x="1480" y="592"/>
                    </ns1:cubicBezTo>
                    <ns1:cubicBezTo>
                      <ns1:pt x="1480" y="592"/>
                      <ns1:pt x="1660" y="658"/>
                      <ns1:pt x="1714" y="505"/>
                    </ns1:cubicBezTo>
                    <ns1:cubicBezTo>
                      <ns1:pt x="1754" y="402"/>
                      <ns1:pt x="1754" y="402"/>
                      <ns1:pt x="1754" y="402"/>
                    </ns1:cubicBezTo>
                    <ns1:cubicBezTo>
                      <ns1:pt x="1770" y="361"/>
                      <ns1:pt x="1768" y="315"/>
                      <ns1:pt x="1749" y="276"/>
                    </ns1:cubicBezTo>
                    <ns1:cubicBezTo>
                      <ns1:pt x="1730" y="237"/>
                      <ns1:pt x="1695" y="207"/>
                      <ns1:pt x="1654" y="194"/>
                    </ns1:cubicBezTo>
                    <ns1:cubicBezTo>
                      <ns1:pt x="1368" y="104"/>
                      <ns1:pt x="1368" y="104"/>
                      <ns1:pt x="1368" y="104"/>
                    </ns1:cubicBezTo>
                    <ns1:cubicBezTo>
                      <ns1:pt x="1366" y="88"/>
                      <ns1:pt x="1360" y="72"/>
                      <ns1:pt x="1350" y="58"/>
                    </ns1:cubicBezTo>
                    <ns1:cubicBezTo>
                      <ns1:pt x="1317" y="11"/>
                      <ns1:pt x="1253" y="0"/>
                      <ns1:pt x="1206" y="32"/>
                    </ns1:cubicBezTo>
                    <ns1:cubicBezTo>
                      <ns1:pt x="1103" y="105"/>
                      <ns1:pt x="963" y="105"/>
                      <ns1:pt x="860" y="32"/>
                    </ns1:cubicBezTo>
                    <ns1:cubicBezTo>
                      <ns1:pt x="813" y="0"/>
                      <ns1:pt x="749" y="11"/>
                      <ns1:pt x="716" y="58"/>
                    </ns1:cubicBezTo>
                    <ns1:cubicBezTo>
                      <ns1:pt x="706" y="72"/>
                      <ns1:pt x="700" y="88"/>
                      <ns1:pt x="698" y="104"/>
                    </ns1:cubicBezTo>
                    <ns1:cubicBezTo>
                      <ns1:pt x="586" y="139"/>
                      <ns1:pt x="586" y="139"/>
                      <ns1:pt x="586" y="139"/>
                    </ns1:cubicBezTo>
                    <ns1:cubicBezTo>
                      <ns1:pt x="570" y="144"/>
                      <ns1:pt x="561" y="161"/>
                      <ns1:pt x="566" y="177"/>
                    </ns1:cubicBezTo>
                    <ns1:cubicBezTo>
                      <ns1:pt x="570" y="190"/>
                      <ns1:pt x="586" y="201"/>
                      <ns1:pt x="604" y="197"/>
                    </ns1:cubicBezTo>
                    <ns1:cubicBezTo>
                      <ns1:pt x="708" y="164"/>
                      <ns1:pt x="708" y="164"/>
                      <ns1:pt x="708" y="164"/>
                    </ns1:cubicBezTo>
                    <ns1:cubicBezTo>
                      <ns1:pt x="716" y="179"/>
                      <ns1:pt x="727" y="192"/>
                      <ns1:pt x="741" y="201"/>
                    </ns1:cubicBezTo>
                    <ns1:cubicBezTo>
                      <ns1:pt x="827" y="262"/>
                      <ns1:pt x="928" y="293"/>
                      <ns1:pt x="1033" y="293"/>
                    </ns1:cubicBezTo>
                    <ns1:cubicBezTo>
                      <ns1:pt x="1138" y="293"/>
                      <ns1:pt x="1239" y="262"/>
                      <ns1:pt x="1325" y="201"/>
                    </ns1:cubicBezTo>
                    <ns1:cubicBezTo>
                      <ns1:pt x="1339" y="192"/>
                      <ns1:pt x="1350" y="179"/>
                      <ns1:pt x="1358" y="164"/>
                    </ns1:cubicBezTo>
                    <ns1:cubicBezTo>
                      <ns1:pt x="1636" y="251"/>
                      <ns1:pt x="1636" y="251"/>
                      <ns1:pt x="1636" y="251"/>
                    </ns1:cubicBezTo>
                    <ns1:cubicBezTo>
                      <ns1:pt x="1662" y="259"/>
                      <ns1:pt x="1683" y="277"/>
                      <ns1:pt x="1695" y="302"/>
                    </ns1:cubicBezTo>
                    <ns1:cubicBezTo>
                      <ns1:pt x="1707" y="327"/>
                      <ns1:pt x="1708" y="355"/>
                      <ns1:pt x="1698" y="380"/>
                    </ns1:cubicBezTo>
                    <ns1:cubicBezTo>
                      <ns1:pt x="1658" y="483"/>
                      <ns1:pt x="1658" y="483"/>
                      <ns1:pt x="1658" y="483"/>
                    </ns1:cubicBezTo>
                    <ns1:cubicBezTo>
                      <ns1:pt x="1641" y="529"/>
                      <ns1:pt x="1594" y="554"/>
                      <ns1:pt x="1546" y="544"/>
                    </ns1:cubicBezTo>
                    <ns1:cubicBezTo>
                      <ns1:pt x="1456" y="525"/>
                      <ns1:pt x="1456" y="525"/>
                      <ns1:pt x="1456" y="525"/>
                    </ns1:cubicBezTo>
                    <ns1:cubicBezTo>
                      <ns1:pt x="1439" y="523"/>
                      <ns1:pt x="1421" y="528"/>
                      <ns1:pt x="1420" y="555"/>
                    </ns1:cubicBezTo>
                    <ns1:cubicBezTo>
                      <ns1:pt x="1420" y="556"/>
                      <ns1:pt x="1421" y="659"/>
                      <ns1:pt x="1421" y="780"/>
                    </ns1:cubicBezTo>
                    <ns1:cubicBezTo>
                      <ns1:pt x="645" y="780"/>
                      <ns1:pt x="645" y="780"/>
                      <ns1:pt x="645" y="780"/>
                    </ns1:cubicBezTo>
                    <ns1:cubicBezTo>
                      <ns1:pt x="645" y="659"/>
                      <ns1:pt x="646" y="556"/>
                      <ns1:pt x="646" y="555"/>
                    </ns1:cubicBezTo>
                    <ns1:cubicBezTo>
                      <ns1:pt x="646" y="531"/>
                      <ns1:pt x="632" y="521"/>
                      <ns1:pt x="610" y="525"/>
                    </ns1:cubicBezTo>
                    <ns1:cubicBezTo>
                      <ns1:pt x="520" y="544"/>
                      <ns1:pt x="520" y="544"/>
                      <ns1:pt x="520" y="544"/>
                    </ns1:cubicBezTo>
                    <ns1:cubicBezTo>
                      <ns1:pt x="472" y="554"/>
                      <ns1:pt x="425" y="529"/>
                      <ns1:pt x="408" y="483"/>
                    </ns1:cubicBezTo>
                    <ns1:cubicBezTo>
                      <ns1:pt x="368" y="380"/>
                      <ns1:pt x="368" y="380"/>
                      <ns1:pt x="368" y="380"/>
                    </ns1:cubicBezTo>
                    <ns1:cubicBezTo>
                      <ns1:pt x="358" y="355"/>
                      <ns1:pt x="359" y="327"/>
                      <ns1:pt x="371" y="302"/>
                    </ns1:cubicBezTo>
                    <ns1:cubicBezTo>
                      <ns1:pt x="383" y="277"/>
                      <ns1:pt x="404" y="259"/>
                      <ns1:pt x="430" y="251"/>
                    </ns1:cubicBezTo>
                    <ns1:cubicBezTo>
                      <ns1:pt x="482" y="235"/>
                      <ns1:pt x="482" y="235"/>
                      <ns1:pt x="482" y="235"/>
                    </ns1:cubicBezTo>
                    <ns1:cubicBezTo>
                      <ns1:pt x="498" y="230"/>
                      <ns1:pt x="506" y="213"/>
                      <ns1:pt x="501" y="197"/>
                    </ns1:cubicBezTo>
                    <ns1:cubicBezTo>
                      <ns1:pt x="497" y="182"/>
                      <ns1:pt x="480" y="173"/>
                      <ns1:pt x="464" y="178"/>
                    </ns1:cubicBezTo>
                    <ns1:cubicBezTo>
                      <ns1:pt x="412" y="194"/>
                      <ns1:pt x="412" y="194"/>
                      <ns1:pt x="412" y="194"/>
                    </ns1:cubicBezTo>
                    <ns1:cubicBezTo>
                      <ns1:pt x="371" y="207"/>
                      <ns1:pt x="336" y="237"/>
                      <ns1:pt x="317" y="276"/>
                    </ns1:cubicBezTo>
                    <ns1:cubicBezTo>
                      <ns1:pt x="298" y="315"/>
                      <ns1:pt x="296" y="361"/>
                      <ns1:pt x="312" y="402"/>
                    </ns1:cubicBezTo>
                    <ns1:cubicBezTo>
                      <ns1:pt x="352" y="505"/>
                      <ns1:pt x="352" y="505"/>
                      <ns1:pt x="352" y="505"/>
                    </ns1:cubicBezTo>
                    <ns1:cubicBezTo>
                      <ns1:pt x="416" y="666"/>
                      <ns1:pt x="586" y="592"/>
                      <ns1:pt x="586" y="592"/>
                    </ns1:cubicBezTo>
                    <ns1:cubicBezTo>
                      <ns1:pt x="585" y="780"/>
                      <ns1:pt x="585" y="780"/>
                      <ns1:pt x="585" y="780"/>
                    </ns1:cubicBezTo>
                    <ns1:cubicBezTo>
                      <ns1:pt x="351" y="780"/>
                      <ns1:pt x="351" y="780"/>
                      <ns1:pt x="351" y="780"/>
                    </ns1:cubicBezTo>
                    <ns1:cubicBezTo>
                      <ns1:pt x="293" y="780"/>
                      <ns1:pt x="238" y="803"/>
                      <ns1:pt x="197" y="844"/>
                    </ns1:cubicBezTo>
                    <ns1:cubicBezTo>
                      <ns1:pt x="42" y="999"/>
                      <ns1:pt x="42" y="999"/>
                      <ns1:pt x="42" y="999"/>
                    </ns1:cubicBezTo>
                    <ns1:cubicBezTo>
                      <ns1:pt x="9" y="1031"/>
                      <ns1:pt x="0" y="1078"/>
                      <ns1:pt x="18" y="1120"/>
                    </ns1:cubicBezTo>
                    <ns1:cubicBezTo>
                      <ns1:pt x="35" y="1162"/>
                      <ns1:pt x="75" y="1189"/>
                      <ns1:pt x="121" y="1189"/>
                    </ns1:cubicBezTo>
                    <ns1:cubicBezTo>
                      <ns1:pt x="243" y="1189"/>
                      <ns1:pt x="243" y="1189"/>
                      <ns1:pt x="243" y="1189"/>
                    </ns1:cubicBezTo>
                    <ns1:cubicBezTo>
                      <ns1:pt x="243" y="1535"/>
                      <ns1:pt x="243" y="1535"/>
                      <ns1:pt x="243" y="1535"/>
                    </ns1:cubicBezTo>
                    <ns1:cubicBezTo>
                      <ns1:pt x="243" y="1636"/>
                      <ns1:pt x="325" y="1718"/>
                      <ns1:pt x="426" y="1718"/>
                    </ns1:cubicBezTo>
                    <ns1:cubicBezTo>
                      <ns1:pt x="1640" y="1718"/>
                      <ns1:pt x="1640" y="1718"/>
                      <ns1:pt x="1640" y="1718"/>
                    </ns1:cubicBezTo>
                    <ns1:cubicBezTo>
                      <ns1:pt x="1741" y="1718"/>
                      <ns1:pt x="1823" y="1636"/>
                      <ns1:pt x="1823" y="1535"/>
                    </ns1:cubicBezTo>
                    <ns1:cubicBezTo>
                      <ns1:pt x="1823" y="1186"/>
                      <ns1:pt x="1823" y="1186"/>
                      <ns1:pt x="1823" y="1186"/>
                    </ns1:cubicBezTo>
                    <ns1:cubicBezTo>
                      <ns1:pt x="1834" y="1188"/>
                      <ns1:pt x="1846" y="1189"/>
                      <ns1:pt x="1858" y="1189"/>
                    </ns1:cubicBezTo>
                    <ns1:cubicBezTo>
                      <ns1:pt x="1945" y="1189"/>
                      <ns1:pt x="1945" y="1189"/>
                      <ns1:pt x="1945" y="1189"/>
                    </ns1:cubicBezTo>
                    <ns1:cubicBezTo>
                      <ns1:pt x="1991" y="1189"/>
                      <ns1:pt x="2031" y="1162"/>
                      <ns1:pt x="2048" y="1120"/>
                    </ns1:cubicBezTo>
                    <ns1:cubicBezTo>
                      <ns1:pt x="2066" y="1078"/>
                      <ns1:pt x="2057" y="1031"/>
                      <ns1:pt x="2024" y="999"/>
                    </ns1:cubicBezTo>
                    <ns1:close/>
                    <ns1:moveTo>
                      <ns1:pt x="1291" y="152"/>
                    </ns1:moveTo>
                    <ns1:cubicBezTo>
                      <ns1:pt x="1215" y="205"/>
                      <ns1:pt x="1126" y="233"/>
                      <ns1:pt x="1033" y="233"/>
                    </ns1:cubicBezTo>
                    <ns1:cubicBezTo>
                      <ns1:pt x="940" y="233"/>
                      <ns1:pt x="851" y="205"/>
                      <ns1:pt x="775" y="152"/>
                    </ns1:cubicBezTo>
                    <ns1:cubicBezTo>
                      <ns1:pt x="756" y="139"/>
                      <ns1:pt x="751" y="111"/>
                      <ns1:pt x="765" y="92"/>
                    </ns1:cubicBezTo>
                    <ns1:cubicBezTo>
                      <ns1:pt x="784" y="65"/>
                      <ns1:pt x="818" y="76"/>
                      <ns1:pt x="825" y="82"/>
                    </ns1:cubicBezTo>
                    <ns1:cubicBezTo>
                      <ns1:pt x="949" y="169"/>
                      <ns1:pt x="1117" y="169"/>
                      <ns1:pt x="1241" y="82"/>
                    </ns1:cubicBezTo>
                    <ns1:cubicBezTo>
                      <ns1:pt x="1260" y="68"/>
                      <ns1:pt x="1287" y="73"/>
                      <ns1:pt x="1301" y="92"/>
                    </ns1:cubicBezTo>
                    <ns1:cubicBezTo>
                      <ns1:pt x="1321" y="119"/>
                      <ns1:pt x="1300" y="146"/>
                      <ns1:pt x="1291" y="152"/>
                    </ns1:cubicBezTo>
                    <ns1:close/>
                    <ns1:moveTo>
                      <ns1:pt x="73" y="1097"/>
                    </ns1:moveTo>
                    <ns1:cubicBezTo>
                      <ns1:pt x="65" y="1077"/>
                      <ns1:pt x="69" y="1056"/>
                      <ns1:pt x="84" y="1041"/>
                    </ns1:cubicBezTo>
                    <ns1:cubicBezTo>
                      <ns1:pt x="239" y="886"/>
                      <ns1:pt x="239" y="886"/>
                      <ns1:pt x="239" y="886"/>
                    </ns1:cubicBezTo>
                    <ns1:cubicBezTo>
                      <ns1:pt x="269" y="856"/>
                      <ns1:pt x="309" y="840"/>
                      <ns1:pt x="351" y="840"/>
                    </ns1:cubicBezTo>
                    <ns1:cubicBezTo>
                      <ns1:pt x="1356" y="840"/>
                      <ns1:pt x="1356" y="840"/>
                      <ns1:pt x="1356" y="840"/>
                    </ns1:cubicBezTo>
                    <ns1:cubicBezTo>
                      <ns1:pt x="1116" y="1081"/>
                      <ns1:pt x="1116" y="1081"/>
                      <ns1:pt x="1116" y="1081"/>
                    </ns1:cubicBezTo>
                    <ns1:cubicBezTo>
                      <ns1:pt x="1085" y="1112"/>
                      <ns1:pt x="1044" y="1129"/>
                      <ns1:pt x="1000" y="1129"/>
                    </ns1:cubicBezTo>
                    <ns1:cubicBezTo>
                      <ns1:pt x="121" y="1129"/>
                      <ns1:pt x="121" y="1129"/>
                      <ns1:pt x="121" y="1129"/>
                    </ns1:cubicBezTo>
                    <ns1:cubicBezTo>
                      <ns1:pt x="99" y="1129"/>
                      <ns1:pt x="81" y="1117"/>
                      <ns1:pt x="73" y="1097"/>
                    </ns1:cubicBezTo>
                    <ns1:close/>
                    <ns1:moveTo>
                      <ns1:pt x="426" y="1658"/>
                    </ns1:moveTo>
                    <ns1:cubicBezTo>
                      <ns1:pt x="358" y="1658"/>
                      <ns1:pt x="303" y="1603"/>
                      <ns1:pt x="303" y="1535"/>
                    </ns1:cubicBezTo>
                    <ns1:cubicBezTo>
                      <ns1:pt x="303" y="1189"/>
                      <ns1:pt x="303" y="1189"/>
                      <ns1:pt x="303" y="1189"/>
                    </ns1:cubicBezTo>
                    <ns1:cubicBezTo>
                      <ns1:pt x="1000" y="1189"/>
                      <ns1:pt x="1000" y="1189"/>
                      <ns1:pt x="1000" y="1189"/>
                    </ns1:cubicBezTo>
                    <ns1:cubicBezTo>
                      <ns1:pt x="1060" y="1189"/>
                      <ns1:pt x="1116" y="1165"/>
                      <ns1:pt x="1158" y="1123"/>
                    </ns1:cubicBezTo>
                    <ns1:cubicBezTo>
                      <ns1:pt x="1399" y="882"/>
                      <ns1:pt x="1399" y="882"/>
                      <ns1:pt x="1399" y="882"/>
                    </ns1:cubicBezTo>
                    <ns1:cubicBezTo>
                      <ns1:pt x="1399" y="1658"/>
                      <ns1:pt x="1399" y="1658"/>
                      <ns1:pt x="1399" y="1658"/>
                    </ns1:cubicBezTo>
                    <ns1:lnTo>
                      <ns1:pt x="426" y="1658"/>
                    </ns1:lnTo>
                    <ns1:close/>
                    <ns1:moveTo>
                      <ns1:pt x="1993" y="1097"/>
                    </ns1:moveTo>
                    <ns1:cubicBezTo>
                      <ns1:pt x="1985" y="1117"/>
                      <ns1:pt x="1967" y="1129"/>
                      <ns1:pt x="1945" y="1129"/>
                    </ns1:cubicBezTo>
                    <ns1:cubicBezTo>
                      <ns1:pt x="1858" y="1129"/>
                      <ns1:pt x="1858" y="1129"/>
                      <ns1:pt x="1858" y="1129"/>
                    </ns1:cubicBezTo>
                    <ns1:cubicBezTo>
                      <ns1:pt x="1814" y="1129"/>
                      <ns1:pt x="1773" y="1112"/>
                      <ns1:pt x="1742" y="1081"/>
                    </ns1:cubicBezTo>
                    <ns1:cubicBezTo>
                      <ns1:pt x="1696" y="1035"/>
                      <ns1:pt x="1696" y="1035"/>
                      <ns1:pt x="1696" y="1035"/>
                    </ns1:cubicBezTo>
                    <ns1:cubicBezTo>
                      <ns1:pt x="1685" y="1024"/>
                      <ns1:pt x="1666" y="1024"/>
                      <ns1:pt x="1654" y="1035"/>
                    </ns1:cubicBezTo>
                    <ns1:cubicBezTo>
                      <ns1:pt x="1642" y="1047"/>
                      <ns1:pt x="1642" y="1066"/>
                      <ns1:pt x="1654" y="1078"/>
                    </ns1:cubicBezTo>
                    <ns1:cubicBezTo>
                      <ns1:pt x="1699" y="1123"/>
                      <ns1:pt x="1699" y="1123"/>
                      <ns1:pt x="1699" y="1123"/>
                    </ns1:cubicBezTo>
                    <ns1:cubicBezTo>
                      <ns1:pt x="1718" y="1142"/>
                      <ns1:pt x="1740" y="1157"/>
                      <ns1:pt x="1763" y="1168"/>
                    </ns1:cubicBezTo>
                    <ns1:cubicBezTo>
                      <ns1:pt x="1763" y="1535"/>
                      <ns1:pt x="1763" y="1535"/>
                      <ns1:pt x="1763" y="1535"/>
                    </ns1:cubicBezTo>
                    <ns1:cubicBezTo>
                      <ns1:pt x="1763" y="1603"/>
                      <ns1:pt x="1708" y="1658"/>
                      <ns1:pt x="1640" y="1658"/>
                    </ns1:cubicBezTo>
                    <ns1:cubicBezTo>
                      <ns1:pt x="1459" y="1658"/>
                      <ns1:pt x="1459" y="1658"/>
                      <ns1:pt x="1459" y="1658"/>
                    </ns1:cubicBezTo>
                    <ns1:cubicBezTo>
                      <ns1:pt x="1459" y="882"/>
                      <ns1:pt x="1459" y="882"/>
                      <ns1:pt x="1459" y="882"/>
                    </ns1:cubicBezTo>
                    <ns1:cubicBezTo>
                      <ns1:pt x="1570" y="994"/>
                      <ns1:pt x="1570" y="994"/>
                      <ns1:pt x="1570" y="994"/>
                    </ns1:cubicBezTo>
                    <ns1:cubicBezTo>
                      <ns1:pt x="1582" y="1005"/>
                      <ns1:pt x="1601" y="1005"/>
                      <ns1:pt x="1612" y="994"/>
                    </ns1:cubicBezTo>
                    <ns1:cubicBezTo>
                      <ns1:pt x="1624" y="982"/>
                      <ns1:pt x="1624" y="963"/>
                      <ns1:pt x="1612" y="951"/>
                    </ns1:cubicBezTo>
                    <ns1:cubicBezTo>
                      <ns1:pt x="1501" y="840"/>
                      <ns1:pt x="1501" y="840"/>
                      <ns1:pt x="1501" y="840"/>
                    </ns1:cubicBezTo>
                    <ns1:cubicBezTo>
                      <ns1:pt x="1715" y="840"/>
                      <ns1:pt x="1715" y="840"/>
                      <ns1:pt x="1715" y="840"/>
                    </ns1:cubicBezTo>
                    <ns1:cubicBezTo>
                      <ns1:pt x="1757" y="840"/>
                      <ns1:pt x="1797" y="856"/>
                      <ns1:pt x="1827" y="886"/>
                    </ns1:cubicBezTo>
                    <ns1:cubicBezTo>
                      <ns1:pt x="1982" y="1041"/>
                      <ns1:pt x="1982" y="1041"/>
                      <ns1:pt x="1982" y="1041"/>
                    </ns1:cubicBezTo>
                    <ns1:cubicBezTo>
                      <ns1:pt x="1997" y="1056"/>
                      <ns1:pt x="2001" y="1077"/>
                      <ns1:pt x="1993" y="1097"/>
                    </ns1:cubicBezTo>
                    <ns1:close/>
                    <ns1:moveTo>
                      <ns1:pt x="1993" y="1097"/>
                    </ns1:moveTo>
                    <ns1:cubicBezTo>
                      <ns1:pt x="1993" y="1097"/>
                      <ns1:pt x="1993" y="1097"/>
                      <ns1:pt x="1993" y="1097"/>
                    </ns1:cubicBezTo>
                  </ns1:path>
                </ns1:pathLst>
              </ns1:custGeom>
              <ns1:grpFill/>
              <ns1:ln>
                <ns1:noFill/>
              </ns1:ln>
              <ns1:extLst>
                <ns1:ext uri="{91240B29-F687-4F45-9708-019B960494DF}">
                  <ns6:hiddenLine w="9525">
                    <ns1:solidFill>
                      <ns1:srgbClr val="000000"/>
                    </ns1:solidFill>
                    <ns1:round/>
                    <ns1:headEnd/>
                    <ns1:tailEnd/>
                  </ns6:hiddenLine>
                </ns1:ext>
              </ns1:extLst>
            </ns0:spPr>
            <ns0:txBody>
              <ns1:bodyPr vert="horz" wrap="square" lIns="91440" tIns="45720" rIns="91440" bIns="45720" numCol="1" anchor="t" anchorCtr="0" compatLnSpc="1">
                <ns1:prstTxWarp prst="textNoShape">
                  <ns1:avLst/>
                </ns1:prstTxWarp>
              </ns1:bodyPr>
              <ns1:lstStyle/>
              <ns1:p>
                <ns1:endParaRPr lang="en-US"/>
              </ns1:p>
            </ns0:txBody>
          </ns0:sp>
          <ns0:sp>
            <ns0:nvSpPr>
              <ns0:cNvPr id="14" name="Freeform 33">
                <ns1:extLst>
                  <ns1:ext uri="{FF2B5EF4-FFF2-40B4-BE49-F238E27FC236}">
                    <ns2:creationId id="{F93F9A4C-ECEC-403E-B43B-40AE9A18652A}"/>
                  </ns1:ext>
                </ns1:extLst>
              </ns0:cNvPr>
              <ns0:cNvSpPr>
                <ns1:spLocks noEditPoints="1"/>
              </ns0:cNvSpPr>
              <ns0:nvPr/>
            </ns0:nvSpPr>
            <ns0:spPr bwMode="auto">
              <ns1:xfrm>
                <ns1:off x="1612" y="3"/>
                <ns1:ext cx="734" cy="734"/>
              </ns1:xfrm>
              <ns1:custGeom>
                <ns1:avLst/>
                <ns1:gdLst>
                  <ns1:gd name="T0" fmla="*/ 31 w 300"/>
                  <ns1:gd name="T1" fmla="*/ 203 h 300"/>
                  <ns1:gd name="T2" fmla="*/ 51 w 300"/>
                  <ns1:gd name="T3" fmla="*/ 214 h 300"/>
                  <ns1:gd name="T4" fmla="*/ 87 w 300"/>
                  <ns1:gd name="T5" fmla="*/ 249 h 300"/>
                  <ns1:gd name="T6" fmla="*/ 98 w 300"/>
                  <ns1:gd name="T7" fmla="*/ 269 h 300"/>
                  <ns1:gd name="T8" fmla="*/ 150 w 300"/>
                  <ns1:gd name="T9" fmla="*/ 300 h 300"/>
                  <ns1:gd name="T10" fmla="*/ 202 w 300"/>
                  <ns1:gd name="T11" fmla="*/ 269 h 300"/>
                  <ns1:gd name="T12" fmla="*/ 213 w 300"/>
                  <ns1:gd name="T13" fmla="*/ 249 h 300"/>
                  <ns1:gd name="T14" fmla="*/ 249 w 300"/>
                  <ns1:gd name="T15" fmla="*/ 214 h 300"/>
                  <ns1:gd name="T16" fmla="*/ 269 w 300"/>
                  <ns1:gd name="T17" fmla="*/ 203 h 300"/>
                  <ns1:gd name="T18" fmla="*/ 300 w 300"/>
                  <ns1:gd name="T19" fmla="*/ 150 h 300"/>
                  <ns1:gd name="T20" fmla="*/ 269 w 300"/>
                  <ns1:gd name="T21" fmla="*/ 98 h 300"/>
                  <ns1:gd name="T22" fmla="*/ 249 w 300"/>
                  <ns1:gd name="T23" fmla="*/ 87 h 300"/>
                  <ns1:gd name="T24" fmla="*/ 213 w 300"/>
                  <ns1:gd name="T25" fmla="*/ 51 h 300"/>
                  <ns1:gd name="T26" fmla="*/ 202 w 300"/>
                  <ns1:gd name="T27" fmla="*/ 31 h 300"/>
                  <ns1:gd name="T28" fmla="*/ 150 w 300"/>
                  <ns1:gd name="T29" fmla="*/ 0 h 300"/>
                  <ns1:gd name="T30" fmla="*/ 98 w 300"/>
                  <ns1:gd name="T31" fmla="*/ 31 h 300"/>
                  <ns1:gd name="T32" fmla="*/ 87 w 300"/>
                  <ns1:gd name="T33" fmla="*/ 51 h 300"/>
                  <ns1:gd name="T34" fmla="*/ 51 w 300"/>
                  <ns1:gd name="T35" fmla="*/ 87 h 300"/>
                  <ns1:gd name="T36" fmla="*/ 31 w 300"/>
                  <ns1:gd name="T37" fmla="*/ 98 h 300"/>
                  <ns1:gd name="T38" fmla="*/ 0 w 300"/>
                  <ns1:gd name="T39" fmla="*/ 150 h 300"/>
                  <ns1:gd name="T40" fmla="*/ 31 w 300"/>
                  <ns1:gd name="T41" fmla="*/ 203 h 300"/>
                  <ns1:gd name="T42" fmla="*/ 150 w 300"/>
                  <ns1:gd name="T43" fmla="*/ 60 h 300"/>
                  <ns1:gd name="T44" fmla="*/ 240 w 300"/>
                  <ns1:gd name="T45" fmla="*/ 150 h 300"/>
                  <ns1:gd name="T46" fmla="*/ 150 w 300"/>
                  <ns1:gd name="T47" fmla="*/ 240 h 300"/>
                  <ns1:gd name="T48" fmla="*/ 60 w 300"/>
                  <ns1:gd name="T49" fmla="*/ 150 h 300"/>
                  <ns1:gd name="T50" fmla="*/ 150 w 300"/>
                  <ns1:gd name="T51" fmla="*/ 60 h 300"/>
                  <ns1:gd name="T52" fmla="*/ 150 w 300"/>
                  <ns1:gd name="T53" fmla="*/ 60 h 300"/>
                  <ns1:gd name="T54" fmla="*/ 150 w 300"/>
                  <ns1:gd name="T55" fmla="*/ 60 h 300"/>
                </ns1:gdLst>
                <ns1:ahLst/>
                <ns1:cxnLst>
                  <ns1:cxn ang="0">
                    <ns1:pos x="T0" y="T1"/>
                  </ns1:cxn>
                  <ns1:cxn ang="0">
                    <ns1:pos x="T2" y="T3"/>
                  </ns1:cxn>
                  <ns1:cxn ang="0">
                    <ns1:pos x="T4" y="T5"/>
                  </ns1:cxn>
                  <ns1:cxn ang="0">
                    <ns1:pos x="T6" y="T7"/>
                  </ns1:cxn>
                  <ns1:cxn ang="0">
                    <ns1:pos x="T8" y="T9"/>
                  </ns1:cxn>
                  <ns1:cxn ang="0">
                    <ns1:pos x="T10" y="T11"/>
                  </ns1:cxn>
                  <ns1:cxn ang="0">
                    <ns1:pos x="T12" y="T13"/>
                  </ns1:cxn>
                  <ns1:cxn ang="0">
                    <ns1:pos x="T14" y="T15"/>
                  </ns1:cxn>
                  <ns1:cxn ang="0">
                    <ns1:pos x="T16" y="T17"/>
                  </ns1:cxn>
                  <ns1:cxn ang="0">
                    <ns1:pos x="T18" y="T19"/>
                  </ns1:cxn>
                  <ns1:cxn ang="0">
                    <ns1:pos x="T20" y="T21"/>
                  </ns1:cxn>
                  <ns1:cxn ang="0">
                    <ns1:pos x="T22" y="T23"/>
                  </ns1:cxn>
                  <ns1:cxn ang="0">
                    <ns1:pos x="T24" y="T25"/>
                  </ns1:cxn>
                  <ns1:cxn ang="0">
                    <ns1:pos x="T26" y="T27"/>
                  </ns1:cxn>
                  <ns1:cxn ang="0">
                    <ns1:pos x="T28" y="T29"/>
                  </ns1:cxn>
                  <ns1:cxn ang="0">
                    <ns1:pos x="T30" y="T31"/>
                  </ns1:cxn>
                  <ns1:cxn ang="0">
                    <ns1:pos x="T32" y="T33"/>
                  </ns1:cxn>
                  <ns1:cxn ang="0">
                    <ns1:pos x="T34" y="T35"/>
                  </ns1:cxn>
                  <ns1:cxn ang="0">
                    <ns1:pos x="T36" y="T37"/>
                  </ns1:cxn>
                  <ns1:cxn ang="0">
                    <ns1:pos x="T38" y="T39"/>
                  </ns1:cxn>
                  <ns1:cxn ang="0">
                    <ns1:pos x="T40" y="T41"/>
                  </ns1:cxn>
                  <ns1:cxn ang="0">
                    <ns1:pos x="T42" y="T43"/>
                  </ns1:cxn>
                  <ns1:cxn ang="0">
                    <ns1:pos x="T44" y="T45"/>
                  </ns1:cxn>
                  <ns1:cxn ang="0">
                    <ns1:pos x="T46" y="T47"/>
                  </ns1:cxn>
                  <ns1:cxn ang="0">
                    <ns1:pos x="T48" y="T49"/>
                  </ns1:cxn>
                  <ns1:cxn ang="0">
                    <ns1:pos x="T50" y="T51"/>
                  </ns1:cxn>
                  <ns1:cxn ang="0">
                    <ns1:pos x="T52" y="T53"/>
                  </ns1:cxn>
                  <ns1:cxn ang="0">
                    <ns1:pos x="T54" y="T55"/>
                  </ns1:cxn>
                </ns1:cxnLst>
                <ns1:rect l="0" t="0" r="r" b="b"/>
                <ns1:pathLst>
                  <ns1:path w="300" h="300">
                    <ns1:moveTo>
                      <ns1:pt x="31" y="203"/>
                    </ns1:moveTo>
                    <ns1:cubicBezTo>
                      <ns1:pt x="51" y="214"/>
                      <ns1:pt x="51" y="214"/>
                      <ns1:pt x="51" y="214"/>
                    </ns1:cubicBezTo>
                    <ns1:cubicBezTo>
                      <ns1:pt x="66" y="222"/>
                      <ns1:pt x="78" y="234"/>
                      <ns1:pt x="87" y="249"/>
                    </ns1:cubicBezTo>
                    <ns1:cubicBezTo>
                      <ns1:pt x="98" y="269"/>
                      <ns1:pt x="98" y="269"/>
                      <ns1:pt x="98" y="269"/>
                    </ns1:cubicBezTo>
                    <ns1:cubicBezTo>
                      <ns1:pt x="108" y="289"/>
                      <ns1:pt x="128" y="300"/>
                      <ns1:pt x="150" y="300"/>
                    </ns1:cubicBezTo>
                    <ns1:cubicBezTo>
                      <ns1:pt x="172" y="300"/>
                      <ns1:pt x="192" y="289"/>
                      <ns1:pt x="202" y="269"/>
                    </ns1:cubicBezTo>
                    <ns1:cubicBezTo>
                      <ns1:pt x="213" y="249"/>
                      <ns1:pt x="213" y="249"/>
                      <ns1:pt x="213" y="249"/>
                    </ns1:cubicBezTo>
                    <ns1:cubicBezTo>
                      <ns1:pt x="222" y="234"/>
                      <ns1:pt x="234" y="222"/>
                      <ns1:pt x="249" y="214"/>
                    </ns1:cubicBezTo>
                    <ns1:cubicBezTo>
                      <ns1:pt x="269" y="203"/>
                      <ns1:pt x="269" y="203"/>
                      <ns1:pt x="269" y="203"/>
                    </ns1:cubicBezTo>
                    <ns1:cubicBezTo>
                      <ns1:pt x="288" y="192"/>
                      <ns1:pt x="300" y="172"/>
                      <ns1:pt x="300" y="150"/>
                    </ns1:cubicBezTo>
                    <ns1:cubicBezTo>
                      <ns1:pt x="300" y="128"/>
                      <ns1:pt x="288" y="108"/>
                      <ns1:pt x="269" y="98"/>
                    </ns1:cubicBezTo>
                    <ns1:cubicBezTo>
                      <ns1:pt x="249" y="87"/>
                      <ns1:pt x="249" y="87"/>
                      <ns1:pt x="249" y="87"/>
                    </ns1:cubicBezTo>
                    <ns1:cubicBezTo>
                      <ns1:pt x="234" y="79"/>
                      <ns1:pt x="222" y="66"/>
                      <ns1:pt x="213" y="51"/>
                    </ns1:cubicBezTo>
                    <ns1:cubicBezTo>
                      <ns1:pt x="202" y="31"/>
                      <ns1:pt x="202" y="31"/>
                      <ns1:pt x="202" y="31"/>
                    </ns1:cubicBezTo>
                    <ns1:cubicBezTo>
                      <ns1:pt x="192" y="12"/>
                      <ns1:pt x="172" y="0"/>
                      <ns1:pt x="150" y="0"/>
                    </ns1:cubicBezTo>
                    <ns1:cubicBezTo>
                      <ns1:pt x="128" y="0"/>
                      <ns1:pt x="108" y="12"/>
                      <ns1:pt x="98" y="31"/>
                    </ns1:cubicBezTo>
                    <ns1:cubicBezTo>
                      <ns1:pt x="87" y="51"/>
                      <ns1:pt x="87" y="51"/>
                      <ns1:pt x="87" y="51"/>
                    </ns1:cubicBezTo>
                    <ns1:cubicBezTo>
                      <ns1:pt x="78" y="66"/>
                      <ns1:pt x="66" y="79"/>
                      <ns1:pt x="51" y="87"/>
                    </ns1:cubicBezTo>
                    <ns1:cubicBezTo>
                      <ns1:pt x="31" y="98"/>
                      <ns1:pt x="31" y="98"/>
                      <ns1:pt x="31" y="98"/>
                    </ns1:cubicBezTo>
                    <ns1:cubicBezTo>
                      <ns1:pt x="12" y="108"/>
                      <ns1:pt x="0" y="128"/>
                      <ns1:pt x="0" y="150"/>
                    </ns1:cubicBezTo>
                    <ns1:cubicBezTo>
                      <ns1:pt x="0" y="172"/>
                      <ns1:pt x="12" y="192"/>
                      <ns1:pt x="31" y="203"/>
                    </ns1:cubicBezTo>
                    <ns1:close/>
                    <ns1:moveTo>
                      <ns1:pt x="150" y="60"/>
                    </ns1:moveTo>
                    <ns1:cubicBezTo>
                      <ns1:pt x="150" y="60"/>
                      <ns1:pt x="168" y="125"/>
                      <ns1:pt x="240" y="150"/>
                    </ns1:cubicBezTo>
                    <ns1:cubicBezTo>
                      <ns1:pt x="240" y="150"/>
                      <ns1:pt x="178" y="178"/>
                      <ns1:pt x="150" y="240"/>
                    </ns1:cubicBezTo>
                    <ns1:cubicBezTo>
                      <ns1:pt x="150" y="240"/>
                      <ns1:pt x="122" y="176"/>
                      <ns1:pt x="60" y="150"/>
                    </ns1:cubicBezTo>
                    <ns1:cubicBezTo>
                      <ns1:pt x="60" y="150"/>
                      <ns1:pt x="129" y="124"/>
                      <ns1:pt x="150" y="60"/>
                    </ns1:cubicBezTo>
                    <ns1:close/>
                    <ns1:moveTo>
                      <ns1:pt x="150" y="60"/>
                    </ns1:moveTo>
                    <ns1:cubicBezTo>
                      <ns1:pt x="150" y="60"/>
                      <ns1:pt x="150" y="60"/>
                      <ns1:pt x="150" y="60"/>
                    </ns1:cubicBezTo>
                  </ns1:path>
                </ns1:pathLst>
              </ns1:custGeom>
              <ns1:grpFill/>
              <ns1:ln>
                <ns1:noFill/>
              </ns1:ln>
              <ns1:extLst>
                <ns1:ext uri="{91240B29-F687-4F45-9708-019B960494DF}">
                  <ns6:hiddenLine w="9525">
                    <ns1:solidFill>
                      <ns1:srgbClr val="000000"/>
                    </ns1:solidFill>
                    <ns1:round/>
                    <ns1:headEnd/>
                    <ns1:tailEnd/>
                  </ns6:hiddenLine>
                </ns1:ext>
              </ns1:extLst>
            </ns0:spPr>
            <ns0:txBody>
              <ns1:bodyPr vert="horz" wrap="square" lIns="91440" tIns="45720" rIns="91440" bIns="45720" numCol="1" anchor="t" anchorCtr="0" compatLnSpc="1">
                <ns1:prstTxWarp prst="textNoShape">
                  <ns1:avLst/>
                </ns1:prstTxWarp>
              </ns1:bodyPr>
              <ns1:lstStyle/>
              <ns1:p>
                <ns1:endParaRPr lang="en-US"/>
              </ns1:p>
            </ns0:txBody>
          </ns0:sp>
          <ns0:sp>
            <ns0:nvSpPr>
              <ns0:cNvPr id="15" name="Freeform 34">
                <ns1:extLst>
                  <ns1:ext uri="{FF2B5EF4-FFF2-40B4-BE49-F238E27FC236}">
                    <ns2:creationId id="{B12BDD8D-E898-471F-9439-83C0E32D8FF4}"/>
                  </ns1:ext>
                </ns1:extLst>
              </ns0:cNvPr>
              <ns0:cNvSpPr>
                <ns1:spLocks noEditPoints="1"/>
              </ns0:cNvSpPr>
              <ns0:nvPr/>
            </ns0:nvSpPr>
            <ns0:spPr bwMode="auto">
              <ns1:xfrm>
                <ns1:off x="5395" y="1418"/>
                <ns1:ext cx="612" cy="612"/>
              </ns1:xfrm>
              <ns1:custGeom>
                <ns1:avLst/>
                <ns1:gdLst>
                  <ns1:gd name="T0" fmla="*/ 78 w 250"/>
                  <ns1:gd name="T1" fmla="*/ 28 h 250"/>
                  <ns1:gd name="T2" fmla="*/ 70 w 250"/>
                  <ns1:gd name="T3" fmla="*/ 44 h 250"/>
                  <ns1:gd name="T4" fmla="*/ 44 w 250"/>
                  <ns1:gd name="T5" fmla="*/ 70 h 250"/>
                  <ns1:gd name="T6" fmla="*/ 28 w 250"/>
                  <ns1:gd name="T7" fmla="*/ 78 h 250"/>
                  <ns1:gd name="T8" fmla="*/ 0 w 250"/>
                  <ns1:gd name="T9" fmla="*/ 125 h 250"/>
                  <ns1:gd name="T10" fmla="*/ 28 w 250"/>
                  <ns1:gd name="T11" fmla="*/ 172 h 250"/>
                  <ns1:gd name="T12" fmla="*/ 44 w 250"/>
                  <ns1:gd name="T13" fmla="*/ 181 h 250"/>
                  <ns1:gd name="T14" fmla="*/ 70 w 250"/>
                  <ns1:gd name="T15" fmla="*/ 206 h 250"/>
                  <ns1:gd name="T16" fmla="*/ 78 w 250"/>
                  <ns1:gd name="T17" fmla="*/ 222 h 250"/>
                  <ns1:gd name="T18" fmla="*/ 125 w 250"/>
                  <ns1:gd name="T19" fmla="*/ 250 h 250"/>
                  <ns1:gd name="T20" fmla="*/ 172 w 250"/>
                  <ns1:gd name="T21" fmla="*/ 222 h 250"/>
                  <ns1:gd name="T22" fmla="*/ 181 w 250"/>
                  <ns1:gd name="T23" fmla="*/ 206 h 250"/>
                  <ns1:gd name="T24" fmla="*/ 206 w 250"/>
                  <ns1:gd name="T25" fmla="*/ 181 h 250"/>
                  <ns1:gd name="T26" fmla="*/ 222 w 250"/>
                  <ns1:gd name="T27" fmla="*/ 172 h 250"/>
                  <ns1:gd name="T28" fmla="*/ 250 w 250"/>
                  <ns1:gd name="T29" fmla="*/ 125 h 250"/>
                  <ns1:gd name="T30" fmla="*/ 222 w 250"/>
                  <ns1:gd name="T31" fmla="*/ 78 h 250"/>
                  <ns1:gd name="T32" fmla="*/ 206 w 250"/>
                  <ns1:gd name="T33" fmla="*/ 70 h 250"/>
                  <ns1:gd name="T34" fmla="*/ 181 w 250"/>
                  <ns1:gd name="T35" fmla="*/ 44 h 250"/>
                  <ns1:gd name="T36" fmla="*/ 172 w 250"/>
                  <ns1:gd name="T37" fmla="*/ 28 h 250"/>
                  <ns1:gd name="T38" fmla="*/ 125 w 250"/>
                  <ns1:gd name="T39" fmla="*/ 0 h 250"/>
                  <ns1:gd name="T40" fmla="*/ 78 w 250"/>
                  <ns1:gd name="T41" fmla="*/ 28 h 250"/>
                  <ns1:gd name="T42" fmla="*/ 125 w 250"/>
                  <ns1:gd name="T43" fmla="*/ 68 h 250"/>
                  <ns1:gd name="T44" fmla="*/ 182 w 250"/>
                  <ns1:gd name="T45" fmla="*/ 125 h 250"/>
                  <ns1:gd name="T46" fmla="*/ 125 w 250"/>
                  <ns1:gd name="T47" fmla="*/ 182 h 250"/>
                  <ns1:gd name="T48" fmla="*/ 68 w 250"/>
                  <ns1:gd name="T49" fmla="*/ 125 h 250"/>
                  <ns1:gd name="T50" fmla="*/ 125 w 250"/>
                  <ns1:gd name="T51" fmla="*/ 68 h 250"/>
                  <ns1:gd name="T52" fmla="*/ 125 w 250"/>
                  <ns1:gd name="T53" fmla="*/ 68 h 250"/>
                  <ns1:gd name="T54" fmla="*/ 125 w 250"/>
                  <ns1:gd name="T55" fmla="*/ 68 h 250"/>
                </ns1:gdLst>
                <ns1:ahLst/>
                <ns1:cxnLst>
                  <ns1:cxn ang="0">
                    <ns1:pos x="T0" y="T1"/>
                  </ns1:cxn>
                  <ns1:cxn ang="0">
                    <ns1:pos x="T2" y="T3"/>
                  </ns1:cxn>
                  <ns1:cxn ang="0">
                    <ns1:pos x="T4" y="T5"/>
                  </ns1:cxn>
                  <ns1:cxn ang="0">
                    <ns1:pos x="T6" y="T7"/>
                  </ns1:cxn>
                  <ns1:cxn ang="0">
                    <ns1:pos x="T8" y="T9"/>
                  </ns1:cxn>
                  <ns1:cxn ang="0">
                    <ns1:pos x="T10" y="T11"/>
                  </ns1:cxn>
                  <ns1:cxn ang="0">
                    <ns1:pos x="T12" y="T13"/>
                  </ns1:cxn>
                  <ns1:cxn ang="0">
                    <ns1:pos x="T14" y="T15"/>
                  </ns1:cxn>
                  <ns1:cxn ang="0">
                    <ns1:pos x="T16" y="T17"/>
                  </ns1:cxn>
                  <ns1:cxn ang="0">
                    <ns1:pos x="T18" y="T19"/>
                  </ns1:cxn>
                  <ns1:cxn ang="0">
                    <ns1:pos x="T20" y="T21"/>
                  </ns1:cxn>
                  <ns1:cxn ang="0">
                    <ns1:pos x="T22" y="T23"/>
                  </ns1:cxn>
                  <ns1:cxn ang="0">
                    <ns1:pos x="T24" y="T25"/>
                  </ns1:cxn>
                  <ns1:cxn ang="0">
                    <ns1:pos x="T26" y="T27"/>
                  </ns1:cxn>
                  <ns1:cxn ang="0">
                    <ns1:pos x="T28" y="T29"/>
                  </ns1:cxn>
                  <ns1:cxn ang="0">
                    <ns1:pos x="T30" y="T31"/>
                  </ns1:cxn>
                  <ns1:cxn ang="0">
                    <ns1:pos x="T32" y="T33"/>
                  </ns1:cxn>
                  <ns1:cxn ang="0">
                    <ns1:pos x="T34" y="T35"/>
                  </ns1:cxn>
                  <ns1:cxn ang="0">
                    <ns1:pos x="T36" y="T37"/>
                  </ns1:cxn>
                  <ns1:cxn ang="0">
                    <ns1:pos x="T38" y="T39"/>
                  </ns1:cxn>
                  <ns1:cxn ang="0">
                    <ns1:pos x="T40" y="T41"/>
                  </ns1:cxn>
                  <ns1:cxn ang="0">
                    <ns1:pos x="T42" y="T43"/>
                  </ns1:cxn>
                  <ns1:cxn ang="0">
                    <ns1:pos x="T44" y="T45"/>
                  </ns1:cxn>
                  <ns1:cxn ang="0">
                    <ns1:pos x="T46" y="T47"/>
                  </ns1:cxn>
                  <ns1:cxn ang="0">
                    <ns1:pos x="T48" y="T49"/>
                  </ns1:cxn>
                  <ns1:cxn ang="0">
                    <ns1:pos x="T50" y="T51"/>
                  </ns1:cxn>
                  <ns1:cxn ang="0">
                    <ns1:pos x="T52" y="T53"/>
                  </ns1:cxn>
                  <ns1:cxn ang="0">
                    <ns1:pos x="T54" y="T55"/>
                  </ns1:cxn>
                </ns1:cxnLst>
                <ns1:rect l="0" t="0" r="r" b="b"/>
                <ns1:pathLst>
                  <ns1:path w="250" h="250">
                    <ns1:moveTo>
                      <ns1:pt x="78" y="28"/>
                    </ns1:moveTo>
                    <ns1:cubicBezTo>
                      <ns1:pt x="70" y="44"/>
                      <ns1:pt x="70" y="44"/>
                      <ns1:pt x="70" y="44"/>
                    </ns1:cubicBezTo>
                    <ns1:cubicBezTo>
                      <ns1:pt x="64" y="55"/>
                      <ns1:pt x="55" y="64"/>
                      <ns1:pt x="44" y="70"/>
                    </ns1:cubicBezTo>
                    <ns1:cubicBezTo>
                      <ns1:pt x="28" y="78"/>
                      <ns1:pt x="28" y="78"/>
                      <ns1:pt x="28" y="78"/>
                    </ns1:cubicBezTo>
                    <ns1:cubicBezTo>
                      <ns1:pt x="11" y="88"/>
                      <ns1:pt x="0" y="106"/>
                      <ns1:pt x="0" y="125"/>
                    </ns1:cubicBezTo>
                    <ns1:cubicBezTo>
                      <ns1:pt x="0" y="145"/>
                      <ns1:pt x="11" y="162"/>
                      <ns1:pt x="28" y="172"/>
                    </ns1:cubicBezTo>
                    <ns1:cubicBezTo>
                      <ns1:pt x="44" y="181"/>
                      <ns1:pt x="44" y="181"/>
                      <ns1:pt x="44" y="181"/>
                    </ns1:cubicBezTo>
                    <ns1:cubicBezTo>
                      <ns1:pt x="55" y="186"/>
                      <ns1:pt x="64" y="195"/>
                      <ns1:pt x="70" y="206"/>
                    </ns1:cubicBezTo>
                    <ns1:cubicBezTo>
                      <ns1:pt x="78" y="222"/>
                      <ns1:pt x="78" y="222"/>
                      <ns1:pt x="78" y="222"/>
                    </ns1:cubicBezTo>
                    <ns1:cubicBezTo>
                      <ns1:pt x="88" y="239"/>
                      <ns1:pt x="105" y="250"/>
                      <ns1:pt x="125" y="250"/>
                    </ns1:cubicBezTo>
                    <ns1:cubicBezTo>
                      <ns1:pt x="145" y="250"/>
                      <ns1:pt x="162" y="239"/>
                      <ns1:pt x="172" y="222"/>
                    </ns1:cubicBezTo>
                    <ns1:cubicBezTo>
                      <ns1:pt x="181" y="206"/>
                      <ns1:pt x="181" y="206"/>
                      <ns1:pt x="181" y="206"/>
                    </ns1:cubicBezTo>
                    <ns1:cubicBezTo>
                      <ns1:pt x="186" y="195"/>
                      <ns1:pt x="195" y="186"/>
                      <ns1:pt x="206" y="181"/>
                    </ns1:cubicBezTo>
                    <ns1:cubicBezTo>
                      <ns1:pt x="222" y="172"/>
                      <ns1:pt x="222" y="172"/>
                      <ns1:pt x="222" y="172"/>
                    </ns1:cubicBezTo>
                    <ns1:cubicBezTo>
                      <ns1:pt x="239" y="162"/>
                      <ns1:pt x="250" y="145"/>
                      <ns1:pt x="250" y="125"/>
                    </ns1:cubicBezTo>
                    <ns1:cubicBezTo>
                      <ns1:pt x="250" y="106"/>
                      <ns1:pt x="239" y="88"/>
                      <ns1:pt x="222" y="78"/>
                    </ns1:cubicBezTo>
                    <ns1:cubicBezTo>
                      <ns1:pt x="206" y="70"/>
                      <ns1:pt x="206" y="70"/>
                      <ns1:pt x="206" y="70"/>
                    </ns1:cubicBezTo>
                    <ns1:cubicBezTo>
                      <ns1:pt x="195" y="64"/>
                      <ns1:pt x="186" y="55"/>
                      <ns1:pt x="181" y="44"/>
                    </ns1:cubicBezTo>
                    <ns1:cubicBezTo>
                      <ns1:pt x="172" y="28"/>
                      <ns1:pt x="172" y="28"/>
                      <ns1:pt x="172" y="28"/>
                    </ns1:cubicBezTo>
                    <ns1:cubicBezTo>
                      <ns1:pt x="162" y="11"/>
                      <ns1:pt x="145" y="0"/>
                      <ns1:pt x="125" y="0"/>
                    </ns1:cubicBezTo>
                    <ns1:cubicBezTo>
                      <ns1:pt x="105" y="0"/>
                      <ns1:pt x="88" y="11"/>
                      <ns1:pt x="78" y="28"/>
                    </ns1:cubicBezTo>
                    <ns1:close/>
                    <ns1:moveTo>
                      <ns1:pt x="125" y="68"/>
                    </ns1:moveTo>
                    <ns1:cubicBezTo>
                      <ns1:pt x="133" y="107"/>
                      <ns1:pt x="182" y="125"/>
                      <ns1:pt x="182" y="125"/>
                    </ns1:cubicBezTo>
                    <ns1:cubicBezTo>
                      <ns1:pt x="146" y="143"/>
                      <ns1:pt x="125" y="182"/>
                      <ns1:pt x="125" y="182"/>
                    </ns1:cubicBezTo>
                    <ns1:cubicBezTo>
                      <ns1:pt x="112" y="146"/>
                      <ns1:pt x="68" y="125"/>
                      <ns1:pt x="68" y="125"/>
                    </ns1:cubicBezTo>
                    <ns1:cubicBezTo>
                      <ns1:pt x="109" y="112"/>
                      <ns1:pt x="125" y="68"/>
                      <ns1:pt x="125" y="68"/>
                    </ns1:cubicBezTo>
                    <ns1:close/>
                    <ns1:moveTo>
                      <ns1:pt x="125" y="68"/>
                    </ns1:moveTo>
                    <ns1:cubicBezTo>
                      <ns1:pt x="125" y="68"/>
                      <ns1:pt x="125" y="68"/>
                      <ns1:pt x="125" y="68"/>
                    </ns1:cubicBezTo>
                  </ns1:path>
                </ns1:pathLst>
              </ns1:custGeom>
              <ns1:grpFill/>
              <ns1:ln>
                <ns1:noFill/>
              </ns1:ln>
              <ns1:extLst>
                <ns1:ext uri="{91240B29-F687-4F45-9708-019B960494DF}">
                  <ns6:hiddenLine w="9525">
                    <ns1:solidFill>
                      <ns1:srgbClr val="000000"/>
                    </ns1:solidFill>
                    <ns1:round/>
                    <ns1:headEnd/>
                    <ns1:tailEnd/>
                  </ns6:hiddenLine>
                </ns1:ext>
              </ns1:extLst>
            </ns0:spPr>
            <ns0:txBody>
              <ns1:bodyPr vert="horz" wrap="square" lIns="91440" tIns="45720" rIns="91440" bIns="45720" numCol="1" anchor="t" anchorCtr="0" compatLnSpc="1">
                <ns1:prstTxWarp prst="textNoShape">
                  <ns1:avLst/>
                </ns1:prstTxWarp>
              </ns1:bodyPr>
              <ns1:lstStyle/>
              <ns1:p>
                <ns1:endParaRPr lang="en-US"/>
              </ns1:p>
            </ns0:txBody>
          </ns0:sp>
        </ns0:grpSp>
      </ns0:grpSp>
      <ns0:sp>
        <ns0:nvSpPr>
          <ns0:cNvPr id="16" name="TextBox 15">
            <ns1:extLst>
              <ns1:ext uri="{FF2B5EF4-FFF2-40B4-BE49-F238E27FC236}">
                <ns2:creationId id="{20C066C0-DB10-485C-9E66-3B584955281A}"/>
              </ns1:ext>
            </ns1:extLst>
          </ns0:cNvPr>
          <ns0:cNvSpPr txBox="1"/>
          <ns0:nvPr/>
        </ns0:nvSpPr>
        <ns0:spPr>
          <ns1:xfrm>
            <ns1:off x="6268235" y="1134603"/>
            <ns1:ext cx="2174419" cy="276999"/>
          </ns1:xfrm>
          <ns1:prstGeom prst="rect">
            <ns1:avLst/>
          </ns1:prstGeom>
          <ns1:noFill/>
        </ns0:spPr>
        <ns0:txBody>
          <ns1:bodyPr wrap="square" rtlCol="0">
            <ns1:spAutoFit/>
          </ns1:bodyPr>
          <ns1:lstStyle/>
          <ns1:p>
            <ns1:r>
              <ns1:rPr lang="en-US" sz="1200" b="1">
                <ns1:solidFill>
                  <ns1:schemeClr val="tx1">
                    <ns1:lumMod val="75000"/>
                    <ns1:lumOff val="25000"/>
                  </ns1:schemeClr>
                </ns1:solidFill>
                <ns1:latin typeface="Lato" panose="020F0502020204030203" pitchFamily="34" charset="0"/>
                <ns1:ea typeface="Lato" panose="020F0502020204030203" pitchFamily="34" charset="0"/>
                <ns1:cs typeface="Lato" panose="020F0502020204030203" pitchFamily="34" charset="0"/>
              </ns1:rPr>
              <ns1:t>{SlideSectionLabel}</ns1:t>
            </ns1:r>
          </ns1:p>
        </ns0:txBody>
      </ns0:sp>
      <ns0:sp>
        <ns0:nvSpPr>
          <ns0:cNvPr id="17" name="TextBox 16">
            <ns1:extLst>
              <ns1:ext uri="{FF2B5EF4-FFF2-40B4-BE49-F238E27FC236}">
                <ns2:creationId id="{CE63FF29-D1A7-4662-B723-CC26AACECC48}"/>
              </ns1:ext>
            </ns1:extLst>
          </ns0:cNvPr>
          <ns0:cNvSpPr txBox="1"/>
          <ns0:nvPr/>
        </ns0:nvSpPr>
        <ns0:spPr>
          <ns1:xfrm>
            <ns1:off x="6250147" y="1386474"/>
            <ns1:ext cx="2190361" cy="537135"/>
          </ns1:xfrm>
          <ns1:prstGeom prst="rect">
            <ns1:avLst/>
          </ns1:prstGeom>
          <ns1:noFill/>
        </ns0:spPr>
        <ns0:txBody>
          <ns1:bodyPr wrap="square" rtlCol="0">
            <ns1:spAutoFit/>
          </ns1:bodyPr>
          <ns1:lstStyle/>
          <ns1:p>
            <ns1:pPr>
              <ns1:lnSpc>
                <ns1:spcPct val="140000"/>
              </ns1:lnSpc>
            </ns1:pPr>
            <ns1:r>
              <ns1:rPr lang="en-US" sz="1100">
                <ns1:solidFill>
                  <ns1:schemeClr val="bg1">
                    <ns1:lumMod val="50000"/>
                  </ns1:schemeClr>
                </ns1:solidFill>
                <ns1:latin typeface="Lato" panose="020F0502020204030203" pitchFamily="34" charset="0"/>
                <ns1:ea typeface="Lato" panose="020F0502020204030203" pitchFamily="34" charset="0"/>
                <ns1:cs typeface="Lato" panose="020F0502020204030203" pitchFamily="34" charset="0"/>
              </ns1:rPr>
              <ns1:t>{SlideSupportingContent2}</ns1:t>
            </ns1:r>
          </ns1:p>
        </ns0:txBody>
      </ns0:sp>
      <ns0:grpSp>
        <ns0:nvGrpSpPr>
          <ns0:cNvPr id="28" name="Group 27">
            <ns1:extLst>
              <ns1:ext uri="{FF2B5EF4-FFF2-40B4-BE49-F238E27FC236}">
                <ns2:creationId id="{99D6E15C-6045-4855-925A-269F0DFAD960}"/>
              </ns1:ext>
            </ns1:extLst>
          </ns0:cNvPr>
          <ns0:cNvGrpSpPr/>
          <ns0:nvPr/>
        </ns0:nvGrpSpPr>
        <ns0:grpSpPr>
          <ns1:xfrm>
            <ns1:off x="5173756" y="1088923"/>
            <ns1:ext cx="950612" cy="950612"/>
            <ns1:chOff x="5173756" y="1088923"/>
            <ns1:chExt cx="950612" cy="950612"/>
          </ns1:xfrm>
        </ns0:grpSpPr>
        <ns0:sp>
          <ns0:nvSpPr>
            <ns0:cNvPr id="18" name="Oval 17">
              <ns1:extLst>
                <ns1:ext uri="{FF2B5EF4-FFF2-40B4-BE49-F238E27FC236}">
                  <ns2:creationId id="{3811D08F-7C0D-4E05-8F30-A438A3434536}"/>
                </ns1:ext>
              </ns1:extLst>
            </ns0:cNvPr>
            <ns0:cNvSpPr/>
            <ns0:nvPr/>
          </ns0:nvSpPr>
          <ns0:spPr>
            <ns1:xfrm>
              <ns1:off x="5173756" y="1088923"/>
              <ns1:ext cx="950612" cy="950612"/>
            </ns1:xfrm>
            <ns1:prstGeom prst="ellipse">
              <ns1:avLst/>
            </ns1:prstGeom>
            <ns1:solidFill>
              <ns1:srgbClr val="EE8B64"/>
            </ns1:solidFill>
            <ns1:ln>
              <ns1:noFill/>
            </ns1:ln>
          </ns0:spPr>
          <ns0:style>
            <ns1:lnRef idx="2">
              <ns1:schemeClr val="accent1">
                <ns1:shade val="50000"/>
              </ns1:schemeClr>
            </ns1:lnRef>
            <ns1:fillRef idx="1">
              <ns1:schemeClr val="accent1"/>
            </ns1:fillRef>
            <ns1:effectRef idx="0">
              <ns1:schemeClr val="accent1"/>
            </ns1:effectRef>
            <ns1:fontRef idx="minor">
              <ns1:schemeClr val="lt1"/>
            </ns1:fontRef>
          </ns0:style>
          <ns0:txBody>
            <ns1:bodyPr rtlCol="0" anchor="ctr"/>
            <ns1:lstStyle/>
            <ns1:p>
              <ns1:pPr algn="ctr"/>
              <ns1:endParaRPr lang="en-US"/>
            </ns1:p>
          </ns0:txBody>
        </ns0:sp>
        <ns0:grpSp>
          <ns0:nvGrpSpPr>
            <ns0:cNvPr id="19" name="Group 51">
              <ns1:extLst>
                <ns1:ext uri="{FF2B5EF4-FFF2-40B4-BE49-F238E27FC236}">
                  <ns2:creationId id="{3CAF41D5-1BA4-4A82-AD13-37A8688B87FB}"/>
                </ns1:ext>
              </ns1:extLst>
            </ns0:cNvPr>
            <ns0:cNvGrpSpPr>
              <ns1:grpSpLocks noChangeAspect="1"/>
            </ns0:cNvGrpSpPr>
            <ns0:nvPr/>
          </ns0:nvGrpSpPr>
          <ns0:grpSpPr bwMode="auto">
            <ns1:xfrm>
              <ns1:off x="5428110" y="1336324"/>
              <ns1:ext cx="441905" cy="455811"/>
              <ns1:chOff x="1746" y="-72"/>
              <ns1:chExt cx="4258" cy="4392"/>
            </ns1:xfrm>
            <ns1:solidFill>
              <ns1:schemeClr val="bg1"/>
            </ns1:solidFill>
          </ns0:grpSpPr>
          <ns0:sp>
            <ns0:nvSpPr>
              <ns0:cNvPr id="20" name="Freeform 52">
                <ns1:extLst>
                  <ns1:ext uri="{FF2B5EF4-FFF2-40B4-BE49-F238E27FC236}">
                    <ns2:creationId id="{4F1811E1-AA2C-47D5-9432-2E8251B61D9B}"/>
                  </ns1:ext>
                </ns1:extLst>
              </ns0:cNvPr>
              <ns0:cNvSpPr>
                <ns1:spLocks/>
              </ns0:cNvSpPr>
              <ns0:nvPr/>
            </ns0:nvSpPr>
            <ns0:spPr bwMode="auto">
              <ns1:xfrm>
                <ns1:off x="3662" y="2461"/>
                <ns1:ext cx="206" cy="210"/>
              </ns1:xfrm>
              <ns1:custGeom>
                <ns1:avLst/>
                <ns1:gdLst>
                  <ns1:gd name="T0" fmla="*/ 29 w 98"/>
                  <ns1:gd name="T1" fmla="*/ 96 h 100"/>
                  <ns1:gd name="T2" fmla="*/ 46 w 98"/>
                  <ns1:gd name="T3" fmla="*/ 100 h 100"/>
                  <ns1:gd name="T4" fmla="*/ 82 w 98"/>
                  <ns1:gd name="T5" fmla="*/ 77 h 100"/>
                  <ns1:gd name="T6" fmla="*/ 89 w 98"/>
                  <ns1:gd name="T7" fmla="*/ 63 h 100"/>
                  <ns1:gd name="T8" fmla="*/ 70 w 98"/>
                  <ns1:gd name="T9" fmla="*/ 10 h 100"/>
                  <ns1:gd name="T10" fmla="*/ 16 w 98"/>
                  <ns1:gd name="T11" fmla="*/ 28 h 100"/>
                  <ns1:gd name="T12" fmla="*/ 10 w 98"/>
                  <ns1:gd name="T13" fmla="*/ 42 h 100"/>
                  <ns1:gd name="T14" fmla="*/ 29 w 98"/>
                  <ns1:gd name="T15" fmla="*/ 96 h 100"/>
                </ns1:gdLst>
                <ns1:ahLst/>
                <ns1:cxnLst>
                  <ns1:cxn ang="0">
                    <ns1:pos x="T0" y="T1"/>
                  </ns1:cxn>
                  <ns1:cxn ang="0">
                    <ns1:pos x="T2" y="T3"/>
                  </ns1:cxn>
                  <ns1:cxn ang="0">
                    <ns1:pos x="T4" y="T5"/>
                  </ns1:cxn>
                  <ns1:cxn ang="0">
                    <ns1:pos x="T6" y="T7"/>
                  </ns1:cxn>
                  <ns1:cxn ang="0">
                    <ns1:pos x="T8" y="T9"/>
                  </ns1:cxn>
                  <ns1:cxn ang="0">
                    <ns1:pos x="T10" y="T11"/>
                  </ns1:cxn>
                  <ns1:cxn ang="0">
                    <ns1:pos x="T12" y="T13"/>
                  </ns1:cxn>
                  <ns1:cxn ang="0">
                    <ns1:pos x="T14" y="T15"/>
                  </ns1:cxn>
                </ns1:cxnLst>
                <ns1:rect l="0" t="0" r="r" b="b"/>
                <ns1:pathLst>
                  <ns1:path w="98" h="100">
                    <ns1:moveTo>
                      <ns1:pt x="29" y="96"/>
                    </ns1:moveTo>
                    <ns1:cubicBezTo>
                      <ns1:pt x="34" y="98"/>
                      <ns1:pt x="40" y="100"/>
                      <ns1:pt x="46" y="100"/>
                    </ns1:cubicBezTo>
                    <ns1:cubicBezTo>
                      <ns1:pt x="61" y="100"/>
                      <ns1:pt x="75" y="91"/>
                      <ns1:pt x="82" y="77"/>
                    </ns1:cubicBezTo>
                    <ns1:cubicBezTo>
                      <ns1:pt x="89" y="63"/>
                      <ns1:pt x="89" y="63"/>
                      <ns1:pt x="89" y="63"/>
                    </ns1:cubicBezTo>
                    <ns1:cubicBezTo>
                      <ns1:pt x="98" y="43"/>
                      <ns1:pt x="90" y="19"/>
                      <ns1:pt x="70" y="10"/>
                    </ns1:cubicBezTo>
                    <ns1:cubicBezTo>
                      <ns1:pt x="50" y="0"/>
                      <ns1:pt x="26" y="9"/>
                      <ns1:pt x="16" y="28"/>
                    </ns1:cubicBezTo>
                    <ns1:cubicBezTo>
                      <ns1:pt x="10" y="42"/>
                      <ns1:pt x="10" y="42"/>
                      <ns1:pt x="10" y="42"/>
                    </ns1:cubicBezTo>
                    <ns1:cubicBezTo>
                      <ns1:pt x="0" y="62"/>
                      <ns1:pt x="9" y="86"/>
                      <ns1:pt x="29" y="96"/>
                    </ns1:cubicBezTo>
                    <ns1:close/>
                  </ns1:path>
                </ns1:pathLst>
              </ns1:custGeom>
              <ns1:grpFill/>
              <ns1:ln>
                <ns1:noFill/>
              </ns1:ln>
              <ns1:extLst>
                <ns1:ext uri="{91240B29-F687-4F45-9708-019B960494DF}">
                  <ns6:hiddenLine w="9525">
                    <ns1:solidFill>
                      <ns1:srgbClr val="000000"/>
                    </ns1:solidFill>
                    <ns1:round/>
                    <ns1:headEnd/>
                    <ns1:tailEnd/>
                  </ns6:hiddenLine>
                </ns1:ext>
              </ns1:extLst>
            </ns0:spPr>
            <ns0:txBody>
              <ns1:bodyPr vert="horz" wrap="square" lIns="91440" tIns="45720" rIns="91440" bIns="45720" numCol="1" anchor="t" anchorCtr="0" compatLnSpc="1">
                <ns1:prstTxWarp prst="textNoShape">
                  <ns1:avLst/>
                </ns1:prstTxWarp>
              </ns1:bodyPr>
              <ns1:lstStyle/>
              <ns1:p>
                <ns1:endParaRPr lang="en-US"/>
              </ns1:p>
            </ns0:txBody>
          </ns0:sp>
          <ns0:sp>
            <ns0:nvSpPr>
              <ns0:cNvPr id="21" name="Freeform 53">
                <ns1:extLst>
                  <ns1:ext uri="{FF2B5EF4-FFF2-40B4-BE49-F238E27FC236}">
                    <ns2:creationId id="{9EEE8C18-5D69-466F-891B-5E9210A65A5F}"/>
                  </ns1:ext>
                </ns1:extLst>
              </ns0:cNvPr>
              <ns0:cNvSpPr>
                <ns1:spLocks/>
              </ns0:cNvSpPr>
              <ns0:nvPr/>
            </ns0:nvSpPr>
            <ns0:spPr bwMode="auto">
              <ns1:xfrm>
                <ns1:off x="2340" y="1959"/>
                <ns1:ext cx="557" cy="255"/>
              </ns1:xfrm>
              <ns1:custGeom>
                <ns1:avLst/>
                <ns1:gdLst>
                  <ns1:gd name="T0" fmla="*/ 249 w 264"/>
                  <ns1:gd name="T1" fmla="*/ 16 h 121"/>
                  <ns1:gd name="T2" fmla="*/ 192 w 264"/>
                  <ns1:gd name="T3" fmla="*/ 16 h 121"/>
                  <ns1:gd name="T4" fmla="*/ 72 w 264"/>
                  <ns1:gd name="T5" fmla="*/ 16 h 121"/>
                  <ns1:gd name="T6" fmla="*/ 15 w 264"/>
                  <ns1:gd name="T7" fmla="*/ 16 h 121"/>
                  <ns1:gd name="T8" fmla="*/ 15 w 264"/>
                  <ns1:gd name="T9" fmla="*/ 72 h 121"/>
                  <ns1:gd name="T10" fmla="*/ 132 w 264"/>
                  <ns1:gd name="T11" fmla="*/ 121 h 121"/>
                  <ns1:gd name="T12" fmla="*/ 249 w 264"/>
                  <ns1:gd name="T13" fmla="*/ 72 h 121"/>
                  <ns1:gd name="T14" fmla="*/ 249 w 264"/>
                  <ns1:gd name="T15" fmla="*/ 16 h 121"/>
                </ns1:gdLst>
                <ns1:ahLst/>
                <ns1:cxnLst>
                  <ns1:cxn ang="0">
                    <ns1:pos x="T0" y="T1"/>
                  </ns1:cxn>
                  <ns1:cxn ang="0">
                    <ns1:pos x="T2" y="T3"/>
                  </ns1:cxn>
                  <ns1:cxn ang="0">
                    <ns1:pos x="T4" y="T5"/>
                  </ns1:cxn>
                  <ns1:cxn ang="0">
                    <ns1:pos x="T6" y="T7"/>
                  </ns1:cxn>
                  <ns1:cxn ang="0">
                    <ns1:pos x="T8" y="T9"/>
                  </ns1:cxn>
                  <ns1:cxn ang="0">
                    <ns1:pos x="T10" y="T11"/>
                  </ns1:cxn>
                  <ns1:cxn ang="0">
                    <ns1:pos x="T12" y="T13"/>
                  </ns1:cxn>
                  <ns1:cxn ang="0">
                    <ns1:pos x="T14" y="T15"/>
                  </ns1:cxn>
                </ns1:cxnLst>
                <ns1:rect l="0" t="0" r="r" b="b"/>
                <ns1:pathLst>
                  <ns1:path w="264" h="121">
                    <ns1:moveTo>
                      <ns1:pt x="249" y="16"/>
                    </ns1:moveTo>
                    <ns1:cubicBezTo>
                      <ns1:pt x="233" y="0"/>
                      <ns1:pt x="208" y="0"/>
                      <ns1:pt x="192" y="16"/>
                    </ns1:cubicBezTo>
                    <ns1:cubicBezTo>
                      <ns1:pt x="159" y="49"/>
                      <ns1:pt x="105" y="49"/>
                      <ns1:pt x="72" y="16"/>
                    </ns1:cubicBezTo>
                    <ns1:cubicBezTo>
                      <ns1:pt x="56" y="0"/>
                      <ns1:pt x="31" y="0"/>
                      <ns1:pt x="15" y="16"/>
                    </ns1:cubicBezTo>
                    <ns1:cubicBezTo>
                      <ns1:pt x="0" y="31"/>
                      <ns1:pt x="0" y="57"/>
                      <ns1:pt x="15" y="72"/>
                    </ns1:cubicBezTo>
                    <ns1:cubicBezTo>
                      <ns1:pt x="47" y="105"/>
                      <ns1:pt x="90" y="121"/>
                      <ns1:pt x="132" y="121"/>
                    </ns1:cubicBezTo>
                    <ns1:cubicBezTo>
                      <ns1:pt x="174" y="121"/>
                      <ns1:pt x="216" y="105"/>
                      <ns1:pt x="249" y="72"/>
                    </ns1:cubicBezTo>
                    <ns1:cubicBezTo>
                      <ns1:pt x="264" y="57"/>
                      <ns1:pt x="264" y="31"/>
                      <ns1:pt x="249" y="16"/>
                    </ns1:cubicBezTo>
                    <ns1:close/>
                  </ns1:path>
                </ns1:pathLst>
              </ns1:custGeom>
              <ns1:grpFill/>
              <ns1:ln>
                <ns1:noFill/>
              </ns1:ln>
              <ns1:extLst>
                <ns1:ext uri="{91240B29-F687-4F45-9708-019B960494DF}">
                  <ns6:hiddenLine w="9525">
                    <ns1:solidFill>
                      <ns1:srgbClr val="000000"/>
                    </ns1:solidFill>
                    <ns1:round/>
                    <ns1:headEnd/>
                    <ns1:tailEnd/>
                  </ns6:hiddenLine>
                </ns1:ext>
              </ns1:extLst>
            </ns0:spPr>
            <ns0:txBody>
              <ns1:bodyPr vert="horz" wrap="square" lIns="91440" tIns="45720" rIns="91440" bIns="45720" numCol="1" anchor="t" anchorCtr="0" compatLnSpc="1">
                <ns1:prstTxWarp prst="textNoShape">
                  <ns1:avLst/>
                </ns1:prstTxWarp>
              </ns1:bodyPr>
              <ns1:lstStyle/>
              <ns1:p>
                <ns1:endParaRPr lang="en-US"/>
              </ns1:p>
            </ns0:txBody>
          </ns0:sp>
          <ns0:sp>
            <ns0:nvSpPr>
              <ns0:cNvPr id="22" name="Freeform 54">
                <ns1:extLst>
                  <ns1:ext uri="{FF2B5EF4-FFF2-40B4-BE49-F238E27FC236}">
                    <ns2:creationId id="{E9F4AAF9-F8BB-449B-A5CB-B35AEA36D4A3}"/>
                  </ns1:ext>
                </ns1:extLst>
              </ns0:cNvPr>
              <ns0:cNvSpPr>
                <ns1:spLocks noEditPoints="1"/>
              </ns0:cNvSpPr>
              <ns0:nvPr/>
            </ns0:nvSpPr>
            <ns0:spPr bwMode="auto">
              <ns1:xfrm>
                <ns1:off x="1746" y="-72"/>
                <ns1:ext cx="4258" cy="4390"/>
              </ns1:xfrm>
              <ns1:custGeom>
                <ns1:avLst/>
                <ns1:gdLst>
                  <ns1:gd name="T0" fmla="*/ 1367 w 2020"/>
                  <ns1:gd name="T1" fmla="*/ 140 h 2082"/>
                  <ns1:gd name="T2" fmla="*/ 921 w 2020"/>
                  <ns1:gd name="T3" fmla="*/ 35 h 2082"/>
                  <ns1:gd name="T4" fmla="*/ 398 w 2020"/>
                  <ns1:gd name="T5" fmla="*/ 333 h 2082"/>
                  <ns1:gd name="T6" fmla="*/ 30 w 2020"/>
                  <ns1:gd name="T7" fmla="*/ 1156 h 2082"/>
                  <ns1:gd name="T8" fmla="*/ 39 w 2020"/>
                  <ns1:gd name="T9" fmla="*/ 1278 h 2082"/>
                  <ns1:gd name="T10" fmla="*/ 161 w 2020"/>
                  <ns1:gd name="T11" fmla="*/ 1340 h 2082"/>
                  <ns1:gd name="T12" fmla="*/ 156 w 2020"/>
                  <ns1:gd name="T13" fmla="*/ 1440 h 2082"/>
                  <ns1:gd name="T14" fmla="*/ 159 w 2020"/>
                  <ns1:gd name="T15" fmla="*/ 1565 h 2082"/>
                  <ns1:gd name="T16" fmla="*/ 189 w 2020"/>
                  <ns1:gd name="T17" fmla="*/ 1640 h 2082"/>
                  <ns1:gd name="T18" fmla="*/ 372 w 2020"/>
                  <ns1:gd name="T19" fmla="*/ 1869 h 2082"/>
                  <ns1:gd name="T20" fmla="*/ 530 w 2020"/>
                  <ns1:gd name="T21" fmla="*/ 1829 h 2082"/>
                  <ns1:gd name="T22" fmla="*/ 372 w 2020"/>
                  <ns1:gd name="T23" fmla="*/ 1789 h 2082"/>
                  <ns1:gd name="T24" fmla="*/ 269 w 2020"/>
                  <ns1:gd name="T25" fmla="*/ 1618 h 2082"/>
                  <ns1:gd name="T26" fmla="*/ 243 w 2020"/>
                  <ns1:gd name="T27" fmla="*/ 1580 h 2082"/>
                  <ns1:gd name="T28" fmla="*/ 239 w 2020"/>
                  <ns1:gd name="T29" fmla="*/ 1551 h 2082"/>
                  <ns1:gd name="T30" fmla="*/ 223 w 2020"/>
                  <ns1:gd name="T31" fmla="*/ 1517 h 2082"/>
                  <ns1:gd name="T32" fmla="*/ 230 w 2020"/>
                  <ns1:gd name="T33" fmla="*/ 1470 h 2082"/>
                  <ns1:gd name="T34" fmla="*/ 241 w 2020"/>
                  <ns1:gd name="T35" fmla="*/ 1326 h 2082"/>
                  <ns1:gd name="T36" fmla="*/ 87 w 2020"/>
                  <ns1:gd name="T37" fmla="*/ 1213 h 2082"/>
                  <ns1:gd name="T38" fmla="*/ 375 w 2020"/>
                  <ns1:gd name="T39" fmla="*/ 482 h 2082"/>
                  <ns1:gd name="T40" fmla="*/ 863 w 2020"/>
                  <ns1:gd name="T41" fmla="*/ 1035 h 2082"/>
                  <ns1:gd name="T42" fmla="*/ 1037 w 2020"/>
                  <ns1:gd name="T43" fmla="*/ 1345 h 2082"/>
                  <ns1:gd name="T44" fmla="*/ 929 w 2020"/>
                  <ns1:gd name="T45" fmla="*/ 1390 h 2082"/>
                  <ns1:gd name="T46" fmla="*/ 1018 w 2020"/>
                  <ns1:gd name="T47" fmla="*/ 1590 h 2082"/>
                  <ns1:gd name="T48" fmla="*/ 1423 w 2020"/>
                  <ns1:gd name="T49" fmla="*/ 2055 h 2082"/>
                  <ns1:gd name="T50" fmla="*/ 1474 w 2020"/>
                  <ns1:gd name="T51" fmla="*/ 2080 h 2082"/>
                  <ns1:gd name="T52" fmla="*/ 1393 w 2020"/>
                  <ns1:gd name="T53" fmla="*/ 1719 h 2082"/>
                  <ns1:gd name="T54" fmla="*/ 1810 w 2020"/>
                  <ns1:gd name="T55" fmla="*/ 707 h 2082"/>
                  <ns1:gd name="T56" fmla="*/ 1879 w 2020"/>
                  <ns1:gd name="T57" fmla="*/ 141 h 2082"/>
                  <ns1:gd name="T58" fmla="*/ 1333 w 2020"/>
                  <ns1:gd name="T59" fmla="*/ 1660 h 2082"/>
                  <ns1:gd name="T60" fmla="*/ 1019 w 2020"/>
                  <ns1:gd name="T61" fmla="*/ 1446 h 2082"/>
                  <ns1:gd name="T62" fmla="*/ 1157 w 2020"/>
                  <ns1:gd name="T63" fmla="*/ 1215 h 2082"/>
                  <ns1:gd name="T64" fmla="*/ 508 w 2020"/>
                  <ns1:gd name="T65" fmla="*/ 660 h 2082"/>
                  <ns1:gd name="T66" fmla="*/ 470 w 2020"/>
                  <ns1:gd name="T67" fmla="*/ 369 h 2082"/>
                  <ns1:gd name="T68" fmla="*/ 921 w 2020"/>
                  <ns1:gd name="T69" fmla="*/ 115 h 2082"/>
                  <ns1:gd name="T70" fmla="*/ 1203 w 2020"/>
                  <ns1:gd name="T71" fmla="*/ 160 h 2082"/>
                  <ns1:gd name="T72" fmla="*/ 1723 w 2020"/>
                  <ns1:gd name="T73" fmla="*/ 1213 h 2082"/>
                  <ns1:gd name="T74" fmla="*/ 1720 w 2020"/>
                  <ns1:gd name="T75" fmla="*/ 476 h 2082"/>
                  <ns1:gd name="T76" fmla="*/ 1822 w 2020"/>
                  <ns1:gd name="T77" fmla="*/ 198 h 2082"/>
                  <ns1:gd name="T78" fmla="*/ 1786 w 2020"/>
                  <ns1:gd name="T79" fmla="*/ 628 h 2082"/>
                </ns1:gdLst>
                <ns1:ahLst/>
                <ns1:cxnLst>
                  <ns1:cxn ang="0">
                    <ns1:pos x="T0" y="T1"/>
                  </ns1:cxn>
                  <ns1:cxn ang="0">
                    <ns1:pos x="T2" y="T3"/>
                  </ns1:cxn>
                  <ns1:cxn ang="0">
                    <ns1:pos x="T4" y="T5"/>
                  </ns1:cxn>
                  <ns1:cxn ang="0">
                    <ns1:pos x="T6" y="T7"/>
                  </ns1:cxn>
                  <ns1:cxn ang="0">
                    <ns1:pos x="T8" y="T9"/>
                  </ns1:cxn>
                  <ns1:cxn ang="0">
                    <ns1:pos x="T10" y="T11"/>
                  </ns1:cxn>
                  <ns1:cxn ang="0">
                    <ns1:pos x="T12" y="T13"/>
                  </ns1:cxn>
                  <ns1:cxn ang="0">
                    <ns1:pos x="T14" y="T15"/>
                  </ns1:cxn>
                  <ns1:cxn ang="0">
                    <ns1:pos x="T16" y="T17"/>
                  </ns1:cxn>
                  <ns1:cxn ang="0">
                    <ns1:pos x="T18" y="T19"/>
                  </ns1:cxn>
                  <ns1:cxn ang="0">
                    <ns1:pos x="T20" y="T21"/>
                  </ns1:cxn>
                  <ns1:cxn ang="0">
                    <ns1:pos x="T22" y="T23"/>
                  </ns1:cxn>
                  <ns1:cxn ang="0">
                    <ns1:pos x="T24" y="T25"/>
                  </ns1:cxn>
                  <ns1:cxn ang="0">
                    <ns1:pos x="T26" y="T27"/>
                  </ns1:cxn>
                  <ns1:cxn ang="0">
                    <ns1:pos x="T28" y="T29"/>
                  </ns1:cxn>
                  <ns1:cxn ang="0">
                    <ns1:pos x="T30" y="T31"/>
                  </ns1:cxn>
                  <ns1:cxn ang="0">
                    <ns1:pos x="T32" y="T33"/>
                  </ns1:cxn>
                  <ns1:cxn ang="0">
                    <ns1:pos x="T34" y="T35"/>
                  </ns1:cxn>
                  <ns1:cxn ang="0">
                    <ns1:pos x="T36" y="T37"/>
                  </ns1:cxn>
                  <ns1:cxn ang="0">
                    <ns1:pos x="T38" y="T39"/>
                  </ns1:cxn>
                  <ns1:cxn ang="0">
                    <ns1:pos x="T40" y="T41"/>
                  </ns1:cxn>
                  <ns1:cxn ang="0">
                    <ns1:pos x="T42" y="T43"/>
                  </ns1:cxn>
                  <ns1:cxn ang="0">
                    <ns1:pos x="T44" y="T45"/>
                  </ns1:cxn>
                  <ns1:cxn ang="0">
                    <ns1:pos x="T46" y="T47"/>
                  </ns1:cxn>
                  <ns1:cxn ang="0">
                    <ns1:pos x="T48" y="T49"/>
                  </ns1:cxn>
                  <ns1:cxn ang="0">
                    <ns1:pos x="T50" y="T51"/>
                  </ns1:cxn>
                  <ns1:cxn ang="0">
                    <ns1:pos x="T52" y="T53"/>
                  </ns1:cxn>
                  <ns1:cxn ang="0">
                    <ns1:pos x="T54" y="T55"/>
                  </ns1:cxn>
                  <ns1:cxn ang="0">
                    <ns1:pos x="T56" y="T57"/>
                  </ns1:cxn>
                  <ns1:cxn ang="0">
                    <ns1:pos x="T58" y="T59"/>
                  </ns1:cxn>
                  <ns1:cxn ang="0">
                    <ns1:pos x="T60" y="T61"/>
                  </ns1:cxn>
                  <ns1:cxn ang="0">
                    <ns1:pos x="T62" y="T63"/>
                  </ns1:cxn>
                  <ns1:cxn ang="0">
                    <ns1:pos x="T64" y="T65"/>
                  </ns1:cxn>
                  <ns1:cxn ang="0">
                    <ns1:pos x="T66" y="T67"/>
                  </ns1:cxn>
                  <ns1:cxn ang="0">
                    <ns1:pos x="T68" y="T69"/>
                  </ns1:cxn>
                  <ns1:cxn ang="0">
                    <ns1:pos x="T70" y="T71"/>
                  </ns1:cxn>
                  <ns1:cxn ang="0">
                    <ns1:pos x="T72" y="T73"/>
                  </ns1:cxn>
                  <ns1:cxn ang="0">
                    <ns1:pos x="T74" y="T75"/>
                  </ns1:cxn>
                  <ns1:cxn ang="0">
                    <ns1:pos x="T76" y="T77"/>
                  </ns1:cxn>
                  <ns1:cxn ang="0">
                    <ns1:pos x="T78" y="T79"/>
                  </ns1:cxn>
                </ns1:cxnLst>
                <ns1:rect l="0" t="0" r="r" b="b"/>
                <ns1:pathLst>
                  <ns1:path w="2020" h="2082">
                    <ns1:moveTo>
                      <ns1:pt x="1879" y="141"/>
                    </ns1:moveTo>
                    <ns1:cubicBezTo>
                      <ns1:pt x="1738" y="0"/>
                      <ns1:pt x="1509" y="0"/>
                      <ns1:pt x="1367" y="140"/>
                    </ns1:cubicBezTo>
                    <ns1:cubicBezTo>
                      <ns1:pt x="1323" y="118"/>
                      <ns1:pt x="1276" y="99"/>
                      <ns1:pt x="1227" y="84"/>
                    </ns1:cubicBezTo>
                    <ns1:cubicBezTo>
                      <ns1:pt x="1065" y="33"/>
                      <ns1:pt x="932" y="35"/>
                      <ns1:pt x="921" y="35"/>
                    </ns1:cubicBezTo>
                    <ns1:cubicBezTo>
                      <ns1:pt x="704" y="35"/>
                      <ns1:pt x="514" y="126"/>
                      <ns1:pt x="427" y="273"/>
                    </ns1:cubicBezTo>
                    <ns1:cubicBezTo>
                      <ns1:pt x="415" y="292"/>
                      <ns1:pt x="405" y="312"/>
                      <ns1:pt x="398" y="333"/>
                    </ns1:cubicBezTo>
                    <ns1:cubicBezTo>
                      <ns1:pt x="356" y="372"/>
                      <ns1:pt x="170" y="565"/>
                      <ns1:pt x="170" y="838"/>
                    </ns1:cubicBezTo>
                    <ns1:cubicBezTo>
                      <ns1:pt x="170" y="1020"/>
                      <ns1:pt x="82" y="1115"/>
                      <ns1:pt x="30" y="1156"/>
                    </ns1:cubicBezTo>
                    <ns1:cubicBezTo>
                      <ns1:pt x="10" y="1171"/>
                      <ns1:pt x="0" y="1195"/>
                      <ns1:pt x="2" y="1219"/>
                    </ns1:cubicBezTo>
                    <ns1:cubicBezTo>
                      <ns1:pt x="4" y="1244"/>
                      <ns1:pt x="17" y="1266"/>
                      <ns1:pt x="39" y="1278"/>
                    </ns1:cubicBezTo>
                    <ns1:cubicBezTo>
                      <ns1:pt x="59" y="1289"/>
                      <ns1:pt x="81" y="1300"/>
                      <ns1:pt x="102" y="1310"/>
                    </ns1:cubicBezTo>
                    <ns1:cubicBezTo>
                      <ns1:pt x="121" y="1319"/>
                      <ns1:pt x="148" y="1332"/>
                      <ns1:pt x="161" y="1340"/>
                    </ns1:cubicBezTo>
                    <ns1:cubicBezTo>
                      <ns1:pt x="161" y="1412"/>
                      <ns1:pt x="161" y="1412"/>
                      <ns1:pt x="161" y="1412"/>
                    </ns1:cubicBezTo>
                    <ns1:cubicBezTo>
                      <ns1:pt x="161" y="1421"/>
                      <ns1:pt x="159" y="1431"/>
                      <ns1:pt x="156" y="1440"/>
                    </ns1:cubicBezTo>
                    <ns1:cubicBezTo>
                      <ns1:pt x="146" y="1464"/>
                      <ns1:pt x="146" y="1464"/>
                      <ns1:pt x="146" y="1464"/>
                    </ns1:cubicBezTo>
                    <ns1:cubicBezTo>
                      <ns1:pt x="132" y="1498"/>
                      <ns1:pt x="137" y="1536"/>
                      <ns1:pt x="159" y="1565"/>
                    </ns1:cubicBezTo>
                    <ns1:cubicBezTo>
                      <ns1:pt x="159" y="1574"/>
                      <ns1:pt x="159" y="1574"/>
                      <ns1:pt x="159" y="1574"/>
                    </ns1:cubicBezTo>
                    <ns1:cubicBezTo>
                      <ns1:pt x="159" y="1599"/>
                      <ns1:pt x="170" y="1623"/>
                      <ns1:pt x="189" y="1640"/>
                    </ns1:cubicBezTo>
                    <ns1:cubicBezTo>
                      <ns1:pt x="189" y="1687"/>
                      <ns1:pt x="189" y="1687"/>
                      <ns1:pt x="189" y="1687"/>
                    </ns1:cubicBezTo>
                    <ns1:cubicBezTo>
                      <ns1:pt x="189" y="1787"/>
                      <ns1:pt x="271" y="1869"/>
                      <ns1:pt x="372" y="1869"/>
                    </ns1:cubicBezTo>
                    <ns1:cubicBezTo>
                      <ns1:pt x="490" y="1869"/>
                      <ns1:pt x="490" y="1869"/>
                      <ns1:pt x="490" y="1869"/>
                    </ns1:cubicBezTo>
                    <ns1:cubicBezTo>
                      <ns1:pt x="512" y="1869"/>
                      <ns1:pt x="530" y="1851"/>
                      <ns1:pt x="530" y="1829"/>
                    </ns1:cubicBezTo>
                    <ns1:cubicBezTo>
                      <ns1:pt x="530" y="1807"/>
                      <ns1:pt x="512" y="1789"/>
                      <ns1:pt x="490" y="1789"/>
                    </ns1:cubicBezTo>
                    <ns1:cubicBezTo>
                      <ns1:pt x="372" y="1789"/>
                      <ns1:pt x="372" y="1789"/>
                      <ns1:pt x="372" y="1789"/>
                    </ns1:cubicBezTo>
                    <ns1:cubicBezTo>
                      <ns1:pt x="315" y="1789"/>
                      <ns1:pt x="269" y="1743"/>
                      <ns1:pt x="269" y="1687"/>
                    </ns1:cubicBezTo>
                    <ns1:cubicBezTo>
                      <ns1:pt x="269" y="1618"/>
                      <ns1:pt x="269" y="1618"/>
                      <ns1:pt x="269" y="1618"/>
                    </ns1:cubicBezTo>
                    <ns1:cubicBezTo>
                      <ns1:pt x="269" y="1602"/>
                      <ns1:pt x="259" y="1587"/>
                      <ns1:pt x="245" y="1581"/>
                    </ns1:cubicBezTo>
                    <ns1:cubicBezTo>
                      <ns1:pt x="243" y="1580"/>
                      <ns1:pt x="243" y="1580"/>
                      <ns1:pt x="243" y="1580"/>
                    </ns1:cubicBezTo>
                    <ns1:cubicBezTo>
                      <ns1:pt x="240" y="1579"/>
                      <ns1:pt x="239" y="1576"/>
                      <ns1:pt x="239" y="1574"/>
                    </ns1:cubicBezTo>
                    <ns1:cubicBezTo>
                      <ns1:pt x="239" y="1551"/>
                      <ns1:pt x="239" y="1551"/>
                      <ns1:pt x="239" y="1551"/>
                    </ns1:cubicBezTo>
                    <ns1:cubicBezTo>
                      <ns1:pt x="239" y="1542"/>
                      <ns1:pt x="236" y="1533"/>
                      <ns1:pt x="230" y="1526"/>
                    </ns1:cubicBezTo>
                    <ns1:cubicBezTo>
                      <ns1:pt x="223" y="1517"/>
                      <ns1:pt x="223" y="1517"/>
                      <ns1:pt x="223" y="1517"/>
                    </ns1:cubicBezTo>
                    <ns1:cubicBezTo>
                      <ns1:pt x="218" y="1511"/>
                      <ns1:pt x="217" y="1502"/>
                      <ns1:pt x="220" y="1494"/>
                    </ns1:cubicBezTo>
                    <ns1:cubicBezTo>
                      <ns1:pt x="230" y="1470"/>
                      <ns1:pt x="230" y="1470"/>
                      <ns1:pt x="230" y="1470"/>
                    </ns1:cubicBezTo>
                    <ns1:cubicBezTo>
                      <ns1:pt x="237" y="1451"/>
                      <ns1:pt x="241" y="1432"/>
                      <ns1:pt x="241" y="1412"/>
                    </ns1:cubicBezTo>
                    <ns1:cubicBezTo>
                      <ns1:pt x="241" y="1326"/>
                      <ns1:pt x="241" y="1326"/>
                      <ns1:pt x="241" y="1326"/>
                    </ns1:cubicBezTo>
                    <ns1:cubicBezTo>
                      <ns1:pt x="241" y="1288"/>
                      <ns1:pt x="202" y="1269"/>
                      <ns1:pt x="137" y="1238"/>
                    </ns1:cubicBezTo>
                    <ns1:cubicBezTo>
                      <ns1:pt x="120" y="1230"/>
                      <ns1:pt x="102" y="1221"/>
                      <ns1:pt x="87" y="1213"/>
                    </ns1:cubicBezTo>
                    <ns1:cubicBezTo>
                      <ns1:pt x="151" y="1160"/>
                      <ns1:pt x="250" y="1046"/>
                      <ns1:pt x="250" y="838"/>
                    </ns1:cubicBezTo>
                    <ns1:cubicBezTo>
                      <ns1:pt x="250" y="688"/>
                      <ns1:pt x="317" y="563"/>
                      <ns1:pt x="375" y="482"/>
                    </ns1:cubicBezTo>
                    <ns1:cubicBezTo>
                      <ns1:pt x="378" y="552"/>
                      <ns1:pt x="399" y="625"/>
                      <ns1:pt x="438" y="698"/>
                    </ns1:cubicBezTo>
                    <ns1:cubicBezTo>
                      <ns1:pt x="541" y="890"/>
                      <ns1:pt x="719" y="970"/>
                      <ns1:pt x="863" y="1035"/>
                    </ns1:cubicBezTo>
                    <ns1:cubicBezTo>
                      <ns1:pt x="1000" y="1096"/>
                      <ns1:pt x="1077" y="1135"/>
                      <ns1:pt x="1077" y="1215"/>
                    </ns1:cubicBezTo>
                    <ns1:cubicBezTo>
                      <ns1:pt x="1078" y="1275"/>
                      <ns1:pt x="1064" y="1318"/>
                      <ns1:pt x="1037" y="1345"/>
                    </ns1:cubicBezTo>
                    <ns1:cubicBezTo>
                      <ns1:pt x="1006" y="1375"/>
                      <ns1:pt x="964" y="1375"/>
                      <ns1:pt x="964" y="1375"/>
                    </ns1:cubicBezTo>
                    <ns1:cubicBezTo>
                      <ns1:pt x="950" y="1374"/>
                      <ns1:pt x="938" y="1380"/>
                      <ns1:pt x="929" y="1390"/>
                    </ns1:cubicBezTo>
                    <ns1:cubicBezTo>
                      <ns1:pt x="921" y="1401"/>
                      <ns1:pt x="919" y="1415"/>
                      <ns1:pt x="924" y="1428"/>
                    </ns1:cubicBezTo>
                    <ns1:cubicBezTo>
                      <ns1:pt x="925" y="1431"/>
                      <ns1:pt x="953" y="1511"/>
                      <ns1:pt x="1018" y="1590"/>
                    </ns1:cubicBezTo>
                    <ns1:cubicBezTo>
                      <ns1:pt x="1099" y="1688"/>
                      <ns1:pt x="1201" y="1739"/>
                      <ns1:pt x="1316" y="1740"/>
                    </ns1:cubicBezTo>
                    <ns1:cubicBezTo>
                      <ns1:pt x="1423" y="2055"/>
                      <ns1:pt x="1423" y="2055"/>
                      <ns1:pt x="1423" y="2055"/>
                    </ns1:cubicBezTo>
                    <ns1:cubicBezTo>
                      <ns1:pt x="1429" y="2072"/>
                      <ns1:pt x="1444" y="2082"/>
                      <ns1:pt x="1461" y="2082"/>
                    </ns1:cubicBezTo>
                    <ns1:cubicBezTo>
                      <ns1:pt x="1465" y="2082"/>
                      <ns1:pt x="1469" y="2082"/>
                      <ns1:pt x="1474" y="2080"/>
                    </ns1:cubicBezTo>
                    <ns1:cubicBezTo>
                      <ns1:pt x="1495" y="2073"/>
                      <ns1:pt x="1506" y="2050"/>
                      <ns1:pt x="1499" y="2029"/>
                    </ns1:cubicBezTo>
                    <ns1:cubicBezTo>
                      <ns1:pt x="1393" y="1719"/>
                      <ns1:pt x="1393" y="1719"/>
                      <ns1:pt x="1393" y="1719"/>
                    </ns1:cubicBezTo>
                    <ns1:cubicBezTo>
                      <ns1:pt x="1592" y="1612"/>
                      <ns1:pt x="1733" y="1447"/>
                      <ns1:pt x="1799" y="1238"/>
                    </ns1:cubicBezTo>
                    <ns1:cubicBezTo>
                      <ns1:pt x="1853" y="1071"/>
                      <ns1:pt x="1855" y="884"/>
                      <ns1:pt x="1810" y="707"/>
                    </ns1:cubicBezTo>
                    <ns1:cubicBezTo>
                      <ns1:pt x="1835" y="692"/>
                      <ns1:pt x="1858" y="675"/>
                      <ns1:pt x="1879" y="654"/>
                    </ns1:cubicBezTo>
                    <ns1:cubicBezTo>
                      <ns1:pt x="2020" y="513"/>
                      <ns1:pt x="2020" y="283"/>
                      <ns1:pt x="1879" y="141"/>
                    </ns1:cubicBezTo>
                    <ns1:close/>
                    <ns1:moveTo>
                      <ns1:pt x="1723" y="1213"/>
                    </ns1:moveTo>
                    <ns1:cubicBezTo>
                      <ns1:pt x="1661" y="1409"/>
                      <ns1:pt x="1526" y="1564"/>
                      <ns1:pt x="1333" y="1660"/>
                    </ns1:cubicBezTo>
                    <ns1:cubicBezTo>
                      <ns1:pt x="1236" y="1664"/>
                      <ns1:pt x="1151" y="1624"/>
                      <ns1:pt x="1081" y="1540"/>
                    </ns1:cubicBezTo>
                    <ns1:cubicBezTo>
                      <ns1:pt x="1053" y="1507"/>
                      <ns1:pt x="1032" y="1472"/>
                      <ns1:pt x="1019" y="1446"/>
                    </ns1:cubicBezTo>
                    <ns1:cubicBezTo>
                      <ns1:pt x="1042" y="1438"/>
                      <ns1:pt x="1068" y="1426"/>
                      <ns1:pt x="1092" y="1403"/>
                    </ns1:cubicBezTo>
                    <ns1:cubicBezTo>
                      <ns1:pt x="1136" y="1361"/>
                      <ns1:pt x="1158" y="1297"/>
                      <ns1:pt x="1157" y="1215"/>
                    </ns1:cubicBezTo>
                    <ns1:cubicBezTo>
                      <ns1:pt x="1156" y="1079"/>
                      <ns1:pt x="1030" y="1022"/>
                      <ns1:pt x="896" y="962"/>
                    </ns1:cubicBezTo>
                    <ns1:cubicBezTo>
                      <ns1:pt x="756" y="899"/>
                      <ns1:pt x="598" y="828"/>
                      <ns1:pt x="508" y="660"/>
                    </ns1:cubicBezTo>
                    <ns1:cubicBezTo>
                      <ns1:pt x="453" y="556"/>
                      <ns1:pt x="440" y="456"/>
                      <ns1:pt x="469" y="370"/>
                    </ns1:cubicBezTo>
                    <ns1:cubicBezTo>
                      <ns1:pt x="469" y="369"/>
                      <ns1:pt x="470" y="369"/>
                      <ns1:pt x="470" y="369"/>
                    </ns1:cubicBezTo>
                    <ns1:cubicBezTo>
                      <ns1:pt x="476" y="350"/>
                      <ns1:pt x="485" y="331"/>
                      <ns1:pt x="495" y="314"/>
                    </ns1:cubicBezTo>
                    <ns1:cubicBezTo>
                      <ns1:pt x="569" y="191"/>
                      <ns1:pt x="732" y="115"/>
                      <ns1:pt x="921" y="115"/>
                    </ns1:cubicBezTo>
                    <ns1:cubicBezTo>
                      <ns1:pt x="921" y="115"/>
                      <ns1:pt x="922" y="115"/>
                      <ns1:pt x="922" y="115"/>
                    </ns1:cubicBezTo>
                    <ns1:cubicBezTo>
                      <ns1:pt x="923" y="115"/>
                      <ns1:pt x="1049" y="112"/>
                      <ns1:pt x="1203" y="160"/>
                    </ns1:cubicBezTo>
                    <ns1:cubicBezTo>
                      <ns1:pt x="1407" y="224"/>
                      <ns1:pt x="1557" y="343"/>
                      <ns1:pt x="1650" y="514"/>
                    </ns1:cubicBezTo>
                    <ns1:cubicBezTo>
                      <ns1:pt x="1767" y="731"/>
                      <ns1:pt x="1794" y="992"/>
                      <ns1:pt x="1723" y="1213"/>
                    </ns1:cubicBezTo>
                    <ns1:close/>
                    <ns1:moveTo>
                      <ns1:pt x="1786" y="628"/>
                    </ns1:moveTo>
                    <ns1:cubicBezTo>
                      <ns1:pt x="1769" y="576"/>
                      <ns1:pt x="1747" y="525"/>
                      <ns1:pt x="1720" y="476"/>
                    </ns1:cubicBezTo>
                    <ns1:cubicBezTo>
                      <ns1:pt x="1655" y="355"/>
                      <ns1:pt x="1560" y="255"/>
                      <ns1:pt x="1441" y="181"/>
                    </ns1:cubicBezTo>
                    <ns1:cubicBezTo>
                      <ns1:pt x="1552" y="88"/>
                      <ns1:pt x="1718" y="94"/>
                      <ns1:pt x="1822" y="198"/>
                    </ns1:cubicBezTo>
                    <ns1:cubicBezTo>
                      <ns1:pt x="1932" y="308"/>
                      <ns1:pt x="1932" y="487"/>
                      <ns1:pt x="1822" y="597"/>
                    </ns1:cubicBezTo>
                    <ns1:cubicBezTo>
                      <ns1:pt x="1811" y="608"/>
                      <ns1:pt x="1799" y="618"/>
                      <ns1:pt x="1786" y="628"/>
                    </ns1:cubicBezTo>
                    <ns1:close/>
                  </ns1:path>
                </ns1:pathLst>
              </ns1:custGeom>
              <ns1:grpFill/>
              <ns1:ln>
                <ns1:noFill/>
              </ns1:ln>
              <ns1:extLst>
                <ns1:ext uri="{91240B29-F687-4F45-9708-019B960494DF}">
                  <ns6:hiddenLine w="9525">
                    <ns1:solidFill>
                      <ns1:srgbClr val="000000"/>
                    </ns1:solidFill>
                    <ns1:round/>
                    <ns1:headEnd/>
                    <ns1:tailEnd/>
                  </ns6:hiddenLine>
                </ns1:ext>
              </ns1:extLst>
            </ns0:spPr>
            <ns0:txBody>
              <ns1:bodyPr vert="horz" wrap="square" lIns="91440" tIns="45720" rIns="91440" bIns="45720" numCol="1" anchor="t" anchorCtr="0" compatLnSpc="1">
                <ns1:prstTxWarp prst="textNoShape">
                  <ns1:avLst/>
                </ns1:prstTxWarp>
              </ns1:bodyPr>
              <ns1:lstStyle/>
              <ns1:p>
                <ns1:endParaRPr lang="en-US"/>
              </ns1:p>
            </ns0:txBody>
          </ns0:sp>
          <ns0:sp>
            <ns0:nvSpPr>
              <ns0:cNvPr id="23" name="Freeform 55">
                <ns1:extLst>
                  <ns1:ext uri="{FF2B5EF4-FFF2-40B4-BE49-F238E27FC236}">
                    <ns2:creationId id="{2F045ACC-7E7B-458A-A454-3015B4230A99}"/>
                  </ns1:ext>
                </ns1:extLst>
              </ns0:cNvPr>
              <ns0:cNvSpPr>
                <ns1:spLocks noEditPoints="1"/>
              </ns0:cNvSpPr>
              <ns0:nvPr/>
            </ns0:nvSpPr>
            <ns0:spPr bwMode="auto">
              <ns1:xfrm>
                <ns1:off x="2595" y="2669"/>
                <ns1:ext cx="1339" cy="1649"/>
              </ns1:xfrm>
              <ns1:custGeom>
                <ns1:avLst/>
                <ns1:gdLst>
                  <ns1:gd name="T0" fmla="*/ 624 w 635"/>
                  <ns1:gd name="T1" fmla="*/ 608 h 782"/>
                  <ns1:gd name="T2" fmla="*/ 499 w 635"/>
                  <ns1:gd name="T3" fmla="*/ 391 h 782"/>
                  <ns1:gd name="T4" fmla="*/ 495 w 635"/>
                  <ns1:gd name="T5" fmla="*/ 243 h 782"/>
                  <ns1:gd name="T6" fmla="*/ 272 w 635"/>
                  <ns1:gd name="T7" fmla="*/ 8 h 782"/>
                  <ns1:gd name="T8" fmla="*/ 54 w 635"/>
                  <ns1:gd name="T9" fmla="*/ 133 h 782"/>
                  <ns1:gd name="T10" fmla="*/ 52 w 635"/>
                  <ns1:gd name="T11" fmla="*/ 137 h 782"/>
                  <ns1:gd name="T12" fmla="*/ 139 w 635"/>
                  <ns1:gd name="T13" fmla="*/ 445 h 782"/>
                  <ns1:gd name="T14" fmla="*/ 264 w 635"/>
                  <ns1:gd name="T15" fmla="*/ 526 h 782"/>
                  <ns1:gd name="T16" fmla="*/ 400 w 635"/>
                  <ns1:gd name="T17" fmla="*/ 762 h 782"/>
                  <ns1:gd name="T18" fmla="*/ 435 w 635"/>
                  <ns1:gd name="T19" fmla="*/ 782 h 782"/>
                  <ns1:gd name="T20" fmla="*/ 455 w 635"/>
                  <ns1:gd name="T21" fmla="*/ 777 h 782"/>
                  <ns1:gd name="T22" fmla="*/ 469 w 635"/>
                  <ns1:gd name="T23" fmla="*/ 722 h 782"/>
                  <ns1:gd name="T24" fmla="*/ 348 w 635"/>
                  <ns1:gd name="T25" fmla="*/ 513 h 782"/>
                  <ns1:gd name="T26" fmla="*/ 396 w 635"/>
                  <ns1:gd name="T27" fmla="*/ 485 h 782"/>
                  <ns1:gd name="T28" fmla="*/ 445 w 635"/>
                  <ns1:gd name="T29" fmla="*/ 457 h 782"/>
                  <ns1:gd name="T30" fmla="*/ 555 w 635"/>
                  <ns1:gd name="T31" fmla="*/ 648 h 782"/>
                  <ns1:gd name="T32" fmla="*/ 610 w 635"/>
                  <ns1:gd name="T33" fmla="*/ 663 h 782"/>
                  <ns1:gd name="T34" fmla="*/ 624 w 635"/>
                  <ns1:gd name="T35" fmla="*/ 608 h 782"/>
                  <ns1:gd name="T36" fmla="*/ 124 w 635"/>
                  <ns1:gd name="T37" fmla="*/ 172 h 782"/>
                  <ns1:gd name="T38" fmla="*/ 126 w 635"/>
                  <ns1:gd name="T39" fmla="*/ 168 h 782"/>
                  <ns1:gd name="T40" fmla="*/ 254 w 635"/>
                  <ns1:gd name="T41" fmla="*/ 87 h 782"/>
                  <ns1:gd name="T42" fmla="*/ 265 w 635"/>
                  <ns1:gd name="T43" fmla="*/ 87 h 782"/>
                  <ns1:gd name="T44" fmla="*/ 415 w 635"/>
                  <ns1:gd name="T45" fmla="*/ 245 h 782"/>
                  <ns1:gd name="T46" fmla="*/ 419 w 635"/>
                  <ns1:gd name="T47" fmla="*/ 380 h 782"/>
                  <ns1:gd name="T48" fmla="*/ 295 w 635"/>
                  <ns1:gd name="T49" fmla="*/ 451 h 782"/>
                  <ns1:gd name="T50" fmla="*/ 183 w 635"/>
                  <ns1:gd name="T51" fmla="*/ 378 h 782"/>
                  <ns1:gd name="T52" fmla="*/ 124 w 635"/>
                  <ns1:gd name="T53" fmla="*/ 172 h 782"/>
                </ns1:gdLst>
                <ns1:ahLst/>
                <ns1:cxnLst>
                  <ns1:cxn ang="0">
                    <ns1:pos x="T0" y="T1"/>
                  </ns1:cxn>
                  <ns1:cxn ang="0">
                    <ns1:pos x="T2" y="T3"/>
                  </ns1:cxn>
                  <ns1:cxn ang="0">
                    <ns1:pos x="T4" y="T5"/>
                  </ns1:cxn>
                  <ns1:cxn ang="0">
                    <ns1:pos x="T6" y="T7"/>
                  </ns1:cxn>
                  <ns1:cxn ang="0">
                    <ns1:pos x="T8" y="T9"/>
                  </ns1:cxn>
                  <ns1:cxn ang="0">
                    <ns1:pos x="T10" y="T11"/>
                  </ns1:cxn>
                  <ns1:cxn ang="0">
                    <ns1:pos x="T12" y="T13"/>
                  </ns1:cxn>
                  <ns1:cxn ang="0">
                    <ns1:pos x="T14" y="T15"/>
                  </ns1:cxn>
                  <ns1:cxn ang="0">
                    <ns1:pos x="T16" y="T17"/>
                  </ns1:cxn>
                  <ns1:cxn ang="0">
                    <ns1:pos x="T18" y="T19"/>
                  </ns1:cxn>
                  <ns1:cxn ang="0">
                    <ns1:pos x="T20" y="T21"/>
                  </ns1:cxn>
                  <ns1:cxn ang="0">
                    <ns1:pos x="T22" y="T23"/>
                  </ns1:cxn>
                  <ns1:cxn ang="0">
                    <ns1:pos x="T24" y="T25"/>
                  </ns1:cxn>
                  <ns1:cxn ang="0">
                    <ns1:pos x="T26" y="T27"/>
                  </ns1:cxn>
                  <ns1:cxn ang="0">
                    <ns1:pos x="T28" y="T29"/>
                  </ns1:cxn>
                  <ns1:cxn ang="0">
                    <ns1:pos x="T30" y="T31"/>
                  </ns1:cxn>
                  <ns1:cxn ang="0">
                    <ns1:pos x="T32" y="T33"/>
                  </ns1:cxn>
                  <ns1:cxn ang="0">
                    <ns1:pos x="T34" y="T35"/>
                  </ns1:cxn>
                  <ns1:cxn ang="0">
                    <ns1:pos x="T36" y="T37"/>
                  </ns1:cxn>
                  <ns1:cxn ang="0">
                    <ns1:pos x="T38" y="T39"/>
                  </ns1:cxn>
                  <ns1:cxn ang="0">
                    <ns1:pos x="T40" y="T41"/>
                  </ns1:cxn>
                  <ns1:cxn ang="0">
                    <ns1:pos x="T42" y="T43"/>
                  </ns1:cxn>
                  <ns1:cxn ang="0">
                    <ns1:pos x="T44" y="T45"/>
                  </ns1:cxn>
                  <ns1:cxn ang="0">
                    <ns1:pos x="T46" y="T47"/>
                  </ns1:cxn>
                  <ns1:cxn ang="0">
                    <ns1:pos x="T48" y="T49"/>
                  </ns1:cxn>
                  <ns1:cxn ang="0">
                    <ns1:pos x="T50" y="T51"/>
                  </ns1:cxn>
                  <ns1:cxn ang="0">
                    <ns1:pos x="T52" y="T53"/>
                  </ns1:cxn>
                </ns1:cxnLst>
                <ns1:rect l="0" t="0" r="r" b="b"/>
                <ns1:pathLst>
                  <ns1:path w="635" h="782">
                    <ns1:moveTo>
                      <ns1:pt x="624" y="608"/>
                    </ns1:moveTo>
                    <ns1:cubicBezTo>
                      <ns1:pt x="499" y="391"/>
                      <ns1:pt x="499" y="391"/>
                      <ns1:pt x="499" y="391"/>
                    </ns1:cubicBezTo>
                    <ns1:cubicBezTo>
                      <ns1:pt x="495" y="243"/>
                      <ns1:pt x="495" y="243"/>
                      <ns1:pt x="495" y="243"/>
                    </ns1:cubicBezTo>
                    <ns1:cubicBezTo>
                      <ns1:pt x="491" y="119"/>
                      <ns1:pt x="395" y="18"/>
                      <ns1:pt x="272" y="8"/>
                    </ns1:cubicBezTo>
                    <ns1:cubicBezTo>
                      <ns1:pt x="181" y="0"/>
                      <ns1:pt x="93" y="51"/>
                      <ns1:pt x="54" y="133"/>
                    </ns1:cubicBezTo>
                    <ns1:cubicBezTo>
                      <ns1:pt x="52" y="137"/>
                      <ns1:pt x="52" y="137"/>
                      <ns1:pt x="52" y="137"/>
                    </ns1:cubicBezTo>
                    <ns1:cubicBezTo>
                      <ns1:pt x="0" y="247"/>
                      <ns1:pt x="38" y="379"/>
                      <ns1:pt x="139" y="445"/>
                    </ns1:cubicBezTo>
                    <ns1:cubicBezTo>
                      <ns1:pt x="264" y="526"/>
                      <ns1:pt x="264" y="526"/>
                      <ns1:pt x="264" y="526"/>
                    </ns1:cubicBezTo>
                    <ns1:cubicBezTo>
                      <ns1:pt x="400" y="762"/>
                      <ns1:pt x="400" y="762"/>
                      <ns1:pt x="400" y="762"/>
                    </ns1:cubicBezTo>
                    <ns1:cubicBezTo>
                      <ns1:pt x="407" y="775"/>
                      <ns1:pt x="421" y="782"/>
                      <ns1:pt x="435" y="782"/>
                    </ns1:cubicBezTo>
                    <ns1:cubicBezTo>
                      <ns1:pt x="441" y="782"/>
                      <ns1:pt x="448" y="781"/>
                      <ns1:pt x="455" y="777"/>
                    </ns1:cubicBezTo>
                    <ns1:cubicBezTo>
                      <ns1:pt x="474" y="766"/>
                      <ns1:pt x="480" y="742"/>
                      <ns1:pt x="469" y="722"/>
                    </ns1:cubicBezTo>
                    <ns1:cubicBezTo>
                      <ns1:pt x="348" y="513"/>
                      <ns1:pt x="348" y="513"/>
                      <ns1:pt x="348" y="513"/>
                    </ns1:cubicBezTo>
                    <ns1:cubicBezTo>
                      <ns1:pt x="396" y="485"/>
                      <ns1:pt x="396" y="485"/>
                      <ns1:pt x="396" y="485"/>
                    </ns1:cubicBezTo>
                    <ns1:cubicBezTo>
                      <ns1:pt x="445" y="457"/>
                      <ns1:pt x="445" y="457"/>
                      <ns1:pt x="445" y="457"/>
                    </ns1:cubicBezTo>
                    <ns1:cubicBezTo>
                      <ns1:pt x="555" y="648"/>
                      <ns1:pt x="555" y="648"/>
                      <ns1:pt x="555" y="648"/>
                    </ns1:cubicBezTo>
                    <ns1:cubicBezTo>
                      <ns1:pt x="566" y="667"/>
                      <ns1:pt x="591" y="674"/>
                      <ns1:pt x="610" y="663"/>
                    </ns1:cubicBezTo>
                    <ns1:cubicBezTo>
                      <ns1:pt x="629" y="652"/>
                      <ns1:pt x="635" y="627"/>
                      <ns1:pt x="624" y="608"/>
                    </ns1:cubicBezTo>
                    <ns1:close/>
                    <ns1:moveTo>
                      <ns1:pt x="124" y="172"/>
                    </ns1:moveTo>
                    <ns1:cubicBezTo>
                      <ns1:pt x="126" y="168"/>
                      <ns1:pt x="126" y="168"/>
                      <ns1:pt x="126" y="168"/>
                    </ns1:cubicBezTo>
                    <ns1:cubicBezTo>
                      <ns1:pt x="150" y="118"/>
                      <ns1:pt x="200" y="87"/>
                      <ns1:pt x="254" y="87"/>
                    </ns1:cubicBezTo>
                    <ns1:cubicBezTo>
                      <ns1:pt x="258" y="87"/>
                      <ns1:pt x="261" y="87"/>
                      <ns1:pt x="265" y="87"/>
                    </ns1:cubicBezTo>
                    <ns1:cubicBezTo>
                      <ns1:pt x="348" y="94"/>
                      <ns1:pt x="412" y="162"/>
                      <ns1:pt x="415" y="245"/>
                    </ns1:cubicBezTo>
                    <ns1:cubicBezTo>
                      <ns1:pt x="419" y="380"/>
                      <ns1:pt x="419" y="380"/>
                      <ns1:pt x="419" y="380"/>
                    </ns1:cubicBezTo>
                    <ns1:cubicBezTo>
                      <ns1:pt x="295" y="451"/>
                      <ns1:pt x="295" y="451"/>
                      <ns1:pt x="295" y="451"/>
                    </ns1:cubicBezTo>
                    <ns1:cubicBezTo>
                      <ns1:pt x="183" y="378"/>
                      <ns1:pt x="183" y="378"/>
                      <ns1:pt x="183" y="378"/>
                    </ns1:cubicBezTo>
                    <ns1:cubicBezTo>
                      <ns1:pt x="115" y="334"/>
                      <ns1:pt x="90" y="245"/>
                      <ns1:pt x="124" y="172"/>
                    </ns1:cubicBezTo>
                    <ns1:close/>
                  </ns1:path>
                </ns1:pathLst>
              </ns1:custGeom>
              <ns1:grpFill/>
              <ns1:ln>
                <ns1:noFill/>
              </ns1:ln>
              <ns1:extLst>
                <ns1:ext uri="{91240B29-F687-4F45-9708-019B960494DF}">
                  <ns6:hiddenLine w="9525">
                    <ns1:solidFill>
                      <ns1:srgbClr val="000000"/>
                    </ns1:solidFill>
                    <ns1:round/>
                    <ns1:headEnd/>
                    <ns1:tailEnd/>
                  </ns6:hiddenLine>
                </ns1:ext>
              </ns1:extLst>
            </ns0:spPr>
            <ns0:txBody>
              <ns1:bodyPr vert="horz" wrap="square" lIns="91440" tIns="45720" rIns="91440" bIns="45720" numCol="1" anchor="t" anchorCtr="0" compatLnSpc="1">
                <ns1:prstTxWarp prst="textNoShape">
                  <ns1:avLst/>
                </ns1:prstTxWarp>
              </ns1:bodyPr>
              <ns1:lstStyle/>
              <ns1:p>
                <ns1:endParaRPr lang="en-US"/>
              </ns1:p>
            </ns0:txBody>
          </ns0:sp>
          <ns0:sp>
            <ns0:nvSpPr>
              <ns0:cNvPr id="24" name="Freeform 56">
                <ns1:extLst>
                  <ns1:ext uri="{FF2B5EF4-FFF2-40B4-BE49-F238E27FC236}">
                    <ns2:creationId id="{A7FAF5EF-2734-4D02-9CBA-970ABFC0F20F}"/>
                  </ns1:ext>
                </ns1:extLst>
              </ns0:cNvPr>
              <ns0:cNvSpPr>
                <ns1:spLocks/>
              </ns0:cNvSpPr>
              <ns0:nvPr/>
            </ns0:nvSpPr>
            <ns0:spPr bwMode="auto">
              <ns1:xfrm>
                <ns1:off x="3894" y="4151"/>
                <ns1:ext cx="168" cy="169"/>
              </ns1:xfrm>
              <ns1:custGeom>
                <ns1:avLst/>
                <ns1:gdLst>
                  <ns1:gd name="T0" fmla="*/ 40 w 80"/>
                  <ns1:gd name="T1" fmla="*/ 0 h 80"/>
                  <ns1:gd name="T2" fmla="*/ 12 w 80"/>
                  <ns1:gd name="T3" fmla="*/ 12 h 80"/>
                  <ns1:gd name="T4" fmla="*/ 0 w 80"/>
                  <ns1:gd name="T5" fmla="*/ 40 h 80"/>
                  <ns1:gd name="T6" fmla="*/ 12 w 80"/>
                  <ns1:gd name="T7" fmla="*/ 68 h 80"/>
                  <ns1:gd name="T8" fmla="*/ 40 w 80"/>
                  <ns1:gd name="T9" fmla="*/ 80 h 80"/>
                  <ns1:gd name="T10" fmla="*/ 68 w 80"/>
                  <ns1:gd name="T11" fmla="*/ 68 h 80"/>
                  <ns1:gd name="T12" fmla="*/ 80 w 80"/>
                  <ns1:gd name="T13" fmla="*/ 40 h 80"/>
                  <ns1:gd name="T14" fmla="*/ 68 w 80"/>
                  <ns1:gd name="T15" fmla="*/ 12 h 80"/>
                  <ns1:gd name="T16" fmla="*/ 40 w 80"/>
                  <ns1:gd name="T17" fmla="*/ 0 h 80"/>
                </ns1:gdLst>
                <ns1:ahLst/>
                <ns1:cxnLst>
                  <ns1:cxn ang="0">
                    <ns1:pos x="T0" y="T1"/>
                  </ns1:cxn>
                  <ns1:cxn ang="0">
                    <ns1:pos x="T2" y="T3"/>
                  </ns1:cxn>
                  <ns1:cxn ang="0">
                    <ns1:pos x="T4" y="T5"/>
                  </ns1:cxn>
                  <ns1:cxn ang="0">
                    <ns1:pos x="T6" y="T7"/>
                  </ns1:cxn>
                  <ns1:cxn ang="0">
                    <ns1:pos x="T8" y="T9"/>
                  </ns1:cxn>
                  <ns1:cxn ang="0">
                    <ns1:pos x="T10" y="T11"/>
                  </ns1:cxn>
                  <ns1:cxn ang="0">
                    <ns1:pos x="T12" y="T13"/>
                  </ns1:cxn>
                  <ns1:cxn ang="0">
                    <ns1:pos x="T14" y="T15"/>
                  </ns1:cxn>
                  <ns1:cxn ang="0">
                    <ns1:pos x="T16" y="T17"/>
                  </ns1:cxn>
                </ns1:cxnLst>
                <ns1:rect l="0" t="0" r="r" b="b"/>
                <ns1:pathLst>
                  <ns1:path w="80" h="80">
                    <ns1:moveTo>
                      <ns1:pt x="40" y="0"/>
                    </ns1:moveTo>
                    <ns1:cubicBezTo>
                      <ns1:pt x="29" y="0"/>
                      <ns1:pt x="19" y="4"/>
                      <ns1:pt x="12" y="12"/>
                    </ns1:cubicBezTo>
                    <ns1:cubicBezTo>
                      <ns1:pt x="4" y="19"/>
                      <ns1:pt x="0" y="29"/>
                      <ns1:pt x="0" y="40"/>
                    </ns1:cubicBezTo>
                    <ns1:cubicBezTo>
                      <ns1:pt x="0" y="51"/>
                      <ns1:pt x="4" y="61"/>
                      <ns1:pt x="12" y="68"/>
                    </ns1:cubicBezTo>
                    <ns1:cubicBezTo>
                      <ns1:pt x="19" y="76"/>
                      <ns1:pt x="29" y="80"/>
                      <ns1:pt x="40" y="80"/>
                    </ns1:cubicBezTo>
                    <ns1:cubicBezTo>
                      <ns1:pt x="50" y="80"/>
                      <ns1:pt x="61" y="76"/>
                      <ns1:pt x="68" y="68"/>
                    </ns1:cubicBezTo>
                    <ns1:cubicBezTo>
                      <ns1:pt x="76" y="61"/>
                      <ns1:pt x="80" y="51"/>
                      <ns1:pt x="80" y="40"/>
                    </ns1:cubicBezTo>
                    <ns1:cubicBezTo>
                      <ns1:pt x="80" y="29"/>
                      <ns1:pt x="76" y="19"/>
                      <ns1:pt x="68" y="12"/>
                    </ns1:cubicBezTo>
                    <ns1:cubicBezTo>
                      <ns1:pt x="61" y="4"/>
                      <ns1:pt x="50" y="0"/>
                      <ns1:pt x="40" y="0"/>
                    </ns1:cubicBezTo>
                    <ns1:close/>
                  </ns1:path>
                </ns1:pathLst>
              </ns1:custGeom>
              <ns1:grpFill/>
              <ns1:ln>
                <ns1:noFill/>
              </ns1:ln>
              <ns1:extLst>
                <ns1:ext uri="{91240B29-F687-4F45-9708-019B960494DF}">
                  <ns6:hiddenLine w="9525">
                    <ns1:solidFill>
                      <ns1:srgbClr val="000000"/>
                    </ns1:solidFill>
                    <ns1:round/>
                    <ns1:headEnd/>
                    <ns1:tailEnd/>
                  </ns6:hiddenLine>
                </ns1:ext>
              </ns1:extLst>
            </ns0:spPr>
            <ns0:txBody>
              <ns1:bodyPr vert="horz" wrap="square" lIns="91440" tIns="45720" rIns="91440" bIns="45720" numCol="1" anchor="t" anchorCtr="0" compatLnSpc="1">
                <ns1:prstTxWarp prst="textNoShape">
                  <ns1:avLst/>
                </ns1:prstTxWarp>
              </ns1:bodyPr>
              <ns1:lstStyle/>
              <ns1:p>
                <ns1:endParaRPr lang="en-US"/>
              </ns1:p>
            </ns0:txBody>
          </ns0:sp>
          <ns0:sp>
            <ns0:nvSpPr>
              <ns0:cNvPr id="25" name="Freeform 57">
                <ns1:extLst>
                  <ns1:ext uri="{FF2B5EF4-FFF2-40B4-BE49-F238E27FC236}">
                    <ns2:creationId id="{F170A51B-BE50-4119-A316-46066EC2670A}"/>
                  </ns1:ext>
                </ns1:extLst>
              </ns0:cNvPr>
              <ns0:cNvSpPr>
                <ns1:spLocks/>
              </ns0:cNvSpPr>
              <ns0:nvPr/>
            </ns0:nvSpPr>
            <ns0:spPr bwMode="auto">
              <ns1:xfrm>
                <ns1:off x="2888" y="434"/>
                <ns1:ext cx="477" cy="791"/>
              </ns1:xfrm>
              <ns1:custGeom>
                <ns1:avLst/>
                <ns1:gdLst>
                  <ns1:gd name="T0" fmla="*/ 165 w 226"/>
                  <ns1:gd name="T1" fmla="*/ 8 h 375"/>
                  <ns1:gd name="T2" fmla="*/ 22 w 226"/>
                  <ns1:gd name="T3" fmla="*/ 151 h 375"/>
                  <ns1:gd name="T4" fmla="*/ 46 w 226"/>
                  <ns1:gd name="T5" fmla="*/ 354 h 375"/>
                  <ns1:gd name="T6" fmla="*/ 81 w 226"/>
                  <ns1:gd name="T7" fmla="*/ 375 h 375"/>
                  <ns1:gd name="T8" fmla="*/ 100 w 226"/>
                  <ns1:gd name="T9" fmla="*/ 370 h 375"/>
                  <ns1:gd name="T10" fmla="*/ 116 w 226"/>
                  <ns1:gd name="T11" fmla="*/ 316 h 375"/>
                  <ns1:gd name="T12" fmla="*/ 97 w 226"/>
                  <ns1:gd name="T13" fmla="*/ 178 h 375"/>
                  <ns1:gd name="T14" fmla="*/ 196 w 226"/>
                  <ns1:gd name="T15" fmla="*/ 82 h 375"/>
                  <ns1:gd name="T16" fmla="*/ 218 w 226"/>
                  <ns1:gd name="T17" fmla="*/ 29 h 375"/>
                  <ns1:gd name="T18" fmla="*/ 165 w 226"/>
                  <ns1:gd name="T19" fmla="*/ 8 h 375"/>
                </ns1:gdLst>
                <ns1:ahLst/>
                <ns1:cxnLst>
                  <ns1:cxn ang="0">
                    <ns1:pos x="T0" y="T1"/>
                  </ns1:cxn>
                  <ns1:cxn ang="0">
                    <ns1:pos x="T2" y="T3"/>
                  </ns1:cxn>
                  <ns1:cxn ang="0">
                    <ns1:pos x="T4" y="T5"/>
                  </ns1:cxn>
                  <ns1:cxn ang="0">
                    <ns1:pos x="T6" y="T7"/>
                  </ns1:cxn>
                  <ns1:cxn ang="0">
                    <ns1:pos x="T8" y="T9"/>
                  </ns1:cxn>
                  <ns1:cxn ang="0">
                    <ns1:pos x="T10" y="T11"/>
                  </ns1:cxn>
                  <ns1:cxn ang="0">
                    <ns1:pos x="T12" y="T13"/>
                  </ns1:cxn>
                  <ns1:cxn ang="0">
                    <ns1:pos x="T14" y="T15"/>
                  </ns1:cxn>
                  <ns1:cxn ang="0">
                    <ns1:pos x="T16" y="T17"/>
                  </ns1:cxn>
                  <ns1:cxn ang="0">
                    <ns1:pos x="T18" y="T19"/>
                  </ns1:cxn>
                </ns1:cxnLst>
                <ns1:rect l="0" t="0" r="r" b="b"/>
                <ns1:pathLst>
                  <ns1:path w="226" h="375">
                    <ns1:moveTo>
                      <ns1:pt x="165" y="8"/>
                    </ns1:moveTo>
                    <ns1:cubicBezTo>
                      <ns1:pt x="95" y="39"/>
                      <ns1:pt x="44" y="89"/>
                      <ns1:pt x="22" y="151"/>
                    </ns1:cubicBezTo>
                    <ns1:cubicBezTo>
                      <ns1:pt x="0" y="214"/>
                      <ns1:pt x="8" y="284"/>
                      <ns1:pt x="46" y="354"/>
                    </ns1:cubicBezTo>
                    <ns1:cubicBezTo>
                      <ns1:pt x="53" y="367"/>
                      <ns1:pt x="67" y="375"/>
                      <ns1:pt x="81" y="375"/>
                    </ns1:cubicBezTo>
                    <ns1:cubicBezTo>
                      <ns1:pt x="87" y="375"/>
                      <ns1:pt x="94" y="373"/>
                      <ns1:pt x="100" y="370"/>
                    </ns1:cubicBezTo>
                    <ns1:cubicBezTo>
                      <ns1:pt x="119" y="360"/>
                      <ns1:pt x="127" y="335"/>
                      <ns1:pt x="116" y="316"/>
                    </ns1:cubicBezTo>
                    <ns1:cubicBezTo>
                      <ns1:pt x="89" y="266"/>
                      <ns1:pt x="83" y="219"/>
                      <ns1:pt x="97" y="178"/>
                    </ns1:cubicBezTo>
                    <ns1:cubicBezTo>
                      <ns1:pt x="112" y="137"/>
                      <ns1:pt x="147" y="103"/>
                      <ns1:pt x="196" y="82"/>
                    </ns1:cubicBezTo>
                    <ns1:cubicBezTo>
                      <ns1:pt x="217" y="73"/>
                      <ns1:pt x="226" y="50"/>
                      <ns1:pt x="218" y="29"/>
                    </ns1:cubicBezTo>
                    <ns1:cubicBezTo>
                      <ns1:pt x="209" y="9"/>
                      <ns1:pt x="185" y="0"/>
                      <ns1:pt x="165" y="8"/>
                    </ns1:cubicBezTo>
                    <ns1:close/>
                  </ns1:path>
                </ns1:pathLst>
              </ns1:custGeom>
              <ns1:grpFill/>
              <ns1:ln>
                <ns1:noFill/>
              </ns1:ln>
              <ns1:extLst>
                <ns1:ext uri="{91240B29-F687-4F45-9708-019B960494DF}">
                  <ns6:hiddenLine w="9525">
                    <ns1:solidFill>
                      <ns1:srgbClr val="000000"/>
                    </ns1:solidFill>
                    <ns1:round/>
                    <ns1:headEnd/>
                    <ns1:tailEnd/>
                  </ns6:hiddenLine>
                </ns1:ext>
              </ns1:extLst>
            </ns0:spPr>
            <ns0:txBody>
              <ns1:bodyPr vert="horz" wrap="square" lIns="91440" tIns="45720" rIns="91440" bIns="45720" numCol="1" anchor="t" anchorCtr="0" compatLnSpc="1">
                <ns1:prstTxWarp prst="textNoShape">
                  <ns1:avLst/>
                </ns1:prstTxWarp>
              </ns1:bodyPr>
              <ns1:lstStyle/>
              <ns1:p>
                <ns1:endParaRPr lang="en-US"/>
              </ns1:p>
            </ns0:txBody>
          </ns0:sp>
          <ns0:sp>
            <ns0:nvSpPr>
              <ns0:cNvPr id="26" name="Freeform 58">
                <ns1:extLst>
                  <ns1:ext uri="{FF2B5EF4-FFF2-40B4-BE49-F238E27FC236}">
                    <ns2:creationId id="{A3E64679-00D5-4C65-B44E-37FFB42C4DEE}"/>
                  </ns1:ext>
                </ns1:extLst>
              </ns0:cNvPr>
              <ns0:cNvSpPr>
                <ns1:spLocks/>
              </ns0:cNvSpPr>
              <ns0:nvPr/>
            </ns0:nvSpPr>
            <ns0:spPr bwMode="auto">
              <ns1:xfrm>
                <ns1:off x="3464" y="390"/>
                <ns1:ext cx="173" cy="169"/>
              </ns1:xfrm>
              <ns1:custGeom>
                <ns1:avLst/>
                <ns1:gdLst>
                  <ns1:gd name="T0" fmla="*/ 42 w 82"/>
                  <ns1:gd name="T1" fmla="*/ 0 h 80"/>
                  <ns1:gd name="T2" fmla="*/ 40 w 82"/>
                  <ns1:gd name="T3" fmla="*/ 0 h 80"/>
                  <ns1:gd name="T4" fmla="*/ 0 w 82"/>
                  <ns1:gd name="T5" fmla="*/ 40 h 80"/>
                  <ns1:gd name="T6" fmla="*/ 40 w 82"/>
                  <ns1:gd name="T7" fmla="*/ 80 h 80"/>
                  <ns1:gd name="T8" fmla="*/ 40 w 82"/>
                  <ns1:gd name="T9" fmla="*/ 80 h 80"/>
                  <ns1:gd name="T10" fmla="*/ 42 w 82"/>
                  <ns1:gd name="T11" fmla="*/ 80 h 80"/>
                  <ns1:gd name="T12" fmla="*/ 82 w 82"/>
                  <ns1:gd name="T13" fmla="*/ 40 h 80"/>
                  <ns1:gd name="T14" fmla="*/ 42 w 82"/>
                  <ns1:gd name="T15" fmla="*/ 0 h 80"/>
                </ns1:gdLst>
                <ns1:ahLst/>
                <ns1:cxnLst>
                  <ns1:cxn ang="0">
                    <ns1:pos x="T0" y="T1"/>
                  </ns1:cxn>
                  <ns1:cxn ang="0">
                    <ns1:pos x="T2" y="T3"/>
                  </ns1:cxn>
                  <ns1:cxn ang="0">
                    <ns1:pos x="T4" y="T5"/>
                  </ns1:cxn>
                  <ns1:cxn ang="0">
                    <ns1:pos x="T6" y="T7"/>
                  </ns1:cxn>
                  <ns1:cxn ang="0">
                    <ns1:pos x="T8" y="T9"/>
                  </ns1:cxn>
                  <ns1:cxn ang="0">
                    <ns1:pos x="T10" y="T11"/>
                  </ns1:cxn>
                  <ns1:cxn ang="0">
                    <ns1:pos x="T12" y="T13"/>
                  </ns1:cxn>
                  <ns1:cxn ang="0">
                    <ns1:pos x="T14" y="T15"/>
                  </ns1:cxn>
                </ns1:cxnLst>
                <ns1:rect l="0" t="0" r="r" b="b"/>
                <ns1:pathLst>
                  <ns1:path w="82" h="80">
                    <ns1:moveTo>
                      <ns1:pt x="42" y="0"/>
                    </ns1:moveTo>
                    <ns1:cubicBezTo>
                      <ns1:pt x="40" y="0"/>
                      <ns1:pt x="40" y="0"/>
                      <ns1:pt x="40" y="0"/>
                    </ns1:cubicBezTo>
                    <ns1:cubicBezTo>
                      <ns1:pt x="18" y="0"/>
                      <ns1:pt x="0" y="18"/>
                      <ns1:pt x="0" y="40"/>
                    </ns1:cubicBezTo>
                    <ns1:cubicBezTo>
                      <ns1:pt x="0" y="62"/>
                      <ns1:pt x="18" y="80"/>
                      <ns1:pt x="40" y="80"/>
                    </ns1:cubicBezTo>
                    <ns1:cubicBezTo>
                      <ns1:pt x="40" y="80"/>
                      <ns1:pt x="40" y="80"/>
                      <ns1:pt x="40" y="80"/>
                    </ns1:cubicBezTo>
                    <ns1:cubicBezTo>
                      <ns1:pt x="42" y="80"/>
                      <ns1:pt x="42" y="80"/>
                      <ns1:pt x="42" y="80"/>
                    </ns1:cubicBezTo>
                    <ns1:cubicBezTo>
                      <ns1:pt x="64" y="80"/>
                      <ns1:pt x="82" y="62"/>
                      <ns1:pt x="82" y="40"/>
                    </ns1:cubicBezTo>
                    <ns1:cubicBezTo>
                      <ns1:pt x="82" y="18"/>
                      <ns1:pt x="64" y="0"/>
                      <ns1:pt x="42" y="0"/>
                    </ns1:cubicBezTo>
                    <ns1:close/>
                  </ns1:path>
                </ns1:pathLst>
              </ns1:custGeom>
              <ns1:grpFill/>
              <ns1:ln>
                <ns1:noFill/>
              </ns1:ln>
              <ns1:extLst>
                <ns1:ext uri="{91240B29-F687-4F45-9708-019B960494DF}">
                  <ns6:hiddenLine w="9525">
                    <ns1:solidFill>
                      <ns1:srgbClr val="000000"/>
                    </ns1:solidFill>
                    <ns1:round/>
                    <ns1:headEnd/>
                    <ns1:tailEnd/>
                  </ns6:hiddenLine>
                </ns1:ext>
              </ns1:extLst>
            </ns0:spPr>
            <ns0:txBody>
              <ns1:bodyPr vert="horz" wrap="square" lIns="91440" tIns="45720" rIns="91440" bIns="45720" numCol="1" anchor="t" anchorCtr="0" compatLnSpc="1">
                <ns1:prstTxWarp prst="textNoShape">
                  <ns1:avLst/>
                </ns1:prstTxWarp>
              </ns1:bodyPr>
              <ns1:lstStyle/>
              <ns1:p>
                <ns1:endParaRPr lang="en-US"/>
              </ns1:p>
            </ns0:txBody>
          </ns0:sp>
        </ns0:grpSp>
      </ns0:grpSp>
      <ns0:sp>
        <ns0:nvSpPr>
          <ns0:cNvPr id="27" name="Slide Number Placeholder 26">
            <ns1:extLst>
              <ns1:ext uri="{FF2B5EF4-FFF2-40B4-BE49-F238E27FC236}">
                <ns2:creationId id="{E14742C3-97A9-4A7F-87EC-ED0E88B2D03F}"/>
              </ns1:ext>
            </ns1:extLst>
          </ns0:cNvPr>
          <ns0:cNvSpPr>
            <ns1:spLocks noGrp="1"/>
          </ns0:cNvSpPr>
          <ns0:nvPr>
            <ns0:ph type="sldNum" sz="quarter" idx="4"/>
          </ns0:nvPr>
        </ns0:nvSpPr>
        <ns0:spPr/>
        <ns0:txBody>
          <ns1:bodyPr/>
          <ns1:lstStyle/>
          <ns1:p>
            <ns1:fld id="{BC64674B-0CCF-4531-A68C-815F17BC8CC8}" type="slidenum">
              <ns1:rPr lang="en-US" smtClean="0"/>
              <ns1:pPr/>
              <ns1:t>{SlideStatistic}</ns1:t>
            </ns1:fld>
            <ns1:endParaRPr lang="en-US"/>
          </ns1:p>
        </ns0:txBody>
      </ns0:sp>
    </ns0:spTree>
    <ns0:extLst>
      <ns0:ext uri="{BB962C8B-B14F-4D97-AF65-F5344CB8AC3E}">
        <ns3:creationId val="1490654846"/>
      </ns0:ext>
    </ns0:extLst>
  </ns0:cSld>
  <ns0:clrMapOvr>
    <ns1:masterClrMapping/>
  </ns0:clrMapOvr>
</ns0:sld>
</file>

<file path=ppt/slides/slide26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microsoft.com/office/drawing/2010/main" xmlns:ns4="http://schemas.microsoft.com/office/powerpoint/2010/main">
  <ns0:cSld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grpSp>
        <ns0:nvGrpSpPr>
          <ns0:cNvPr id="50" name="Group 49">
            <ns1:extLst>
              <ns1:ext uri="{FF2B5EF4-FFF2-40B4-BE49-F238E27FC236}">
                <ns2:creationId id="{4E36F3D0-2418-4800-8639-5D39BDB997D4}"/>
              </ns1:ext>
            </ns1:extLst>
          </ns0:cNvPr>
          <ns0:cNvGrpSpPr/>
          <ns0:nvPr/>
        </ns0:nvGrpSpPr>
        <ns0:grpSpPr>
          <ns1:xfrm>
            <ns1:off x="3622803" y="860338"/>
            <ns1:ext cx="4946395" cy="5137324"/>
            <ns1:chOff x="3622803" y="860338"/>
            <ns1:chExt cx="4946395" cy="5137324"/>
          </ns1:xfrm>
        </ns0:grpSpPr>
        <ns0:sp>
          <ns0:nvSpPr>
            <ns0:cNvPr id="3" name="Oval 11">
              <ns1:extLst>
                <ns1:ext uri="{FF2B5EF4-FFF2-40B4-BE49-F238E27FC236}">
                  <ns2:creationId id="{2ED1019E-5BE3-43B0-8E34-7C93C318C594}"/>
                </ns1:ext>
              </ns1:extLst>
            </ns0:cNvPr>
            <ns0:cNvSpPr>
              <ns1:spLocks noChangeArrowheads="1"/>
            </ns0:cNvSpPr>
            <ns0:nvPr/>
          </ns0:nvSpPr>
          <ns0:spPr bwMode="auto">
            <ns1:xfrm rot="2700000">
              <ns1:off x="5435120" y="4171617"/>
              <ns1:ext cx="1516172" cy="1514540"/>
            </ns1:xfrm>
            <ns1:prstGeom prst="ellipse">
              <ns1:avLst/>
            </ns1:prstGeom>
            <ns1:solidFill>
              <ns1:schemeClr val="accent6"/>
            </ns1:solidFill>
            <ns1:ln w="12700" cap="flat" cmpd="sng" algn="ctr">
              <ns1:noFill/>
              <ns1:prstDash val="solid"/>
            </ns1:ln>
            <ns1:effectLst/>
            <ns1:extLst/>
          </ns0:spPr>
          <ns0:txBody>
            <ns1:bodyPr bIns="274320" rtlCol="0" anchor="b"/>
            <ns1:lstStyle/>
            <ns1:p>
              <ns1:pPr algn="ctr" defTabSz="1219170"/>
              <ns1:endParaRPr lang="en-US" sz="2000" kern="0" dirty="0">
                <ns1:solidFill>
                  <ns1:srgbClr val="FFFFFF"/>
                </ns1:solidFill>
              </ns1:endParaRPr>
            </ns1:p>
          </ns0:txBody>
        </ns0:sp>
        <ns0:sp>
          <ns0:nvSpPr>
            <ns0:cNvPr id="4" name="Freeform 5">
              <ns1:extLst>
                <ns1:ext uri="{FF2B5EF4-FFF2-40B4-BE49-F238E27FC236}">
                  <ns2:creationId id="{51C60F2D-845A-4450-BFD6-80205F9E1708}"/>
                </ns1:ext>
              </ns1:extLst>
            </ns0:cNvPr>
            <ns0:cNvSpPr>
              <ns1:spLocks/>
            </ns0:cNvSpPr>
            <ns0:nvPr/>
          </ns0:nvSpPr>
          <ns0:spPr bwMode="auto">
            <ns1:xfrm rot="2700000">
              <ns1:off x="3624295" y="3420030"/>
              <ns1:ext cx="3637685" cy="1517579"/>
            </ns1:xfrm>
            <ns1:custGeom>
              <ns1:avLst/>
              <ns1:gdLst>
                <ns1:gd name="T0" fmla="*/ 227 w 1091"/>
                <ns1:gd name="T1" fmla="*/ 455 h 455"/>
                <ns1:gd name="T2" fmla="*/ 390 w 1091"/>
                <ns1:gd name="T3" fmla="*/ 386 h 455"/>
                <ns1:gd name="T4" fmla="*/ 545 w 1091"/>
                <ns1:gd name="T5" fmla="*/ 322 h 455"/>
                <ns1:gd name="T6" fmla="*/ 699 w 1091"/>
                <ns1:gd name="T7" fmla="*/ 386 h 455"/>
                <ns1:gd name="T8" fmla="*/ 864 w 1091"/>
                <ns1:gd name="T9" fmla="*/ 455 h 455"/>
                <ns1:gd name="T10" fmla="*/ 1091 w 1091"/>
                <ns1:gd name="T11" fmla="*/ 228 h 455"/>
                <ns1:gd name="T12" fmla="*/ 864 w 1091"/>
                <ns1:gd name="T13" fmla="*/ 0 h 455"/>
                <ns1:gd name="T14" fmla="*/ 699 w 1091"/>
                <ns1:gd name="T15" fmla="*/ 70 h 455"/>
                <ns1:gd name="T16" fmla="*/ 545 w 1091"/>
                <ns1:gd name="T17" fmla="*/ 134 h 455"/>
                <ns1:gd name="T18" fmla="*/ 391 w 1091"/>
                <ns1:gd name="T19" fmla="*/ 70 h 455"/>
                <ns1:gd name="T20" fmla="*/ 227 w 1091"/>
                <ns1:gd name="T21" fmla="*/ 0 h 455"/>
                <ns1:gd name="T22" fmla="*/ 0 w 1091"/>
                <ns1:gd name="T23" fmla="*/ 228 h 455"/>
                <ns1:gd name="T24" fmla="*/ 227 w 1091"/>
                <ns1:gd name="T25" fmla="*/ 455 h 455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</ns1:cxnLst>
              <ns1:rect l="0" t="0" r="r" b="b"/>
              <ns1:pathLst>
                <ns1:path w="1091" h="455">
                  <ns1:moveTo>
                    <ns1:pt x="227" y="455"/>
                  </ns1:moveTo>
                  <ns1:cubicBezTo>
                    <ns1:pt x="291" y="455"/>
                    <ns1:pt x="349" y="429"/>
                    <ns1:pt x="390" y="386"/>
                  </ns1:cubicBezTo>
                  <ns1:cubicBezTo>
                    <ns1:pt x="430" y="346"/>
                    <ns1:pt x="485" y="322"/>
                    <ns1:pt x="545" y="322"/>
                  </ns1:cubicBezTo>
                  <ns1:cubicBezTo>
                    <ns1:pt x="606" y="322"/>
                    <ns1:pt x="660" y="346"/>
                    <ns1:pt x="699" y="386"/>
                  </ns1:cubicBezTo>
                  <ns1:cubicBezTo>
                    <ns1:pt x="741" y="429"/>
                    <ns1:pt x="799" y="455"/>
                    <ns1:pt x="864" y="455"/>
                  </ns1:cubicBezTo>
                  <ns1:cubicBezTo>
                    <ns1:pt x="989" y="455"/>
                    <ns1:pt x="1091" y="354"/>
                    <ns1:pt x="1091" y="228"/>
                  </ns1:cubicBezTo>
                  <ns1:cubicBezTo>
                    <ns1:pt x="1091" y="102"/>
                    <ns1:pt x="989" y="0"/>
                    <ns1:pt x="864" y="0"/>
                  </ns1:cubicBezTo>
                  <ns1:cubicBezTo>
                    <ns1:pt x="799" y="0"/>
                    <ns1:pt x="741" y="27"/>
                    <ns1:pt x="699" y="70"/>
                  </ns1:cubicBezTo>
                  <ns1:cubicBezTo>
                    <ns1:pt x="660" y="110"/>
                    <ns1:pt x="606" y="134"/>
                    <ns1:pt x="545" y="134"/>
                  </ns1:cubicBezTo>
                  <ns1:cubicBezTo>
                    <ns1:pt x="485" y="134"/>
                    <ns1:pt x="430" y="110"/>
                    <ns1:pt x="391" y="70"/>
                  </ns1:cubicBezTo>
                  <ns1:cubicBezTo>
                    <ns1:pt x="350" y="27"/>
                    <ns1:pt x="291" y="0"/>
                    <ns1:pt x="227" y="0"/>
                  </ns1:cubicBezTo>
                  <ns1:cubicBezTo>
                    <ns1:pt x="102" y="0"/>
                    <ns1:pt x="0" y="102"/>
                    <ns1:pt x="0" y="228"/>
                  </ns1:cubicBezTo>
                  <ns1:cubicBezTo>
                    <ns1:pt x="0" y="354"/>
                    <ns1:pt x="102" y="455"/>
                    <ns1:pt x="227" y="455"/>
                  </ns1:cubicBezTo>
                  <ns1:close/>
                </ns1:path>
              </ns1:pathLst>
            </ns1:custGeom>
            <ns1:solidFill>
              <ns1:srgbClr val="F1856F"/>
            </ns1:solidFill>
            <ns1:ln w="12700" cap="flat" cmpd="sng" algn="ctr">
              <ns1:noFill/>
              <ns1:prstDash val="solid"/>
            </ns1:ln>
            <ns1:effectLst/>
            <ns1:extLst/>
          </ns0:spPr>
          <ns0:txBody>
            <ns1:bodyPr bIns="274320" rtlCol="0" anchor="b"/>
            <ns1:lstStyle/>
            <ns1:p>
              <ns1:pPr algn="ctr" defTabSz="1219170"/>
              <ns1:endParaRPr lang="en-US" sz="2000" kern="0">
                <ns1:solidFill>
                  <ns1:srgbClr val="FFFFFF"/>
                </ns1:solidFill>
              </ns1:endParaRPr>
            </ns1:p>
          </ns0:txBody>
        </ns0:sp>
        <ns0:sp>
          <ns0:nvSpPr>
            <ns0:cNvPr id="5" name="Freeform 6">
              <ns1:extLst>
                <ns1:ext uri="{FF2B5EF4-FFF2-40B4-BE49-F238E27FC236}">
                  <ns2:creationId id="{1E3A8731-2986-46FE-9A6D-B9CD2D2AA806}"/>
                </ns1:ext>
              </ns1:extLst>
            </ns0:cNvPr>
            <ns0:cNvSpPr>
              <ns1:spLocks/>
            </ns0:cNvSpPr>
            <ns0:nvPr/>
          </ns0:nvSpPr>
          <ns0:spPr bwMode="auto">
            <ns1:xfrm rot="2700000">
              <ns1:off x="4684967" y="859343"/>
              <ns1:ext cx="1513355" cy="3637684"/>
            </ns1:xfrm>
            <ns1:custGeom>
              <ns1:avLst/>
              <ns1:gdLst>
                <ns1:gd name="T0" fmla="*/ 454 w 454"/>
                <ns1:gd name="T1" fmla="*/ 864 h 1091"/>
                <ns1:gd name="T2" fmla="*/ 384 w 454"/>
                <ns1:gd name="T3" fmla="*/ 700 h 1091"/>
                <ns1:gd name="T4" fmla="*/ 321 w 454"/>
                <ns1:gd name="T5" fmla="*/ 546 h 1091"/>
                <ns1:gd name="T6" fmla="*/ 384 w 454"/>
                <ns1:gd name="T7" fmla="*/ 391 h 1091"/>
                <ns1:gd name="T8" fmla="*/ 454 w 454"/>
                <ns1:gd name="T9" fmla="*/ 228 h 1091"/>
                <ns1:gd name="T10" fmla="*/ 227 w 454"/>
                <ns1:gd name="T11" fmla="*/ 0 h 1091"/>
                <ns1:gd name="T12" fmla="*/ 0 w 454"/>
                <ns1:gd name="T13" fmla="*/ 228 h 1091"/>
                <ns1:gd name="T14" fmla="*/ 69 w 454"/>
                <ns1:gd name="T15" fmla="*/ 392 h 1091"/>
                <ns1:gd name="T16" fmla="*/ 133 w 454"/>
                <ns1:gd name="T17" fmla="*/ 546 h 1091"/>
                <ns1:gd name="T18" fmla="*/ 69 w 454"/>
                <ns1:gd name="T19" fmla="*/ 700 h 1091"/>
                <ns1:gd name="T20" fmla="*/ 0 w 454"/>
                <ns1:gd name="T21" fmla="*/ 864 h 1091"/>
                <ns1:gd name="T22" fmla="*/ 227 w 454"/>
                <ns1:gd name="T23" fmla="*/ 1091 h 1091"/>
                <ns1:gd name="T24" fmla="*/ 454 w 454"/>
                <ns1:gd name="T25" fmla="*/ 864 h 1091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</ns1:cxnLst>
              <ns1:rect l="0" t="0" r="r" b="b"/>
              <ns1:pathLst>
                <ns1:path w="454" h="1091">
                  <ns1:moveTo>
                    <ns1:pt x="454" y="864"/>
                  </ns1:moveTo>
                  <ns1:cubicBezTo>
                    <ns1:pt x="454" y="799"/>
                    <ns1:pt x="427" y="742"/>
                    <ns1:pt x="384" y="700"/>
                  </ns1:cubicBezTo>
                  <ns1:cubicBezTo>
                    <ns1:pt x="345" y="661"/>
                    <ns1:pt x="321" y="606"/>
                    <ns1:pt x="321" y="546"/>
                  </ns1:cubicBezTo>
                  <ns1:cubicBezTo>
                    <ns1:pt x="321" y="486"/>
                    <ns1:pt x="345" y="431"/>
                    <ns1:pt x="384" y="391"/>
                  </ns1:cubicBezTo>
                  <ns1:cubicBezTo>
                    <ns1:pt x="427" y="350"/>
                    <ns1:pt x="454" y="292"/>
                    <ns1:pt x="454" y="228"/>
                  </ns1:cubicBezTo>
                  <ns1:cubicBezTo>
                    <ns1:pt x="454" y="102"/>
                    <ns1:pt x="352" y="0"/>
                    <ns1:pt x="227" y="0"/>
                  </ns1:cubicBezTo>
                  <ns1:cubicBezTo>
                    <ns1:pt x="102" y="0"/>
                    <ns1:pt x="0" y="102"/>
                    <ns1:pt x="0" y="228"/>
                  </ns1:cubicBezTo>
                  <ns1:cubicBezTo>
                    <ns1:pt x="0" y="292"/>
                    <ns1:pt x="26" y="350"/>
                    <ns1:pt x="69" y="392"/>
                  </ns1:cubicBezTo>
                  <ns1:cubicBezTo>
                    <ns1:pt x="109" y="431"/>
                    <ns1:pt x="133" y="486"/>
                    <ns1:pt x="133" y="546"/>
                  </ns1:cubicBezTo>
                  <ns1:cubicBezTo>
                    <ns1:pt x="133" y="606"/>
                    <ns1:pt x="109" y="661"/>
                    <ns1:pt x="69" y="700"/>
                  </ns1:cubicBezTo>
                  <ns1:cubicBezTo>
                    <ns1:pt x="26" y="742"/>
                    <ns1:pt x="0" y="799"/>
                    <ns1:pt x="0" y="864"/>
                  </ns1:cubicBezTo>
                  <ns1:cubicBezTo>
                    <ns1:pt x="0" y="990"/>
                    <ns1:pt x="102" y="1091"/>
                    <ns1:pt x="227" y="1091"/>
                  </ns1:cubicBezTo>
                  <ns1:cubicBezTo>
                    <ns1:pt x="352" y="1091"/>
                    <ns1:pt x="454" y="990"/>
                    <ns1:pt x="454" y="864"/>
                  </ns1:cubicBezTo>
                  <ns1:close/>
                </ns1:path>
              </ns1:pathLst>
            </ns1:custGeom>
            <ns1:solidFill>
              <ns1:schemeClr val="tx1">
                <ns1:lumMod val="65000"/>
                <ns1:lumOff val="35000"/>
              </ns1:schemeClr>
            </ns1:solidFill>
            <ns1:ln w="12700" cap="flat" cmpd="sng" algn="ctr">
              <ns1:noFill/>
              <ns1:prstDash val="solid"/>
            </ns1:ln>
            <ns1:effectLst/>
            <ns1:extLst/>
          </ns0:spPr>
          <ns0:txBody>
            <ns1:bodyPr bIns="274320" rtlCol="0" anchor="b"/>
            <ns1:lstStyle/>
            <ns1:p>
              <ns1:pPr algn="ctr" defTabSz="1219170"/>
              <ns1:endParaRPr lang="en-US" sz="2000" kern="0">
                <ns1:solidFill>
                  <ns1:srgbClr val="FFFFFF"/>
                </ns1:solidFill>
              </ns1:endParaRPr>
            </ns1:p>
          </ns0:txBody>
        </ns0:sp>
        <ns0:sp>
          <ns0:nvSpPr>
            <ns0:cNvPr id="6" name="Freeform 7">
              <ns1:extLst>
                <ns1:ext uri="{FF2B5EF4-FFF2-40B4-BE49-F238E27FC236}">
                  <ns2:creationId id="{3DE46618-0E22-4FA7-B210-67CFD32023B6}"/>
                </ns1:ext>
              </ns1:extLst>
            </ns0:cNvPr>
            <ns0:cNvSpPr>
              <ns1:spLocks/>
            </ns0:cNvSpPr>
            <ns0:nvPr/>
          </ns0:nvSpPr>
          <ns0:spPr bwMode="auto">
            <ns1:xfrm rot="2700000">
              <ns1:off x="5123934" y="1921095"/>
              <ns1:ext cx="3637685" cy="1516171"/>
            </ns1:xfrm>
            <ns1:custGeom>
              <ns1:avLst/>
              <ns1:gdLst>
                <ns1:gd name="T0" fmla="*/ 864 w 1091"/>
                <ns1:gd name="T1" fmla="*/ 0 h 455"/>
                <ns1:gd name="T2" fmla="*/ 699 w 1091"/>
                <ns1:gd name="T3" fmla="*/ 70 h 455"/>
                <ns1:gd name="T4" fmla="*/ 545 w 1091"/>
                <ns1:gd name="T5" fmla="*/ 134 h 455"/>
                <ns1:gd name="T6" fmla="*/ 390 w 1091"/>
                <ns1:gd name="T7" fmla="*/ 70 h 455"/>
                <ns1:gd name="T8" fmla="*/ 227 w 1091"/>
                <ns1:gd name="T9" fmla="*/ 0 h 455"/>
                <ns1:gd name="T10" fmla="*/ 0 w 1091"/>
                <ns1:gd name="T11" fmla="*/ 228 h 455"/>
                <ns1:gd name="T12" fmla="*/ 227 w 1091"/>
                <ns1:gd name="T13" fmla="*/ 455 h 455"/>
                <ns1:gd name="T14" fmla="*/ 391 w 1091"/>
                <ns1:gd name="T15" fmla="*/ 385 h 455"/>
                <ns1:gd name="T16" fmla="*/ 545 w 1091"/>
                <ns1:gd name="T17" fmla="*/ 322 h 455"/>
                <ns1:gd name="T18" fmla="*/ 699 w 1091"/>
                <ns1:gd name="T19" fmla="*/ 385 h 455"/>
                <ns1:gd name="T20" fmla="*/ 864 w 1091"/>
                <ns1:gd name="T21" fmla="*/ 455 h 455"/>
                <ns1:gd name="T22" fmla="*/ 1091 w 1091"/>
                <ns1:gd name="T23" fmla="*/ 228 h 455"/>
                <ns1:gd name="T24" fmla="*/ 864 w 1091"/>
                <ns1:gd name="T25" fmla="*/ 0 h 455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</ns1:cxnLst>
              <ns1:rect l="0" t="0" r="r" b="b"/>
              <ns1:pathLst>
                <ns1:path w="1091" h="455">
                  <ns1:moveTo>
                    <ns1:pt x="864" y="0"/>
                  </ns1:moveTo>
                  <ns1:cubicBezTo>
                    <ns1:pt x="799" y="0"/>
                    <ns1:pt x="741" y="27"/>
                    <ns1:pt x="699" y="70"/>
                  </ns1:cubicBezTo>
                  <ns1:cubicBezTo>
                    <ns1:pt x="660" y="109"/>
                    <ns1:pt x="606" y="134"/>
                    <ns1:pt x="545" y="134"/>
                  </ns1:cubicBezTo>
                  <ns1:cubicBezTo>
                    <ns1:pt x="485" y="134"/>
                    <ns1:pt x="430" y="109"/>
                    <ns1:pt x="390" y="70"/>
                  </ns1:cubicBezTo>
                  <ns1:cubicBezTo>
                    <ns1:pt x="349" y="27"/>
                    <ns1:pt x="291" y="0"/>
                    <ns1:pt x="227" y="0"/>
                  </ns1:cubicBezTo>
                  <ns1:cubicBezTo>
                    <ns1:pt x="102" y="0"/>
                    <ns1:pt x="0" y="102"/>
                    <ns1:pt x="0" y="228"/>
                  </ns1:cubicBezTo>
                  <ns1:cubicBezTo>
                    <ns1:pt x="0" y="353"/>
                    <ns1:pt x="102" y="455"/>
                    <ns1:pt x="227" y="455"/>
                  </ns1:cubicBezTo>
                  <ns1:cubicBezTo>
                    <ns1:pt x="291" y="455"/>
                    <ns1:pt x="350" y="428"/>
                    <ns1:pt x="391" y="385"/>
                  </ns1:cubicBezTo>
                  <ns1:cubicBezTo>
                    <ns1:pt x="430" y="346"/>
                    <ns1:pt x="485" y="322"/>
                    <ns1:pt x="545" y="322"/>
                  </ns1:cubicBezTo>
                  <ns1:cubicBezTo>
                    <ns1:pt x="606" y="322"/>
                    <ns1:pt x="660" y="346"/>
                    <ns1:pt x="699" y="385"/>
                  </ns1:cubicBezTo>
                  <ns1:cubicBezTo>
                    <ns1:pt x="741" y="428"/>
                    <ns1:pt x="799" y="455"/>
                    <ns1:pt x="864" y="455"/>
                  </ns1:cubicBezTo>
                  <ns1:cubicBezTo>
                    <ns1:pt x="989" y="455"/>
                    <ns1:pt x="1091" y="353"/>
                    <ns1:pt x="1091" y="228"/>
                  </ns1:cubicBezTo>
                  <ns1:cubicBezTo>
                    <ns1:pt x="1091" y="102"/>
                    <ns1:pt x="989" y="0"/>
                    <ns1:pt x="864" y="0"/>
                  </ns1:cubicBezTo>
                  <ns1:close/>
                </ns1:path>
              </ns1:pathLst>
            </ns1:custGeom>
            <ns1:solidFill>
              <ns1:srgbClr val="F07D66"/>
            </ns1:solidFill>
            <ns1:ln w="12700" cap="flat" cmpd="sng" algn="ctr">
              <ns1:noFill/>
              <ns1:prstDash val="solid"/>
            </ns1:ln>
            <ns1:effectLst/>
            <ns1:extLst/>
          </ns0:spPr>
          <ns0:txBody>
            <ns1:bodyPr bIns="274320" rtlCol="0" anchor="b"/>
            <ns1:lstStyle/>
            <ns1:p>
              <ns1:pPr algn="ctr" defTabSz="1219170"/>
              <ns1:endParaRPr lang="en-US" sz="2000" kern="0">
                <ns1:solidFill>
                  <ns1:srgbClr val="FFFFFF"/>
                </ns1:solidFill>
              </ns1:endParaRPr>
            </ns1:p>
          </ns0:txBody>
        </ns0:sp>
        <ns0:sp>
          <ns0:nvSpPr>
            <ns0:cNvPr id="7" name="Oval 8">
              <ns1:extLst>
                <ns1:ext uri="{FF2B5EF4-FFF2-40B4-BE49-F238E27FC236}">
                  <ns2:creationId id="{9F8C42AD-8490-4018-932C-C5F48BC9D1B4}"/>
                </ns1:ext>
              </ns1:extLst>
            </ns0:cNvPr>
            <ns0:cNvSpPr>
              <ns1:spLocks noChangeArrowheads="1"/>
            </ns0:cNvSpPr>
            <ns0:nvPr/>
          </ns0:nvSpPr>
          <ns0:spPr bwMode="auto">
            <ns1:xfrm rot="2700000">
              <ns1:off x="5539913" y="1276318"/>
              <ns1:ext cx="1303597" cy="1303597"/>
            </ns1:xfrm>
            <ns1:prstGeom prst="ellipse">
              <ns1:avLst/>
            </ns1:prstGeom>
            <ns1:solidFill>
              <ns1:srgbClr val="FFFFFF"/>
            </ns1:solidFill>
            <ns1:ln>
              <ns1:noFill/>
            </ns1:ln>
            <ns1:extLst>
              <ns1:ext uri="{91240B29-F687-4F45-9708-019B960494DF}">
                <ns3:hiddenLine w="9525">
                  <ns1:solidFill>
                    <ns1:srgbClr val="000000"/>
                  </ns1:solidFill>
                  <ns1:round/>
                  <ns1:headEnd/>
                  <ns1:tailEnd/>
                </ns3:hiddenLine>
              </ns1:ext>
            </ns1:extLst>
          </ns0:spPr>
          <ns0:txBody>
            <ns1:bodyPr vert="horz" wrap="square" lIns="91440" tIns="45720" rIns="91440" bIns="45720" numCol="1" anchor="ctr" anchorCtr="0" compatLnSpc="1">
              <ns1:prstTxWarp prst="textNoShape">
                <ns1:avLst/>
              </ns1:prstTxWarp>
            </ns1:bodyPr>
            <ns1:lstStyle/>
            <ns1:p>
              <ns1:pPr algn="ctr"/>
              <ns1:endParaRPr lang="en-US" sz="2800" dirty="0">
                <ns1:solidFill>
                  <ns1:schemeClr val="bg1"/>
                </ns1:solidFill>
                <ns1:latin typeface="Questrial" pitchFamily="2" charset="0"/>
              </ns1:endParaRPr>
            </ns1:p>
          </ns0:txBody>
        </ns0:sp>
        <ns0:sp>
          <ns0:nvSpPr>
            <ns0:cNvPr id="8" name="Oval 9">
              <ns1:extLst>
                <ns1:ext uri="{FF2B5EF4-FFF2-40B4-BE49-F238E27FC236}">
                  <ns2:creationId id="{3BF6478A-38F7-40D2-8942-BE0ECF9DCE6E}"/>
                </ns1:ext>
              </ns1:extLst>
            </ns0:cNvPr>
            <ns0:cNvSpPr>
              <ns1:spLocks noChangeArrowheads="1"/>
            </ns0:cNvSpPr>
            <ns0:nvPr/>
          </ns0:nvSpPr>
          <ns0:spPr bwMode="auto">
            <ns1:xfrm rot="2700000">
              <ns1:off x="4040276" y="2774549"/>
              <ns1:ext cx="1303597" cy="1306412"/>
            </ns1:xfrm>
            <ns1:prstGeom prst="ellipse">
              <ns1:avLst/>
            </ns1:prstGeom>
            <ns1:solidFill>
              <ns1:srgbClr val="FFFFFF"/>
            </ns1:solidFill>
            <ns1:ln>
              <ns1:noFill/>
            </ns1:ln>
            <ns1:extLst>
              <ns1:ext uri="{91240B29-F687-4F45-9708-019B960494DF}">
                <ns3:hiddenLine w="9525">
                  <ns1:solidFill>
                    <ns1:srgbClr val="000000"/>
                  </ns1:solidFill>
                  <ns1:round/>
                  <ns1:headEnd/>
                  <ns1:tailEnd/>
                </ns3:hiddenLine>
              </ns1:ext>
            </ns1:extLst>
          </ns0:spPr>
          <ns0:txBody>
            <ns1:bodyPr vert="horz" wrap="square" lIns="91440" tIns="45720" rIns="91440" bIns="45720" numCol="1" anchor="ctr" anchorCtr="0" compatLnSpc="1">
              <ns1:prstTxWarp prst="textNoShape">
                <ns1:avLst/>
              </ns1:prstTxWarp>
            </ns1:bodyPr>
            <ns1:lstStyle/>
            <ns1:p>
              <ns1:pPr algn="ctr"/>
              <ns1:endParaRPr lang="en-US" sz="2800" dirty="0">
                <ns1:solidFill>
                  <ns1:schemeClr val="bg1"/>
                </ns1:solidFill>
              </ns1:endParaRPr>
            </ns1:p>
          </ns0:txBody>
        </ns0:sp>
        <ns0:sp>
          <ns0:nvSpPr>
            <ns0:cNvPr id="9" name="Freeform 10">
              <ns1:extLst>
                <ns1:ext uri="{FF2B5EF4-FFF2-40B4-BE49-F238E27FC236}">
                  <ns2:creationId id="{8EB0B861-464C-4C7A-82D9-0138F69AA1C4}"/>
                </ns1:ext>
              </ns1:extLst>
            </ns0:cNvPr>
            <ns0:cNvSpPr>
              <ns1:spLocks/>
            </ns0:cNvSpPr>
            <ns0:nvPr/>
          </ns0:nvSpPr>
          <ns0:spPr bwMode="auto">
            <ns1:xfrm rot="2700000">
              <ns1:off x="6656035" y="2556877"/>
              <ns1:ext cx="1516171" cy="2310154"/>
            </ns1:xfrm>
            <ns1:custGeom>
              <ns1:avLst/>
              <ns1:gdLst>
                <ns1:gd name="T0" fmla="*/ 134 w 455"/>
                <ns1:gd name="T1" fmla="*/ 546 h 693"/>
                <ns1:gd name="T2" fmla="*/ 77 w 455"/>
                <ns1:gd name="T3" fmla="*/ 692 h 693"/>
                <ns1:gd name="T4" fmla="*/ 227 w 455"/>
                <ns1:gd name="T5" fmla="*/ 636 h 693"/>
                <ns1:gd name="T6" fmla="*/ 376 w 455"/>
                <ns1:gd name="T7" fmla="*/ 693 h 693"/>
                <ns1:gd name="T8" fmla="*/ 321 w 455"/>
                <ns1:gd name="T9" fmla="*/ 546 h 693"/>
                <ns1:gd name="T10" fmla="*/ 384 w 455"/>
                <ns1:gd name="T11" fmla="*/ 392 h 693"/>
                <ns1:gd name="T12" fmla="*/ 455 w 455"/>
                <ns1:gd name="T13" fmla="*/ 228 h 693"/>
                <ns1:gd name="T14" fmla="*/ 228 w 455"/>
                <ns1:gd name="T15" fmla="*/ 0 h 693"/>
                <ns1:gd name="T16" fmla="*/ 0 w 455"/>
                <ns1:gd name="T17" fmla="*/ 228 h 693"/>
                <ns1:gd name="T18" fmla="*/ 70 w 455"/>
                <ns1:gd name="T19" fmla="*/ 391 h 693"/>
                <ns1:gd name="T20" fmla="*/ 134 w 455"/>
                <ns1:gd name="T21" fmla="*/ 546 h 693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</ns1:cxnLst>
              <ns1:rect l="0" t="0" r="r" b="b"/>
              <ns1:pathLst>
                <ns1:path w="455" h="693">
                  <ns1:moveTo>
                    <ns1:pt x="134" y="546"/>
                  </ns1:moveTo>
                  <ns1:cubicBezTo>
                    <ns1:pt x="134" y="603"/>
                    <ns1:pt x="112" y="654"/>
                    <ns1:pt x="77" y="692"/>
                  </ns1:cubicBezTo>
                  <ns1:cubicBezTo>
                    <ns1:pt x="117" y="657"/>
                    <ns1:pt x="170" y="636"/>
                    <ns1:pt x="227" y="636"/>
                  </ns1:cubicBezTo>
                  <ns1:cubicBezTo>
                    <ns1:pt x="284" y="636"/>
                    <ns1:pt x="336" y="658"/>
                    <ns1:pt x="376" y="693"/>
                  </ns1:cubicBezTo>
                  <ns1:cubicBezTo>
                    <ns1:pt x="341" y="654"/>
                    <ns1:pt x="321" y="602"/>
                    <ns1:pt x="321" y="546"/>
                  </ns1:cubicBezTo>
                  <ns1:cubicBezTo>
                    <ns1:pt x="321" y="486"/>
                    <ns1:pt x="345" y="431"/>
                    <ns1:pt x="384" y="392"/>
                  </ns1:cubicBezTo>
                  <ns1:cubicBezTo>
                    <ns1:pt x="428" y="350"/>
                    <ns1:pt x="455" y="292"/>
                    <ns1:pt x="455" y="228"/>
                  </ns1:cubicBezTo>
                  <ns1:cubicBezTo>
                    <ns1:pt x="455" y="102"/>
                    <ns1:pt x="353" y="0"/>
                    <ns1:pt x="228" y="0"/>
                  </ns1:cubicBezTo>
                  <ns1:cubicBezTo>
                    <ns1:pt x="102" y="0"/>
                    <ns1:pt x="0" y="102"/>
                    <ns1:pt x="0" y="228"/>
                  </ns1:cubicBezTo>
                  <ns1:cubicBezTo>
                    <ns1:pt x="0" y="292"/>
                    <ns1:pt x="27" y="350"/>
                    <ns1:pt x="70" y="391"/>
                  </ns1:cubicBezTo>
                  <ns1:cubicBezTo>
                    <ns1:pt x="110" y="431"/>
                    <ns1:pt x="134" y="486"/>
                    <ns1:pt x="134" y="546"/>
                  </ns1:cubicBezTo>
                  <ns1:close/>
                </ns1:path>
              </ns1:pathLst>
            </ns1:custGeom>
            <ns1:solidFill>
              <ns1:schemeClr val="tx1">
                <ns1:lumMod val="65000"/>
                <ns1:lumOff val="35000"/>
              </ns1:schemeClr>
            </ns1:solidFill>
            <ns1:ln w="12700" cap="flat" cmpd="sng" algn="ctr">
              <ns1:noFill/>
              <ns1:prstDash val="solid"/>
            </ns1:ln>
            <ns1:effectLst/>
            <ns1:extLst/>
          </ns0:spPr>
          <ns0:txBody>
            <ns1:bodyPr bIns="274320" rtlCol="0" anchor="b"/>
            <ns1:lstStyle/>
            <ns1:p>
              <ns1:pPr algn="ctr" defTabSz="1219170"/>
              <ns1:endParaRPr lang="en-US" sz="2000" kern="0">
                <ns1:solidFill>
                  <ns1:srgbClr val="FFFFFF"/>
                </ns1:solidFill>
              </ns1:endParaRPr>
            </ns1:p>
          </ns0:txBody>
        </ns0:sp>
        <ns0:sp>
          <ns0:nvSpPr>
            <ns0:cNvPr id="10" name="Oval 11">
              <ns1:extLst>
                <ns1:ext uri="{FF2B5EF4-FFF2-40B4-BE49-F238E27FC236}">
                  <ns2:creationId id="{AEB2ABF0-0DE5-4E52-A53E-C989B3B13CFD}"/>
                </ns1:ext>
              </ns1:extLst>
            </ns0:cNvPr>
            <ns0:cNvSpPr>
              <ns1:spLocks noChangeArrowheads="1"/>
            </ns0:cNvSpPr>
            <ns0:nvPr/>
          </ns0:nvSpPr>
          <ns0:spPr bwMode="auto">
            <ns1:xfrm rot="2700000">
              <ns1:off x="5541286" y="4277671"/>
              <ns1:ext cx="1307821" cy="1306412"/>
            </ns1:xfrm>
            <ns1:prstGeom prst="ellipse">
              <ns1:avLst/>
            </ns1:prstGeom>
            <ns1:solidFill>
              <ns1:srgbClr val="FFFFFF"/>
            </ns1:solidFill>
            <ns1:ln>
              <ns1:noFill/>
            </ns1:ln>
            <ns1:extLst>
              <ns1:ext uri="{91240B29-F687-4F45-9708-019B960494DF}">
                <ns3:hiddenLine w="9525">
                  <ns1:solidFill>
                    <ns1:srgbClr val="000000"/>
                  </ns1:solidFill>
                  <ns1:round/>
                  <ns1:headEnd/>
                  <ns1:tailEnd/>
                </ns3:hiddenLine>
              </ns1:ext>
            </ns1:extLst>
          </ns0:spPr>
          <ns0:txBody>
            <ns1:bodyPr vert="horz" wrap="square" lIns="91440" tIns="45720" rIns="91440" bIns="45720" numCol="1" anchor="ctr" anchorCtr="0" compatLnSpc="1">
              <ns1:prstTxWarp prst="textNoShape">
                <ns1:avLst/>
              </ns1:prstTxWarp>
            </ns1:bodyPr>
            <ns1:lstStyle/>
            <ns1:p>
              <ns1:pPr algn="ctr"/>
              <ns1:endParaRPr lang="en-US" sz="2800" dirty="0">
                <ns1:solidFill>
                  <ns1:schemeClr val="bg1"/>
                </ns1:solidFill>
              </ns1:endParaRPr>
            </ns1:p>
          </ns0:txBody>
        </ns0:sp>
        <ns0:sp>
          <ns0:nvSpPr>
            <ns0:cNvPr id="11" name="Oval 12">
              <ns1:extLst>
                <ns1:ext uri="{FF2B5EF4-FFF2-40B4-BE49-F238E27FC236}">
                  <ns2:creationId id="{B54C00FA-E55E-4724-AF15-9C7F9ED7721D}"/>
                </ns1:ext>
              </ns1:extLst>
            </ns0:cNvPr>
            <ns0:cNvSpPr>
              <ns1:spLocks noChangeArrowheads="1"/>
            </ns0:cNvSpPr>
            <ns0:nvPr/>
          </ns0:nvSpPr>
          <ns0:spPr bwMode="auto">
            <ns1:xfrm rot="2700000">
              <ns1:off x="7040925" y="2779440"/>
              <ns1:ext cx="1307821" cy="1303597"/>
            </ns1:xfrm>
            <ns1:prstGeom prst="ellipse">
              <ns1:avLst/>
            </ns1:prstGeom>
            <ns1:solidFill>
              <ns1:srgbClr val="FFFFFF"/>
            </ns1:solidFill>
            <ns1:ln>
              <ns1:noFill/>
            </ns1:ln>
            <ns1:extLst>
              <ns1:ext uri="{91240B29-F687-4F45-9708-019B960494DF}">
                <ns3:hiddenLine w="9525">
                  <ns1:solidFill>
                    <ns1:srgbClr val="000000"/>
                  </ns1:solidFill>
                  <ns1:round/>
                  <ns1:headEnd/>
                  <ns1:tailEnd/>
                </ns3:hiddenLine>
              </ns1:ext>
            </ns1:extLst>
          </ns0:spPr>
          <ns0:txBody>
            <ns1:bodyPr vert="horz" wrap="square" lIns="91440" tIns="45720" rIns="91440" bIns="45720" numCol="1" anchor="ctr" anchorCtr="0" compatLnSpc="1">
              <ns1:prstTxWarp prst="textNoShape">
                <ns1:avLst/>
              </ns1:prstTxWarp>
            </ns1:bodyPr>
            <ns1:lstStyle/>
            <ns1:p>
              <ns1:pPr algn="ctr"/>
              <ns1:endParaRPr lang="en-US" sz="2800" dirty="0">
                <ns1:solidFill>
                  <ns1:schemeClr val="bg1"/>
                </ns1:solidFill>
              </ns1:endParaRPr>
            </ns1:p>
          </ns0:txBody>
        </ns0:sp>
        <ns0:grpSp>
          <ns0:nvGrpSpPr>
            <ns0:cNvPr id="25" name="Group 4">
              <ns1:extLst>
                <ns1:ext uri="{FF2B5EF4-FFF2-40B4-BE49-F238E27FC236}">
                  <ns2:creationId id="{C4E9FBAA-EBE6-4262-954F-7CB1F9259FE6}"/>
                </ns1:ext>
              </ns1:extLst>
            </ns0:cNvPr>
            <ns0:cNvGrpSpPr>
              <ns1:grpSpLocks noChangeAspect="1"/>
            </ns0:cNvGrpSpPr>
            <ns0:nvPr/>
          </ns0:nvGrpSpPr>
          <ns0:grpSpPr bwMode="auto">
            <ns1:xfrm>
              <ns1:off x="4390001" y="3144845"/>
              <ns1:ext cx="568310" cy="568310"/>
              <ns1:chOff x="1678" y="0"/>
              <ns1:chExt cx="4322" cy="4322"/>
            </ns1:xfrm>
            <ns1:solidFill>
              <ns1:schemeClr val="tx1">
                <ns1:lumMod val="65000"/>
                <ns1:lumOff val="35000"/>
              </ns1:schemeClr>
            </ns1:solidFill>
          </ns0:grpSpPr>
          <ns0:sp>
            <ns0:nvSpPr>
              <ns0:cNvPr id="26" name="Freeform 5">
                <ns1:extLst>
                  <ns1:ext uri="{FF2B5EF4-FFF2-40B4-BE49-F238E27FC236}">
                    <ns2:creationId id="{3D9EF1DC-7318-43D6-84A2-2C9C6219930F}"/>
                  </ns1:ext>
                </ns1:extLst>
              </ns0:cNvPr>
              <ns0:cNvSpPr>
                <ns1:spLocks noEditPoints="1"/>
              </ns0:cNvSpPr>
              <ns0:nvPr/>
            </ns0:nvSpPr>
            <ns0:spPr bwMode="auto">
              <ns1:xfrm>
                <ns1:off x="1678" y="0"/>
                <ns1:ext cx="4322" cy="4322"/>
              </ns1:xfrm>
              <ns1:custGeom>
                <ns1:avLst/>
                <ns1:gdLst>
                  <ns1:gd name="T0" fmla="*/ 1792 w 1984"/>
                  <ns1:gd name="T1" fmla="*/ 224 h 1984"/>
                  <ns1:gd name="T2" fmla="*/ 1344 w 1984"/>
                  <ns1:gd name="T3" fmla="*/ 352 h 1984"/>
                  <ns1:gd name="T4" fmla="*/ 1278 w 1984"/>
                  <ns1:gd name="T5" fmla="*/ 416 h 1984"/>
                  <ns1:gd name="T6" fmla="*/ 160 w 1984"/>
                  <ns1:gd name="T7" fmla="*/ 416 h 1984"/>
                  <ns1:gd name="T8" fmla="*/ 160 w 1984"/>
                  <ns1:gd name="T9" fmla="*/ 1664 h 1984"/>
                  <ns1:gd name="T10" fmla="*/ 384 w 1984"/>
                  <ns1:gd name="T11" fmla="*/ 1830 h 1984"/>
                  <ns1:gd name="T12" fmla="*/ 1600 w 1984"/>
                  <ns1:gd name="T13" fmla="*/ 1830 h 1984"/>
                  <ns1:gd name="T14" fmla="*/ 1824 w 1984"/>
                  <ns1:gd name="T15" fmla="*/ 1664 h 1984"/>
                  <ns1:gd name="T16" fmla="*/ 1824 w 1984"/>
                  <ns1:gd name="T17" fmla="*/ 416 h 1984"/>
                  <ns1:gd name="T18" fmla="*/ 1568 w 1984"/>
                  <ns1:gd name="T19" fmla="*/ 832 h 1984"/>
                  <ns1:gd name="T20" fmla="*/ 1600 w 1984"/>
                  <ns1:gd name="T21" fmla="*/ 608 h 1984"/>
                  <ns1:gd name="T22" fmla="*/ 1536 w 1984"/>
                  <ns1:gd name="T23" fmla="*/ 64 h 1984"/>
                  <ns1:gd name="T24" fmla="*/ 1408 w 1984"/>
                  <ns1:gd name="T25" fmla="*/ 832 h 1984"/>
                  <ns1:gd name="T26" fmla="*/ 1472 w 1984"/>
                  <ns1:gd name="T27" fmla="*/ 832 h 1984"/>
                  <ns1:gd name="T28" fmla="*/ 1472 w 1984"/>
                  <ns1:gd name="T29" fmla="*/ 64 h 1984"/>
                  <ns1:gd name="T30" fmla="*/ 1408 w 1984"/>
                  <ns1:gd name="T31" fmla="*/ 64 h 1984"/>
                  <ns1:gd name="T32" fmla="*/ 1344 w 1984"/>
                  <ns1:gd name="T33" fmla="*/ 896 h 1984"/>
                  <ns1:gd name="T34" fmla="*/ 1792 w 1984"/>
                  <ns1:gd name="T35" fmla="*/ 480 h 1984"/>
                  <ns1:gd name="T36" fmla="*/ 1920 w 1984"/>
                  <ns1:gd name="T37" fmla="*/ 1408 h 1984"/>
                  <ns1:gd name="T38" fmla="*/ 1236 w 1984"/>
                  <ns1:gd name="T39" fmla="*/ 1066 h 1984"/>
                  <ns1:gd name="T40" fmla="*/ 1125 w 1984"/>
                  <ns1:gd name="T41" fmla="*/ 863 h 1984"/>
                  <ns1:gd name="T42" fmla="*/ 1536 w 1984"/>
                  <ns1:gd name="T43" fmla="*/ 480 h 1984"/>
                  <ns1:gd name="T44" fmla="*/ 1247 w 1984"/>
                  <ns1:gd name="T45" fmla="*/ 1274 h 1984"/>
                  <ns1:gd name="T46" fmla="*/ 956 w 1984"/>
                  <ns1:gd name="T47" fmla="*/ 1408 h 1984"/>
                  <ns1:gd name="T48" fmla="*/ 1088 w 1984"/>
                  <ns1:gd name="T49" fmla="*/ 1108 h 1984"/>
                  <ns1:gd name="T50" fmla="*/ 1457 w 1984"/>
                  <ns1:gd name="T51" fmla="*/ 1408 h 1984"/>
                  <ns1:gd name="T52" fmla="*/ 390 w 1984"/>
                  <ns1:gd name="T53" fmla="*/ 1408 h 1984"/>
                  <ns1:gd name="T54" fmla="*/ 437 w 1984"/>
                  <ns1:gd name="T55" fmla="*/ 1129 h 1984"/>
                  <ns1:gd name="T56" fmla="*/ 723 w 1984"/>
                  <ns1:gd name="T57" fmla="*/ 1290 h 1984"/>
                  <ns1:gd name="T58" fmla="*/ 479 w 1984"/>
                  <ns1:gd name="T59" fmla="*/ 1286 h 1984"/>
                  <ns1:gd name="T60" fmla="*/ 978 w 1984"/>
                  <ns1:gd name="T61" fmla="*/ 1091 h 1984"/>
                  <ns1:gd name="T62" fmla="*/ 933 w 1984"/>
                  <ns1:gd name="T63" fmla="*/ 1223 h 1984"/>
                  <ns1:gd name="T64" fmla="*/ 576 w 1984"/>
                  <ns1:gd name="T65" fmla="*/ 736 h 1984"/>
                  <ns1:gd name="T66" fmla="*/ 1088 w 1984"/>
                  <ns1:gd name="T67" fmla="*/ 543 h 1984"/>
                  <ns1:gd name="T68" fmla="*/ 736 w 1984"/>
                  <ns1:gd name="T69" fmla="*/ 1041 h 1984"/>
                  <ns1:gd name="T70" fmla="*/ 928 w 1984"/>
                  <ns1:gd name="T71" fmla="*/ 1048 h 1984"/>
                  <ns1:gd name="T72" fmla="*/ 736 w 1984"/>
                  <ns1:gd name="T73" fmla="*/ 1048 h 1984"/>
                  <ns1:gd name="T74" fmla="*/ 735 w 1984"/>
                  <ns1:gd name="T75" fmla="*/ 1190 h 1984"/>
                  <ns1:gd name="T76" fmla="*/ 640 w 1984"/>
                  <ns1:gd name="T77" fmla="*/ 1098 h 1984"/>
                  <ns1:gd name="T78" fmla="*/ 868 w 1984"/>
                  <ns1:gd name="T79" fmla="*/ 1216 h 1984"/>
                  <ns1:gd name="T80" fmla="*/ 796 w 1984"/>
                  <ns1:gd name="T81" fmla="*/ 1216 h 1984"/>
                  <ns1:gd name="T82" fmla="*/ 1216 w 1984"/>
                  <ns1:gd name="T83" fmla="*/ 704 h 1984"/>
                  <ns1:gd name="T84" fmla="*/ 832 w 1984"/>
                  <ns1:gd name="T85" fmla="*/ 64 h 1984"/>
                  <ns1:gd name="T86" fmla="*/ 1152 w 1984"/>
                  <ns1:gd name="T87" fmla="*/ 547 h 1984"/>
                  <ns1:gd name="T88" fmla="*/ 869 w 1984"/>
                  <ns1:gd name="T89" fmla="*/ 376 h 1984"/>
                  <ns1:gd name="T90" fmla="*/ 544 w 1984"/>
                  <ns1:gd name="T91" fmla="*/ 480 h 1984"/>
                  <ns1:gd name="T92" fmla="*/ 448 w 1984"/>
                  <ns1:gd name="T93" fmla="*/ 577 h 1984"/>
                  <ns1:gd name="T94" fmla="*/ 518 w 1984"/>
                  <ns1:gd name="T95" fmla="*/ 796 h 1984"/>
                  <ns1:gd name="T96" fmla="*/ 512 w 1984"/>
                  <ns1:gd name="T97" fmla="*/ 736 h 1984"/>
                  <ns1:gd name="T98" fmla="*/ 384 w 1984"/>
                  <ns1:gd name="T99" fmla="*/ 480 h 1984"/>
                  <ns1:gd name="T100" fmla="*/ 672 w 1984"/>
                  <ns1:gd name="T101" fmla="*/ 1013 h 1984"/>
                  <ns1:gd name="T102" fmla="*/ 204 w 1984"/>
                  <ns1:gd name="T103" fmla="*/ 1244 h 1984"/>
                  <ns1:gd name="T104" fmla="*/ 64 w 1984"/>
                  <ns1:gd name="T105" fmla="*/ 576 h 1984"/>
                  <ns1:gd name="T106" fmla="*/ 832 w 1984"/>
                  <ns1:gd name="T107" fmla="*/ 1800 h 1984"/>
                  <ns1:gd name="T108" fmla="*/ 448 w 1984"/>
                  <ns1:gd name="T109" fmla="*/ 1882 h 1984"/>
                  <ns1:gd name="T110" fmla="*/ 1152 w 1984"/>
                  <ns1:gd name="T111" fmla="*/ 1920 h 1984"/>
                  <ns1:gd name="T112" fmla="*/ 1088 w 1984"/>
                  <ns1:gd name="T113" fmla="*/ 1920 h 1984"/>
                  <ns1:gd name="T114" fmla="*/ 1088 w 1984"/>
                  <ns1:gd name="T115" fmla="*/ 1664 h 1984"/>
                  <ns1:gd name="T116" fmla="*/ 160 w 1984"/>
                  <ns1:gd name="T117" fmla="*/ 1600 h 1984"/>
                  <ns1:gd name="T118" fmla="*/ 1920 w 1984"/>
                  <ns1:gd name="T119" fmla="*/ 1472 h 1984"/>
                </ns1:gdLst>
                <ns1:ahLst/>
                <ns1:cxnLst>
                  <ns1:cxn ang="0">
                    <ns1:pos x="T0" y="T1"/>
                  </ns1:cxn>
                  <ns1:cxn ang="0">
                    <ns1:pos x="T2" y="T3"/>
                  </ns1:cxn>
                  <ns1:cxn ang="0">
                    <ns1:pos x="T4" y="T5"/>
                  </ns1:cxn>
                  <ns1:cxn ang="0">
                    <ns1:pos x="T6" y="T7"/>
                  </ns1:cxn>
                  <ns1:cxn ang="0">
                    <ns1:pos x="T8" y="T9"/>
                  </ns1:cxn>
                  <ns1:cxn ang="0">
                    <ns1:pos x="T10" y="T11"/>
                  </ns1:cxn>
                  <ns1:cxn ang="0">
                    <ns1:pos x="T12" y="T13"/>
                  </ns1:cxn>
                  <ns1:cxn ang="0">
                    <ns1:pos x="T14" y="T15"/>
                  </ns1:cxn>
                  <ns1:cxn ang="0">
                    <ns1:pos x="T16" y="T17"/>
                  </ns1:cxn>
                  <ns1:cxn ang="0">
                    <ns1:pos x="T18" y="T19"/>
                  </ns1:cxn>
                  <ns1:cxn ang="0">
                    <ns1:pos x="T20" y="T21"/>
                  </ns1:cxn>
                  <ns1:cxn ang="0">
                    <ns1:pos x="T22" y="T23"/>
                  </ns1:cxn>
                  <ns1:cxn ang="0">
                    <ns1:pos x="T24" y="T25"/>
                  </ns1:cxn>
                  <ns1:cxn ang="0">
                    <ns1:pos x="T26" y="T27"/>
                  </ns1:cxn>
                  <ns1:cxn ang="0">
                    <ns1:pos x="T28" y="T29"/>
                  </ns1:cxn>
                  <ns1:cxn ang="0">
                    <ns1:pos x="T30" y="T31"/>
                  </ns1:cxn>
                  <ns1:cxn ang="0">
                    <ns1:pos x="T32" y="T33"/>
                  </ns1:cxn>
                  <ns1:cxn ang="0">
                    <ns1:pos x="T34" y="T35"/>
                  </ns1:cxn>
                  <ns1:cxn ang="0">
                    <ns1:pos x="T36" y="T37"/>
                  </ns1:cxn>
                  <ns1:cxn ang="0">
                    <ns1:pos x="T38" y="T39"/>
                  </ns1:cxn>
                  <ns1:cxn ang="0">
                    <ns1:pos x="T40" y="T41"/>
                  </ns1:cxn>
                  <ns1:cxn ang="0">
                    <ns1:pos x="T42" y="T43"/>
                  </ns1:cxn>
                  <ns1:cxn ang="0">
                    <ns1:pos x="T44" y="T45"/>
                  </ns1:cxn>
                  <ns1:cxn ang="0">
                    <ns1:pos x="T46" y="T47"/>
                  </ns1:cxn>
                  <ns1:cxn ang="0">
                    <ns1:pos x="T48" y="T49"/>
                  </ns1:cxn>
                  <ns1:cxn ang="0">
                    <ns1:pos x="T50" y="T51"/>
                  </ns1:cxn>
                  <ns1:cxn ang="0">
                    <ns1:pos x="T52" y="T53"/>
                  </ns1:cxn>
                  <ns1:cxn ang="0">
                    <ns1:pos x="T54" y="T55"/>
                  </ns1:cxn>
                  <ns1:cxn ang="0">
                    <ns1:pos x="T56" y="T57"/>
                  </ns1:cxn>
                  <ns1:cxn ang="0">
                    <ns1:pos x="T58" y="T59"/>
                  </ns1:cxn>
                  <ns1:cxn ang="0">
                    <ns1:pos x="T60" y="T61"/>
                  </ns1:cxn>
                  <ns1:cxn ang="0">
                    <ns1:pos x="T62" y="T63"/>
                  </ns1:cxn>
                  <ns1:cxn ang="0">
                    <ns1:pos x="T64" y="T65"/>
                  </ns1:cxn>
                  <ns1:cxn ang="0">
                    <ns1:pos x="T66" y="T67"/>
                  </ns1:cxn>
                  <ns1:cxn ang="0">
                    <ns1:pos x="T68" y="T69"/>
                  </ns1:cxn>
                  <ns1:cxn ang="0">
                    <ns1:pos x="T70" y="T71"/>
                  </ns1:cxn>
                  <ns1:cxn ang="0">
                    <ns1:pos x="T72" y="T73"/>
                  </ns1:cxn>
                  <ns1:cxn ang="0">
                    <ns1:pos x="T74" y="T75"/>
                  </ns1:cxn>
                  <ns1:cxn ang="0">
                    <ns1:pos x="T76" y="T77"/>
                  </ns1:cxn>
                  <ns1:cxn ang="0">
                    <ns1:pos x="T78" y="T79"/>
                  </ns1:cxn>
                  <ns1:cxn ang="0">
                    <ns1:pos x="T80" y="T81"/>
                  </ns1:cxn>
                  <ns1:cxn ang="0">
                    <ns1:pos x="T82" y="T83"/>
                  </ns1:cxn>
                  <ns1:cxn ang="0">
                    <ns1:pos x="T84" y="T85"/>
                  </ns1:cxn>
                  <ns1:cxn ang="0">
                    <ns1:pos x="T86" y="T87"/>
                  </ns1:cxn>
                  <ns1:cxn ang="0">
                    <ns1:pos x="T88" y="T89"/>
                  </ns1:cxn>
                  <ns1:cxn ang="0">
                    <ns1:pos x="T90" y="T91"/>
                  </ns1:cxn>
                  <ns1:cxn ang="0">
                    <ns1:pos x="T92" y="T93"/>
                  </ns1:cxn>
                  <ns1:cxn ang="0">
                    <ns1:pos x="T94" y="T95"/>
                  </ns1:cxn>
                  <ns1:cxn ang="0">
                    <ns1:pos x="T96" y="T97"/>
                  </ns1:cxn>
                  <ns1:cxn ang="0">
                    <ns1:pos x="T98" y="T99"/>
                  </ns1:cxn>
                  <ns1:cxn ang="0">
                    <ns1:pos x="T100" y="T101"/>
                  </ns1:cxn>
                  <ns1:cxn ang="0">
                    <ns1:pos x="T102" y="T103"/>
                  </ns1:cxn>
                  <ns1:cxn ang="0">
                    <ns1:pos x="T104" y="T105"/>
                  </ns1:cxn>
                  <ns1:cxn ang="0">
                    <ns1:pos x="T106" y="T107"/>
                  </ns1:cxn>
                  <ns1:cxn ang="0">
                    <ns1:pos x="T108" y="T109"/>
                  </ns1:cxn>
                  <ns1:cxn ang="0">
                    <ns1:pos x="T110" y="T111"/>
                  </ns1:cxn>
                  <ns1:cxn ang="0">
                    <ns1:pos x="T112" y="T113"/>
                  </ns1:cxn>
                  <ns1:cxn ang="0">
                    <ns1:pos x="T114" y="T115"/>
                  </ns1:cxn>
                  <ns1:cxn ang="0">
                    <ns1:pos x="T116" y="T117"/>
                  </ns1:cxn>
                  <ns1:cxn ang="0">
                    <ns1:pos x="T118" y="T119"/>
                  </ns1:cxn>
                </ns1:cxnLst>
                <ns1:rect l="0" t="0" r="r" b="b"/>
                <ns1:pathLst>
                  <ns1:path w="1984" h="1984">
                    <ns1:moveTo>
                      <ns1:pt x="1824" y="416"/>
                    </ns1:moveTo>
                    <ns1:cubicBezTo>
                      <ns1:pt x="1792" y="416"/>
                      <ns1:pt x="1792" y="416"/>
                      <ns1:pt x="1792" y="416"/>
                    </ns1:cubicBezTo>
                    <ns1:cubicBezTo>
                      <ns1:pt x="1792" y="224"/>
                      <ns1:pt x="1792" y="224"/>
                      <ns1:pt x="1792" y="224"/>
                    </ns1:cubicBezTo>
                    <ns1:cubicBezTo>
                      <ns1:pt x="1792" y="100"/>
                      <ns1:pt x="1691" y="0"/>
                      <ns1:pt x="1568" y="0"/>
                    </ns1:cubicBezTo>
                    <ns1:cubicBezTo>
                      <ns1:pt x="1344" y="0"/>
                      <ns1:pt x="1344" y="0"/>
                      <ns1:pt x="1344" y="0"/>
                    </ns1:cubicBezTo>
                    <ns1:cubicBezTo>
                      <ns1:pt x="1344" y="352"/>
                      <ns1:pt x="1344" y="352"/>
                      <ns1:pt x="1344" y="352"/>
                    </ns1:cubicBezTo>
                    <ns1:cubicBezTo>
                      <ns1:pt x="1536" y="352"/>
                      <ns1:pt x="1536" y="352"/>
                      <ns1:pt x="1536" y="352"/>
                    </ns1:cubicBezTo>
                    <ns1:cubicBezTo>
                      <ns1:pt x="1536" y="416"/>
                      <ns1:pt x="1536" y="416"/>
                      <ns1:pt x="1536" y="416"/>
                    </ns1:cubicBezTo>
                    <ns1:cubicBezTo>
                      <ns1:pt x="1278" y="416"/>
                      <ns1:pt x="1278" y="416"/>
                      <ns1:pt x="1278" y="416"/>
                    </ns1:cubicBezTo>
                    <ns1:cubicBezTo>
                      <ns1:pt x="1262" y="184"/>
                      <ns1:pt x="1068" y="0"/>
                      <ns1:pt x="832" y="0"/>
                    </ns1:cubicBezTo>
                    <ns1:cubicBezTo>
                      <ns1:pt x="596" y="0"/>
                      <ns1:pt x="402" y="184"/>
                      <ns1:pt x="386" y="416"/>
                    </ns1:cubicBezTo>
                    <ns1:cubicBezTo>
                      <ns1:pt x="160" y="416"/>
                      <ns1:pt x="160" y="416"/>
                      <ns1:pt x="160" y="416"/>
                    </ns1:cubicBezTo>
                    <ns1:cubicBezTo>
                      <ns1:pt x="72" y="416"/>
                      <ns1:pt x="0" y="488"/>
                      <ns1:pt x="0" y="576"/>
                    </ns1:cubicBezTo>
                    <ns1:cubicBezTo>
                      <ns1:pt x="0" y="1504"/>
                      <ns1:pt x="0" y="1504"/>
                      <ns1:pt x="0" y="1504"/>
                    </ns1:cubicBezTo>
                    <ns1:cubicBezTo>
                      <ns1:pt x="0" y="1592"/>
                      <ns1:pt x="72" y="1664"/>
                      <ns1:pt x="160" y="1664"/>
                    </ns1:cubicBezTo>
                    <ns1:cubicBezTo>
                      <ns1:pt x="832" y="1664"/>
                      <ns1:pt x="832" y="1664"/>
                      <ns1:pt x="832" y="1664"/>
                    </ns1:cubicBezTo>
                    <ns1:cubicBezTo>
                      <ns1:pt x="832" y="1734"/>
                      <ns1:pt x="832" y="1734"/>
                      <ns1:pt x="832" y="1734"/>
                    </ns1:cubicBezTo>
                    <ns1:cubicBezTo>
                      <ns1:pt x="384" y="1830"/>
                      <ns1:pt x="384" y="1830"/>
                      <ns1:pt x="384" y="1830"/>
                    </ns1:cubicBezTo>
                    <ns1:cubicBezTo>
                      <ns1:pt x="384" y="1984"/>
                      <ns1:pt x="384" y="1984"/>
                      <ns1:pt x="384" y="1984"/>
                    </ns1:cubicBezTo>
                    <ns1:cubicBezTo>
                      <ns1:pt x="1600" y="1984"/>
                      <ns1:pt x="1600" y="1984"/>
                      <ns1:pt x="1600" y="1984"/>
                    </ns1:cubicBezTo>
                    <ns1:cubicBezTo>
                      <ns1:pt x="1600" y="1830"/>
                      <ns1:pt x="1600" y="1830"/>
                      <ns1:pt x="1600" y="1830"/>
                    </ns1:cubicBezTo>
                    <ns1:cubicBezTo>
                      <ns1:pt x="1152" y="1734"/>
                      <ns1:pt x="1152" y="1734"/>
                      <ns1:pt x="1152" y="1734"/>
                    </ns1:cubicBezTo>
                    <ns1:cubicBezTo>
                      <ns1:pt x="1152" y="1664"/>
                      <ns1:pt x="1152" y="1664"/>
                      <ns1:pt x="1152" y="1664"/>
                    </ns1:cubicBezTo>
                    <ns1:cubicBezTo>
                      <ns1:pt x="1824" y="1664"/>
                      <ns1:pt x="1824" y="1664"/>
                      <ns1:pt x="1824" y="1664"/>
                    </ns1:cubicBezTo>
                    <ns1:cubicBezTo>
                      <ns1:pt x="1912" y="1664"/>
                      <ns1:pt x="1984" y="1592"/>
                      <ns1:pt x="1984" y="1504"/>
                    </ns1:cubicBezTo>
                    <ns1:cubicBezTo>
                      <ns1:pt x="1984" y="576"/>
                      <ns1:pt x="1984" y="576"/>
                      <ns1:pt x="1984" y="576"/>
                    </ns1:cubicBezTo>
                    <ns1:cubicBezTo>
                      <ns1:pt x="1984" y="488"/>
                      <ns1:pt x="1912" y="416"/>
                      <ns1:pt x="1824" y="416"/>
                    </ns1:cubicBezTo>
                    <ns1:close/>
                    <ns1:moveTo>
                      <ns1:pt x="1728" y="224"/>
                    </ns1:moveTo>
                    <ns1:cubicBezTo>
                      <ns1:pt x="1728" y="672"/>
                      <ns1:pt x="1728" y="672"/>
                      <ns1:pt x="1728" y="672"/>
                    </ns1:cubicBezTo>
                    <ns1:cubicBezTo>
                      <ns1:pt x="1728" y="760"/>
                      <ns1:pt x="1656" y="832"/>
                      <ns1:pt x="1568" y="832"/>
                    </ns1:cubicBezTo>
                    <ns1:cubicBezTo>
                      <ns1:pt x="1536" y="832"/>
                      <ns1:pt x="1536" y="832"/>
                      <ns1:pt x="1536" y="832"/>
                    </ns1:cubicBezTo>
                    <ns1:cubicBezTo>
                      <ns1:pt x="1536" y="608"/>
                      <ns1:pt x="1536" y="608"/>
                      <ns1:pt x="1536" y="608"/>
                    </ns1:cubicBezTo>
                    <ns1:cubicBezTo>
                      <ns1:pt x="1600" y="608"/>
                      <ns1:pt x="1600" y="608"/>
                      <ns1:pt x="1600" y="608"/>
                    </ns1:cubicBezTo>
                    <ns1:cubicBezTo>
                      <ns1:pt x="1600" y="288"/>
                      <ns1:pt x="1600" y="288"/>
                      <ns1:pt x="1600" y="288"/>
                    </ns1:cubicBezTo>
                    <ns1:cubicBezTo>
                      <ns1:pt x="1536" y="288"/>
                      <ns1:pt x="1536" y="288"/>
                      <ns1:pt x="1536" y="288"/>
                    </ns1:cubicBezTo>
                    <ns1:cubicBezTo>
                      <ns1:pt x="1536" y="64"/>
                      <ns1:pt x="1536" y="64"/>
                      <ns1:pt x="1536" y="64"/>
                    </ns1:cubicBezTo>
                    <ns1:cubicBezTo>
                      <ns1:pt x="1568" y="64"/>
                      <ns1:pt x="1568" y="64"/>
                      <ns1:pt x="1568" y="64"/>
                    </ns1:cubicBezTo>
                    <ns1:cubicBezTo>
                      <ns1:pt x="1656" y="64"/>
                      <ns1:pt x="1728" y="136"/>
                      <ns1:pt x="1728" y="224"/>
                    </ns1:cubicBezTo>
                    <ns1:close/>
                    <ns1:moveTo>
                      <ns1:pt x="1408" y="832"/>
                    </ns1:moveTo>
                    <ns1:cubicBezTo>
                      <ns1:pt x="1408" y="608"/>
                      <ns1:pt x="1408" y="608"/>
                      <ns1:pt x="1408" y="608"/>
                    </ns1:cubicBezTo>
                    <ns1:cubicBezTo>
                      <ns1:pt x="1472" y="608"/>
                      <ns1:pt x="1472" y="608"/>
                      <ns1:pt x="1472" y="608"/>
                    </ns1:cubicBezTo>
                    <ns1:cubicBezTo>
                      <ns1:pt x="1472" y="832"/>
                      <ns1:pt x="1472" y="832"/>
                      <ns1:pt x="1472" y="832"/>
                    </ns1:cubicBezTo>
                    <ns1:lnTo>
                      <ns1:pt x="1408" y="832"/>
                    </ns1:lnTo>
                    <ns1:close/>
                    <ns1:moveTo>
                      <ns1:pt x="1408" y="64"/>
                    </ns1:moveTo>
                    <ns1:cubicBezTo>
                      <ns1:pt x="1472" y="64"/>
                      <ns1:pt x="1472" y="64"/>
                      <ns1:pt x="1472" y="64"/>
                    </ns1:cubicBezTo>
                    <ns1:cubicBezTo>
                      <ns1:pt x="1472" y="288"/>
                      <ns1:pt x="1472" y="288"/>
                      <ns1:pt x="1472" y="288"/>
                    </ns1:cubicBezTo>
                    <ns1:cubicBezTo>
                      <ns1:pt x="1408" y="288"/>
                      <ns1:pt x="1408" y="288"/>
                      <ns1:pt x="1408" y="288"/>
                    </ns1:cubicBezTo>
                    <ns1:lnTo>
                      <ns1:pt x="1408" y="64"/>
                    </ns1:lnTo>
                    <ns1:close/>
                    <ns1:moveTo>
                      <ns1:pt x="1536" y="544"/>
                    </ns1:moveTo>
                    <ns1:cubicBezTo>
                      <ns1:pt x="1344" y="544"/>
                      <ns1:pt x="1344" y="544"/>
                      <ns1:pt x="1344" y="544"/>
                    </ns1:cubicBezTo>
                    <ns1:cubicBezTo>
                      <ns1:pt x="1344" y="896"/>
                      <ns1:pt x="1344" y="896"/>
                      <ns1:pt x="1344" y="896"/>
                    </ns1:cubicBezTo>
                    <ns1:cubicBezTo>
                      <ns1:pt x="1568" y="896"/>
                      <ns1:pt x="1568" y="896"/>
                      <ns1:pt x="1568" y="896"/>
                    </ns1:cubicBezTo>
                    <ns1:cubicBezTo>
                      <ns1:pt x="1691" y="896"/>
                      <ns1:pt x="1792" y="796"/>
                      <ns1:pt x="1792" y="672"/>
                    </ns1:cubicBezTo>
                    <ns1:cubicBezTo>
                      <ns1:pt x="1792" y="480"/>
                      <ns1:pt x="1792" y="480"/>
                      <ns1:pt x="1792" y="480"/>
                    </ns1:cubicBezTo>
                    <ns1:cubicBezTo>
                      <ns1:pt x="1824" y="480"/>
                      <ns1:pt x="1824" y="480"/>
                      <ns1:pt x="1824" y="480"/>
                    </ns1:cubicBezTo>
                    <ns1:cubicBezTo>
                      <ns1:pt x="1877" y="480"/>
                      <ns1:pt x="1920" y="523"/>
                      <ns1:pt x="1920" y="576"/>
                    </ns1:cubicBezTo>
                    <ns1:cubicBezTo>
                      <ns1:pt x="1920" y="1408"/>
                      <ns1:pt x="1920" y="1408"/>
                      <ns1:pt x="1920" y="1408"/>
                    </ns1:cubicBezTo>
                    <ns1:cubicBezTo>
                      <ns1:pt x="1526" y="1408"/>
                      <ns1:pt x="1526" y="1408"/>
                      <ns1:pt x="1526" y="1408"/>
                    </ns1:cubicBezTo>
                    <ns1:cubicBezTo>
                      <ns1:pt x="1460" y="1244"/>
                      <ns1:pt x="1460" y="1244"/>
                      <ns1:pt x="1460" y="1244"/>
                    </ns1:cubicBezTo>
                    <ns1:cubicBezTo>
                      <ns1:pt x="1422" y="1150"/>
                      <ns1:pt x="1337" y="1082"/>
                      <ns1:pt x="1236" y="1066"/>
                    </ns1:cubicBezTo>
                    <ns1:cubicBezTo>
                      <ns1:pt x="992" y="1029"/>
                      <ns1:pt x="992" y="1029"/>
                      <ns1:pt x="992" y="1029"/>
                    </ns1:cubicBezTo>
                    <ns1:cubicBezTo>
                      <ns1:pt x="992" y="1013"/>
                      <ns1:pt x="992" y="1013"/>
                      <ns1:pt x="992" y="1013"/>
                    </ns1:cubicBezTo>
                    <ns1:cubicBezTo>
                      <ns1:pt x="1051" y="979"/>
                      <ns1:pt x="1098" y="926"/>
                      <ns1:pt x="1125" y="863"/>
                    </ns1:cubicBezTo>
                    <ns1:cubicBezTo>
                      <ns1:pt x="1211" y="861"/>
                      <ns1:pt x="1280" y="790"/>
                      <ns1:pt x="1280" y="704"/>
                    </ns1:cubicBezTo>
                    <ns1:cubicBezTo>
                      <ns1:pt x="1280" y="480"/>
                      <ns1:pt x="1280" y="480"/>
                      <ns1:pt x="1280" y="480"/>
                    </ns1:cubicBezTo>
                    <ns1:cubicBezTo>
                      <ns1:pt x="1536" y="480"/>
                      <ns1:pt x="1536" y="480"/>
                      <ns1:pt x="1536" y="480"/>
                    </ns1:cubicBezTo>
                    <ns1:lnTo>
                      <ns1:pt x="1536" y="544"/>
                    </ns1:lnTo>
                    <ns1:close/>
                    <ns1:moveTo>
                      <ns1:pt x="1274" y="1408"/>
                    </ns1:moveTo>
                    <ns1:cubicBezTo>
                      <ns1:pt x="1247" y="1274"/>
                      <ns1:pt x="1247" y="1274"/>
                      <ns1:pt x="1247" y="1274"/>
                    </ns1:cubicBezTo>
                    <ns1:cubicBezTo>
                      <ns1:pt x="1185" y="1286"/>
                      <ns1:pt x="1185" y="1286"/>
                      <ns1:pt x="1185" y="1286"/>
                    </ns1:cubicBezTo>
                    <ns1:cubicBezTo>
                      <ns1:pt x="1209" y="1408"/>
                      <ns1:pt x="1209" y="1408"/>
                      <ns1:pt x="1209" y="1408"/>
                    </ns1:cubicBezTo>
                    <ns1:cubicBezTo>
                      <ns1:pt x="956" y="1408"/>
                      <ns1:pt x="956" y="1408"/>
                      <ns1:pt x="956" y="1408"/>
                    </ns1:cubicBezTo>
                    <ns1:cubicBezTo>
                      <ns1:pt x="941" y="1290"/>
                      <ns1:pt x="941" y="1290"/>
                      <ns1:pt x="941" y="1290"/>
                    </ns1:cubicBezTo>
                    <ns1:cubicBezTo>
                      <ns1:pt x="1088" y="1319"/>
                      <ns1:pt x="1088" y="1319"/>
                      <ns1:pt x="1088" y="1319"/>
                    </ns1:cubicBezTo>
                    <ns1:cubicBezTo>
                      <ns1:pt x="1088" y="1108"/>
                      <ns1:pt x="1088" y="1108"/>
                      <ns1:pt x="1088" y="1108"/>
                    </ns1:cubicBezTo>
                    <ns1:cubicBezTo>
                      <ns1:pt x="1227" y="1129"/>
                      <ns1:pt x="1227" y="1129"/>
                      <ns1:pt x="1227" y="1129"/>
                    </ns1:cubicBezTo>
                    <ns1:cubicBezTo>
                      <ns1:pt x="1305" y="1141"/>
                      <ns1:pt x="1371" y="1194"/>
                      <ns1:pt x="1401" y="1268"/>
                    </ns1:cubicBezTo>
                    <ns1:cubicBezTo>
                      <ns1:pt x="1457" y="1408"/>
                      <ns1:pt x="1457" y="1408"/>
                      <ns1:pt x="1457" y="1408"/>
                    </ns1:cubicBezTo>
                    <ns1:lnTo>
                      <ns1:pt x="1274" y="1408"/>
                    </ns1:lnTo>
                    <ns1:close/>
                    <ns1:moveTo>
                      <ns1:pt x="417" y="1274"/>
                    </ns1:moveTo>
                    <ns1:cubicBezTo>
                      <ns1:pt x="390" y="1408"/>
                      <ns1:pt x="390" y="1408"/>
                      <ns1:pt x="390" y="1408"/>
                    </ns1:cubicBezTo>
                    <ns1:cubicBezTo>
                      <ns1:pt x="207" y="1408"/>
                      <ns1:pt x="207" y="1408"/>
                      <ns1:pt x="207" y="1408"/>
                    </ns1:cubicBezTo>
                    <ns1:cubicBezTo>
                      <ns1:pt x="263" y="1268"/>
                      <ns1:pt x="263" y="1268"/>
                      <ns1:pt x="263" y="1268"/>
                    </ns1:cubicBezTo>
                    <ns1:cubicBezTo>
                      <ns1:pt x="293" y="1194"/>
                      <ns1:pt x="359" y="1141"/>
                      <ns1:pt x="437" y="1129"/>
                    </ns1:cubicBezTo>
                    <ns1:cubicBezTo>
                      <ns1:pt x="576" y="1108"/>
                      <ns1:pt x="576" y="1108"/>
                      <ns1:pt x="576" y="1108"/>
                    </ns1:cubicBezTo>
                    <ns1:cubicBezTo>
                      <ns1:pt x="576" y="1319"/>
                      <ns1:pt x="576" y="1319"/>
                      <ns1:pt x="576" y="1319"/>
                    </ns1:cubicBezTo>
                    <ns1:cubicBezTo>
                      <ns1:pt x="723" y="1290"/>
                      <ns1:pt x="723" y="1290"/>
                      <ns1:pt x="723" y="1290"/>
                    </ns1:cubicBezTo>
                    <ns1:cubicBezTo>
                      <ns1:pt x="708" y="1408"/>
                      <ns1:pt x="708" y="1408"/>
                      <ns1:pt x="708" y="1408"/>
                    </ns1:cubicBezTo>
                    <ns1:cubicBezTo>
                      <ns1:pt x="455" y="1408"/>
                      <ns1:pt x="455" y="1408"/>
                      <ns1:pt x="455" y="1408"/>
                    </ns1:cubicBezTo>
                    <ns1:cubicBezTo>
                      <ns1:pt x="479" y="1286"/>
                      <ns1:pt x="479" y="1286"/>
                      <ns1:pt x="479" y="1286"/>
                    </ns1:cubicBezTo>
                    <ns1:lnTo>
                      <ns1:pt x="417" y="1274"/>
                    </ns1:lnTo>
                    <ns1:close/>
                    <ns1:moveTo>
                      <ns1:pt x="929" y="1190"/>
                    </ns1:moveTo>
                    <ns1:cubicBezTo>
                      <ns1:pt x="978" y="1091"/>
                      <ns1:pt x="978" y="1091"/>
                      <ns1:pt x="978" y="1091"/>
                    </ns1:cubicBezTo>
                    <ns1:cubicBezTo>
                      <ns1:pt x="1024" y="1098"/>
                      <ns1:pt x="1024" y="1098"/>
                      <ns1:pt x="1024" y="1098"/>
                    </ns1:cubicBezTo>
                    <ns1:cubicBezTo>
                      <ns1:pt x="1024" y="1241"/>
                      <ns1:pt x="1024" y="1241"/>
                      <ns1:pt x="1024" y="1241"/>
                    </ns1:cubicBezTo>
                    <ns1:cubicBezTo>
                      <ns1:pt x="933" y="1223"/>
                      <ns1:pt x="933" y="1223"/>
                      <ns1:pt x="933" y="1223"/>
                    </ns1:cubicBezTo>
                    <ns1:lnTo>
                      <ns1:pt x="929" y="1190"/>
                    </ns1:lnTo>
                    <ns1:close/>
                    <ns1:moveTo>
                      <ns1:pt x="832" y="992"/>
                    </ns1:moveTo>
                    <ns1:cubicBezTo>
                      <ns1:pt x="691" y="992"/>
                      <ns1:pt x="576" y="877"/>
                      <ns1:pt x="576" y="736"/>
                    </ns1:cubicBezTo>
                    <ns1:cubicBezTo>
                      <ns1:pt x="576" y="543"/>
                      <ns1:pt x="576" y="543"/>
                      <ns1:pt x="576" y="543"/>
                    </ns1:cubicBezTo>
                    <ns1:cubicBezTo>
                      <ns1:pt x="672" y="536"/>
                      <ns1:pt x="762" y="496"/>
                      <ns1:pt x="832" y="429"/>
                    </ns1:cubicBezTo>
                    <ns1:cubicBezTo>
                      <ns1:pt x="902" y="496"/>
                      <ns1:pt x="992" y="536"/>
                      <ns1:pt x="1088" y="543"/>
                    </ns1:cubicBezTo>
                    <ns1:cubicBezTo>
                      <ns1:pt x="1088" y="736"/>
                      <ns1:pt x="1088" y="736"/>
                      <ns1:pt x="1088" y="736"/>
                    </ns1:cubicBezTo>
                    <ns1:cubicBezTo>
                      <ns1:pt x="1088" y="877"/>
                      <ns1:pt x="973" y="992"/>
                      <ns1:pt x="832" y="992"/>
                    </ns1:cubicBezTo>
                    <ns1:close/>
                    <ns1:moveTo>
                      <ns1:pt x="736" y="1041"/>
                    </ns1:moveTo>
                    <ns1:cubicBezTo>
                      <ns1:pt x="766" y="1051"/>
                      <ns1:pt x="799" y="1056"/>
                      <ns1:pt x="832" y="1056"/>
                    </ns1:cubicBezTo>
                    <ns1:cubicBezTo>
                      <ns1:pt x="865" y="1056"/>
                      <ns1:pt x="898" y="1051"/>
                      <ns1:pt x="928" y="1041"/>
                    </ns1:cubicBezTo>
                    <ns1:cubicBezTo>
                      <ns1:pt x="928" y="1048"/>
                      <ns1:pt x="928" y="1048"/>
                      <ns1:pt x="928" y="1048"/>
                    </ns1:cubicBezTo>
                    <ns1:cubicBezTo>
                      <ns1:pt x="876" y="1152"/>
                      <ns1:pt x="876" y="1152"/>
                      <ns1:pt x="876" y="1152"/>
                    </ns1:cubicBezTo>
                    <ns1:cubicBezTo>
                      <ns1:pt x="788" y="1152"/>
                      <ns1:pt x="788" y="1152"/>
                      <ns1:pt x="788" y="1152"/>
                    </ns1:cubicBezTo>
                    <ns1:cubicBezTo>
                      <ns1:pt x="736" y="1048"/>
                      <ns1:pt x="736" y="1048"/>
                      <ns1:pt x="736" y="1048"/>
                    </ns1:cubicBezTo>
                    <ns1:lnTo>
                      <ns1:pt x="736" y="1041"/>
                    </ns1:lnTo>
                    <ns1:close/>
                    <ns1:moveTo>
                      <ns1:pt x="686" y="1091"/>
                    </ns1:moveTo>
                    <ns1:cubicBezTo>
                      <ns1:pt x="735" y="1190"/>
                      <ns1:pt x="735" y="1190"/>
                      <ns1:pt x="735" y="1190"/>
                    </ns1:cubicBezTo>
                    <ns1:cubicBezTo>
                      <ns1:pt x="731" y="1223"/>
                      <ns1:pt x="731" y="1223"/>
                      <ns1:pt x="731" y="1223"/>
                    </ns1:cubicBezTo>
                    <ns1:cubicBezTo>
                      <ns1:pt x="640" y="1241"/>
                      <ns1:pt x="640" y="1241"/>
                      <ns1:pt x="640" y="1241"/>
                    </ns1:cubicBezTo>
                    <ns1:cubicBezTo>
                      <ns1:pt x="640" y="1098"/>
                      <ns1:pt x="640" y="1098"/>
                      <ns1:pt x="640" y="1098"/>
                    </ns1:cubicBezTo>
                    <ns1:lnTo>
                      <ns1:pt x="686" y="1091"/>
                    </ns1:lnTo>
                    <ns1:close/>
                    <ns1:moveTo>
                      <ns1:pt x="796" y="1216"/>
                    </ns1:moveTo>
                    <ns1:cubicBezTo>
                      <ns1:pt x="868" y="1216"/>
                      <ns1:pt x="868" y="1216"/>
                      <ns1:pt x="868" y="1216"/>
                    </ns1:cubicBezTo>
                    <ns1:cubicBezTo>
                      <ns1:pt x="892" y="1408"/>
                      <ns1:pt x="892" y="1408"/>
                      <ns1:pt x="892" y="1408"/>
                    </ns1:cubicBezTo>
                    <ns1:cubicBezTo>
                      <ns1:pt x="772" y="1408"/>
                      <ns1:pt x="772" y="1408"/>
                      <ns1:pt x="772" y="1408"/>
                    </ns1:cubicBezTo>
                    <ns1:lnTo>
                      <ns1:pt x="796" y="1216"/>
                    </ns1:lnTo>
                    <ns1:close/>
                    <ns1:moveTo>
                      <ns1:pt x="1152" y="736"/>
                    </ns1:moveTo>
                    <ns1:cubicBezTo>
                      <ns1:pt x="1152" y="614"/>
                      <ns1:pt x="1152" y="614"/>
                      <ns1:pt x="1152" y="614"/>
                    </ns1:cubicBezTo>
                    <ns1:cubicBezTo>
                      <ns1:pt x="1189" y="627"/>
                      <ns1:pt x="1216" y="662"/>
                      <ns1:pt x="1216" y="704"/>
                    </ns1:cubicBezTo>
                    <ns1:cubicBezTo>
                      <ns1:pt x="1216" y="748"/>
                      <ns1:pt x="1186" y="784"/>
                      <ns1:pt x="1146" y="796"/>
                    </ns1:cubicBezTo>
                    <ns1:cubicBezTo>
                      <ns1:pt x="1150" y="776"/>
                      <ns1:pt x="1152" y="756"/>
                      <ns1:pt x="1152" y="736"/>
                    </ns1:cubicBezTo>
                    <ns1:close/>
                    <ns1:moveTo>
                      <ns1:pt x="832" y="64"/>
                    </ns1:moveTo>
                    <ns1:cubicBezTo>
                      <ns1:pt x="1044" y="64"/>
                      <ns1:pt x="1216" y="236"/>
                      <ns1:pt x="1216" y="448"/>
                    </ns1:cubicBezTo>
                    <ns1:cubicBezTo>
                      <ns1:pt x="1216" y="577"/>
                      <ns1:pt x="1216" y="577"/>
                      <ns1:pt x="1216" y="577"/>
                    </ns1:cubicBezTo>
                    <ns1:cubicBezTo>
                      <ns1:pt x="1197" y="563"/>
                      <ns1:pt x="1176" y="552"/>
                      <ns1:pt x="1152" y="547"/>
                    </ns1:cubicBezTo>
                    <ns1:cubicBezTo>
                      <ns1:pt x="1152" y="480"/>
                      <ns1:pt x="1152" y="480"/>
                      <ns1:pt x="1152" y="480"/>
                    </ns1:cubicBezTo>
                    <ns1:cubicBezTo>
                      <ns1:pt x="1120" y="480"/>
                      <ns1:pt x="1120" y="480"/>
                      <ns1:pt x="1120" y="480"/>
                    </ns1:cubicBezTo>
                    <ns1:cubicBezTo>
                      <ns1:pt x="1025" y="480"/>
                      <ns1:pt x="936" y="443"/>
                      <ns1:pt x="869" y="376"/>
                    </ns1:cubicBezTo>
                    <ns1:cubicBezTo>
                      <ns1:pt x="832" y="339"/>
                      <ns1:pt x="832" y="339"/>
                      <ns1:pt x="832" y="339"/>
                    </ns1:cubicBezTo>
                    <ns1:cubicBezTo>
                      <ns1:pt x="794" y="376"/>
                      <ns1:pt x="794" y="376"/>
                      <ns1:pt x="794" y="376"/>
                    </ns1:cubicBezTo>
                    <ns1:cubicBezTo>
                      <ns1:pt x="728" y="443"/>
                      <ns1:pt x="639" y="480"/>
                      <ns1:pt x="544" y="480"/>
                    </ns1:cubicBezTo>
                    <ns1:cubicBezTo>
                      <ns1:pt x="512" y="480"/>
                      <ns1:pt x="512" y="480"/>
                      <ns1:pt x="512" y="480"/>
                    </ns1:cubicBezTo>
                    <ns1:cubicBezTo>
                      <ns1:pt x="512" y="547"/>
                      <ns1:pt x="512" y="547"/>
                      <ns1:pt x="512" y="547"/>
                    </ns1:cubicBezTo>
                    <ns1:cubicBezTo>
                      <ns1:pt x="488" y="552"/>
                      <ns1:pt x="467" y="563"/>
                      <ns1:pt x="448" y="577"/>
                    </ns1:cubicBezTo>
                    <ns1:cubicBezTo>
                      <ns1:pt x="448" y="448"/>
                      <ns1:pt x="448" y="448"/>
                      <ns1:pt x="448" y="448"/>
                    </ns1:cubicBezTo>
                    <ns1:cubicBezTo>
                      <ns1:pt x="448" y="236"/>
                      <ns1:pt x="620" y="64"/>
                      <ns1:pt x="832" y="64"/>
                    </ns1:cubicBezTo>
                    <ns1:close/>
                    <ns1:moveTo>
                      <ns1:pt x="518" y="796"/>
                    </ns1:moveTo>
                    <ns1:cubicBezTo>
                      <ns1:pt x="478" y="784"/>
                      <ns1:pt x="448" y="748"/>
                      <ns1:pt x="448" y="704"/>
                    </ns1:cubicBezTo>
                    <ns1:cubicBezTo>
                      <ns1:pt x="448" y="662"/>
                      <ns1:pt x="475" y="627"/>
                      <ns1:pt x="512" y="614"/>
                    </ns1:cubicBezTo>
                    <ns1:cubicBezTo>
                      <ns1:pt x="512" y="736"/>
                      <ns1:pt x="512" y="736"/>
                      <ns1:pt x="512" y="736"/>
                    </ns1:cubicBezTo>
                    <ns1:cubicBezTo>
                      <ns1:pt x="512" y="756"/>
                      <ns1:pt x="514" y="776"/>
                      <ns1:pt x="518" y="796"/>
                    </ns1:cubicBezTo>
                    <ns1:close/>
                    <ns1:moveTo>
                      <ns1:pt x="160" y="480"/>
                    </ns1:moveTo>
                    <ns1:cubicBezTo>
                      <ns1:pt x="384" y="480"/>
                      <ns1:pt x="384" y="480"/>
                      <ns1:pt x="384" y="480"/>
                    </ns1:cubicBezTo>
                    <ns1:cubicBezTo>
                      <ns1:pt x="384" y="704"/>
                      <ns1:pt x="384" y="704"/>
                      <ns1:pt x="384" y="704"/>
                    </ns1:cubicBezTo>
                    <ns1:cubicBezTo>
                      <ns1:pt x="384" y="790"/>
                      <ns1:pt x="453" y="861"/>
                      <ns1:pt x="539" y="863"/>
                    </ns1:cubicBezTo>
                    <ns1:cubicBezTo>
                      <ns1:pt x="566" y="926"/>
                      <ns1:pt x="613" y="979"/>
                      <ns1:pt x="672" y="1013"/>
                    </ns1:cubicBezTo>
                    <ns1:cubicBezTo>
                      <ns1:pt x="672" y="1029"/>
                      <ns1:pt x="672" y="1029"/>
                      <ns1:pt x="672" y="1029"/>
                    </ns1:cubicBezTo>
                    <ns1:cubicBezTo>
                      <ns1:pt x="428" y="1066"/>
                      <ns1:pt x="428" y="1066"/>
                      <ns1:pt x="428" y="1066"/>
                    </ns1:cubicBezTo>
                    <ns1:cubicBezTo>
                      <ns1:pt x="327" y="1082"/>
                      <ns1:pt x="242" y="1150"/>
                      <ns1:pt x="204" y="1244"/>
                    </ns1:cubicBezTo>
                    <ns1:cubicBezTo>
                      <ns1:pt x="138" y="1408"/>
                      <ns1:pt x="138" y="1408"/>
                      <ns1:pt x="138" y="1408"/>
                    </ns1:cubicBezTo>
                    <ns1:cubicBezTo>
                      <ns1:pt x="64" y="1408"/>
                      <ns1:pt x="64" y="1408"/>
                      <ns1:pt x="64" y="1408"/>
                    </ns1:cubicBezTo>
                    <ns1:cubicBezTo>
                      <ns1:pt x="64" y="576"/>
                      <ns1:pt x="64" y="576"/>
                      <ns1:pt x="64" y="576"/>
                    </ns1:cubicBezTo>
                    <ns1:cubicBezTo>
                      <ns1:pt x="64" y="523"/>
                      <ns1:pt x="107" y="480"/>
                      <ns1:pt x="160" y="480"/>
                    </ns1:cubicBezTo>
                    <ns1:close/>
                    <ns1:moveTo>
                      <ns1:pt x="448" y="1882"/>
                    </ns1:moveTo>
                    <ns1:cubicBezTo>
                      <ns1:pt x="832" y="1800"/>
                      <ns1:pt x="832" y="1800"/>
                      <ns1:pt x="832" y="1800"/>
                    </ns1:cubicBezTo>
                    <ns1:cubicBezTo>
                      <ns1:pt x="832" y="1920"/>
                      <ns1:pt x="832" y="1920"/>
                      <ns1:pt x="832" y="1920"/>
                    </ns1:cubicBezTo>
                    <ns1:cubicBezTo>
                      <ns1:pt x="448" y="1920"/>
                      <ns1:pt x="448" y="1920"/>
                      <ns1:pt x="448" y="1920"/>
                    </ns1:cubicBezTo>
                    <ns1:lnTo>
                      <ns1:pt x="448" y="1882"/>
                    </ns1:lnTo>
                    <ns1:close/>
                    <ns1:moveTo>
                      <ns1:pt x="1536" y="1882"/>
                    </ns1:moveTo>
                    <ns1:cubicBezTo>
                      <ns1:pt x="1536" y="1920"/>
                      <ns1:pt x="1536" y="1920"/>
                      <ns1:pt x="1536" y="1920"/>
                    </ns1:cubicBezTo>
                    <ns1:cubicBezTo>
                      <ns1:pt x="1152" y="1920"/>
                      <ns1:pt x="1152" y="1920"/>
                      <ns1:pt x="1152" y="1920"/>
                    </ns1:cubicBezTo>
                    <ns1:cubicBezTo>
                      <ns1:pt x="1152" y="1800"/>
                      <ns1:pt x="1152" y="1800"/>
                      <ns1:pt x="1152" y="1800"/>
                    </ns1:cubicBezTo>
                    <ns1:lnTo>
                      <ns1:pt x="1536" y="1882"/>
                    </ns1:lnTo>
                    <ns1:close/>
                    <ns1:moveTo>
                      <ns1:pt x="1088" y="1920"/>
                    </ns1:moveTo>
                    <ns1:cubicBezTo>
                      <ns1:pt x="896" y="1920"/>
                      <ns1:pt x="896" y="1920"/>
                      <ns1:pt x="896" y="1920"/>
                    </ns1:cubicBezTo>
                    <ns1:cubicBezTo>
                      <ns1:pt x="896" y="1664"/>
                      <ns1:pt x="896" y="1664"/>
                      <ns1:pt x="896" y="1664"/>
                    </ns1:cubicBezTo>
                    <ns1:cubicBezTo>
                      <ns1:pt x="1088" y="1664"/>
                      <ns1:pt x="1088" y="1664"/>
                      <ns1:pt x="1088" y="1664"/>
                    </ns1:cubicBezTo>
                    <ns1:lnTo>
                      <ns1:pt x="1088" y="1920"/>
                    </ns1:lnTo>
                    <ns1:close/>
                    <ns1:moveTo>
                      <ns1:pt x="1824" y="1600"/>
                    </ns1:moveTo>
                    <ns1:cubicBezTo>
                      <ns1:pt x="160" y="1600"/>
                      <ns1:pt x="160" y="1600"/>
                      <ns1:pt x="160" y="1600"/>
                    </ns1:cubicBezTo>
                    <ns1:cubicBezTo>
                      <ns1:pt x="107" y="1600"/>
                      <ns1:pt x="64" y="1557"/>
                      <ns1:pt x="64" y="1504"/>
                    </ns1:cubicBezTo>
                    <ns1:cubicBezTo>
                      <ns1:pt x="64" y="1472"/>
                      <ns1:pt x="64" y="1472"/>
                      <ns1:pt x="64" y="1472"/>
                    </ns1:cubicBezTo>
                    <ns1:cubicBezTo>
                      <ns1:pt x="1920" y="1472"/>
                      <ns1:pt x="1920" y="1472"/>
                      <ns1:pt x="1920" y="1472"/>
                    </ns1:cubicBezTo>
                    <ns1:cubicBezTo>
                      <ns1:pt x="1920" y="1504"/>
                      <ns1:pt x="1920" y="1504"/>
                      <ns1:pt x="1920" y="1504"/>
                    </ns1:cubicBezTo>
                    <ns1:cubicBezTo>
                      <ns1:pt x="1920" y="1557"/>
                      <ns1:pt x="1877" y="1600"/>
                      <ns1:pt x="1824" y="1600"/>
                    </ns1:cubicBezTo>
                    <ns1:close/>
                  </ns1:path>
                </ns1:pathLst>
              </ns1:custGeom>
              <ns1:grpFill/>
              <ns1:ln>
                <ns1:noFill/>
              </ns1:ln>
              <ns1:extLst>
                <ns1:ext uri="{91240B29-F687-4F45-9708-019B960494DF}">
                  <ns3:hiddenLine w="9525">
                    <ns1:solidFill>
                      <ns1:srgbClr val="000000"/>
                    </ns1:solidFill>
                    <ns1:round/>
                    <ns1:headEnd/>
                    <ns1:tailEnd/>
                  </ns3:hiddenLine>
                </ns1:ext>
              </ns1:extLst>
            </ns0:spPr>
            <ns0:txBody>
              <ns1:bodyPr vert="horz" wrap="square" lIns="91440" tIns="45720" rIns="91440" bIns="45720" numCol="1" anchor="t" anchorCtr="0" compatLnSpc="1">
                <ns1:prstTxWarp prst="textNoShape">
                  <ns1:avLst/>
                </ns1:prstTxWarp>
              </ns1:bodyPr>
              <ns1:lstStyle/>
              <ns1:p>
                <ns1:endParaRPr lang="en-US"/>
              </ns1:p>
            </ns0:txBody>
          </ns0:sp>
          <ns0:sp>
            <ns0:nvSpPr>
              <ns0:cNvPr id="27" name="Oval 6">
                <ns1:extLst>
                  <ns1:ext uri="{FF2B5EF4-FFF2-40B4-BE49-F238E27FC236}">
                    <ns2:creationId id="{FB3C8E4E-E929-4D00-B16D-5DEAB91DCDBD}"/>
                  </ns1:ext>
                </ns1:extLst>
              </ns0:cNvPr>
              <ns0:cNvSpPr>
                <ns1:spLocks noChangeArrowheads="1"/>
              </ns0:cNvSpPr>
              <ns0:nvPr/>
            </ns0:nvSpPr>
            <ns0:spPr bwMode="auto">
              <ns1:xfrm>
                <ns1:off x="3769" y="1255"/>
                <ns1:ext cx="140" cy="139"/>
              </ns1:xfrm>
              <ns1:prstGeom prst="ellipse">
                <ns1:avLst/>
              </ns1:prstGeom>
              <ns1:grpFill/>
              <ns1:ln>
                <ns1:noFill/>
              </ns1:ln>
              <ns1:extLst>
                <ns1:ext uri="{91240B29-F687-4F45-9708-019B960494DF}">
                  <ns3:hiddenLine w="9525">
                    <ns1:solidFill>
                      <ns1:srgbClr val="000000"/>
                    </ns1:solidFill>
                    <ns1:round/>
                    <ns1:headEnd/>
                    <ns1:tailEnd/>
                  </ns3:hiddenLine>
                </ns1:ext>
              </ns1:extLst>
            </ns0:spPr>
            <ns0:txBody>
              <ns1:bodyPr vert="horz" wrap="square" lIns="91440" tIns="45720" rIns="91440" bIns="45720" numCol="1" anchor="t" anchorCtr="0" compatLnSpc="1">
                <ns1:prstTxWarp prst="textNoShape">
                  <ns1:avLst/>
                </ns1:prstTxWarp>
              </ns1:bodyPr>
              <ns1:lstStyle/>
              <ns1:p>
                <ns1:endParaRPr lang="en-US"/>
              </ns1:p>
            </ns0:txBody>
          </ns0:sp>
          <ns0:sp>
            <ns0:nvSpPr>
              <ns0:cNvPr id="28" name="Oval 7">
                <ns1:extLst>
                  <ns1:ext uri="{FF2B5EF4-FFF2-40B4-BE49-F238E27FC236}">
                    <ns2:creationId id="{329A3144-42E0-4F99-B26D-46AEDD3B82D3}"/>
                  </ns1:ext>
                </ns1:extLst>
              </ns0:cNvPr>
              <ns0:cNvSpPr>
                <ns1:spLocks noChangeArrowheads="1"/>
              </ns0:cNvSpPr>
              <ns0:nvPr/>
            </ns0:nvSpPr>
            <ns0:spPr bwMode="auto">
              <ns1:xfrm>
                <ns1:off x="3072" y="1255"/>
                <ns1:ext cx="139" cy="139"/>
              </ns1:xfrm>
              <ns1:prstGeom prst="ellipse">
                <ns1:avLst/>
              </ns1:prstGeom>
              <ns1:grpFill/>
              <ns1:ln>
                <ns1:noFill/>
              </ns1:ln>
              <ns1:extLst>
                <ns1:ext uri="{91240B29-F687-4F45-9708-019B960494DF}">
                  <ns3:hiddenLine w="9525">
                    <ns1:solidFill>
                      <ns1:srgbClr val="000000"/>
                    </ns1:solidFill>
                    <ns1:round/>
                    <ns1:headEnd/>
                    <ns1:tailEnd/>
                  </ns3:hiddenLine>
                </ns1:ext>
              </ns1:extLst>
            </ns0:spPr>
            <ns0:txBody>
              <ns1:bodyPr vert="horz" wrap="square" lIns="91440" tIns="45720" rIns="91440" bIns="45720" numCol="1" anchor="t" anchorCtr="0" compatLnSpc="1">
                <ns1:prstTxWarp prst="textNoShape">
                  <ns1:avLst/>
                </ns1:prstTxWarp>
              </ns1:bodyPr>
              <ns1:lstStyle/>
              <ns1:p>
                <ns1:endParaRPr lang="en-US"/>
              </ns1:p>
            </ns0:txBody>
          </ns0:sp>
          <ns0:sp>
            <ns0:nvSpPr>
              <ns0:cNvPr id="29" name="Freeform 8">
                <ns1:extLst>
                  <ns1:ext uri="{FF2B5EF4-FFF2-40B4-BE49-F238E27FC236}">
                    <ns2:creationId id="{5EC92D47-6D6A-4032-B949-74C67CC2AC46}"/>
                  </ns1:ext>
                </ns1:extLst>
              </ns0:cNvPr>
              <ns0:cNvSpPr>
                <ns1:spLocks/>
              </ns0:cNvSpPr>
              <ns0:nvPr/>
            </ns0:nvSpPr>
            <ns0:spPr bwMode="auto">
              <ns1:xfrm>
                <ns1:off x="3072" y="1603"/>
                <ns1:ext cx="837" cy="419"/>
              </ns1:xfrm>
              <ns1:custGeom>
                <ns1:avLst/>
                <ns1:gdLst>
                  <ns1:gd name="T0" fmla="*/ 320 w 384"/>
                  <ns1:gd name="T1" fmla="*/ 0 h 192"/>
                  <ns1:gd name="T2" fmla="*/ 192 w 384"/>
                  <ns1:gd name="T3" fmla="*/ 128 h 192"/>
                  <ns1:gd name="T4" fmla="*/ 64 w 384"/>
                  <ns1:gd name="T5" fmla="*/ 0 h 192"/>
                  <ns1:gd name="T6" fmla="*/ 0 w 384"/>
                  <ns1:gd name="T7" fmla="*/ 0 h 192"/>
                  <ns1:gd name="T8" fmla="*/ 192 w 384"/>
                  <ns1:gd name="T9" fmla="*/ 192 h 192"/>
                  <ns1:gd name="T10" fmla="*/ 384 w 384"/>
                  <ns1:gd name="T11" fmla="*/ 0 h 192"/>
                  <ns1:gd name="T12" fmla="*/ 320 w 384"/>
                  <ns1:gd name="T13" fmla="*/ 0 h 192"/>
                </ns1:gdLst>
                <ns1:ahLst/>
                <ns1:cxnLst>
                  <ns1:cxn ang="0">
                    <ns1:pos x="T0" y="T1"/>
                  </ns1:cxn>
                  <ns1:cxn ang="0">
                    <ns1:pos x="T2" y="T3"/>
                  </ns1:cxn>
                  <ns1:cxn ang="0">
                    <ns1:pos x="T4" y="T5"/>
                  </ns1:cxn>
                  <ns1:cxn ang="0">
                    <ns1:pos x="T6" y="T7"/>
                  </ns1:cxn>
                  <ns1:cxn ang="0">
                    <ns1:pos x="T8" y="T9"/>
                  </ns1:cxn>
                  <ns1:cxn ang="0">
                    <ns1:pos x="T10" y="T11"/>
                  </ns1:cxn>
                  <ns1:cxn ang="0">
                    <ns1:pos x="T12" y="T13"/>
                  </ns1:cxn>
                </ns1:cxnLst>
                <ns1:rect l="0" t="0" r="r" b="b"/>
                <ns1:pathLst>
                  <ns1:path w="384" h="192">
                    <ns1:moveTo>
                      <ns1:pt x="320" y="0"/>
                    </ns1:moveTo>
                    <ns1:cubicBezTo>
                      <ns1:pt x="320" y="71"/>
                      <ns1:pt x="263" y="128"/>
                      <ns1:pt x="192" y="128"/>
                    </ns1:cubicBezTo>
                    <ns1:cubicBezTo>
                      <ns1:pt x="121" y="128"/>
                      <ns1:pt x="64" y="71"/>
                      <ns1:pt x="64" y="0"/>
                    </ns1:cubicBezTo>
                    <ns1:cubicBezTo>
                      <ns1:pt x="0" y="0"/>
                      <ns1:pt x="0" y="0"/>
                      <ns1:pt x="0" y="0"/>
                    </ns1:cubicBezTo>
                    <ns1:cubicBezTo>
                      <ns1:pt x="0" y="106"/>
                      <ns1:pt x="86" y="192"/>
                      <ns1:pt x="192" y="192"/>
                    </ns1:cubicBezTo>
                    <ns1:cubicBezTo>
                      <ns1:pt x="298" y="192"/>
                      <ns1:pt x="384" y="106"/>
                      <ns1:pt x="384" y="0"/>
                    </ns1:cubicBezTo>
                    <ns1:lnTo>
                      <ns1:pt x="320" y="0"/>
                    </ns1:lnTo>
                    <ns1:close/>
                  </ns1:path>
                </ns1:pathLst>
              </ns1:custGeom>
              <ns1:grpFill/>
              <ns1:ln>
                <ns1:noFill/>
              </ns1:ln>
              <ns1:extLst>
                <ns1:ext uri="{91240B29-F687-4F45-9708-019B960494DF}">
                  <ns3:hiddenLine w="9525">
                    <ns1:solidFill>
                      <ns1:srgbClr val="000000"/>
                    </ns1:solidFill>
                    <ns1:round/>
                    <ns1:headEnd/>
                    <ns1:tailEnd/>
                  </ns3:hiddenLine>
                </ns1:ext>
              </ns1:extLst>
            </ns0:spPr>
            <ns0:txBody>
              <ns1:bodyPr vert="horz" wrap="square" lIns="91440" tIns="45720" rIns="91440" bIns="45720" numCol="1" anchor="t" anchorCtr="0" compatLnSpc="1">
                <ns1:prstTxWarp prst="textNoShape">
                  <ns1:avLst/>
                </ns1:prstTxWarp>
              </ns1:bodyPr>
              <ns1:lstStyle/>
              <ns1:p>
                <ns1:endParaRPr lang="en-US"/>
              </ns1:p>
            </ns0:txBody>
          </ns0:sp>
        </ns0:grpSp>
        <ns0:grpSp>
          <ns0:nvGrpSpPr>
            <ns0:cNvPr id="30" name="Group 28">
              <ns1:extLst>
                <ns1:ext uri="{FF2B5EF4-FFF2-40B4-BE49-F238E27FC236}">
                  <ns2:creationId id="{4DCFF68E-3B07-44DD-B91E-B0D26C965CA6}"/>
                </ns1:ext>
              </ns1:extLst>
            </ns0:cNvPr>
            <ns0:cNvGrpSpPr>
              <ns1:grpSpLocks noChangeAspect="1"/>
            </ns0:cNvGrpSpPr>
            <ns0:nvPr/>
          </ns0:nvGrpSpPr>
          <ns0:grpSpPr bwMode="auto">
            <ns1:xfrm>
              <ns1:off x="5869477" y="4652986"/>
              <ns1:ext cx="651438" cy="555782"/>
              <ns1:chOff x="1310" y="3"/>
              <ns1:chExt cx="5060" cy="4317"/>
            </ns1:xfrm>
            <ns1:solidFill>
              <ns1:srgbClr val="F07D66"/>
            </ns1:solidFill>
          </ns0:grpSpPr>
          <ns0:sp>
            <ns0:nvSpPr>
              <ns0:cNvPr id="31" name="Freeform 29">
                <ns1:extLst>
                  <ns1:ext uri="{FF2B5EF4-FFF2-40B4-BE49-F238E27FC236}">
                    <ns2:creationId id="{EA1A6C3C-AABE-4615-9228-D0038CEC78D6}"/>
                  </ns1:ext>
                </ns1:extLst>
              </ns0:cNvPr>
              <ns0:cNvSpPr>
                <ns1:spLocks noEditPoints="1"/>
              </ns0:cNvSpPr>
              <ns0:nvPr/>
            </ns0:nvSpPr>
            <ns0:spPr bwMode="auto">
              <ns1:xfrm>
                <ns1:off x="3086" y="3387"/>
                <ns1:ext cx="614" cy="233"/>
              </ns1:xfrm>
              <ns1:custGeom>
                <ns1:avLst/>
                <ns1:gdLst>
                  <ns1:gd name="T0" fmla="*/ 199 w 251"/>
                  <ns1:gd name="T1" fmla="*/ 10 h 95"/>
                  <ns1:gd name="T2" fmla="*/ 53 w 251"/>
                  <ns1:gd name="T3" fmla="*/ 10 h 95"/>
                  <ns1:gd name="T4" fmla="*/ 10 w 251"/>
                  <ns1:gd name="T5" fmla="*/ 15 h 95"/>
                  <ns1:gd name="T6" fmla="*/ 16 w 251"/>
                  <ns1:gd name="T7" fmla="*/ 57 h 95"/>
                  <ns1:gd name="T8" fmla="*/ 126 w 251"/>
                  <ns1:gd name="T9" fmla="*/ 95 h 95"/>
                  <ns1:gd name="T10" fmla="*/ 236 w 251"/>
                  <ns1:gd name="T11" fmla="*/ 57 h 95"/>
                  <ns1:gd name="T12" fmla="*/ 241 w 251"/>
                  <ns1:gd name="T13" fmla="*/ 15 h 95"/>
                  <ns1:gd name="T14" fmla="*/ 199 w 251"/>
                  <ns1:gd name="T15" fmla="*/ 10 h 95"/>
                  <ns1:gd name="T16" fmla="*/ 199 w 251"/>
                  <ns1:gd name="T17" fmla="*/ 10 h 95"/>
                  <ns1:gd name="T18" fmla="*/ 199 w 251"/>
                  <ns1:gd name="T19" fmla="*/ 10 h 95"/>
                </ns1:gdLst>
                <ns1:ahLst/>
                <ns1:cxnLst>
                  <ns1:cxn ang="0">
                    <ns1:pos x="T0" y="T1"/>
                  </ns1:cxn>
                  <ns1:cxn ang="0">
                    <ns1:pos x="T2" y="T3"/>
                  </ns1:cxn>
                  <ns1:cxn ang="0">
                    <ns1:pos x="T4" y="T5"/>
                  </ns1:cxn>
                  <ns1:cxn ang="0">
                    <ns1:pos x="T6" y="T7"/>
                  </ns1:cxn>
                  <ns1:cxn ang="0">
                    <ns1:pos x="T8" y="T9"/>
                  </ns1:cxn>
                  <ns1:cxn ang="0">
                    <ns1:pos x="T10" y="T11"/>
                  </ns1:cxn>
                  <ns1:cxn ang="0">
                    <ns1:pos x="T12" y="T13"/>
                  </ns1:cxn>
                  <ns1:cxn ang="0">
                    <ns1:pos x="T14" y="T15"/>
                  </ns1:cxn>
                  <ns1:cxn ang="0">
                    <ns1:pos x="T16" y="T17"/>
                  </ns1:cxn>
                  <ns1:cxn ang="0">
                    <ns1:pos x="T18" y="T19"/>
                  </ns1:cxn>
                </ns1:cxnLst>
                <ns1:rect l="0" t="0" r="r" b="b"/>
                <ns1:pathLst>
                  <ns1:path w="251" h="95">
                    <ns1:moveTo>
                      <ns1:pt x="199" y="10"/>
                    </ns1:moveTo>
                    <ns1:cubicBezTo>
                      <ns1:pt x="156" y="43"/>
                      <ns1:pt x="96" y="43"/>
                      <ns1:pt x="53" y="10"/>
                    </ns1:cubicBezTo>
                    <ns1:cubicBezTo>
                      <ns1:pt x="39" y="0"/>
                      <ns1:pt x="21" y="2"/>
                      <ns1:pt x="10" y="15"/>
                    </ns1:cubicBezTo>
                    <ns1:cubicBezTo>
                      <ns1:pt x="0" y="28"/>
                      <ns1:pt x="3" y="47"/>
                      <ns1:pt x="16" y="57"/>
                    </ns1:cubicBezTo>
                    <ns1:cubicBezTo>
                      <ns1:pt x="48" y="83"/>
                      <ns1:pt x="87" y="95"/>
                      <ns1:pt x="126" y="95"/>
                    </ns1:cubicBezTo>
                    <ns1:cubicBezTo>
                      <ns1:pt x="165" y="95"/>
                      <ns1:pt x="203" y="83"/>
                      <ns1:pt x="236" y="57"/>
                    </ns1:cubicBezTo>
                    <ns1:cubicBezTo>
                      <ns1:pt x="249" y="47"/>
                      <ns1:pt x="251" y="28"/>
                      <ns1:pt x="241" y="15"/>
                    </ns1:cubicBezTo>
                    <ns1:cubicBezTo>
                      <ns1:pt x="231" y="2"/>
                      <ns1:pt x="212" y="0"/>
                      <ns1:pt x="199" y="10"/>
                    </ns1:cubicBezTo>
                    <ns1:close/>
                    <ns1:moveTo>
                      <ns1:pt x="199" y="10"/>
                    </ns1:moveTo>
                    <ns1:cubicBezTo>
                      <ns1:pt x="199" y="10"/>
                      <ns1:pt x="199" y="10"/>
                      <ns1:pt x="199" y="10"/>
                    </ns1:cubicBezTo>
                  </ns1:path>
                </ns1:pathLst>
              </ns1:custGeom>
              <ns1:grpFill/>
              <ns1:ln>
                <ns1:noFill/>
              </ns1:ln>
              <ns1:extLst>
                <ns1:ext uri="{91240B29-F687-4F45-9708-019B960494DF}">
                  <ns3:hiddenLine w="9525">
                    <ns1:solidFill>
                      <ns1:srgbClr val="000000"/>
                    </ns1:solidFill>
                    <ns1:round/>
                    <ns1:headEnd/>
                    <ns1:tailEnd/>
                  </ns3:hiddenLine>
                </ns1:ext>
              </ns1:extLst>
            </ns0:spPr>
            <ns0:txBody>
              <ns1:bodyPr vert="horz" wrap="square" lIns="91440" tIns="45720" rIns="91440" bIns="45720" numCol="1" anchor="t" anchorCtr="0" compatLnSpc="1">
                <ns1:prstTxWarp prst="textNoShape">
                  <ns1:avLst/>
                </ns1:prstTxWarp>
              </ns1:bodyPr>
              <ns1:lstStyle/>
              <ns1:p>
                <ns1:endParaRPr lang="en-US"/>
              </ns1:p>
            </ns0:txBody>
          </ns0:sp>
          <ns0:sp>
            <ns0:nvSpPr>
              <ns0:cNvPr id="32" name="Freeform 30">
                <ns1:extLst>
                  <ns1:ext uri="{FF2B5EF4-FFF2-40B4-BE49-F238E27FC236}">
                    <ns2:creationId id="{EE0B12BB-5E41-4152-B8A0-CD85D6CC9279}"/>
                  </ns1:ext>
                </ns1:extLst>
              </ns0:cNvPr>
              <ns0:cNvSpPr>
                <ns1:spLocks noEditPoints="1"/>
              </ns0:cNvSpPr>
              <ns0:nvPr/>
            </ns0:nvSpPr>
            <ns0:spPr bwMode="auto">
              <ns1:xfrm>
                <ns1:off x="2410" y="3304"/>
                <ns1:ext cx="389" cy="225"/>
              </ns1:xfrm>
              <ns1:custGeom>
                <ns1:avLst/>
                <ns1:gdLst>
                  <ns1:gd name="T0" fmla="*/ 79 w 159"/>
                  <ns1:gd name="T1" fmla="*/ 0 h 92"/>
                  <ns1:gd name="T2" fmla="*/ 9 w 159"/>
                  <ns1:gd name="T3" fmla="*/ 39 h 92"/>
                  <ns1:gd name="T4" fmla="*/ 17 w 159"/>
                  <ns1:gd name="T5" fmla="*/ 80 h 92"/>
                  <ns1:gd name="T6" fmla="*/ 59 w 159"/>
                  <ns1:gd name="T7" fmla="*/ 72 h 92"/>
                  <ns1:gd name="T8" fmla="*/ 79 w 159"/>
                  <ns1:gd name="T9" fmla="*/ 60 h 92"/>
                  <ns1:gd name="T10" fmla="*/ 100 w 159"/>
                  <ns1:gd name="T11" fmla="*/ 72 h 92"/>
                  <ns1:gd name="T12" fmla="*/ 141 w 159"/>
                  <ns1:gd name="T13" fmla="*/ 80 h 92"/>
                  <ns1:gd name="T14" fmla="*/ 150 w 159"/>
                  <ns1:gd name="T15" fmla="*/ 39 h 92"/>
                  <ns1:gd name="T16" fmla="*/ 79 w 159"/>
                  <ns1:gd name="T17" fmla="*/ 0 h 92"/>
                  <ns1:gd name="T18" fmla="*/ 79 w 159"/>
                  <ns1:gd name="T19" fmla="*/ 0 h 92"/>
                  <ns1:gd name="T20" fmla="*/ 79 w 159"/>
                  <ns1:gd name="T21" fmla="*/ 0 h 92"/>
                </ns1:gdLst>
                <ns1:ahLst/>
                <ns1:cxnLst>
                  <ns1:cxn ang="0">
                    <ns1:pos x="T0" y="T1"/>
                  </ns1:cxn>
                  <ns1:cxn ang="0">
                    <ns1:pos x="T2" y="T3"/>
                  </ns1:cxn>
                  <ns1:cxn ang="0">
                    <ns1:pos x="T4" y="T5"/>
                  </ns1:cxn>
                  <ns1:cxn ang="0">
                    <ns1:pos x="T6" y="T7"/>
                  </ns1:cxn>
                  <ns1:cxn ang="0">
                    <ns1:pos x="T8" y="T9"/>
                  </ns1:cxn>
                  <ns1:cxn ang="0">
                    <ns1:pos x="T10" y="T11"/>
                  </ns1:cxn>
                  <ns1:cxn ang="0">
                    <ns1:pos x="T12" y="T13"/>
                  </ns1:cxn>
                  <ns1:cxn ang="0">
                    <ns1:pos x="T14" y="T15"/>
                  </ns1:cxn>
                  <ns1:cxn ang="0">
                    <ns1:pos x="T16" y="T17"/>
                  </ns1:cxn>
                  <ns1:cxn ang="0">
                    <ns1:pos x="T18" y="T19"/>
                  </ns1:cxn>
                  <ns1:cxn ang="0">
                    <ns1:pos x="T20" y="T21"/>
                  </ns1:cxn>
                </ns1:cxnLst>
                <ns1:rect l="0" t="0" r="r" b="b"/>
                <ns1:pathLst>
                  <ns1:path w="159" h="92">
                    <ns1:moveTo>
                      <ns1:pt x="79" y="0"/>
                    </ns1:moveTo>
                    <ns1:cubicBezTo>
                      <ns1:pt x="51" y="0"/>
                      <ns1:pt x="24" y="15"/>
                      <ns1:pt x="9" y="39"/>
                    </ns1:cubicBezTo>
                    <ns1:cubicBezTo>
                      <ns1:pt x="0" y="52"/>
                      <ns1:pt x="3" y="71"/>
                      <ns1:pt x="17" y="80"/>
                    </ns1:cubicBezTo>
                    <ns1:cubicBezTo>
                      <ns1:pt x="31" y="89"/>
                      <ns1:pt x="50" y="85"/>
                      <ns1:pt x="59" y="72"/>
                    </ns1:cubicBezTo>
                    <ns1:cubicBezTo>
                      <ns1:pt x="65" y="62"/>
                      <ns1:pt x="75" y="60"/>
                      <ns1:pt x="79" y="60"/>
                    </ns1:cubicBezTo>
                    <ns1:cubicBezTo>
                      <ns1:pt x="83" y="60"/>
                      <ns1:pt x="93" y="62"/>
                      <ns1:pt x="100" y="72"/>
                    </ns1:cubicBezTo>
                    <ns1:cubicBezTo>
                      <ns1:pt x="114" y="92"/>
                      <ns1:pt x="136" y="83"/>
                      <ns1:pt x="141" y="80"/>
                    </ns1:cubicBezTo>
                    <ns1:cubicBezTo>
                      <ns1:pt x="155" y="71"/>
                      <ns1:pt x="159" y="52"/>
                      <ns1:pt x="150" y="39"/>
                    </ns1:cubicBezTo>
                    <ns1:cubicBezTo>
                      <ns1:pt x="134" y="15"/>
                      <ns1:pt x="108" y="0"/>
                      <ns1:pt x="79" y="0"/>
                    </ns1:cubicBezTo>
                    <ns1:close/>
                    <ns1:moveTo>
                      <ns1:pt x="79" y="0"/>
                    </ns1:moveTo>
                    <ns1:cubicBezTo>
                      <ns1:pt x="79" y="0"/>
                      <ns1:pt x="79" y="0"/>
                      <ns1:pt x="79" y="0"/>
                    </ns1:cubicBezTo>
                  </ns1:path>
                </ns1:pathLst>
              </ns1:custGeom>
              <ns1:grpFill/>
              <ns1:ln>
                <ns1:noFill/>
              </ns1:ln>
              <ns1:extLst>
                <ns1:ext uri="{91240B29-F687-4F45-9708-019B960494DF}">
                  <ns3:hiddenLine w="9525">
                    <ns1:solidFill>
                      <ns1:srgbClr val="000000"/>
                    </ns1:solidFill>
                    <ns1:round/>
                    <ns1:headEnd/>
                    <ns1:tailEnd/>
                  </ns3:hiddenLine>
                </ns1:ext>
              </ns1:extLst>
            </ns0:spPr>
            <ns0:txBody>
              <ns1:bodyPr vert="horz" wrap="square" lIns="91440" tIns="45720" rIns="91440" bIns="45720" numCol="1" anchor="t" anchorCtr="0" compatLnSpc="1">
                <ns1:prstTxWarp prst="textNoShape">
                  <ns1:avLst/>
                </ns1:prstTxWarp>
              </ns1:bodyPr>
              <ns1:lstStyle/>
              <ns1:p>
                <ns1:endParaRPr lang="en-US"/>
              </ns1:p>
            </ns0:txBody>
          </ns0:sp>
          <ns0:sp>
            <ns0:nvSpPr>
              <ns0:cNvPr id="33" name="Freeform 31">
                <ns1:extLst>
                  <ns1:ext uri="{FF2B5EF4-FFF2-40B4-BE49-F238E27FC236}">
                    <ns2:creationId id="{DDD46C38-5A0A-4C63-97F3-C077ABC9D540}"/>
                  </ns1:ext>
                </ns1:extLst>
              </ns0:cNvPr>
              <ns0:cNvSpPr>
                <ns1:spLocks noEditPoints="1"/>
              </ns0:cNvSpPr>
              <ns0:nvPr/>
            </ns0:nvSpPr>
            <ns0:spPr bwMode="auto">
              <ns1:xfrm>
                <ns1:off x="3989" y="3304"/>
                <ns1:ext cx="390" cy="225"/>
              </ns1:xfrm>
              <ns1:custGeom>
                <ns1:avLst/>
                <ns1:gdLst>
                  <ns1:gd name="T0" fmla="*/ 79 w 159"/>
                  <ns1:gd name="T1" fmla="*/ 0 h 92"/>
                  <ns1:gd name="T2" fmla="*/ 9 w 159"/>
                  <ns1:gd name="T3" fmla="*/ 39 h 92"/>
                  <ns1:gd name="T4" fmla="*/ 17 w 159"/>
                  <ns1:gd name="T5" fmla="*/ 80 h 92"/>
                  <ns1:gd name="T6" fmla="*/ 59 w 159"/>
                  <ns1:gd name="T7" fmla="*/ 72 h 92"/>
                  <ns1:gd name="T8" fmla="*/ 79 w 159"/>
                  <ns1:gd name="T9" fmla="*/ 60 h 92"/>
                  <ns1:gd name="T10" fmla="*/ 100 w 159"/>
                  <ns1:gd name="T11" fmla="*/ 72 h 92"/>
                  <ns1:gd name="T12" fmla="*/ 141 w 159"/>
                  <ns1:gd name="T13" fmla="*/ 80 h 92"/>
                  <ns1:gd name="T14" fmla="*/ 150 w 159"/>
                  <ns1:gd name="T15" fmla="*/ 39 h 92"/>
                  <ns1:gd name="T16" fmla="*/ 79 w 159"/>
                  <ns1:gd name="T17" fmla="*/ 0 h 92"/>
                  <ns1:gd name="T18" fmla="*/ 79 w 159"/>
                  <ns1:gd name="T19" fmla="*/ 0 h 92"/>
                  <ns1:gd name="T20" fmla="*/ 79 w 159"/>
                  <ns1:gd name="T21" fmla="*/ 0 h 92"/>
                </ns1:gdLst>
                <ns1:ahLst/>
                <ns1:cxnLst>
                  <ns1:cxn ang="0">
                    <ns1:pos x="T0" y="T1"/>
                  </ns1:cxn>
                  <ns1:cxn ang="0">
                    <ns1:pos x="T2" y="T3"/>
                  </ns1:cxn>
                  <ns1:cxn ang="0">
                    <ns1:pos x="T4" y="T5"/>
                  </ns1:cxn>
                  <ns1:cxn ang="0">
                    <ns1:pos x="T6" y="T7"/>
                  </ns1:cxn>
                  <ns1:cxn ang="0">
                    <ns1:pos x="T8" y="T9"/>
                  </ns1:cxn>
                  <ns1:cxn ang="0">
                    <ns1:pos x="T10" y="T11"/>
                  </ns1:cxn>
                  <ns1:cxn ang="0">
                    <ns1:pos x="T12" y="T13"/>
                  </ns1:cxn>
                  <ns1:cxn ang="0">
                    <ns1:pos x="T14" y="T15"/>
                  </ns1:cxn>
                  <ns1:cxn ang="0">
                    <ns1:pos x="T16" y="T17"/>
                  </ns1:cxn>
                  <ns1:cxn ang="0">
                    <ns1:pos x="T18" y="T19"/>
                  </ns1:cxn>
                  <ns1:cxn ang="0">
                    <ns1:pos x="T20" y="T21"/>
                  </ns1:cxn>
                </ns1:cxnLst>
                <ns1:rect l="0" t="0" r="r" b="b"/>
                <ns1:pathLst>
                  <ns1:path w="159" h="92">
                    <ns1:moveTo>
                      <ns1:pt x="79" y="0"/>
                    </ns1:moveTo>
                    <ns1:cubicBezTo>
                      <ns1:pt x="51" y="0"/>
                      <ns1:pt x="24" y="15"/>
                      <ns1:pt x="9" y="39"/>
                    </ns1:cubicBezTo>
                    <ns1:cubicBezTo>
                      <ns1:pt x="0" y="52"/>
                      <ns1:pt x="4" y="71"/>
                      <ns1:pt x="17" y="80"/>
                    </ns1:cubicBezTo>
                    <ns1:cubicBezTo>
                      <ns1:pt x="31" y="89"/>
                      <ns1:pt x="50" y="85"/>
                      <ns1:pt x="59" y="72"/>
                    </ns1:cubicBezTo>
                    <ns1:cubicBezTo>
                      <ns1:pt x="66" y="62"/>
                      <ns1:pt x="75" y="60"/>
                      <ns1:pt x="79" y="60"/>
                    </ns1:cubicBezTo>
                    <ns1:cubicBezTo>
                      <ns1:pt x="83" y="60"/>
                      <ns1:pt x="93" y="62"/>
                      <ns1:pt x="100" y="72"/>
                    </ns1:cubicBezTo>
                    <ns1:cubicBezTo>
                      <ns1:pt x="114" y="92"/>
                      <ns1:pt x="136" y="83"/>
                      <ns1:pt x="141" y="80"/>
                    </ns1:cubicBezTo>
                    <ns1:cubicBezTo>
                      <ns1:pt x="155" y="71"/>
                      <ns1:pt x="159" y="52"/>
                      <ns1:pt x="150" y="39"/>
                    </ns1:cubicBezTo>
                    <ns1:cubicBezTo>
                      <ns1:pt x="134" y="15"/>
                      <ns1:pt x="108" y="0"/>
                      <ns1:pt x="79" y="0"/>
                    </ns1:cubicBezTo>
                    <ns1:close/>
                    <ns1:moveTo>
                      <ns1:pt x="79" y="0"/>
                    </ns1:moveTo>
                    <ns1:cubicBezTo>
                      <ns1:pt x="79" y="0"/>
                      <ns1:pt x="79" y="0"/>
                      <ns1:pt x="79" y="0"/>
                    </ns1:cubicBezTo>
                  </ns1:path>
                </ns1:pathLst>
              </ns1:custGeom>
              <ns1:grpFill/>
              <ns1:ln>
                <ns1:noFill/>
              </ns1:ln>
              <ns1:extLst>
                <ns1:ext uri="{91240B29-F687-4F45-9708-019B960494DF}">
                  <ns3:hiddenLine w="9525">
                    <ns1:solidFill>
                      <ns1:srgbClr val="000000"/>
                    </ns1:solidFill>
                    <ns1:round/>
                    <ns1:headEnd/>
                    <ns1:tailEnd/>
                  </ns3:hiddenLine>
                </ns1:ext>
              </ns1:extLst>
            </ns0:spPr>
            <ns0:txBody>
              <ns1:bodyPr vert="horz" wrap="square" lIns="91440" tIns="45720" rIns="91440" bIns="45720" numCol="1" anchor="t" anchorCtr="0" compatLnSpc="1">
                <ns1:prstTxWarp prst="textNoShape">
                  <ns1:avLst/>
                </ns1:prstTxWarp>
              </ns1:bodyPr>
              <ns1:lstStyle/>
              <ns1:p>
                <ns1:endParaRPr lang="en-US"/>
              </ns1:p>
            </ns0:txBody>
          </ns0:sp>
          <ns0:sp>
            <ns0:nvSpPr>
              <ns0:cNvPr id="34" name="Freeform 32">
                <ns1:extLst>
                  <ns1:ext uri="{FF2B5EF4-FFF2-40B4-BE49-F238E27FC236}">
                    <ns2:creationId id="{580C7A92-1491-473E-B949-604BE760771C}"/>
                  </ns1:ext>
                </ns1:extLst>
              </ns0:cNvPr>
              <ns0:cNvSpPr>
                <ns1:spLocks noEditPoints="1"/>
              </ns0:cNvSpPr>
              <ns0:nvPr/>
            </ns0:nvSpPr>
            <ns0:spPr bwMode="auto">
              <ns1:xfrm>
                <ns1:off x="1310" y="113"/>
                <ns1:ext cx="5060" cy="4207"/>
              </ns1:xfrm>
              <ns1:custGeom>
                <ns1:avLst/>
                <ns1:gdLst>
                  <ns1:gd name="T0" fmla="*/ 1869 w 2066"/>
                  <ns1:gd name="T1" fmla="*/ 844 h 1718"/>
                  <ns1:gd name="T2" fmla="*/ 1481 w 2066"/>
                  <ns1:gd name="T3" fmla="*/ 780 h 1718"/>
                  <ns1:gd name="T4" fmla="*/ 1714 w 2066"/>
                  <ns1:gd name="T5" fmla="*/ 505 h 1718"/>
                  <ns1:gd name="T6" fmla="*/ 1749 w 2066"/>
                  <ns1:gd name="T7" fmla="*/ 276 h 1718"/>
                  <ns1:gd name="T8" fmla="*/ 1368 w 2066"/>
                  <ns1:gd name="T9" fmla="*/ 104 h 1718"/>
                  <ns1:gd name="T10" fmla="*/ 1206 w 2066"/>
                  <ns1:gd name="T11" fmla="*/ 32 h 1718"/>
                  <ns1:gd name="T12" fmla="*/ 716 w 2066"/>
                  <ns1:gd name="T13" fmla="*/ 58 h 1718"/>
                  <ns1:gd name="T14" fmla="*/ 586 w 2066"/>
                  <ns1:gd name="T15" fmla="*/ 139 h 1718"/>
                  <ns1:gd name="T16" fmla="*/ 604 w 2066"/>
                  <ns1:gd name="T17" fmla="*/ 197 h 1718"/>
                  <ns1:gd name="T18" fmla="*/ 741 w 2066"/>
                  <ns1:gd name="T19" fmla="*/ 201 h 1718"/>
                  <ns1:gd name="T20" fmla="*/ 1325 w 2066"/>
                  <ns1:gd name="T21" fmla="*/ 201 h 1718"/>
                  <ns1:gd name="T22" fmla="*/ 1636 w 2066"/>
                  <ns1:gd name="T23" fmla="*/ 251 h 1718"/>
                  <ns1:gd name="T24" fmla="*/ 1698 w 2066"/>
                  <ns1:gd name="T25" fmla="*/ 380 h 1718"/>
                  <ns1:gd name="T26" fmla="*/ 1546 w 2066"/>
                  <ns1:gd name="T27" fmla="*/ 544 h 1718"/>
                  <ns1:gd name="T28" fmla="*/ 1420 w 2066"/>
                  <ns1:gd name="T29" fmla="*/ 555 h 1718"/>
                  <ns1:gd name="T30" fmla="*/ 645 w 2066"/>
                  <ns1:gd name="T31" fmla="*/ 780 h 1718"/>
                  <ns1:gd name="T32" fmla="*/ 610 w 2066"/>
                  <ns1:gd name="T33" fmla="*/ 525 h 1718"/>
                  <ns1:gd name="T34" fmla="*/ 408 w 2066"/>
                  <ns1:gd name="T35" fmla="*/ 483 h 1718"/>
                  <ns1:gd name="T36" fmla="*/ 371 w 2066"/>
                  <ns1:gd name="T37" fmla="*/ 302 h 1718"/>
                  <ns1:gd name="T38" fmla="*/ 482 w 2066"/>
                  <ns1:gd name="T39" fmla="*/ 235 h 1718"/>
                  <ns1:gd name="T40" fmla="*/ 464 w 2066"/>
                  <ns1:gd name="T41" fmla="*/ 178 h 1718"/>
                  <ns1:gd name="T42" fmla="*/ 317 w 2066"/>
                  <ns1:gd name="T43" fmla="*/ 276 h 1718"/>
                  <ns1:gd name="T44" fmla="*/ 352 w 2066"/>
                  <ns1:gd name="T45" fmla="*/ 505 h 1718"/>
                  <ns1:gd name="T46" fmla="*/ 585 w 2066"/>
                  <ns1:gd name="T47" fmla="*/ 780 h 1718"/>
                  <ns1:gd name="T48" fmla="*/ 197 w 2066"/>
                  <ns1:gd name="T49" fmla="*/ 844 h 1718"/>
                  <ns1:gd name="T50" fmla="*/ 18 w 2066"/>
                  <ns1:gd name="T51" fmla="*/ 1120 h 1718"/>
                  <ns1:gd name="T52" fmla="*/ 243 w 2066"/>
                  <ns1:gd name="T53" fmla="*/ 1189 h 1718"/>
                  <ns1:gd name="T54" fmla="*/ 426 w 2066"/>
                  <ns1:gd name="T55" fmla="*/ 1718 h 1718"/>
                  <ns1:gd name="T56" fmla="*/ 1823 w 2066"/>
                  <ns1:gd name="T57" fmla="*/ 1535 h 1718"/>
                  <ns1:gd name="T58" fmla="*/ 1858 w 2066"/>
                  <ns1:gd name="T59" fmla="*/ 1189 h 1718"/>
                  <ns1:gd name="T60" fmla="*/ 2048 w 2066"/>
                  <ns1:gd name="T61" fmla="*/ 1120 h 1718"/>
                  <ns1:gd name="T62" fmla="*/ 1291 w 2066"/>
                  <ns1:gd name="T63" fmla="*/ 152 h 1718"/>
                  <ns1:gd name="T64" fmla="*/ 775 w 2066"/>
                  <ns1:gd name="T65" fmla="*/ 152 h 1718"/>
                  <ns1:gd name="T66" fmla="*/ 825 w 2066"/>
                  <ns1:gd name="T67" fmla="*/ 82 h 1718"/>
                  <ns1:gd name="T68" fmla="*/ 1301 w 2066"/>
                  <ns1:gd name="T69" fmla="*/ 92 h 1718"/>
                  <ns1:gd name="T70" fmla="*/ 73 w 2066"/>
                  <ns1:gd name="T71" fmla="*/ 1097 h 1718"/>
                  <ns1:gd name="T72" fmla="*/ 239 w 2066"/>
                  <ns1:gd name="T73" fmla="*/ 886 h 1718"/>
                  <ns1:gd name="T74" fmla="*/ 1356 w 2066"/>
                  <ns1:gd name="T75" fmla="*/ 840 h 1718"/>
                  <ns1:gd name="T76" fmla="*/ 1000 w 2066"/>
                  <ns1:gd name="T77" fmla="*/ 1129 h 1718"/>
                  <ns1:gd name="T78" fmla="*/ 73 w 2066"/>
                  <ns1:gd name="T79" fmla="*/ 1097 h 1718"/>
                  <ns1:gd name="T80" fmla="*/ 303 w 2066"/>
                  <ns1:gd name="T81" fmla="*/ 1535 h 1718"/>
                  <ns1:gd name="T82" fmla="*/ 1000 w 2066"/>
                  <ns1:gd name="T83" fmla="*/ 1189 h 1718"/>
                  <ns1:gd name="T84" fmla="*/ 1399 w 2066"/>
                  <ns1:gd name="T85" fmla="*/ 882 h 1718"/>
                  <ns1:gd name="T86" fmla="*/ 426 w 2066"/>
                  <ns1:gd name="T87" fmla="*/ 1658 h 1718"/>
                  <ns1:gd name="T88" fmla="*/ 1945 w 2066"/>
                  <ns1:gd name="T89" fmla="*/ 1129 h 1718"/>
                  <ns1:gd name="T90" fmla="*/ 1742 w 2066"/>
                  <ns1:gd name="T91" fmla="*/ 1081 h 1718"/>
                  <ns1:gd name="T92" fmla="*/ 1654 w 2066"/>
                  <ns1:gd name="T93" fmla="*/ 1035 h 1718"/>
                  <ns1:gd name="T94" fmla="*/ 1699 w 2066"/>
                  <ns1:gd name="T95" fmla="*/ 1123 h 1718"/>
                  <ns1:gd name="T96" fmla="*/ 1763 w 2066"/>
                  <ns1:gd name="T97" fmla="*/ 1535 h 1718"/>
                  <ns1:gd name="T98" fmla="*/ 1459 w 2066"/>
                  <ns1:gd name="T99" fmla="*/ 1658 h 1718"/>
                  <ns1:gd name="T100" fmla="*/ 1570 w 2066"/>
                  <ns1:gd name="T101" fmla="*/ 994 h 1718"/>
                  <ns1:gd name="T102" fmla="*/ 1612 w 2066"/>
                  <ns1:gd name="T103" fmla="*/ 951 h 1718"/>
                  <ns1:gd name="T104" fmla="*/ 1715 w 2066"/>
                  <ns1:gd name="T105" fmla="*/ 840 h 1718"/>
                  <ns1:gd name="T106" fmla="*/ 1982 w 2066"/>
                  <ns1:gd name="T107" fmla="*/ 1041 h 1718"/>
                  <ns1:gd name="T108" fmla="*/ 1993 w 2066"/>
                  <ns1:gd name="T109" fmla="*/ 1097 h 1718"/>
                </ns1:gdLst>
                <ns1:ahLst/>
                <ns1:cxnLst>
                  <ns1:cxn ang="0">
                    <ns1:pos x="T0" y="T1"/>
                  </ns1:cxn>
                  <ns1:cxn ang="0">
                    <ns1:pos x="T2" y="T3"/>
                  </ns1:cxn>
                  <ns1:cxn ang="0">
                    <ns1:pos x="T4" y="T5"/>
                  </ns1:cxn>
                  <ns1:cxn ang="0">
                    <ns1:pos x="T6" y="T7"/>
                  </ns1:cxn>
                  <ns1:cxn ang="0">
                    <ns1:pos x="T8" y="T9"/>
                  </ns1:cxn>
                  <ns1:cxn ang="0">
                    <ns1:pos x="T10" y="T11"/>
                  </ns1:cxn>
                  <ns1:cxn ang="0">
                    <ns1:pos x="T12" y="T13"/>
                  </ns1:cxn>
                  <ns1:cxn ang="0">
                    <ns1:pos x="T14" y="T15"/>
                  </ns1:cxn>
                  <ns1:cxn ang="0">
                    <ns1:pos x="T16" y="T17"/>
                  </ns1:cxn>
                  <ns1:cxn ang="0">
                    <ns1:pos x="T18" y="T19"/>
                  </ns1:cxn>
                  <ns1:cxn ang="0">
                    <ns1:pos x="T20" y="T21"/>
                  </ns1:cxn>
                  <ns1:cxn ang="0">
                    <ns1:pos x="T22" y="T23"/>
                  </ns1:cxn>
                  <ns1:cxn ang="0">
                    <ns1:pos x="T24" y="T25"/>
                  </ns1:cxn>
                  <ns1:cxn ang="0">
                    <ns1:pos x="T26" y="T27"/>
                  </ns1:cxn>
                  <ns1:cxn ang="0">
                    <ns1:pos x="T28" y="T29"/>
                  </ns1:cxn>
                  <ns1:cxn ang="0">
                    <ns1:pos x="T30" y="T31"/>
                  </ns1:cxn>
                  <ns1:cxn ang="0">
                    <ns1:pos x="T32" y="T33"/>
                  </ns1:cxn>
                  <ns1:cxn ang="0">
                    <ns1:pos x="T34" y="T35"/>
                  </ns1:cxn>
                  <ns1:cxn ang="0">
                    <ns1:pos x="T36" y="T37"/>
                  </ns1:cxn>
                  <ns1:cxn ang="0">
                    <ns1:pos x="T38" y="T39"/>
                  </ns1:cxn>
                  <ns1:cxn ang="0">
                    <ns1:pos x="T40" y="T41"/>
                  </ns1:cxn>
                  <ns1:cxn ang="0">
                    <ns1:pos x="T42" y="T43"/>
                  </ns1:cxn>
                  <ns1:cxn ang="0">
                    <ns1:pos x="T44" y="T45"/>
                  </ns1:cxn>
                  <ns1:cxn ang="0">
                    <ns1:pos x="T46" y="T47"/>
                  </ns1:cxn>
                  <ns1:cxn ang="0">
                    <ns1:pos x="T48" y="T49"/>
                  </ns1:cxn>
                  <ns1:cxn ang="0">
                    <ns1:pos x="T50" y="T51"/>
                  </ns1:cxn>
                  <ns1:cxn ang="0">
                    <ns1:pos x="T52" y="T53"/>
                  </ns1:cxn>
                  <ns1:cxn ang="0">
                    <ns1:pos x="T54" y="T55"/>
                  </ns1:cxn>
                  <ns1:cxn ang="0">
                    <ns1:pos x="T56" y="T57"/>
                  </ns1:cxn>
                  <ns1:cxn ang="0">
                    <ns1:pos x="T58" y="T59"/>
                  </ns1:cxn>
                  <ns1:cxn ang="0">
                    <ns1:pos x="T60" y="T61"/>
                  </ns1:cxn>
                  <ns1:cxn ang="0">
                    <ns1:pos x="T62" y="T63"/>
                  </ns1:cxn>
                  <ns1:cxn ang="0">
                    <ns1:pos x="T64" y="T65"/>
                  </ns1:cxn>
                  <ns1:cxn ang="0">
                    <ns1:pos x="T66" y="T67"/>
                  </ns1:cxn>
                  <ns1:cxn ang="0">
                    <ns1:pos x="T68" y="T69"/>
                  </ns1:cxn>
                  <ns1:cxn ang="0">
                    <ns1:pos x="T70" y="T71"/>
                  </ns1:cxn>
                  <ns1:cxn ang="0">
                    <ns1:pos x="T72" y="T73"/>
                  </ns1:cxn>
                  <ns1:cxn ang="0">
                    <ns1:pos x="T74" y="T75"/>
                  </ns1:cxn>
                  <ns1:cxn ang="0">
                    <ns1:pos x="T76" y="T77"/>
                  </ns1:cxn>
                  <ns1:cxn ang="0">
                    <ns1:pos x="T78" y="T79"/>
                  </ns1:cxn>
                  <ns1:cxn ang="0">
                    <ns1:pos x="T80" y="T81"/>
                  </ns1:cxn>
                  <ns1:cxn ang="0">
                    <ns1:pos x="T82" y="T83"/>
                  </ns1:cxn>
                  <ns1:cxn ang="0">
                    <ns1:pos x="T84" y="T85"/>
                  </ns1:cxn>
                  <ns1:cxn ang="0">
                    <ns1:pos x="T86" y="T87"/>
                  </ns1:cxn>
                  <ns1:cxn ang="0">
                    <ns1:pos x="T88" y="T89"/>
                  </ns1:cxn>
                  <ns1:cxn ang="0">
                    <ns1:pos x="T90" y="T91"/>
                  </ns1:cxn>
                  <ns1:cxn ang="0">
                    <ns1:pos x="T92" y="T93"/>
                  </ns1:cxn>
                  <ns1:cxn ang="0">
                    <ns1:pos x="T94" y="T95"/>
                  </ns1:cxn>
                  <ns1:cxn ang="0">
                    <ns1:pos x="T96" y="T97"/>
                  </ns1:cxn>
                  <ns1:cxn ang="0">
                    <ns1:pos x="T98" y="T99"/>
                  </ns1:cxn>
                  <ns1:cxn ang="0">
                    <ns1:pos x="T100" y="T101"/>
                  </ns1:cxn>
                  <ns1:cxn ang="0">
                    <ns1:pos x="T102" y="T103"/>
                  </ns1:cxn>
                  <ns1:cxn ang="0">
                    <ns1:pos x="T104" y="T105"/>
                  </ns1:cxn>
                  <ns1:cxn ang="0">
                    <ns1:pos x="T106" y="T107"/>
                  </ns1:cxn>
                  <ns1:cxn ang="0">
                    <ns1:pos x="T108" y="T109"/>
                  </ns1:cxn>
                </ns1:cxnLst>
                <ns1:rect l="0" t="0" r="r" b="b"/>
                <ns1:pathLst>
                  <ns1:path w="2066" h="1718">
                    <ns1:moveTo>
                      <ns1:pt x="2024" y="999"/>
                    </ns1:moveTo>
                    <ns1:cubicBezTo>
                      <ns1:pt x="1869" y="844"/>
                      <ns1:pt x="1869" y="844"/>
                      <ns1:pt x="1869" y="844"/>
                    </ns1:cubicBezTo>
                    <ns1:cubicBezTo>
                      <ns1:pt x="1828" y="803"/>
                      <ns1:pt x="1773" y="780"/>
                      <ns1:pt x="1715" y="780"/>
                    </ns1:cubicBezTo>
                    <ns1:cubicBezTo>
                      <ns1:pt x="1481" y="780"/>
                      <ns1:pt x="1481" y="780"/>
                      <ns1:pt x="1481" y="780"/>
                    </ns1:cubicBezTo>
                    <ns1:cubicBezTo>
                      <ns1:pt x="1481" y="703"/>
                      <ns1:pt x="1481" y="632"/>
                      <ns1:pt x="1480" y="592"/>
                    </ns1:cubicBezTo>
                    <ns1:cubicBezTo>
                      <ns1:pt x="1480" y="592"/>
                      <ns1:pt x="1660" y="658"/>
                      <ns1:pt x="1714" y="505"/>
                    </ns1:cubicBezTo>
                    <ns1:cubicBezTo>
                      <ns1:pt x="1754" y="402"/>
                      <ns1:pt x="1754" y="402"/>
                      <ns1:pt x="1754" y="402"/>
                    </ns1:cubicBezTo>
                    <ns1:cubicBezTo>
                      <ns1:pt x="1770" y="361"/>
                      <ns1:pt x="1768" y="315"/>
                      <ns1:pt x="1749" y="276"/>
                    </ns1:cubicBezTo>
                    <ns1:cubicBezTo>
                      <ns1:pt x="1730" y="237"/>
                      <ns1:pt x="1695" y="207"/>
                      <ns1:pt x="1654" y="194"/>
                    </ns1:cubicBezTo>
                    <ns1:cubicBezTo>
                      <ns1:pt x="1368" y="104"/>
                      <ns1:pt x="1368" y="104"/>
                      <ns1:pt x="1368" y="104"/>
                    </ns1:cubicBezTo>
                    <ns1:cubicBezTo>
                      <ns1:pt x="1366" y="88"/>
                      <ns1:pt x="1360" y="72"/>
                      <ns1:pt x="1350" y="58"/>
                    </ns1:cubicBezTo>
                    <ns1:cubicBezTo>
                      <ns1:pt x="1317" y="11"/>
                      <ns1:pt x="1253" y="0"/>
                      <ns1:pt x="1206" y="32"/>
                    </ns1:cubicBezTo>
                    <ns1:cubicBezTo>
                      <ns1:pt x="1103" y="105"/>
                      <ns1:pt x="963" y="105"/>
                      <ns1:pt x="860" y="32"/>
                    </ns1:cubicBezTo>
                    <ns1:cubicBezTo>
                      <ns1:pt x="813" y="0"/>
                      <ns1:pt x="749" y="11"/>
                      <ns1:pt x="716" y="58"/>
                    </ns1:cubicBezTo>
                    <ns1:cubicBezTo>
                      <ns1:pt x="706" y="72"/>
                      <ns1:pt x="700" y="88"/>
                      <ns1:pt x="698" y="104"/>
                    </ns1:cubicBezTo>
                    <ns1:cubicBezTo>
                      <ns1:pt x="586" y="139"/>
                      <ns1:pt x="586" y="139"/>
                      <ns1:pt x="586" y="139"/>
                    </ns1:cubicBezTo>
                    <ns1:cubicBezTo>
                      <ns1:pt x="570" y="144"/>
                      <ns1:pt x="561" y="161"/>
                      <ns1:pt x="566" y="177"/>
                    </ns1:cubicBezTo>
                    <ns1:cubicBezTo>
                      <ns1:pt x="570" y="190"/>
                      <ns1:pt x="586" y="201"/>
                      <ns1:pt x="604" y="197"/>
                    </ns1:cubicBezTo>
                    <ns1:cubicBezTo>
                      <ns1:pt x="708" y="164"/>
                      <ns1:pt x="708" y="164"/>
                      <ns1:pt x="708" y="164"/>
                    </ns1:cubicBezTo>
                    <ns1:cubicBezTo>
                      <ns1:pt x="716" y="179"/>
                      <ns1:pt x="727" y="192"/>
                      <ns1:pt x="741" y="201"/>
                    </ns1:cubicBezTo>
                    <ns1:cubicBezTo>
                      <ns1:pt x="827" y="262"/>
                      <ns1:pt x="928" y="293"/>
                      <ns1:pt x="1033" y="293"/>
                    </ns1:cubicBezTo>
                    <ns1:cubicBezTo>
                      <ns1:pt x="1138" y="293"/>
                      <ns1:pt x="1239" y="262"/>
                      <ns1:pt x="1325" y="201"/>
                    </ns1:cubicBezTo>
                    <ns1:cubicBezTo>
                      <ns1:pt x="1339" y="192"/>
                      <ns1:pt x="1350" y="179"/>
                      <ns1:pt x="1358" y="164"/>
                    </ns1:cubicBezTo>
                    <ns1:cubicBezTo>
                      <ns1:pt x="1636" y="251"/>
                      <ns1:pt x="1636" y="251"/>
                      <ns1:pt x="1636" y="251"/>
                    </ns1:cubicBezTo>
                    <ns1:cubicBezTo>
                      <ns1:pt x="1662" y="259"/>
                      <ns1:pt x="1683" y="277"/>
                      <ns1:pt x="1695" y="302"/>
                    </ns1:cubicBezTo>
                    <ns1:cubicBezTo>
                      <ns1:pt x="1707" y="327"/>
                      <ns1:pt x="1708" y="355"/>
                      <ns1:pt x="1698" y="380"/>
                    </ns1:cubicBezTo>
                    <ns1:cubicBezTo>
                      <ns1:pt x="1658" y="483"/>
                      <ns1:pt x="1658" y="483"/>
                      <ns1:pt x="1658" y="483"/>
                    </ns1:cubicBezTo>
                    <ns1:cubicBezTo>
                      <ns1:pt x="1641" y="529"/>
                      <ns1:pt x="1594" y="554"/>
                      <ns1:pt x="1546" y="544"/>
                    </ns1:cubicBezTo>
                    <ns1:cubicBezTo>
                      <ns1:pt x="1456" y="525"/>
                      <ns1:pt x="1456" y="525"/>
                      <ns1:pt x="1456" y="525"/>
                    </ns1:cubicBezTo>
                    <ns1:cubicBezTo>
                      <ns1:pt x="1439" y="523"/>
                      <ns1:pt x="1421" y="528"/>
                      <ns1:pt x="1420" y="555"/>
                    </ns1:cubicBezTo>
                    <ns1:cubicBezTo>
                      <ns1:pt x="1420" y="556"/>
                      <ns1:pt x="1421" y="659"/>
                      <ns1:pt x="1421" y="780"/>
                    </ns1:cubicBezTo>
                    <ns1:cubicBezTo>
                      <ns1:pt x="645" y="780"/>
                      <ns1:pt x="645" y="780"/>
                      <ns1:pt x="645" y="780"/>
                    </ns1:cubicBezTo>
                    <ns1:cubicBezTo>
                      <ns1:pt x="645" y="659"/>
                      <ns1:pt x="646" y="556"/>
                      <ns1:pt x="646" y="555"/>
                    </ns1:cubicBezTo>
                    <ns1:cubicBezTo>
                      <ns1:pt x="646" y="531"/>
                      <ns1:pt x="632" y="521"/>
                      <ns1:pt x="610" y="525"/>
                    </ns1:cubicBezTo>
                    <ns1:cubicBezTo>
                      <ns1:pt x="520" y="544"/>
                      <ns1:pt x="520" y="544"/>
                      <ns1:pt x="520" y="544"/>
                    </ns1:cubicBezTo>
                    <ns1:cubicBezTo>
                      <ns1:pt x="472" y="554"/>
                      <ns1:pt x="425" y="529"/>
                      <ns1:pt x="408" y="483"/>
                    </ns1:cubicBezTo>
                    <ns1:cubicBezTo>
                      <ns1:pt x="368" y="380"/>
                      <ns1:pt x="368" y="380"/>
                      <ns1:pt x="368" y="380"/>
                    </ns1:cubicBezTo>
                    <ns1:cubicBezTo>
                      <ns1:pt x="358" y="355"/>
                      <ns1:pt x="359" y="327"/>
                      <ns1:pt x="371" y="302"/>
                    </ns1:cubicBezTo>
                    <ns1:cubicBezTo>
                      <ns1:pt x="383" y="277"/>
                      <ns1:pt x="404" y="259"/>
                      <ns1:pt x="430" y="251"/>
                    </ns1:cubicBezTo>
                    <ns1:cubicBezTo>
                      <ns1:pt x="482" y="235"/>
                      <ns1:pt x="482" y="235"/>
                      <ns1:pt x="482" y="235"/>
                    </ns1:cubicBezTo>
                    <ns1:cubicBezTo>
                      <ns1:pt x="498" y="230"/>
                      <ns1:pt x="506" y="213"/>
                      <ns1:pt x="501" y="197"/>
                    </ns1:cubicBezTo>
                    <ns1:cubicBezTo>
                      <ns1:pt x="497" y="182"/>
                      <ns1:pt x="480" y="173"/>
                      <ns1:pt x="464" y="178"/>
                    </ns1:cubicBezTo>
                    <ns1:cubicBezTo>
                      <ns1:pt x="412" y="194"/>
                      <ns1:pt x="412" y="194"/>
                      <ns1:pt x="412" y="194"/>
                    </ns1:cubicBezTo>
                    <ns1:cubicBezTo>
                      <ns1:pt x="371" y="207"/>
                      <ns1:pt x="336" y="237"/>
                      <ns1:pt x="317" y="276"/>
                    </ns1:cubicBezTo>
                    <ns1:cubicBezTo>
                      <ns1:pt x="298" y="315"/>
                      <ns1:pt x="296" y="361"/>
                      <ns1:pt x="312" y="402"/>
                    </ns1:cubicBezTo>
                    <ns1:cubicBezTo>
                      <ns1:pt x="352" y="505"/>
                      <ns1:pt x="352" y="505"/>
                      <ns1:pt x="352" y="505"/>
                    </ns1:cubicBezTo>
                    <ns1:cubicBezTo>
                      <ns1:pt x="416" y="666"/>
                      <ns1:pt x="586" y="592"/>
                      <ns1:pt x="586" y="592"/>
                    </ns1:cubicBezTo>
                    <ns1:cubicBezTo>
                      <ns1:pt x="585" y="780"/>
                      <ns1:pt x="585" y="780"/>
                      <ns1:pt x="585" y="780"/>
                    </ns1:cubicBezTo>
                    <ns1:cubicBezTo>
                      <ns1:pt x="351" y="780"/>
                      <ns1:pt x="351" y="780"/>
                      <ns1:pt x="351" y="780"/>
                    </ns1:cubicBezTo>
                    <ns1:cubicBezTo>
                      <ns1:pt x="293" y="780"/>
                      <ns1:pt x="238" y="803"/>
                      <ns1:pt x="197" y="844"/>
                    </ns1:cubicBezTo>
                    <ns1:cubicBezTo>
                      <ns1:pt x="42" y="999"/>
                      <ns1:pt x="42" y="999"/>
                      <ns1:pt x="42" y="999"/>
                    </ns1:cubicBezTo>
                    <ns1:cubicBezTo>
                      <ns1:pt x="9" y="1031"/>
                      <ns1:pt x="0" y="1078"/>
                      <ns1:pt x="18" y="1120"/>
                    </ns1:cubicBezTo>
                    <ns1:cubicBezTo>
                      <ns1:pt x="35" y="1162"/>
                      <ns1:pt x="75" y="1189"/>
                      <ns1:pt x="121" y="1189"/>
                    </ns1:cubicBezTo>
                    <ns1:cubicBezTo>
                      <ns1:pt x="243" y="1189"/>
                      <ns1:pt x="243" y="1189"/>
                      <ns1:pt x="243" y="1189"/>
                    </ns1:cubicBezTo>
                    <ns1:cubicBezTo>
                      <ns1:pt x="243" y="1535"/>
                      <ns1:pt x="243" y="1535"/>
                      <ns1:pt x="243" y="1535"/>
                    </ns1:cubicBezTo>
                    <ns1:cubicBezTo>
                      <ns1:pt x="243" y="1636"/>
                      <ns1:pt x="325" y="1718"/>
                      <ns1:pt x="426" y="1718"/>
                    </ns1:cubicBezTo>
                    <ns1:cubicBezTo>
                      <ns1:pt x="1640" y="1718"/>
                      <ns1:pt x="1640" y="1718"/>
                      <ns1:pt x="1640" y="1718"/>
                    </ns1:cubicBezTo>
                    <ns1:cubicBezTo>
                      <ns1:pt x="1741" y="1718"/>
                      <ns1:pt x="1823" y="1636"/>
                      <ns1:pt x="1823" y="1535"/>
                    </ns1:cubicBezTo>
                    <ns1:cubicBezTo>
                      <ns1:pt x="1823" y="1186"/>
                      <ns1:pt x="1823" y="1186"/>
                      <ns1:pt x="1823" y="1186"/>
                    </ns1:cubicBezTo>
                    <ns1:cubicBezTo>
                      <ns1:pt x="1834" y="1188"/>
                      <ns1:pt x="1846" y="1189"/>
                      <ns1:pt x="1858" y="1189"/>
                    </ns1:cubicBezTo>
                    <ns1:cubicBezTo>
                      <ns1:pt x="1945" y="1189"/>
                      <ns1:pt x="1945" y="1189"/>
                      <ns1:pt x="1945" y="1189"/>
                    </ns1:cubicBezTo>
                    <ns1:cubicBezTo>
                      <ns1:pt x="1991" y="1189"/>
                      <ns1:pt x="2031" y="1162"/>
                      <ns1:pt x="2048" y="1120"/>
                    </ns1:cubicBezTo>
                    <ns1:cubicBezTo>
                      <ns1:pt x="2066" y="1078"/>
                      <ns1:pt x="2057" y="1031"/>
                      <ns1:pt x="2024" y="999"/>
                    </ns1:cubicBezTo>
                    <ns1:close/>
                    <ns1:moveTo>
                      <ns1:pt x="1291" y="152"/>
                    </ns1:moveTo>
                    <ns1:cubicBezTo>
                      <ns1:pt x="1215" y="205"/>
                      <ns1:pt x="1126" y="233"/>
                      <ns1:pt x="1033" y="233"/>
                    </ns1:cubicBezTo>
                    <ns1:cubicBezTo>
                      <ns1:pt x="940" y="233"/>
                      <ns1:pt x="851" y="205"/>
                      <ns1:pt x="775" y="152"/>
                    </ns1:cubicBezTo>
                    <ns1:cubicBezTo>
                      <ns1:pt x="756" y="139"/>
                      <ns1:pt x="751" y="111"/>
                      <ns1:pt x="765" y="92"/>
                    </ns1:cubicBezTo>
                    <ns1:cubicBezTo>
                      <ns1:pt x="784" y="65"/>
                      <ns1:pt x="818" y="76"/>
                      <ns1:pt x="825" y="82"/>
                    </ns1:cubicBezTo>
                    <ns1:cubicBezTo>
                      <ns1:pt x="949" y="169"/>
                      <ns1:pt x="1117" y="169"/>
                      <ns1:pt x="1241" y="82"/>
                    </ns1:cubicBezTo>
                    <ns1:cubicBezTo>
                      <ns1:pt x="1260" y="68"/>
                      <ns1:pt x="1287" y="73"/>
                      <ns1:pt x="1301" y="92"/>
                    </ns1:cubicBezTo>
                    <ns1:cubicBezTo>
                      <ns1:pt x="1321" y="119"/>
                      <ns1:pt x="1300" y="146"/>
                      <ns1:pt x="1291" y="152"/>
                    </ns1:cubicBezTo>
                    <ns1:close/>
                    <ns1:moveTo>
                      <ns1:pt x="73" y="1097"/>
                    </ns1:moveTo>
                    <ns1:cubicBezTo>
                      <ns1:pt x="65" y="1077"/>
                      <ns1:pt x="69" y="1056"/>
                      <ns1:pt x="84" y="1041"/>
                    </ns1:cubicBezTo>
                    <ns1:cubicBezTo>
                      <ns1:pt x="239" y="886"/>
                      <ns1:pt x="239" y="886"/>
                      <ns1:pt x="239" y="886"/>
                    </ns1:cubicBezTo>
                    <ns1:cubicBezTo>
                      <ns1:pt x="269" y="856"/>
                      <ns1:pt x="309" y="840"/>
                      <ns1:pt x="351" y="840"/>
                    </ns1:cubicBezTo>
                    <ns1:cubicBezTo>
                      <ns1:pt x="1356" y="840"/>
                      <ns1:pt x="1356" y="840"/>
                      <ns1:pt x="1356" y="840"/>
                    </ns1:cubicBezTo>
                    <ns1:cubicBezTo>
                      <ns1:pt x="1116" y="1081"/>
                      <ns1:pt x="1116" y="1081"/>
                      <ns1:pt x="1116" y="1081"/>
                    </ns1:cubicBezTo>
                    <ns1:cubicBezTo>
                      <ns1:pt x="1085" y="1112"/>
                      <ns1:pt x="1044" y="1129"/>
                      <ns1:pt x="1000" y="1129"/>
                    </ns1:cubicBezTo>
                    <ns1:cubicBezTo>
                      <ns1:pt x="121" y="1129"/>
                      <ns1:pt x="121" y="1129"/>
                      <ns1:pt x="121" y="1129"/>
                    </ns1:cubicBezTo>
                    <ns1:cubicBezTo>
                      <ns1:pt x="99" y="1129"/>
                      <ns1:pt x="81" y="1117"/>
                      <ns1:pt x="73" y="1097"/>
                    </ns1:cubicBezTo>
                    <ns1:close/>
                    <ns1:moveTo>
                      <ns1:pt x="426" y="1658"/>
                    </ns1:moveTo>
                    <ns1:cubicBezTo>
                      <ns1:pt x="358" y="1658"/>
                      <ns1:pt x="303" y="1603"/>
                      <ns1:pt x="303" y="1535"/>
                    </ns1:cubicBezTo>
                    <ns1:cubicBezTo>
                      <ns1:pt x="303" y="1189"/>
                      <ns1:pt x="303" y="1189"/>
                      <ns1:pt x="303" y="1189"/>
                    </ns1:cubicBezTo>
                    <ns1:cubicBezTo>
                      <ns1:pt x="1000" y="1189"/>
                      <ns1:pt x="1000" y="1189"/>
                      <ns1:pt x="1000" y="1189"/>
                    </ns1:cubicBezTo>
                    <ns1:cubicBezTo>
                      <ns1:pt x="1060" y="1189"/>
                      <ns1:pt x="1116" y="1165"/>
                      <ns1:pt x="1158" y="1123"/>
                    </ns1:cubicBezTo>
                    <ns1:cubicBezTo>
                      <ns1:pt x="1399" y="882"/>
                      <ns1:pt x="1399" y="882"/>
                      <ns1:pt x="1399" y="882"/>
                    </ns1:cubicBezTo>
                    <ns1:cubicBezTo>
                      <ns1:pt x="1399" y="1658"/>
                      <ns1:pt x="1399" y="1658"/>
                      <ns1:pt x="1399" y="1658"/>
                    </ns1:cubicBezTo>
                    <ns1:lnTo>
                      <ns1:pt x="426" y="1658"/>
                    </ns1:lnTo>
                    <ns1:close/>
                    <ns1:moveTo>
                      <ns1:pt x="1993" y="1097"/>
                    </ns1:moveTo>
                    <ns1:cubicBezTo>
                      <ns1:pt x="1985" y="1117"/>
                      <ns1:pt x="1967" y="1129"/>
                      <ns1:pt x="1945" y="1129"/>
                    </ns1:cubicBezTo>
                    <ns1:cubicBezTo>
                      <ns1:pt x="1858" y="1129"/>
                      <ns1:pt x="1858" y="1129"/>
                      <ns1:pt x="1858" y="1129"/>
                    </ns1:cubicBezTo>
                    <ns1:cubicBezTo>
                      <ns1:pt x="1814" y="1129"/>
                      <ns1:pt x="1773" y="1112"/>
                      <ns1:pt x="1742" y="1081"/>
                    </ns1:cubicBezTo>
                    <ns1:cubicBezTo>
                      <ns1:pt x="1696" y="1035"/>
                      <ns1:pt x="1696" y="1035"/>
                      <ns1:pt x="1696" y="1035"/>
                    </ns1:cubicBezTo>
                    <ns1:cubicBezTo>
                      <ns1:pt x="1685" y="1024"/>
                      <ns1:pt x="1666" y="1024"/>
                      <ns1:pt x="1654" y="1035"/>
                    </ns1:cubicBezTo>
                    <ns1:cubicBezTo>
                      <ns1:pt x="1642" y="1047"/>
                      <ns1:pt x="1642" y="1066"/>
                      <ns1:pt x="1654" y="1078"/>
                    </ns1:cubicBezTo>
                    <ns1:cubicBezTo>
                      <ns1:pt x="1699" y="1123"/>
                      <ns1:pt x="1699" y="1123"/>
                      <ns1:pt x="1699" y="1123"/>
                    </ns1:cubicBezTo>
                    <ns1:cubicBezTo>
                      <ns1:pt x="1718" y="1142"/>
                      <ns1:pt x="1740" y="1157"/>
                      <ns1:pt x="1763" y="1168"/>
                    </ns1:cubicBezTo>
                    <ns1:cubicBezTo>
                      <ns1:pt x="1763" y="1535"/>
                      <ns1:pt x="1763" y="1535"/>
                      <ns1:pt x="1763" y="1535"/>
                    </ns1:cubicBezTo>
                    <ns1:cubicBezTo>
                      <ns1:pt x="1763" y="1603"/>
                      <ns1:pt x="1708" y="1658"/>
                      <ns1:pt x="1640" y="1658"/>
                    </ns1:cubicBezTo>
                    <ns1:cubicBezTo>
                      <ns1:pt x="1459" y="1658"/>
                      <ns1:pt x="1459" y="1658"/>
                      <ns1:pt x="1459" y="1658"/>
                    </ns1:cubicBezTo>
                    <ns1:cubicBezTo>
                      <ns1:pt x="1459" y="882"/>
                      <ns1:pt x="1459" y="882"/>
                      <ns1:pt x="1459" y="882"/>
                    </ns1:cubicBezTo>
                    <ns1:cubicBezTo>
                      <ns1:pt x="1570" y="994"/>
                      <ns1:pt x="1570" y="994"/>
                      <ns1:pt x="1570" y="994"/>
                    </ns1:cubicBezTo>
                    <ns1:cubicBezTo>
                      <ns1:pt x="1582" y="1005"/>
                      <ns1:pt x="1601" y="1005"/>
                      <ns1:pt x="1612" y="994"/>
                    </ns1:cubicBezTo>
                    <ns1:cubicBezTo>
                      <ns1:pt x="1624" y="982"/>
                      <ns1:pt x="1624" y="963"/>
                      <ns1:pt x="1612" y="951"/>
                    </ns1:cubicBezTo>
                    <ns1:cubicBezTo>
                      <ns1:pt x="1501" y="840"/>
                      <ns1:pt x="1501" y="840"/>
                      <ns1:pt x="1501" y="840"/>
                    </ns1:cubicBezTo>
                    <ns1:cubicBezTo>
                      <ns1:pt x="1715" y="840"/>
                      <ns1:pt x="1715" y="840"/>
                      <ns1:pt x="1715" y="840"/>
                    </ns1:cubicBezTo>
                    <ns1:cubicBezTo>
                      <ns1:pt x="1757" y="840"/>
                      <ns1:pt x="1797" y="856"/>
                      <ns1:pt x="1827" y="886"/>
                    </ns1:cubicBezTo>
                    <ns1:cubicBezTo>
                      <ns1:pt x="1982" y="1041"/>
                      <ns1:pt x="1982" y="1041"/>
                      <ns1:pt x="1982" y="1041"/>
                    </ns1:cubicBezTo>
                    <ns1:cubicBezTo>
                      <ns1:pt x="1997" y="1056"/>
                      <ns1:pt x="2001" y="1077"/>
                      <ns1:pt x="1993" y="1097"/>
                    </ns1:cubicBezTo>
                    <ns1:close/>
                    <ns1:moveTo>
                      <ns1:pt x="1993" y="1097"/>
                    </ns1:moveTo>
                    <ns1:cubicBezTo>
                      <ns1:pt x="1993" y="1097"/>
                      <ns1:pt x="1993" y="1097"/>
                      <ns1:pt x="1993" y="1097"/>
                    </ns1:cubicBezTo>
                  </ns1:path>
                </ns1:pathLst>
              </ns1:custGeom>
              <ns1:grpFill/>
              <ns1:ln>
                <ns1:noFill/>
              </ns1:ln>
              <ns1:extLst>
                <ns1:ext uri="{91240B29-F687-4F45-9708-019B960494DF}">
                  <ns3:hiddenLine w="9525">
                    <ns1:solidFill>
                      <ns1:srgbClr val="000000"/>
                    </ns1:solidFill>
                    <ns1:round/>
                    <ns1:headEnd/>
                    <ns1:tailEnd/>
                  </ns3:hiddenLine>
                </ns1:ext>
              </ns1:extLst>
            </ns0:spPr>
            <ns0:txBody>
              <ns1:bodyPr vert="horz" wrap="square" lIns="91440" tIns="45720" rIns="91440" bIns="45720" numCol="1" anchor="t" anchorCtr="0" compatLnSpc="1">
                <ns1:prstTxWarp prst="textNoShape">
                  <ns1:avLst/>
                </ns1:prstTxWarp>
              </ns1:bodyPr>
              <ns1:lstStyle/>
              <ns1:p>
                <ns1:endParaRPr lang="en-US"/>
              </ns1:p>
            </ns0:txBody>
          </ns0:sp>
          <ns0:sp>
            <ns0:nvSpPr>
              <ns0:cNvPr id="35" name="Freeform 33">
                <ns1:extLst>
                  <ns1:ext uri="{FF2B5EF4-FFF2-40B4-BE49-F238E27FC236}">
                    <ns2:creationId id="{0B360AF9-7078-43F4-9E36-3783F1FC2BD3}"/>
                  </ns1:ext>
                </ns1:extLst>
              </ns0:cNvPr>
              <ns0:cNvSpPr>
                <ns1:spLocks noEditPoints="1"/>
              </ns0:cNvSpPr>
              <ns0:nvPr/>
            </ns0:nvSpPr>
            <ns0:spPr bwMode="auto">
              <ns1:xfrm>
                <ns1:off x="1612" y="3"/>
                <ns1:ext cx="734" cy="734"/>
              </ns1:xfrm>
              <ns1:custGeom>
                <ns1:avLst/>
                <ns1:gdLst>
                  <ns1:gd name="T0" fmla="*/ 31 w 300"/>
                  <ns1:gd name="T1" fmla="*/ 203 h 300"/>
                  <ns1:gd name="T2" fmla="*/ 51 w 300"/>
                  <ns1:gd name="T3" fmla="*/ 214 h 300"/>
                  <ns1:gd name="T4" fmla="*/ 87 w 300"/>
                  <ns1:gd name="T5" fmla="*/ 249 h 300"/>
                  <ns1:gd name="T6" fmla="*/ 98 w 300"/>
                  <ns1:gd name="T7" fmla="*/ 269 h 300"/>
                  <ns1:gd name="T8" fmla="*/ 150 w 300"/>
                  <ns1:gd name="T9" fmla="*/ 300 h 300"/>
                  <ns1:gd name="T10" fmla="*/ 202 w 300"/>
                  <ns1:gd name="T11" fmla="*/ 269 h 300"/>
                  <ns1:gd name="T12" fmla="*/ 213 w 300"/>
                  <ns1:gd name="T13" fmla="*/ 249 h 300"/>
                  <ns1:gd name="T14" fmla="*/ 249 w 300"/>
                  <ns1:gd name="T15" fmla="*/ 214 h 300"/>
                  <ns1:gd name="T16" fmla="*/ 269 w 300"/>
                  <ns1:gd name="T17" fmla="*/ 203 h 300"/>
                  <ns1:gd name="T18" fmla="*/ 300 w 300"/>
                  <ns1:gd name="T19" fmla="*/ 150 h 300"/>
                  <ns1:gd name="T20" fmla="*/ 269 w 300"/>
                  <ns1:gd name="T21" fmla="*/ 98 h 300"/>
                  <ns1:gd name="T22" fmla="*/ 249 w 300"/>
                  <ns1:gd name="T23" fmla="*/ 87 h 300"/>
                  <ns1:gd name="T24" fmla="*/ 213 w 300"/>
                  <ns1:gd name="T25" fmla="*/ 51 h 300"/>
                  <ns1:gd name="T26" fmla="*/ 202 w 300"/>
                  <ns1:gd name="T27" fmla="*/ 31 h 300"/>
                  <ns1:gd name="T28" fmla="*/ 150 w 300"/>
                  <ns1:gd name="T29" fmla="*/ 0 h 300"/>
                  <ns1:gd name="T30" fmla="*/ 98 w 300"/>
                  <ns1:gd name="T31" fmla="*/ 31 h 300"/>
                  <ns1:gd name="T32" fmla="*/ 87 w 300"/>
                  <ns1:gd name="T33" fmla="*/ 51 h 300"/>
                  <ns1:gd name="T34" fmla="*/ 51 w 300"/>
                  <ns1:gd name="T35" fmla="*/ 87 h 300"/>
                  <ns1:gd name="T36" fmla="*/ 31 w 300"/>
                  <ns1:gd name="T37" fmla="*/ 98 h 300"/>
                  <ns1:gd name="T38" fmla="*/ 0 w 300"/>
                  <ns1:gd name="T39" fmla="*/ 150 h 300"/>
                  <ns1:gd name="T40" fmla="*/ 31 w 300"/>
                  <ns1:gd name="T41" fmla="*/ 203 h 300"/>
                  <ns1:gd name="T42" fmla="*/ 150 w 300"/>
                  <ns1:gd name="T43" fmla="*/ 60 h 300"/>
                  <ns1:gd name="T44" fmla="*/ 240 w 300"/>
                  <ns1:gd name="T45" fmla="*/ 150 h 300"/>
                  <ns1:gd name="T46" fmla="*/ 150 w 300"/>
                  <ns1:gd name="T47" fmla="*/ 240 h 300"/>
                  <ns1:gd name="T48" fmla="*/ 60 w 300"/>
                  <ns1:gd name="T49" fmla="*/ 150 h 300"/>
                  <ns1:gd name="T50" fmla="*/ 150 w 300"/>
                  <ns1:gd name="T51" fmla="*/ 60 h 300"/>
                  <ns1:gd name="T52" fmla="*/ 150 w 300"/>
                  <ns1:gd name="T53" fmla="*/ 60 h 300"/>
                  <ns1:gd name="T54" fmla="*/ 150 w 300"/>
                  <ns1:gd name="T55" fmla="*/ 60 h 300"/>
                </ns1:gdLst>
                <ns1:ahLst/>
                <ns1:cxnLst>
                  <ns1:cxn ang="0">
                    <ns1:pos x="T0" y="T1"/>
                  </ns1:cxn>
                  <ns1:cxn ang="0">
                    <ns1:pos x="T2" y="T3"/>
                  </ns1:cxn>
                  <ns1:cxn ang="0">
                    <ns1:pos x="T4" y="T5"/>
                  </ns1:cxn>
                  <ns1:cxn ang="0">
                    <ns1:pos x="T6" y="T7"/>
                  </ns1:cxn>
                  <ns1:cxn ang="0">
                    <ns1:pos x="T8" y="T9"/>
                  </ns1:cxn>
                  <ns1:cxn ang="0">
                    <ns1:pos x="T10" y="T11"/>
                  </ns1:cxn>
                  <ns1:cxn ang="0">
                    <ns1:pos x="T12" y="T13"/>
                  </ns1:cxn>
                  <ns1:cxn ang="0">
                    <ns1:pos x="T14" y="T15"/>
                  </ns1:cxn>
                  <ns1:cxn ang="0">
                    <ns1:pos x="T16" y="T17"/>
                  </ns1:cxn>
                  <ns1:cxn ang="0">
                    <ns1:pos x="T18" y="T19"/>
                  </ns1:cxn>
                  <ns1:cxn ang="0">
                    <ns1:pos x="T20" y="T21"/>
                  </ns1:cxn>
                  <ns1:cxn ang="0">
                    <ns1:pos x="T22" y="T23"/>
                  </ns1:cxn>
                  <ns1:cxn ang="0">
                    <ns1:pos x="T24" y="T25"/>
                  </ns1:cxn>
                  <ns1:cxn ang="0">
                    <ns1:pos x="T26" y="T27"/>
                  </ns1:cxn>
                  <ns1:cxn ang="0">
                    <ns1:pos x="T28" y="T29"/>
                  </ns1:cxn>
                  <ns1:cxn ang="0">
                    <ns1:pos x="T30" y="T31"/>
                  </ns1:cxn>
                  <ns1:cxn ang="0">
                    <ns1:pos x="T32" y="T33"/>
                  </ns1:cxn>
                  <ns1:cxn ang="0">
                    <ns1:pos x="T34" y="T35"/>
                  </ns1:cxn>
                  <ns1:cxn ang="0">
                    <ns1:pos x="T36" y="T37"/>
                  </ns1:cxn>
                  <ns1:cxn ang="0">
                    <ns1:pos x="T38" y="T39"/>
                  </ns1:cxn>
                  <ns1:cxn ang="0">
                    <ns1:pos x="T40" y="T41"/>
                  </ns1:cxn>
                  <ns1:cxn ang="0">
                    <ns1:pos x="T42" y="T43"/>
                  </ns1:cxn>
                  <ns1:cxn ang="0">
                    <ns1:pos x="T44" y="T45"/>
                  </ns1:cxn>
                  <ns1:cxn ang="0">
                    <ns1:pos x="T46" y="T47"/>
                  </ns1:cxn>
                  <ns1:cxn ang="0">
                    <ns1:pos x="T48" y="T49"/>
                  </ns1:cxn>
                  <ns1:cxn ang="0">
                    <ns1:pos x="T50" y="T51"/>
                  </ns1:cxn>
                  <ns1:cxn ang="0">
                    <ns1:pos x="T52" y="T53"/>
                  </ns1:cxn>
                  <ns1:cxn ang="0">
                    <ns1:pos x="T54" y="T55"/>
                  </ns1:cxn>
                </ns1:cxnLst>
                <ns1:rect l="0" t="0" r="r" b="b"/>
                <ns1:pathLst>
                  <ns1:path w="300" h="300">
                    <ns1:moveTo>
                      <ns1:pt x="31" y="203"/>
                    </ns1:moveTo>
                    <ns1:cubicBezTo>
                      <ns1:pt x="51" y="214"/>
                      <ns1:pt x="51" y="214"/>
                      <ns1:pt x="51" y="214"/>
                    </ns1:cubicBezTo>
                    <ns1:cubicBezTo>
                      <ns1:pt x="66" y="222"/>
                      <ns1:pt x="78" y="234"/>
                      <ns1:pt x="87" y="249"/>
                    </ns1:cubicBezTo>
                    <ns1:cubicBezTo>
                      <ns1:pt x="98" y="269"/>
                      <ns1:pt x="98" y="269"/>
                      <ns1:pt x="98" y="269"/>
                    </ns1:cubicBezTo>
                    <ns1:cubicBezTo>
                      <ns1:pt x="108" y="289"/>
                      <ns1:pt x="128" y="300"/>
                      <ns1:pt x="150" y="300"/>
                    </ns1:cubicBezTo>
                    <ns1:cubicBezTo>
                      <ns1:pt x="172" y="300"/>
                      <ns1:pt x="192" y="289"/>
                      <ns1:pt x="202" y="269"/>
                    </ns1:cubicBezTo>
                    <ns1:cubicBezTo>
                      <ns1:pt x="213" y="249"/>
                      <ns1:pt x="213" y="249"/>
                      <ns1:pt x="213" y="249"/>
                    </ns1:cubicBezTo>
                    <ns1:cubicBezTo>
                      <ns1:pt x="222" y="234"/>
                      <ns1:pt x="234" y="222"/>
                      <ns1:pt x="249" y="214"/>
                    </ns1:cubicBezTo>
                    <ns1:cubicBezTo>
                      <ns1:pt x="269" y="203"/>
                      <ns1:pt x="269" y="203"/>
                      <ns1:pt x="269" y="203"/>
                    </ns1:cubicBezTo>
                    <ns1:cubicBezTo>
                      <ns1:pt x="288" y="192"/>
                      <ns1:pt x="300" y="172"/>
                      <ns1:pt x="300" y="150"/>
                    </ns1:cubicBezTo>
                    <ns1:cubicBezTo>
                      <ns1:pt x="300" y="128"/>
                      <ns1:pt x="288" y="108"/>
                      <ns1:pt x="269" y="98"/>
                    </ns1:cubicBezTo>
                    <ns1:cubicBezTo>
                      <ns1:pt x="249" y="87"/>
                      <ns1:pt x="249" y="87"/>
                      <ns1:pt x="249" y="87"/>
                    </ns1:cubicBezTo>
                    <ns1:cubicBezTo>
                      <ns1:pt x="234" y="79"/>
                      <ns1:pt x="222" y="66"/>
                      <ns1:pt x="213" y="51"/>
                    </ns1:cubicBezTo>
                    <ns1:cubicBezTo>
                      <ns1:pt x="202" y="31"/>
                      <ns1:pt x="202" y="31"/>
                      <ns1:pt x="202" y="31"/>
                    </ns1:cubicBezTo>
                    <ns1:cubicBezTo>
                      <ns1:pt x="192" y="12"/>
                      <ns1:pt x="172" y="0"/>
                      <ns1:pt x="150" y="0"/>
                    </ns1:cubicBezTo>
                    <ns1:cubicBezTo>
                      <ns1:pt x="128" y="0"/>
                      <ns1:pt x="108" y="12"/>
                      <ns1:pt x="98" y="31"/>
                    </ns1:cubicBezTo>
                    <ns1:cubicBezTo>
                      <ns1:pt x="87" y="51"/>
                      <ns1:pt x="87" y="51"/>
                      <ns1:pt x="87" y="51"/>
                    </ns1:cubicBezTo>
                    <ns1:cubicBezTo>
                      <ns1:pt x="78" y="66"/>
                      <ns1:pt x="66" y="79"/>
                      <ns1:pt x="51" y="87"/>
                    </ns1:cubicBezTo>
                    <ns1:cubicBezTo>
                      <ns1:pt x="31" y="98"/>
                      <ns1:pt x="31" y="98"/>
                      <ns1:pt x="31" y="98"/>
                    </ns1:cubicBezTo>
                    <ns1:cubicBezTo>
                      <ns1:pt x="12" y="108"/>
                      <ns1:pt x="0" y="128"/>
                      <ns1:pt x="0" y="150"/>
                    </ns1:cubicBezTo>
                    <ns1:cubicBezTo>
                      <ns1:pt x="0" y="172"/>
                      <ns1:pt x="12" y="192"/>
                      <ns1:pt x="31" y="203"/>
                    </ns1:cubicBezTo>
                    <ns1:close/>
                    <ns1:moveTo>
                      <ns1:pt x="150" y="60"/>
                    </ns1:moveTo>
                    <ns1:cubicBezTo>
                      <ns1:pt x="150" y="60"/>
                      <ns1:pt x="168" y="125"/>
                      <ns1:pt x="240" y="150"/>
                    </ns1:cubicBezTo>
                    <ns1:cubicBezTo>
                      <ns1:pt x="240" y="150"/>
                      <ns1:pt x="178" y="178"/>
                      <ns1:pt x="150" y="240"/>
                    </ns1:cubicBezTo>
                    <ns1:cubicBezTo>
                      <ns1:pt x="150" y="240"/>
                      <ns1:pt x="122" y="176"/>
                      <ns1:pt x="60" y="150"/>
                    </ns1:cubicBezTo>
                    <ns1:cubicBezTo>
                      <ns1:pt x="60" y="150"/>
                      <ns1:pt x="129" y="124"/>
                      <ns1:pt x="150" y="60"/>
                    </ns1:cubicBezTo>
                    <ns1:close/>
                    <ns1:moveTo>
                      <ns1:pt x="150" y="60"/>
                    </ns1:moveTo>
                    <ns1:cubicBezTo>
                      <ns1:pt x="150" y="60"/>
                      <ns1:pt x="150" y="60"/>
                      <ns1:pt x="150" y="60"/>
                    </ns1:cubicBezTo>
                  </ns1:path>
                </ns1:pathLst>
              </ns1:custGeom>
              <ns1:grpFill/>
              <ns1:ln>
                <ns1:noFill/>
              </ns1:ln>
              <ns1:extLst>
                <ns1:ext uri="{91240B29-F687-4F45-9708-019B960494DF}">
                  <ns3:hiddenLine w="9525">
                    <ns1:solidFill>
                      <ns1:srgbClr val="000000"/>
                    </ns1:solidFill>
                    <ns1:round/>
                    <ns1:headEnd/>
                    <ns1:tailEnd/>
                  </ns3:hiddenLine>
                </ns1:ext>
              </ns1:extLst>
            </ns0:spPr>
            <ns0:txBody>
              <ns1:bodyPr vert="horz" wrap="square" lIns="91440" tIns="45720" rIns="91440" bIns="45720" numCol="1" anchor="t" anchorCtr="0" compatLnSpc="1">
                <ns1:prstTxWarp prst="textNoShape">
                  <ns1:avLst/>
                </ns1:prstTxWarp>
              </ns1:bodyPr>
              <ns1:lstStyle/>
              <ns1:p>
                <ns1:endParaRPr lang="en-US"/>
              </ns1:p>
            </ns0:txBody>
          </ns0:sp>
          <ns0:sp>
            <ns0:nvSpPr>
              <ns0:cNvPr id="36" name="Freeform 34">
                <ns1:extLst>
                  <ns1:ext uri="{FF2B5EF4-FFF2-40B4-BE49-F238E27FC236}">
                    <ns2:creationId id="{4D89E5F3-E98D-411E-8FD7-CB85BD205480}"/>
                  </ns1:ext>
                </ns1:extLst>
              </ns0:cNvPr>
              <ns0:cNvSpPr>
                <ns1:spLocks noEditPoints="1"/>
              </ns0:cNvSpPr>
              <ns0:nvPr/>
            </ns0:nvSpPr>
            <ns0:spPr bwMode="auto">
              <ns1:xfrm>
                <ns1:off x="5395" y="1418"/>
                <ns1:ext cx="612" cy="612"/>
              </ns1:xfrm>
              <ns1:custGeom>
                <ns1:avLst/>
                <ns1:gdLst>
                  <ns1:gd name="T0" fmla="*/ 78 w 250"/>
                  <ns1:gd name="T1" fmla="*/ 28 h 250"/>
                  <ns1:gd name="T2" fmla="*/ 70 w 250"/>
                  <ns1:gd name="T3" fmla="*/ 44 h 250"/>
                  <ns1:gd name="T4" fmla="*/ 44 w 250"/>
                  <ns1:gd name="T5" fmla="*/ 70 h 250"/>
                  <ns1:gd name="T6" fmla="*/ 28 w 250"/>
                  <ns1:gd name="T7" fmla="*/ 78 h 250"/>
                  <ns1:gd name="T8" fmla="*/ 0 w 250"/>
                  <ns1:gd name="T9" fmla="*/ 125 h 250"/>
                  <ns1:gd name="T10" fmla="*/ 28 w 250"/>
                  <ns1:gd name="T11" fmla="*/ 172 h 250"/>
                  <ns1:gd name="T12" fmla="*/ 44 w 250"/>
                  <ns1:gd name="T13" fmla="*/ 181 h 250"/>
                  <ns1:gd name="T14" fmla="*/ 70 w 250"/>
                  <ns1:gd name="T15" fmla="*/ 206 h 250"/>
                  <ns1:gd name="T16" fmla="*/ 78 w 250"/>
                  <ns1:gd name="T17" fmla="*/ 222 h 250"/>
                  <ns1:gd name="T18" fmla="*/ 125 w 250"/>
                  <ns1:gd name="T19" fmla="*/ 250 h 250"/>
                  <ns1:gd name="T20" fmla="*/ 172 w 250"/>
                  <ns1:gd name="T21" fmla="*/ 222 h 250"/>
                  <ns1:gd name="T22" fmla="*/ 181 w 250"/>
                  <ns1:gd name="T23" fmla="*/ 206 h 250"/>
                  <ns1:gd name="T24" fmla="*/ 206 w 250"/>
                  <ns1:gd name="T25" fmla="*/ 181 h 250"/>
                  <ns1:gd name="T26" fmla="*/ 222 w 250"/>
                  <ns1:gd name="T27" fmla="*/ 172 h 250"/>
                  <ns1:gd name="T28" fmla="*/ 250 w 250"/>
                  <ns1:gd name="T29" fmla="*/ 125 h 250"/>
                  <ns1:gd name="T30" fmla="*/ 222 w 250"/>
                  <ns1:gd name="T31" fmla="*/ 78 h 250"/>
                  <ns1:gd name="T32" fmla="*/ 206 w 250"/>
                  <ns1:gd name="T33" fmla="*/ 70 h 250"/>
                  <ns1:gd name="T34" fmla="*/ 181 w 250"/>
                  <ns1:gd name="T35" fmla="*/ 44 h 250"/>
                  <ns1:gd name="T36" fmla="*/ 172 w 250"/>
                  <ns1:gd name="T37" fmla="*/ 28 h 250"/>
                  <ns1:gd name="T38" fmla="*/ 125 w 250"/>
                  <ns1:gd name="T39" fmla="*/ 0 h 250"/>
                  <ns1:gd name="T40" fmla="*/ 78 w 250"/>
                  <ns1:gd name="T41" fmla="*/ 28 h 250"/>
                  <ns1:gd name="T42" fmla="*/ 125 w 250"/>
                  <ns1:gd name="T43" fmla="*/ 68 h 250"/>
                  <ns1:gd name="T44" fmla="*/ 182 w 250"/>
                  <ns1:gd name="T45" fmla="*/ 125 h 250"/>
                  <ns1:gd name="T46" fmla="*/ 125 w 250"/>
                  <ns1:gd name="T47" fmla="*/ 182 h 250"/>
                  <ns1:gd name="T48" fmla="*/ 68 w 250"/>
                  <ns1:gd name="T49" fmla="*/ 125 h 250"/>
                  <ns1:gd name="T50" fmla="*/ 125 w 250"/>
                  <ns1:gd name="T51" fmla="*/ 68 h 250"/>
                  <ns1:gd name="T52" fmla="*/ 125 w 250"/>
                  <ns1:gd name="T53" fmla="*/ 68 h 250"/>
                  <ns1:gd name="T54" fmla="*/ 125 w 250"/>
                  <ns1:gd name="T55" fmla="*/ 68 h 250"/>
                </ns1:gdLst>
                <ns1:ahLst/>
                <ns1:cxnLst>
                  <ns1:cxn ang="0">
                    <ns1:pos x="T0" y="T1"/>
                  </ns1:cxn>
                  <ns1:cxn ang="0">
                    <ns1:pos x="T2" y="T3"/>
                  </ns1:cxn>
                  <ns1:cxn ang="0">
                    <ns1:pos x="T4" y="T5"/>
                  </ns1:cxn>
                  <ns1:cxn ang="0">
                    <ns1:pos x="T6" y="T7"/>
                  </ns1:cxn>
                  <ns1:cxn ang="0">
                    <ns1:pos x="T8" y="T9"/>
                  </ns1:cxn>
                  <ns1:cxn ang="0">
                    <ns1:pos x="T10" y="T11"/>
                  </ns1:cxn>
                  <ns1:cxn ang="0">
                    <ns1:pos x="T12" y="T13"/>
                  </ns1:cxn>
                  <ns1:cxn ang="0">
                    <ns1:pos x="T14" y="T15"/>
                  </ns1:cxn>
                  <ns1:cxn ang="0">
                    <ns1:pos x="T16" y="T17"/>
                  </ns1:cxn>
                  <ns1:cxn ang="0">
                    <ns1:pos x="T18" y="T19"/>
                  </ns1:cxn>
                  <ns1:cxn ang="0">
                    <ns1:pos x="T20" y="T21"/>
                  </ns1:cxn>
                  <ns1:cxn ang="0">
                    <ns1:pos x="T22" y="T23"/>
                  </ns1:cxn>
                  <ns1:cxn ang="0">
                    <ns1:pos x="T24" y="T25"/>
                  </ns1:cxn>
                  <ns1:cxn ang="0">
                    <ns1:pos x="T26" y="T27"/>
                  </ns1:cxn>
                  <ns1:cxn ang="0">
                    <ns1:pos x="T28" y="T29"/>
                  </ns1:cxn>
                  <ns1:cxn ang="0">
                    <ns1:pos x="T30" y="T31"/>
                  </ns1:cxn>
                  <ns1:cxn ang="0">
                    <ns1:pos x="T32" y="T33"/>
                  </ns1:cxn>
                  <ns1:cxn ang="0">
                    <ns1:pos x="T34" y="T35"/>
                  </ns1:cxn>
                  <ns1:cxn ang="0">
                    <ns1:pos x="T36" y="T37"/>
                  </ns1:cxn>
                  <ns1:cxn ang="0">
                    <ns1:pos x="T38" y="T39"/>
                  </ns1:cxn>
                  <ns1:cxn ang="0">
                    <ns1:pos x="T40" y="T41"/>
                  </ns1:cxn>
                  <ns1:cxn ang="0">
                    <ns1:pos x="T42" y="T43"/>
                  </ns1:cxn>
                  <ns1:cxn ang="0">
                    <ns1:pos x="T44" y="T45"/>
                  </ns1:cxn>
                  <ns1:cxn ang="0">
                    <ns1:pos x="T46" y="T47"/>
                  </ns1:cxn>
                  <ns1:cxn ang="0">
                    <ns1:pos x="T48" y="T49"/>
                  </ns1:cxn>
                  <ns1:cxn ang="0">
                    <ns1:pos x="T50" y="T51"/>
                  </ns1:cxn>
                  <ns1:cxn ang="0">
                    <ns1:pos x="T52" y="T53"/>
                  </ns1:cxn>
                  <ns1:cxn ang="0">
                    <ns1:pos x="T54" y="T55"/>
                  </ns1:cxn>
                </ns1:cxnLst>
                <ns1:rect l="0" t="0" r="r" b="b"/>
                <ns1:pathLst>
                  <ns1:path w="250" h="250">
                    <ns1:moveTo>
                      <ns1:pt x="78" y="28"/>
                    </ns1:moveTo>
                    <ns1:cubicBezTo>
                      <ns1:pt x="70" y="44"/>
                      <ns1:pt x="70" y="44"/>
                      <ns1:pt x="70" y="44"/>
                    </ns1:cubicBezTo>
                    <ns1:cubicBezTo>
                      <ns1:pt x="64" y="55"/>
                      <ns1:pt x="55" y="64"/>
                      <ns1:pt x="44" y="70"/>
                    </ns1:cubicBezTo>
                    <ns1:cubicBezTo>
                      <ns1:pt x="28" y="78"/>
                      <ns1:pt x="28" y="78"/>
                      <ns1:pt x="28" y="78"/>
                    </ns1:cubicBezTo>
                    <ns1:cubicBezTo>
                      <ns1:pt x="11" y="88"/>
                      <ns1:pt x="0" y="106"/>
                      <ns1:pt x="0" y="125"/>
                    </ns1:cubicBezTo>
                    <ns1:cubicBezTo>
                      <ns1:pt x="0" y="145"/>
                      <ns1:pt x="11" y="162"/>
                      <ns1:pt x="28" y="172"/>
                    </ns1:cubicBezTo>
                    <ns1:cubicBezTo>
                      <ns1:pt x="44" y="181"/>
                      <ns1:pt x="44" y="181"/>
                      <ns1:pt x="44" y="181"/>
                    </ns1:cubicBezTo>
                    <ns1:cubicBezTo>
                      <ns1:pt x="55" y="186"/>
                      <ns1:pt x="64" y="195"/>
                      <ns1:pt x="70" y="206"/>
                    </ns1:cubicBezTo>
                    <ns1:cubicBezTo>
                      <ns1:pt x="78" y="222"/>
                      <ns1:pt x="78" y="222"/>
                      <ns1:pt x="78" y="222"/>
                    </ns1:cubicBezTo>
                    <ns1:cubicBezTo>
                      <ns1:pt x="88" y="239"/>
                      <ns1:pt x="105" y="250"/>
                      <ns1:pt x="125" y="250"/>
                    </ns1:cubicBezTo>
                    <ns1:cubicBezTo>
                      <ns1:pt x="145" y="250"/>
                      <ns1:pt x="162" y="239"/>
                      <ns1:pt x="172" y="222"/>
                    </ns1:cubicBezTo>
                    <ns1:cubicBezTo>
                      <ns1:pt x="181" y="206"/>
                      <ns1:pt x="181" y="206"/>
                      <ns1:pt x="181" y="206"/>
                    </ns1:cubicBezTo>
                    <ns1:cubicBezTo>
                      <ns1:pt x="186" y="195"/>
                      <ns1:pt x="195" y="186"/>
                      <ns1:pt x="206" y="181"/>
                    </ns1:cubicBezTo>
                    <ns1:cubicBezTo>
                      <ns1:pt x="222" y="172"/>
                      <ns1:pt x="222" y="172"/>
                      <ns1:pt x="222" y="172"/>
                    </ns1:cubicBezTo>
                    <ns1:cubicBezTo>
                      <ns1:pt x="239" y="162"/>
                      <ns1:pt x="250" y="145"/>
                      <ns1:pt x="250" y="125"/>
                    </ns1:cubicBezTo>
                    <ns1:cubicBezTo>
                      <ns1:pt x="250" y="106"/>
                      <ns1:pt x="239" y="88"/>
                      <ns1:pt x="222" y="78"/>
                    </ns1:cubicBezTo>
                    <ns1:cubicBezTo>
                      <ns1:pt x="206" y="70"/>
                      <ns1:pt x="206" y="70"/>
                      <ns1:pt x="206" y="70"/>
                    </ns1:cubicBezTo>
                    <ns1:cubicBezTo>
                      <ns1:pt x="195" y="64"/>
                      <ns1:pt x="186" y="55"/>
                      <ns1:pt x="181" y="44"/>
                    </ns1:cubicBezTo>
                    <ns1:cubicBezTo>
                      <ns1:pt x="172" y="28"/>
                      <ns1:pt x="172" y="28"/>
                      <ns1:pt x="172" y="28"/>
                    </ns1:cubicBezTo>
                    <ns1:cubicBezTo>
                      <ns1:pt x="162" y="11"/>
                      <ns1:pt x="145" y="0"/>
                      <ns1:pt x="125" y="0"/>
                    </ns1:cubicBezTo>
                    <ns1:cubicBezTo>
                      <ns1:pt x="105" y="0"/>
                      <ns1:pt x="88" y="11"/>
                      <ns1:pt x="78" y="28"/>
                    </ns1:cubicBezTo>
                    <ns1:close/>
                    <ns1:moveTo>
                      <ns1:pt x="125" y="68"/>
                    </ns1:moveTo>
                    <ns1:cubicBezTo>
                      <ns1:pt x="133" y="107"/>
                      <ns1:pt x="182" y="125"/>
                      <ns1:pt x="182" y="125"/>
                    </ns1:cubicBezTo>
                    <ns1:cubicBezTo>
                      <ns1:pt x="146" y="143"/>
                      <ns1:pt x="125" y="182"/>
                      <ns1:pt x="125" y="182"/>
                    </ns1:cubicBezTo>
                    <ns1:cubicBezTo>
                      <ns1:pt x="112" y="146"/>
                      <ns1:pt x="68" y="125"/>
                      <ns1:pt x="68" y="125"/>
                    </ns1:cubicBezTo>
                    <ns1:cubicBezTo>
                      <ns1:pt x="109" y="112"/>
                      <ns1:pt x="125" y="68"/>
                      <ns1:pt x="125" y="68"/>
                    </ns1:cubicBezTo>
                    <ns1:close/>
                    <ns1:moveTo>
                      <ns1:pt x="125" y="68"/>
                    </ns1:moveTo>
                    <ns1:cubicBezTo>
                      <ns1:pt x="125" y="68"/>
                      <ns1:pt x="125" y="68"/>
                      <ns1:pt x="125" y="68"/>
                    </ns1:cubicBezTo>
                  </ns1:path>
                </ns1:pathLst>
              </ns1:custGeom>
              <ns1:grpFill/>
              <ns1:ln>
                <ns1:noFill/>
              </ns1:ln>
              <ns1:extLst>
                <ns1:ext uri="{91240B29-F687-4F45-9708-019B960494DF}">
                  <ns3:hiddenLine w="9525">
                    <ns1:solidFill>
                      <ns1:srgbClr val="000000"/>
                    </ns1:solidFill>
                    <ns1:round/>
                    <ns1:headEnd/>
                    <ns1:tailEnd/>
                  </ns3:hiddenLine>
                </ns1:ext>
              </ns1:extLst>
            </ns0:spPr>
            <ns0:txBody>
              <ns1:bodyPr vert="horz" wrap="square" lIns="91440" tIns="45720" rIns="91440" bIns="45720" numCol="1" anchor="t" anchorCtr="0" compatLnSpc="1">
                <ns1:prstTxWarp prst="textNoShape">
                  <ns1:avLst/>
                </ns1:prstTxWarp>
              </ns1:bodyPr>
              <ns1:lstStyle/>
              <ns1:p>
                <ns1:endParaRPr lang="en-US"/>
              </ns1:p>
            </ns0:txBody>
          </ns0:sp>
        </ns0:grpSp>
        <ns0:grpSp>
          <ns0:nvGrpSpPr>
            <ns0:cNvPr id="37" name="Group 51">
              <ns1:extLst>
                <ns1:ext uri="{FF2B5EF4-FFF2-40B4-BE49-F238E27FC236}">
                  <ns2:creationId id="{4DCF2A89-2A65-430F-88B3-C4E9848DA04D}"/>
                </ns1:ext>
              </ns1:extLst>
            </ns0:cNvPr>
            <ns0:cNvGrpSpPr>
              <ns1:grpSpLocks noChangeAspect="1"/>
            </ns0:cNvGrpSpPr>
            <ns0:nvPr/>
          </ns0:nvGrpSpPr>
          <ns0:grpSpPr bwMode="auto">
            <ns1:xfrm>
              <ns1:off x="5891282" y="1618233"/>
              <ns1:ext cx="600859" cy="619767"/>
              <ns1:chOff x="1746" y="-72"/>
              <ns1:chExt cx="4258" cy="4392"/>
            </ns1:xfrm>
            <ns1:solidFill>
              <ns1:srgbClr val="F07D66"/>
            </ns1:solidFill>
          </ns0:grpSpPr>
          <ns0:sp>
            <ns0:nvSpPr>
              <ns0:cNvPr id="38" name="Freeform 52">
                <ns1:extLst>
                  <ns1:ext uri="{FF2B5EF4-FFF2-40B4-BE49-F238E27FC236}">
                    <ns2:creationId id="{DCEEFCF3-8A08-47C2-8AFE-84F01BD7A1CE}"/>
                  </ns1:ext>
                </ns1:extLst>
              </ns0:cNvPr>
              <ns0:cNvSpPr>
                <ns1:spLocks/>
              </ns0:cNvSpPr>
              <ns0:nvPr/>
            </ns0:nvSpPr>
            <ns0:spPr bwMode="auto">
              <ns1:xfrm>
                <ns1:off x="3662" y="2461"/>
                <ns1:ext cx="206" cy="210"/>
              </ns1:xfrm>
              <ns1:custGeom>
                <ns1:avLst/>
                <ns1:gdLst>
                  <ns1:gd name="T0" fmla="*/ 29 w 98"/>
                  <ns1:gd name="T1" fmla="*/ 96 h 100"/>
                  <ns1:gd name="T2" fmla="*/ 46 w 98"/>
                  <ns1:gd name="T3" fmla="*/ 100 h 100"/>
                  <ns1:gd name="T4" fmla="*/ 82 w 98"/>
                  <ns1:gd name="T5" fmla="*/ 77 h 100"/>
                  <ns1:gd name="T6" fmla="*/ 89 w 98"/>
                  <ns1:gd name="T7" fmla="*/ 63 h 100"/>
                  <ns1:gd name="T8" fmla="*/ 70 w 98"/>
                  <ns1:gd name="T9" fmla="*/ 10 h 100"/>
                  <ns1:gd name="T10" fmla="*/ 16 w 98"/>
                  <ns1:gd name="T11" fmla="*/ 28 h 100"/>
                  <ns1:gd name="T12" fmla="*/ 10 w 98"/>
                  <ns1:gd name="T13" fmla="*/ 42 h 100"/>
                  <ns1:gd name="T14" fmla="*/ 29 w 98"/>
                  <ns1:gd name="T15" fmla="*/ 96 h 100"/>
                </ns1:gdLst>
                <ns1:ahLst/>
                <ns1:cxnLst>
                  <ns1:cxn ang="0">
                    <ns1:pos x="T0" y="T1"/>
                  </ns1:cxn>
                  <ns1:cxn ang="0">
                    <ns1:pos x="T2" y="T3"/>
                  </ns1:cxn>
                  <ns1:cxn ang="0">
                    <ns1:pos x="T4" y="T5"/>
                  </ns1:cxn>
                  <ns1:cxn ang="0">
                    <ns1:pos x="T6" y="T7"/>
                  </ns1:cxn>
                  <ns1:cxn ang="0">
                    <ns1:pos x="T8" y="T9"/>
                  </ns1:cxn>
                  <ns1:cxn ang="0">
                    <ns1:pos x="T10" y="T11"/>
                  </ns1:cxn>
                  <ns1:cxn ang="0">
                    <ns1:pos x="T12" y="T13"/>
                  </ns1:cxn>
                  <ns1:cxn ang="0">
                    <ns1:pos x="T14" y="T15"/>
                  </ns1:cxn>
                </ns1:cxnLst>
                <ns1:rect l="0" t="0" r="r" b="b"/>
                <ns1:pathLst>
                  <ns1:path w="98" h="100">
                    <ns1:moveTo>
                      <ns1:pt x="29" y="96"/>
                    </ns1:moveTo>
                    <ns1:cubicBezTo>
                      <ns1:pt x="34" y="98"/>
                      <ns1:pt x="40" y="100"/>
                      <ns1:pt x="46" y="100"/>
                    </ns1:cubicBezTo>
                    <ns1:cubicBezTo>
                      <ns1:pt x="61" y="100"/>
                      <ns1:pt x="75" y="91"/>
                      <ns1:pt x="82" y="77"/>
                    </ns1:cubicBezTo>
                    <ns1:cubicBezTo>
                      <ns1:pt x="89" y="63"/>
                      <ns1:pt x="89" y="63"/>
                      <ns1:pt x="89" y="63"/>
                    </ns1:cubicBezTo>
                    <ns1:cubicBezTo>
                      <ns1:pt x="98" y="43"/>
                      <ns1:pt x="90" y="19"/>
                      <ns1:pt x="70" y="10"/>
                    </ns1:cubicBezTo>
                    <ns1:cubicBezTo>
                      <ns1:pt x="50" y="0"/>
                      <ns1:pt x="26" y="9"/>
                      <ns1:pt x="16" y="28"/>
                    </ns1:cubicBezTo>
                    <ns1:cubicBezTo>
                      <ns1:pt x="10" y="42"/>
                      <ns1:pt x="10" y="42"/>
                      <ns1:pt x="10" y="42"/>
                    </ns1:cubicBezTo>
                    <ns1:cubicBezTo>
                      <ns1:pt x="0" y="62"/>
                      <ns1:pt x="9" y="86"/>
                      <ns1:pt x="29" y="96"/>
                    </ns1:cubicBezTo>
                    <ns1:close/>
                  </ns1:path>
                </ns1:pathLst>
              </ns1:custGeom>
              <ns1:grpFill/>
              <ns1:ln>
                <ns1:noFill/>
              </ns1:ln>
              <ns1:extLst>
                <ns1:ext uri="{91240B29-F687-4F45-9708-019B960494DF}">
                  <ns3:hiddenLine w="9525">
                    <ns1:solidFill>
                      <ns1:srgbClr val="000000"/>
                    </ns1:solidFill>
                    <ns1:round/>
                    <ns1:headEnd/>
                    <ns1:tailEnd/>
                  </ns3:hiddenLine>
                </ns1:ext>
              </ns1:extLst>
            </ns0:spPr>
            <ns0:txBody>
              <ns1:bodyPr vert="horz" wrap="square" lIns="91440" tIns="45720" rIns="91440" bIns="45720" numCol="1" anchor="t" anchorCtr="0" compatLnSpc="1">
                <ns1:prstTxWarp prst="textNoShape">
                  <ns1:avLst/>
                </ns1:prstTxWarp>
              </ns1:bodyPr>
              <ns1:lstStyle/>
              <ns1:p>
                <ns1:endParaRPr lang="en-US"/>
              </ns1:p>
            </ns0:txBody>
          </ns0:sp>
          <ns0:sp>
            <ns0:nvSpPr>
              <ns0:cNvPr id="39" name="Freeform 53">
                <ns1:extLst>
                  <ns1:ext uri="{FF2B5EF4-FFF2-40B4-BE49-F238E27FC236}">
                    <ns2:creationId id="{ED548424-4853-4C97-9DE1-AFEF7E5C0B34}"/>
                  </ns1:ext>
                </ns1:extLst>
              </ns0:cNvPr>
              <ns0:cNvSpPr>
                <ns1:spLocks/>
              </ns0:cNvSpPr>
              <ns0:nvPr/>
            </ns0:nvSpPr>
            <ns0:spPr bwMode="auto">
              <ns1:xfrm>
                <ns1:off x="2340" y="1959"/>
                <ns1:ext cx="557" cy="255"/>
              </ns1:xfrm>
              <ns1:custGeom>
                <ns1:avLst/>
                <ns1:gdLst>
                  <ns1:gd name="T0" fmla="*/ 249 w 264"/>
                  <ns1:gd name="T1" fmla="*/ 16 h 121"/>
                  <ns1:gd name="T2" fmla="*/ 192 w 264"/>
                  <ns1:gd name="T3" fmla="*/ 16 h 121"/>
                  <ns1:gd name="T4" fmla="*/ 72 w 264"/>
                  <ns1:gd name="T5" fmla="*/ 16 h 121"/>
                  <ns1:gd name="T6" fmla="*/ 15 w 264"/>
                  <ns1:gd name="T7" fmla="*/ 16 h 121"/>
                  <ns1:gd name="T8" fmla="*/ 15 w 264"/>
                  <ns1:gd name="T9" fmla="*/ 72 h 121"/>
                  <ns1:gd name="T10" fmla="*/ 132 w 264"/>
                  <ns1:gd name="T11" fmla="*/ 121 h 121"/>
                  <ns1:gd name="T12" fmla="*/ 249 w 264"/>
                  <ns1:gd name="T13" fmla="*/ 72 h 121"/>
                  <ns1:gd name="T14" fmla="*/ 249 w 264"/>
                  <ns1:gd name="T15" fmla="*/ 16 h 121"/>
                </ns1:gdLst>
                <ns1:ahLst/>
                <ns1:cxnLst>
                  <ns1:cxn ang="0">
                    <ns1:pos x="T0" y="T1"/>
                  </ns1:cxn>
                  <ns1:cxn ang="0">
                    <ns1:pos x="T2" y="T3"/>
                  </ns1:cxn>
                  <ns1:cxn ang="0">
                    <ns1:pos x="T4" y="T5"/>
                  </ns1:cxn>
                  <ns1:cxn ang="0">
                    <ns1:pos x="T6" y="T7"/>
                  </ns1:cxn>
                  <ns1:cxn ang="0">
                    <ns1:pos x="T8" y="T9"/>
                  </ns1:cxn>
                  <ns1:cxn ang="0">
                    <ns1:pos x="T10" y="T11"/>
                  </ns1:cxn>
                  <ns1:cxn ang="0">
                    <ns1:pos x="T12" y="T13"/>
                  </ns1:cxn>
                  <ns1:cxn ang="0">
                    <ns1:pos x="T14" y="T15"/>
                  </ns1:cxn>
                </ns1:cxnLst>
                <ns1:rect l="0" t="0" r="r" b="b"/>
                <ns1:pathLst>
                  <ns1:path w="264" h="121">
                    <ns1:moveTo>
                      <ns1:pt x="249" y="16"/>
                    </ns1:moveTo>
                    <ns1:cubicBezTo>
                      <ns1:pt x="233" y="0"/>
                      <ns1:pt x="208" y="0"/>
                      <ns1:pt x="192" y="16"/>
                    </ns1:cubicBezTo>
                    <ns1:cubicBezTo>
                      <ns1:pt x="159" y="49"/>
                      <ns1:pt x="105" y="49"/>
                      <ns1:pt x="72" y="16"/>
                    </ns1:cubicBezTo>
                    <ns1:cubicBezTo>
                      <ns1:pt x="56" y="0"/>
                      <ns1:pt x="31" y="0"/>
                      <ns1:pt x="15" y="16"/>
                    </ns1:cubicBezTo>
                    <ns1:cubicBezTo>
                      <ns1:pt x="0" y="31"/>
                      <ns1:pt x="0" y="57"/>
                      <ns1:pt x="15" y="72"/>
                    </ns1:cubicBezTo>
                    <ns1:cubicBezTo>
                      <ns1:pt x="47" y="105"/>
                      <ns1:pt x="90" y="121"/>
                      <ns1:pt x="132" y="121"/>
                    </ns1:cubicBezTo>
                    <ns1:cubicBezTo>
                      <ns1:pt x="174" y="121"/>
                      <ns1:pt x="216" y="105"/>
                      <ns1:pt x="249" y="72"/>
                    </ns1:cubicBezTo>
                    <ns1:cubicBezTo>
                      <ns1:pt x="264" y="57"/>
                      <ns1:pt x="264" y="31"/>
                      <ns1:pt x="249" y="16"/>
                    </ns1:cubicBezTo>
                    <ns1:close/>
                  </ns1:path>
                </ns1:pathLst>
              </ns1:custGeom>
              <ns1:grpFill/>
              <ns1:ln>
                <ns1:noFill/>
              </ns1:ln>
              <ns1:extLst>
                <ns1:ext uri="{91240B29-F687-4F45-9708-019B960494DF}">
                  <ns3:hiddenLine w="9525">
                    <ns1:solidFill>
                      <ns1:srgbClr val="000000"/>
                    </ns1:solidFill>
                    <ns1:round/>
                    <ns1:headEnd/>
                    <ns1:tailEnd/>
                  </ns3:hiddenLine>
                </ns1:ext>
              </ns1:extLst>
            </ns0:spPr>
            <ns0:txBody>
              <ns1:bodyPr vert="horz" wrap="square" lIns="91440" tIns="45720" rIns="91440" bIns="45720" numCol="1" anchor="t" anchorCtr="0" compatLnSpc="1">
                <ns1:prstTxWarp prst="textNoShape">
                  <ns1:avLst/>
                </ns1:prstTxWarp>
              </ns1:bodyPr>
              <ns1:lstStyle/>
              <ns1:p>
                <ns1:endParaRPr lang="en-US"/>
              </ns1:p>
            </ns0:txBody>
          </ns0:sp>
          <ns0:sp>
            <ns0:nvSpPr>
              <ns0:cNvPr id="40" name="Freeform 54">
                <ns1:extLst>
                  <ns1:ext uri="{FF2B5EF4-FFF2-40B4-BE49-F238E27FC236}">
                    <ns2:creationId id="{12F859A4-63B2-41A6-B528-420DE3401370}"/>
                  </ns1:ext>
                </ns1:extLst>
              </ns0:cNvPr>
              <ns0:cNvSpPr>
                <ns1:spLocks noEditPoints="1"/>
              </ns0:cNvSpPr>
              <ns0:nvPr/>
            </ns0:nvSpPr>
            <ns0:spPr bwMode="auto">
              <ns1:xfrm>
                <ns1:off x="1746" y="-72"/>
                <ns1:ext cx="4258" cy="4390"/>
              </ns1:xfrm>
              <ns1:custGeom>
                <ns1:avLst/>
                <ns1:gdLst>
                  <ns1:gd name="T0" fmla="*/ 1367 w 2020"/>
                  <ns1:gd name="T1" fmla="*/ 140 h 2082"/>
                  <ns1:gd name="T2" fmla="*/ 921 w 2020"/>
                  <ns1:gd name="T3" fmla="*/ 35 h 2082"/>
                  <ns1:gd name="T4" fmla="*/ 398 w 2020"/>
                  <ns1:gd name="T5" fmla="*/ 333 h 2082"/>
                  <ns1:gd name="T6" fmla="*/ 30 w 2020"/>
                  <ns1:gd name="T7" fmla="*/ 1156 h 2082"/>
                  <ns1:gd name="T8" fmla="*/ 39 w 2020"/>
                  <ns1:gd name="T9" fmla="*/ 1278 h 2082"/>
                  <ns1:gd name="T10" fmla="*/ 161 w 2020"/>
                  <ns1:gd name="T11" fmla="*/ 1340 h 2082"/>
                  <ns1:gd name="T12" fmla="*/ 156 w 2020"/>
                  <ns1:gd name="T13" fmla="*/ 1440 h 2082"/>
                  <ns1:gd name="T14" fmla="*/ 159 w 2020"/>
                  <ns1:gd name="T15" fmla="*/ 1565 h 2082"/>
                  <ns1:gd name="T16" fmla="*/ 189 w 2020"/>
                  <ns1:gd name="T17" fmla="*/ 1640 h 2082"/>
                  <ns1:gd name="T18" fmla="*/ 372 w 2020"/>
                  <ns1:gd name="T19" fmla="*/ 1869 h 2082"/>
                  <ns1:gd name="T20" fmla="*/ 530 w 2020"/>
                  <ns1:gd name="T21" fmla="*/ 1829 h 2082"/>
                  <ns1:gd name="T22" fmla="*/ 372 w 2020"/>
                  <ns1:gd name="T23" fmla="*/ 1789 h 2082"/>
                  <ns1:gd name="T24" fmla="*/ 269 w 2020"/>
                  <ns1:gd name="T25" fmla="*/ 1618 h 2082"/>
                  <ns1:gd name="T26" fmla="*/ 243 w 2020"/>
                  <ns1:gd name="T27" fmla="*/ 1580 h 2082"/>
                  <ns1:gd name="T28" fmla="*/ 239 w 2020"/>
                  <ns1:gd name="T29" fmla="*/ 1551 h 2082"/>
                  <ns1:gd name="T30" fmla="*/ 223 w 2020"/>
                  <ns1:gd name="T31" fmla="*/ 1517 h 2082"/>
                  <ns1:gd name="T32" fmla="*/ 230 w 2020"/>
                  <ns1:gd name="T33" fmla="*/ 1470 h 2082"/>
                  <ns1:gd name="T34" fmla="*/ 241 w 2020"/>
                  <ns1:gd name="T35" fmla="*/ 1326 h 2082"/>
                  <ns1:gd name="T36" fmla="*/ 87 w 2020"/>
                  <ns1:gd name="T37" fmla="*/ 1213 h 2082"/>
                  <ns1:gd name="T38" fmla="*/ 375 w 2020"/>
                  <ns1:gd name="T39" fmla="*/ 482 h 2082"/>
                  <ns1:gd name="T40" fmla="*/ 863 w 2020"/>
                  <ns1:gd name="T41" fmla="*/ 1035 h 2082"/>
                  <ns1:gd name="T42" fmla="*/ 1037 w 2020"/>
                  <ns1:gd name="T43" fmla="*/ 1345 h 2082"/>
                  <ns1:gd name="T44" fmla="*/ 929 w 2020"/>
                  <ns1:gd name="T45" fmla="*/ 1390 h 2082"/>
                  <ns1:gd name="T46" fmla="*/ 1018 w 2020"/>
                  <ns1:gd name="T47" fmla="*/ 1590 h 2082"/>
                  <ns1:gd name="T48" fmla="*/ 1423 w 2020"/>
                  <ns1:gd name="T49" fmla="*/ 2055 h 2082"/>
                  <ns1:gd name="T50" fmla="*/ 1474 w 2020"/>
                  <ns1:gd name="T51" fmla="*/ 2080 h 2082"/>
                  <ns1:gd name="T52" fmla="*/ 1393 w 2020"/>
                  <ns1:gd name="T53" fmla="*/ 1719 h 2082"/>
                  <ns1:gd name="T54" fmla="*/ 1810 w 2020"/>
                  <ns1:gd name="T55" fmla="*/ 707 h 2082"/>
                  <ns1:gd name="T56" fmla="*/ 1879 w 2020"/>
                  <ns1:gd name="T57" fmla="*/ 141 h 2082"/>
                  <ns1:gd name="T58" fmla="*/ 1333 w 2020"/>
                  <ns1:gd name="T59" fmla="*/ 1660 h 2082"/>
                  <ns1:gd name="T60" fmla="*/ 1019 w 2020"/>
                  <ns1:gd name="T61" fmla="*/ 1446 h 2082"/>
                  <ns1:gd name="T62" fmla="*/ 1157 w 2020"/>
                  <ns1:gd name="T63" fmla="*/ 1215 h 2082"/>
                  <ns1:gd name="T64" fmla="*/ 508 w 2020"/>
                  <ns1:gd name="T65" fmla="*/ 660 h 2082"/>
                  <ns1:gd name="T66" fmla="*/ 470 w 2020"/>
                  <ns1:gd name="T67" fmla="*/ 369 h 2082"/>
                  <ns1:gd name="T68" fmla="*/ 921 w 2020"/>
                  <ns1:gd name="T69" fmla="*/ 115 h 2082"/>
                  <ns1:gd name="T70" fmla="*/ 1203 w 2020"/>
                  <ns1:gd name="T71" fmla="*/ 160 h 2082"/>
                  <ns1:gd name="T72" fmla="*/ 1723 w 2020"/>
                  <ns1:gd name="T73" fmla="*/ 1213 h 2082"/>
                  <ns1:gd name="T74" fmla="*/ 1720 w 2020"/>
                  <ns1:gd name="T75" fmla="*/ 476 h 2082"/>
                  <ns1:gd name="T76" fmla="*/ 1822 w 2020"/>
                  <ns1:gd name="T77" fmla="*/ 198 h 2082"/>
                  <ns1:gd name="T78" fmla="*/ 1786 w 2020"/>
                  <ns1:gd name="T79" fmla="*/ 628 h 2082"/>
                </ns1:gdLst>
                <ns1:ahLst/>
                <ns1:cxnLst>
                  <ns1:cxn ang="0">
                    <ns1:pos x="T0" y="T1"/>
                  </ns1:cxn>
                  <ns1:cxn ang="0">
                    <ns1:pos x="T2" y="T3"/>
                  </ns1:cxn>
                  <ns1:cxn ang="0">
                    <ns1:pos x="T4" y="T5"/>
                  </ns1:cxn>
                  <ns1:cxn ang="0">
                    <ns1:pos x="T6" y="T7"/>
                  </ns1:cxn>
                  <ns1:cxn ang="0">
                    <ns1:pos x="T8" y="T9"/>
                  </ns1:cxn>
                  <ns1:cxn ang="0">
                    <ns1:pos x="T10" y="T11"/>
                  </ns1:cxn>
                  <ns1:cxn ang="0">
                    <ns1:pos x="T12" y="T13"/>
                  </ns1:cxn>
                  <ns1:cxn ang="0">
                    <ns1:pos x="T14" y="T15"/>
                  </ns1:cxn>
                  <ns1:cxn ang="0">
                    <ns1:pos x="T16" y="T17"/>
                  </ns1:cxn>
                  <ns1:cxn ang="0">
                    <ns1:pos x="T18" y="T19"/>
                  </ns1:cxn>
                  <ns1:cxn ang="0">
                    <ns1:pos x="T20" y="T21"/>
                  </ns1:cxn>
                  <ns1:cxn ang="0">
                    <ns1:pos x="T22" y="T23"/>
                  </ns1:cxn>
                  <ns1:cxn ang="0">
                    <ns1:pos x="T24" y="T25"/>
                  </ns1:cxn>
                  <ns1:cxn ang="0">
                    <ns1:pos x="T26" y="T27"/>
                  </ns1:cxn>
                  <ns1:cxn ang="0">
                    <ns1:pos x="T28" y="T29"/>
                  </ns1:cxn>
                  <ns1:cxn ang="0">
                    <ns1:pos x="T30" y="T31"/>
                  </ns1:cxn>
                  <ns1:cxn ang="0">
                    <ns1:pos x="T32" y="T33"/>
                  </ns1:cxn>
                  <ns1:cxn ang="0">
                    <ns1:pos x="T34" y="T35"/>
                  </ns1:cxn>
                  <ns1:cxn ang="0">
                    <ns1:pos x="T36" y="T37"/>
                  </ns1:cxn>
                  <ns1:cxn ang="0">
                    <ns1:pos x="T38" y="T39"/>
                  </ns1:cxn>
                  <ns1:cxn ang="0">
                    <ns1:pos x="T40" y="T41"/>
                  </ns1:cxn>
                  <ns1:cxn ang="0">
                    <ns1:pos x="T42" y="T43"/>
                  </ns1:cxn>
                  <ns1:cxn ang="0">
                    <ns1:pos x="T44" y="T45"/>
                  </ns1:cxn>
                  <ns1:cxn ang="0">
                    <ns1:pos x="T46" y="T47"/>
                  </ns1:cxn>
                  <ns1:cxn ang="0">
                    <ns1:pos x="T48" y="T49"/>
                  </ns1:cxn>
                  <ns1:cxn ang="0">
                    <ns1:pos x="T50" y="T51"/>
                  </ns1:cxn>
                  <ns1:cxn ang="0">
                    <ns1:pos x="T52" y="T53"/>
                  </ns1:cxn>
                  <ns1:cxn ang="0">
                    <ns1:pos x="T54" y="T55"/>
                  </ns1:cxn>
                  <ns1:cxn ang="0">
                    <ns1:pos x="T56" y="T57"/>
                  </ns1:cxn>
                  <ns1:cxn ang="0">
                    <ns1:pos x="T58" y="T59"/>
                  </ns1:cxn>
                  <ns1:cxn ang="0">
                    <ns1:pos x="T60" y="T61"/>
                  </ns1:cxn>
                  <ns1:cxn ang="0">
                    <ns1:pos x="T62" y="T63"/>
                  </ns1:cxn>
                  <ns1:cxn ang="0">
                    <ns1:pos x="T64" y="T65"/>
                  </ns1:cxn>
                  <ns1:cxn ang="0">
                    <ns1:pos x="T66" y="T67"/>
                  </ns1:cxn>
                  <ns1:cxn ang="0">
                    <ns1:pos x="T68" y="T69"/>
                  </ns1:cxn>
                  <ns1:cxn ang="0">
                    <ns1:pos x="T70" y="T71"/>
                  </ns1:cxn>
                  <ns1:cxn ang="0">
                    <ns1:pos x="T72" y="T73"/>
                  </ns1:cxn>
                  <ns1:cxn ang="0">
                    <ns1:pos x="T74" y="T75"/>
                  </ns1:cxn>
                  <ns1:cxn ang="0">
                    <ns1:pos x="T76" y="T77"/>
                  </ns1:cxn>
                  <ns1:cxn ang="0">
                    <ns1:pos x="T78" y="T79"/>
                  </ns1:cxn>
                </ns1:cxnLst>
                <ns1:rect l="0" t="0" r="r" b="b"/>
                <ns1:pathLst>
                  <ns1:path w="2020" h="2082">
                    <ns1:moveTo>
                      <ns1:pt x="1879" y="141"/>
                    </ns1:moveTo>
                    <ns1:cubicBezTo>
                      <ns1:pt x="1738" y="0"/>
                      <ns1:pt x="1509" y="0"/>
                      <ns1:pt x="1367" y="140"/>
                    </ns1:cubicBezTo>
                    <ns1:cubicBezTo>
                      <ns1:pt x="1323" y="118"/>
                      <ns1:pt x="1276" y="99"/>
                      <ns1:pt x="1227" y="84"/>
                    </ns1:cubicBezTo>
                    <ns1:cubicBezTo>
                      <ns1:pt x="1065" y="33"/>
                      <ns1:pt x="932" y="35"/>
                      <ns1:pt x="921" y="35"/>
                    </ns1:cubicBezTo>
                    <ns1:cubicBezTo>
                      <ns1:pt x="704" y="35"/>
                      <ns1:pt x="514" y="126"/>
                      <ns1:pt x="427" y="273"/>
                    </ns1:cubicBezTo>
                    <ns1:cubicBezTo>
                      <ns1:pt x="415" y="292"/>
                      <ns1:pt x="405" y="312"/>
                      <ns1:pt x="398" y="333"/>
                    </ns1:cubicBezTo>
                    <ns1:cubicBezTo>
                      <ns1:pt x="356" y="372"/>
                      <ns1:pt x="170" y="565"/>
                      <ns1:pt x="170" y="838"/>
                    </ns1:cubicBezTo>
                    <ns1:cubicBezTo>
                      <ns1:pt x="170" y="1020"/>
                      <ns1:pt x="82" y="1115"/>
                      <ns1:pt x="30" y="1156"/>
                    </ns1:cubicBezTo>
                    <ns1:cubicBezTo>
                      <ns1:pt x="10" y="1171"/>
                      <ns1:pt x="0" y="1195"/>
                      <ns1:pt x="2" y="1219"/>
                    </ns1:cubicBezTo>
                    <ns1:cubicBezTo>
                      <ns1:pt x="4" y="1244"/>
                      <ns1:pt x="17" y="1266"/>
                      <ns1:pt x="39" y="1278"/>
                    </ns1:cubicBezTo>
                    <ns1:cubicBezTo>
                      <ns1:pt x="59" y="1289"/>
                      <ns1:pt x="81" y="1300"/>
                      <ns1:pt x="102" y="1310"/>
                    </ns1:cubicBezTo>
                    <ns1:cubicBezTo>
                      <ns1:pt x="121" y="1319"/>
                      <ns1:pt x="148" y="1332"/>
                      <ns1:pt x="161" y="1340"/>
                    </ns1:cubicBezTo>
                    <ns1:cubicBezTo>
                      <ns1:pt x="161" y="1412"/>
                      <ns1:pt x="161" y="1412"/>
                      <ns1:pt x="161" y="1412"/>
                    </ns1:cubicBezTo>
                    <ns1:cubicBezTo>
                      <ns1:pt x="161" y="1421"/>
                      <ns1:pt x="159" y="1431"/>
                      <ns1:pt x="156" y="1440"/>
                    </ns1:cubicBezTo>
                    <ns1:cubicBezTo>
                      <ns1:pt x="146" y="1464"/>
                      <ns1:pt x="146" y="1464"/>
                      <ns1:pt x="146" y="1464"/>
                    </ns1:cubicBezTo>
                    <ns1:cubicBezTo>
                      <ns1:pt x="132" y="1498"/>
                      <ns1:pt x="137" y="1536"/>
                      <ns1:pt x="159" y="1565"/>
                    </ns1:cubicBezTo>
                    <ns1:cubicBezTo>
                      <ns1:pt x="159" y="1574"/>
                      <ns1:pt x="159" y="1574"/>
                      <ns1:pt x="159" y="1574"/>
                    </ns1:cubicBezTo>
                    <ns1:cubicBezTo>
                      <ns1:pt x="159" y="1599"/>
                      <ns1:pt x="170" y="1623"/>
                      <ns1:pt x="189" y="1640"/>
                    </ns1:cubicBezTo>
                    <ns1:cubicBezTo>
                      <ns1:pt x="189" y="1687"/>
                      <ns1:pt x="189" y="1687"/>
                      <ns1:pt x="189" y="1687"/>
                    </ns1:cubicBezTo>
                    <ns1:cubicBezTo>
                      <ns1:pt x="189" y="1787"/>
                      <ns1:pt x="271" y="1869"/>
                      <ns1:pt x="372" y="1869"/>
                    </ns1:cubicBezTo>
                    <ns1:cubicBezTo>
                      <ns1:pt x="490" y="1869"/>
                      <ns1:pt x="490" y="1869"/>
                      <ns1:pt x="490" y="1869"/>
                    </ns1:cubicBezTo>
                    <ns1:cubicBezTo>
                      <ns1:pt x="512" y="1869"/>
                      <ns1:pt x="530" y="1851"/>
                      <ns1:pt x="530" y="1829"/>
                    </ns1:cubicBezTo>
                    <ns1:cubicBezTo>
                      <ns1:pt x="530" y="1807"/>
                      <ns1:pt x="512" y="1789"/>
                      <ns1:pt x="490" y="1789"/>
                    </ns1:cubicBezTo>
                    <ns1:cubicBezTo>
                      <ns1:pt x="372" y="1789"/>
                      <ns1:pt x="372" y="1789"/>
                      <ns1:pt x="372" y="1789"/>
                    </ns1:cubicBezTo>
                    <ns1:cubicBezTo>
                      <ns1:pt x="315" y="1789"/>
                      <ns1:pt x="269" y="1743"/>
                      <ns1:pt x="269" y="1687"/>
                    </ns1:cubicBezTo>
                    <ns1:cubicBezTo>
                      <ns1:pt x="269" y="1618"/>
                      <ns1:pt x="269" y="1618"/>
                      <ns1:pt x="269" y="1618"/>
                    </ns1:cubicBezTo>
                    <ns1:cubicBezTo>
                      <ns1:pt x="269" y="1602"/>
                      <ns1:pt x="259" y="1587"/>
                      <ns1:pt x="245" y="1581"/>
                    </ns1:cubicBezTo>
                    <ns1:cubicBezTo>
                      <ns1:pt x="243" y="1580"/>
                      <ns1:pt x="243" y="1580"/>
                      <ns1:pt x="243" y="1580"/>
                    </ns1:cubicBezTo>
                    <ns1:cubicBezTo>
                      <ns1:pt x="240" y="1579"/>
                      <ns1:pt x="239" y="1576"/>
                      <ns1:pt x="239" y="1574"/>
                    </ns1:cubicBezTo>
                    <ns1:cubicBezTo>
                      <ns1:pt x="239" y="1551"/>
                      <ns1:pt x="239" y="1551"/>
                      <ns1:pt x="239" y="1551"/>
                    </ns1:cubicBezTo>
                    <ns1:cubicBezTo>
                      <ns1:pt x="239" y="1542"/>
                      <ns1:pt x="236" y="1533"/>
                      <ns1:pt x="230" y="1526"/>
                    </ns1:cubicBezTo>
                    <ns1:cubicBezTo>
                      <ns1:pt x="223" y="1517"/>
                      <ns1:pt x="223" y="1517"/>
                      <ns1:pt x="223" y="1517"/>
                    </ns1:cubicBezTo>
                    <ns1:cubicBezTo>
                      <ns1:pt x="218" y="1511"/>
                      <ns1:pt x="217" y="1502"/>
                      <ns1:pt x="220" y="1494"/>
                    </ns1:cubicBezTo>
                    <ns1:cubicBezTo>
                      <ns1:pt x="230" y="1470"/>
                      <ns1:pt x="230" y="1470"/>
                      <ns1:pt x="230" y="1470"/>
                    </ns1:cubicBezTo>
                    <ns1:cubicBezTo>
                      <ns1:pt x="237" y="1451"/>
                      <ns1:pt x="241" y="1432"/>
                      <ns1:pt x="241" y="1412"/>
                    </ns1:cubicBezTo>
                    <ns1:cubicBezTo>
                      <ns1:pt x="241" y="1326"/>
                      <ns1:pt x="241" y="1326"/>
                      <ns1:pt x="241" y="1326"/>
                    </ns1:cubicBezTo>
                    <ns1:cubicBezTo>
                      <ns1:pt x="241" y="1288"/>
                      <ns1:pt x="202" y="1269"/>
                      <ns1:pt x="137" y="1238"/>
                    </ns1:cubicBezTo>
                    <ns1:cubicBezTo>
                      <ns1:pt x="120" y="1230"/>
                      <ns1:pt x="102" y="1221"/>
                      <ns1:pt x="87" y="1213"/>
                    </ns1:cubicBezTo>
                    <ns1:cubicBezTo>
                      <ns1:pt x="151" y="1160"/>
                      <ns1:pt x="250" y="1046"/>
                      <ns1:pt x="250" y="838"/>
                    </ns1:cubicBezTo>
                    <ns1:cubicBezTo>
                      <ns1:pt x="250" y="688"/>
                      <ns1:pt x="317" y="563"/>
                      <ns1:pt x="375" y="482"/>
                    </ns1:cubicBezTo>
                    <ns1:cubicBezTo>
                      <ns1:pt x="378" y="552"/>
                      <ns1:pt x="399" y="625"/>
                      <ns1:pt x="438" y="698"/>
                    </ns1:cubicBezTo>
                    <ns1:cubicBezTo>
                      <ns1:pt x="541" y="890"/>
                      <ns1:pt x="719" y="970"/>
                      <ns1:pt x="863" y="1035"/>
                    </ns1:cubicBezTo>
                    <ns1:cubicBezTo>
                      <ns1:pt x="1000" y="1096"/>
                      <ns1:pt x="1077" y="1135"/>
                      <ns1:pt x="1077" y="1215"/>
                    </ns1:cubicBezTo>
                    <ns1:cubicBezTo>
                      <ns1:pt x="1078" y="1275"/>
                      <ns1:pt x="1064" y="1318"/>
                      <ns1:pt x="1037" y="1345"/>
                    </ns1:cubicBezTo>
                    <ns1:cubicBezTo>
                      <ns1:pt x="1006" y="1375"/>
                      <ns1:pt x="964" y="1375"/>
                      <ns1:pt x="964" y="1375"/>
                    </ns1:cubicBezTo>
                    <ns1:cubicBezTo>
                      <ns1:pt x="950" y="1374"/>
                      <ns1:pt x="938" y="1380"/>
                      <ns1:pt x="929" y="1390"/>
                    </ns1:cubicBezTo>
                    <ns1:cubicBezTo>
                      <ns1:pt x="921" y="1401"/>
                      <ns1:pt x="919" y="1415"/>
                      <ns1:pt x="924" y="1428"/>
                    </ns1:cubicBezTo>
                    <ns1:cubicBezTo>
                      <ns1:pt x="925" y="1431"/>
                      <ns1:pt x="953" y="1511"/>
                      <ns1:pt x="1018" y="1590"/>
                    </ns1:cubicBezTo>
                    <ns1:cubicBezTo>
                      <ns1:pt x="1099" y="1688"/>
                      <ns1:pt x="1201" y="1739"/>
                      <ns1:pt x="1316" y="1740"/>
                    </ns1:cubicBezTo>
                    <ns1:cubicBezTo>
                      <ns1:pt x="1423" y="2055"/>
                      <ns1:pt x="1423" y="2055"/>
                      <ns1:pt x="1423" y="2055"/>
                    </ns1:cubicBezTo>
                    <ns1:cubicBezTo>
                      <ns1:pt x="1429" y="2072"/>
                      <ns1:pt x="1444" y="2082"/>
                      <ns1:pt x="1461" y="2082"/>
                    </ns1:cubicBezTo>
                    <ns1:cubicBezTo>
                      <ns1:pt x="1465" y="2082"/>
                      <ns1:pt x="1469" y="2082"/>
                      <ns1:pt x="1474" y="2080"/>
                    </ns1:cubicBezTo>
                    <ns1:cubicBezTo>
                      <ns1:pt x="1495" y="2073"/>
                      <ns1:pt x="1506" y="2050"/>
                      <ns1:pt x="1499" y="2029"/>
                    </ns1:cubicBezTo>
                    <ns1:cubicBezTo>
                      <ns1:pt x="1393" y="1719"/>
                      <ns1:pt x="1393" y="1719"/>
                      <ns1:pt x="1393" y="1719"/>
                    </ns1:cubicBezTo>
                    <ns1:cubicBezTo>
                      <ns1:pt x="1592" y="1612"/>
                      <ns1:pt x="1733" y="1447"/>
                      <ns1:pt x="1799" y="1238"/>
                    </ns1:cubicBezTo>
                    <ns1:cubicBezTo>
                      <ns1:pt x="1853" y="1071"/>
                      <ns1:pt x="1855" y="884"/>
                      <ns1:pt x="1810" y="707"/>
                    </ns1:cubicBezTo>
                    <ns1:cubicBezTo>
                      <ns1:pt x="1835" y="692"/>
                      <ns1:pt x="1858" y="675"/>
                      <ns1:pt x="1879" y="654"/>
                    </ns1:cubicBezTo>
                    <ns1:cubicBezTo>
                      <ns1:pt x="2020" y="513"/>
                      <ns1:pt x="2020" y="283"/>
                      <ns1:pt x="1879" y="141"/>
                    </ns1:cubicBezTo>
                    <ns1:close/>
                    <ns1:moveTo>
                      <ns1:pt x="1723" y="1213"/>
                    </ns1:moveTo>
                    <ns1:cubicBezTo>
                      <ns1:pt x="1661" y="1409"/>
                      <ns1:pt x="1526" y="1564"/>
                      <ns1:pt x="1333" y="1660"/>
                    </ns1:cubicBezTo>
                    <ns1:cubicBezTo>
                      <ns1:pt x="1236" y="1664"/>
                      <ns1:pt x="1151" y="1624"/>
                      <ns1:pt x="1081" y="1540"/>
                    </ns1:cubicBezTo>
                    <ns1:cubicBezTo>
                      <ns1:pt x="1053" y="1507"/>
                      <ns1:pt x="1032" y="1472"/>
                      <ns1:pt x="1019" y="1446"/>
                    </ns1:cubicBezTo>
                    <ns1:cubicBezTo>
                      <ns1:pt x="1042" y="1438"/>
                      <ns1:pt x="1068" y="1426"/>
                      <ns1:pt x="1092" y="1403"/>
                    </ns1:cubicBezTo>
                    <ns1:cubicBezTo>
                      <ns1:pt x="1136" y="1361"/>
                      <ns1:pt x="1158" y="1297"/>
                      <ns1:pt x="1157" y="1215"/>
                    </ns1:cubicBezTo>
                    <ns1:cubicBezTo>
                      <ns1:pt x="1156" y="1079"/>
                      <ns1:pt x="1030" y="1022"/>
                      <ns1:pt x="896" y="962"/>
                    </ns1:cubicBezTo>
                    <ns1:cubicBezTo>
                      <ns1:pt x="756" y="899"/>
                      <ns1:pt x="598" y="828"/>
                      <ns1:pt x="508" y="660"/>
                    </ns1:cubicBezTo>
                    <ns1:cubicBezTo>
                      <ns1:pt x="453" y="556"/>
                      <ns1:pt x="440" y="456"/>
                      <ns1:pt x="469" y="370"/>
                    </ns1:cubicBezTo>
                    <ns1:cubicBezTo>
                      <ns1:pt x="469" y="369"/>
                      <ns1:pt x="470" y="369"/>
                      <ns1:pt x="470" y="369"/>
                    </ns1:cubicBezTo>
                    <ns1:cubicBezTo>
                      <ns1:pt x="476" y="350"/>
                      <ns1:pt x="485" y="331"/>
                      <ns1:pt x="495" y="314"/>
                    </ns1:cubicBezTo>
                    <ns1:cubicBezTo>
                      <ns1:pt x="569" y="191"/>
                      <ns1:pt x="732" y="115"/>
                      <ns1:pt x="921" y="115"/>
                    </ns1:cubicBezTo>
                    <ns1:cubicBezTo>
                      <ns1:pt x="921" y="115"/>
                      <ns1:pt x="922" y="115"/>
                      <ns1:pt x="922" y="115"/>
                    </ns1:cubicBezTo>
                    <ns1:cubicBezTo>
                      <ns1:pt x="923" y="115"/>
                      <ns1:pt x="1049" y="112"/>
                      <ns1:pt x="1203" y="160"/>
                    </ns1:cubicBezTo>
                    <ns1:cubicBezTo>
                      <ns1:pt x="1407" y="224"/>
                      <ns1:pt x="1557" y="343"/>
                      <ns1:pt x="1650" y="514"/>
                    </ns1:cubicBezTo>
                    <ns1:cubicBezTo>
                      <ns1:pt x="1767" y="731"/>
                      <ns1:pt x="1794" y="992"/>
                      <ns1:pt x="1723" y="1213"/>
                    </ns1:cubicBezTo>
                    <ns1:close/>
                    <ns1:moveTo>
                      <ns1:pt x="1786" y="628"/>
                    </ns1:moveTo>
                    <ns1:cubicBezTo>
                      <ns1:pt x="1769" y="576"/>
                      <ns1:pt x="1747" y="525"/>
                      <ns1:pt x="1720" y="476"/>
                    </ns1:cubicBezTo>
                    <ns1:cubicBezTo>
                      <ns1:pt x="1655" y="355"/>
                      <ns1:pt x="1560" y="255"/>
                      <ns1:pt x="1441" y="181"/>
                    </ns1:cubicBezTo>
                    <ns1:cubicBezTo>
                      <ns1:pt x="1552" y="88"/>
                      <ns1:pt x="1718" y="94"/>
                      <ns1:pt x="1822" y="198"/>
                    </ns1:cubicBezTo>
                    <ns1:cubicBezTo>
                      <ns1:pt x="1932" y="308"/>
                      <ns1:pt x="1932" y="487"/>
                      <ns1:pt x="1822" y="597"/>
                    </ns1:cubicBezTo>
                    <ns1:cubicBezTo>
                      <ns1:pt x="1811" y="608"/>
                      <ns1:pt x="1799" y="618"/>
                      <ns1:pt x="1786" y="628"/>
                    </ns1:cubicBezTo>
                    <ns1:close/>
                  </ns1:path>
                </ns1:pathLst>
              </ns1:custGeom>
              <ns1:grpFill/>
              <ns1:ln>
                <ns1:noFill/>
              </ns1:ln>
              <ns1:extLst>
                <ns1:ext uri="{91240B29-F687-4F45-9708-019B960494DF}">
                  <ns3:hiddenLine w="9525">
                    <ns1:solidFill>
                      <ns1:srgbClr val="000000"/>
                    </ns1:solidFill>
                    <ns1:round/>
                    <ns1:headEnd/>
                    <ns1:tailEnd/>
                  </ns3:hiddenLine>
                </ns1:ext>
              </ns1:extLst>
            </ns0:spPr>
            <ns0:txBody>
              <ns1:bodyPr vert="horz" wrap="square" lIns="91440" tIns="45720" rIns="91440" bIns="45720" numCol="1" anchor="t" anchorCtr="0" compatLnSpc="1">
                <ns1:prstTxWarp prst="textNoShape">
                  <ns1:avLst/>
                </ns1:prstTxWarp>
              </ns1:bodyPr>
              <ns1:lstStyle/>
              <ns1:p>
                <ns1:endParaRPr lang="en-US"/>
              </ns1:p>
            </ns0:txBody>
          </ns0:sp>
          <ns0:sp>
            <ns0:nvSpPr>
              <ns0:cNvPr id="41" name="Freeform 55">
                <ns1:extLst>
                  <ns1:ext uri="{FF2B5EF4-FFF2-40B4-BE49-F238E27FC236}">
                    <ns2:creationId id="{ADA4CE8A-EA70-401C-95D5-6488E38E0BAB}"/>
                  </ns1:ext>
                </ns1:extLst>
              </ns0:cNvPr>
              <ns0:cNvSpPr>
                <ns1:spLocks noEditPoints="1"/>
              </ns0:cNvSpPr>
              <ns0:nvPr/>
            </ns0:nvSpPr>
            <ns0:spPr bwMode="auto">
              <ns1:xfrm>
                <ns1:off x="2595" y="2669"/>
                <ns1:ext cx="1339" cy="1649"/>
              </ns1:xfrm>
              <ns1:custGeom>
                <ns1:avLst/>
                <ns1:gdLst>
                  <ns1:gd name="T0" fmla="*/ 624 w 635"/>
                  <ns1:gd name="T1" fmla="*/ 608 h 782"/>
                  <ns1:gd name="T2" fmla="*/ 499 w 635"/>
                  <ns1:gd name="T3" fmla="*/ 391 h 782"/>
                  <ns1:gd name="T4" fmla="*/ 495 w 635"/>
                  <ns1:gd name="T5" fmla="*/ 243 h 782"/>
                  <ns1:gd name="T6" fmla="*/ 272 w 635"/>
                  <ns1:gd name="T7" fmla="*/ 8 h 782"/>
                  <ns1:gd name="T8" fmla="*/ 54 w 635"/>
                  <ns1:gd name="T9" fmla="*/ 133 h 782"/>
                  <ns1:gd name="T10" fmla="*/ 52 w 635"/>
                  <ns1:gd name="T11" fmla="*/ 137 h 782"/>
                  <ns1:gd name="T12" fmla="*/ 139 w 635"/>
                  <ns1:gd name="T13" fmla="*/ 445 h 782"/>
                  <ns1:gd name="T14" fmla="*/ 264 w 635"/>
                  <ns1:gd name="T15" fmla="*/ 526 h 782"/>
                  <ns1:gd name="T16" fmla="*/ 400 w 635"/>
                  <ns1:gd name="T17" fmla="*/ 762 h 782"/>
                  <ns1:gd name="T18" fmla="*/ 435 w 635"/>
                  <ns1:gd name="T19" fmla="*/ 782 h 782"/>
                  <ns1:gd name="T20" fmla="*/ 455 w 635"/>
                  <ns1:gd name="T21" fmla="*/ 777 h 782"/>
                  <ns1:gd name="T22" fmla="*/ 469 w 635"/>
                  <ns1:gd name="T23" fmla="*/ 722 h 782"/>
                  <ns1:gd name="T24" fmla="*/ 348 w 635"/>
                  <ns1:gd name="T25" fmla="*/ 513 h 782"/>
                  <ns1:gd name="T26" fmla="*/ 396 w 635"/>
                  <ns1:gd name="T27" fmla="*/ 485 h 782"/>
                  <ns1:gd name="T28" fmla="*/ 445 w 635"/>
                  <ns1:gd name="T29" fmla="*/ 457 h 782"/>
                  <ns1:gd name="T30" fmla="*/ 555 w 635"/>
                  <ns1:gd name="T31" fmla="*/ 648 h 782"/>
                  <ns1:gd name="T32" fmla="*/ 610 w 635"/>
                  <ns1:gd name="T33" fmla="*/ 663 h 782"/>
                  <ns1:gd name="T34" fmla="*/ 624 w 635"/>
                  <ns1:gd name="T35" fmla="*/ 608 h 782"/>
                  <ns1:gd name="T36" fmla="*/ 124 w 635"/>
                  <ns1:gd name="T37" fmla="*/ 172 h 782"/>
                  <ns1:gd name="T38" fmla="*/ 126 w 635"/>
                  <ns1:gd name="T39" fmla="*/ 168 h 782"/>
                  <ns1:gd name="T40" fmla="*/ 254 w 635"/>
                  <ns1:gd name="T41" fmla="*/ 87 h 782"/>
                  <ns1:gd name="T42" fmla="*/ 265 w 635"/>
                  <ns1:gd name="T43" fmla="*/ 87 h 782"/>
                  <ns1:gd name="T44" fmla="*/ 415 w 635"/>
                  <ns1:gd name="T45" fmla="*/ 245 h 782"/>
                  <ns1:gd name="T46" fmla="*/ 419 w 635"/>
                  <ns1:gd name="T47" fmla="*/ 380 h 782"/>
                  <ns1:gd name="T48" fmla="*/ 295 w 635"/>
                  <ns1:gd name="T49" fmla="*/ 451 h 782"/>
                  <ns1:gd name="T50" fmla="*/ 183 w 635"/>
                  <ns1:gd name="T51" fmla="*/ 378 h 782"/>
                  <ns1:gd name="T52" fmla="*/ 124 w 635"/>
                  <ns1:gd name="T53" fmla="*/ 172 h 782"/>
                </ns1:gdLst>
                <ns1:ahLst/>
                <ns1:cxnLst>
                  <ns1:cxn ang="0">
                    <ns1:pos x="T0" y="T1"/>
                  </ns1:cxn>
                  <ns1:cxn ang="0">
                    <ns1:pos x="T2" y="T3"/>
                  </ns1:cxn>
                  <ns1:cxn ang="0">
                    <ns1:pos x="T4" y="T5"/>
                  </ns1:cxn>
                  <ns1:cxn ang="0">
                    <ns1:pos x="T6" y="T7"/>
                  </ns1:cxn>
                  <ns1:cxn ang="0">
                    <ns1:pos x="T8" y="T9"/>
                  </ns1:cxn>
                  <ns1:cxn ang="0">
                    <ns1:pos x="T10" y="T11"/>
                  </ns1:cxn>
                  <ns1:cxn ang="0">
                    <ns1:pos x="T12" y="T13"/>
                  </ns1:cxn>
                  <ns1:cxn ang="0">
                    <ns1:pos x="T14" y="T15"/>
                  </ns1:cxn>
                  <ns1:cxn ang="0">
                    <ns1:pos x="T16" y="T17"/>
                  </ns1:cxn>
                  <ns1:cxn ang="0">
                    <ns1:pos x="T18" y="T19"/>
                  </ns1:cxn>
                  <ns1:cxn ang="0">
                    <ns1:pos x="T20" y="T21"/>
                  </ns1:cxn>
                  <ns1:cxn ang="0">
                    <ns1:pos x="T22" y="T23"/>
                  </ns1:cxn>
                  <ns1:cxn ang="0">
                    <ns1:pos x="T24" y="T25"/>
                  </ns1:cxn>
                  <ns1:cxn ang="0">
                    <ns1:pos x="T26" y="T27"/>
                  </ns1:cxn>
                  <ns1:cxn ang="0">
                    <ns1:pos x="T28" y="T29"/>
                  </ns1:cxn>
                  <ns1:cxn ang="0">
                    <ns1:pos x="T30" y="T31"/>
                  </ns1:cxn>
                  <ns1:cxn ang="0">
                    <ns1:pos x="T32" y="T33"/>
                  </ns1:cxn>
                  <ns1:cxn ang="0">
                    <ns1:pos x="T34" y="T35"/>
                  </ns1:cxn>
                  <ns1:cxn ang="0">
                    <ns1:pos x="T36" y="T37"/>
                  </ns1:cxn>
                  <ns1:cxn ang="0">
                    <ns1:pos x="T38" y="T39"/>
                  </ns1:cxn>
                  <ns1:cxn ang="0">
                    <ns1:pos x="T40" y="T41"/>
                  </ns1:cxn>
                  <ns1:cxn ang="0">
                    <ns1:pos x="T42" y="T43"/>
                  </ns1:cxn>
                  <ns1:cxn ang="0">
                    <ns1:pos x="T44" y="T45"/>
                  </ns1:cxn>
                  <ns1:cxn ang="0">
                    <ns1:pos x="T46" y="T47"/>
                  </ns1:cxn>
                  <ns1:cxn ang="0">
                    <ns1:pos x="T48" y="T49"/>
                  </ns1:cxn>
                  <ns1:cxn ang="0">
                    <ns1:pos x="T50" y="T51"/>
                  </ns1:cxn>
                  <ns1:cxn ang="0">
                    <ns1:pos x="T52" y="T53"/>
                  </ns1:cxn>
                </ns1:cxnLst>
                <ns1:rect l="0" t="0" r="r" b="b"/>
                <ns1:pathLst>
                  <ns1:path w="635" h="782">
                    <ns1:moveTo>
                      <ns1:pt x="624" y="608"/>
                    </ns1:moveTo>
                    <ns1:cubicBezTo>
                      <ns1:pt x="499" y="391"/>
                      <ns1:pt x="499" y="391"/>
                      <ns1:pt x="499" y="391"/>
                    </ns1:cubicBezTo>
                    <ns1:cubicBezTo>
                      <ns1:pt x="495" y="243"/>
                      <ns1:pt x="495" y="243"/>
                      <ns1:pt x="495" y="243"/>
                    </ns1:cubicBezTo>
                    <ns1:cubicBezTo>
                      <ns1:pt x="491" y="119"/>
                      <ns1:pt x="395" y="18"/>
                      <ns1:pt x="272" y="8"/>
                    </ns1:cubicBezTo>
                    <ns1:cubicBezTo>
                      <ns1:pt x="181" y="0"/>
                      <ns1:pt x="93" y="51"/>
                      <ns1:pt x="54" y="133"/>
                    </ns1:cubicBezTo>
                    <ns1:cubicBezTo>
                      <ns1:pt x="52" y="137"/>
                      <ns1:pt x="52" y="137"/>
                      <ns1:pt x="52" y="137"/>
                    </ns1:cubicBezTo>
                    <ns1:cubicBezTo>
                      <ns1:pt x="0" y="247"/>
                      <ns1:pt x="38" y="379"/>
                      <ns1:pt x="139" y="445"/>
                    </ns1:cubicBezTo>
                    <ns1:cubicBezTo>
                      <ns1:pt x="264" y="526"/>
                      <ns1:pt x="264" y="526"/>
                      <ns1:pt x="264" y="526"/>
                    </ns1:cubicBezTo>
                    <ns1:cubicBezTo>
                      <ns1:pt x="400" y="762"/>
                      <ns1:pt x="400" y="762"/>
                      <ns1:pt x="400" y="762"/>
                    </ns1:cubicBezTo>
                    <ns1:cubicBezTo>
                      <ns1:pt x="407" y="775"/>
                      <ns1:pt x="421" y="782"/>
                      <ns1:pt x="435" y="782"/>
                    </ns1:cubicBezTo>
                    <ns1:cubicBezTo>
                      <ns1:pt x="441" y="782"/>
                      <ns1:pt x="448" y="781"/>
                      <ns1:pt x="455" y="777"/>
                    </ns1:cubicBezTo>
                    <ns1:cubicBezTo>
                      <ns1:pt x="474" y="766"/>
                      <ns1:pt x="480" y="742"/>
                      <ns1:pt x="469" y="722"/>
                    </ns1:cubicBezTo>
                    <ns1:cubicBezTo>
                      <ns1:pt x="348" y="513"/>
                      <ns1:pt x="348" y="513"/>
                      <ns1:pt x="348" y="513"/>
                    </ns1:cubicBezTo>
                    <ns1:cubicBezTo>
                      <ns1:pt x="396" y="485"/>
                      <ns1:pt x="396" y="485"/>
                      <ns1:pt x="396" y="485"/>
                    </ns1:cubicBezTo>
                    <ns1:cubicBezTo>
                      <ns1:pt x="445" y="457"/>
                      <ns1:pt x="445" y="457"/>
                      <ns1:pt x="445" y="457"/>
                    </ns1:cubicBezTo>
                    <ns1:cubicBezTo>
                      <ns1:pt x="555" y="648"/>
                      <ns1:pt x="555" y="648"/>
                      <ns1:pt x="555" y="648"/>
                    </ns1:cubicBezTo>
                    <ns1:cubicBezTo>
                      <ns1:pt x="566" y="667"/>
                      <ns1:pt x="591" y="674"/>
                      <ns1:pt x="610" y="663"/>
                    </ns1:cubicBezTo>
                    <ns1:cubicBezTo>
                      <ns1:pt x="629" y="652"/>
                      <ns1:pt x="635" y="627"/>
                      <ns1:pt x="624" y="608"/>
                    </ns1:cubicBezTo>
                    <ns1:close/>
                    <ns1:moveTo>
                      <ns1:pt x="124" y="172"/>
                    </ns1:moveTo>
                    <ns1:cubicBezTo>
                      <ns1:pt x="126" y="168"/>
                      <ns1:pt x="126" y="168"/>
                      <ns1:pt x="126" y="168"/>
                    </ns1:cubicBezTo>
                    <ns1:cubicBezTo>
                      <ns1:pt x="150" y="118"/>
                      <ns1:pt x="200" y="87"/>
                      <ns1:pt x="254" y="87"/>
                    </ns1:cubicBezTo>
                    <ns1:cubicBezTo>
                      <ns1:pt x="258" y="87"/>
                      <ns1:pt x="261" y="87"/>
                      <ns1:pt x="265" y="87"/>
                    </ns1:cubicBezTo>
                    <ns1:cubicBezTo>
                      <ns1:pt x="348" y="94"/>
                      <ns1:pt x="412" y="162"/>
                      <ns1:pt x="415" y="245"/>
                    </ns1:cubicBezTo>
                    <ns1:cubicBezTo>
                      <ns1:pt x="419" y="380"/>
                      <ns1:pt x="419" y="380"/>
                      <ns1:pt x="419" y="380"/>
                    </ns1:cubicBezTo>
                    <ns1:cubicBezTo>
                      <ns1:pt x="295" y="451"/>
                      <ns1:pt x="295" y="451"/>
                      <ns1:pt x="295" y="451"/>
                    </ns1:cubicBezTo>
                    <ns1:cubicBezTo>
                      <ns1:pt x="183" y="378"/>
                      <ns1:pt x="183" y="378"/>
                      <ns1:pt x="183" y="378"/>
                    </ns1:cubicBezTo>
                    <ns1:cubicBezTo>
                      <ns1:pt x="115" y="334"/>
                      <ns1:pt x="90" y="245"/>
                      <ns1:pt x="124" y="172"/>
                    </ns1:cubicBezTo>
                    <ns1:close/>
                  </ns1:path>
                </ns1:pathLst>
              </ns1:custGeom>
              <ns1:grpFill/>
              <ns1:ln>
                <ns1:noFill/>
              </ns1:ln>
              <ns1:extLst>
                <ns1:ext uri="{91240B29-F687-4F45-9708-019B960494DF}">
                  <ns3:hiddenLine w="9525">
                    <ns1:solidFill>
                      <ns1:srgbClr val="000000"/>
                    </ns1:solidFill>
                    <ns1:round/>
                    <ns1:headEnd/>
                    <ns1:tailEnd/>
                  </ns3:hiddenLine>
                </ns1:ext>
              </ns1:extLst>
            </ns0:spPr>
            <ns0:txBody>
              <ns1:bodyPr vert="horz" wrap="square" lIns="91440" tIns="45720" rIns="91440" bIns="45720" numCol="1" anchor="t" anchorCtr="0" compatLnSpc="1">
                <ns1:prstTxWarp prst="textNoShape">
                  <ns1:avLst/>
                </ns1:prstTxWarp>
              </ns1:bodyPr>
              <ns1:lstStyle/>
              <ns1:p>
                <ns1:endParaRPr lang="en-US"/>
              </ns1:p>
            </ns0:txBody>
          </ns0:sp>
          <ns0:sp>
            <ns0:nvSpPr>
              <ns0:cNvPr id="42" name="Freeform 56">
                <ns1:extLst>
                  <ns1:ext uri="{FF2B5EF4-FFF2-40B4-BE49-F238E27FC236}">
                    <ns2:creationId id="{117D34D2-9F6D-4E5F-ABF3-797799422053}"/>
                  </ns1:ext>
                </ns1:extLst>
              </ns0:cNvPr>
              <ns0:cNvSpPr>
                <ns1:spLocks/>
              </ns0:cNvSpPr>
              <ns0:nvPr/>
            </ns0:nvSpPr>
            <ns0:spPr bwMode="auto">
              <ns1:xfrm>
                <ns1:off x="3894" y="4151"/>
                <ns1:ext cx="168" cy="169"/>
              </ns1:xfrm>
              <ns1:custGeom>
                <ns1:avLst/>
                <ns1:gdLst>
                  <ns1:gd name="T0" fmla="*/ 40 w 80"/>
                  <ns1:gd name="T1" fmla="*/ 0 h 80"/>
                  <ns1:gd name="T2" fmla="*/ 12 w 80"/>
                  <ns1:gd name="T3" fmla="*/ 12 h 80"/>
                  <ns1:gd name="T4" fmla="*/ 0 w 80"/>
                  <ns1:gd name="T5" fmla="*/ 40 h 80"/>
                  <ns1:gd name="T6" fmla="*/ 12 w 80"/>
                  <ns1:gd name="T7" fmla="*/ 68 h 80"/>
                  <ns1:gd name="T8" fmla="*/ 40 w 80"/>
                  <ns1:gd name="T9" fmla="*/ 80 h 80"/>
                  <ns1:gd name="T10" fmla="*/ 68 w 80"/>
                  <ns1:gd name="T11" fmla="*/ 68 h 80"/>
                  <ns1:gd name="T12" fmla="*/ 80 w 80"/>
                  <ns1:gd name="T13" fmla="*/ 40 h 80"/>
                  <ns1:gd name="T14" fmla="*/ 68 w 80"/>
                  <ns1:gd name="T15" fmla="*/ 12 h 80"/>
                  <ns1:gd name="T16" fmla="*/ 40 w 80"/>
                  <ns1:gd name="T17" fmla="*/ 0 h 80"/>
                </ns1:gdLst>
                <ns1:ahLst/>
                <ns1:cxnLst>
                  <ns1:cxn ang="0">
                    <ns1:pos x="T0" y="T1"/>
                  </ns1:cxn>
                  <ns1:cxn ang="0">
                    <ns1:pos x="T2" y="T3"/>
                  </ns1:cxn>
                  <ns1:cxn ang="0">
                    <ns1:pos x="T4" y="T5"/>
                  </ns1:cxn>
                  <ns1:cxn ang="0">
                    <ns1:pos x="T6" y="T7"/>
                  </ns1:cxn>
                  <ns1:cxn ang="0">
                    <ns1:pos x="T8" y="T9"/>
                  </ns1:cxn>
                  <ns1:cxn ang="0">
                    <ns1:pos x="T10" y="T11"/>
                  </ns1:cxn>
                  <ns1:cxn ang="0">
                    <ns1:pos x="T12" y="T13"/>
                  </ns1:cxn>
                  <ns1:cxn ang="0">
                    <ns1:pos x="T14" y="T15"/>
                  </ns1:cxn>
                  <ns1:cxn ang="0">
                    <ns1:pos x="T16" y="T17"/>
                  </ns1:cxn>
                </ns1:cxnLst>
                <ns1:rect l="0" t="0" r="r" b="b"/>
                <ns1:pathLst>
                  <ns1:path w="80" h="80">
                    <ns1:moveTo>
                      <ns1:pt x="40" y="0"/>
                    </ns1:moveTo>
                    <ns1:cubicBezTo>
                      <ns1:pt x="29" y="0"/>
                      <ns1:pt x="19" y="4"/>
                      <ns1:pt x="12" y="12"/>
                    </ns1:cubicBezTo>
                    <ns1:cubicBezTo>
                      <ns1:pt x="4" y="19"/>
                      <ns1:pt x="0" y="29"/>
                      <ns1:pt x="0" y="40"/>
                    </ns1:cubicBezTo>
                    <ns1:cubicBezTo>
                      <ns1:pt x="0" y="51"/>
                      <ns1:pt x="4" y="61"/>
                      <ns1:pt x="12" y="68"/>
                    </ns1:cubicBezTo>
                    <ns1:cubicBezTo>
                      <ns1:pt x="19" y="76"/>
                      <ns1:pt x="29" y="80"/>
                      <ns1:pt x="40" y="80"/>
                    </ns1:cubicBezTo>
                    <ns1:cubicBezTo>
                      <ns1:pt x="50" y="80"/>
                      <ns1:pt x="61" y="76"/>
                      <ns1:pt x="68" y="68"/>
                    </ns1:cubicBezTo>
                    <ns1:cubicBezTo>
                      <ns1:pt x="76" y="61"/>
                      <ns1:pt x="80" y="51"/>
                      <ns1:pt x="80" y="40"/>
                    </ns1:cubicBezTo>
                    <ns1:cubicBezTo>
                      <ns1:pt x="80" y="29"/>
                      <ns1:pt x="76" y="19"/>
                      <ns1:pt x="68" y="12"/>
                    </ns1:cubicBezTo>
                    <ns1:cubicBezTo>
                      <ns1:pt x="61" y="4"/>
                      <ns1:pt x="50" y="0"/>
                      <ns1:pt x="40" y="0"/>
                    </ns1:cubicBezTo>
                    <ns1:close/>
                  </ns1:path>
                </ns1:pathLst>
              </ns1:custGeom>
              <ns1:grpFill/>
              <ns1:ln>
                <ns1:noFill/>
              </ns1:ln>
              <ns1:extLst>
                <ns1:ext uri="{91240B29-F687-4F45-9708-019B960494DF}">
                  <ns3:hiddenLine w="9525">
                    <ns1:solidFill>
                      <ns1:srgbClr val="000000"/>
                    </ns1:solidFill>
                    <ns1:round/>
                    <ns1:headEnd/>
                    <ns1:tailEnd/>
                  </ns3:hiddenLine>
                </ns1:ext>
              </ns1:extLst>
            </ns0:spPr>
            <ns0:txBody>
              <ns1:bodyPr vert="horz" wrap="square" lIns="91440" tIns="45720" rIns="91440" bIns="45720" numCol="1" anchor="t" anchorCtr="0" compatLnSpc="1">
                <ns1:prstTxWarp prst="textNoShape">
                  <ns1:avLst/>
                </ns1:prstTxWarp>
              </ns1:bodyPr>
              <ns1:lstStyle/>
              <ns1:p>
                <ns1:endParaRPr lang="en-US"/>
              </ns1:p>
            </ns0:txBody>
          </ns0:sp>
          <ns0:sp>
            <ns0:nvSpPr>
              <ns0:cNvPr id="43" name="Freeform 57">
                <ns1:extLst>
                  <ns1:ext uri="{FF2B5EF4-FFF2-40B4-BE49-F238E27FC236}">
                    <ns2:creationId id="{F172544E-4361-4988-96D2-202B52C9843F}"/>
                  </ns1:ext>
                </ns1:extLst>
              </ns0:cNvPr>
              <ns0:cNvSpPr>
                <ns1:spLocks/>
              </ns0:cNvSpPr>
              <ns0:nvPr/>
            </ns0:nvSpPr>
            <ns0:spPr bwMode="auto">
              <ns1:xfrm>
                <ns1:off x="2888" y="434"/>
                <ns1:ext cx="477" cy="791"/>
              </ns1:xfrm>
              <ns1:custGeom>
                <ns1:avLst/>
                <ns1:gdLst>
                  <ns1:gd name="T0" fmla="*/ 165 w 226"/>
                  <ns1:gd name="T1" fmla="*/ 8 h 375"/>
                  <ns1:gd name="T2" fmla="*/ 22 w 226"/>
                  <ns1:gd name="T3" fmla="*/ 151 h 375"/>
                  <ns1:gd name="T4" fmla="*/ 46 w 226"/>
                  <ns1:gd name="T5" fmla="*/ 354 h 375"/>
                  <ns1:gd name="T6" fmla="*/ 81 w 226"/>
                  <ns1:gd name="T7" fmla="*/ 375 h 375"/>
                  <ns1:gd name="T8" fmla="*/ 100 w 226"/>
                  <ns1:gd name="T9" fmla="*/ 370 h 375"/>
                  <ns1:gd name="T10" fmla="*/ 116 w 226"/>
                  <ns1:gd name="T11" fmla="*/ 316 h 375"/>
                  <ns1:gd name="T12" fmla="*/ 97 w 226"/>
                  <ns1:gd name="T13" fmla="*/ 178 h 375"/>
                  <ns1:gd name="T14" fmla="*/ 196 w 226"/>
                  <ns1:gd name="T15" fmla="*/ 82 h 375"/>
                  <ns1:gd name="T16" fmla="*/ 218 w 226"/>
                  <ns1:gd name="T17" fmla="*/ 29 h 375"/>
                  <ns1:gd name="T18" fmla="*/ 165 w 226"/>
                  <ns1:gd name="T19" fmla="*/ 8 h 375"/>
                </ns1:gdLst>
                <ns1:ahLst/>
                <ns1:cxnLst>
                  <ns1:cxn ang="0">
                    <ns1:pos x="T0" y="T1"/>
                  </ns1:cxn>
                  <ns1:cxn ang="0">
                    <ns1:pos x="T2" y="T3"/>
                  </ns1:cxn>
                  <ns1:cxn ang="0">
                    <ns1:pos x="T4" y="T5"/>
                  </ns1:cxn>
                  <ns1:cxn ang="0">
                    <ns1:pos x="T6" y="T7"/>
                  </ns1:cxn>
                  <ns1:cxn ang="0">
                    <ns1:pos x="T8" y="T9"/>
                  </ns1:cxn>
                  <ns1:cxn ang="0">
                    <ns1:pos x="T10" y="T11"/>
                  </ns1:cxn>
                  <ns1:cxn ang="0">
                    <ns1:pos x="T12" y="T13"/>
                  </ns1:cxn>
                  <ns1:cxn ang="0">
                    <ns1:pos x="T14" y="T15"/>
                  </ns1:cxn>
                  <ns1:cxn ang="0">
                    <ns1:pos x="T16" y="T17"/>
                  </ns1:cxn>
                  <ns1:cxn ang="0">
                    <ns1:pos x="T18" y="T19"/>
                  </ns1:cxn>
                </ns1:cxnLst>
                <ns1:rect l="0" t="0" r="r" b="b"/>
                <ns1:pathLst>
                  <ns1:path w="226" h="375">
                    <ns1:moveTo>
                      <ns1:pt x="165" y="8"/>
                    </ns1:moveTo>
                    <ns1:cubicBezTo>
                      <ns1:pt x="95" y="39"/>
                      <ns1:pt x="44" y="89"/>
                      <ns1:pt x="22" y="151"/>
                    </ns1:cubicBezTo>
                    <ns1:cubicBezTo>
                      <ns1:pt x="0" y="214"/>
                      <ns1:pt x="8" y="284"/>
                      <ns1:pt x="46" y="354"/>
                    </ns1:cubicBezTo>
                    <ns1:cubicBezTo>
                      <ns1:pt x="53" y="367"/>
                      <ns1:pt x="67" y="375"/>
                      <ns1:pt x="81" y="375"/>
                    </ns1:cubicBezTo>
                    <ns1:cubicBezTo>
                      <ns1:pt x="87" y="375"/>
                      <ns1:pt x="94" y="373"/>
                      <ns1:pt x="100" y="370"/>
                    </ns1:cubicBezTo>
                    <ns1:cubicBezTo>
                      <ns1:pt x="119" y="360"/>
                      <ns1:pt x="127" y="335"/>
                      <ns1:pt x="116" y="316"/>
                    </ns1:cubicBezTo>
                    <ns1:cubicBezTo>
                      <ns1:pt x="89" y="266"/>
                      <ns1:pt x="83" y="219"/>
                      <ns1:pt x="97" y="178"/>
                    </ns1:cubicBezTo>
                    <ns1:cubicBezTo>
                      <ns1:pt x="112" y="137"/>
                      <ns1:pt x="147" y="103"/>
                      <ns1:pt x="196" y="82"/>
                    </ns1:cubicBezTo>
                    <ns1:cubicBezTo>
                      <ns1:pt x="217" y="73"/>
                      <ns1:pt x="226" y="50"/>
                      <ns1:pt x="218" y="29"/>
                    </ns1:cubicBezTo>
                    <ns1:cubicBezTo>
                      <ns1:pt x="209" y="9"/>
                      <ns1:pt x="185" y="0"/>
                      <ns1:pt x="165" y="8"/>
                    </ns1:cubicBezTo>
                    <ns1:close/>
                  </ns1:path>
                </ns1:pathLst>
              </ns1:custGeom>
              <ns1:grpFill/>
              <ns1:ln>
                <ns1:noFill/>
              </ns1:ln>
              <ns1:extLst>
                <ns1:ext uri="{91240B29-F687-4F45-9708-019B960494DF}">
                  <ns3:hiddenLine w="9525">
                    <ns1:solidFill>
                      <ns1:srgbClr val="000000"/>
                    </ns1:solidFill>
                    <ns1:round/>
                    <ns1:headEnd/>
                    <ns1:tailEnd/>
                  </ns3:hiddenLine>
                </ns1:ext>
              </ns1:extLst>
            </ns0:spPr>
            <ns0:txBody>
              <ns1:bodyPr vert="horz" wrap="square" lIns="91440" tIns="45720" rIns="91440" bIns="45720" numCol="1" anchor="t" anchorCtr="0" compatLnSpc="1">
                <ns1:prstTxWarp prst="textNoShape">
                  <ns1:avLst/>
                </ns1:prstTxWarp>
              </ns1:bodyPr>
              <ns1:lstStyle/>
              <ns1:p>
                <ns1:endParaRPr lang="en-US"/>
              </ns1:p>
            </ns0:txBody>
          </ns0:sp>
          <ns0:sp>
            <ns0:nvSpPr>
              <ns0:cNvPr id="44" name="Freeform 58">
                <ns1:extLst>
                  <ns1:ext uri="{FF2B5EF4-FFF2-40B4-BE49-F238E27FC236}">
                    <ns2:creationId id="{9DC426CB-5050-48E5-87CA-F4AE75F67848}"/>
                  </ns1:ext>
                </ns1:extLst>
              </ns0:cNvPr>
              <ns0:cNvSpPr>
                <ns1:spLocks/>
              </ns0:cNvSpPr>
              <ns0:nvPr/>
            </ns0:nvSpPr>
            <ns0:spPr bwMode="auto">
              <ns1:xfrm>
                <ns1:off x="3464" y="390"/>
                <ns1:ext cx="173" cy="169"/>
              </ns1:xfrm>
              <ns1:custGeom>
                <ns1:avLst/>
                <ns1:gdLst>
                  <ns1:gd name="T0" fmla="*/ 42 w 82"/>
                  <ns1:gd name="T1" fmla="*/ 0 h 80"/>
                  <ns1:gd name="T2" fmla="*/ 40 w 82"/>
                  <ns1:gd name="T3" fmla="*/ 0 h 80"/>
                  <ns1:gd name="T4" fmla="*/ 0 w 82"/>
                  <ns1:gd name="T5" fmla="*/ 40 h 80"/>
                  <ns1:gd name="T6" fmla="*/ 40 w 82"/>
                  <ns1:gd name="T7" fmla="*/ 80 h 80"/>
                  <ns1:gd name="T8" fmla="*/ 40 w 82"/>
                  <ns1:gd name="T9" fmla="*/ 80 h 80"/>
                  <ns1:gd name="T10" fmla="*/ 42 w 82"/>
                  <ns1:gd name="T11" fmla="*/ 80 h 80"/>
                  <ns1:gd name="T12" fmla="*/ 82 w 82"/>
                  <ns1:gd name="T13" fmla="*/ 40 h 80"/>
                  <ns1:gd name="T14" fmla="*/ 42 w 82"/>
                  <ns1:gd name="T15" fmla="*/ 0 h 80"/>
                </ns1:gdLst>
                <ns1:ahLst/>
                <ns1:cxnLst>
                  <ns1:cxn ang="0">
                    <ns1:pos x="T0" y="T1"/>
                  </ns1:cxn>
                  <ns1:cxn ang="0">
                    <ns1:pos x="T2" y="T3"/>
                  </ns1:cxn>
                  <ns1:cxn ang="0">
                    <ns1:pos x="T4" y="T5"/>
                  </ns1:cxn>
                  <ns1:cxn ang="0">
                    <ns1:pos x="T6" y="T7"/>
                  </ns1:cxn>
                  <ns1:cxn ang="0">
                    <ns1:pos x="T8" y="T9"/>
                  </ns1:cxn>
                  <ns1:cxn ang="0">
                    <ns1:pos x="T10" y="T11"/>
                  </ns1:cxn>
                  <ns1:cxn ang="0">
                    <ns1:pos x="T12" y="T13"/>
                  </ns1:cxn>
                  <ns1:cxn ang="0">
                    <ns1:pos x="T14" y="T15"/>
                  </ns1:cxn>
                </ns1:cxnLst>
                <ns1:rect l="0" t="0" r="r" b="b"/>
                <ns1:pathLst>
                  <ns1:path w="82" h="80">
                    <ns1:moveTo>
                      <ns1:pt x="42" y="0"/>
                    </ns1:moveTo>
                    <ns1:cubicBezTo>
                      <ns1:pt x="40" y="0"/>
                      <ns1:pt x="40" y="0"/>
                      <ns1:pt x="40" y="0"/>
                    </ns1:cubicBezTo>
                    <ns1:cubicBezTo>
                      <ns1:pt x="18" y="0"/>
                      <ns1:pt x="0" y="18"/>
                      <ns1:pt x="0" y="40"/>
                    </ns1:cubicBezTo>
                    <ns1:cubicBezTo>
                      <ns1:pt x="0" y="62"/>
                      <ns1:pt x="18" y="80"/>
                      <ns1:pt x="40" y="80"/>
                    </ns1:cubicBezTo>
                    <ns1:cubicBezTo>
                      <ns1:pt x="40" y="80"/>
                      <ns1:pt x="40" y="80"/>
                      <ns1:pt x="40" y="80"/>
                    </ns1:cubicBezTo>
                    <ns1:cubicBezTo>
                      <ns1:pt x="42" y="80"/>
                      <ns1:pt x="42" y="80"/>
                      <ns1:pt x="42" y="80"/>
                    </ns1:cubicBezTo>
                    <ns1:cubicBezTo>
                      <ns1:pt x="64" y="80"/>
                      <ns1:pt x="82" y="62"/>
                      <ns1:pt x="82" y="40"/>
                    </ns1:cubicBezTo>
                    <ns1:cubicBezTo>
                      <ns1:pt x="82" y="18"/>
                      <ns1:pt x="64" y="0"/>
                      <ns1:pt x="42" y="0"/>
                    </ns1:cubicBezTo>
                    <ns1:close/>
                  </ns1:path>
                </ns1:pathLst>
              </ns1:custGeom>
              <ns1:grpFill/>
              <ns1:ln>
                <ns1:noFill/>
              </ns1:ln>
              <ns1:extLst>
                <ns1:ext uri="{91240B29-F687-4F45-9708-019B960494DF}">
                  <ns3:hiddenLine w="9525">
                    <ns1:solidFill>
                      <ns1:srgbClr val="000000"/>
                    </ns1:solidFill>
                    <ns1:round/>
                    <ns1:headEnd/>
                    <ns1:tailEnd/>
                  </ns3:hiddenLine>
                </ns1:ext>
              </ns1:extLst>
            </ns0:spPr>
            <ns0:txBody>
              <ns1:bodyPr vert="horz" wrap="square" lIns="91440" tIns="45720" rIns="91440" bIns="45720" numCol="1" anchor="t" anchorCtr="0" compatLnSpc="1">
                <ns1:prstTxWarp prst="textNoShape">
                  <ns1:avLst/>
                </ns1:prstTxWarp>
              </ns1:bodyPr>
              <ns1:lstStyle/>
              <ns1:p>
                <ns1:endParaRPr lang="en-US"/>
              </ns1:p>
            </ns0:txBody>
          </ns0:sp>
        </ns0:grpSp>
        <ns0:grpSp>
          <ns0:nvGrpSpPr>
            <ns0:cNvPr id="45" name="Group 11">
              <ns1:extLst>
                <ns1:ext uri="{FF2B5EF4-FFF2-40B4-BE49-F238E27FC236}">
                  <ns2:creationId id="{96902D06-6958-4B00-A789-A864E074D104}"/>
                </ns1:ext>
              </ns1:extLst>
            </ns0:cNvPr>
            <ns0:cNvGrpSpPr>
              <ns1:grpSpLocks noChangeAspect="1"/>
            </ns0:cNvGrpSpPr>
            <ns0:nvPr/>
          </ns0:nvGrpSpPr>
          <ns0:grpSpPr bwMode="auto">
            <ns1:xfrm>
              <ns1:off x="7360796" y="3097199"/>
              <ns1:ext cx="668079" cy="668079"/>
              <ns1:chOff x="1679" y="0"/>
              <ns1:chExt cx="4322" cy="4322"/>
            </ns1:xfrm>
            <ns1:solidFill>
              <ns1:schemeClr val="tx1">
                <ns1:lumMod val="65000"/>
                <ns1:lumOff val="35000"/>
              </ns1:schemeClr>
            </ns1:solidFill>
          </ns0:grpSpPr>
          <ns0:sp>
            <ns0:nvSpPr>
              <ns0:cNvPr id="46" name="Freeform 12">
                <ns1:extLst>
                  <ns1:ext uri="{FF2B5EF4-FFF2-40B4-BE49-F238E27FC236}">
                    <ns2:creationId id="{32BABEEC-1BC7-4C93-B9EA-F21EBAFC49F4}"/>
                  </ns1:ext>
                </ns1:extLst>
              </ns0:cNvPr>
              <ns0:cNvSpPr>
                <ns1:spLocks noEditPoints="1"/>
              </ns0:cNvSpPr>
              <ns0:nvPr/>
            </ns0:nvSpPr>
            <ns0:spPr bwMode="auto">
              <ns1:xfrm>
                <ns1:off x="2237" y="418"/>
                <ns1:ext cx="3206" cy="3904"/>
              </ns1:xfrm>
              <ns1:custGeom>
                <ns1:avLst/>
                <ns1:gdLst>
                  <ns1:gd name="T0" fmla="*/ 992 w 1472"/>
                  <ns1:gd name="T1" fmla="*/ 0 h 1792"/>
                  <ns1:gd name="T2" fmla="*/ 234 w 1472"/>
                  <ns1:gd name="T3" fmla="*/ 265 h 1792"/>
                  <ns1:gd name="T4" fmla="*/ 0 w 1472"/>
                  <ns1:gd name="T5" fmla="*/ 1376 h 1792"/>
                  <ns1:gd name="T6" fmla="*/ 96 w 1472"/>
                  <ns1:gd name="T7" fmla="*/ 1600 h 1792"/>
                  <ns1:gd name="T8" fmla="*/ 256 w 1472"/>
                  <ns1:gd name="T9" fmla="*/ 1760 h 1792"/>
                  <ns1:gd name="T10" fmla="*/ 1216 w 1472"/>
                  <ns1:gd name="T11" fmla="*/ 1760 h 1792"/>
                  <ns1:gd name="T12" fmla="*/ 1376 w 1472"/>
                  <ns1:gd name="T13" fmla="*/ 1600 h 1792"/>
                  <ns1:gd name="T14" fmla="*/ 1472 w 1472"/>
                  <ns1:gd name="T15" fmla="*/ 1376 h 1792"/>
                  <ns1:gd name="T16" fmla="*/ 1238 w 1472"/>
                  <ns1:gd name="T17" fmla="*/ 265 h 1792"/>
                  <ns1:gd name="T18" fmla="*/ 864 w 1472"/>
                  <ns1:gd name="T19" fmla="*/ 928 h 1792"/>
                  <ns1:gd name="T20" fmla="*/ 778 w 1472"/>
                  <ns1:gd name="T21" fmla="*/ 496 h 1792"/>
                  <ns1:gd name="T22" fmla="*/ 1145 w 1472"/>
                  <ns1:gd name="T23" fmla="*/ 256 h 1792"/>
                  <ns1:gd name="T24" fmla="*/ 778 w 1472"/>
                  <ns1:gd name="T25" fmla="*/ 496 h 1792"/>
                  <ns1:gd name="T26" fmla="*/ 544 w 1472"/>
                  <ns1:gd name="T27" fmla="*/ 928 h 1792"/>
                  <ns1:gd name="T28" fmla="*/ 437 w 1472"/>
                  <ns1:gd name="T29" fmla="*/ 264 h 1792"/>
                  <ns1:gd name="T30" fmla="*/ 474 w 1472"/>
                  <ns1:gd name="T31" fmla="*/ 87 h 1792"/>
                  <ns1:gd name="T32" fmla="*/ 607 w 1472"/>
                  <ns1:gd name="T33" fmla="*/ 192 h 1792"/>
                  <ns1:gd name="T34" fmla="*/ 607 w 1472"/>
                  <ns1:gd name="T35" fmla="*/ 192 h 1792"/>
                  <ns1:gd name="T36" fmla="*/ 535 w 1472"/>
                  <ns1:gd name="T37" fmla="*/ 64 h 1792"/>
                  <ns1:gd name="T38" fmla="*/ 128 w 1472"/>
                  <ns1:gd name="T39" fmla="*/ 576 h 1792"/>
                  <ns1:gd name="T40" fmla="*/ 64 w 1472"/>
                  <ns1:gd name="T41" fmla="*/ 576 h 1792"/>
                  <ns1:gd name="T42" fmla="*/ 192 w 1472"/>
                  <ns1:gd name="T43" fmla="*/ 1472 h 1792"/>
                  <ns1:gd name="T44" fmla="*/ 128 w 1472"/>
                  <ns1:gd name="T45" fmla="*/ 1472 h 1792"/>
                  <ns1:gd name="T46" fmla="*/ 384 w 1472"/>
                  <ns1:gd name="T47" fmla="*/ 1728 h 1792"/>
                  <ns1:gd name="T48" fmla="*/ 1024 w 1472"/>
                  <ns1:gd name="T49" fmla="*/ 1664 h 1792"/>
                  <ns1:gd name="T50" fmla="*/ 960 w 1472"/>
                  <ns1:gd name="T51" fmla="*/ 1664 h 1792"/>
                  <ns1:gd name="T52" fmla="*/ 832 w 1472"/>
                  <ns1:gd name="T53" fmla="*/ 1728 h 1792"/>
                  <ns1:gd name="T54" fmla="*/ 896 w 1472"/>
                  <ns1:gd name="T55" fmla="*/ 1728 h 1792"/>
                  <ns1:gd name="T56" fmla="*/ 704 w 1472"/>
                  <ns1:gd name="T57" fmla="*/ 1664 h 1792"/>
                  <ns1:gd name="T58" fmla="*/ 640 w 1472"/>
                  <ns1:gd name="T59" fmla="*/ 1728 h 1792"/>
                  <ns1:gd name="T60" fmla="*/ 640 w 1472"/>
                  <ns1:gd name="T61" fmla="*/ 1664 h 1792"/>
                  <ns1:gd name="T62" fmla="*/ 448 w 1472"/>
                  <ns1:gd name="T63" fmla="*/ 1728 h 1792"/>
                  <ns1:gd name="T64" fmla="*/ 512 w 1472"/>
                  <ns1:gd name="T65" fmla="*/ 1728 h 1792"/>
                  <ns1:gd name="T66" fmla="*/ 1088 w 1472"/>
                  <ns1:gd name="T67" fmla="*/ 1664 h 1792"/>
                  <ns1:gd name="T68" fmla="*/ 1344 w 1472"/>
                  <ns1:gd name="T69" fmla="*/ 1536 h 1792"/>
                  <ns1:gd name="T70" fmla="*/ 1344 w 1472"/>
                  <ns1:gd name="T71" fmla="*/ 1472 h 1792"/>
                  <ns1:gd name="T72" fmla="*/ 1248 w 1472"/>
                  <ns1:gd name="T73" fmla="*/ 1408 h 1792"/>
                  <ns1:gd name="T74" fmla="*/ 1152 w 1472"/>
                  <ns1:gd name="T75" fmla="*/ 800 h 1792"/>
                  <ns1:gd name="T76" fmla="*/ 1216 w 1472"/>
                  <ns1:gd name="T77" fmla="*/ 1568 h 1792"/>
                  <ns1:gd name="T78" fmla="*/ 256 w 1472"/>
                  <ns1:gd name="T79" fmla="*/ 1568 h 1792"/>
                  <ns1:gd name="T80" fmla="*/ 320 w 1472"/>
                  <ns1:gd name="T81" fmla="*/ 800 h 1792"/>
                  <ns1:gd name="T82" fmla="*/ 224 w 1472"/>
                  <ns1:gd name="T83" fmla="*/ 1408 h 1792"/>
                  <ns1:gd name="T84" fmla="*/ 64 w 1472"/>
                  <ns1:gd name="T85" fmla="*/ 768 h 1792"/>
                  <ns1:gd name="T86" fmla="*/ 192 w 1472"/>
                  <ns1:gd name="T87" fmla="*/ 544 h 1792"/>
                  <ns1:gd name="T88" fmla="*/ 135 w 1472"/>
                  <ns1:gd name="T89" fmla="*/ 391 h 1792"/>
                  <ns1:gd name="T90" fmla="*/ 544 w 1472"/>
                  <ns1:gd name="T91" fmla="*/ 446 h 1792"/>
                  <ns1:gd name="T92" fmla="*/ 576 w 1472"/>
                  <ns1:gd name="T93" fmla="*/ 1024 h 1792"/>
                  <ns1:gd name="T94" fmla="*/ 608 w 1472"/>
                  <ns1:gd name="T95" fmla="*/ 504 h 1792"/>
                  <ns1:gd name="T96" fmla="*/ 864 w 1472"/>
                  <ns1:gd name="T97" fmla="*/ 504 h 1792"/>
                  <ns1:gd name="T98" fmla="*/ 896 w 1472"/>
                  <ns1:gd name="T99" fmla="*/ 1024 h 1792"/>
                  <ns1:gd name="T100" fmla="*/ 928 w 1472"/>
                  <ns1:gd name="T101" fmla="*/ 446 h 1792"/>
                  <ns1:gd name="T102" fmla="*/ 1337 w 1472"/>
                  <ns1:gd name="T103" fmla="*/ 391 h 1792"/>
                  <ns1:gd name="T104" fmla="*/ 1280 w 1472"/>
                  <ns1:gd name="T105" fmla="*/ 544 h 1792"/>
                  <ns1:gd name="T106" fmla="*/ 1408 w 1472"/>
                  <ns1:gd name="T107" fmla="*/ 768 h 1792"/>
                  <ns1:gd name="T108" fmla="*/ 1408 w 1472"/>
                  <ns1:gd name="T109" fmla="*/ 576 h 1792"/>
                  <ns1:gd name="T110" fmla="*/ 1344 w 1472"/>
                  <ns1:gd name="T111" fmla="*/ 576 h 1792"/>
                  <ns1:gd name="T112" fmla="*/ 1408 w 1472"/>
                  <ns1:gd name="T113" fmla="*/ 576 h 1792"/>
                </ns1:gdLst>
                <ns1:ahLst/>
                <ns1:cxnLst>
                  <ns1:cxn ang="0">
                    <ns1:pos x="T0" y="T1"/>
                  </ns1:cxn>
                  <ns1:cxn ang="0">
                    <ns1:pos x="T2" y="T3"/>
                  </ns1:cxn>
                  <ns1:cxn ang="0">
                    <ns1:pos x="T4" y="T5"/>
                  </ns1:cxn>
                  <ns1:cxn ang="0">
                    <ns1:pos x="T6" y="T7"/>
                  </ns1:cxn>
                  <ns1:cxn ang="0">
                    <ns1:pos x="T8" y="T9"/>
                  </ns1:cxn>
                  <ns1:cxn ang="0">
                    <ns1:pos x="T10" y="T11"/>
                  </ns1:cxn>
                  <ns1:cxn ang="0">
                    <ns1:pos x="T12" y="T13"/>
                  </ns1:cxn>
                  <ns1:cxn ang="0">
                    <ns1:pos x="T14" y="T15"/>
                  </ns1:cxn>
                  <ns1:cxn ang="0">
                    <ns1:pos x="T16" y="T17"/>
                  </ns1:cxn>
                  <ns1:cxn ang="0">
                    <ns1:pos x="T18" y="T19"/>
                  </ns1:cxn>
                  <ns1:cxn ang="0">
                    <ns1:pos x="T20" y="T21"/>
                  </ns1:cxn>
                  <ns1:cxn ang="0">
                    <ns1:pos x="T22" y="T23"/>
                  </ns1:cxn>
                  <ns1:cxn ang="0">
                    <ns1:pos x="T24" y="T25"/>
                  </ns1:cxn>
                  <ns1:cxn ang="0">
                    <ns1:pos x="T26" y="T27"/>
                  </ns1:cxn>
                  <ns1:cxn ang="0">
                    <ns1:pos x="T28" y="T29"/>
                  </ns1:cxn>
                  <ns1:cxn ang="0">
                    <ns1:pos x="T30" y="T31"/>
                  </ns1:cxn>
                  <ns1:cxn ang="0">
                    <ns1:pos x="T32" y="T33"/>
                  </ns1:cxn>
                  <ns1:cxn ang="0">
                    <ns1:pos x="T34" y="T35"/>
                  </ns1:cxn>
                  <ns1:cxn ang="0">
                    <ns1:pos x="T36" y="T37"/>
                  </ns1:cxn>
                  <ns1:cxn ang="0">
                    <ns1:pos x="T38" y="T39"/>
                  </ns1:cxn>
                  <ns1:cxn ang="0">
                    <ns1:pos x="T40" y="T41"/>
                  </ns1:cxn>
                  <ns1:cxn ang="0">
                    <ns1:pos x="T42" y="T43"/>
                  </ns1:cxn>
                  <ns1:cxn ang="0">
                    <ns1:pos x="T44" y="T45"/>
                  </ns1:cxn>
                  <ns1:cxn ang="0">
                    <ns1:pos x="T46" y="T47"/>
                  </ns1:cxn>
                  <ns1:cxn ang="0">
                    <ns1:pos x="T48" y="T49"/>
                  </ns1:cxn>
                  <ns1:cxn ang="0">
                    <ns1:pos x="T50" y="T51"/>
                  </ns1:cxn>
                  <ns1:cxn ang="0">
                    <ns1:pos x="T52" y="T53"/>
                  </ns1:cxn>
                  <ns1:cxn ang="0">
                    <ns1:pos x="T54" y="T55"/>
                  </ns1:cxn>
                  <ns1:cxn ang="0">
                    <ns1:pos x="T56" y="T57"/>
                  </ns1:cxn>
                  <ns1:cxn ang="0">
                    <ns1:pos x="T58" y="T59"/>
                  </ns1:cxn>
                  <ns1:cxn ang="0">
                    <ns1:pos x="T60" y="T61"/>
                  </ns1:cxn>
                  <ns1:cxn ang="0">
                    <ns1:pos x="T62" y="T63"/>
                  </ns1:cxn>
                  <ns1:cxn ang="0">
                    <ns1:pos x="T64" y="T65"/>
                  </ns1:cxn>
                  <ns1:cxn ang="0">
                    <ns1:pos x="T66" y="T67"/>
                  </ns1:cxn>
                  <ns1:cxn ang="0">
                    <ns1:pos x="T68" y="T69"/>
                  </ns1:cxn>
                  <ns1:cxn ang="0">
                    <ns1:pos x="T70" y="T71"/>
                  </ns1:cxn>
                  <ns1:cxn ang="0">
                    <ns1:pos x="T72" y="T73"/>
                  </ns1:cxn>
                  <ns1:cxn ang="0">
                    <ns1:pos x="T74" y="T75"/>
                  </ns1:cxn>
                  <ns1:cxn ang="0">
                    <ns1:pos x="T76" y="T77"/>
                  </ns1:cxn>
                  <ns1:cxn ang="0">
                    <ns1:pos x="T78" y="T79"/>
                  </ns1:cxn>
                  <ns1:cxn ang="0">
                    <ns1:pos x="T80" y="T81"/>
                  </ns1:cxn>
                  <ns1:cxn ang="0">
                    <ns1:pos x="T82" y="T83"/>
                  </ns1:cxn>
                  <ns1:cxn ang="0">
                    <ns1:pos x="T84" y="T85"/>
                  </ns1:cxn>
                  <ns1:cxn ang="0">
                    <ns1:pos x="T86" y="T87"/>
                  </ns1:cxn>
                  <ns1:cxn ang="0">
                    <ns1:pos x="T88" y="T89"/>
                  </ns1:cxn>
                  <ns1:cxn ang="0">
                    <ns1:pos x="T90" y="T91"/>
                  </ns1:cxn>
                  <ns1:cxn ang="0">
                    <ns1:pos x="T92" y="T93"/>
                  </ns1:cxn>
                  <ns1:cxn ang="0">
                    <ns1:pos x="T94" y="T95"/>
                  </ns1:cxn>
                  <ns1:cxn ang="0">
                    <ns1:pos x="T96" y="T97"/>
                  </ns1:cxn>
                  <ns1:cxn ang="0">
                    <ns1:pos x="T98" y="T99"/>
                  </ns1:cxn>
                  <ns1:cxn ang="0">
                    <ns1:pos x="T100" y="T101"/>
                  </ns1:cxn>
                  <ns1:cxn ang="0">
                    <ns1:pos x="T102" y="T103"/>
                  </ns1:cxn>
                  <ns1:cxn ang="0">
                    <ns1:pos x="T104" y="T105"/>
                  </ns1:cxn>
                  <ns1:cxn ang="0">
                    <ns1:pos x="T106" y="T107"/>
                  </ns1:cxn>
                  <ns1:cxn ang="0">
                    <ns1:pos x="T108" y="T109"/>
                  </ns1:cxn>
                  <ns1:cxn ang="0">
                    <ns1:pos x="T110" y="T111"/>
                  </ns1:cxn>
                  <ns1:cxn ang="0">
                    <ns1:pos x="T112" y="T113"/>
                  </ns1:cxn>
                </ns1:cxnLst>
                <ns1:rect l="0" t="0" r="r" b="b"/>
                <ns1:pathLst>
                  <ns1:path w="1472" h="1792">
                    <ns1:moveTo>
                      <ns1:pt x="1238" y="265"/>
                    </ns1:moveTo>
                    <ns1:cubicBezTo>
                      <ns1:pt x="1016" y="11"/>
                      <ns1:pt x="1016" y="11"/>
                      <ns1:pt x="1016" y="11"/>
                    </ns1:cubicBezTo>
                    <ns1:cubicBezTo>
                      <ns1:pt x="1010" y="4"/>
                      <ns1:pt x="1001" y="0"/>
                      <ns1:pt x="992" y="0"/>
                    </ns1:cubicBezTo>
                    <ns1:cubicBezTo>
                      <ns1:pt x="480" y="0"/>
                      <ns1:pt x="480" y="0"/>
                      <ns1:pt x="480" y="0"/>
                    </ns1:cubicBezTo>
                    <ns1:cubicBezTo>
                      <ns1:pt x="471" y="0"/>
                      <ns1:pt x="462" y="4"/>
                      <ns1:pt x="456" y="11"/>
                    </ns1:cubicBezTo>
                    <ns1:cubicBezTo>
                      <ns1:pt x="234" y="265"/>
                      <ns1:pt x="234" y="265"/>
                      <ns1:pt x="234" y="265"/>
                    </ns1:cubicBezTo>
                    <ns1:cubicBezTo>
                      <ns1:pt x="180" y="278"/>
                      <ns1:pt x="130" y="305"/>
                      <ns1:pt x="89" y="345"/>
                    </ns1:cubicBezTo>
                    <ns1:cubicBezTo>
                      <ns1:pt x="32" y="403"/>
                      <ns1:pt x="0" y="480"/>
                      <ns1:pt x="0" y="561"/>
                    </ns1:cubicBezTo>
                    <ns1:cubicBezTo>
                      <ns1:pt x="0" y="1376"/>
                      <ns1:pt x="0" y="1376"/>
                      <ns1:pt x="0" y="1376"/>
                    </ns1:cubicBezTo>
                    <ns1:cubicBezTo>
                      <ns1:pt x="0" y="1418"/>
                      <ns1:pt x="27" y="1453"/>
                      <ns1:pt x="64" y="1466"/>
                    </ns1:cubicBezTo>
                    <ns1:cubicBezTo>
                      <ns1:pt x="64" y="1568"/>
                      <ns1:pt x="64" y="1568"/>
                      <ns1:pt x="64" y="1568"/>
                    </ns1:cubicBezTo>
                    <ns1:cubicBezTo>
                      <ns1:pt x="64" y="1586"/>
                      <ns1:pt x="78" y="1600"/>
                      <ns1:pt x="96" y="1600"/>
                    </ns1:cubicBezTo>
                    <ns1:cubicBezTo>
                      <ns1:pt x="198" y="1600"/>
                      <ns1:pt x="198" y="1600"/>
                      <ns1:pt x="198" y="1600"/>
                    </ns1:cubicBezTo>
                    <ns1:cubicBezTo>
                      <ns1:pt x="208" y="1627"/>
                      <ns1:pt x="229" y="1648"/>
                      <ns1:pt x="256" y="1658"/>
                    </ns1:cubicBezTo>
                    <ns1:cubicBezTo>
                      <ns1:pt x="256" y="1760"/>
                      <ns1:pt x="256" y="1760"/>
                      <ns1:pt x="256" y="1760"/>
                    </ns1:cubicBezTo>
                    <ns1:cubicBezTo>
                      <ns1:pt x="256" y="1778"/>
                      <ns1:pt x="270" y="1792"/>
                      <ns1:pt x="288" y="1792"/>
                    </ns1:cubicBezTo>
                    <ns1:cubicBezTo>
                      <ns1:pt x="1184" y="1792"/>
                      <ns1:pt x="1184" y="1792"/>
                      <ns1:pt x="1184" y="1792"/>
                    </ns1:cubicBezTo>
                    <ns1:cubicBezTo>
                      <ns1:pt x="1202" y="1792"/>
                      <ns1:pt x="1216" y="1778"/>
                      <ns1:pt x="1216" y="1760"/>
                    </ns1:cubicBezTo>
                    <ns1:cubicBezTo>
                      <ns1:pt x="1216" y="1658"/>
                      <ns1:pt x="1216" y="1658"/>
                      <ns1:pt x="1216" y="1658"/>
                    </ns1:cubicBezTo>
                    <ns1:cubicBezTo>
                      <ns1:pt x="1243" y="1648"/>
                      <ns1:pt x="1264" y="1627"/>
                      <ns1:pt x="1274" y="1600"/>
                    </ns1:cubicBezTo>
                    <ns1:cubicBezTo>
                      <ns1:pt x="1376" y="1600"/>
                      <ns1:pt x="1376" y="1600"/>
                      <ns1:pt x="1376" y="1600"/>
                    </ns1:cubicBezTo>
                    <ns1:cubicBezTo>
                      <ns1:pt x="1394" y="1600"/>
                      <ns1:pt x="1408" y="1586"/>
                      <ns1:pt x="1408" y="1568"/>
                    </ns1:cubicBezTo>
                    <ns1:cubicBezTo>
                      <ns1:pt x="1408" y="1466"/>
                      <ns1:pt x="1408" y="1466"/>
                      <ns1:pt x="1408" y="1466"/>
                    </ns1:cubicBezTo>
                    <ns1:cubicBezTo>
                      <ns1:pt x="1445" y="1453"/>
                      <ns1:pt x="1472" y="1418"/>
                      <ns1:pt x="1472" y="1376"/>
                    </ns1:cubicBezTo>
                    <ns1:cubicBezTo>
                      <ns1:pt x="1472" y="561"/>
                      <ns1:pt x="1472" y="561"/>
                      <ns1:pt x="1472" y="561"/>
                    </ns1:cubicBezTo>
                    <ns1:cubicBezTo>
                      <ns1:pt x="1472" y="480"/>
                      <ns1:pt x="1440" y="403"/>
                      <ns1:pt x="1383" y="345"/>
                    </ns1:cubicBezTo>
                    <ns1:cubicBezTo>
                      <ns1:pt x="1342" y="305"/>
                      <ns1:pt x="1292" y="278"/>
                      <ns1:pt x="1238" y="265"/>
                    </ns1:cubicBezTo>
                    <ns1:close/>
                    <ns1:moveTo>
                      <ns1:pt x="928" y="928"/>
                    </ns1:moveTo>
                    <ns1:cubicBezTo>
                      <ns1:pt x="928" y="946"/>
                      <ns1:pt x="914" y="960"/>
                      <ns1:pt x="896" y="960"/>
                    </ns1:cubicBezTo>
                    <ns1:cubicBezTo>
                      <ns1:pt x="878" y="960"/>
                      <ns1:pt x="864" y="946"/>
                      <ns1:pt x="864" y="928"/>
                    </ns1:cubicBezTo>
                    <ns1:cubicBezTo>
                      <ns1:pt x="864" y="910"/>
                      <ns1:pt x="878" y="896"/>
                      <ns1:pt x="896" y="896"/>
                    </ns1:cubicBezTo>
                    <ns1:cubicBezTo>
                      <ns1:pt x="914" y="896"/>
                      <ns1:pt x="928" y="910"/>
                      <ns1:pt x="928" y="928"/>
                    </ns1:cubicBezTo>
                    <ns1:close/>
                    <ns1:moveTo>
                      <ns1:pt x="778" y="496"/>
                    </ns1:moveTo>
                    <ns1:cubicBezTo>
                      <ns1:pt x="771" y="484"/>
                      <ns1:pt x="771" y="484"/>
                      <ns1:pt x="771" y="484"/>
                    </ns1:cubicBezTo>
                    <ns1:cubicBezTo>
                      <ns1:pt x="998" y="87"/>
                      <ns1:pt x="998" y="87"/>
                      <ns1:pt x="998" y="87"/>
                    </ns1:cubicBezTo>
                    <ns1:cubicBezTo>
                      <ns1:pt x="1145" y="256"/>
                      <ns1:pt x="1145" y="256"/>
                      <ns1:pt x="1145" y="256"/>
                    </ns1:cubicBezTo>
                    <ns1:cubicBezTo>
                      <ns1:pt x="1056" y="256"/>
                      <ns1:pt x="1056" y="256"/>
                      <ns1:pt x="1056" y="256"/>
                    </ns1:cubicBezTo>
                    <ns1:cubicBezTo>
                      <ns1:pt x="1048" y="256"/>
                      <ns1:pt x="1040" y="259"/>
                      <ns1:pt x="1035" y="264"/>
                    </ns1:cubicBezTo>
                    <ns1:lnTo>
                      <ns1:pt x="778" y="496"/>
                    </ns1:lnTo>
                    <ns1:close/>
                    <ns1:moveTo>
                      <ns1:pt x="608" y="928"/>
                    </ns1:moveTo>
                    <ns1:cubicBezTo>
                      <ns1:pt x="608" y="946"/>
                      <ns1:pt x="594" y="960"/>
                      <ns1:pt x="576" y="960"/>
                    </ns1:cubicBezTo>
                    <ns1:cubicBezTo>
                      <ns1:pt x="558" y="960"/>
                      <ns1:pt x="544" y="946"/>
                      <ns1:pt x="544" y="928"/>
                    </ns1:cubicBezTo>
                    <ns1:cubicBezTo>
                      <ns1:pt x="544" y="910"/>
                      <ns1:pt x="558" y="896"/>
                      <ns1:pt x="576" y="896"/>
                    </ns1:cubicBezTo>
                    <ns1:cubicBezTo>
                      <ns1:pt x="594" y="896"/>
                      <ns1:pt x="608" y="910"/>
                      <ns1:pt x="608" y="928"/>
                    </ns1:cubicBezTo>
                    <ns1:close/>
                    <ns1:moveTo>
                      <ns1:pt x="437" y="264"/>
                    </ns1:moveTo>
                    <ns1:cubicBezTo>
                      <ns1:pt x="432" y="259"/>
                      <ns1:pt x="424" y="256"/>
                      <ns1:pt x="416" y="256"/>
                    </ns1:cubicBezTo>
                    <ns1:cubicBezTo>
                      <ns1:pt x="327" y="256"/>
                      <ns1:pt x="327" y="256"/>
                      <ns1:pt x="327" y="256"/>
                    </ns1:cubicBezTo>
                    <ns1:cubicBezTo>
                      <ns1:pt x="474" y="87"/>
                      <ns1:pt x="474" y="87"/>
                      <ns1:pt x="474" y="87"/>
                    </ns1:cubicBezTo>
                    <ns1:cubicBezTo>
                      <ns1:pt x="714" y="513"/>
                      <ns1:pt x="714" y="513"/>
                      <ns1:pt x="714" y="513"/>
                    </ns1:cubicBezTo>
                    <ns1:lnTo>
                      <ns1:pt x="437" y="264"/>
                    </ns1:lnTo>
                    <ns1:close/>
                    <ns1:moveTo>
                      <ns1:pt x="607" y="192"/>
                    </ns1:moveTo>
                    <ns1:cubicBezTo>
                      <ns1:pt x="864" y="192"/>
                      <ns1:pt x="864" y="192"/>
                      <ns1:pt x="864" y="192"/>
                    </ns1:cubicBezTo>
                    <ns1:cubicBezTo>
                      <ns1:pt x="734" y="419"/>
                      <ns1:pt x="734" y="419"/>
                      <ns1:pt x="734" y="419"/>
                    </ns1:cubicBezTo>
                    <ns1:lnTo>
                      <ns1:pt x="607" y="192"/>
                    </ns1:lnTo>
                    <ns1:close/>
                    <ns1:moveTo>
                      <ns1:pt x="900" y="128"/>
                    </ns1:moveTo>
                    <ns1:cubicBezTo>
                      <ns1:pt x="571" y="128"/>
                      <ns1:pt x="571" y="128"/>
                      <ns1:pt x="571" y="128"/>
                    </ns1:cubicBezTo>
                    <ns1:cubicBezTo>
                      <ns1:pt x="535" y="64"/>
                      <ns1:pt x="535" y="64"/>
                      <ns1:pt x="535" y="64"/>
                    </ns1:cubicBezTo>
                    <ns1:cubicBezTo>
                      <ns1:pt x="937" y="64"/>
                      <ns1:pt x="937" y="64"/>
                      <ns1:pt x="937" y="64"/>
                    </ns1:cubicBezTo>
                    <ns1:lnTo>
                      <ns1:pt x="900" y="128"/>
                    </ns1:lnTo>
                    <ns1:close/>
                    <ns1:moveTo>
                      <ns1:pt x="128" y="576"/>
                    </ns1:moveTo>
                    <ns1:cubicBezTo>
                      <ns1:pt x="128" y="704"/>
                      <ns1:pt x="128" y="704"/>
                      <ns1:pt x="128" y="704"/>
                    </ns1:cubicBezTo>
                    <ns1:cubicBezTo>
                      <ns1:pt x="64" y="704"/>
                      <ns1:pt x="64" y="704"/>
                      <ns1:pt x="64" y="704"/>
                    </ns1:cubicBezTo>
                    <ns1:cubicBezTo>
                      <ns1:pt x="64" y="576"/>
                      <ns1:pt x="64" y="576"/>
                      <ns1:pt x="64" y="576"/>
                    </ns1:cubicBezTo>
                    <ns1:lnTo>
                      <ns1:pt x="128" y="576"/>
                    </ns1:lnTo>
                    <ns1:close/>
                    <ns1:moveTo>
                      <ns1:pt x="128" y="1472"/>
                    </ns1:moveTo>
                    <ns1:cubicBezTo>
                      <ns1:pt x="192" y="1472"/>
                      <ns1:pt x="192" y="1472"/>
                      <ns1:pt x="192" y="1472"/>
                    </ns1:cubicBezTo>
                    <ns1:cubicBezTo>
                      <ns1:pt x="192" y="1536"/>
                      <ns1:pt x="192" y="1536"/>
                      <ns1:pt x="192" y="1536"/>
                    </ns1:cubicBezTo>
                    <ns1:cubicBezTo>
                      <ns1:pt x="128" y="1536"/>
                      <ns1:pt x="128" y="1536"/>
                      <ns1:pt x="128" y="1536"/>
                    </ns1:cubicBezTo>
                    <ns1:lnTo>
                      <ns1:pt x="128" y="1472"/>
                    </ns1:lnTo>
                    <ns1:close/>
                    <ns1:moveTo>
                      <ns1:pt x="320" y="1664"/>
                    </ns1:moveTo>
                    <ns1:cubicBezTo>
                      <ns1:pt x="384" y="1664"/>
                      <ns1:pt x="384" y="1664"/>
                      <ns1:pt x="384" y="1664"/>
                    </ns1:cubicBezTo>
                    <ns1:cubicBezTo>
                      <ns1:pt x="384" y="1728"/>
                      <ns1:pt x="384" y="1728"/>
                      <ns1:pt x="384" y="1728"/>
                    </ns1:cubicBezTo>
                    <ns1:cubicBezTo>
                      <ns1:pt x="320" y="1728"/>
                      <ns1:pt x="320" y="1728"/>
                      <ns1:pt x="320" y="1728"/>
                    </ns1:cubicBezTo>
                    <ns1:lnTo>
                      <ns1:pt x="320" y="1664"/>
                    </ns1:lnTo>
                    <ns1:close/>
                    <ns1:moveTo>
                      <ns1:pt x="1024" y="1664"/>
                    </ns1:moveTo>
                    <ns1:cubicBezTo>
                      <ns1:pt x="1024" y="1728"/>
                      <ns1:pt x="1024" y="1728"/>
                      <ns1:pt x="1024" y="1728"/>
                    </ns1:cubicBezTo>
                    <ns1:cubicBezTo>
                      <ns1:pt x="960" y="1728"/>
                      <ns1:pt x="960" y="1728"/>
                      <ns1:pt x="960" y="1728"/>
                    </ns1:cubicBezTo>
                    <ns1:cubicBezTo>
                      <ns1:pt x="960" y="1664"/>
                      <ns1:pt x="960" y="1664"/>
                      <ns1:pt x="960" y="1664"/>
                    </ns1:cubicBezTo>
                    <ns1:lnTo>
                      <ns1:pt x="1024" y="1664"/>
                    </ns1:lnTo>
                    <ns1:close/>
                    <ns1:moveTo>
                      <ns1:pt x="896" y="1728"/>
                    </ns1:moveTo>
                    <ns1:cubicBezTo>
                      <ns1:pt x="832" y="1728"/>
                      <ns1:pt x="832" y="1728"/>
                      <ns1:pt x="832" y="1728"/>
                    </ns1:cubicBezTo>
                    <ns1:cubicBezTo>
                      <ns1:pt x="832" y="1664"/>
                      <ns1:pt x="832" y="1664"/>
                      <ns1:pt x="832" y="1664"/>
                    </ns1:cubicBezTo>
                    <ns1:cubicBezTo>
                      <ns1:pt x="896" y="1664"/>
                      <ns1:pt x="896" y="1664"/>
                      <ns1:pt x="896" y="1664"/>
                    </ns1:cubicBezTo>
                    <ns1:lnTo>
                      <ns1:pt x="896" y="1728"/>
                    </ns1:lnTo>
                    <ns1:close/>
                    <ns1:moveTo>
                      <ns1:pt x="768" y="1728"/>
                    </ns1:moveTo>
                    <ns1:cubicBezTo>
                      <ns1:pt x="704" y="1728"/>
                      <ns1:pt x="704" y="1728"/>
                      <ns1:pt x="704" y="1728"/>
                    </ns1:cubicBezTo>
                    <ns1:cubicBezTo>
                      <ns1:pt x="704" y="1664"/>
                      <ns1:pt x="704" y="1664"/>
                      <ns1:pt x="704" y="1664"/>
                    </ns1:cubicBezTo>
                    <ns1:cubicBezTo>
                      <ns1:pt x="768" y="1664"/>
                      <ns1:pt x="768" y="1664"/>
                      <ns1:pt x="768" y="1664"/>
                    </ns1:cubicBezTo>
                    <ns1:lnTo>
                      <ns1:pt x="768" y="1728"/>
                    </ns1:lnTo>
                    <ns1:close/>
                    <ns1:moveTo>
                      <ns1:pt x="640" y="1728"/>
                    </ns1:moveTo>
                    <ns1:cubicBezTo>
                      <ns1:pt x="576" y="1728"/>
                      <ns1:pt x="576" y="1728"/>
                      <ns1:pt x="576" y="1728"/>
                    </ns1:cubicBezTo>
                    <ns1:cubicBezTo>
                      <ns1:pt x="576" y="1664"/>
                      <ns1:pt x="576" y="1664"/>
                      <ns1:pt x="576" y="1664"/>
                    </ns1:cubicBezTo>
                    <ns1:cubicBezTo>
                      <ns1:pt x="640" y="1664"/>
                      <ns1:pt x="640" y="1664"/>
                      <ns1:pt x="640" y="1664"/>
                    </ns1:cubicBezTo>
                    <ns1:lnTo>
                      <ns1:pt x="640" y="1728"/>
                    </ns1:lnTo>
                    <ns1:close/>
                    <ns1:moveTo>
                      <ns1:pt x="512" y="1728"/>
                    </ns1:moveTo>
                    <ns1:cubicBezTo>
                      <ns1:pt x="448" y="1728"/>
                      <ns1:pt x="448" y="1728"/>
                      <ns1:pt x="448" y="1728"/>
                    </ns1:cubicBezTo>
                    <ns1:cubicBezTo>
                      <ns1:pt x="448" y="1664"/>
                      <ns1:pt x="448" y="1664"/>
                      <ns1:pt x="448" y="1664"/>
                    </ns1:cubicBezTo>
                    <ns1:cubicBezTo>
                      <ns1:pt x="512" y="1664"/>
                      <ns1:pt x="512" y="1664"/>
                      <ns1:pt x="512" y="1664"/>
                    </ns1:cubicBezTo>
                    <ns1:lnTo>
                      <ns1:pt x="512" y="1728"/>
                    </ns1:lnTo>
                    <ns1:close/>
                    <ns1:moveTo>
                      <ns1:pt x="1152" y="1728"/>
                    </ns1:moveTo>
                    <ns1:cubicBezTo>
                      <ns1:pt x="1088" y="1728"/>
                      <ns1:pt x="1088" y="1728"/>
                      <ns1:pt x="1088" y="1728"/>
                    </ns1:cubicBezTo>
                    <ns1:cubicBezTo>
                      <ns1:pt x="1088" y="1664"/>
                      <ns1:pt x="1088" y="1664"/>
                      <ns1:pt x="1088" y="1664"/>
                    </ns1:cubicBezTo>
                    <ns1:cubicBezTo>
                      <ns1:pt x="1152" y="1664"/>
                      <ns1:pt x="1152" y="1664"/>
                      <ns1:pt x="1152" y="1664"/>
                    </ns1:cubicBezTo>
                    <ns1:lnTo>
                      <ns1:pt x="1152" y="1728"/>
                    </ns1:lnTo>
                    <ns1:close/>
                    <ns1:moveTo>
                      <ns1:pt x="1344" y="1536"/>
                    </ns1:moveTo>
                    <ns1:cubicBezTo>
                      <ns1:pt x="1280" y="1536"/>
                      <ns1:pt x="1280" y="1536"/>
                      <ns1:pt x="1280" y="1536"/>
                    </ns1:cubicBezTo>
                    <ns1:cubicBezTo>
                      <ns1:pt x="1280" y="1472"/>
                      <ns1:pt x="1280" y="1472"/>
                      <ns1:pt x="1280" y="1472"/>
                    </ns1:cubicBezTo>
                    <ns1:cubicBezTo>
                      <ns1:pt x="1344" y="1472"/>
                      <ns1:pt x="1344" y="1472"/>
                      <ns1:pt x="1344" y="1472"/>
                    </ns1:cubicBezTo>
                    <ns1:lnTo>
                      <ns1:pt x="1344" y="1536"/>
                    </ns1:lnTo>
                    <ns1:close/>
                    <ns1:moveTo>
                      <ns1:pt x="1376" y="1408"/>
                    </ns1:moveTo>
                    <ns1:cubicBezTo>
                      <ns1:pt x="1248" y="1408"/>
                      <ns1:pt x="1248" y="1408"/>
                      <ns1:pt x="1248" y="1408"/>
                    </ns1:cubicBezTo>
                    <ns1:cubicBezTo>
                      <ns1:pt x="1230" y="1408"/>
                      <ns1:pt x="1216" y="1394"/>
                      <ns1:pt x="1216" y="1376"/>
                    </ns1:cubicBezTo>
                    <ns1:cubicBezTo>
                      <ns1:pt x="1216" y="800"/>
                      <ns1:pt x="1216" y="800"/>
                      <ns1:pt x="1216" y="800"/>
                    </ns1:cubicBezTo>
                    <ns1:cubicBezTo>
                      <ns1:pt x="1152" y="800"/>
                      <ns1:pt x="1152" y="800"/>
                      <ns1:pt x="1152" y="800"/>
                    </ns1:cubicBezTo>
                    <ns1:cubicBezTo>
                      <ns1:pt x="1152" y="1376"/>
                      <ns1:pt x="1152" y="1376"/>
                      <ns1:pt x="1152" y="1376"/>
                    </ns1:cubicBezTo>
                    <ns1:cubicBezTo>
                      <ns1:pt x="1152" y="1418"/>
                      <ns1:pt x="1179" y="1453"/>
                      <ns1:pt x="1216" y="1466"/>
                    </ns1:cubicBezTo>
                    <ns1:cubicBezTo>
                      <ns1:pt x="1216" y="1568"/>
                      <ns1:pt x="1216" y="1568"/>
                      <ns1:pt x="1216" y="1568"/>
                    </ns1:cubicBezTo>
                    <ns1:cubicBezTo>
                      <ns1:pt x="1216" y="1586"/>
                      <ns1:pt x="1202" y="1600"/>
                      <ns1:pt x="1184" y="1600"/>
                    </ns1:cubicBezTo>
                    <ns1:cubicBezTo>
                      <ns1:pt x="288" y="1600"/>
                      <ns1:pt x="288" y="1600"/>
                      <ns1:pt x="288" y="1600"/>
                    </ns1:cubicBezTo>
                    <ns1:cubicBezTo>
                      <ns1:pt x="270" y="1600"/>
                      <ns1:pt x="256" y="1586"/>
                      <ns1:pt x="256" y="1568"/>
                    </ns1:cubicBezTo>
                    <ns1:cubicBezTo>
                      <ns1:pt x="256" y="1466"/>
                      <ns1:pt x="256" y="1466"/>
                      <ns1:pt x="256" y="1466"/>
                    </ns1:cubicBezTo>
                    <ns1:cubicBezTo>
                      <ns1:pt x="293" y="1453"/>
                      <ns1:pt x="320" y="1418"/>
                      <ns1:pt x="320" y="1376"/>
                    </ns1:cubicBezTo>
                    <ns1:cubicBezTo>
                      <ns1:pt x="320" y="800"/>
                      <ns1:pt x="320" y="800"/>
                      <ns1:pt x="320" y="800"/>
                    </ns1:cubicBezTo>
                    <ns1:cubicBezTo>
                      <ns1:pt x="256" y="800"/>
                      <ns1:pt x="256" y="800"/>
                      <ns1:pt x="256" y="800"/>
                    </ns1:cubicBezTo>
                    <ns1:cubicBezTo>
                      <ns1:pt x="256" y="1376"/>
                      <ns1:pt x="256" y="1376"/>
                      <ns1:pt x="256" y="1376"/>
                    </ns1:cubicBezTo>
                    <ns1:cubicBezTo>
                      <ns1:pt x="256" y="1394"/>
                      <ns1:pt x="242" y="1408"/>
                      <ns1:pt x="224" y="1408"/>
                    </ns1:cubicBezTo>
                    <ns1:cubicBezTo>
                      <ns1:pt x="96" y="1408"/>
                      <ns1:pt x="96" y="1408"/>
                      <ns1:pt x="96" y="1408"/>
                    </ns1:cubicBezTo>
                    <ns1:cubicBezTo>
                      <ns1:pt x="78" y="1408"/>
                      <ns1:pt x="64" y="1394"/>
                      <ns1:pt x="64" y="1376"/>
                    </ns1:cubicBezTo>
                    <ns1:cubicBezTo>
                      <ns1:pt x="64" y="768"/>
                      <ns1:pt x="64" y="768"/>
                      <ns1:pt x="64" y="768"/>
                    </ns1:cubicBezTo>
                    <ns1:cubicBezTo>
                      <ns1:pt x="160" y="768"/>
                      <ns1:pt x="160" y="768"/>
                      <ns1:pt x="160" y="768"/>
                    </ns1:cubicBezTo>
                    <ns1:cubicBezTo>
                      <ns1:pt x="178" y="768"/>
                      <ns1:pt x="192" y="754"/>
                      <ns1:pt x="192" y="736"/>
                    </ns1:cubicBezTo>
                    <ns1:cubicBezTo>
                      <ns1:pt x="192" y="544"/>
                      <ns1:pt x="192" y="544"/>
                      <ns1:pt x="192" y="544"/>
                    </ns1:cubicBezTo>
                    <ns1:cubicBezTo>
                      <ns1:pt x="192" y="526"/>
                      <ns1:pt x="178" y="512"/>
                      <ns1:pt x="160" y="512"/>
                    </ns1:cubicBezTo>
                    <ns1:cubicBezTo>
                      <ns1:pt x="69" y="512"/>
                      <ns1:pt x="69" y="512"/>
                      <ns1:pt x="69" y="512"/>
                    </ns1:cubicBezTo>
                    <ns1:cubicBezTo>
                      <ns1:pt x="78" y="466"/>
                      <ns1:pt x="101" y="424"/>
                      <ns1:pt x="135" y="391"/>
                    </ns1:cubicBezTo>
                    <ns1:cubicBezTo>
                      <ns1:pt x="180" y="345"/>
                      <ns1:pt x="241" y="320"/>
                      <ns1:pt x="305" y="320"/>
                    </ns1:cubicBezTo>
                    <ns1:cubicBezTo>
                      <ns1:pt x="404" y="320"/>
                      <ns1:pt x="404" y="320"/>
                      <ns1:pt x="404" y="320"/>
                    </ns1:cubicBezTo>
                    <ns1:cubicBezTo>
                      <ns1:pt x="544" y="446"/>
                      <ns1:pt x="544" y="446"/>
                      <ns1:pt x="544" y="446"/>
                    </ns1:cubicBezTo>
                    <ns1:cubicBezTo>
                      <ns1:pt x="544" y="838"/>
                      <ns1:pt x="544" y="838"/>
                      <ns1:pt x="544" y="838"/>
                    </ns1:cubicBezTo>
                    <ns1:cubicBezTo>
                      <ns1:pt x="507" y="851"/>
                      <ns1:pt x="480" y="886"/>
                      <ns1:pt x="480" y="928"/>
                    </ns1:cubicBezTo>
                    <ns1:cubicBezTo>
                      <ns1:pt x="480" y="981"/>
                      <ns1:pt x="523" y="1024"/>
                      <ns1:pt x="576" y="1024"/>
                    </ns1:cubicBezTo>
                    <ns1:cubicBezTo>
                      <ns1:pt x="629" y="1024"/>
                      <ns1:pt x="672" y="981"/>
                      <ns1:pt x="672" y="928"/>
                    </ns1:cubicBezTo>
                    <ns1:cubicBezTo>
                      <ns1:pt x="672" y="886"/>
                      <ns1:pt x="645" y="851"/>
                      <ns1:pt x="608" y="838"/>
                    </ns1:cubicBezTo>
                    <ns1:cubicBezTo>
                      <ns1:pt x="608" y="504"/>
                      <ns1:pt x="608" y="504"/>
                      <ns1:pt x="608" y="504"/>
                    </ns1:cubicBezTo>
                    <ns1:cubicBezTo>
                      <ns1:pt x="715" y="600"/>
                      <ns1:pt x="715" y="600"/>
                      <ns1:pt x="715" y="600"/>
                    </ns1:cubicBezTo>
                    <ns1:cubicBezTo>
                      <ns1:pt x="727" y="611"/>
                      <ns1:pt x="745" y="611"/>
                      <ns1:pt x="757" y="600"/>
                    </ns1:cubicBezTo>
                    <ns1:cubicBezTo>
                      <ns1:pt x="864" y="504"/>
                      <ns1:pt x="864" y="504"/>
                      <ns1:pt x="864" y="504"/>
                    </ns1:cubicBezTo>
                    <ns1:cubicBezTo>
                      <ns1:pt x="864" y="838"/>
                      <ns1:pt x="864" y="838"/>
                      <ns1:pt x="864" y="838"/>
                    </ns1:cubicBezTo>
                    <ns1:cubicBezTo>
                      <ns1:pt x="827" y="851"/>
                      <ns1:pt x="800" y="886"/>
                      <ns1:pt x="800" y="928"/>
                    </ns1:cubicBezTo>
                    <ns1:cubicBezTo>
                      <ns1:pt x="800" y="981"/>
                      <ns1:pt x="843" y="1024"/>
                      <ns1:pt x="896" y="1024"/>
                    </ns1:cubicBezTo>
                    <ns1:cubicBezTo>
                      <ns1:pt x="949" y="1024"/>
                      <ns1:pt x="992" y="981"/>
                      <ns1:pt x="992" y="928"/>
                    </ns1:cubicBezTo>
                    <ns1:cubicBezTo>
                      <ns1:pt x="992" y="886"/>
                      <ns1:pt x="965" y="851"/>
                      <ns1:pt x="928" y="838"/>
                    </ns1:cubicBezTo>
                    <ns1:cubicBezTo>
                      <ns1:pt x="928" y="446"/>
                      <ns1:pt x="928" y="446"/>
                      <ns1:pt x="928" y="446"/>
                    </ns1:cubicBezTo>
                    <ns1:cubicBezTo>
                      <ns1:pt x="1068" y="320"/>
                      <ns1:pt x="1068" y="320"/>
                      <ns1:pt x="1068" y="320"/>
                    </ns1:cubicBezTo>
                    <ns1:cubicBezTo>
                      <ns1:pt x="1167" y="320"/>
                      <ns1:pt x="1167" y="320"/>
                      <ns1:pt x="1167" y="320"/>
                    </ns1:cubicBezTo>
                    <ns1:cubicBezTo>
                      <ns1:pt x="1231" y="320"/>
                      <ns1:pt x="1292" y="345"/>
                      <ns1:pt x="1337" y="391"/>
                    </ns1:cubicBezTo>
                    <ns1:cubicBezTo>
                      <ns1:pt x="1371" y="424"/>
                      <ns1:pt x="1394" y="466"/>
                      <ns1:pt x="1403" y="512"/>
                    </ns1:cubicBezTo>
                    <ns1:cubicBezTo>
                      <ns1:pt x="1312" y="512"/>
                      <ns1:pt x="1312" y="512"/>
                      <ns1:pt x="1312" y="512"/>
                    </ns1:cubicBezTo>
                    <ns1:cubicBezTo>
                      <ns1:pt x="1294" y="512"/>
                      <ns1:pt x="1280" y="526"/>
                      <ns1:pt x="1280" y="544"/>
                    </ns1:cubicBezTo>
                    <ns1:cubicBezTo>
                      <ns1:pt x="1280" y="736"/>
                      <ns1:pt x="1280" y="736"/>
                      <ns1:pt x="1280" y="736"/>
                    </ns1:cubicBezTo>
                    <ns1:cubicBezTo>
                      <ns1:pt x="1280" y="754"/>
                      <ns1:pt x="1294" y="768"/>
                      <ns1:pt x="1312" y="768"/>
                    </ns1:cubicBezTo>
                    <ns1:cubicBezTo>
                      <ns1:pt x="1408" y="768"/>
                      <ns1:pt x="1408" y="768"/>
                      <ns1:pt x="1408" y="768"/>
                    </ns1:cubicBezTo>
                    <ns1:cubicBezTo>
                      <ns1:pt x="1408" y="1376"/>
                      <ns1:pt x="1408" y="1376"/>
                      <ns1:pt x="1408" y="1376"/>
                    </ns1:cubicBezTo>
                    <ns1:cubicBezTo>
                      <ns1:pt x="1408" y="1394"/>
                      <ns1:pt x="1394" y="1408"/>
                      <ns1:pt x="1376" y="1408"/>
                    </ns1:cubicBezTo>
                    <ns1:close/>
                    <ns1:moveTo>
                      <ns1:pt x="1408" y="576"/>
                    </ns1:moveTo>
                    <ns1:cubicBezTo>
                      <ns1:pt x="1408" y="704"/>
                      <ns1:pt x="1408" y="704"/>
                      <ns1:pt x="1408" y="704"/>
                    </ns1:cubicBezTo>
                    <ns1:cubicBezTo>
                      <ns1:pt x="1344" y="704"/>
                      <ns1:pt x="1344" y="704"/>
                      <ns1:pt x="1344" y="704"/>
                    </ns1:cubicBezTo>
                    <ns1:cubicBezTo>
                      <ns1:pt x="1344" y="576"/>
                      <ns1:pt x="1344" y="576"/>
                      <ns1:pt x="1344" y="576"/>
                    </ns1:cubicBezTo>
                    <ns1:lnTo>
                      <ns1:pt x="1408" y="576"/>
                    </ns1:lnTo>
                    <ns1:close/>
                    <ns1:moveTo>
                      <ns1:pt x="1408" y="576"/>
                    </ns1:moveTo>
                    <ns1:cubicBezTo>
                      <ns1:pt x="1408" y="576"/>
                      <ns1:pt x="1408" y="576"/>
                      <ns1:pt x="1408" y="576"/>
                    </ns1:cubicBezTo>
                  </ns1:path>
                </ns1:pathLst>
              </ns1:custGeom>
              <ns1:grpFill/>
              <ns1:ln>
                <ns1:noFill/>
              </ns1:ln>
              <ns1:extLst>
                <ns1:ext uri="{91240B29-F687-4F45-9708-019B960494DF}">
                  <ns3:hiddenLine w="9525">
                    <ns1:solidFill>
                      <ns1:srgbClr val="000000"/>
                    </ns1:solidFill>
                    <ns1:round/>
                    <ns1:headEnd/>
                    <ns1:tailEnd/>
                  </ns3:hiddenLine>
                </ns1:ext>
              </ns1:extLst>
            </ns0:spPr>
            <ns0:txBody>
              <ns1:bodyPr vert="horz" wrap="square" lIns="91440" tIns="45720" rIns="91440" bIns="45720" numCol="1" anchor="t" anchorCtr="0" compatLnSpc="1">
                <ns1:prstTxWarp prst="textNoShape">
                  <ns1:avLst/>
                </ns1:prstTxWarp>
              </ns1:bodyPr>
              <ns1:lstStyle/>
              <ns1:p>
                <ns1:endParaRPr lang="en-US"/>
              </ns1:p>
            </ns0:txBody>
          </ns0:sp>
          <ns0:sp>
            <ns0:nvSpPr>
              <ns0:cNvPr id="47" name="Freeform 13">
                <ns1:extLst>
                  <ns1:ext uri="{FF2B5EF4-FFF2-40B4-BE49-F238E27FC236}">
                    <ns2:creationId id="{8EE7B0F4-095F-4E46-B912-EA64852B1F3D}"/>
                  </ns1:ext>
                </ns1:extLst>
              </ns0:cNvPr>
              <ns0:cNvSpPr>
                <ns1:spLocks noEditPoints="1"/>
              </ns0:cNvSpPr>
              <ns0:nvPr/>
            </ns0:nvSpPr>
            <ns0:spPr bwMode="auto">
              <ns1:xfrm>
                <ns1:off x="3069" y="2928"/>
                <ns1:ext cx="1542" cy="837"/>
              </ns1:xfrm>
              <ns1:custGeom>
                <ns1:avLst/>
                <ns1:gdLst>
                  <ns1:gd name="T0" fmla="*/ 609 w 708"/>
                  <ns1:gd name="T1" fmla="*/ 23 h 384"/>
                  <ns1:gd name="T2" fmla="*/ 578 w 708"/>
                  <ns1:gd name="T3" fmla="*/ 0 h 384"/>
                  <ns1:gd name="T4" fmla="*/ 130 w 708"/>
                  <ns1:gd name="T5" fmla="*/ 0 h 384"/>
                  <ns1:gd name="T6" fmla="*/ 99 w 708"/>
                  <ns1:gd name="T7" fmla="*/ 23 h 384"/>
                  <ns1:gd name="T8" fmla="*/ 3 w 708"/>
                  <ns1:gd name="T9" fmla="*/ 343 h 384"/>
                  <ns1:gd name="T10" fmla="*/ 8 w 708"/>
                  <ns1:gd name="T11" fmla="*/ 371 h 384"/>
                  <ns1:gd name="T12" fmla="*/ 34 w 708"/>
                  <ns1:gd name="T13" fmla="*/ 384 h 384"/>
                  <ns1:gd name="T14" fmla="*/ 674 w 708"/>
                  <ns1:gd name="T15" fmla="*/ 384 h 384"/>
                  <ns1:gd name="T16" fmla="*/ 700 w 708"/>
                  <ns1:gd name="T17" fmla="*/ 371 h 384"/>
                  <ns1:gd name="T18" fmla="*/ 705 w 708"/>
                  <ns1:gd name="T19" fmla="*/ 343 h 384"/>
                  <ns1:gd name="T20" fmla="*/ 609 w 708"/>
                  <ns1:gd name="T21" fmla="*/ 23 h 384"/>
                  <ns1:gd name="T22" fmla="*/ 77 w 708"/>
                  <ns1:gd name="T23" fmla="*/ 320 h 384"/>
                  <ns1:gd name="T24" fmla="*/ 154 w 708"/>
                  <ns1:gd name="T25" fmla="*/ 64 h 384"/>
                  <ns1:gd name="T26" fmla="*/ 554 w 708"/>
                  <ns1:gd name="T27" fmla="*/ 64 h 384"/>
                  <ns1:gd name="T28" fmla="*/ 631 w 708"/>
                  <ns1:gd name="T29" fmla="*/ 320 h 384"/>
                  <ns1:gd name="T30" fmla="*/ 77 w 708"/>
                  <ns1:gd name="T31" fmla="*/ 320 h 384"/>
                  <ns1:gd name="T32" fmla="*/ 77 w 708"/>
                  <ns1:gd name="T33" fmla="*/ 320 h 384"/>
                  <ns1:gd name="T34" fmla="*/ 77 w 708"/>
                  <ns1:gd name="T35" fmla="*/ 320 h 384"/>
                </ns1:gdLst>
                <ns1:ahLst/>
                <ns1:cxnLst>
                  <ns1:cxn ang="0">
                    <ns1:pos x="T0" y="T1"/>
                  </ns1:cxn>
                  <ns1:cxn ang="0">
                    <ns1:pos x="T2" y="T3"/>
                  </ns1:cxn>
                  <ns1:cxn ang="0">
                    <ns1:pos x="T4" y="T5"/>
                  </ns1:cxn>
                  <ns1:cxn ang="0">
                    <ns1:pos x="T6" y="T7"/>
                  </ns1:cxn>
                  <ns1:cxn ang="0">
                    <ns1:pos x="T8" y="T9"/>
                  </ns1:cxn>
                  <ns1:cxn ang="0">
                    <ns1:pos x="T10" y="T11"/>
                  </ns1:cxn>
                  <ns1:cxn ang="0">
                    <ns1:pos x="T12" y="T13"/>
                  </ns1:cxn>
                  <ns1:cxn ang="0">
                    <ns1:pos x="T14" y="T15"/>
                  </ns1:cxn>
                  <ns1:cxn ang="0">
                    <ns1:pos x="T16" y="T17"/>
                  </ns1:cxn>
                  <ns1:cxn ang="0">
                    <ns1:pos x="T18" y="T19"/>
                  </ns1:cxn>
                  <ns1:cxn ang="0">
                    <ns1:pos x="T20" y="T21"/>
                  </ns1:cxn>
                  <ns1:cxn ang="0">
                    <ns1:pos x="T22" y="T23"/>
                  </ns1:cxn>
                  <ns1:cxn ang="0">
                    <ns1:pos x="T24" y="T25"/>
                  </ns1:cxn>
                  <ns1:cxn ang="0">
                    <ns1:pos x="T26" y="T27"/>
                  </ns1:cxn>
                  <ns1:cxn ang="0">
                    <ns1:pos x="T28" y="T29"/>
                  </ns1:cxn>
                  <ns1:cxn ang="0">
                    <ns1:pos x="T30" y="T31"/>
                  </ns1:cxn>
                  <ns1:cxn ang="0">
                    <ns1:pos x="T32" y="T33"/>
                  </ns1:cxn>
                  <ns1:cxn ang="0">
                    <ns1:pos x="T34" y="T35"/>
                  </ns1:cxn>
                </ns1:cxnLst>
                <ns1:rect l="0" t="0" r="r" b="b"/>
                <ns1:pathLst>
                  <ns1:path w="708" h="384">
                    <ns1:moveTo>
                      <ns1:pt x="609" y="23"/>
                    </ns1:moveTo>
                    <ns1:cubicBezTo>
                      <ns1:pt x="605" y="9"/>
                      <ns1:pt x="592" y="0"/>
                      <ns1:pt x="578" y="0"/>
                    </ns1:cubicBezTo>
                    <ns1:cubicBezTo>
                      <ns1:pt x="130" y="0"/>
                      <ns1:pt x="130" y="0"/>
                      <ns1:pt x="130" y="0"/>
                    </ns1:cubicBezTo>
                    <ns1:cubicBezTo>
                      <ns1:pt x="116" y="0"/>
                      <ns1:pt x="103" y="9"/>
                      <ns1:pt x="99" y="23"/>
                    </ns1:cubicBezTo>
                    <ns1:cubicBezTo>
                      <ns1:pt x="3" y="343"/>
                      <ns1:pt x="3" y="343"/>
                      <ns1:pt x="3" y="343"/>
                    </ns1:cubicBezTo>
                    <ns1:cubicBezTo>
                      <ns1:pt x="0" y="353"/>
                      <ns1:pt x="2" y="363"/>
                      <ns1:pt x="8" y="371"/>
                    </ns1:cubicBezTo>
                    <ns1:cubicBezTo>
                      <ns1:pt x="14" y="379"/>
                      <ns1:pt x="24" y="384"/>
                      <ns1:pt x="34" y="384"/>
                    </ns1:cubicBezTo>
                    <ns1:cubicBezTo>
                      <ns1:pt x="674" y="384"/>
                      <ns1:pt x="674" y="384"/>
                      <ns1:pt x="674" y="384"/>
                    </ns1:cubicBezTo>
                    <ns1:cubicBezTo>
                      <ns1:pt x="684" y="384"/>
                      <ns1:pt x="694" y="379"/>
                      <ns1:pt x="700" y="371"/>
                    </ns1:cubicBezTo>
                    <ns1:cubicBezTo>
                      <ns1:pt x="706" y="363"/>
                      <ns1:pt x="708" y="353"/>
                      <ns1:pt x="705" y="343"/>
                    </ns1:cubicBezTo>
                    <ns1:lnTo>
                      <ns1:pt x="609" y="23"/>
                    </ns1:lnTo>
                    <ns1:close/>
                    <ns1:moveTo>
                      <ns1:pt x="77" y="320"/>
                    </ns1:moveTo>
                    <ns1:cubicBezTo>
                      <ns1:pt x="154" y="64"/>
                      <ns1:pt x="154" y="64"/>
                      <ns1:pt x="154" y="64"/>
                    </ns1:cubicBezTo>
                    <ns1:cubicBezTo>
                      <ns1:pt x="554" y="64"/>
                      <ns1:pt x="554" y="64"/>
                      <ns1:pt x="554" y="64"/>
                    </ns1:cubicBezTo>
                    <ns1:cubicBezTo>
                      <ns1:pt x="631" y="320"/>
                      <ns1:pt x="631" y="320"/>
                      <ns1:pt x="631" y="320"/>
                    </ns1:cubicBezTo>
                    <ns1:lnTo>
                      <ns1:pt x="77" y="320"/>
                    </ns1:lnTo>
                    <ns1:close/>
                    <ns1:moveTo>
                      <ns1:pt x="77" y="320"/>
                    </ns1:moveTo>
                    <ns1:cubicBezTo>
                      <ns1:pt x="77" y="320"/>
                      <ns1:pt x="77" y="320"/>
                      <ns1:pt x="77" y="320"/>
                    </ns1:cubicBezTo>
                  </ns1:path>
                </ns1:pathLst>
              </ns1:custGeom>
              <ns1:grpFill/>
              <ns1:ln>
                <ns1:noFill/>
              </ns1:ln>
              <ns1:extLst>
                <ns1:ext uri="{91240B29-F687-4F45-9708-019B960494DF}">
                  <ns3:hiddenLine w="9525">
                    <ns1:solidFill>
                      <ns1:srgbClr val="000000"/>
                    </ns1:solidFill>
                    <ns1:round/>
                    <ns1:headEnd/>
                    <ns1:tailEnd/>
                  </ns3:hiddenLine>
                </ns1:ext>
              </ns1:extLst>
            </ns0:spPr>
            <ns0:txBody>
              <ns1:bodyPr vert="horz" wrap="square" lIns="91440" tIns="45720" rIns="91440" bIns="45720" numCol="1" anchor="t" anchorCtr="0" compatLnSpc="1">
                <ns1:prstTxWarp prst="textNoShape">
                  <ns1:avLst/>
                </ns1:prstTxWarp>
              </ns1:bodyPr>
              <ns1:lstStyle/>
              <ns1:p>
                <ns1:endParaRPr lang="en-US"/>
              </ns1:p>
            </ns0:txBody>
          </ns0:sp>
          <ns0:sp>
            <ns0:nvSpPr>
              <ns0:cNvPr id="48" name="Freeform 14">
                <ns1:extLst>
                  <ns1:ext uri="{FF2B5EF4-FFF2-40B4-BE49-F238E27FC236}">
                    <ns2:creationId id="{726301ED-BFF3-451F-AF63-B4C1A5B17710}"/>
                  </ns1:ext>
                </ns1:extLst>
              </ns0:cNvPr>
              <ns0:cNvSpPr>
                <ns1:spLocks noEditPoints="1"/>
              </ns0:cNvSpPr>
              <ns0:nvPr/>
            </ns0:nvSpPr>
            <ns0:spPr bwMode="auto">
              <ns1:xfrm>
                <ns1:off x="1679" y="0"/>
                <ns1:ext cx="4322" cy="3385"/>
              </ns1:xfrm>
              <ns1:custGeom>
                <ns1:avLst/>
                <ns1:gdLst>
                  <ns1:gd name="T0" fmla="*/ 992 w 1984"/>
                  <ns1:gd name="T1" fmla="*/ 0 h 1554"/>
                  <ns1:gd name="T2" fmla="*/ 0 w 1984"/>
                  <ns1:gd name="T3" fmla="*/ 992 h 1554"/>
                  <ns1:gd name="T4" fmla="*/ 175 w 1984"/>
                  <ns1:gd name="T5" fmla="*/ 1554 h 1554"/>
                  <ns1:gd name="T6" fmla="*/ 227 w 1984"/>
                  <ns1:gd name="T7" fmla="*/ 1518 h 1554"/>
                  <ns1:gd name="T8" fmla="*/ 64 w 1984"/>
                  <ns1:gd name="T9" fmla="*/ 992 h 1554"/>
                  <ns1:gd name="T10" fmla="*/ 992 w 1984"/>
                  <ns1:gd name="T11" fmla="*/ 64 h 1554"/>
                  <ns1:gd name="T12" fmla="*/ 1920 w 1984"/>
                  <ns1:gd name="T13" fmla="*/ 992 h 1554"/>
                  <ns1:gd name="T14" fmla="*/ 1757 w 1984"/>
                  <ns1:gd name="T15" fmla="*/ 1518 h 1554"/>
                  <ns1:gd name="T16" fmla="*/ 1809 w 1984"/>
                  <ns1:gd name="T17" fmla="*/ 1554 h 1554"/>
                  <ns1:gd name="T18" fmla="*/ 1984 w 1984"/>
                  <ns1:gd name="T19" fmla="*/ 992 h 1554"/>
                  <ns1:gd name="T20" fmla="*/ 992 w 1984"/>
                  <ns1:gd name="T21" fmla="*/ 0 h 1554"/>
                  <ns1:gd name="T22" fmla="*/ 992 w 1984"/>
                  <ns1:gd name="T23" fmla="*/ 0 h 1554"/>
                  <ns1:gd name="T24" fmla="*/ 992 w 1984"/>
                  <ns1:gd name="T25" fmla="*/ 0 h 1554"/>
                </ns1:gdLst>
                <ns1:ahLst/>
                <ns1:cxnLst>
                  <ns1:cxn ang="0">
                    <ns1:pos x="T0" y="T1"/>
                  </ns1:cxn>
                  <ns1:cxn ang="0">
                    <ns1:pos x="T2" y="T3"/>
                  </ns1:cxn>
                  <ns1:cxn ang="0">
                    <ns1:pos x="T4" y="T5"/>
                  </ns1:cxn>
                  <ns1:cxn ang="0">
                    <ns1:pos x="T6" y="T7"/>
                  </ns1:cxn>
                  <ns1:cxn ang="0">
                    <ns1:pos x="T8" y="T9"/>
                  </ns1:cxn>
                  <ns1:cxn ang="0">
                    <ns1:pos x="T10" y="T11"/>
                  </ns1:cxn>
                  <ns1:cxn ang="0">
                    <ns1:pos x="T12" y="T13"/>
                  </ns1:cxn>
                  <ns1:cxn ang="0">
                    <ns1:pos x="T14" y="T15"/>
                  </ns1:cxn>
                  <ns1:cxn ang="0">
                    <ns1:pos x="T16" y="T17"/>
                  </ns1:cxn>
                  <ns1:cxn ang="0">
                    <ns1:pos x="T18" y="T19"/>
                  </ns1:cxn>
                  <ns1:cxn ang="0">
                    <ns1:pos x="T20" y="T21"/>
                  </ns1:cxn>
                  <ns1:cxn ang="0">
                    <ns1:pos x="T22" y="T23"/>
                  </ns1:cxn>
                  <ns1:cxn ang="0">
                    <ns1:pos x="T24" y="T25"/>
                  </ns1:cxn>
                </ns1:cxnLst>
                <ns1:rect l="0" t="0" r="r" b="b"/>
                <ns1:pathLst>
                  <ns1:path w="1984" h="1554">
                    <ns1:moveTo>
                      <ns1:pt x="992" y="0"/>
                    </ns1:moveTo>
                    <ns1:cubicBezTo>
                      <ns1:pt x="445" y="0"/>
                      <ns1:pt x="0" y="445"/>
                      <ns1:pt x="0" y="992"/>
                    </ns1:cubicBezTo>
                    <ns1:cubicBezTo>
                      <ns1:pt x="0" y="1194"/>
                      <ns1:pt x="60" y="1388"/>
                      <ns1:pt x="175" y="1554"/>
                    </ns1:cubicBezTo>
                    <ns1:cubicBezTo>
                      <ns1:pt x="227" y="1518"/>
                      <ns1:pt x="227" y="1518"/>
                      <ns1:pt x="227" y="1518"/>
                    </ns1:cubicBezTo>
                    <ns1:cubicBezTo>
                      <ns1:pt x="120" y="1363"/>
                      <ns1:pt x="64" y="1181"/>
                      <ns1:pt x="64" y="992"/>
                    </ns1:cubicBezTo>
                    <ns1:cubicBezTo>
                      <ns1:pt x="64" y="480"/>
                      <ns1:pt x="480" y="64"/>
                      <ns1:pt x="992" y="64"/>
                    </ns1:cubicBezTo>
                    <ns1:cubicBezTo>
                      <ns1:pt x="1504" y="64"/>
                      <ns1:pt x="1920" y="480"/>
                      <ns1:pt x="1920" y="992"/>
                    </ns1:cubicBezTo>
                    <ns1:cubicBezTo>
                      <ns1:pt x="1920" y="1181"/>
                      <ns1:pt x="1864" y="1363"/>
                      <ns1:pt x="1757" y="1518"/>
                    </ns1:cubicBezTo>
                    <ns1:cubicBezTo>
                      <ns1:pt x="1809" y="1554"/>
                      <ns1:pt x="1809" y="1554"/>
                      <ns1:pt x="1809" y="1554"/>
                    </ns1:cubicBezTo>
                    <ns1:cubicBezTo>
                      <ns1:pt x="1924" y="1388"/>
                      <ns1:pt x="1984" y="1194"/>
                      <ns1:pt x="1984" y="992"/>
                    </ns1:cubicBezTo>
                    <ns1:cubicBezTo>
                      <ns1:pt x="1984" y="445"/>
                      <ns1:pt x="1539" y="0"/>
                      <ns1:pt x="992" y="0"/>
                    </ns1:cubicBezTo>
                    <ns1:close/>
                    <ns1:moveTo>
                      <ns1:pt x="992" y="0"/>
                    </ns1:moveTo>
                    <ns1:cubicBezTo>
                      <ns1:pt x="992" y="0"/>
                      <ns1:pt x="992" y="0"/>
                      <ns1:pt x="992" y="0"/>
                    </ns1:cubicBezTo>
                  </ns1:path>
                </ns1:pathLst>
              </ns1:custGeom>
              <ns1:grpFill/>
              <ns1:ln>
                <ns1:noFill/>
              </ns1:ln>
              <ns1:extLst>
                <ns1:ext uri="{91240B29-F687-4F45-9708-019B960494DF}">
                  <ns3:hiddenLine w="9525">
                    <ns1:solidFill>
                      <ns1:srgbClr val="000000"/>
                    </ns1:solidFill>
                    <ns1:round/>
                    <ns1:headEnd/>
                    <ns1:tailEnd/>
                  </ns3:hiddenLine>
                </ns1:ext>
              </ns1:extLst>
            </ns0:spPr>
            <ns0:txBody>
              <ns1:bodyPr vert="horz" wrap="square" lIns="91440" tIns="45720" rIns="91440" bIns="45720" numCol="1" anchor="t" anchorCtr="0" compatLnSpc="1">
                <ns1:prstTxWarp prst="textNoShape">
                  <ns1:avLst/>
                </ns1:prstTxWarp>
              </ns1:bodyPr>
              <ns1:lstStyle/>
              <ns1:p>
                <ns1:endParaRPr lang="en-US"/>
              </ns1:p>
            </ns0:txBody>
          </ns0:sp>
        </ns0:grpSp>
      </ns0:grpSp>
      <ns0:sp>
        <ns0:nvSpPr>
          <ns0:cNvPr id="59" name="TextBox 58">
            <ns1:extLst>
              <ns1:ext uri="{FF2B5EF4-FFF2-40B4-BE49-F238E27FC236}">
                <ns2:creationId id="{B01975A3-41D1-4C7E-8042-9F65939CA124}"/>
              </ns1:ext>
            </ns1:extLst>
          </ns0:cNvPr>
          <ns0:cNvSpPr txBox="1"/>
          <ns0:nvPr/>
        </ns0:nvSpPr>
        <ns0:spPr>
          <ns1:xfrm flipH="1">
            <ns1:off x="8189235" y="1400703"/>
            <ns1:ext cx="2911106" cy="820674"/>
          </ns1:xfrm>
          <ns1:prstGeom prst="rect">
            <ns1:avLst/>
          </ns1:prstGeom>
          <ns1:noFill/>
        </ns0:spPr>
        <ns0:txBody>
          <ns1:bodyPr wrap="square" rtlCol="0">
            <ns1:spAutoFit/>
          </ns1:bodyPr>
          <ns1:lstStyle/>
          <ns1:p>
            <ns1:pPr>
              <ns1:lnSpc>
                <ns1:spcPct val="150000"/>
              </ns1:lnSpc>
            </ns1:pPr>
            <ns1:r>
              <ns1:rPr lang="en-US" sz="1100">
                <ns1:solidFill>
                  <ns1:schemeClr val="bg1">
                    <ns1:lumMod val="50000"/>
                  </ns1:schemeClr>
                </ns1:solidFill>
                <ns1:latin typeface="Lato" panose="020F0502020204030203" pitchFamily="34" charset="0"/>
                <ns1:ea typeface="Lato" panose="020F0502020204030203" pitchFamily="34" charset="0"/>
                <ns1:cs typeface="Lato" panose="020F0502020204030203" pitchFamily="34" charset="0"/>
              </ns1:rPr>
              <ns1:t>{SlideMainExplanation}</ns1:t>
            </ns1:r>
          </ns1:p>
        </ns0:txBody>
      </ns0:sp>
      <ns0:sp>
        <ns0:nvSpPr>
          <ns0:cNvPr id="60" name="TextBox 59">
            <ns1:extLst>
              <ns1:ext uri="{FF2B5EF4-FFF2-40B4-BE49-F238E27FC236}">
                <ns2:creationId id="{80A1345D-7A7B-4880-8F7F-7176A977F22A}"/>
              </ns1:ext>
            </ns1:extLst>
          </ns0:cNvPr>
          <ns0:cNvSpPr txBox="1"/>
          <ns0:nvPr/>
        </ns0:nvSpPr>
        <ns0:spPr>
          <ns1:xfrm flipH="1">
            <ns1:off x="8189235" y="1075512"/>
            <ns1:ext cx="2911106" cy="332848"/>
          </ns1:xfrm>
          <ns1:prstGeom prst="rect">
            <ns1:avLst/>
          </ns1:prstGeom>
          <ns1:noFill/>
        </ns0:spPr>
        <ns0:txBody>
          <ns1:bodyPr wrap="square" rtlCol="0">
            <ns1:spAutoFit/>
          </ns1:bodyPr>
          <ns1:lstStyle/>
          <ns1:p>
            <ns1:pPr>
              <ns1:lnSpc>
                <ns1:spcPct val="150000"/>
              </ns1:lnSpc>
            </ns1:pPr>
            <ns1:r>
              <ns1:rPr lang="en-US" sz="1200" b="1">
                <ns1:solidFill>
                  <ns1:schemeClr val="tx1">
                    <ns1:lumMod val="75000"/>
                    <ns1:lumOff val="25000"/>
                  </ns1:schemeClr>
                </ns1:solidFill>
                <ns1:latin typeface="Lato" panose="020F0502020204030203" pitchFamily="34" charset="0"/>
                <ns1:ea typeface="Lato" panose="020F0502020204030203" pitchFamily="34" charset="0"/>
                <ns1:cs typeface="Lato" panose="020F0502020204030203" pitchFamily="34" charset="0"/>
              </ns1:rPr>
              <ns1:t>{SlideSectionLabel}</ns1:t>
            </ns1:r>
          </ns1:p>
        </ns0:txBody>
      </ns0:sp>
      <ns0:sp>
        <ns0:nvSpPr>
          <ns0:cNvPr id="62" name="TextBox 61">
            <ns1:extLst>
              <ns1:ext uri="{FF2B5EF4-FFF2-40B4-BE49-F238E27FC236}">
                <ns2:creationId id="{6DF60517-7EBC-4D50-A8FA-E4C7370B3FD2}"/>
              </ns1:ext>
            </ns1:extLst>
          </ns0:cNvPr>
          <ns0:cNvSpPr txBox="1"/>
          <ns0:nvPr/>
        </ns0:nvSpPr>
        <ns0:spPr>
          <ns1:xfrm flipH="1">
            <ns1:off x="8189235" y="4992916"/>
            <ns1:ext cx="2911106" cy="820674"/>
          </ns1:xfrm>
          <ns1:prstGeom prst="rect">
            <ns1:avLst/>
          </ns1:prstGeom>
          <ns1:noFill/>
        </ns0:spPr>
        <ns0:txBody>
          <ns1:bodyPr wrap="square" rtlCol="0">
            <ns1:spAutoFit/>
          </ns1:bodyPr>
          <ns1:lstStyle/>
          <ns1:p>
            <ns1:pPr>
              <ns1:lnSpc>
                <ns1:spcPct val="150000"/>
              </ns1:lnSpc>
            </ns1:pPr>
            <ns1:r>
              <ns1:rPr lang="en-US" sz="1100">
                <ns1:solidFill>
                  <ns1:schemeClr val="bg1">
                    <ns1:lumMod val="50000"/>
                  </ns1:schemeClr>
                </ns1:solidFill>
                <ns1:latin typeface="Lato" panose="020F0502020204030203" pitchFamily="34" charset="0"/>
                <ns1:ea typeface="Lato" panose="020F0502020204030203" pitchFamily="34" charset="0"/>
                <ns1:cs typeface="Lato" panose="020F0502020204030203" pitchFamily="34" charset="0"/>
              </ns1:rPr>
              <ns1:t>{SlideCallout}</ns1:t>
            </ns1:r>
          </ns1:p>
        </ns0:txBody>
      </ns0:sp>
      <ns0:sp>
        <ns0:nvSpPr>
          <ns0:cNvPr id="63" name="TextBox 62">
            <ns1:extLst>
              <ns1:ext uri="{FF2B5EF4-FFF2-40B4-BE49-F238E27FC236}">
                <ns2:creationId id="{1196D13C-F4DC-4741-BDA9-D3E6C64F0FF6}"/>
              </ns1:ext>
            </ns1:extLst>
          </ns0:cNvPr>
          <ns0:cNvSpPr txBox="1"/>
          <ns0:nvPr/>
        </ns0:nvSpPr>
        <ns0:spPr>
          <ns1:xfrm flipH="1">
            <ns1:off x="8189235" y="4656636"/>
            <ns1:ext cx="2911106" cy="332848"/>
          </ns1:xfrm>
          <ns1:prstGeom prst="rect">
            <ns1:avLst/>
          </ns1:prstGeom>
          <ns1:noFill/>
        </ns0:spPr>
        <ns0:txBody>
          <ns1:bodyPr wrap="square" rtlCol="0">
            <ns1:spAutoFit/>
          </ns1:bodyPr>
          <ns1:lstStyle/>
          <ns1:p>
            <ns1:pPr>
              <ns1:lnSpc>
                <ns1:spcPct val="150000"/>
              </ns1:lnSpc>
            </ns1:pPr>
            <ns1:r>
              <ns1:rPr lang="en-US" sz="1200" b="1">
                <ns1:solidFill>
                  <ns1:schemeClr val="tx1">
                    <ns1:lumMod val="75000"/>
                    <ns1:lumOff val="25000"/>
                  </ns1:schemeClr>
                </ns1:solidFill>
                <ns1:latin typeface="Lato" panose="020F0502020204030203" pitchFamily="34" charset="0"/>
                <ns1:ea typeface="Lato" panose="020F0502020204030203" pitchFamily="34" charset="0"/>
                <ns1:cs typeface="Lato" panose="020F0502020204030203" pitchFamily="34" charset="0"/>
              </ns1:rPr>
              <ns1:t>{SlideCaption}</ns1:t>
            </ns1:r>
          </ns1:p>
        </ns0:txBody>
      </ns0:sp>
      <ns0:sp>
        <ns0:nvSpPr>
          <ns0:cNvPr id="65" name="TextBox 64">
            <ns1:extLst>
              <ns1:ext uri="{FF2B5EF4-FFF2-40B4-BE49-F238E27FC236}">
                <ns2:creationId id="{52B7073C-9810-494A-AF03-2BF8B8EB18B7}"/>
              </ns1:ext>
            </ns1:extLst>
          </ns0:cNvPr>
          <ns0:cNvSpPr txBox="1"/>
          <ns0:nvPr/>
        </ns0:nvSpPr>
        <ns0:spPr>
          <ns1:xfrm flipH="1">
            <ns1:off x="1107500" y="1400703"/>
            <ns1:ext cx="2911106" cy="820674"/>
          </ns1:xfrm>
          <ns1:prstGeom prst="rect">
            <ns1:avLst/>
          </ns1:prstGeom>
          <ns1:noFill/>
        </ns0:spPr>
        <ns0:txBody>
          <ns1:bodyPr wrap="square" rtlCol="0">
            <ns1:spAutoFit/>
          </ns1:bodyPr>
          <ns1:lstStyle/>
          <ns1:p>
            <ns1:pPr algn="r">
              <ns1:lnSpc>
                <ns1:spcPct val="150000"/>
              </ns1:lnSpc>
            </ns1:pPr>
            <ns1:r>
              <ns1:rPr lang="en-US" sz="1100">
                <ns1:solidFill>
                  <ns1:schemeClr val="bg1">
                    <ns1:lumMod val="50000"/>
                  </ns1:schemeClr>
                </ns1:solidFill>
                <ns1:latin typeface="Lato" panose="020F0502020204030203" pitchFamily="34" charset="0"/>
                <ns1:ea typeface="Lato" panose="020F0502020204030203" pitchFamily="34" charset="0"/>
                <ns1:cs typeface="Lato" panose="020F0502020204030203" pitchFamily="34" charset="0"/>
              </ns1:rPr>
              <ns1:t>{SlideSupportingContent}</ns1:t>
            </ns1:r>
          </ns1:p>
        </ns0:txBody>
      </ns0:sp>
      <ns0:sp>
        <ns0:nvSpPr>
          <ns0:cNvPr id="66" name="TextBox 65">
            <ns1:extLst>
              <ns1:ext uri="{FF2B5EF4-FFF2-40B4-BE49-F238E27FC236}">
                <ns2:creationId id="{DDDD7903-1E17-41F1-8674-AA99857343D6}"/>
              </ns1:ext>
            </ns1:extLst>
          </ns0:cNvPr>
          <ns0:cNvSpPr txBox="1"/>
          <ns0:nvPr/>
        </ns0:nvSpPr>
        <ns0:spPr>
          <ns1:xfrm flipH="1">
            <ns1:off x="1104513" y="1075512"/>
            <ns1:ext cx="2914092" cy="332848"/>
          </ns1:xfrm>
          <ns1:prstGeom prst="rect">
            <ns1:avLst/>
          </ns1:prstGeom>
          <ns1:noFill/>
        </ns0:spPr>
        <ns0:txBody>
          <ns1:bodyPr wrap="square" rtlCol="0">
            <ns1:spAutoFit/>
          </ns1:bodyPr>
          <ns1:lstStyle/>
          <ns1:p>
            <ns1:pPr algn="r">
              <ns1:lnSpc>
                <ns1:spcPct val="150000"/>
              </ns1:lnSpc>
            </ns1:pPr>
            <ns1:r>
              <ns1:rPr lang="en-US" sz="1200" b="1">
                <ns1:solidFill>
                  <ns1:schemeClr val="tx1">
                    <ns1:lumMod val="75000"/>
                    <ns1:lumOff val="25000"/>
                  </ns1:schemeClr>
                </ns1:solidFill>
                <ns1:latin typeface="Lato" panose="020F0502020204030203" pitchFamily="34" charset="0"/>
                <ns1:ea typeface="Lato" panose="020F0502020204030203" pitchFamily="34" charset="0"/>
                <ns1:cs typeface="Lato" panose="020F0502020204030203" pitchFamily="34" charset="0"/>
              </ns1:rPr>
              <ns1:t>{SlideSectionLabel}</ns1:t>
            </ns1:r>
          </ns1:p>
        </ns0:txBody>
      </ns0:sp>
      <ns0:sp>
        <ns0:nvSpPr>
          <ns0:cNvPr id="68" name="TextBox 67">
            <ns1:extLst>
              <ns1:ext uri="{FF2B5EF4-FFF2-40B4-BE49-F238E27FC236}">
                <ns2:creationId id="{8D7BC0E4-0ABC-4D3B-A8F1-2E19CBC02F39}"/>
              </ns1:ext>
            </ns1:extLst>
          </ns0:cNvPr>
          <ns0:cNvSpPr txBox="1"/>
          <ns0:nvPr/>
        </ns0:nvSpPr>
        <ns0:spPr>
          <ns1:xfrm flipH="1">
            <ns1:off x="1107500" y="4992916"/>
            <ns1:ext cx="2911106" cy="820674"/>
          </ns1:xfrm>
          <ns1:prstGeom prst="rect">
            <ns1:avLst/>
          </ns1:prstGeom>
          <ns1:noFill/>
        </ns0:spPr>
        <ns0:txBody>
          <ns1:bodyPr wrap="square" rtlCol="0">
            <ns1:spAutoFit/>
          </ns1:bodyPr>
          <ns1:lstStyle/>
          <ns1:p>
            <ns1:pPr algn="r">
              <ns1:lnSpc>
                <ns1:spcPct val="150000"/>
              </ns1:lnSpc>
            </ns1:pPr>
            <ns1:r>
              <ns1:rPr lang="en-US" sz="1100">
                <ns1:solidFill>
                  <ns1:schemeClr val="bg1">
                    <ns1:lumMod val="50000"/>
                  </ns1:schemeClr>
                </ns1:solidFill>
                <ns1:latin typeface="Lato" panose="020F0502020204030203" pitchFamily="34" charset="0"/>
                <ns1:ea typeface="Lato" panose="020F0502020204030203" pitchFamily="34" charset="0"/>
                <ns1:cs typeface="Lato" panose="020F0502020204030203" pitchFamily="34" charset="0"/>
              </ns1:rPr>
              <ns1:t>{SlideSupportingContent2}</ns1:t>
            </ns1:r>
          </ns1:p>
        </ns0:txBody>
      </ns0:sp>
      <ns0:sp>
        <ns0:nvSpPr>
          <ns0:cNvPr id="69" name="TextBox 68">
            <ns1:extLst>
              <ns1:ext uri="{FF2B5EF4-FFF2-40B4-BE49-F238E27FC236}">
                <ns2:creationId id="{A3DF72CB-EBBB-4A55-BB07-C503AB81D546}"/>
              </ns1:ext>
            </ns1:extLst>
          </ns0:cNvPr>
          <ns0:cNvSpPr txBox="1"/>
          <ns0:nvPr/>
        </ns0:nvSpPr>
        <ns0:spPr>
          <ns1:xfrm flipH="1">
            <ns1:off x="1106426" y="4656636"/>
            <ns1:ext cx="2912179" cy="332848"/>
          </ns1:xfrm>
          <ns1:prstGeom prst="rect">
            <ns1:avLst/>
          </ns1:prstGeom>
          <ns1:noFill/>
        </ns0:spPr>
        <ns0:txBody>
          <ns1:bodyPr wrap="square" rtlCol="0">
            <ns1:spAutoFit/>
          </ns1:bodyPr>
          <ns1:lstStyle/>
          <ns1:p>
            <ns1:pPr algn="r">
              <ns1:lnSpc>
                <ns1:spcPct val="150000"/>
              </ns1:lnSpc>
            </ns1:pPr>
            <ns1:r>
              <ns1:rPr lang="en-US" sz="1200" b="1">
                <ns1:solidFill>
                  <ns1:schemeClr val="tx1">
                    <ns1:lumMod val="75000"/>
                    <ns1:lumOff val="25000"/>
                  </ns1:schemeClr>
                </ns1:solidFill>
                <ns1:latin typeface="Lato" panose="020F0502020204030203" pitchFamily="34" charset="0"/>
                <ns1:ea typeface="Lato" panose="020F0502020204030203" pitchFamily="34" charset="0"/>
                <ns1:cs typeface="Lato" panose="020F0502020204030203" pitchFamily="34" charset="0"/>
              </ns1:rPr>
              <ns1:t>{SlideSupportingContent3}</ns1:t>
            </ns1:r>
          </ns1:p>
        </ns0:txBody>
      </ns0:sp>
      <ns0:sp>
        <ns0:nvSpPr>
          <ns0:cNvPr id="70" name="Slide Number Placeholder 69">
            <ns1:extLst>
              <ns1:ext uri="{FF2B5EF4-FFF2-40B4-BE49-F238E27FC236}">
                <ns2:creationId id="{9D62B26B-AF85-48AF-A525-38885002A1DC}"/>
              </ns1:ext>
            </ns1:extLst>
          </ns0:cNvPr>
          <ns0:cNvSpPr>
            <ns1:spLocks noGrp="1"/>
          </ns0:cNvSpPr>
          <ns0:nvPr>
            <ns0:ph type="sldNum" sz="quarter" idx="4"/>
          </ns0:nvPr>
        </ns0:nvSpPr>
        <ns0:spPr/>
        <ns0:txBody>
          <ns1:bodyPr/>
          <ns1:lstStyle/>
          <ns1:p>
            <ns1:fld id="{BC64674B-0CCF-4531-A68C-815F17BC8CC8}" type="slidenum">
              <ns1:rPr lang="en-US" smtClean="0"/>
              <ns1:pPr/>
              <ns1:t>{SlideStatistic}</ns1:t>
            </ns1:fld>
            <ns1:endParaRPr lang="en-US"/>
          </ns1:p>
        </ns0:txBody>
      </ns0:sp>
    </ns0:spTree>
    <ns0:extLst>
      <ns0:ext uri="{BB962C8B-B14F-4D97-AF65-F5344CB8AC3E}">
        <ns4:creationId val="2150153299"/>
      </ns0:ext>
    </ns0:extLst>
  </ns0:cSld>
  <ns0:clrMapOvr>
    <ns1:masterClrMapping/>
  </ns0:clrMapOvr>
</ns0:sld>
</file>

<file path=ppt/slides/slide27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microsoft.com/office/drawing/2010/main" xmlns:ns4="http://schemas.microsoft.com/office/powerpoint/2010/main">
  <ns0:cSld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46" name="Slide Number Placeholder 45">
            <ns1:extLst>
              <ns1:ext uri="{FF2B5EF4-FFF2-40B4-BE49-F238E27FC236}">
                <ns2:creationId id="{65494D15-836D-4440-8443-B8D8392606B2}"/>
              </ns1:ext>
            </ns1:extLst>
          </ns0:cNvPr>
          <ns0:cNvSpPr>
            <ns1:spLocks noGrp="1"/>
          </ns0:cNvSpPr>
          <ns0:nvPr>
            <ns0:ph type="sldNum" sz="quarter" idx="4"/>
          </ns0:nvPr>
        </ns0:nvSpPr>
        <ns0:spPr/>
        <ns0:txBody>
          <ns1:bodyPr/>
          <ns1:lstStyle/>
          <ns1:p>
            <ns1:fld id="{BC64674B-0CCF-4531-A68C-815F17BC8CC8}" type="slidenum">
              <ns1:rPr lang="en-US" smtClean="0"/>
              <ns1:pPr/>
              <ns1:t>{SlideStatistic}</ns1:t>
            </ns1:fld>
            <ns1:endParaRPr lang="en-US"/>
          </ns1:p>
        </ns0:txBody>
      </ns0:sp>
      <ns0:grpSp>
        <ns0:nvGrpSpPr>
          <ns0:cNvPr id="82" name="Group 81">
            <ns1:extLst>
              <ns1:ext uri="{FF2B5EF4-FFF2-40B4-BE49-F238E27FC236}">
                <ns2:creationId id="{E32021B2-1FEC-4BCA-AE17-1AE828E1A1E4}"/>
              </ns1:ext>
            </ns1:extLst>
          </ns0:cNvPr>
          <ns0:cNvGrpSpPr/>
          <ns0:nvPr/>
        </ns0:nvGrpSpPr>
        <ns0:grpSpPr>
          <ns1:xfrm>
            <ns1:off x="1257239" y="2451329"/>
            <ns1:ext cx="9677522" cy="1955342"/>
            <ns1:chOff x="1257239" y="2451330"/>
            <ns1:chExt cx="9677522" cy="1955342"/>
          </ns1:xfrm>
        </ns0:grpSpPr>
        <ns0:sp>
          <ns0:nvSpPr>
            <ns0:cNvPr id="3" name="Oval 2">
              <ns1:extLst>
                <ns1:ext uri="{FF2B5EF4-FFF2-40B4-BE49-F238E27FC236}">
                  <ns2:creationId id="{4626EBC6-B7DC-44A7-9632-9E6CF0F919A6}"/>
                </ns1:ext>
              </ns1:extLst>
            </ns0:cNvPr>
            <ns0:cNvSpPr/>
            <ns0:nvPr/>
          </ns0:nvSpPr>
          <ns0:spPr>
            <ns1:xfrm rot="10800000" flipV="1">
              <ns1:off x="9430242" y="2893298"/>
              <ns1:ext cx="1071408" cy="1071408"/>
            </ns1:xfrm>
            <ns1:prstGeom prst="ellipse">
              <ns1:avLst/>
            </ns1:prstGeom>
            <ns1:solidFill>
              <ns1:schemeClr val="tx1">
                <ns1:lumMod val="75000"/>
                <ns1:lumOff val="25000"/>
              </ns1:schemeClr>
            </ns1:solidFill>
            <ns1:ln>
              <ns1:noFill/>
            </ns1:ln>
          </ns0:spPr>
          <ns0:style>
            <ns1:lnRef idx="2">
              <ns1:schemeClr val="accent1">
                <ns1:shade val="50000"/>
              </ns1:schemeClr>
            </ns1:lnRef>
            <ns1:fillRef idx="1">
              <ns1:schemeClr val="accent1"/>
            </ns1:fillRef>
            <ns1:effectRef idx="0">
              <ns1:schemeClr val="accent1"/>
            </ns1:effectRef>
            <ns1:fontRef idx="minor">
              <ns1:schemeClr val="lt1"/>
            </ns1:fontRef>
          </ns0:style>
          <ns0:txBody>
            <ns1:bodyPr rtlCol="0" anchor="ctr"/>
            <ns1:lstStyle/>
            <ns1:p>
              <ns1:pPr algn="ctr"/>
              <ns1:endParaRPr lang="en-US"/>
            </ns1:p>
          </ns0:txBody>
        </ns0:sp>
        <ns0:sp>
          <ns0:nvSpPr>
            <ns0:cNvPr id="4" name="Oval 3">
              <ns1:extLst>
                <ns1:ext uri="{FF2B5EF4-FFF2-40B4-BE49-F238E27FC236}">
                  <ns2:creationId id="{6F3FCAC8-A2A2-4B17-A445-5184F3FA61EF}"/>
                </ns1:ext>
              </ns1:extLst>
            </ns0:cNvPr>
            <ns0:cNvSpPr/>
            <ns0:nvPr/>
          </ns0:nvSpPr>
          <ns0:spPr>
            <ns1:xfrm rot="10800000" flipV="1">
              <ns1:off x="7492611" y="2893298"/>
              <ns1:ext cx="1071408" cy="1071408"/>
            </ns1:xfrm>
            <ns1:prstGeom prst="ellipse">
              <ns1:avLst/>
            </ns1:prstGeom>
            <ns1:solidFill>
              <ns1:srgbClr val="F1856F"/>
            </ns1:solidFill>
            <ns1:ln>
              <ns1:noFill/>
            </ns1:ln>
          </ns0:spPr>
          <ns0:style>
            <ns1:lnRef idx="2">
              <ns1:schemeClr val="accent1">
                <ns1:shade val="50000"/>
              </ns1:schemeClr>
            </ns1:lnRef>
            <ns1:fillRef idx="1">
              <ns1:schemeClr val="accent1"/>
            </ns1:fillRef>
            <ns1:effectRef idx="0">
              <ns1:schemeClr val="accent1"/>
            </ns1:effectRef>
            <ns1:fontRef idx="minor">
              <ns1:schemeClr val="lt1"/>
            </ns1:fontRef>
          </ns0:style>
          <ns0:txBody>
            <ns1:bodyPr rtlCol="0" anchor="ctr"/>
            <ns1:lstStyle/>
            <ns1:p>
              <ns1:pPr algn="ctr"/>
              <ns1:endParaRPr lang="en-US"/>
            </ns1:p>
          </ns0:txBody>
        </ns0:sp>
        <ns0:sp>
          <ns0:nvSpPr>
            <ns0:cNvPr id="5" name="Oval 4">
              <ns1:extLst>
                <ns1:ext uri="{FF2B5EF4-FFF2-40B4-BE49-F238E27FC236}">
                  <ns2:creationId id="{76D95610-A433-4196-8DB6-9E01F60D56E8}"/>
                </ns1:ext>
              </ns1:extLst>
            </ns0:cNvPr>
            <ns0:cNvSpPr/>
            <ns0:nvPr/>
          </ns0:nvSpPr>
          <ns0:spPr>
            <ns1:xfrm rot="10800000" flipV="1">
              <ns1:off x="5560295" y="2893298"/>
              <ns1:ext cx="1071408" cy="1071408"/>
            </ns1:xfrm>
            <ns1:prstGeom prst="ellipse">
              <ns1:avLst/>
            </ns1:prstGeom>
            <ns1:solidFill>
              <ns1:schemeClr val="tx1">
                <ns1:lumMod val="75000"/>
                <ns1:lumOff val="25000"/>
              </ns1:schemeClr>
            </ns1:solidFill>
            <ns1:ln>
              <ns1:noFill/>
            </ns1:ln>
          </ns0:spPr>
          <ns0:style>
            <ns1:lnRef idx="2">
              <ns1:schemeClr val="accent1">
                <ns1:shade val="50000"/>
              </ns1:schemeClr>
            </ns1:lnRef>
            <ns1:fillRef idx="1">
              <ns1:schemeClr val="accent1"/>
            </ns1:fillRef>
            <ns1:effectRef idx="0">
              <ns1:schemeClr val="accent1"/>
            </ns1:effectRef>
            <ns1:fontRef idx="minor">
              <ns1:schemeClr val="lt1"/>
            </ns1:fontRef>
          </ns0:style>
          <ns0:txBody>
            <ns1:bodyPr rtlCol="0" anchor="ctr"/>
            <ns1:lstStyle/>
            <ns1:p>
              <ns1:pPr algn="ctr"/>
              <ns1:endParaRPr lang="en-US"/>
            </ns1:p>
          </ns0:txBody>
        </ns0:sp>
        <ns0:sp>
          <ns0:nvSpPr>
            <ns0:cNvPr id="6" name="Oval 5">
              <ns1:extLst>
                <ns1:ext uri="{FF2B5EF4-FFF2-40B4-BE49-F238E27FC236}">
                  <ns2:creationId id="{CBE9D13F-BCA7-445F-B2D3-166DB9924FED}"/>
                </ns1:ext>
              </ns1:extLst>
            </ns0:cNvPr>
            <ns0:cNvSpPr/>
            <ns0:nvPr/>
          </ns0:nvSpPr>
          <ns0:spPr>
            <ns1:xfrm rot="10800000" flipV="1">
              <ns1:off x="3627980" y="2893298"/>
              <ns1:ext cx="1071408" cy="1071408"/>
            </ns1:xfrm>
            <ns1:prstGeom prst="ellipse">
              <ns1:avLst/>
            </ns1:prstGeom>
            <ns1:solidFill>
              <ns1:srgbClr val="F1856F"/>
            </ns1:solidFill>
            <ns1:ln>
              <ns1:noFill/>
            </ns1:ln>
          </ns0:spPr>
          <ns0:style>
            <ns1:lnRef idx="2">
              <ns1:schemeClr val="accent1">
                <ns1:shade val="50000"/>
              </ns1:schemeClr>
            </ns1:lnRef>
            <ns1:fillRef idx="1">
              <ns1:schemeClr val="accent1"/>
            </ns1:fillRef>
            <ns1:effectRef idx="0">
              <ns1:schemeClr val="accent1"/>
            </ns1:effectRef>
            <ns1:fontRef idx="minor">
              <ns1:schemeClr val="lt1"/>
            </ns1:fontRef>
          </ns0:style>
          <ns0:txBody>
            <ns1:bodyPr rtlCol="0" anchor="ctr"/>
            <ns1:lstStyle/>
            <ns1:p>
              <ns1:pPr algn="ctr"/>
              <ns1:endParaRPr lang="en-US"/>
            </ns1:p>
          </ns0:txBody>
        </ns0:sp>
        <ns0:sp>
          <ns0:nvSpPr>
            <ns0:cNvPr id="7" name="Oval 6">
              <ns1:extLst>
                <ns1:ext uri="{FF2B5EF4-FFF2-40B4-BE49-F238E27FC236}">
                  <ns2:creationId id="{F3E36EE8-13E5-4609-85AC-3270EA664792}"/>
                </ns1:ext>
              </ns1:extLst>
            </ns0:cNvPr>
            <ns0:cNvSpPr/>
            <ns0:nvPr/>
          </ns0:nvSpPr>
          <ns0:spPr>
            <ns1:xfrm rot="10800000" flipV="1">
              <ns1:off x="1690351" y="2893298"/>
              <ns1:ext cx="1071408" cy="1071408"/>
            </ns1:xfrm>
            <ns1:prstGeom prst="ellipse">
              <ns1:avLst/>
            </ns1:prstGeom>
            <ns1:solidFill>
              <ns1:schemeClr val="tx1">
                <ns1:lumMod val="75000"/>
                <ns1:lumOff val="25000"/>
              </ns1:schemeClr>
            </ns1:solidFill>
            <ns1:ln>
              <ns1:noFill/>
            </ns1:ln>
          </ns0:spPr>
          <ns0:style>
            <ns1:lnRef idx="2">
              <ns1:schemeClr val="accent1">
                <ns1:shade val="50000"/>
              </ns1:schemeClr>
            </ns1:lnRef>
            <ns1:fillRef idx="1">
              <ns1:schemeClr val="accent1"/>
            </ns1:fillRef>
            <ns1:effectRef idx="0">
              <ns1:schemeClr val="accent1"/>
            </ns1:effectRef>
            <ns1:fontRef idx="minor">
              <ns1:schemeClr val="lt1"/>
            </ns1:fontRef>
          </ns0:style>
          <ns0:txBody>
            <ns1:bodyPr rtlCol="0" anchor="ctr"/>
            <ns1:lstStyle/>
            <ns1:p>
              <ns1:pPr algn="ctr"/>
              <ns1:endParaRPr lang="en-US"/>
            </ns1:p>
          </ns0:txBody>
        </ns0:sp>
        <ns0:sp>
          <ns0:nvSpPr>
            <ns0:cNvPr id="8" name="Freeform 6">
              <ns1:extLst>
                <ns1:ext uri="{FF2B5EF4-FFF2-40B4-BE49-F238E27FC236}">
                  <ns2:creationId id="{83040BF6-DB63-41C2-B43E-420FE2BBBA60}"/>
                </ns1:ext>
              </ns1:extLst>
            </ns0:cNvPr>
            <ns0:cNvSpPr>
              <ns1:spLocks/>
            </ns0:cNvSpPr>
            <ns0:nvPr/>
          </ns0:nvSpPr>
          <ns0:spPr bwMode="auto">
            <ns1:xfrm rot="10800000" flipV="1">
              <ns1:off x="8997130" y="2451330"/>
              <ns1:ext cx="1937631" cy="970587"/>
            </ns1:xfrm>
            <ns1:custGeom>
              <ns1:avLst/>
              <ns1:gdLst>
                <ns1:gd name="T0" fmla="*/ 231 w 231"/>
                <ns1:gd name="T1" fmla="*/ 115 h 115"/>
                <ns1:gd name="T2" fmla="*/ 116 w 231"/>
                <ns1:gd name="T3" fmla="*/ 0 h 115"/>
                <ns1:gd name="T4" fmla="*/ 0 w 231"/>
                <ns1:gd name="T5" fmla="*/ 115 h 115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</ns1:cxnLst>
              <ns1:rect l="0" t="0" r="r" b="b"/>
              <ns1:pathLst>
                <ns1:path w="231" h="115">
                  <ns1:moveTo>
                    <ns1:pt x="231" y="115"/>
                  </ns1:moveTo>
                  <ns1:cubicBezTo>
                    <ns1:pt x="231" y="52"/>
                    <ns1:pt x="179" y="0"/>
                    <ns1:pt x="116" y="0"/>
                  </ns1:cubicBezTo>
                  <ns1:cubicBezTo>
                    <ns1:pt x="52" y="0"/>
                    <ns1:pt x="0" y="52"/>
                    <ns1:pt x="0" y="115"/>
                  </ns1:cubicBezTo>
                </ns1:path>
              </ns1:pathLst>
            </ns1:custGeom>
            <ns1:noFill/>
            <ns1:ln w="317500" cap="flat">
              <ns1:solidFill>
                <ns1:schemeClr val="tx1">
                  <ns1:lumMod val="10000"/>
                  <ns1:lumOff val="90000"/>
                </ns1:schemeClr>
              </ns1:solidFill>
              <ns1:prstDash val="solid"/>
              <ns1:miter lim="800000"/>
              <ns1:headEnd/>
              <ns1:tailEnd/>
            </ns1:ln>
            <ns1:extLst>
              <ns1:ext uri="{909E8E84-426E-40DD-AFC4-6F175D3DCCD1}">
                <ns3:hiddenFill>
                  <ns1:noFill/>
                </ns3:hiddenFill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en-US"/>
            </ns1:p>
          </ns0:txBody>
        </ns0:sp>
        <ns0:sp>
          <ns0:nvSpPr>
            <ns0:cNvPr id="9" name="Freeform 7">
              <ns1:extLst>
                <ns1:ext uri="{FF2B5EF4-FFF2-40B4-BE49-F238E27FC236}">
                  <ns2:creationId id="{EA96E078-372A-4382-B0EA-A0C54CAF278E}"/>
                </ns1:ext>
              </ns1:extLst>
            </ns0:cNvPr>
            <ns0:cNvSpPr>
              <ns1:spLocks/>
            </ns0:cNvSpPr>
            <ns0:nvPr/>
          </ns0:nvSpPr>
          <ns0:spPr bwMode="auto">
            <ns1:xfrm rot="10800000" flipV="1">
              <ns1:off x="7059500" y="3421917"/>
              <ns1:ext cx="1937631" cy="984755"/>
            </ns1:xfrm>
            <ns1:custGeom>
              <ns1:avLst/>
              <ns1:gdLst>
                <ns1:gd name="T0" fmla="*/ 0 w 231"/>
                <ns1:gd name="T1" fmla="*/ 0 h 116"/>
                <ns1:gd name="T2" fmla="*/ 115 w 231"/>
                <ns1:gd name="T3" fmla="*/ 116 h 116"/>
                <ns1:gd name="T4" fmla="*/ 231 w 231"/>
                <ns1:gd name="T5" fmla="*/ 0 h 116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</ns1:cxnLst>
              <ns1:rect l="0" t="0" r="r" b="b"/>
              <ns1:pathLst>
                <ns1:path w="231" h="116">
                  <ns1:moveTo>
                    <ns1:pt x="0" y="0"/>
                  </ns1:moveTo>
                  <ns1:cubicBezTo>
                    <ns1:pt x="0" y="64"/>
                    <ns1:pt x="52" y="116"/>
                    <ns1:pt x="115" y="116"/>
                  </ns1:cubicBezTo>
                  <ns1:cubicBezTo>
                    <ns1:pt x="179" y="116"/>
                    <ns1:pt x="231" y="64"/>
                    <ns1:pt x="231" y="0"/>
                  </ns1:cubicBezTo>
                </ns1:path>
              </ns1:pathLst>
            </ns1:custGeom>
            <ns1:noFill/>
            <ns1:ln w="317500" cap="flat">
              <ns1:solidFill>
                <ns1:schemeClr val="tx1">
                  <ns1:lumMod val="10000"/>
                  <ns1:lumOff val="90000"/>
                </ns1:schemeClr>
              </ns1:solidFill>
              <ns1:prstDash val="solid"/>
              <ns1:miter lim="800000"/>
              <ns1:headEnd/>
              <ns1:tailEnd/>
            </ns1:ln>
            <ns1:extLst>
              <ns1:ext uri="{909E8E84-426E-40DD-AFC4-6F175D3DCCD1}">
                <ns3:hiddenFill>
                  <ns1:noFill/>
                </ns3:hiddenFill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en-US"/>
            </ns1:p>
          </ns0:txBody>
        </ns0:sp>
        <ns0:sp>
          <ns0:nvSpPr>
            <ns0:cNvPr id="10" name="Freeform 8">
              <ns1:extLst>
                <ns1:ext uri="{FF2B5EF4-FFF2-40B4-BE49-F238E27FC236}">
                  <ns2:creationId id="{157A9717-3F70-4A78-9527-F5215A6091FC}"/>
                </ns1:ext>
              </ns1:extLst>
            </ns0:cNvPr>
            <ns0:cNvSpPr>
              <ns1:spLocks/>
            </ns0:cNvSpPr>
            <ns0:nvPr/>
          </ns0:nvSpPr>
          <ns0:spPr bwMode="auto">
            <ns1:xfrm rot="10800000" flipV="1">
              <ns1:off x="5132497" y="2451330"/>
              <ns1:ext cx="1927003" cy="970587"/>
            </ns1:xfrm>
            <ns1:custGeom>
              <ns1:avLst/>
              <ns1:gdLst>
                <ns1:gd name="T0" fmla="*/ 230 w 230"/>
                <ns1:gd name="T1" fmla="*/ 115 h 115"/>
                <ns1:gd name="T2" fmla="*/ 115 w 230"/>
                <ns1:gd name="T3" fmla="*/ 0 h 115"/>
                <ns1:gd name="T4" fmla="*/ 0 w 230"/>
                <ns1:gd name="T5" fmla="*/ 115 h 115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</ns1:cxnLst>
              <ns1:rect l="0" t="0" r="r" b="b"/>
              <ns1:pathLst>
                <ns1:path w="230" h="115">
                  <ns1:moveTo>
                    <ns1:pt x="230" y="115"/>
                  </ns1:moveTo>
                  <ns1:cubicBezTo>
                    <ns1:pt x="230" y="52"/>
                    <ns1:pt x="179" y="0"/>
                    <ns1:pt x="115" y="0"/>
                  </ns1:cubicBezTo>
                  <ns1:cubicBezTo>
                    <ns1:pt x="51" y="0"/>
                    <ns1:pt x="0" y="52"/>
                    <ns1:pt x="0" y="115"/>
                  </ns1:cubicBezTo>
                </ns1:path>
              </ns1:pathLst>
            </ns1:custGeom>
            <ns1:noFill/>
            <ns1:ln w="317500" cap="flat">
              <ns1:solidFill>
                <ns1:schemeClr val="tx1">
                  <ns1:lumMod val="10000"/>
                  <ns1:lumOff val="90000"/>
                </ns1:schemeClr>
              </ns1:solidFill>
              <ns1:prstDash val="solid"/>
              <ns1:miter lim="800000"/>
              <ns1:headEnd/>
              <ns1:tailEnd/>
            </ns1:ln>
            <ns1:extLst>
              <ns1:ext uri="{909E8E84-426E-40DD-AFC4-6F175D3DCCD1}">
                <ns3:hiddenFill>
                  <ns1:noFill/>
                </ns3:hiddenFill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en-US"/>
            </ns1:p>
          </ns0:txBody>
        </ns0:sp>
        <ns0:sp>
          <ns0:nvSpPr>
            <ns0:cNvPr id="11" name="Freeform 9">
              <ns1:extLst>
                <ns1:ext uri="{FF2B5EF4-FFF2-40B4-BE49-F238E27FC236}">
                  <ns2:creationId id="{EC845C8B-6E12-4401-92ED-FE3E8C47ADC3}"/>
                </ns1:ext>
              </ns1:extLst>
            </ns0:cNvPr>
            <ns0:cNvSpPr>
              <ns1:spLocks/>
            </ns0:cNvSpPr>
            <ns0:nvPr/>
          </ns0:nvSpPr>
          <ns0:spPr bwMode="auto">
            <ns1:xfrm rot="10800000" flipV="1">
              <ns1:off x="3194869" y="3421917"/>
              <ns1:ext cx="1937631" cy="984755"/>
            </ns1:xfrm>
            <ns1:custGeom>
              <ns1:avLst/>
              <ns1:gdLst>
                <ns1:gd name="T0" fmla="*/ 0 w 231"/>
                <ns1:gd name="T1" fmla="*/ 0 h 116"/>
                <ns1:gd name="T2" fmla="*/ 116 w 231"/>
                <ns1:gd name="T3" fmla="*/ 116 h 116"/>
                <ns1:gd name="T4" fmla="*/ 231 w 231"/>
                <ns1:gd name="T5" fmla="*/ 0 h 116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</ns1:cxnLst>
              <ns1:rect l="0" t="0" r="r" b="b"/>
              <ns1:pathLst>
                <ns1:path w="231" h="116">
                  <ns1:moveTo>
                    <ns1:pt x="0" y="0"/>
                  </ns1:moveTo>
                  <ns1:cubicBezTo>
                    <ns1:pt x="0" y="64"/>
                    <ns1:pt x="52" y="116"/>
                    <ns1:pt x="116" y="116"/>
                  </ns1:cubicBezTo>
                  <ns1:cubicBezTo>
                    <ns1:pt x="179" y="116"/>
                    <ns1:pt x="231" y="64"/>
                    <ns1:pt x="231" y="0"/>
                  </ns1:cubicBezTo>
                </ns1:path>
              </ns1:pathLst>
            </ns1:custGeom>
            <ns1:noFill/>
            <ns1:ln w="317500" cap="flat">
              <ns1:solidFill>
                <ns1:schemeClr val="tx1">
                  <ns1:lumMod val="10000"/>
                  <ns1:lumOff val="90000"/>
                </ns1:schemeClr>
              </ns1:solidFill>
              <ns1:prstDash val="solid"/>
              <ns1:miter lim="800000"/>
              <ns1:headEnd/>
              <ns1:tailEnd/>
            </ns1:ln>
            <ns1:extLst>
              <ns1:ext uri="{909E8E84-426E-40DD-AFC4-6F175D3DCCD1}">
                <ns3:hiddenFill>
                  <ns1:noFill/>
                </ns3:hiddenFill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en-US"/>
            </ns1:p>
          </ns0:txBody>
        </ns0:sp>
        <ns0:sp>
          <ns0:nvSpPr>
            <ns0:cNvPr id="12" name="Freeform 13">
              <ns1:extLst>
                <ns1:ext uri="{FF2B5EF4-FFF2-40B4-BE49-F238E27FC236}">
                  <ns2:creationId id="{2B08E64A-6379-42B3-961C-49F308B5CBF2}"/>
                </ns1:ext>
              </ns1:extLst>
            </ns0:cNvPr>
            <ns0:cNvSpPr>
              <ns1:spLocks/>
            </ns0:cNvSpPr>
            <ns0:nvPr/>
          </ns0:nvSpPr>
          <ns0:spPr bwMode="auto">
            <ns1:xfrm rot="10800000" flipV="1">
              <ns1:off x="1257239" y="2451330"/>
              <ns1:ext cx="1937631" cy="970587"/>
            </ns1:xfrm>
            <ns1:custGeom>
              <ns1:avLst/>
              <ns1:gdLst>
                <ns1:gd name="T0" fmla="*/ 231 w 231"/>
                <ns1:gd name="T1" fmla="*/ 115 h 115"/>
                <ns1:gd name="T2" fmla="*/ 115 w 231"/>
                <ns1:gd name="T3" fmla="*/ 0 h 115"/>
                <ns1:gd name="T4" fmla="*/ 0 w 231"/>
                <ns1:gd name="T5" fmla="*/ 115 h 115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</ns1:cxnLst>
              <ns1:rect l="0" t="0" r="r" b="b"/>
              <ns1:pathLst>
                <ns1:path w="231" h="115">
                  <ns1:moveTo>
                    <ns1:pt x="231" y="115"/>
                  </ns1:moveTo>
                  <ns1:cubicBezTo>
                    <ns1:pt x="231" y="52"/>
                    <ns1:pt x="179" y="0"/>
                    <ns1:pt x="115" y="0"/>
                  </ns1:cubicBezTo>
                  <ns1:cubicBezTo>
                    <ns1:pt x="52" y="0"/>
                    <ns1:pt x="0" y="52"/>
                    <ns1:pt x="0" y="115"/>
                  </ns1:cubicBezTo>
                </ns1:path>
              </ns1:pathLst>
            </ns1:custGeom>
            <ns1:noFill/>
            <ns1:ln w="317500" cap="flat">
              <ns1:solidFill>
                <ns1:schemeClr val="tx1">
                  <ns1:lumMod val="10000"/>
                  <ns1:lumOff val="90000"/>
                </ns1:schemeClr>
              </ns1:solidFill>
              <ns1:prstDash val="solid"/>
              <ns1:miter lim="800000"/>
              <ns1:headEnd/>
              <ns1:tailEnd/>
            </ns1:ln>
            <ns1:extLst>
              <ns1:ext uri="{909E8E84-426E-40DD-AFC4-6F175D3DCCD1}">
                <ns3:hiddenFill>
                  <ns1:noFill/>
                </ns3:hiddenFill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en-US"/>
            </ns1:p>
          </ns0:txBody>
        </ns0:sp>
        <ns0:grpSp>
          <ns0:nvGrpSpPr>
            <ns0:cNvPr id="48" name="Group 51">
              <ns1:extLst>
                <ns1:ext uri="{FF2B5EF4-FFF2-40B4-BE49-F238E27FC236}">
                  <ns2:creationId id="{2F4458AF-4726-4174-B9C4-BAF2F5B930E0}"/>
                </ns1:ext>
              </ns1:extLst>
            </ns0:cNvPr>
            <ns0:cNvGrpSpPr>
              <ns1:grpSpLocks noChangeAspect="1"/>
            </ns0:cNvGrpSpPr>
            <ns0:nvPr/>
          </ns0:nvGrpSpPr>
          <ns0:grpSpPr bwMode="auto">
            <ns1:xfrm>
              <ns1:off x="3906729" y="3163962"/>
              <ns1:ext cx="513908" cy="530080"/>
              <ns1:chOff x="1746" y="-72"/>
              <ns1:chExt cx="4258" cy="4392"/>
            </ns1:xfrm>
            <ns1:solidFill>
              <ns1:schemeClr val="bg1"/>
            </ns1:solidFill>
          </ns0:grpSpPr>
          <ns0:sp>
            <ns0:nvSpPr>
              <ns0:cNvPr id="49" name="Freeform 52">
                <ns1:extLst>
                  <ns1:ext uri="{FF2B5EF4-FFF2-40B4-BE49-F238E27FC236}">
                    <ns2:creationId id="{94633142-D975-4215-B590-0E9E6306E28D}"/>
                  </ns1:ext>
                </ns1:extLst>
              </ns0:cNvPr>
              <ns0:cNvSpPr>
                <ns1:spLocks/>
              </ns0:cNvSpPr>
              <ns0:nvPr/>
            </ns0:nvSpPr>
            <ns0:spPr bwMode="auto">
              <ns1:xfrm>
                <ns1:off x="3662" y="2461"/>
                <ns1:ext cx="206" cy="210"/>
              </ns1:xfrm>
              <ns1:custGeom>
                <ns1:avLst/>
                <ns1:gdLst>
                  <ns1:gd name="T0" fmla="*/ 29 w 98"/>
                  <ns1:gd name="T1" fmla="*/ 96 h 100"/>
                  <ns1:gd name="T2" fmla="*/ 46 w 98"/>
                  <ns1:gd name="T3" fmla="*/ 100 h 100"/>
                  <ns1:gd name="T4" fmla="*/ 82 w 98"/>
                  <ns1:gd name="T5" fmla="*/ 77 h 100"/>
                  <ns1:gd name="T6" fmla="*/ 89 w 98"/>
                  <ns1:gd name="T7" fmla="*/ 63 h 100"/>
                  <ns1:gd name="T8" fmla="*/ 70 w 98"/>
                  <ns1:gd name="T9" fmla="*/ 10 h 100"/>
                  <ns1:gd name="T10" fmla="*/ 16 w 98"/>
                  <ns1:gd name="T11" fmla="*/ 28 h 100"/>
                  <ns1:gd name="T12" fmla="*/ 10 w 98"/>
                  <ns1:gd name="T13" fmla="*/ 42 h 100"/>
                  <ns1:gd name="T14" fmla="*/ 29 w 98"/>
                  <ns1:gd name="T15" fmla="*/ 96 h 100"/>
                </ns1:gdLst>
                <ns1:ahLst/>
                <ns1:cxnLst>
                  <ns1:cxn ang="0">
                    <ns1:pos x="T0" y="T1"/>
                  </ns1:cxn>
                  <ns1:cxn ang="0">
                    <ns1:pos x="T2" y="T3"/>
                  </ns1:cxn>
                  <ns1:cxn ang="0">
                    <ns1:pos x="T4" y="T5"/>
                  </ns1:cxn>
                  <ns1:cxn ang="0">
                    <ns1:pos x="T6" y="T7"/>
                  </ns1:cxn>
                  <ns1:cxn ang="0">
                    <ns1:pos x="T8" y="T9"/>
                  </ns1:cxn>
                  <ns1:cxn ang="0">
                    <ns1:pos x="T10" y="T11"/>
                  </ns1:cxn>
                  <ns1:cxn ang="0">
                    <ns1:pos x="T12" y="T13"/>
                  </ns1:cxn>
                  <ns1:cxn ang="0">
                    <ns1:pos x="T14" y="T15"/>
                  </ns1:cxn>
                </ns1:cxnLst>
                <ns1:rect l="0" t="0" r="r" b="b"/>
                <ns1:pathLst>
                  <ns1:path w="98" h="100">
                    <ns1:moveTo>
                      <ns1:pt x="29" y="96"/>
                    </ns1:moveTo>
                    <ns1:cubicBezTo>
                      <ns1:pt x="34" y="98"/>
                      <ns1:pt x="40" y="100"/>
                      <ns1:pt x="46" y="100"/>
                    </ns1:cubicBezTo>
                    <ns1:cubicBezTo>
                      <ns1:pt x="61" y="100"/>
                      <ns1:pt x="75" y="91"/>
                      <ns1:pt x="82" y="77"/>
                    </ns1:cubicBezTo>
                    <ns1:cubicBezTo>
                      <ns1:pt x="89" y="63"/>
                      <ns1:pt x="89" y="63"/>
                      <ns1:pt x="89" y="63"/>
                    </ns1:cubicBezTo>
                    <ns1:cubicBezTo>
                      <ns1:pt x="98" y="43"/>
                      <ns1:pt x="90" y="19"/>
                      <ns1:pt x="70" y="10"/>
                    </ns1:cubicBezTo>
                    <ns1:cubicBezTo>
                      <ns1:pt x="50" y="0"/>
                      <ns1:pt x="26" y="9"/>
                      <ns1:pt x="16" y="28"/>
                    </ns1:cubicBezTo>
                    <ns1:cubicBezTo>
                      <ns1:pt x="10" y="42"/>
                      <ns1:pt x="10" y="42"/>
                      <ns1:pt x="10" y="42"/>
                    </ns1:cubicBezTo>
                    <ns1:cubicBezTo>
                      <ns1:pt x="0" y="62"/>
                      <ns1:pt x="9" y="86"/>
                      <ns1:pt x="29" y="96"/>
                    </ns1:cubicBezTo>
                    <ns1:close/>
                  </ns1:path>
                </ns1:pathLst>
              </ns1:custGeom>
              <ns1:grpFill/>
              <ns1:ln>
                <ns1:noFill/>
              </ns1:ln>
              <ns1:extLst>
                <ns1:ext uri="{91240B29-F687-4F45-9708-019B960494DF}">
                  <ns3:hiddenLine w="9525">
                    <ns1:solidFill>
                      <ns1:srgbClr val="000000"/>
                    </ns1:solidFill>
                    <ns1:round/>
                    <ns1:headEnd/>
                    <ns1:tailEnd/>
                  </ns3:hiddenLine>
                </ns1:ext>
              </ns1:extLst>
            </ns0:spPr>
            <ns0:txBody>
              <ns1:bodyPr vert="horz" wrap="square" lIns="91440" tIns="45720" rIns="91440" bIns="45720" numCol="1" anchor="t" anchorCtr="0" compatLnSpc="1">
                <ns1:prstTxWarp prst="textNoShape">
                  <ns1:avLst/>
                </ns1:prstTxWarp>
              </ns1:bodyPr>
              <ns1:lstStyle/>
              <ns1:p>
                <ns1:endParaRPr lang="en-US"/>
              </ns1:p>
            </ns0:txBody>
          </ns0:sp>
          <ns0:sp>
            <ns0:nvSpPr>
              <ns0:cNvPr id="50" name="Freeform 53">
                <ns1:extLst>
                  <ns1:ext uri="{FF2B5EF4-FFF2-40B4-BE49-F238E27FC236}">
                    <ns2:creationId id="{F12172E3-C9C5-4BEF-AEFA-B29CAE04EBF0}"/>
                  </ns1:ext>
                </ns1:extLst>
              </ns0:cNvPr>
              <ns0:cNvSpPr>
                <ns1:spLocks/>
              </ns0:cNvSpPr>
              <ns0:nvPr/>
            </ns0:nvSpPr>
            <ns0:spPr bwMode="auto">
              <ns1:xfrm>
                <ns1:off x="2340" y="1959"/>
                <ns1:ext cx="557" cy="255"/>
              </ns1:xfrm>
              <ns1:custGeom>
                <ns1:avLst/>
                <ns1:gdLst>
                  <ns1:gd name="T0" fmla="*/ 249 w 264"/>
                  <ns1:gd name="T1" fmla="*/ 16 h 121"/>
                  <ns1:gd name="T2" fmla="*/ 192 w 264"/>
                  <ns1:gd name="T3" fmla="*/ 16 h 121"/>
                  <ns1:gd name="T4" fmla="*/ 72 w 264"/>
                  <ns1:gd name="T5" fmla="*/ 16 h 121"/>
                  <ns1:gd name="T6" fmla="*/ 15 w 264"/>
                  <ns1:gd name="T7" fmla="*/ 16 h 121"/>
                  <ns1:gd name="T8" fmla="*/ 15 w 264"/>
                  <ns1:gd name="T9" fmla="*/ 72 h 121"/>
                  <ns1:gd name="T10" fmla="*/ 132 w 264"/>
                  <ns1:gd name="T11" fmla="*/ 121 h 121"/>
                  <ns1:gd name="T12" fmla="*/ 249 w 264"/>
                  <ns1:gd name="T13" fmla="*/ 72 h 121"/>
                  <ns1:gd name="T14" fmla="*/ 249 w 264"/>
                  <ns1:gd name="T15" fmla="*/ 16 h 121"/>
                </ns1:gdLst>
                <ns1:ahLst/>
                <ns1:cxnLst>
                  <ns1:cxn ang="0">
                    <ns1:pos x="T0" y="T1"/>
                  </ns1:cxn>
                  <ns1:cxn ang="0">
                    <ns1:pos x="T2" y="T3"/>
                  </ns1:cxn>
                  <ns1:cxn ang="0">
                    <ns1:pos x="T4" y="T5"/>
                  </ns1:cxn>
                  <ns1:cxn ang="0">
                    <ns1:pos x="T6" y="T7"/>
                  </ns1:cxn>
                  <ns1:cxn ang="0">
                    <ns1:pos x="T8" y="T9"/>
                  </ns1:cxn>
                  <ns1:cxn ang="0">
                    <ns1:pos x="T10" y="T11"/>
                  </ns1:cxn>
                  <ns1:cxn ang="0">
                    <ns1:pos x="T12" y="T13"/>
                  </ns1:cxn>
                  <ns1:cxn ang="0">
                    <ns1:pos x="T14" y="T15"/>
                  </ns1:cxn>
                </ns1:cxnLst>
                <ns1:rect l="0" t="0" r="r" b="b"/>
                <ns1:pathLst>
                  <ns1:path w="264" h="121">
                    <ns1:moveTo>
                      <ns1:pt x="249" y="16"/>
                    </ns1:moveTo>
                    <ns1:cubicBezTo>
                      <ns1:pt x="233" y="0"/>
                      <ns1:pt x="208" y="0"/>
                      <ns1:pt x="192" y="16"/>
                    </ns1:cubicBezTo>
                    <ns1:cubicBezTo>
                      <ns1:pt x="159" y="49"/>
                      <ns1:pt x="105" y="49"/>
                      <ns1:pt x="72" y="16"/>
                    </ns1:cubicBezTo>
                    <ns1:cubicBezTo>
                      <ns1:pt x="56" y="0"/>
                      <ns1:pt x="31" y="0"/>
                      <ns1:pt x="15" y="16"/>
                    </ns1:cubicBezTo>
                    <ns1:cubicBezTo>
                      <ns1:pt x="0" y="31"/>
                      <ns1:pt x="0" y="57"/>
                      <ns1:pt x="15" y="72"/>
                    </ns1:cubicBezTo>
                    <ns1:cubicBezTo>
                      <ns1:pt x="47" y="105"/>
                      <ns1:pt x="90" y="121"/>
                      <ns1:pt x="132" y="121"/>
                    </ns1:cubicBezTo>
                    <ns1:cubicBezTo>
                      <ns1:pt x="174" y="121"/>
                      <ns1:pt x="216" y="105"/>
                      <ns1:pt x="249" y="72"/>
                    </ns1:cubicBezTo>
                    <ns1:cubicBezTo>
                      <ns1:pt x="264" y="57"/>
                      <ns1:pt x="264" y="31"/>
                      <ns1:pt x="249" y="16"/>
                    </ns1:cubicBezTo>
                    <ns1:close/>
                  </ns1:path>
                </ns1:pathLst>
              </ns1:custGeom>
              <ns1:grpFill/>
              <ns1:ln>
                <ns1:noFill/>
              </ns1:ln>
              <ns1:extLst>
                <ns1:ext uri="{91240B29-F687-4F45-9708-019B960494DF}">
                  <ns3:hiddenLine w="9525">
                    <ns1:solidFill>
                      <ns1:srgbClr val="000000"/>
                    </ns1:solidFill>
                    <ns1:round/>
                    <ns1:headEnd/>
                    <ns1:tailEnd/>
                  </ns3:hiddenLine>
                </ns1:ext>
              </ns1:extLst>
            </ns0:spPr>
            <ns0:txBody>
              <ns1:bodyPr vert="horz" wrap="square" lIns="91440" tIns="45720" rIns="91440" bIns="45720" numCol="1" anchor="t" anchorCtr="0" compatLnSpc="1">
                <ns1:prstTxWarp prst="textNoShape">
                  <ns1:avLst/>
                </ns1:prstTxWarp>
              </ns1:bodyPr>
              <ns1:lstStyle/>
              <ns1:p>
                <ns1:endParaRPr lang="en-US"/>
              </ns1:p>
            </ns0:txBody>
          </ns0:sp>
          <ns0:sp>
            <ns0:nvSpPr>
              <ns0:cNvPr id="51" name="Freeform 54">
                <ns1:extLst>
                  <ns1:ext uri="{FF2B5EF4-FFF2-40B4-BE49-F238E27FC236}">
                    <ns2:creationId id="{7965E2F4-3B4B-42D2-ADB9-A0D96F3C84F8}"/>
                  </ns1:ext>
                </ns1:extLst>
              </ns0:cNvPr>
              <ns0:cNvSpPr>
                <ns1:spLocks noEditPoints="1"/>
              </ns0:cNvSpPr>
              <ns0:nvPr/>
            </ns0:nvSpPr>
            <ns0:spPr bwMode="auto">
              <ns1:xfrm>
                <ns1:off x="1746" y="-72"/>
                <ns1:ext cx="4258" cy="4390"/>
              </ns1:xfrm>
              <ns1:custGeom>
                <ns1:avLst/>
                <ns1:gdLst>
                  <ns1:gd name="T0" fmla="*/ 1367 w 2020"/>
                  <ns1:gd name="T1" fmla="*/ 140 h 2082"/>
                  <ns1:gd name="T2" fmla="*/ 921 w 2020"/>
                  <ns1:gd name="T3" fmla="*/ 35 h 2082"/>
                  <ns1:gd name="T4" fmla="*/ 398 w 2020"/>
                  <ns1:gd name="T5" fmla="*/ 333 h 2082"/>
                  <ns1:gd name="T6" fmla="*/ 30 w 2020"/>
                  <ns1:gd name="T7" fmla="*/ 1156 h 2082"/>
                  <ns1:gd name="T8" fmla="*/ 39 w 2020"/>
                  <ns1:gd name="T9" fmla="*/ 1278 h 2082"/>
                  <ns1:gd name="T10" fmla="*/ 161 w 2020"/>
                  <ns1:gd name="T11" fmla="*/ 1340 h 2082"/>
                  <ns1:gd name="T12" fmla="*/ 156 w 2020"/>
                  <ns1:gd name="T13" fmla="*/ 1440 h 2082"/>
                  <ns1:gd name="T14" fmla="*/ 159 w 2020"/>
                  <ns1:gd name="T15" fmla="*/ 1565 h 2082"/>
                  <ns1:gd name="T16" fmla="*/ 189 w 2020"/>
                  <ns1:gd name="T17" fmla="*/ 1640 h 2082"/>
                  <ns1:gd name="T18" fmla="*/ 372 w 2020"/>
                  <ns1:gd name="T19" fmla="*/ 1869 h 2082"/>
                  <ns1:gd name="T20" fmla="*/ 530 w 2020"/>
                  <ns1:gd name="T21" fmla="*/ 1829 h 2082"/>
                  <ns1:gd name="T22" fmla="*/ 372 w 2020"/>
                  <ns1:gd name="T23" fmla="*/ 1789 h 2082"/>
                  <ns1:gd name="T24" fmla="*/ 269 w 2020"/>
                  <ns1:gd name="T25" fmla="*/ 1618 h 2082"/>
                  <ns1:gd name="T26" fmla="*/ 243 w 2020"/>
                  <ns1:gd name="T27" fmla="*/ 1580 h 2082"/>
                  <ns1:gd name="T28" fmla="*/ 239 w 2020"/>
                  <ns1:gd name="T29" fmla="*/ 1551 h 2082"/>
                  <ns1:gd name="T30" fmla="*/ 223 w 2020"/>
                  <ns1:gd name="T31" fmla="*/ 1517 h 2082"/>
                  <ns1:gd name="T32" fmla="*/ 230 w 2020"/>
                  <ns1:gd name="T33" fmla="*/ 1470 h 2082"/>
                  <ns1:gd name="T34" fmla="*/ 241 w 2020"/>
                  <ns1:gd name="T35" fmla="*/ 1326 h 2082"/>
                  <ns1:gd name="T36" fmla="*/ 87 w 2020"/>
                  <ns1:gd name="T37" fmla="*/ 1213 h 2082"/>
                  <ns1:gd name="T38" fmla="*/ 375 w 2020"/>
                  <ns1:gd name="T39" fmla="*/ 482 h 2082"/>
                  <ns1:gd name="T40" fmla="*/ 863 w 2020"/>
                  <ns1:gd name="T41" fmla="*/ 1035 h 2082"/>
                  <ns1:gd name="T42" fmla="*/ 1037 w 2020"/>
                  <ns1:gd name="T43" fmla="*/ 1345 h 2082"/>
                  <ns1:gd name="T44" fmla="*/ 929 w 2020"/>
                  <ns1:gd name="T45" fmla="*/ 1390 h 2082"/>
                  <ns1:gd name="T46" fmla="*/ 1018 w 2020"/>
                  <ns1:gd name="T47" fmla="*/ 1590 h 2082"/>
                  <ns1:gd name="T48" fmla="*/ 1423 w 2020"/>
                  <ns1:gd name="T49" fmla="*/ 2055 h 2082"/>
                  <ns1:gd name="T50" fmla="*/ 1474 w 2020"/>
                  <ns1:gd name="T51" fmla="*/ 2080 h 2082"/>
                  <ns1:gd name="T52" fmla="*/ 1393 w 2020"/>
                  <ns1:gd name="T53" fmla="*/ 1719 h 2082"/>
                  <ns1:gd name="T54" fmla="*/ 1810 w 2020"/>
                  <ns1:gd name="T55" fmla="*/ 707 h 2082"/>
                  <ns1:gd name="T56" fmla="*/ 1879 w 2020"/>
                  <ns1:gd name="T57" fmla="*/ 141 h 2082"/>
                  <ns1:gd name="T58" fmla="*/ 1333 w 2020"/>
                  <ns1:gd name="T59" fmla="*/ 1660 h 2082"/>
                  <ns1:gd name="T60" fmla="*/ 1019 w 2020"/>
                  <ns1:gd name="T61" fmla="*/ 1446 h 2082"/>
                  <ns1:gd name="T62" fmla="*/ 1157 w 2020"/>
                  <ns1:gd name="T63" fmla="*/ 1215 h 2082"/>
                  <ns1:gd name="T64" fmla="*/ 508 w 2020"/>
                  <ns1:gd name="T65" fmla="*/ 660 h 2082"/>
                  <ns1:gd name="T66" fmla="*/ 470 w 2020"/>
                  <ns1:gd name="T67" fmla="*/ 369 h 2082"/>
                  <ns1:gd name="T68" fmla="*/ 921 w 2020"/>
                  <ns1:gd name="T69" fmla="*/ 115 h 2082"/>
                  <ns1:gd name="T70" fmla="*/ 1203 w 2020"/>
                  <ns1:gd name="T71" fmla="*/ 160 h 2082"/>
                  <ns1:gd name="T72" fmla="*/ 1723 w 2020"/>
                  <ns1:gd name="T73" fmla="*/ 1213 h 2082"/>
                  <ns1:gd name="T74" fmla="*/ 1720 w 2020"/>
                  <ns1:gd name="T75" fmla="*/ 476 h 2082"/>
                  <ns1:gd name="T76" fmla="*/ 1822 w 2020"/>
                  <ns1:gd name="T77" fmla="*/ 198 h 2082"/>
                  <ns1:gd name="T78" fmla="*/ 1786 w 2020"/>
                  <ns1:gd name="T79" fmla="*/ 628 h 2082"/>
                </ns1:gdLst>
                <ns1:ahLst/>
                <ns1:cxnLst>
                  <ns1:cxn ang="0">
                    <ns1:pos x="T0" y="T1"/>
                  </ns1:cxn>
                  <ns1:cxn ang="0">
                    <ns1:pos x="T2" y="T3"/>
                  </ns1:cxn>
                  <ns1:cxn ang="0">
                    <ns1:pos x="T4" y="T5"/>
                  </ns1:cxn>
                  <ns1:cxn ang="0">
                    <ns1:pos x="T6" y="T7"/>
                  </ns1:cxn>
                  <ns1:cxn ang="0">
                    <ns1:pos x="T8" y="T9"/>
                  </ns1:cxn>
                  <ns1:cxn ang="0">
                    <ns1:pos x="T10" y="T11"/>
                  </ns1:cxn>
                  <ns1:cxn ang="0">
                    <ns1:pos x="T12" y="T13"/>
                  </ns1:cxn>
                  <ns1:cxn ang="0">
                    <ns1:pos x="T14" y="T15"/>
                  </ns1:cxn>
                  <ns1:cxn ang="0">
                    <ns1:pos x="T16" y="T17"/>
                  </ns1:cxn>
                  <ns1:cxn ang="0">
                    <ns1:pos x="T18" y="T19"/>
                  </ns1:cxn>
                  <ns1:cxn ang="0">
                    <ns1:pos x="T20" y="T21"/>
                  </ns1:cxn>
                  <ns1:cxn ang="0">
                    <ns1:pos x="T22" y="T23"/>
                  </ns1:cxn>
                  <ns1:cxn ang="0">
                    <ns1:pos x="T24" y="T25"/>
                  </ns1:cxn>
                  <ns1:cxn ang="0">
                    <ns1:pos x="T26" y="T27"/>
                  </ns1:cxn>
                  <ns1:cxn ang="0">
                    <ns1:pos x="T28" y="T29"/>
                  </ns1:cxn>
                  <ns1:cxn ang="0">
                    <ns1:pos x="T30" y="T31"/>
                  </ns1:cxn>
                  <ns1:cxn ang="0">
                    <ns1:pos x="T32" y="T33"/>
                  </ns1:cxn>
                  <ns1:cxn ang="0">
                    <ns1:pos x="T34" y="T35"/>
                  </ns1:cxn>
                  <ns1:cxn ang="0">
                    <ns1:pos x="T36" y="T37"/>
                  </ns1:cxn>
                  <ns1:cxn ang="0">
                    <ns1:pos x="T38" y="T39"/>
                  </ns1:cxn>
                  <ns1:cxn ang="0">
                    <ns1:pos x="T40" y="T41"/>
                  </ns1:cxn>
                  <ns1:cxn ang="0">
                    <ns1:pos x="T42" y="T43"/>
                  </ns1:cxn>
                  <ns1:cxn ang="0">
                    <ns1:pos x="T44" y="T45"/>
                  </ns1:cxn>
                  <ns1:cxn ang="0">
                    <ns1:pos x="T46" y="T47"/>
                  </ns1:cxn>
                  <ns1:cxn ang="0">
                    <ns1:pos x="T48" y="T49"/>
                  </ns1:cxn>
                  <ns1:cxn ang="0">
                    <ns1:pos x="T50" y="T51"/>
                  </ns1:cxn>
                  <ns1:cxn ang="0">
                    <ns1:pos x="T52" y="T53"/>
                  </ns1:cxn>
                  <ns1:cxn ang="0">
                    <ns1:pos x="T54" y="T55"/>
                  </ns1:cxn>
                  <ns1:cxn ang="0">
                    <ns1:pos x="T56" y="T57"/>
                  </ns1:cxn>
                  <ns1:cxn ang="0">
                    <ns1:pos x="T58" y="T59"/>
                  </ns1:cxn>
                  <ns1:cxn ang="0">
                    <ns1:pos x="T60" y="T61"/>
                  </ns1:cxn>
                  <ns1:cxn ang="0">
                    <ns1:pos x="T62" y="T63"/>
                  </ns1:cxn>
                  <ns1:cxn ang="0">
                    <ns1:pos x="T64" y="T65"/>
                  </ns1:cxn>
                  <ns1:cxn ang="0">
                    <ns1:pos x="T66" y="T67"/>
                  </ns1:cxn>
                  <ns1:cxn ang="0">
                    <ns1:pos x="T68" y="T69"/>
                  </ns1:cxn>
                  <ns1:cxn ang="0">
                    <ns1:pos x="T70" y="T71"/>
                  </ns1:cxn>
                  <ns1:cxn ang="0">
                    <ns1:pos x="T72" y="T73"/>
                  </ns1:cxn>
                  <ns1:cxn ang="0">
                    <ns1:pos x="T74" y="T75"/>
                  </ns1:cxn>
                  <ns1:cxn ang="0">
                    <ns1:pos x="T76" y="T77"/>
                  </ns1:cxn>
                  <ns1:cxn ang="0">
                    <ns1:pos x="T78" y="T79"/>
                  </ns1:cxn>
                </ns1:cxnLst>
                <ns1:rect l="0" t="0" r="r" b="b"/>
                <ns1:pathLst>
                  <ns1:path w="2020" h="2082">
                    <ns1:moveTo>
                      <ns1:pt x="1879" y="141"/>
                    </ns1:moveTo>
                    <ns1:cubicBezTo>
                      <ns1:pt x="1738" y="0"/>
                      <ns1:pt x="1509" y="0"/>
                      <ns1:pt x="1367" y="140"/>
                    </ns1:cubicBezTo>
                    <ns1:cubicBezTo>
                      <ns1:pt x="1323" y="118"/>
                      <ns1:pt x="1276" y="99"/>
                      <ns1:pt x="1227" y="84"/>
                    </ns1:cubicBezTo>
                    <ns1:cubicBezTo>
                      <ns1:pt x="1065" y="33"/>
                      <ns1:pt x="932" y="35"/>
                      <ns1:pt x="921" y="35"/>
                    </ns1:cubicBezTo>
                    <ns1:cubicBezTo>
                      <ns1:pt x="704" y="35"/>
                      <ns1:pt x="514" y="126"/>
                      <ns1:pt x="427" y="273"/>
                    </ns1:cubicBezTo>
                    <ns1:cubicBezTo>
                      <ns1:pt x="415" y="292"/>
                      <ns1:pt x="405" y="312"/>
                      <ns1:pt x="398" y="333"/>
                    </ns1:cubicBezTo>
                    <ns1:cubicBezTo>
                      <ns1:pt x="356" y="372"/>
                      <ns1:pt x="170" y="565"/>
                      <ns1:pt x="170" y="838"/>
                    </ns1:cubicBezTo>
                    <ns1:cubicBezTo>
                      <ns1:pt x="170" y="1020"/>
                      <ns1:pt x="82" y="1115"/>
                      <ns1:pt x="30" y="1156"/>
                    </ns1:cubicBezTo>
                    <ns1:cubicBezTo>
                      <ns1:pt x="10" y="1171"/>
                      <ns1:pt x="0" y="1195"/>
                      <ns1:pt x="2" y="1219"/>
                    </ns1:cubicBezTo>
                    <ns1:cubicBezTo>
                      <ns1:pt x="4" y="1244"/>
                      <ns1:pt x="17" y="1266"/>
                      <ns1:pt x="39" y="1278"/>
                    </ns1:cubicBezTo>
                    <ns1:cubicBezTo>
                      <ns1:pt x="59" y="1289"/>
                      <ns1:pt x="81" y="1300"/>
                      <ns1:pt x="102" y="1310"/>
                    </ns1:cubicBezTo>
                    <ns1:cubicBezTo>
                      <ns1:pt x="121" y="1319"/>
                      <ns1:pt x="148" y="1332"/>
                      <ns1:pt x="161" y="1340"/>
                    </ns1:cubicBezTo>
                    <ns1:cubicBezTo>
                      <ns1:pt x="161" y="1412"/>
                      <ns1:pt x="161" y="1412"/>
                      <ns1:pt x="161" y="1412"/>
                    </ns1:cubicBezTo>
                    <ns1:cubicBezTo>
                      <ns1:pt x="161" y="1421"/>
                      <ns1:pt x="159" y="1431"/>
                      <ns1:pt x="156" y="1440"/>
                    </ns1:cubicBezTo>
                    <ns1:cubicBezTo>
                      <ns1:pt x="146" y="1464"/>
                      <ns1:pt x="146" y="1464"/>
                      <ns1:pt x="146" y="1464"/>
                    </ns1:cubicBezTo>
                    <ns1:cubicBezTo>
                      <ns1:pt x="132" y="1498"/>
                      <ns1:pt x="137" y="1536"/>
                      <ns1:pt x="159" y="1565"/>
                    </ns1:cubicBezTo>
                    <ns1:cubicBezTo>
                      <ns1:pt x="159" y="1574"/>
                      <ns1:pt x="159" y="1574"/>
                      <ns1:pt x="159" y="1574"/>
                    </ns1:cubicBezTo>
                    <ns1:cubicBezTo>
                      <ns1:pt x="159" y="1599"/>
                      <ns1:pt x="170" y="1623"/>
                      <ns1:pt x="189" y="1640"/>
                    </ns1:cubicBezTo>
                    <ns1:cubicBezTo>
                      <ns1:pt x="189" y="1687"/>
                      <ns1:pt x="189" y="1687"/>
                      <ns1:pt x="189" y="1687"/>
                    </ns1:cubicBezTo>
                    <ns1:cubicBezTo>
                      <ns1:pt x="189" y="1787"/>
                      <ns1:pt x="271" y="1869"/>
                      <ns1:pt x="372" y="1869"/>
                    </ns1:cubicBezTo>
                    <ns1:cubicBezTo>
                      <ns1:pt x="490" y="1869"/>
                      <ns1:pt x="490" y="1869"/>
                      <ns1:pt x="490" y="1869"/>
                    </ns1:cubicBezTo>
                    <ns1:cubicBezTo>
                      <ns1:pt x="512" y="1869"/>
                      <ns1:pt x="530" y="1851"/>
                      <ns1:pt x="530" y="1829"/>
                    </ns1:cubicBezTo>
                    <ns1:cubicBezTo>
                      <ns1:pt x="530" y="1807"/>
                      <ns1:pt x="512" y="1789"/>
                      <ns1:pt x="490" y="1789"/>
                    </ns1:cubicBezTo>
                    <ns1:cubicBezTo>
                      <ns1:pt x="372" y="1789"/>
                      <ns1:pt x="372" y="1789"/>
                      <ns1:pt x="372" y="1789"/>
                    </ns1:cubicBezTo>
                    <ns1:cubicBezTo>
                      <ns1:pt x="315" y="1789"/>
                      <ns1:pt x="269" y="1743"/>
                      <ns1:pt x="269" y="1687"/>
                    </ns1:cubicBezTo>
                    <ns1:cubicBezTo>
                      <ns1:pt x="269" y="1618"/>
                      <ns1:pt x="269" y="1618"/>
                      <ns1:pt x="269" y="1618"/>
                    </ns1:cubicBezTo>
                    <ns1:cubicBezTo>
                      <ns1:pt x="269" y="1602"/>
                      <ns1:pt x="259" y="1587"/>
                      <ns1:pt x="245" y="1581"/>
                    </ns1:cubicBezTo>
                    <ns1:cubicBezTo>
                      <ns1:pt x="243" y="1580"/>
                      <ns1:pt x="243" y="1580"/>
                      <ns1:pt x="243" y="1580"/>
                    </ns1:cubicBezTo>
                    <ns1:cubicBezTo>
                      <ns1:pt x="240" y="1579"/>
                      <ns1:pt x="239" y="1576"/>
                      <ns1:pt x="239" y="1574"/>
                    </ns1:cubicBezTo>
                    <ns1:cubicBezTo>
                      <ns1:pt x="239" y="1551"/>
                      <ns1:pt x="239" y="1551"/>
                      <ns1:pt x="239" y="1551"/>
                    </ns1:cubicBezTo>
                    <ns1:cubicBezTo>
                      <ns1:pt x="239" y="1542"/>
                      <ns1:pt x="236" y="1533"/>
                      <ns1:pt x="230" y="1526"/>
                    </ns1:cubicBezTo>
                    <ns1:cubicBezTo>
                      <ns1:pt x="223" y="1517"/>
                      <ns1:pt x="223" y="1517"/>
                      <ns1:pt x="223" y="1517"/>
                    </ns1:cubicBezTo>
                    <ns1:cubicBezTo>
                      <ns1:pt x="218" y="1511"/>
                      <ns1:pt x="217" y="1502"/>
                      <ns1:pt x="220" y="1494"/>
                    </ns1:cubicBezTo>
                    <ns1:cubicBezTo>
                      <ns1:pt x="230" y="1470"/>
                      <ns1:pt x="230" y="1470"/>
                      <ns1:pt x="230" y="1470"/>
                    </ns1:cubicBezTo>
                    <ns1:cubicBezTo>
                      <ns1:pt x="237" y="1451"/>
                      <ns1:pt x="241" y="1432"/>
                      <ns1:pt x="241" y="1412"/>
                    </ns1:cubicBezTo>
                    <ns1:cubicBezTo>
                      <ns1:pt x="241" y="1326"/>
                      <ns1:pt x="241" y="1326"/>
                      <ns1:pt x="241" y="1326"/>
                    </ns1:cubicBezTo>
                    <ns1:cubicBezTo>
                      <ns1:pt x="241" y="1288"/>
                      <ns1:pt x="202" y="1269"/>
                      <ns1:pt x="137" y="1238"/>
                    </ns1:cubicBezTo>
                    <ns1:cubicBezTo>
                      <ns1:pt x="120" y="1230"/>
                      <ns1:pt x="102" y="1221"/>
                      <ns1:pt x="87" y="1213"/>
                    </ns1:cubicBezTo>
                    <ns1:cubicBezTo>
                      <ns1:pt x="151" y="1160"/>
                      <ns1:pt x="250" y="1046"/>
                      <ns1:pt x="250" y="838"/>
                    </ns1:cubicBezTo>
                    <ns1:cubicBezTo>
                      <ns1:pt x="250" y="688"/>
                      <ns1:pt x="317" y="563"/>
                      <ns1:pt x="375" y="482"/>
                    </ns1:cubicBezTo>
                    <ns1:cubicBezTo>
                      <ns1:pt x="378" y="552"/>
                      <ns1:pt x="399" y="625"/>
                      <ns1:pt x="438" y="698"/>
                    </ns1:cubicBezTo>
                    <ns1:cubicBezTo>
                      <ns1:pt x="541" y="890"/>
                      <ns1:pt x="719" y="970"/>
                      <ns1:pt x="863" y="1035"/>
                    </ns1:cubicBezTo>
                    <ns1:cubicBezTo>
                      <ns1:pt x="1000" y="1096"/>
                      <ns1:pt x="1077" y="1135"/>
                      <ns1:pt x="1077" y="1215"/>
                    </ns1:cubicBezTo>
                    <ns1:cubicBezTo>
                      <ns1:pt x="1078" y="1275"/>
                      <ns1:pt x="1064" y="1318"/>
                      <ns1:pt x="1037" y="1345"/>
                    </ns1:cubicBezTo>
                    <ns1:cubicBezTo>
                      <ns1:pt x="1006" y="1375"/>
                      <ns1:pt x="964" y="1375"/>
                      <ns1:pt x="964" y="1375"/>
                    </ns1:cubicBezTo>
                    <ns1:cubicBezTo>
                      <ns1:pt x="950" y="1374"/>
                      <ns1:pt x="938" y="1380"/>
                      <ns1:pt x="929" y="1390"/>
                    </ns1:cubicBezTo>
                    <ns1:cubicBezTo>
                      <ns1:pt x="921" y="1401"/>
                      <ns1:pt x="919" y="1415"/>
                      <ns1:pt x="924" y="1428"/>
                    </ns1:cubicBezTo>
                    <ns1:cubicBezTo>
                      <ns1:pt x="925" y="1431"/>
                      <ns1:pt x="953" y="1511"/>
                      <ns1:pt x="1018" y="1590"/>
                    </ns1:cubicBezTo>
                    <ns1:cubicBezTo>
                      <ns1:pt x="1099" y="1688"/>
                      <ns1:pt x="1201" y="1739"/>
                      <ns1:pt x="1316" y="1740"/>
                    </ns1:cubicBezTo>
                    <ns1:cubicBezTo>
                      <ns1:pt x="1423" y="2055"/>
                      <ns1:pt x="1423" y="2055"/>
                      <ns1:pt x="1423" y="2055"/>
                    </ns1:cubicBezTo>
                    <ns1:cubicBezTo>
                      <ns1:pt x="1429" y="2072"/>
                      <ns1:pt x="1444" y="2082"/>
                      <ns1:pt x="1461" y="2082"/>
                    </ns1:cubicBezTo>
                    <ns1:cubicBezTo>
                      <ns1:pt x="1465" y="2082"/>
                      <ns1:pt x="1469" y="2082"/>
                      <ns1:pt x="1474" y="2080"/>
                    </ns1:cubicBezTo>
                    <ns1:cubicBezTo>
                      <ns1:pt x="1495" y="2073"/>
                      <ns1:pt x="1506" y="2050"/>
                      <ns1:pt x="1499" y="2029"/>
                    </ns1:cubicBezTo>
                    <ns1:cubicBezTo>
                      <ns1:pt x="1393" y="1719"/>
                      <ns1:pt x="1393" y="1719"/>
                      <ns1:pt x="1393" y="1719"/>
                    </ns1:cubicBezTo>
                    <ns1:cubicBezTo>
                      <ns1:pt x="1592" y="1612"/>
                      <ns1:pt x="1733" y="1447"/>
                      <ns1:pt x="1799" y="1238"/>
                    </ns1:cubicBezTo>
                    <ns1:cubicBezTo>
                      <ns1:pt x="1853" y="1071"/>
                      <ns1:pt x="1855" y="884"/>
                      <ns1:pt x="1810" y="707"/>
                    </ns1:cubicBezTo>
                    <ns1:cubicBezTo>
                      <ns1:pt x="1835" y="692"/>
                      <ns1:pt x="1858" y="675"/>
                      <ns1:pt x="1879" y="654"/>
                    </ns1:cubicBezTo>
                    <ns1:cubicBezTo>
                      <ns1:pt x="2020" y="513"/>
                      <ns1:pt x="2020" y="283"/>
                      <ns1:pt x="1879" y="141"/>
                    </ns1:cubicBezTo>
                    <ns1:close/>
                    <ns1:moveTo>
                      <ns1:pt x="1723" y="1213"/>
                    </ns1:moveTo>
                    <ns1:cubicBezTo>
                      <ns1:pt x="1661" y="1409"/>
                      <ns1:pt x="1526" y="1564"/>
                      <ns1:pt x="1333" y="1660"/>
                    </ns1:cubicBezTo>
                    <ns1:cubicBezTo>
                      <ns1:pt x="1236" y="1664"/>
                      <ns1:pt x="1151" y="1624"/>
                      <ns1:pt x="1081" y="1540"/>
                    </ns1:cubicBezTo>
                    <ns1:cubicBezTo>
                      <ns1:pt x="1053" y="1507"/>
                      <ns1:pt x="1032" y="1472"/>
                      <ns1:pt x="1019" y="1446"/>
                    </ns1:cubicBezTo>
                    <ns1:cubicBezTo>
                      <ns1:pt x="1042" y="1438"/>
                      <ns1:pt x="1068" y="1426"/>
                      <ns1:pt x="1092" y="1403"/>
                    </ns1:cubicBezTo>
                    <ns1:cubicBezTo>
                      <ns1:pt x="1136" y="1361"/>
                      <ns1:pt x="1158" y="1297"/>
                      <ns1:pt x="1157" y="1215"/>
                    </ns1:cubicBezTo>
                    <ns1:cubicBezTo>
                      <ns1:pt x="1156" y="1079"/>
                      <ns1:pt x="1030" y="1022"/>
                      <ns1:pt x="896" y="962"/>
                    </ns1:cubicBezTo>
                    <ns1:cubicBezTo>
                      <ns1:pt x="756" y="899"/>
                      <ns1:pt x="598" y="828"/>
                      <ns1:pt x="508" y="660"/>
                    </ns1:cubicBezTo>
                    <ns1:cubicBezTo>
                      <ns1:pt x="453" y="556"/>
                      <ns1:pt x="440" y="456"/>
                      <ns1:pt x="469" y="370"/>
                    </ns1:cubicBezTo>
                    <ns1:cubicBezTo>
                      <ns1:pt x="469" y="369"/>
                      <ns1:pt x="470" y="369"/>
                      <ns1:pt x="470" y="369"/>
                    </ns1:cubicBezTo>
                    <ns1:cubicBezTo>
                      <ns1:pt x="476" y="350"/>
                      <ns1:pt x="485" y="331"/>
                      <ns1:pt x="495" y="314"/>
                    </ns1:cubicBezTo>
                    <ns1:cubicBezTo>
                      <ns1:pt x="569" y="191"/>
                      <ns1:pt x="732" y="115"/>
                      <ns1:pt x="921" y="115"/>
                    </ns1:cubicBezTo>
                    <ns1:cubicBezTo>
                      <ns1:pt x="921" y="115"/>
                      <ns1:pt x="922" y="115"/>
                      <ns1:pt x="922" y="115"/>
                    </ns1:cubicBezTo>
                    <ns1:cubicBezTo>
                      <ns1:pt x="923" y="115"/>
                      <ns1:pt x="1049" y="112"/>
                      <ns1:pt x="1203" y="160"/>
                    </ns1:cubicBezTo>
                    <ns1:cubicBezTo>
                      <ns1:pt x="1407" y="224"/>
                      <ns1:pt x="1557" y="343"/>
                      <ns1:pt x="1650" y="514"/>
                    </ns1:cubicBezTo>
                    <ns1:cubicBezTo>
                      <ns1:pt x="1767" y="731"/>
                      <ns1:pt x="1794" y="992"/>
                      <ns1:pt x="1723" y="1213"/>
                    </ns1:cubicBezTo>
                    <ns1:close/>
                    <ns1:moveTo>
                      <ns1:pt x="1786" y="628"/>
                    </ns1:moveTo>
                    <ns1:cubicBezTo>
                      <ns1:pt x="1769" y="576"/>
                      <ns1:pt x="1747" y="525"/>
                      <ns1:pt x="1720" y="476"/>
                    </ns1:cubicBezTo>
                    <ns1:cubicBezTo>
                      <ns1:pt x="1655" y="355"/>
                      <ns1:pt x="1560" y="255"/>
                      <ns1:pt x="1441" y="181"/>
                    </ns1:cubicBezTo>
                    <ns1:cubicBezTo>
                      <ns1:pt x="1552" y="88"/>
                      <ns1:pt x="1718" y="94"/>
                      <ns1:pt x="1822" y="198"/>
                    </ns1:cubicBezTo>
                    <ns1:cubicBezTo>
                      <ns1:pt x="1932" y="308"/>
                      <ns1:pt x="1932" y="487"/>
                      <ns1:pt x="1822" y="597"/>
                    </ns1:cubicBezTo>
                    <ns1:cubicBezTo>
                      <ns1:pt x="1811" y="608"/>
                      <ns1:pt x="1799" y="618"/>
                      <ns1:pt x="1786" y="628"/>
                    </ns1:cubicBezTo>
                    <ns1:close/>
                  </ns1:path>
                </ns1:pathLst>
              </ns1:custGeom>
              <ns1:grpFill/>
              <ns1:ln>
                <ns1:noFill/>
              </ns1:ln>
              <ns1:extLst>
                <ns1:ext uri="{91240B29-F687-4F45-9708-019B960494DF}">
                  <ns3:hiddenLine w="9525">
                    <ns1:solidFill>
                      <ns1:srgbClr val="000000"/>
                    </ns1:solidFill>
                    <ns1:round/>
                    <ns1:headEnd/>
                    <ns1:tailEnd/>
                  </ns3:hiddenLine>
                </ns1:ext>
              </ns1:extLst>
            </ns0:spPr>
            <ns0:txBody>
              <ns1:bodyPr vert="horz" wrap="square" lIns="91440" tIns="45720" rIns="91440" bIns="45720" numCol="1" anchor="t" anchorCtr="0" compatLnSpc="1">
                <ns1:prstTxWarp prst="textNoShape">
                  <ns1:avLst/>
                </ns1:prstTxWarp>
              </ns1:bodyPr>
              <ns1:lstStyle/>
              <ns1:p>
                <ns1:endParaRPr lang="en-US"/>
              </ns1:p>
            </ns0:txBody>
          </ns0:sp>
          <ns0:sp>
            <ns0:nvSpPr>
              <ns0:cNvPr id="52" name="Freeform 55">
                <ns1:extLst>
                  <ns1:ext uri="{FF2B5EF4-FFF2-40B4-BE49-F238E27FC236}">
                    <ns2:creationId id="{44F2E839-34A1-40E8-B6D9-B7A38BA47242}"/>
                  </ns1:ext>
                </ns1:extLst>
              </ns0:cNvPr>
              <ns0:cNvSpPr>
                <ns1:spLocks noEditPoints="1"/>
              </ns0:cNvSpPr>
              <ns0:nvPr/>
            </ns0:nvSpPr>
            <ns0:spPr bwMode="auto">
              <ns1:xfrm>
                <ns1:off x="2595" y="2669"/>
                <ns1:ext cx="1339" cy="1649"/>
              </ns1:xfrm>
              <ns1:custGeom>
                <ns1:avLst/>
                <ns1:gdLst>
                  <ns1:gd name="T0" fmla="*/ 624 w 635"/>
                  <ns1:gd name="T1" fmla="*/ 608 h 782"/>
                  <ns1:gd name="T2" fmla="*/ 499 w 635"/>
                  <ns1:gd name="T3" fmla="*/ 391 h 782"/>
                  <ns1:gd name="T4" fmla="*/ 495 w 635"/>
                  <ns1:gd name="T5" fmla="*/ 243 h 782"/>
                  <ns1:gd name="T6" fmla="*/ 272 w 635"/>
                  <ns1:gd name="T7" fmla="*/ 8 h 782"/>
                  <ns1:gd name="T8" fmla="*/ 54 w 635"/>
                  <ns1:gd name="T9" fmla="*/ 133 h 782"/>
                  <ns1:gd name="T10" fmla="*/ 52 w 635"/>
                  <ns1:gd name="T11" fmla="*/ 137 h 782"/>
                  <ns1:gd name="T12" fmla="*/ 139 w 635"/>
                  <ns1:gd name="T13" fmla="*/ 445 h 782"/>
                  <ns1:gd name="T14" fmla="*/ 264 w 635"/>
                  <ns1:gd name="T15" fmla="*/ 526 h 782"/>
                  <ns1:gd name="T16" fmla="*/ 400 w 635"/>
                  <ns1:gd name="T17" fmla="*/ 762 h 782"/>
                  <ns1:gd name="T18" fmla="*/ 435 w 635"/>
                  <ns1:gd name="T19" fmla="*/ 782 h 782"/>
                  <ns1:gd name="T20" fmla="*/ 455 w 635"/>
                  <ns1:gd name="T21" fmla="*/ 777 h 782"/>
                  <ns1:gd name="T22" fmla="*/ 469 w 635"/>
                  <ns1:gd name="T23" fmla="*/ 722 h 782"/>
                  <ns1:gd name="T24" fmla="*/ 348 w 635"/>
                  <ns1:gd name="T25" fmla="*/ 513 h 782"/>
                  <ns1:gd name="T26" fmla="*/ 396 w 635"/>
                  <ns1:gd name="T27" fmla="*/ 485 h 782"/>
                  <ns1:gd name="T28" fmla="*/ 445 w 635"/>
                  <ns1:gd name="T29" fmla="*/ 457 h 782"/>
                  <ns1:gd name="T30" fmla="*/ 555 w 635"/>
                  <ns1:gd name="T31" fmla="*/ 648 h 782"/>
                  <ns1:gd name="T32" fmla="*/ 610 w 635"/>
                  <ns1:gd name="T33" fmla="*/ 663 h 782"/>
                  <ns1:gd name="T34" fmla="*/ 624 w 635"/>
                  <ns1:gd name="T35" fmla="*/ 608 h 782"/>
                  <ns1:gd name="T36" fmla="*/ 124 w 635"/>
                  <ns1:gd name="T37" fmla="*/ 172 h 782"/>
                  <ns1:gd name="T38" fmla="*/ 126 w 635"/>
                  <ns1:gd name="T39" fmla="*/ 168 h 782"/>
                  <ns1:gd name="T40" fmla="*/ 254 w 635"/>
                  <ns1:gd name="T41" fmla="*/ 87 h 782"/>
                  <ns1:gd name="T42" fmla="*/ 265 w 635"/>
                  <ns1:gd name="T43" fmla="*/ 87 h 782"/>
                  <ns1:gd name="T44" fmla="*/ 415 w 635"/>
                  <ns1:gd name="T45" fmla="*/ 245 h 782"/>
                  <ns1:gd name="T46" fmla="*/ 419 w 635"/>
                  <ns1:gd name="T47" fmla="*/ 380 h 782"/>
                  <ns1:gd name="T48" fmla="*/ 295 w 635"/>
                  <ns1:gd name="T49" fmla="*/ 451 h 782"/>
                  <ns1:gd name="T50" fmla="*/ 183 w 635"/>
                  <ns1:gd name="T51" fmla="*/ 378 h 782"/>
                  <ns1:gd name="T52" fmla="*/ 124 w 635"/>
                  <ns1:gd name="T53" fmla="*/ 172 h 782"/>
                </ns1:gdLst>
                <ns1:ahLst/>
                <ns1:cxnLst>
                  <ns1:cxn ang="0">
                    <ns1:pos x="T0" y="T1"/>
                  </ns1:cxn>
                  <ns1:cxn ang="0">
                    <ns1:pos x="T2" y="T3"/>
                  </ns1:cxn>
                  <ns1:cxn ang="0">
                    <ns1:pos x="T4" y="T5"/>
                  </ns1:cxn>
                  <ns1:cxn ang="0">
                    <ns1:pos x="T6" y="T7"/>
                  </ns1:cxn>
                  <ns1:cxn ang="0">
                    <ns1:pos x="T8" y="T9"/>
                  </ns1:cxn>
                  <ns1:cxn ang="0">
                    <ns1:pos x="T10" y="T11"/>
                  </ns1:cxn>
                  <ns1:cxn ang="0">
                    <ns1:pos x="T12" y="T13"/>
                  </ns1:cxn>
                  <ns1:cxn ang="0">
                    <ns1:pos x="T14" y="T15"/>
                  </ns1:cxn>
                  <ns1:cxn ang="0">
                    <ns1:pos x="T16" y="T17"/>
                  </ns1:cxn>
                  <ns1:cxn ang="0">
                    <ns1:pos x="T18" y="T19"/>
                  </ns1:cxn>
                  <ns1:cxn ang="0">
                    <ns1:pos x="T20" y="T21"/>
                  </ns1:cxn>
                  <ns1:cxn ang="0">
                    <ns1:pos x="T22" y="T23"/>
                  </ns1:cxn>
                  <ns1:cxn ang="0">
                    <ns1:pos x="T24" y="T25"/>
                  </ns1:cxn>
                  <ns1:cxn ang="0">
                    <ns1:pos x="T26" y="T27"/>
                  </ns1:cxn>
                  <ns1:cxn ang="0">
                    <ns1:pos x="T28" y="T29"/>
                  </ns1:cxn>
                  <ns1:cxn ang="0">
                    <ns1:pos x="T30" y="T31"/>
                  </ns1:cxn>
                  <ns1:cxn ang="0">
                    <ns1:pos x="T32" y="T33"/>
                  </ns1:cxn>
                  <ns1:cxn ang="0">
                    <ns1:pos x="T34" y="T35"/>
                  </ns1:cxn>
                  <ns1:cxn ang="0">
                    <ns1:pos x="T36" y="T37"/>
                  </ns1:cxn>
                  <ns1:cxn ang="0">
                    <ns1:pos x="T38" y="T39"/>
                  </ns1:cxn>
                  <ns1:cxn ang="0">
                    <ns1:pos x="T40" y="T41"/>
                  </ns1:cxn>
                  <ns1:cxn ang="0">
                    <ns1:pos x="T42" y="T43"/>
                  </ns1:cxn>
                  <ns1:cxn ang="0">
                    <ns1:pos x="T44" y="T45"/>
                  </ns1:cxn>
                  <ns1:cxn ang="0">
                    <ns1:pos x="T46" y="T47"/>
                  </ns1:cxn>
                  <ns1:cxn ang="0">
                    <ns1:pos x="T48" y="T49"/>
                  </ns1:cxn>
                  <ns1:cxn ang="0">
                    <ns1:pos x="T50" y="T51"/>
                  </ns1:cxn>
                  <ns1:cxn ang="0">
                    <ns1:pos x="T52" y="T53"/>
                  </ns1:cxn>
                </ns1:cxnLst>
                <ns1:rect l="0" t="0" r="r" b="b"/>
                <ns1:pathLst>
                  <ns1:path w="635" h="782">
                    <ns1:moveTo>
                      <ns1:pt x="624" y="608"/>
                    </ns1:moveTo>
                    <ns1:cubicBezTo>
                      <ns1:pt x="499" y="391"/>
                      <ns1:pt x="499" y="391"/>
                      <ns1:pt x="499" y="391"/>
                    </ns1:cubicBezTo>
                    <ns1:cubicBezTo>
                      <ns1:pt x="495" y="243"/>
                      <ns1:pt x="495" y="243"/>
                      <ns1:pt x="495" y="243"/>
                    </ns1:cubicBezTo>
                    <ns1:cubicBezTo>
                      <ns1:pt x="491" y="119"/>
                      <ns1:pt x="395" y="18"/>
                      <ns1:pt x="272" y="8"/>
                    </ns1:cubicBezTo>
                    <ns1:cubicBezTo>
                      <ns1:pt x="181" y="0"/>
                      <ns1:pt x="93" y="51"/>
                      <ns1:pt x="54" y="133"/>
                    </ns1:cubicBezTo>
                    <ns1:cubicBezTo>
                      <ns1:pt x="52" y="137"/>
                      <ns1:pt x="52" y="137"/>
                      <ns1:pt x="52" y="137"/>
                    </ns1:cubicBezTo>
                    <ns1:cubicBezTo>
                      <ns1:pt x="0" y="247"/>
                      <ns1:pt x="38" y="379"/>
                      <ns1:pt x="139" y="445"/>
                    </ns1:cubicBezTo>
                    <ns1:cubicBezTo>
                      <ns1:pt x="264" y="526"/>
                      <ns1:pt x="264" y="526"/>
                      <ns1:pt x="264" y="526"/>
                    </ns1:cubicBezTo>
                    <ns1:cubicBezTo>
                      <ns1:pt x="400" y="762"/>
                      <ns1:pt x="400" y="762"/>
                      <ns1:pt x="400" y="762"/>
                    </ns1:cubicBezTo>
                    <ns1:cubicBezTo>
                      <ns1:pt x="407" y="775"/>
                      <ns1:pt x="421" y="782"/>
                      <ns1:pt x="435" y="782"/>
                    </ns1:cubicBezTo>
                    <ns1:cubicBezTo>
                      <ns1:pt x="441" y="782"/>
                      <ns1:pt x="448" y="781"/>
                      <ns1:pt x="455" y="777"/>
                    </ns1:cubicBezTo>
                    <ns1:cubicBezTo>
                      <ns1:pt x="474" y="766"/>
                      <ns1:pt x="480" y="742"/>
                      <ns1:pt x="469" y="722"/>
                    </ns1:cubicBezTo>
                    <ns1:cubicBezTo>
                      <ns1:pt x="348" y="513"/>
                      <ns1:pt x="348" y="513"/>
                      <ns1:pt x="348" y="513"/>
                    </ns1:cubicBezTo>
                    <ns1:cubicBezTo>
                      <ns1:pt x="396" y="485"/>
                      <ns1:pt x="396" y="485"/>
                      <ns1:pt x="396" y="485"/>
                    </ns1:cubicBezTo>
                    <ns1:cubicBezTo>
                      <ns1:pt x="445" y="457"/>
                      <ns1:pt x="445" y="457"/>
                      <ns1:pt x="445" y="457"/>
                    </ns1:cubicBezTo>
                    <ns1:cubicBezTo>
                      <ns1:pt x="555" y="648"/>
                      <ns1:pt x="555" y="648"/>
                      <ns1:pt x="555" y="648"/>
                    </ns1:cubicBezTo>
                    <ns1:cubicBezTo>
                      <ns1:pt x="566" y="667"/>
                      <ns1:pt x="591" y="674"/>
                      <ns1:pt x="610" y="663"/>
                    </ns1:cubicBezTo>
                    <ns1:cubicBezTo>
                      <ns1:pt x="629" y="652"/>
                      <ns1:pt x="635" y="627"/>
                      <ns1:pt x="624" y="608"/>
                    </ns1:cubicBezTo>
                    <ns1:close/>
                    <ns1:moveTo>
                      <ns1:pt x="124" y="172"/>
                    </ns1:moveTo>
                    <ns1:cubicBezTo>
                      <ns1:pt x="126" y="168"/>
                      <ns1:pt x="126" y="168"/>
                      <ns1:pt x="126" y="168"/>
                    </ns1:cubicBezTo>
                    <ns1:cubicBezTo>
                      <ns1:pt x="150" y="118"/>
                      <ns1:pt x="200" y="87"/>
                      <ns1:pt x="254" y="87"/>
                    </ns1:cubicBezTo>
                    <ns1:cubicBezTo>
                      <ns1:pt x="258" y="87"/>
                      <ns1:pt x="261" y="87"/>
                      <ns1:pt x="265" y="87"/>
                    </ns1:cubicBezTo>
                    <ns1:cubicBezTo>
                      <ns1:pt x="348" y="94"/>
                      <ns1:pt x="412" y="162"/>
                      <ns1:pt x="415" y="245"/>
                    </ns1:cubicBezTo>
                    <ns1:cubicBezTo>
                      <ns1:pt x="419" y="380"/>
                      <ns1:pt x="419" y="380"/>
                      <ns1:pt x="419" y="380"/>
                    </ns1:cubicBezTo>
                    <ns1:cubicBezTo>
                      <ns1:pt x="295" y="451"/>
                      <ns1:pt x="295" y="451"/>
                      <ns1:pt x="295" y="451"/>
                    </ns1:cubicBezTo>
                    <ns1:cubicBezTo>
                      <ns1:pt x="183" y="378"/>
                      <ns1:pt x="183" y="378"/>
                      <ns1:pt x="183" y="378"/>
                    </ns1:cubicBezTo>
                    <ns1:cubicBezTo>
                      <ns1:pt x="115" y="334"/>
                      <ns1:pt x="90" y="245"/>
                      <ns1:pt x="124" y="172"/>
                    </ns1:cubicBezTo>
                    <ns1:close/>
                  </ns1:path>
                </ns1:pathLst>
              </ns1:custGeom>
              <ns1:grpFill/>
              <ns1:ln>
                <ns1:noFill/>
              </ns1:ln>
              <ns1:extLst>
                <ns1:ext uri="{91240B29-F687-4F45-9708-019B960494DF}">
                  <ns3:hiddenLine w="9525">
                    <ns1:solidFill>
                      <ns1:srgbClr val="000000"/>
                    </ns1:solidFill>
                    <ns1:round/>
                    <ns1:headEnd/>
                    <ns1:tailEnd/>
                  </ns3:hiddenLine>
                </ns1:ext>
              </ns1:extLst>
            </ns0:spPr>
            <ns0:txBody>
              <ns1:bodyPr vert="horz" wrap="square" lIns="91440" tIns="45720" rIns="91440" bIns="45720" numCol="1" anchor="t" anchorCtr="0" compatLnSpc="1">
                <ns1:prstTxWarp prst="textNoShape">
                  <ns1:avLst/>
                </ns1:prstTxWarp>
              </ns1:bodyPr>
              <ns1:lstStyle/>
              <ns1:p>
                <ns1:endParaRPr lang="en-US"/>
              </ns1:p>
            </ns0:txBody>
          </ns0:sp>
          <ns0:sp>
            <ns0:nvSpPr>
              <ns0:cNvPr id="53" name="Freeform 56">
                <ns1:extLst>
                  <ns1:ext uri="{FF2B5EF4-FFF2-40B4-BE49-F238E27FC236}">
                    <ns2:creationId id="{9B0221DE-4838-4329-9777-D01724C4B5A3}"/>
                  </ns1:ext>
                </ns1:extLst>
              </ns0:cNvPr>
              <ns0:cNvSpPr>
                <ns1:spLocks/>
              </ns0:cNvSpPr>
              <ns0:nvPr/>
            </ns0:nvSpPr>
            <ns0:spPr bwMode="auto">
              <ns1:xfrm>
                <ns1:off x="3894" y="4151"/>
                <ns1:ext cx="168" cy="169"/>
              </ns1:xfrm>
              <ns1:custGeom>
                <ns1:avLst/>
                <ns1:gdLst>
                  <ns1:gd name="T0" fmla="*/ 40 w 80"/>
                  <ns1:gd name="T1" fmla="*/ 0 h 80"/>
                  <ns1:gd name="T2" fmla="*/ 12 w 80"/>
                  <ns1:gd name="T3" fmla="*/ 12 h 80"/>
                  <ns1:gd name="T4" fmla="*/ 0 w 80"/>
                  <ns1:gd name="T5" fmla="*/ 40 h 80"/>
                  <ns1:gd name="T6" fmla="*/ 12 w 80"/>
                  <ns1:gd name="T7" fmla="*/ 68 h 80"/>
                  <ns1:gd name="T8" fmla="*/ 40 w 80"/>
                  <ns1:gd name="T9" fmla="*/ 80 h 80"/>
                  <ns1:gd name="T10" fmla="*/ 68 w 80"/>
                  <ns1:gd name="T11" fmla="*/ 68 h 80"/>
                  <ns1:gd name="T12" fmla="*/ 80 w 80"/>
                  <ns1:gd name="T13" fmla="*/ 40 h 80"/>
                  <ns1:gd name="T14" fmla="*/ 68 w 80"/>
                  <ns1:gd name="T15" fmla="*/ 12 h 80"/>
                  <ns1:gd name="T16" fmla="*/ 40 w 80"/>
                  <ns1:gd name="T17" fmla="*/ 0 h 80"/>
                </ns1:gdLst>
                <ns1:ahLst/>
                <ns1:cxnLst>
                  <ns1:cxn ang="0">
                    <ns1:pos x="T0" y="T1"/>
                  </ns1:cxn>
                  <ns1:cxn ang="0">
                    <ns1:pos x="T2" y="T3"/>
                  </ns1:cxn>
                  <ns1:cxn ang="0">
                    <ns1:pos x="T4" y="T5"/>
                  </ns1:cxn>
                  <ns1:cxn ang="0">
                    <ns1:pos x="T6" y="T7"/>
                  </ns1:cxn>
                  <ns1:cxn ang="0">
                    <ns1:pos x="T8" y="T9"/>
                  </ns1:cxn>
                  <ns1:cxn ang="0">
                    <ns1:pos x="T10" y="T11"/>
                  </ns1:cxn>
                  <ns1:cxn ang="0">
                    <ns1:pos x="T12" y="T13"/>
                  </ns1:cxn>
                  <ns1:cxn ang="0">
                    <ns1:pos x="T14" y="T15"/>
                  </ns1:cxn>
                  <ns1:cxn ang="0">
                    <ns1:pos x="T16" y="T17"/>
                  </ns1:cxn>
                </ns1:cxnLst>
                <ns1:rect l="0" t="0" r="r" b="b"/>
                <ns1:pathLst>
                  <ns1:path w="80" h="80">
                    <ns1:moveTo>
                      <ns1:pt x="40" y="0"/>
                    </ns1:moveTo>
                    <ns1:cubicBezTo>
                      <ns1:pt x="29" y="0"/>
                      <ns1:pt x="19" y="4"/>
                      <ns1:pt x="12" y="12"/>
                    </ns1:cubicBezTo>
                    <ns1:cubicBezTo>
                      <ns1:pt x="4" y="19"/>
                      <ns1:pt x="0" y="29"/>
                      <ns1:pt x="0" y="40"/>
                    </ns1:cubicBezTo>
                    <ns1:cubicBezTo>
                      <ns1:pt x="0" y="51"/>
                      <ns1:pt x="4" y="61"/>
                      <ns1:pt x="12" y="68"/>
                    </ns1:cubicBezTo>
                    <ns1:cubicBezTo>
                      <ns1:pt x="19" y="76"/>
                      <ns1:pt x="29" y="80"/>
                      <ns1:pt x="40" y="80"/>
                    </ns1:cubicBezTo>
                    <ns1:cubicBezTo>
                      <ns1:pt x="50" y="80"/>
                      <ns1:pt x="61" y="76"/>
                      <ns1:pt x="68" y="68"/>
                    </ns1:cubicBezTo>
                    <ns1:cubicBezTo>
                      <ns1:pt x="76" y="61"/>
                      <ns1:pt x="80" y="51"/>
                      <ns1:pt x="80" y="40"/>
                    </ns1:cubicBezTo>
                    <ns1:cubicBezTo>
                      <ns1:pt x="80" y="29"/>
                      <ns1:pt x="76" y="19"/>
                      <ns1:pt x="68" y="12"/>
                    </ns1:cubicBezTo>
                    <ns1:cubicBezTo>
                      <ns1:pt x="61" y="4"/>
                      <ns1:pt x="50" y="0"/>
                      <ns1:pt x="40" y="0"/>
                    </ns1:cubicBezTo>
                    <ns1:close/>
                  </ns1:path>
                </ns1:pathLst>
              </ns1:custGeom>
              <ns1:grpFill/>
              <ns1:ln>
                <ns1:noFill/>
              </ns1:ln>
              <ns1:extLst>
                <ns1:ext uri="{91240B29-F687-4F45-9708-019B960494DF}">
                  <ns3:hiddenLine w="9525">
                    <ns1:solidFill>
                      <ns1:srgbClr val="000000"/>
                    </ns1:solidFill>
                    <ns1:round/>
                    <ns1:headEnd/>
                    <ns1:tailEnd/>
                  </ns3:hiddenLine>
                </ns1:ext>
              </ns1:extLst>
            </ns0:spPr>
            <ns0:txBody>
              <ns1:bodyPr vert="horz" wrap="square" lIns="91440" tIns="45720" rIns="91440" bIns="45720" numCol="1" anchor="t" anchorCtr="0" compatLnSpc="1">
                <ns1:prstTxWarp prst="textNoShape">
                  <ns1:avLst/>
                </ns1:prstTxWarp>
              </ns1:bodyPr>
              <ns1:lstStyle/>
              <ns1:p>
                <ns1:endParaRPr lang="en-US"/>
              </ns1:p>
            </ns0:txBody>
          </ns0:sp>
          <ns0:sp>
            <ns0:nvSpPr>
              <ns0:cNvPr id="54" name="Freeform 57">
                <ns1:extLst>
                  <ns1:ext uri="{FF2B5EF4-FFF2-40B4-BE49-F238E27FC236}">
                    <ns2:creationId id="{A626419A-1198-4675-AF0C-1B40F118BA2C}"/>
                  </ns1:ext>
                </ns1:extLst>
              </ns0:cNvPr>
              <ns0:cNvSpPr>
                <ns1:spLocks/>
              </ns0:cNvSpPr>
              <ns0:nvPr/>
            </ns0:nvSpPr>
            <ns0:spPr bwMode="auto">
              <ns1:xfrm>
                <ns1:off x="2888" y="434"/>
                <ns1:ext cx="477" cy="791"/>
              </ns1:xfrm>
              <ns1:custGeom>
                <ns1:avLst/>
                <ns1:gdLst>
                  <ns1:gd name="T0" fmla="*/ 165 w 226"/>
                  <ns1:gd name="T1" fmla="*/ 8 h 375"/>
                  <ns1:gd name="T2" fmla="*/ 22 w 226"/>
                  <ns1:gd name="T3" fmla="*/ 151 h 375"/>
                  <ns1:gd name="T4" fmla="*/ 46 w 226"/>
                  <ns1:gd name="T5" fmla="*/ 354 h 375"/>
                  <ns1:gd name="T6" fmla="*/ 81 w 226"/>
                  <ns1:gd name="T7" fmla="*/ 375 h 375"/>
                  <ns1:gd name="T8" fmla="*/ 100 w 226"/>
                  <ns1:gd name="T9" fmla="*/ 370 h 375"/>
                  <ns1:gd name="T10" fmla="*/ 116 w 226"/>
                  <ns1:gd name="T11" fmla="*/ 316 h 375"/>
                  <ns1:gd name="T12" fmla="*/ 97 w 226"/>
                  <ns1:gd name="T13" fmla="*/ 178 h 375"/>
                  <ns1:gd name="T14" fmla="*/ 196 w 226"/>
                  <ns1:gd name="T15" fmla="*/ 82 h 375"/>
                  <ns1:gd name="T16" fmla="*/ 218 w 226"/>
                  <ns1:gd name="T17" fmla="*/ 29 h 375"/>
                  <ns1:gd name="T18" fmla="*/ 165 w 226"/>
                  <ns1:gd name="T19" fmla="*/ 8 h 375"/>
                </ns1:gdLst>
                <ns1:ahLst/>
                <ns1:cxnLst>
                  <ns1:cxn ang="0">
                    <ns1:pos x="T0" y="T1"/>
                  </ns1:cxn>
                  <ns1:cxn ang="0">
                    <ns1:pos x="T2" y="T3"/>
                  </ns1:cxn>
                  <ns1:cxn ang="0">
                    <ns1:pos x="T4" y="T5"/>
                  </ns1:cxn>
                  <ns1:cxn ang="0">
                    <ns1:pos x="T6" y="T7"/>
                  </ns1:cxn>
                  <ns1:cxn ang="0">
                    <ns1:pos x="T8" y="T9"/>
                  </ns1:cxn>
                  <ns1:cxn ang="0">
                    <ns1:pos x="T10" y="T11"/>
                  </ns1:cxn>
                  <ns1:cxn ang="0">
                    <ns1:pos x="T12" y="T13"/>
                  </ns1:cxn>
                  <ns1:cxn ang="0">
                    <ns1:pos x="T14" y="T15"/>
                  </ns1:cxn>
                  <ns1:cxn ang="0">
                    <ns1:pos x="T16" y="T17"/>
                  </ns1:cxn>
                  <ns1:cxn ang="0">
                    <ns1:pos x="T18" y="T19"/>
                  </ns1:cxn>
                </ns1:cxnLst>
                <ns1:rect l="0" t="0" r="r" b="b"/>
                <ns1:pathLst>
                  <ns1:path w="226" h="375">
                    <ns1:moveTo>
                      <ns1:pt x="165" y="8"/>
                    </ns1:moveTo>
                    <ns1:cubicBezTo>
                      <ns1:pt x="95" y="39"/>
                      <ns1:pt x="44" y="89"/>
                      <ns1:pt x="22" y="151"/>
                    </ns1:cubicBezTo>
                    <ns1:cubicBezTo>
                      <ns1:pt x="0" y="214"/>
                      <ns1:pt x="8" y="284"/>
                      <ns1:pt x="46" y="354"/>
                    </ns1:cubicBezTo>
                    <ns1:cubicBezTo>
                      <ns1:pt x="53" y="367"/>
                      <ns1:pt x="67" y="375"/>
                      <ns1:pt x="81" y="375"/>
                    </ns1:cubicBezTo>
                    <ns1:cubicBezTo>
                      <ns1:pt x="87" y="375"/>
                      <ns1:pt x="94" y="373"/>
                      <ns1:pt x="100" y="370"/>
                    </ns1:cubicBezTo>
                    <ns1:cubicBezTo>
                      <ns1:pt x="119" y="360"/>
                      <ns1:pt x="127" y="335"/>
                      <ns1:pt x="116" y="316"/>
                    </ns1:cubicBezTo>
                    <ns1:cubicBezTo>
                      <ns1:pt x="89" y="266"/>
                      <ns1:pt x="83" y="219"/>
                      <ns1:pt x="97" y="178"/>
                    </ns1:cubicBezTo>
                    <ns1:cubicBezTo>
                      <ns1:pt x="112" y="137"/>
                      <ns1:pt x="147" y="103"/>
                      <ns1:pt x="196" y="82"/>
                    </ns1:cubicBezTo>
                    <ns1:cubicBezTo>
                      <ns1:pt x="217" y="73"/>
                      <ns1:pt x="226" y="50"/>
                      <ns1:pt x="218" y="29"/>
                    </ns1:cubicBezTo>
                    <ns1:cubicBezTo>
                      <ns1:pt x="209" y="9"/>
                      <ns1:pt x="185" y="0"/>
                      <ns1:pt x="165" y="8"/>
                    </ns1:cubicBezTo>
                    <ns1:close/>
                  </ns1:path>
                </ns1:pathLst>
              </ns1:custGeom>
              <ns1:grpFill/>
              <ns1:ln>
                <ns1:noFill/>
              </ns1:ln>
              <ns1:extLst>
                <ns1:ext uri="{91240B29-F687-4F45-9708-019B960494DF}">
                  <ns3:hiddenLine w="9525">
                    <ns1:solidFill>
                      <ns1:srgbClr val="000000"/>
                    </ns1:solidFill>
                    <ns1:round/>
                    <ns1:headEnd/>
                    <ns1:tailEnd/>
                  </ns3:hiddenLine>
                </ns1:ext>
              </ns1:extLst>
            </ns0:spPr>
            <ns0:txBody>
              <ns1:bodyPr vert="horz" wrap="square" lIns="91440" tIns="45720" rIns="91440" bIns="45720" numCol="1" anchor="t" anchorCtr="0" compatLnSpc="1">
                <ns1:prstTxWarp prst="textNoShape">
                  <ns1:avLst/>
                </ns1:prstTxWarp>
              </ns1:bodyPr>
              <ns1:lstStyle/>
              <ns1:p>
                <ns1:endParaRPr lang="en-US"/>
              </ns1:p>
            </ns0:txBody>
          </ns0:sp>
          <ns0:sp>
            <ns0:nvSpPr>
              <ns0:cNvPr id="55" name="Freeform 58">
                <ns1:extLst>
                  <ns1:ext uri="{FF2B5EF4-FFF2-40B4-BE49-F238E27FC236}">
                    <ns2:creationId id="{678F3332-6128-47FD-AA2D-00C20A9882FD}"/>
                  </ns1:ext>
                </ns1:extLst>
              </ns0:cNvPr>
              <ns0:cNvSpPr>
                <ns1:spLocks/>
              </ns0:cNvSpPr>
              <ns0:nvPr/>
            </ns0:nvSpPr>
            <ns0:spPr bwMode="auto">
              <ns1:xfrm>
                <ns1:off x="3464" y="390"/>
                <ns1:ext cx="173" cy="169"/>
              </ns1:xfrm>
              <ns1:custGeom>
                <ns1:avLst/>
                <ns1:gdLst>
                  <ns1:gd name="T0" fmla="*/ 42 w 82"/>
                  <ns1:gd name="T1" fmla="*/ 0 h 80"/>
                  <ns1:gd name="T2" fmla="*/ 40 w 82"/>
                  <ns1:gd name="T3" fmla="*/ 0 h 80"/>
                  <ns1:gd name="T4" fmla="*/ 0 w 82"/>
                  <ns1:gd name="T5" fmla="*/ 40 h 80"/>
                  <ns1:gd name="T6" fmla="*/ 40 w 82"/>
                  <ns1:gd name="T7" fmla="*/ 80 h 80"/>
                  <ns1:gd name="T8" fmla="*/ 40 w 82"/>
                  <ns1:gd name="T9" fmla="*/ 80 h 80"/>
                  <ns1:gd name="T10" fmla="*/ 42 w 82"/>
                  <ns1:gd name="T11" fmla="*/ 80 h 80"/>
                  <ns1:gd name="T12" fmla="*/ 82 w 82"/>
                  <ns1:gd name="T13" fmla="*/ 40 h 80"/>
                  <ns1:gd name="T14" fmla="*/ 42 w 82"/>
                  <ns1:gd name="T15" fmla="*/ 0 h 80"/>
                </ns1:gdLst>
                <ns1:ahLst/>
                <ns1:cxnLst>
                  <ns1:cxn ang="0">
                    <ns1:pos x="T0" y="T1"/>
                  </ns1:cxn>
                  <ns1:cxn ang="0">
                    <ns1:pos x="T2" y="T3"/>
                  </ns1:cxn>
                  <ns1:cxn ang="0">
                    <ns1:pos x="T4" y="T5"/>
                  </ns1:cxn>
                  <ns1:cxn ang="0">
                    <ns1:pos x="T6" y="T7"/>
                  </ns1:cxn>
                  <ns1:cxn ang="0">
                    <ns1:pos x="T8" y="T9"/>
                  </ns1:cxn>
                  <ns1:cxn ang="0">
                    <ns1:pos x="T10" y="T11"/>
                  </ns1:cxn>
                  <ns1:cxn ang="0">
                    <ns1:pos x="T12" y="T13"/>
                  </ns1:cxn>
                  <ns1:cxn ang="0">
                    <ns1:pos x="T14" y="T15"/>
                  </ns1:cxn>
                </ns1:cxnLst>
                <ns1:rect l="0" t="0" r="r" b="b"/>
                <ns1:pathLst>
                  <ns1:path w="82" h="80">
                    <ns1:moveTo>
                      <ns1:pt x="42" y="0"/>
                    </ns1:moveTo>
                    <ns1:cubicBezTo>
                      <ns1:pt x="40" y="0"/>
                      <ns1:pt x="40" y="0"/>
                      <ns1:pt x="40" y="0"/>
                    </ns1:cubicBezTo>
                    <ns1:cubicBezTo>
                      <ns1:pt x="18" y="0"/>
                      <ns1:pt x="0" y="18"/>
                      <ns1:pt x="0" y="40"/>
                    </ns1:cubicBezTo>
                    <ns1:cubicBezTo>
                      <ns1:pt x="0" y="62"/>
                      <ns1:pt x="18" y="80"/>
                      <ns1:pt x="40" y="80"/>
                    </ns1:cubicBezTo>
                    <ns1:cubicBezTo>
                      <ns1:pt x="40" y="80"/>
                      <ns1:pt x="40" y="80"/>
                      <ns1:pt x="40" y="80"/>
                    </ns1:cubicBezTo>
                    <ns1:cubicBezTo>
                      <ns1:pt x="42" y="80"/>
                      <ns1:pt x="42" y="80"/>
                      <ns1:pt x="42" y="80"/>
                    </ns1:cubicBezTo>
                    <ns1:cubicBezTo>
                      <ns1:pt x="64" y="80"/>
                      <ns1:pt x="82" y="62"/>
                      <ns1:pt x="82" y="40"/>
                    </ns1:cubicBezTo>
                    <ns1:cubicBezTo>
                      <ns1:pt x="82" y="18"/>
                      <ns1:pt x="64" y="0"/>
                      <ns1:pt x="42" y="0"/>
                    </ns1:cubicBezTo>
                    <ns1:close/>
                  </ns1:path>
                </ns1:pathLst>
              </ns1:custGeom>
              <ns1:grpFill/>
              <ns1:ln>
                <ns1:noFill/>
              </ns1:ln>
              <ns1:extLst>
                <ns1:ext uri="{91240B29-F687-4F45-9708-019B960494DF}">
                  <ns3:hiddenLine w="9525">
                    <ns1:solidFill>
                      <ns1:srgbClr val="000000"/>
                    </ns1:solidFill>
                    <ns1:round/>
                    <ns1:headEnd/>
                    <ns1:tailEnd/>
                  </ns3:hiddenLine>
                </ns1:ext>
              </ns1:extLst>
            </ns0:spPr>
            <ns0:txBody>
              <ns1:bodyPr vert="horz" wrap="square" lIns="91440" tIns="45720" rIns="91440" bIns="45720" numCol="1" anchor="t" anchorCtr="0" compatLnSpc="1">
                <ns1:prstTxWarp prst="textNoShape">
                  <ns1:avLst/>
                </ns1:prstTxWarp>
              </ns1:bodyPr>
              <ns1:lstStyle/>
              <ns1:p>
                <ns1:endParaRPr lang="en-US"/>
              </ns1:p>
            </ns0:txBody>
          </ns0:sp>
        </ns0:grpSp>
        <ns0:grpSp>
          <ns0:nvGrpSpPr>
            <ns0:cNvPr id="56" name="Group 11">
              <ns1:extLst>
                <ns1:ext uri="{FF2B5EF4-FFF2-40B4-BE49-F238E27FC236}">
                  <ns2:creationId id="{D05C6EC7-E426-4BD0-A114-F67B9C83EBEA}"/>
                </ns1:ext>
              </ns1:extLst>
            </ns0:cNvPr>
            <ns0:cNvGrpSpPr>
              <ns1:grpSpLocks noChangeAspect="1"/>
            </ns0:cNvGrpSpPr>
            <ns0:nvPr/>
          </ns0:nvGrpSpPr>
          <ns0:grpSpPr bwMode="auto">
            <ns1:xfrm>
              <ns1:off x="1949322" y="3152269"/>
              <ns1:ext cx="553465" cy="553465"/>
              <ns1:chOff x="1679" y="0"/>
              <ns1:chExt cx="4322" cy="4322"/>
            </ns1:xfrm>
            <ns1:solidFill>
              <ns1:schemeClr val="bg1"/>
            </ns1:solidFill>
          </ns0:grpSpPr>
          <ns0:sp>
            <ns0:nvSpPr>
              <ns0:cNvPr id="57" name="Freeform 12">
                <ns1:extLst>
                  <ns1:ext uri="{FF2B5EF4-FFF2-40B4-BE49-F238E27FC236}">
                    <ns2:creationId id="{F25EE74F-0190-4056-B0B2-15E81B071E9D}"/>
                  </ns1:ext>
                </ns1:extLst>
              </ns0:cNvPr>
              <ns0:cNvSpPr>
                <ns1:spLocks noEditPoints="1"/>
              </ns0:cNvSpPr>
              <ns0:nvPr/>
            </ns0:nvSpPr>
            <ns0:spPr bwMode="auto">
              <ns1:xfrm>
                <ns1:off x="2237" y="418"/>
                <ns1:ext cx="3206" cy="3904"/>
              </ns1:xfrm>
              <ns1:custGeom>
                <ns1:avLst/>
                <ns1:gdLst>
                  <ns1:gd name="T0" fmla="*/ 992 w 1472"/>
                  <ns1:gd name="T1" fmla="*/ 0 h 1792"/>
                  <ns1:gd name="T2" fmla="*/ 234 w 1472"/>
                  <ns1:gd name="T3" fmla="*/ 265 h 1792"/>
                  <ns1:gd name="T4" fmla="*/ 0 w 1472"/>
                  <ns1:gd name="T5" fmla="*/ 1376 h 1792"/>
                  <ns1:gd name="T6" fmla="*/ 96 w 1472"/>
                  <ns1:gd name="T7" fmla="*/ 1600 h 1792"/>
                  <ns1:gd name="T8" fmla="*/ 256 w 1472"/>
                  <ns1:gd name="T9" fmla="*/ 1760 h 1792"/>
                  <ns1:gd name="T10" fmla="*/ 1216 w 1472"/>
                  <ns1:gd name="T11" fmla="*/ 1760 h 1792"/>
                  <ns1:gd name="T12" fmla="*/ 1376 w 1472"/>
                  <ns1:gd name="T13" fmla="*/ 1600 h 1792"/>
                  <ns1:gd name="T14" fmla="*/ 1472 w 1472"/>
                  <ns1:gd name="T15" fmla="*/ 1376 h 1792"/>
                  <ns1:gd name="T16" fmla="*/ 1238 w 1472"/>
                  <ns1:gd name="T17" fmla="*/ 265 h 1792"/>
                  <ns1:gd name="T18" fmla="*/ 864 w 1472"/>
                  <ns1:gd name="T19" fmla="*/ 928 h 1792"/>
                  <ns1:gd name="T20" fmla="*/ 778 w 1472"/>
                  <ns1:gd name="T21" fmla="*/ 496 h 1792"/>
                  <ns1:gd name="T22" fmla="*/ 1145 w 1472"/>
                  <ns1:gd name="T23" fmla="*/ 256 h 1792"/>
                  <ns1:gd name="T24" fmla="*/ 778 w 1472"/>
                  <ns1:gd name="T25" fmla="*/ 496 h 1792"/>
                  <ns1:gd name="T26" fmla="*/ 544 w 1472"/>
                  <ns1:gd name="T27" fmla="*/ 928 h 1792"/>
                  <ns1:gd name="T28" fmla="*/ 437 w 1472"/>
                  <ns1:gd name="T29" fmla="*/ 264 h 1792"/>
                  <ns1:gd name="T30" fmla="*/ 474 w 1472"/>
                  <ns1:gd name="T31" fmla="*/ 87 h 1792"/>
                  <ns1:gd name="T32" fmla="*/ 607 w 1472"/>
                  <ns1:gd name="T33" fmla="*/ 192 h 1792"/>
                  <ns1:gd name="T34" fmla="*/ 607 w 1472"/>
                  <ns1:gd name="T35" fmla="*/ 192 h 1792"/>
                  <ns1:gd name="T36" fmla="*/ 535 w 1472"/>
                  <ns1:gd name="T37" fmla="*/ 64 h 1792"/>
                  <ns1:gd name="T38" fmla="*/ 128 w 1472"/>
                  <ns1:gd name="T39" fmla="*/ 576 h 1792"/>
                  <ns1:gd name="T40" fmla="*/ 64 w 1472"/>
                  <ns1:gd name="T41" fmla="*/ 576 h 1792"/>
                  <ns1:gd name="T42" fmla="*/ 192 w 1472"/>
                  <ns1:gd name="T43" fmla="*/ 1472 h 1792"/>
                  <ns1:gd name="T44" fmla="*/ 128 w 1472"/>
                  <ns1:gd name="T45" fmla="*/ 1472 h 1792"/>
                  <ns1:gd name="T46" fmla="*/ 384 w 1472"/>
                  <ns1:gd name="T47" fmla="*/ 1728 h 1792"/>
                  <ns1:gd name="T48" fmla="*/ 1024 w 1472"/>
                  <ns1:gd name="T49" fmla="*/ 1664 h 1792"/>
                  <ns1:gd name="T50" fmla="*/ 960 w 1472"/>
                  <ns1:gd name="T51" fmla="*/ 1664 h 1792"/>
                  <ns1:gd name="T52" fmla="*/ 832 w 1472"/>
                  <ns1:gd name="T53" fmla="*/ 1728 h 1792"/>
                  <ns1:gd name="T54" fmla="*/ 896 w 1472"/>
                  <ns1:gd name="T55" fmla="*/ 1728 h 1792"/>
                  <ns1:gd name="T56" fmla="*/ 704 w 1472"/>
                  <ns1:gd name="T57" fmla="*/ 1664 h 1792"/>
                  <ns1:gd name="T58" fmla="*/ 640 w 1472"/>
                  <ns1:gd name="T59" fmla="*/ 1728 h 1792"/>
                  <ns1:gd name="T60" fmla="*/ 640 w 1472"/>
                  <ns1:gd name="T61" fmla="*/ 1664 h 1792"/>
                  <ns1:gd name="T62" fmla="*/ 448 w 1472"/>
                  <ns1:gd name="T63" fmla="*/ 1728 h 1792"/>
                  <ns1:gd name="T64" fmla="*/ 512 w 1472"/>
                  <ns1:gd name="T65" fmla="*/ 1728 h 1792"/>
                  <ns1:gd name="T66" fmla="*/ 1088 w 1472"/>
                  <ns1:gd name="T67" fmla="*/ 1664 h 1792"/>
                  <ns1:gd name="T68" fmla="*/ 1344 w 1472"/>
                  <ns1:gd name="T69" fmla="*/ 1536 h 1792"/>
                  <ns1:gd name="T70" fmla="*/ 1344 w 1472"/>
                  <ns1:gd name="T71" fmla="*/ 1472 h 1792"/>
                  <ns1:gd name="T72" fmla="*/ 1248 w 1472"/>
                  <ns1:gd name="T73" fmla="*/ 1408 h 1792"/>
                  <ns1:gd name="T74" fmla="*/ 1152 w 1472"/>
                  <ns1:gd name="T75" fmla="*/ 800 h 1792"/>
                  <ns1:gd name="T76" fmla="*/ 1216 w 1472"/>
                  <ns1:gd name="T77" fmla="*/ 1568 h 1792"/>
                  <ns1:gd name="T78" fmla="*/ 256 w 1472"/>
                  <ns1:gd name="T79" fmla="*/ 1568 h 1792"/>
                  <ns1:gd name="T80" fmla="*/ 320 w 1472"/>
                  <ns1:gd name="T81" fmla="*/ 800 h 1792"/>
                  <ns1:gd name="T82" fmla="*/ 224 w 1472"/>
                  <ns1:gd name="T83" fmla="*/ 1408 h 1792"/>
                  <ns1:gd name="T84" fmla="*/ 64 w 1472"/>
                  <ns1:gd name="T85" fmla="*/ 768 h 1792"/>
                  <ns1:gd name="T86" fmla="*/ 192 w 1472"/>
                  <ns1:gd name="T87" fmla="*/ 544 h 1792"/>
                  <ns1:gd name="T88" fmla="*/ 135 w 1472"/>
                  <ns1:gd name="T89" fmla="*/ 391 h 1792"/>
                  <ns1:gd name="T90" fmla="*/ 544 w 1472"/>
                  <ns1:gd name="T91" fmla="*/ 446 h 1792"/>
                  <ns1:gd name="T92" fmla="*/ 576 w 1472"/>
                  <ns1:gd name="T93" fmla="*/ 1024 h 1792"/>
                  <ns1:gd name="T94" fmla="*/ 608 w 1472"/>
                  <ns1:gd name="T95" fmla="*/ 504 h 1792"/>
                  <ns1:gd name="T96" fmla="*/ 864 w 1472"/>
                  <ns1:gd name="T97" fmla="*/ 504 h 1792"/>
                  <ns1:gd name="T98" fmla="*/ 896 w 1472"/>
                  <ns1:gd name="T99" fmla="*/ 1024 h 1792"/>
                  <ns1:gd name="T100" fmla="*/ 928 w 1472"/>
                  <ns1:gd name="T101" fmla="*/ 446 h 1792"/>
                  <ns1:gd name="T102" fmla="*/ 1337 w 1472"/>
                  <ns1:gd name="T103" fmla="*/ 391 h 1792"/>
                  <ns1:gd name="T104" fmla="*/ 1280 w 1472"/>
                  <ns1:gd name="T105" fmla="*/ 544 h 1792"/>
                  <ns1:gd name="T106" fmla="*/ 1408 w 1472"/>
                  <ns1:gd name="T107" fmla="*/ 768 h 1792"/>
                  <ns1:gd name="T108" fmla="*/ 1408 w 1472"/>
                  <ns1:gd name="T109" fmla="*/ 576 h 1792"/>
                  <ns1:gd name="T110" fmla="*/ 1344 w 1472"/>
                  <ns1:gd name="T111" fmla="*/ 576 h 1792"/>
                  <ns1:gd name="T112" fmla="*/ 1408 w 1472"/>
                  <ns1:gd name="T113" fmla="*/ 576 h 1792"/>
                </ns1:gdLst>
                <ns1:ahLst/>
                <ns1:cxnLst>
                  <ns1:cxn ang="0">
                    <ns1:pos x="T0" y="T1"/>
                  </ns1:cxn>
                  <ns1:cxn ang="0">
                    <ns1:pos x="T2" y="T3"/>
                  </ns1:cxn>
                  <ns1:cxn ang="0">
                    <ns1:pos x="T4" y="T5"/>
                  </ns1:cxn>
                  <ns1:cxn ang="0">
                    <ns1:pos x="T6" y="T7"/>
                  </ns1:cxn>
                  <ns1:cxn ang="0">
                    <ns1:pos x="T8" y="T9"/>
                  </ns1:cxn>
                  <ns1:cxn ang="0">
                    <ns1:pos x="T10" y="T11"/>
                  </ns1:cxn>
                  <ns1:cxn ang="0">
                    <ns1:pos x="T12" y="T13"/>
                  </ns1:cxn>
                  <ns1:cxn ang="0">
                    <ns1:pos x="T14" y="T15"/>
                  </ns1:cxn>
                  <ns1:cxn ang="0">
                    <ns1:pos x="T16" y="T17"/>
                  </ns1:cxn>
                  <ns1:cxn ang="0">
                    <ns1:pos x="T18" y="T19"/>
                  </ns1:cxn>
                  <ns1:cxn ang="0">
                    <ns1:pos x="T20" y="T21"/>
                  </ns1:cxn>
                  <ns1:cxn ang="0">
                    <ns1:pos x="T22" y="T23"/>
                  </ns1:cxn>
                  <ns1:cxn ang="0">
                    <ns1:pos x="T24" y="T25"/>
                  </ns1:cxn>
                  <ns1:cxn ang="0">
                    <ns1:pos x="T26" y="T27"/>
                  </ns1:cxn>
                  <ns1:cxn ang="0">
                    <ns1:pos x="T28" y="T29"/>
                  </ns1:cxn>
                  <ns1:cxn ang="0">
                    <ns1:pos x="T30" y="T31"/>
                  </ns1:cxn>
                  <ns1:cxn ang="0">
                    <ns1:pos x="T32" y="T33"/>
                  </ns1:cxn>
                  <ns1:cxn ang="0">
                    <ns1:pos x="T34" y="T35"/>
                  </ns1:cxn>
                  <ns1:cxn ang="0">
                    <ns1:pos x="T36" y="T37"/>
                  </ns1:cxn>
                  <ns1:cxn ang="0">
                    <ns1:pos x="T38" y="T39"/>
                  </ns1:cxn>
                  <ns1:cxn ang="0">
                    <ns1:pos x="T40" y="T41"/>
                  </ns1:cxn>
                  <ns1:cxn ang="0">
                    <ns1:pos x="T42" y="T43"/>
                  </ns1:cxn>
                  <ns1:cxn ang="0">
                    <ns1:pos x="T44" y="T45"/>
                  </ns1:cxn>
                  <ns1:cxn ang="0">
                    <ns1:pos x="T46" y="T47"/>
                  </ns1:cxn>
                  <ns1:cxn ang="0">
                    <ns1:pos x="T48" y="T49"/>
                  </ns1:cxn>
                  <ns1:cxn ang="0">
                    <ns1:pos x="T50" y="T51"/>
                  </ns1:cxn>
                  <ns1:cxn ang="0">
                    <ns1:pos x="T52" y="T53"/>
                  </ns1:cxn>
                  <ns1:cxn ang="0">
                    <ns1:pos x="T54" y="T55"/>
                  </ns1:cxn>
                  <ns1:cxn ang="0">
                    <ns1:pos x="T56" y="T57"/>
                  </ns1:cxn>
                  <ns1:cxn ang="0">
                    <ns1:pos x="T58" y="T59"/>
                  </ns1:cxn>
                  <ns1:cxn ang="0">
                    <ns1:pos x="T60" y="T61"/>
                  </ns1:cxn>
                  <ns1:cxn ang="0">
                    <ns1:pos x="T62" y="T63"/>
                  </ns1:cxn>
                  <ns1:cxn ang="0">
                    <ns1:pos x="T64" y="T65"/>
                  </ns1:cxn>
                  <ns1:cxn ang="0">
                    <ns1:pos x="T66" y="T67"/>
                  </ns1:cxn>
                  <ns1:cxn ang="0">
                    <ns1:pos x="T68" y="T69"/>
                  </ns1:cxn>
                  <ns1:cxn ang="0">
                    <ns1:pos x="T70" y="T71"/>
                  </ns1:cxn>
                  <ns1:cxn ang="0">
                    <ns1:pos x="T72" y="T73"/>
                  </ns1:cxn>
                  <ns1:cxn ang="0">
                    <ns1:pos x="T74" y="T75"/>
                  </ns1:cxn>
                  <ns1:cxn ang="0">
                    <ns1:pos x="T76" y="T77"/>
                  </ns1:cxn>
                  <ns1:cxn ang="0">
                    <ns1:pos x="T78" y="T79"/>
                  </ns1:cxn>
                  <ns1:cxn ang="0">
                    <ns1:pos x="T80" y="T81"/>
                  </ns1:cxn>
                  <ns1:cxn ang="0">
                    <ns1:pos x="T82" y="T83"/>
                  </ns1:cxn>
                  <ns1:cxn ang="0">
                    <ns1:pos x="T84" y="T85"/>
                  </ns1:cxn>
                  <ns1:cxn ang="0">
                    <ns1:pos x="T86" y="T87"/>
                  </ns1:cxn>
                  <ns1:cxn ang="0">
                    <ns1:pos x="T88" y="T89"/>
                  </ns1:cxn>
                  <ns1:cxn ang="0">
                    <ns1:pos x="T90" y="T91"/>
                  </ns1:cxn>
                  <ns1:cxn ang="0">
                    <ns1:pos x="T92" y="T93"/>
                  </ns1:cxn>
                  <ns1:cxn ang="0">
                    <ns1:pos x="T94" y="T95"/>
                  </ns1:cxn>
                  <ns1:cxn ang="0">
                    <ns1:pos x="T96" y="T97"/>
                  </ns1:cxn>
                  <ns1:cxn ang="0">
                    <ns1:pos x="T98" y="T99"/>
                  </ns1:cxn>
                  <ns1:cxn ang="0">
                    <ns1:pos x="T100" y="T101"/>
                  </ns1:cxn>
                  <ns1:cxn ang="0">
                    <ns1:pos x="T102" y="T103"/>
                  </ns1:cxn>
                  <ns1:cxn ang="0">
                    <ns1:pos x="T104" y="T105"/>
                  </ns1:cxn>
                  <ns1:cxn ang="0">
                    <ns1:pos x="T106" y="T107"/>
                  </ns1:cxn>
                  <ns1:cxn ang="0">
                    <ns1:pos x="T108" y="T109"/>
                  </ns1:cxn>
                  <ns1:cxn ang="0">
                    <ns1:pos x="T110" y="T111"/>
                  </ns1:cxn>
                  <ns1:cxn ang="0">
                    <ns1:pos x="T112" y="T113"/>
                  </ns1:cxn>
                </ns1:cxnLst>
                <ns1:rect l="0" t="0" r="r" b="b"/>
                <ns1:pathLst>
                  <ns1:path w="1472" h="1792">
                    <ns1:moveTo>
                      <ns1:pt x="1238" y="265"/>
                    </ns1:moveTo>
                    <ns1:cubicBezTo>
                      <ns1:pt x="1016" y="11"/>
                      <ns1:pt x="1016" y="11"/>
                      <ns1:pt x="1016" y="11"/>
                    </ns1:cubicBezTo>
                    <ns1:cubicBezTo>
                      <ns1:pt x="1010" y="4"/>
                      <ns1:pt x="1001" y="0"/>
                      <ns1:pt x="992" y="0"/>
                    </ns1:cubicBezTo>
                    <ns1:cubicBezTo>
                      <ns1:pt x="480" y="0"/>
                      <ns1:pt x="480" y="0"/>
                      <ns1:pt x="480" y="0"/>
                    </ns1:cubicBezTo>
                    <ns1:cubicBezTo>
                      <ns1:pt x="471" y="0"/>
                      <ns1:pt x="462" y="4"/>
                      <ns1:pt x="456" y="11"/>
                    </ns1:cubicBezTo>
                    <ns1:cubicBezTo>
                      <ns1:pt x="234" y="265"/>
                      <ns1:pt x="234" y="265"/>
                      <ns1:pt x="234" y="265"/>
                    </ns1:cubicBezTo>
                    <ns1:cubicBezTo>
                      <ns1:pt x="180" y="278"/>
                      <ns1:pt x="130" y="305"/>
                      <ns1:pt x="89" y="345"/>
                    </ns1:cubicBezTo>
                    <ns1:cubicBezTo>
                      <ns1:pt x="32" y="403"/>
                      <ns1:pt x="0" y="480"/>
                      <ns1:pt x="0" y="561"/>
                    </ns1:cubicBezTo>
                    <ns1:cubicBezTo>
                      <ns1:pt x="0" y="1376"/>
                      <ns1:pt x="0" y="1376"/>
                      <ns1:pt x="0" y="1376"/>
                    </ns1:cubicBezTo>
                    <ns1:cubicBezTo>
                      <ns1:pt x="0" y="1418"/>
                      <ns1:pt x="27" y="1453"/>
                      <ns1:pt x="64" y="1466"/>
                    </ns1:cubicBezTo>
                    <ns1:cubicBezTo>
                      <ns1:pt x="64" y="1568"/>
                      <ns1:pt x="64" y="1568"/>
                      <ns1:pt x="64" y="1568"/>
                    </ns1:cubicBezTo>
                    <ns1:cubicBezTo>
                      <ns1:pt x="64" y="1586"/>
                      <ns1:pt x="78" y="1600"/>
                      <ns1:pt x="96" y="1600"/>
                    </ns1:cubicBezTo>
                    <ns1:cubicBezTo>
                      <ns1:pt x="198" y="1600"/>
                      <ns1:pt x="198" y="1600"/>
                      <ns1:pt x="198" y="1600"/>
                    </ns1:cubicBezTo>
                    <ns1:cubicBezTo>
                      <ns1:pt x="208" y="1627"/>
                      <ns1:pt x="229" y="1648"/>
                      <ns1:pt x="256" y="1658"/>
                    </ns1:cubicBezTo>
                    <ns1:cubicBezTo>
                      <ns1:pt x="256" y="1760"/>
                      <ns1:pt x="256" y="1760"/>
                      <ns1:pt x="256" y="1760"/>
                    </ns1:cubicBezTo>
                    <ns1:cubicBezTo>
                      <ns1:pt x="256" y="1778"/>
                      <ns1:pt x="270" y="1792"/>
                      <ns1:pt x="288" y="1792"/>
                    </ns1:cubicBezTo>
                    <ns1:cubicBezTo>
                      <ns1:pt x="1184" y="1792"/>
                      <ns1:pt x="1184" y="1792"/>
                      <ns1:pt x="1184" y="1792"/>
                    </ns1:cubicBezTo>
                    <ns1:cubicBezTo>
                      <ns1:pt x="1202" y="1792"/>
                      <ns1:pt x="1216" y="1778"/>
                      <ns1:pt x="1216" y="1760"/>
                    </ns1:cubicBezTo>
                    <ns1:cubicBezTo>
                      <ns1:pt x="1216" y="1658"/>
                      <ns1:pt x="1216" y="1658"/>
                      <ns1:pt x="1216" y="1658"/>
                    </ns1:cubicBezTo>
                    <ns1:cubicBezTo>
                      <ns1:pt x="1243" y="1648"/>
                      <ns1:pt x="1264" y="1627"/>
                      <ns1:pt x="1274" y="1600"/>
                    </ns1:cubicBezTo>
                    <ns1:cubicBezTo>
                      <ns1:pt x="1376" y="1600"/>
                      <ns1:pt x="1376" y="1600"/>
                      <ns1:pt x="1376" y="1600"/>
                    </ns1:cubicBezTo>
                    <ns1:cubicBezTo>
                      <ns1:pt x="1394" y="1600"/>
                      <ns1:pt x="1408" y="1586"/>
                      <ns1:pt x="1408" y="1568"/>
                    </ns1:cubicBezTo>
                    <ns1:cubicBezTo>
                      <ns1:pt x="1408" y="1466"/>
                      <ns1:pt x="1408" y="1466"/>
                      <ns1:pt x="1408" y="1466"/>
                    </ns1:cubicBezTo>
                    <ns1:cubicBezTo>
                      <ns1:pt x="1445" y="1453"/>
                      <ns1:pt x="1472" y="1418"/>
                      <ns1:pt x="1472" y="1376"/>
                    </ns1:cubicBezTo>
                    <ns1:cubicBezTo>
                      <ns1:pt x="1472" y="561"/>
                      <ns1:pt x="1472" y="561"/>
                      <ns1:pt x="1472" y="561"/>
                    </ns1:cubicBezTo>
                    <ns1:cubicBezTo>
                      <ns1:pt x="1472" y="480"/>
                      <ns1:pt x="1440" y="403"/>
                      <ns1:pt x="1383" y="345"/>
                    </ns1:cubicBezTo>
                    <ns1:cubicBezTo>
                      <ns1:pt x="1342" y="305"/>
                      <ns1:pt x="1292" y="278"/>
                      <ns1:pt x="1238" y="265"/>
                    </ns1:cubicBezTo>
                    <ns1:close/>
                    <ns1:moveTo>
                      <ns1:pt x="928" y="928"/>
                    </ns1:moveTo>
                    <ns1:cubicBezTo>
                      <ns1:pt x="928" y="946"/>
                      <ns1:pt x="914" y="960"/>
                      <ns1:pt x="896" y="960"/>
                    </ns1:cubicBezTo>
                    <ns1:cubicBezTo>
                      <ns1:pt x="878" y="960"/>
                      <ns1:pt x="864" y="946"/>
                      <ns1:pt x="864" y="928"/>
                    </ns1:cubicBezTo>
                    <ns1:cubicBezTo>
                      <ns1:pt x="864" y="910"/>
                      <ns1:pt x="878" y="896"/>
                      <ns1:pt x="896" y="896"/>
                    </ns1:cubicBezTo>
                    <ns1:cubicBezTo>
                      <ns1:pt x="914" y="896"/>
                      <ns1:pt x="928" y="910"/>
                      <ns1:pt x="928" y="928"/>
                    </ns1:cubicBezTo>
                    <ns1:close/>
                    <ns1:moveTo>
                      <ns1:pt x="778" y="496"/>
                    </ns1:moveTo>
                    <ns1:cubicBezTo>
                      <ns1:pt x="771" y="484"/>
                      <ns1:pt x="771" y="484"/>
                      <ns1:pt x="771" y="484"/>
                    </ns1:cubicBezTo>
                    <ns1:cubicBezTo>
                      <ns1:pt x="998" y="87"/>
                      <ns1:pt x="998" y="87"/>
                      <ns1:pt x="998" y="87"/>
                    </ns1:cubicBezTo>
                    <ns1:cubicBezTo>
                      <ns1:pt x="1145" y="256"/>
                      <ns1:pt x="1145" y="256"/>
                      <ns1:pt x="1145" y="256"/>
                    </ns1:cubicBezTo>
                    <ns1:cubicBezTo>
                      <ns1:pt x="1056" y="256"/>
                      <ns1:pt x="1056" y="256"/>
                      <ns1:pt x="1056" y="256"/>
                    </ns1:cubicBezTo>
                    <ns1:cubicBezTo>
                      <ns1:pt x="1048" y="256"/>
                      <ns1:pt x="1040" y="259"/>
                      <ns1:pt x="1035" y="264"/>
                    </ns1:cubicBezTo>
                    <ns1:lnTo>
                      <ns1:pt x="778" y="496"/>
                    </ns1:lnTo>
                    <ns1:close/>
                    <ns1:moveTo>
                      <ns1:pt x="608" y="928"/>
                    </ns1:moveTo>
                    <ns1:cubicBezTo>
                      <ns1:pt x="608" y="946"/>
                      <ns1:pt x="594" y="960"/>
                      <ns1:pt x="576" y="960"/>
                    </ns1:cubicBezTo>
                    <ns1:cubicBezTo>
                      <ns1:pt x="558" y="960"/>
                      <ns1:pt x="544" y="946"/>
                      <ns1:pt x="544" y="928"/>
                    </ns1:cubicBezTo>
                    <ns1:cubicBezTo>
                      <ns1:pt x="544" y="910"/>
                      <ns1:pt x="558" y="896"/>
                      <ns1:pt x="576" y="896"/>
                    </ns1:cubicBezTo>
                    <ns1:cubicBezTo>
                      <ns1:pt x="594" y="896"/>
                      <ns1:pt x="608" y="910"/>
                      <ns1:pt x="608" y="928"/>
                    </ns1:cubicBezTo>
                    <ns1:close/>
                    <ns1:moveTo>
                      <ns1:pt x="437" y="264"/>
                    </ns1:moveTo>
                    <ns1:cubicBezTo>
                      <ns1:pt x="432" y="259"/>
                      <ns1:pt x="424" y="256"/>
                      <ns1:pt x="416" y="256"/>
                    </ns1:cubicBezTo>
                    <ns1:cubicBezTo>
                      <ns1:pt x="327" y="256"/>
                      <ns1:pt x="327" y="256"/>
                      <ns1:pt x="327" y="256"/>
                    </ns1:cubicBezTo>
                    <ns1:cubicBezTo>
                      <ns1:pt x="474" y="87"/>
                      <ns1:pt x="474" y="87"/>
                      <ns1:pt x="474" y="87"/>
                    </ns1:cubicBezTo>
                    <ns1:cubicBezTo>
                      <ns1:pt x="714" y="513"/>
                      <ns1:pt x="714" y="513"/>
                      <ns1:pt x="714" y="513"/>
                    </ns1:cubicBezTo>
                    <ns1:lnTo>
                      <ns1:pt x="437" y="264"/>
                    </ns1:lnTo>
                    <ns1:close/>
                    <ns1:moveTo>
                      <ns1:pt x="607" y="192"/>
                    </ns1:moveTo>
                    <ns1:cubicBezTo>
                      <ns1:pt x="864" y="192"/>
                      <ns1:pt x="864" y="192"/>
                      <ns1:pt x="864" y="192"/>
                    </ns1:cubicBezTo>
                    <ns1:cubicBezTo>
                      <ns1:pt x="734" y="419"/>
                      <ns1:pt x="734" y="419"/>
                      <ns1:pt x="734" y="419"/>
                    </ns1:cubicBezTo>
                    <ns1:lnTo>
                      <ns1:pt x="607" y="192"/>
                    </ns1:lnTo>
                    <ns1:close/>
                    <ns1:moveTo>
                      <ns1:pt x="900" y="128"/>
                    </ns1:moveTo>
                    <ns1:cubicBezTo>
                      <ns1:pt x="571" y="128"/>
                      <ns1:pt x="571" y="128"/>
                      <ns1:pt x="571" y="128"/>
                    </ns1:cubicBezTo>
                    <ns1:cubicBezTo>
                      <ns1:pt x="535" y="64"/>
                      <ns1:pt x="535" y="64"/>
                      <ns1:pt x="535" y="64"/>
                    </ns1:cubicBezTo>
                    <ns1:cubicBezTo>
                      <ns1:pt x="937" y="64"/>
                      <ns1:pt x="937" y="64"/>
                      <ns1:pt x="937" y="64"/>
                    </ns1:cubicBezTo>
                    <ns1:lnTo>
                      <ns1:pt x="900" y="128"/>
                    </ns1:lnTo>
                    <ns1:close/>
                    <ns1:moveTo>
                      <ns1:pt x="128" y="576"/>
                    </ns1:moveTo>
                    <ns1:cubicBezTo>
                      <ns1:pt x="128" y="704"/>
                      <ns1:pt x="128" y="704"/>
                      <ns1:pt x="128" y="704"/>
                    </ns1:cubicBezTo>
                    <ns1:cubicBezTo>
                      <ns1:pt x="64" y="704"/>
                      <ns1:pt x="64" y="704"/>
                      <ns1:pt x="64" y="704"/>
                    </ns1:cubicBezTo>
                    <ns1:cubicBezTo>
                      <ns1:pt x="64" y="576"/>
                      <ns1:pt x="64" y="576"/>
                      <ns1:pt x="64" y="576"/>
                    </ns1:cubicBezTo>
                    <ns1:lnTo>
                      <ns1:pt x="128" y="576"/>
                    </ns1:lnTo>
                    <ns1:close/>
                    <ns1:moveTo>
                      <ns1:pt x="128" y="1472"/>
                    </ns1:moveTo>
                    <ns1:cubicBezTo>
                      <ns1:pt x="192" y="1472"/>
                      <ns1:pt x="192" y="1472"/>
                      <ns1:pt x="192" y="1472"/>
                    </ns1:cubicBezTo>
                    <ns1:cubicBezTo>
                      <ns1:pt x="192" y="1536"/>
                      <ns1:pt x="192" y="1536"/>
                      <ns1:pt x="192" y="1536"/>
                    </ns1:cubicBezTo>
                    <ns1:cubicBezTo>
                      <ns1:pt x="128" y="1536"/>
                      <ns1:pt x="128" y="1536"/>
                      <ns1:pt x="128" y="1536"/>
                    </ns1:cubicBezTo>
                    <ns1:lnTo>
                      <ns1:pt x="128" y="1472"/>
                    </ns1:lnTo>
                    <ns1:close/>
                    <ns1:moveTo>
                      <ns1:pt x="320" y="1664"/>
                    </ns1:moveTo>
                    <ns1:cubicBezTo>
                      <ns1:pt x="384" y="1664"/>
                      <ns1:pt x="384" y="1664"/>
                      <ns1:pt x="384" y="1664"/>
                    </ns1:cubicBezTo>
                    <ns1:cubicBezTo>
                      <ns1:pt x="384" y="1728"/>
                      <ns1:pt x="384" y="1728"/>
                      <ns1:pt x="384" y="1728"/>
                    </ns1:cubicBezTo>
                    <ns1:cubicBezTo>
                      <ns1:pt x="320" y="1728"/>
                      <ns1:pt x="320" y="1728"/>
                      <ns1:pt x="320" y="1728"/>
                    </ns1:cubicBezTo>
                    <ns1:lnTo>
                      <ns1:pt x="320" y="1664"/>
                    </ns1:lnTo>
                    <ns1:close/>
                    <ns1:moveTo>
                      <ns1:pt x="1024" y="1664"/>
                    </ns1:moveTo>
                    <ns1:cubicBezTo>
                      <ns1:pt x="1024" y="1728"/>
                      <ns1:pt x="1024" y="1728"/>
                      <ns1:pt x="1024" y="1728"/>
                    </ns1:cubicBezTo>
                    <ns1:cubicBezTo>
                      <ns1:pt x="960" y="1728"/>
                      <ns1:pt x="960" y="1728"/>
                      <ns1:pt x="960" y="1728"/>
                    </ns1:cubicBezTo>
                    <ns1:cubicBezTo>
                      <ns1:pt x="960" y="1664"/>
                      <ns1:pt x="960" y="1664"/>
                      <ns1:pt x="960" y="1664"/>
                    </ns1:cubicBezTo>
                    <ns1:lnTo>
                      <ns1:pt x="1024" y="1664"/>
                    </ns1:lnTo>
                    <ns1:close/>
                    <ns1:moveTo>
                      <ns1:pt x="896" y="1728"/>
                    </ns1:moveTo>
                    <ns1:cubicBezTo>
                      <ns1:pt x="832" y="1728"/>
                      <ns1:pt x="832" y="1728"/>
                      <ns1:pt x="832" y="1728"/>
                    </ns1:cubicBezTo>
                    <ns1:cubicBezTo>
                      <ns1:pt x="832" y="1664"/>
                      <ns1:pt x="832" y="1664"/>
                      <ns1:pt x="832" y="1664"/>
                    </ns1:cubicBezTo>
                    <ns1:cubicBezTo>
                      <ns1:pt x="896" y="1664"/>
                      <ns1:pt x="896" y="1664"/>
                      <ns1:pt x="896" y="1664"/>
                    </ns1:cubicBezTo>
                    <ns1:lnTo>
                      <ns1:pt x="896" y="1728"/>
                    </ns1:lnTo>
                    <ns1:close/>
                    <ns1:moveTo>
                      <ns1:pt x="768" y="1728"/>
                    </ns1:moveTo>
                    <ns1:cubicBezTo>
                      <ns1:pt x="704" y="1728"/>
                      <ns1:pt x="704" y="1728"/>
                      <ns1:pt x="704" y="1728"/>
                    </ns1:cubicBezTo>
                    <ns1:cubicBezTo>
                      <ns1:pt x="704" y="1664"/>
                      <ns1:pt x="704" y="1664"/>
                      <ns1:pt x="704" y="1664"/>
                    </ns1:cubicBezTo>
                    <ns1:cubicBezTo>
                      <ns1:pt x="768" y="1664"/>
                      <ns1:pt x="768" y="1664"/>
                      <ns1:pt x="768" y="1664"/>
                    </ns1:cubicBezTo>
                    <ns1:lnTo>
                      <ns1:pt x="768" y="1728"/>
                    </ns1:lnTo>
                    <ns1:close/>
                    <ns1:moveTo>
                      <ns1:pt x="640" y="1728"/>
                    </ns1:moveTo>
                    <ns1:cubicBezTo>
                      <ns1:pt x="576" y="1728"/>
                      <ns1:pt x="576" y="1728"/>
                      <ns1:pt x="576" y="1728"/>
                    </ns1:cubicBezTo>
                    <ns1:cubicBezTo>
                      <ns1:pt x="576" y="1664"/>
                      <ns1:pt x="576" y="1664"/>
                      <ns1:pt x="576" y="1664"/>
                    </ns1:cubicBezTo>
                    <ns1:cubicBezTo>
                      <ns1:pt x="640" y="1664"/>
                      <ns1:pt x="640" y="1664"/>
                      <ns1:pt x="640" y="1664"/>
                    </ns1:cubicBezTo>
                    <ns1:lnTo>
                      <ns1:pt x="640" y="1728"/>
                    </ns1:lnTo>
                    <ns1:close/>
                    <ns1:moveTo>
                      <ns1:pt x="512" y="1728"/>
                    </ns1:moveTo>
                    <ns1:cubicBezTo>
                      <ns1:pt x="448" y="1728"/>
                      <ns1:pt x="448" y="1728"/>
                      <ns1:pt x="448" y="1728"/>
                    </ns1:cubicBezTo>
                    <ns1:cubicBezTo>
                      <ns1:pt x="448" y="1664"/>
                      <ns1:pt x="448" y="1664"/>
                      <ns1:pt x="448" y="1664"/>
                    </ns1:cubicBezTo>
                    <ns1:cubicBezTo>
                      <ns1:pt x="512" y="1664"/>
                      <ns1:pt x="512" y="1664"/>
                      <ns1:pt x="512" y="1664"/>
                    </ns1:cubicBezTo>
                    <ns1:lnTo>
                      <ns1:pt x="512" y="1728"/>
                    </ns1:lnTo>
                    <ns1:close/>
                    <ns1:moveTo>
                      <ns1:pt x="1152" y="1728"/>
                    </ns1:moveTo>
                    <ns1:cubicBezTo>
                      <ns1:pt x="1088" y="1728"/>
                      <ns1:pt x="1088" y="1728"/>
                      <ns1:pt x="1088" y="1728"/>
                    </ns1:cubicBezTo>
                    <ns1:cubicBezTo>
                      <ns1:pt x="1088" y="1664"/>
                      <ns1:pt x="1088" y="1664"/>
                      <ns1:pt x="1088" y="1664"/>
                    </ns1:cubicBezTo>
                    <ns1:cubicBezTo>
                      <ns1:pt x="1152" y="1664"/>
                      <ns1:pt x="1152" y="1664"/>
                      <ns1:pt x="1152" y="1664"/>
                    </ns1:cubicBezTo>
                    <ns1:lnTo>
                      <ns1:pt x="1152" y="1728"/>
                    </ns1:lnTo>
                    <ns1:close/>
                    <ns1:moveTo>
                      <ns1:pt x="1344" y="1536"/>
                    </ns1:moveTo>
                    <ns1:cubicBezTo>
                      <ns1:pt x="1280" y="1536"/>
                      <ns1:pt x="1280" y="1536"/>
                      <ns1:pt x="1280" y="1536"/>
                    </ns1:cubicBezTo>
                    <ns1:cubicBezTo>
                      <ns1:pt x="1280" y="1472"/>
                      <ns1:pt x="1280" y="1472"/>
                      <ns1:pt x="1280" y="1472"/>
                    </ns1:cubicBezTo>
                    <ns1:cubicBezTo>
                      <ns1:pt x="1344" y="1472"/>
                      <ns1:pt x="1344" y="1472"/>
                      <ns1:pt x="1344" y="1472"/>
                    </ns1:cubicBezTo>
                    <ns1:lnTo>
                      <ns1:pt x="1344" y="1536"/>
                    </ns1:lnTo>
                    <ns1:close/>
                    <ns1:moveTo>
                      <ns1:pt x="1376" y="1408"/>
                    </ns1:moveTo>
                    <ns1:cubicBezTo>
                      <ns1:pt x="1248" y="1408"/>
                      <ns1:pt x="1248" y="1408"/>
                      <ns1:pt x="1248" y="1408"/>
                    </ns1:cubicBezTo>
                    <ns1:cubicBezTo>
                      <ns1:pt x="1230" y="1408"/>
                      <ns1:pt x="1216" y="1394"/>
                      <ns1:pt x="1216" y="1376"/>
                    </ns1:cubicBezTo>
                    <ns1:cubicBezTo>
                      <ns1:pt x="1216" y="800"/>
                      <ns1:pt x="1216" y="800"/>
                      <ns1:pt x="1216" y="800"/>
                    </ns1:cubicBezTo>
                    <ns1:cubicBezTo>
                      <ns1:pt x="1152" y="800"/>
                      <ns1:pt x="1152" y="800"/>
                      <ns1:pt x="1152" y="800"/>
                    </ns1:cubicBezTo>
                    <ns1:cubicBezTo>
                      <ns1:pt x="1152" y="1376"/>
                      <ns1:pt x="1152" y="1376"/>
                      <ns1:pt x="1152" y="1376"/>
                    </ns1:cubicBezTo>
                    <ns1:cubicBezTo>
                      <ns1:pt x="1152" y="1418"/>
                      <ns1:pt x="1179" y="1453"/>
                      <ns1:pt x="1216" y="1466"/>
                    </ns1:cubicBezTo>
                    <ns1:cubicBezTo>
                      <ns1:pt x="1216" y="1568"/>
                      <ns1:pt x="1216" y="1568"/>
                      <ns1:pt x="1216" y="1568"/>
                    </ns1:cubicBezTo>
                    <ns1:cubicBezTo>
                      <ns1:pt x="1216" y="1586"/>
                      <ns1:pt x="1202" y="1600"/>
                      <ns1:pt x="1184" y="1600"/>
                    </ns1:cubicBezTo>
                    <ns1:cubicBezTo>
                      <ns1:pt x="288" y="1600"/>
                      <ns1:pt x="288" y="1600"/>
                      <ns1:pt x="288" y="1600"/>
                    </ns1:cubicBezTo>
                    <ns1:cubicBezTo>
                      <ns1:pt x="270" y="1600"/>
                      <ns1:pt x="256" y="1586"/>
                      <ns1:pt x="256" y="1568"/>
                    </ns1:cubicBezTo>
                    <ns1:cubicBezTo>
                      <ns1:pt x="256" y="1466"/>
                      <ns1:pt x="256" y="1466"/>
                      <ns1:pt x="256" y="1466"/>
                    </ns1:cubicBezTo>
                    <ns1:cubicBezTo>
                      <ns1:pt x="293" y="1453"/>
                      <ns1:pt x="320" y="1418"/>
                      <ns1:pt x="320" y="1376"/>
                    </ns1:cubicBezTo>
                    <ns1:cubicBezTo>
                      <ns1:pt x="320" y="800"/>
                      <ns1:pt x="320" y="800"/>
                      <ns1:pt x="320" y="800"/>
                    </ns1:cubicBezTo>
                    <ns1:cubicBezTo>
                      <ns1:pt x="256" y="800"/>
                      <ns1:pt x="256" y="800"/>
                      <ns1:pt x="256" y="800"/>
                    </ns1:cubicBezTo>
                    <ns1:cubicBezTo>
                      <ns1:pt x="256" y="1376"/>
                      <ns1:pt x="256" y="1376"/>
                      <ns1:pt x="256" y="1376"/>
                    </ns1:cubicBezTo>
                    <ns1:cubicBezTo>
                      <ns1:pt x="256" y="1394"/>
                      <ns1:pt x="242" y="1408"/>
                      <ns1:pt x="224" y="1408"/>
                    </ns1:cubicBezTo>
                    <ns1:cubicBezTo>
                      <ns1:pt x="96" y="1408"/>
                      <ns1:pt x="96" y="1408"/>
                      <ns1:pt x="96" y="1408"/>
                    </ns1:cubicBezTo>
                    <ns1:cubicBezTo>
                      <ns1:pt x="78" y="1408"/>
                      <ns1:pt x="64" y="1394"/>
                      <ns1:pt x="64" y="1376"/>
                    </ns1:cubicBezTo>
                    <ns1:cubicBezTo>
                      <ns1:pt x="64" y="768"/>
                      <ns1:pt x="64" y="768"/>
                      <ns1:pt x="64" y="768"/>
                    </ns1:cubicBezTo>
                    <ns1:cubicBezTo>
                      <ns1:pt x="160" y="768"/>
                      <ns1:pt x="160" y="768"/>
                      <ns1:pt x="160" y="768"/>
                    </ns1:cubicBezTo>
                    <ns1:cubicBezTo>
                      <ns1:pt x="178" y="768"/>
                      <ns1:pt x="192" y="754"/>
                      <ns1:pt x="192" y="736"/>
                    </ns1:cubicBezTo>
                    <ns1:cubicBezTo>
                      <ns1:pt x="192" y="544"/>
                      <ns1:pt x="192" y="544"/>
                      <ns1:pt x="192" y="544"/>
                    </ns1:cubicBezTo>
                    <ns1:cubicBezTo>
                      <ns1:pt x="192" y="526"/>
                      <ns1:pt x="178" y="512"/>
                      <ns1:pt x="160" y="512"/>
                    </ns1:cubicBezTo>
                    <ns1:cubicBezTo>
                      <ns1:pt x="69" y="512"/>
                      <ns1:pt x="69" y="512"/>
                      <ns1:pt x="69" y="512"/>
                    </ns1:cubicBezTo>
                    <ns1:cubicBezTo>
                      <ns1:pt x="78" y="466"/>
                      <ns1:pt x="101" y="424"/>
                      <ns1:pt x="135" y="391"/>
                    </ns1:cubicBezTo>
                    <ns1:cubicBezTo>
                      <ns1:pt x="180" y="345"/>
                      <ns1:pt x="241" y="320"/>
                      <ns1:pt x="305" y="320"/>
                    </ns1:cubicBezTo>
                    <ns1:cubicBezTo>
                      <ns1:pt x="404" y="320"/>
                      <ns1:pt x="404" y="320"/>
                      <ns1:pt x="404" y="320"/>
                    </ns1:cubicBezTo>
                    <ns1:cubicBezTo>
                      <ns1:pt x="544" y="446"/>
                      <ns1:pt x="544" y="446"/>
                      <ns1:pt x="544" y="446"/>
                    </ns1:cubicBezTo>
                    <ns1:cubicBezTo>
                      <ns1:pt x="544" y="838"/>
                      <ns1:pt x="544" y="838"/>
                      <ns1:pt x="544" y="838"/>
                    </ns1:cubicBezTo>
                    <ns1:cubicBezTo>
                      <ns1:pt x="507" y="851"/>
                      <ns1:pt x="480" y="886"/>
                      <ns1:pt x="480" y="928"/>
                    </ns1:cubicBezTo>
                    <ns1:cubicBezTo>
                      <ns1:pt x="480" y="981"/>
                      <ns1:pt x="523" y="1024"/>
                      <ns1:pt x="576" y="1024"/>
                    </ns1:cubicBezTo>
                    <ns1:cubicBezTo>
                      <ns1:pt x="629" y="1024"/>
                      <ns1:pt x="672" y="981"/>
                      <ns1:pt x="672" y="928"/>
                    </ns1:cubicBezTo>
                    <ns1:cubicBezTo>
                      <ns1:pt x="672" y="886"/>
                      <ns1:pt x="645" y="851"/>
                      <ns1:pt x="608" y="838"/>
                    </ns1:cubicBezTo>
                    <ns1:cubicBezTo>
                      <ns1:pt x="608" y="504"/>
                      <ns1:pt x="608" y="504"/>
                      <ns1:pt x="608" y="504"/>
                    </ns1:cubicBezTo>
                    <ns1:cubicBezTo>
                      <ns1:pt x="715" y="600"/>
                      <ns1:pt x="715" y="600"/>
                      <ns1:pt x="715" y="600"/>
                    </ns1:cubicBezTo>
                    <ns1:cubicBezTo>
                      <ns1:pt x="727" y="611"/>
                      <ns1:pt x="745" y="611"/>
                      <ns1:pt x="757" y="600"/>
                    </ns1:cubicBezTo>
                    <ns1:cubicBezTo>
                      <ns1:pt x="864" y="504"/>
                      <ns1:pt x="864" y="504"/>
                      <ns1:pt x="864" y="504"/>
                    </ns1:cubicBezTo>
                    <ns1:cubicBezTo>
                      <ns1:pt x="864" y="838"/>
                      <ns1:pt x="864" y="838"/>
                      <ns1:pt x="864" y="838"/>
                    </ns1:cubicBezTo>
                    <ns1:cubicBezTo>
                      <ns1:pt x="827" y="851"/>
                      <ns1:pt x="800" y="886"/>
                      <ns1:pt x="800" y="928"/>
                    </ns1:cubicBezTo>
                    <ns1:cubicBezTo>
                      <ns1:pt x="800" y="981"/>
                      <ns1:pt x="843" y="1024"/>
                      <ns1:pt x="896" y="1024"/>
                    </ns1:cubicBezTo>
                    <ns1:cubicBezTo>
                      <ns1:pt x="949" y="1024"/>
                      <ns1:pt x="992" y="981"/>
                      <ns1:pt x="992" y="928"/>
                    </ns1:cubicBezTo>
                    <ns1:cubicBezTo>
                      <ns1:pt x="992" y="886"/>
                      <ns1:pt x="965" y="851"/>
                      <ns1:pt x="928" y="838"/>
                    </ns1:cubicBezTo>
                    <ns1:cubicBezTo>
                      <ns1:pt x="928" y="446"/>
                      <ns1:pt x="928" y="446"/>
                      <ns1:pt x="928" y="446"/>
                    </ns1:cubicBezTo>
                    <ns1:cubicBezTo>
                      <ns1:pt x="1068" y="320"/>
                      <ns1:pt x="1068" y="320"/>
                      <ns1:pt x="1068" y="320"/>
                    </ns1:cubicBezTo>
                    <ns1:cubicBezTo>
                      <ns1:pt x="1167" y="320"/>
                      <ns1:pt x="1167" y="320"/>
                      <ns1:pt x="1167" y="320"/>
                    </ns1:cubicBezTo>
                    <ns1:cubicBezTo>
                      <ns1:pt x="1231" y="320"/>
                      <ns1:pt x="1292" y="345"/>
                      <ns1:pt x="1337" y="391"/>
                    </ns1:cubicBezTo>
                    <ns1:cubicBezTo>
                      <ns1:pt x="1371" y="424"/>
                      <ns1:pt x="1394" y="466"/>
                      <ns1:pt x="1403" y="512"/>
                    </ns1:cubicBezTo>
                    <ns1:cubicBezTo>
                      <ns1:pt x="1312" y="512"/>
                      <ns1:pt x="1312" y="512"/>
                      <ns1:pt x="1312" y="512"/>
                    </ns1:cubicBezTo>
                    <ns1:cubicBezTo>
                      <ns1:pt x="1294" y="512"/>
                      <ns1:pt x="1280" y="526"/>
                      <ns1:pt x="1280" y="544"/>
                    </ns1:cubicBezTo>
                    <ns1:cubicBezTo>
                      <ns1:pt x="1280" y="736"/>
                      <ns1:pt x="1280" y="736"/>
                      <ns1:pt x="1280" y="736"/>
                    </ns1:cubicBezTo>
                    <ns1:cubicBezTo>
                      <ns1:pt x="1280" y="754"/>
                      <ns1:pt x="1294" y="768"/>
                      <ns1:pt x="1312" y="768"/>
                    </ns1:cubicBezTo>
                    <ns1:cubicBezTo>
                      <ns1:pt x="1408" y="768"/>
                      <ns1:pt x="1408" y="768"/>
                      <ns1:pt x="1408" y="768"/>
                    </ns1:cubicBezTo>
                    <ns1:cubicBezTo>
                      <ns1:pt x="1408" y="1376"/>
                      <ns1:pt x="1408" y="1376"/>
                      <ns1:pt x="1408" y="1376"/>
                    </ns1:cubicBezTo>
                    <ns1:cubicBezTo>
                      <ns1:pt x="1408" y="1394"/>
                      <ns1:pt x="1394" y="1408"/>
                      <ns1:pt x="1376" y="1408"/>
                    </ns1:cubicBezTo>
                    <ns1:close/>
                    <ns1:moveTo>
                      <ns1:pt x="1408" y="576"/>
                    </ns1:moveTo>
                    <ns1:cubicBezTo>
                      <ns1:pt x="1408" y="704"/>
                      <ns1:pt x="1408" y="704"/>
                      <ns1:pt x="1408" y="704"/>
                    </ns1:cubicBezTo>
                    <ns1:cubicBezTo>
                      <ns1:pt x="1344" y="704"/>
                      <ns1:pt x="1344" y="704"/>
                      <ns1:pt x="1344" y="704"/>
                    </ns1:cubicBezTo>
                    <ns1:cubicBezTo>
                      <ns1:pt x="1344" y="576"/>
                      <ns1:pt x="1344" y="576"/>
                      <ns1:pt x="1344" y="576"/>
                    </ns1:cubicBezTo>
                    <ns1:lnTo>
                      <ns1:pt x="1408" y="576"/>
                    </ns1:lnTo>
                    <ns1:close/>
                    <ns1:moveTo>
                      <ns1:pt x="1408" y="576"/>
                    </ns1:moveTo>
                    <ns1:cubicBezTo>
                      <ns1:pt x="1408" y="576"/>
                      <ns1:pt x="1408" y="576"/>
                      <ns1:pt x="1408" y="576"/>
                    </ns1:cubicBezTo>
                  </ns1:path>
                </ns1:pathLst>
              </ns1:custGeom>
              <ns1:grpFill/>
              <ns1:ln>
                <ns1:noFill/>
              </ns1:ln>
              <ns1:extLst>
                <ns1:ext uri="{91240B29-F687-4F45-9708-019B960494DF}">
                  <ns3:hiddenLine w="9525">
                    <ns1:solidFill>
                      <ns1:srgbClr val="000000"/>
                    </ns1:solidFill>
                    <ns1:round/>
                    <ns1:headEnd/>
                    <ns1:tailEnd/>
                  </ns3:hiddenLine>
                </ns1:ext>
              </ns1:extLst>
            </ns0:spPr>
            <ns0:txBody>
              <ns1:bodyPr vert="horz" wrap="square" lIns="91440" tIns="45720" rIns="91440" bIns="45720" numCol="1" anchor="t" anchorCtr="0" compatLnSpc="1">
                <ns1:prstTxWarp prst="textNoShape">
                  <ns1:avLst/>
                </ns1:prstTxWarp>
              </ns1:bodyPr>
              <ns1:lstStyle/>
              <ns1:p>
                <ns1:endParaRPr lang="en-US"/>
              </ns1:p>
            </ns0:txBody>
          </ns0:sp>
          <ns0:sp>
            <ns0:nvSpPr>
              <ns0:cNvPr id="58" name="Freeform 13">
                <ns1:extLst>
                  <ns1:ext uri="{FF2B5EF4-FFF2-40B4-BE49-F238E27FC236}">
                    <ns2:creationId id="{E1DDAFAC-6583-402F-89F0-A117ECCC3B39}"/>
                  </ns1:ext>
                </ns1:extLst>
              </ns0:cNvPr>
              <ns0:cNvSpPr>
                <ns1:spLocks noEditPoints="1"/>
              </ns0:cNvSpPr>
              <ns0:nvPr/>
            </ns0:nvSpPr>
            <ns0:spPr bwMode="auto">
              <ns1:xfrm>
                <ns1:off x="3069" y="2928"/>
                <ns1:ext cx="1542" cy="837"/>
              </ns1:xfrm>
              <ns1:custGeom>
                <ns1:avLst/>
                <ns1:gdLst>
                  <ns1:gd name="T0" fmla="*/ 609 w 708"/>
                  <ns1:gd name="T1" fmla="*/ 23 h 384"/>
                  <ns1:gd name="T2" fmla="*/ 578 w 708"/>
                  <ns1:gd name="T3" fmla="*/ 0 h 384"/>
                  <ns1:gd name="T4" fmla="*/ 130 w 708"/>
                  <ns1:gd name="T5" fmla="*/ 0 h 384"/>
                  <ns1:gd name="T6" fmla="*/ 99 w 708"/>
                  <ns1:gd name="T7" fmla="*/ 23 h 384"/>
                  <ns1:gd name="T8" fmla="*/ 3 w 708"/>
                  <ns1:gd name="T9" fmla="*/ 343 h 384"/>
                  <ns1:gd name="T10" fmla="*/ 8 w 708"/>
                  <ns1:gd name="T11" fmla="*/ 371 h 384"/>
                  <ns1:gd name="T12" fmla="*/ 34 w 708"/>
                  <ns1:gd name="T13" fmla="*/ 384 h 384"/>
                  <ns1:gd name="T14" fmla="*/ 674 w 708"/>
                  <ns1:gd name="T15" fmla="*/ 384 h 384"/>
                  <ns1:gd name="T16" fmla="*/ 700 w 708"/>
                  <ns1:gd name="T17" fmla="*/ 371 h 384"/>
                  <ns1:gd name="T18" fmla="*/ 705 w 708"/>
                  <ns1:gd name="T19" fmla="*/ 343 h 384"/>
                  <ns1:gd name="T20" fmla="*/ 609 w 708"/>
                  <ns1:gd name="T21" fmla="*/ 23 h 384"/>
                  <ns1:gd name="T22" fmla="*/ 77 w 708"/>
                  <ns1:gd name="T23" fmla="*/ 320 h 384"/>
                  <ns1:gd name="T24" fmla="*/ 154 w 708"/>
                  <ns1:gd name="T25" fmla="*/ 64 h 384"/>
                  <ns1:gd name="T26" fmla="*/ 554 w 708"/>
                  <ns1:gd name="T27" fmla="*/ 64 h 384"/>
                  <ns1:gd name="T28" fmla="*/ 631 w 708"/>
                  <ns1:gd name="T29" fmla="*/ 320 h 384"/>
                  <ns1:gd name="T30" fmla="*/ 77 w 708"/>
                  <ns1:gd name="T31" fmla="*/ 320 h 384"/>
                  <ns1:gd name="T32" fmla="*/ 77 w 708"/>
                  <ns1:gd name="T33" fmla="*/ 320 h 384"/>
                  <ns1:gd name="T34" fmla="*/ 77 w 708"/>
                  <ns1:gd name="T35" fmla="*/ 320 h 384"/>
                </ns1:gdLst>
                <ns1:ahLst/>
                <ns1:cxnLst>
                  <ns1:cxn ang="0">
                    <ns1:pos x="T0" y="T1"/>
                  </ns1:cxn>
                  <ns1:cxn ang="0">
                    <ns1:pos x="T2" y="T3"/>
                  </ns1:cxn>
                  <ns1:cxn ang="0">
                    <ns1:pos x="T4" y="T5"/>
                  </ns1:cxn>
                  <ns1:cxn ang="0">
                    <ns1:pos x="T6" y="T7"/>
                  </ns1:cxn>
                  <ns1:cxn ang="0">
                    <ns1:pos x="T8" y="T9"/>
                  </ns1:cxn>
                  <ns1:cxn ang="0">
                    <ns1:pos x="T10" y="T11"/>
                  </ns1:cxn>
                  <ns1:cxn ang="0">
                    <ns1:pos x="T12" y="T13"/>
                  </ns1:cxn>
                  <ns1:cxn ang="0">
                    <ns1:pos x="T14" y="T15"/>
                  </ns1:cxn>
                  <ns1:cxn ang="0">
                    <ns1:pos x="T16" y="T17"/>
                  </ns1:cxn>
                  <ns1:cxn ang="0">
                    <ns1:pos x="T18" y="T19"/>
                  </ns1:cxn>
                  <ns1:cxn ang="0">
                    <ns1:pos x="T20" y="T21"/>
                  </ns1:cxn>
                  <ns1:cxn ang="0">
                    <ns1:pos x="T22" y="T23"/>
                  </ns1:cxn>
                  <ns1:cxn ang="0">
                    <ns1:pos x="T24" y="T25"/>
                  </ns1:cxn>
                  <ns1:cxn ang="0">
                    <ns1:pos x="T26" y="T27"/>
                  </ns1:cxn>
                  <ns1:cxn ang="0">
                    <ns1:pos x="T28" y="T29"/>
                  </ns1:cxn>
                  <ns1:cxn ang="0">
                    <ns1:pos x="T30" y="T31"/>
                  </ns1:cxn>
                  <ns1:cxn ang="0">
                    <ns1:pos x="T32" y="T33"/>
                  </ns1:cxn>
                  <ns1:cxn ang="0">
                    <ns1:pos x="T34" y="T35"/>
                  </ns1:cxn>
                </ns1:cxnLst>
                <ns1:rect l="0" t="0" r="r" b="b"/>
                <ns1:pathLst>
                  <ns1:path w="708" h="384">
                    <ns1:moveTo>
                      <ns1:pt x="609" y="23"/>
                    </ns1:moveTo>
                    <ns1:cubicBezTo>
                      <ns1:pt x="605" y="9"/>
                      <ns1:pt x="592" y="0"/>
                      <ns1:pt x="578" y="0"/>
                    </ns1:cubicBezTo>
                    <ns1:cubicBezTo>
                      <ns1:pt x="130" y="0"/>
                      <ns1:pt x="130" y="0"/>
                      <ns1:pt x="130" y="0"/>
                    </ns1:cubicBezTo>
                    <ns1:cubicBezTo>
                      <ns1:pt x="116" y="0"/>
                      <ns1:pt x="103" y="9"/>
                      <ns1:pt x="99" y="23"/>
                    </ns1:cubicBezTo>
                    <ns1:cubicBezTo>
                      <ns1:pt x="3" y="343"/>
                      <ns1:pt x="3" y="343"/>
                      <ns1:pt x="3" y="343"/>
                    </ns1:cubicBezTo>
                    <ns1:cubicBezTo>
                      <ns1:pt x="0" y="353"/>
                      <ns1:pt x="2" y="363"/>
                      <ns1:pt x="8" y="371"/>
                    </ns1:cubicBezTo>
                    <ns1:cubicBezTo>
                      <ns1:pt x="14" y="379"/>
                      <ns1:pt x="24" y="384"/>
                      <ns1:pt x="34" y="384"/>
                    </ns1:cubicBezTo>
                    <ns1:cubicBezTo>
                      <ns1:pt x="674" y="384"/>
                      <ns1:pt x="674" y="384"/>
                      <ns1:pt x="674" y="384"/>
                    </ns1:cubicBezTo>
                    <ns1:cubicBezTo>
                      <ns1:pt x="684" y="384"/>
                      <ns1:pt x="694" y="379"/>
                      <ns1:pt x="700" y="371"/>
                    </ns1:cubicBezTo>
                    <ns1:cubicBezTo>
                      <ns1:pt x="706" y="363"/>
                      <ns1:pt x="708" y="353"/>
                      <ns1:pt x="705" y="343"/>
                    </ns1:cubicBezTo>
                    <ns1:lnTo>
                      <ns1:pt x="609" y="23"/>
                    </ns1:lnTo>
                    <ns1:close/>
                    <ns1:moveTo>
                      <ns1:pt x="77" y="320"/>
                    </ns1:moveTo>
                    <ns1:cubicBezTo>
                      <ns1:pt x="154" y="64"/>
                      <ns1:pt x="154" y="64"/>
                      <ns1:pt x="154" y="64"/>
                    </ns1:cubicBezTo>
                    <ns1:cubicBezTo>
                      <ns1:pt x="554" y="64"/>
                      <ns1:pt x="554" y="64"/>
                      <ns1:pt x="554" y="64"/>
                    </ns1:cubicBezTo>
                    <ns1:cubicBezTo>
                      <ns1:pt x="631" y="320"/>
                      <ns1:pt x="631" y="320"/>
                      <ns1:pt x="631" y="320"/>
                    </ns1:cubicBezTo>
                    <ns1:lnTo>
                      <ns1:pt x="77" y="320"/>
                    </ns1:lnTo>
                    <ns1:close/>
                    <ns1:moveTo>
                      <ns1:pt x="77" y="320"/>
                    </ns1:moveTo>
                    <ns1:cubicBezTo>
                      <ns1:pt x="77" y="320"/>
                      <ns1:pt x="77" y="320"/>
                      <ns1:pt x="77" y="320"/>
                    </ns1:cubicBezTo>
                  </ns1:path>
                </ns1:pathLst>
              </ns1:custGeom>
              <ns1:grpFill/>
              <ns1:ln>
                <ns1:noFill/>
              </ns1:ln>
              <ns1:extLst>
                <ns1:ext uri="{91240B29-F687-4F45-9708-019B960494DF}">
                  <ns3:hiddenLine w="9525">
                    <ns1:solidFill>
                      <ns1:srgbClr val="000000"/>
                    </ns1:solidFill>
                    <ns1:round/>
                    <ns1:headEnd/>
                    <ns1:tailEnd/>
                  </ns3:hiddenLine>
                </ns1:ext>
              </ns1:extLst>
            </ns0:spPr>
            <ns0:txBody>
              <ns1:bodyPr vert="horz" wrap="square" lIns="91440" tIns="45720" rIns="91440" bIns="45720" numCol="1" anchor="t" anchorCtr="0" compatLnSpc="1">
                <ns1:prstTxWarp prst="textNoShape">
                  <ns1:avLst/>
                </ns1:prstTxWarp>
              </ns1:bodyPr>
              <ns1:lstStyle/>
              <ns1:p>
                <ns1:endParaRPr lang="en-US"/>
              </ns1:p>
            </ns0:txBody>
          </ns0:sp>
          <ns0:sp>
            <ns0:nvSpPr>
              <ns0:cNvPr id="59" name="Freeform 14">
                <ns1:extLst>
                  <ns1:ext uri="{FF2B5EF4-FFF2-40B4-BE49-F238E27FC236}">
                    <ns2:creationId id="{0EE63A77-3644-498D-9838-4615936DF1D6}"/>
                  </ns1:ext>
                </ns1:extLst>
              </ns0:cNvPr>
              <ns0:cNvSpPr>
                <ns1:spLocks noEditPoints="1"/>
              </ns0:cNvSpPr>
              <ns0:nvPr/>
            </ns0:nvSpPr>
            <ns0:spPr bwMode="auto">
              <ns1:xfrm>
                <ns1:off x="1679" y="0"/>
                <ns1:ext cx="4322" cy="3385"/>
              </ns1:xfrm>
              <ns1:custGeom>
                <ns1:avLst/>
                <ns1:gdLst>
                  <ns1:gd name="T0" fmla="*/ 992 w 1984"/>
                  <ns1:gd name="T1" fmla="*/ 0 h 1554"/>
                  <ns1:gd name="T2" fmla="*/ 0 w 1984"/>
                  <ns1:gd name="T3" fmla="*/ 992 h 1554"/>
                  <ns1:gd name="T4" fmla="*/ 175 w 1984"/>
                  <ns1:gd name="T5" fmla="*/ 1554 h 1554"/>
                  <ns1:gd name="T6" fmla="*/ 227 w 1984"/>
                  <ns1:gd name="T7" fmla="*/ 1518 h 1554"/>
                  <ns1:gd name="T8" fmla="*/ 64 w 1984"/>
                  <ns1:gd name="T9" fmla="*/ 992 h 1554"/>
                  <ns1:gd name="T10" fmla="*/ 992 w 1984"/>
                  <ns1:gd name="T11" fmla="*/ 64 h 1554"/>
                  <ns1:gd name="T12" fmla="*/ 1920 w 1984"/>
                  <ns1:gd name="T13" fmla="*/ 992 h 1554"/>
                  <ns1:gd name="T14" fmla="*/ 1757 w 1984"/>
                  <ns1:gd name="T15" fmla="*/ 1518 h 1554"/>
                  <ns1:gd name="T16" fmla="*/ 1809 w 1984"/>
                  <ns1:gd name="T17" fmla="*/ 1554 h 1554"/>
                  <ns1:gd name="T18" fmla="*/ 1984 w 1984"/>
                  <ns1:gd name="T19" fmla="*/ 992 h 1554"/>
                  <ns1:gd name="T20" fmla="*/ 992 w 1984"/>
                  <ns1:gd name="T21" fmla="*/ 0 h 1554"/>
                  <ns1:gd name="T22" fmla="*/ 992 w 1984"/>
                  <ns1:gd name="T23" fmla="*/ 0 h 1554"/>
                  <ns1:gd name="T24" fmla="*/ 992 w 1984"/>
                  <ns1:gd name="T25" fmla="*/ 0 h 1554"/>
                </ns1:gdLst>
                <ns1:ahLst/>
                <ns1:cxnLst>
                  <ns1:cxn ang="0">
                    <ns1:pos x="T0" y="T1"/>
                  </ns1:cxn>
                  <ns1:cxn ang="0">
                    <ns1:pos x="T2" y="T3"/>
                  </ns1:cxn>
                  <ns1:cxn ang="0">
                    <ns1:pos x="T4" y="T5"/>
                  </ns1:cxn>
                  <ns1:cxn ang="0">
                    <ns1:pos x="T6" y="T7"/>
                  </ns1:cxn>
                  <ns1:cxn ang="0">
                    <ns1:pos x="T8" y="T9"/>
                  </ns1:cxn>
                  <ns1:cxn ang="0">
                    <ns1:pos x="T10" y="T11"/>
                  </ns1:cxn>
                  <ns1:cxn ang="0">
                    <ns1:pos x="T12" y="T13"/>
                  </ns1:cxn>
                  <ns1:cxn ang="0">
                    <ns1:pos x="T14" y="T15"/>
                  </ns1:cxn>
                  <ns1:cxn ang="0">
                    <ns1:pos x="T16" y="T17"/>
                  </ns1:cxn>
                  <ns1:cxn ang="0">
                    <ns1:pos x="T18" y="T19"/>
                  </ns1:cxn>
                  <ns1:cxn ang="0">
                    <ns1:pos x="T20" y="T21"/>
                  </ns1:cxn>
                  <ns1:cxn ang="0">
                    <ns1:pos x="T22" y="T23"/>
                  </ns1:cxn>
                  <ns1:cxn ang="0">
                    <ns1:pos x="T24" y="T25"/>
                  </ns1:cxn>
                </ns1:cxnLst>
                <ns1:rect l="0" t="0" r="r" b="b"/>
                <ns1:pathLst>
                  <ns1:path w="1984" h="1554">
                    <ns1:moveTo>
                      <ns1:pt x="992" y="0"/>
                    </ns1:moveTo>
                    <ns1:cubicBezTo>
                      <ns1:pt x="445" y="0"/>
                      <ns1:pt x="0" y="445"/>
                      <ns1:pt x="0" y="992"/>
                    </ns1:cubicBezTo>
                    <ns1:cubicBezTo>
                      <ns1:pt x="0" y="1194"/>
                      <ns1:pt x="60" y="1388"/>
                      <ns1:pt x="175" y="1554"/>
                    </ns1:cubicBezTo>
                    <ns1:cubicBezTo>
                      <ns1:pt x="227" y="1518"/>
                      <ns1:pt x="227" y="1518"/>
                      <ns1:pt x="227" y="1518"/>
                    </ns1:cubicBezTo>
                    <ns1:cubicBezTo>
                      <ns1:pt x="120" y="1363"/>
                      <ns1:pt x="64" y="1181"/>
                      <ns1:pt x="64" y="992"/>
                    </ns1:cubicBezTo>
                    <ns1:cubicBezTo>
                      <ns1:pt x="64" y="480"/>
                      <ns1:pt x="480" y="64"/>
                      <ns1:pt x="992" y="64"/>
                    </ns1:cubicBezTo>
                    <ns1:cubicBezTo>
                      <ns1:pt x="1504" y="64"/>
                      <ns1:pt x="1920" y="480"/>
                      <ns1:pt x="1920" y="992"/>
                    </ns1:cubicBezTo>
                    <ns1:cubicBezTo>
                      <ns1:pt x="1920" y="1181"/>
                      <ns1:pt x="1864" y="1363"/>
                      <ns1:pt x="1757" y="1518"/>
                    </ns1:cubicBezTo>
                    <ns1:cubicBezTo>
                      <ns1:pt x="1809" y="1554"/>
                      <ns1:pt x="1809" y="1554"/>
                      <ns1:pt x="1809" y="1554"/>
                    </ns1:cubicBezTo>
                    <ns1:cubicBezTo>
                      <ns1:pt x="1924" y="1388"/>
                      <ns1:pt x="1984" y="1194"/>
                      <ns1:pt x="1984" y="992"/>
                    </ns1:cubicBezTo>
                    <ns1:cubicBezTo>
                      <ns1:pt x="1984" y="445"/>
                      <ns1:pt x="1539" y="0"/>
                      <ns1:pt x="992" y="0"/>
                    </ns1:cubicBezTo>
                    <ns1:close/>
                    <ns1:moveTo>
                      <ns1:pt x="992" y="0"/>
                    </ns1:moveTo>
                    <ns1:cubicBezTo>
                      <ns1:pt x="992" y="0"/>
                      <ns1:pt x="992" y="0"/>
                      <ns1:pt x="992" y="0"/>
                    </ns1:cubicBezTo>
                  </ns1:path>
                </ns1:pathLst>
              </ns1:custGeom>
              <ns1:grpFill/>
              <ns1:ln>
                <ns1:noFill/>
              </ns1:ln>
              <ns1:extLst>
                <ns1:ext uri="{91240B29-F687-4F45-9708-019B960494DF}">
                  <ns3:hiddenLine w="9525">
                    <ns1:solidFill>
                      <ns1:srgbClr val="000000"/>
                    </ns1:solidFill>
                    <ns1:round/>
                    <ns1:headEnd/>
                    <ns1:tailEnd/>
                  </ns3:hiddenLine>
                </ns1:ext>
              </ns1:extLst>
            </ns0:spPr>
            <ns0:txBody>
              <ns1:bodyPr vert="horz" wrap="square" lIns="91440" tIns="45720" rIns="91440" bIns="45720" numCol="1" anchor="t" anchorCtr="0" compatLnSpc="1">
                <ns1:prstTxWarp prst="textNoShape">
                  <ns1:avLst/>
                </ns1:prstTxWarp>
              </ns1:bodyPr>
              <ns1:lstStyle/>
              <ns1:p>
                <ns1:endParaRPr lang="en-US"/>
              </ns1:p>
            </ns0:txBody>
          </ns0:sp>
        </ns0:grpSp>
        <ns0:grpSp>
          <ns0:nvGrpSpPr>
            <ns0:cNvPr id="61" name="Group 44">
              <ns1:extLst>
                <ns1:ext uri="{FF2B5EF4-FFF2-40B4-BE49-F238E27FC236}">
                  <ns2:creationId id="{5C1CE28E-EA0C-40EC-8E1E-C37CD3A8CE67}"/>
                </ns1:ext>
              </ns1:extLst>
            </ns0:cNvPr>
            <ns0:cNvGrpSpPr>
              <ns1:grpSpLocks noChangeAspect="1"/>
            </ns0:cNvGrpSpPr>
            <ns0:nvPr/>
          </ns0:nvGrpSpPr>
          <ns0:grpSpPr bwMode="auto">
            <ns1:xfrm>
              <ns1:off x="5866364" y="3200005"/>
              <ns1:ext cx="459268" cy="457993"/>
              <ns1:chOff x="1676" y="6"/>
              <ns1:chExt cx="4322" cy="4310"/>
            </ns1:xfrm>
            <ns1:solidFill>
              <ns1:schemeClr val="bg1"/>
            </ns1:solidFill>
          </ns0:grpSpPr>
          <ns0:sp>
            <ns0:nvSpPr>
              <ns0:cNvPr id="62" name="Freeform 45">
                <ns1:extLst>
                  <ns1:ext uri="{FF2B5EF4-FFF2-40B4-BE49-F238E27FC236}">
                    <ns2:creationId id="{9B09CF34-0163-4F61-8459-769BC3995085}"/>
                  </ns1:ext>
                </ns1:extLst>
              </ns0:cNvPr>
              <ns0:cNvSpPr>
                <ns1:spLocks noEditPoints="1"/>
              </ns0:cNvSpPr>
              <ns0:nvPr/>
            </ns0:nvSpPr>
            <ns0:spPr bwMode="auto">
              <ns1:xfrm>
                <ns1:off x="4786" y="2487"/>
                <ns1:ext cx="514" cy="516"/>
              </ns1:xfrm>
              <ns1:custGeom>
                <ns1:avLst/>
                <ns1:gdLst>
                  <ns1:gd name="T0" fmla="*/ 0 w 243"/>
                  <ns1:gd name="T1" fmla="*/ 122 h 244"/>
                  <ns1:gd name="T2" fmla="*/ 122 w 243"/>
                  <ns1:gd name="T3" fmla="*/ 244 h 244"/>
                  <ns1:gd name="T4" fmla="*/ 243 w 243"/>
                  <ns1:gd name="T5" fmla="*/ 122 h 244"/>
                  <ns1:gd name="T6" fmla="*/ 122 w 243"/>
                  <ns1:gd name="T7" fmla="*/ 0 h 244"/>
                  <ns1:gd name="T8" fmla="*/ 0 w 243"/>
                  <ns1:gd name="T9" fmla="*/ 122 h 244"/>
                  <ns1:gd name="T10" fmla="*/ 162 w 243"/>
                  <ns1:gd name="T11" fmla="*/ 122 h 244"/>
                  <ns1:gd name="T12" fmla="*/ 122 w 243"/>
                  <ns1:gd name="T13" fmla="*/ 162 h 244"/>
                  <ns1:gd name="T14" fmla="*/ 82 w 243"/>
                  <ns1:gd name="T15" fmla="*/ 122 h 244"/>
                  <ns1:gd name="T16" fmla="*/ 122 w 243"/>
                  <ns1:gd name="T17" fmla="*/ 82 h 244"/>
                  <ns1:gd name="T18" fmla="*/ 162 w 243"/>
                  <ns1:gd name="T19" fmla="*/ 122 h 244"/>
                  <ns1:gd name="T20" fmla="*/ 162 w 243"/>
                  <ns1:gd name="T21" fmla="*/ 122 h 244"/>
                  <ns1:gd name="T22" fmla="*/ 162 w 243"/>
                  <ns1:gd name="T23" fmla="*/ 122 h 244"/>
                </ns1:gdLst>
                <ns1:ahLst/>
                <ns1:cxnLst>
                  <ns1:cxn ang="0">
                    <ns1:pos x="T0" y="T1"/>
                  </ns1:cxn>
                  <ns1:cxn ang="0">
                    <ns1:pos x="T2" y="T3"/>
                  </ns1:cxn>
                  <ns1:cxn ang="0">
                    <ns1:pos x="T4" y="T5"/>
                  </ns1:cxn>
                  <ns1:cxn ang="0">
                    <ns1:pos x="T6" y="T7"/>
                  </ns1:cxn>
                  <ns1:cxn ang="0">
                    <ns1:pos x="T8" y="T9"/>
                  </ns1:cxn>
                  <ns1:cxn ang="0">
                    <ns1:pos x="T10" y="T11"/>
                  </ns1:cxn>
                  <ns1:cxn ang="0">
                    <ns1:pos x="T12" y="T13"/>
                  </ns1:cxn>
                  <ns1:cxn ang="0">
                    <ns1:pos x="T14" y="T15"/>
                  </ns1:cxn>
                  <ns1:cxn ang="0">
                    <ns1:pos x="T16" y="T17"/>
                  </ns1:cxn>
                  <ns1:cxn ang="0">
                    <ns1:pos x="T18" y="T19"/>
                  </ns1:cxn>
                  <ns1:cxn ang="0">
                    <ns1:pos x="T20" y="T21"/>
                  </ns1:cxn>
                  <ns1:cxn ang="0">
                    <ns1:pos x="T22" y="T23"/>
                  </ns1:cxn>
                </ns1:cxnLst>
                <ns1:rect l="0" t="0" r="r" b="b"/>
                <ns1:pathLst>
                  <ns1:path w="243" h="244">
                    <ns1:moveTo>
                      <ns1:pt x="0" y="122"/>
                    </ns1:moveTo>
                    <ns1:cubicBezTo>
                      <ns1:pt x="0" y="189"/>
                      <ns1:pt x="55" y="244"/>
                      <ns1:pt x="122" y="244"/>
                    </ns1:cubicBezTo>
                    <ns1:cubicBezTo>
                      <ns1:pt x="189" y="244"/>
                      <ns1:pt x="243" y="189"/>
                      <ns1:pt x="243" y="122"/>
                    </ns1:cubicBezTo>
                    <ns1:cubicBezTo>
                      <ns1:pt x="243" y="55"/>
                      <ns1:pt x="189" y="0"/>
                      <ns1:pt x="122" y="0"/>
                    </ns1:cubicBezTo>
                    <ns1:cubicBezTo>
                      <ns1:pt x="55" y="0"/>
                      <ns1:pt x="0" y="55"/>
                      <ns1:pt x="0" y="122"/>
                    </ns1:cubicBezTo>
                    <ns1:close/>
                    <ns1:moveTo>
                      <ns1:pt x="162" y="122"/>
                    </ns1:moveTo>
                    <ns1:cubicBezTo>
                      <ns1:pt x="162" y="144"/>
                      <ns1:pt x="144" y="162"/>
                      <ns1:pt x="122" y="162"/>
                    </ns1:cubicBezTo>
                    <ns1:cubicBezTo>
                      <ns1:pt x="100" y="162"/>
                      <ns1:pt x="82" y="144"/>
                      <ns1:pt x="82" y="122"/>
                    </ns1:cubicBezTo>
                    <ns1:cubicBezTo>
                      <ns1:pt x="82" y="100"/>
                      <ns1:pt x="100" y="82"/>
                      <ns1:pt x="122" y="82"/>
                    </ns1:cubicBezTo>
                    <ns1:cubicBezTo>
                      <ns1:pt x="144" y="82"/>
                      <ns1:pt x="162" y="100"/>
                      <ns1:pt x="162" y="122"/>
                    </ns1:cubicBezTo>
                    <ns1:close/>
                    <ns1:moveTo>
                      <ns1:pt x="162" y="122"/>
                    </ns1:moveTo>
                    <ns1:cubicBezTo>
                      <ns1:pt x="162" y="122"/>
                      <ns1:pt x="162" y="122"/>
                      <ns1:pt x="162" y="122"/>
                    </ns1:cubicBezTo>
                  </ns1:path>
                </ns1:pathLst>
              </ns1:custGeom>
              <ns1:grpFill/>
              <ns1:ln>
                <ns1:noFill/>
              </ns1:ln>
              <ns1:extLst>
                <ns1:ext uri="{91240B29-F687-4F45-9708-019B960494DF}">
                  <ns3:hiddenLine w="9525">
                    <ns1:solidFill>
                      <ns1:srgbClr val="000000"/>
                    </ns1:solidFill>
                    <ns1:round/>
                    <ns1:headEnd/>
                    <ns1:tailEnd/>
                  </ns3:hiddenLine>
                </ns1:ext>
              </ns1:extLst>
            </ns0:spPr>
            <ns0:txBody>
              <ns1:bodyPr vert="horz" wrap="square" lIns="91440" tIns="45720" rIns="91440" bIns="45720" numCol="1" anchor="t" anchorCtr="0" compatLnSpc="1">
                <ns1:prstTxWarp prst="textNoShape">
                  <ns1:avLst/>
                </ns1:prstTxWarp>
              </ns1:bodyPr>
              <ns1:lstStyle/>
              <ns1:p>
                <ns1:endParaRPr lang="en-US"/>
              </ns1:p>
            </ns0:txBody>
          </ns0:sp>
          <ns0:sp>
            <ns0:nvSpPr>
              <ns0:cNvPr id="63" name="Freeform 46">
                <ns1:extLst>
                  <ns1:ext uri="{FF2B5EF4-FFF2-40B4-BE49-F238E27FC236}">
                    <ns2:creationId id="{D5BFB16B-6FBA-4A7C-A0F1-C9539427A8DC}"/>
                  </ns1:ext>
                </ns1:extLst>
              </ns0:cNvPr>
              <ns0:cNvSpPr>
                <ns1:spLocks noEditPoints="1"/>
              </ns0:cNvSpPr>
              <ns0:nvPr/>
            </ns0:nvSpPr>
            <ns0:spPr bwMode="auto">
              <ns1:xfrm>
                <ns1:off x="1676" y="6"/>
                <ns1:ext cx="4322" cy="4310"/>
              </ns1:xfrm>
              <ns1:custGeom>
                <ns1:avLst/>
                <ns1:gdLst>
                  <ns1:gd name="T0" fmla="*/ 1854 w 2044"/>
                  <ns1:gd name="T1" fmla="*/ 182 h 2038"/>
                  <ns1:gd name="T2" fmla="*/ 983 w 2044"/>
                  <ns1:gd name="T3" fmla="*/ 41 h 2038"/>
                  <ns1:gd name="T4" fmla="*/ 404 w 2044"/>
                  <ns1:gd name="T5" fmla="*/ 41 h 2038"/>
                  <ns1:gd name="T6" fmla="*/ 157 w 2044"/>
                  <ns1:gd name="T7" fmla="*/ 182 h 2038"/>
                  <ns1:gd name="T8" fmla="*/ 0 w 2044"/>
                  <ns1:gd name="T9" fmla="*/ 252 h 2038"/>
                  <ns1:gd name="T10" fmla="*/ 157 w 2044"/>
                  <ns1:gd name="T11" fmla="*/ 761 h 2038"/>
                  <ns1:gd name="T12" fmla="*/ 339 w 2044"/>
                  <ns1:gd name="T13" fmla="*/ 819 h 2038"/>
                  <ns1:gd name="T14" fmla="*/ 443 w 2044"/>
                  <ns1:gd name="T15" fmla="*/ 1064 h 2038"/>
                  <ns1:gd name="T16" fmla="*/ 525 w 2044"/>
                  <ns1:gd name="T17" fmla="*/ 1275 h 2038"/>
                  <ns1:gd name="T18" fmla="*/ 617 w 2044"/>
                  <ns1:gd name="T19" fmla="*/ 1275 h 2038"/>
                  <ns1:gd name="T20" fmla="*/ 699 w 2044"/>
                  <ns1:gd name="T21" fmla="*/ 1064 h 2038"/>
                  <ns1:gd name="T22" fmla="*/ 800 w 2044"/>
                  <ns1:gd name="T23" fmla="*/ 819 h 2038"/>
                  <ns1:gd name="T24" fmla="*/ 290 w 2044"/>
                  <ns1:gd name="T25" fmla="*/ 1771 h 2038"/>
                  <ns1:gd name="T26" fmla="*/ 1813 w 2044"/>
                  <ns1:gd name="T27" fmla="*/ 2038 h 2038"/>
                  <ns1:gd name="T28" fmla="*/ 2003 w 2044"/>
                  <ns1:gd name="T29" fmla="*/ 1853 h 2038"/>
                  <ns1:gd name="T30" fmla="*/ 2003 w 2044"/>
                  <ns1:gd name="T31" fmla="*/ 400 h 2038"/>
                  <ns1:gd name="T32" fmla="*/ 1561 w 2044"/>
                  <ns1:gd name="T33" fmla="*/ 223 h 2038"/>
                  <ns1:gd name="T34" fmla="*/ 1269 w 2044"/>
                  <ns1:gd name="T35" fmla="*/ 400 h 2038"/>
                  <ns1:gd name="T36" fmla="*/ 1445 w 2044"/>
                  <ns1:gd name="T37" fmla="*/ 223 h 2038"/>
                  <ns1:gd name="T38" fmla="*/ 866 w 2044"/>
                  <ns1:gd name="T39" fmla="*/ 400 h 2038"/>
                  <ns1:gd name="T40" fmla="*/ 1109 w 2044"/>
                  <ns1:gd name="T41" fmla="*/ 300 h 2038"/>
                  <ns1:gd name="T42" fmla="*/ 606 w 2044"/>
                  <ns1:gd name="T43" fmla="*/ 400 h 2038"/>
                  <ns1:gd name="T44" fmla="*/ 926 w 2044"/>
                  <ns1:gd name="T45" fmla="*/ 223 h 2038"/>
                  <ns1:gd name="T46" fmla="*/ 491 w 2044"/>
                  <ns1:gd name="T47" fmla="*/ 400 h 2038"/>
                  <ns1:gd name="T48" fmla="*/ 667 w 2044"/>
                  <ns1:gd name="T49" fmla="*/ 223 h 2038"/>
                  <ns1:gd name="T50" fmla="*/ 1772 w 2044"/>
                  <ns1:gd name="T51" fmla="*/ 271 h 2038"/>
                  <ns1:gd name="T52" fmla="*/ 1772 w 2044"/>
                  <ns1:gd name="T53" fmla="*/ 271 h 2038"/>
                  <ns1:gd name="T54" fmla="*/ 735 w 2044"/>
                  <ns1:gd name="T55" fmla="*/ 82 h 2038"/>
                  <ns1:gd name="T56" fmla="*/ 486 w 2044"/>
                  <ns1:gd name="T57" fmla="*/ 82 h 2038"/>
                  <ns1:gd name="T58" fmla="*/ 486 w 2044"/>
                  <ns1:gd name="T59" fmla="*/ 142 h 2038"/>
                  <ns1:gd name="T60" fmla="*/ 82 w 2044"/>
                  <ns1:gd name="T61" fmla="*/ 293 h 2038"/>
                  <ns1:gd name="T62" fmla="*/ 82 w 2044"/>
                  <ns1:gd name="T63" fmla="*/ 679 h 2038"/>
                  <ns1:gd name="T64" fmla="*/ 737 w 2044"/>
                  <ns1:gd name="T65" fmla="*/ 646 h 2038"/>
                  <ns1:gd name="T66" fmla="*/ 239 w 2044"/>
                  <ns1:gd name="T67" fmla="*/ 565 h 2038"/>
                  <ns1:gd name="T68" fmla="*/ 404 w 2044"/>
                  <ns1:gd name="T69" fmla="*/ 440 h 2038"/>
                  <ns1:gd name="T70" fmla="*/ 1772 w 2044"/>
                  <ns1:gd name="T71" fmla="*/ 565 h 2038"/>
                  <ns1:gd name="T72" fmla="*/ 1064 w 2044"/>
                  <ns1:gd name="T73" fmla="*/ 646 h 2038"/>
                  <ns1:gd name="T74" fmla="*/ 239 w 2044"/>
                  <ns1:gd name="T75" fmla="*/ 738 h 2038"/>
                  <ns1:gd name="T76" fmla="*/ 421 w 2044"/>
                  <ns1:gd name="T77" fmla="*/ 982 h 2038"/>
                  <ns1:gd name="T78" fmla="*/ 718 w 2044"/>
                  <ns1:gd name="T79" fmla="*/ 982 h 2038"/>
                  <ns1:gd name="T80" fmla="*/ 1593 w 2044"/>
                  <ns1:gd name="T81" fmla="*/ 1034 h 2038"/>
                  <ns1:gd name="T82" fmla="*/ 1772 w 2044"/>
                  <ns1:gd name="T83" fmla="*/ 819 h 2038"/>
                  <ns1:gd name="T84" fmla="*/ 1413 w 2044"/>
                  <ns1:gd name="T85" fmla="*/ 1295 h 2038"/>
                  <ns1:gd name="T86" fmla="*/ 1413 w 2044"/>
                  <ns1:gd name="T87" fmla="*/ 1485 h 2038"/>
                  <ns1:gd name="T88" fmla="*/ 1772 w 2044"/>
                  <ns1:gd name="T89" fmla="*/ 1771 h 2038"/>
                  <ns1:gd name="T90" fmla="*/ 1772 w 2044"/>
                  <ns1:gd name="T91" fmla="*/ 1956 h 2038"/>
                  <ns1:gd name="T92" fmla="*/ 290 w 2044"/>
                  <ns1:gd name="T93" fmla="*/ 1853 h 2038"/>
                  <ns1:gd name="T94" fmla="*/ 1962 w 2044"/>
                  <ns1:gd name="T95" fmla="*/ 1771 h 2038"/>
                  <ns1:gd name="T96" fmla="*/ 1962 w 2044"/>
                  <ns1:gd name="T97" fmla="*/ 481 h 2038"/>
                  <ns1:gd name="T98" fmla="*/ 1962 w 2044"/>
                  <ns1:gd name="T99" fmla="*/ 1771 h 2038"/>
                </ns1:gdLst>
                <ns1:ahLst/>
                <ns1:cxnLst>
                  <ns1:cxn ang="0">
                    <ns1:pos x="T0" y="T1"/>
                  </ns1:cxn>
                  <ns1:cxn ang="0">
                    <ns1:pos x="T2" y="T3"/>
                  </ns1:cxn>
                  <ns1:cxn ang="0">
                    <ns1:pos x="T4" y="T5"/>
                  </ns1:cxn>
                  <ns1:cxn ang="0">
                    <ns1:pos x="T6" y="T7"/>
                  </ns1:cxn>
                  <ns1:cxn ang="0">
                    <ns1:pos x="T8" y="T9"/>
                  </ns1:cxn>
                  <ns1:cxn ang="0">
                    <ns1:pos x="T10" y="T11"/>
                  </ns1:cxn>
                  <ns1:cxn ang="0">
                    <ns1:pos x="T12" y="T13"/>
                  </ns1:cxn>
                  <ns1:cxn ang="0">
                    <ns1:pos x="T14" y="T15"/>
                  </ns1:cxn>
                  <ns1:cxn ang="0">
                    <ns1:pos x="T16" y="T17"/>
                  </ns1:cxn>
                  <ns1:cxn ang="0">
                    <ns1:pos x="T18" y="T19"/>
                  </ns1:cxn>
                  <ns1:cxn ang="0">
                    <ns1:pos x="T20" y="T21"/>
                  </ns1:cxn>
                  <ns1:cxn ang="0">
                    <ns1:pos x="T22" y="T23"/>
                  </ns1:cxn>
                  <ns1:cxn ang="0">
                    <ns1:pos x="T24" y="T25"/>
                  </ns1:cxn>
                  <ns1:cxn ang="0">
                    <ns1:pos x="T26" y="T27"/>
                  </ns1:cxn>
                  <ns1:cxn ang="0">
                    <ns1:pos x="T28" y="T29"/>
                  </ns1:cxn>
                  <ns1:cxn ang="0">
                    <ns1:pos x="T30" y="T31"/>
                  </ns1:cxn>
                  <ns1:cxn ang="0">
                    <ns1:pos x="T32" y="T33"/>
                  </ns1:cxn>
                  <ns1:cxn ang="0">
                    <ns1:pos x="T34" y="T35"/>
                  </ns1:cxn>
                  <ns1:cxn ang="0">
                    <ns1:pos x="T36" y="T37"/>
                  </ns1:cxn>
                  <ns1:cxn ang="0">
                    <ns1:pos x="T38" y="T39"/>
                  </ns1:cxn>
                  <ns1:cxn ang="0">
                    <ns1:pos x="T40" y="T41"/>
                  </ns1:cxn>
                  <ns1:cxn ang="0">
                    <ns1:pos x="T42" y="T43"/>
                  </ns1:cxn>
                  <ns1:cxn ang="0">
                    <ns1:pos x="T44" y="T45"/>
                  </ns1:cxn>
                  <ns1:cxn ang="0">
                    <ns1:pos x="T46" y="T47"/>
                  </ns1:cxn>
                  <ns1:cxn ang="0">
                    <ns1:pos x="T48" y="T49"/>
                  </ns1:cxn>
                  <ns1:cxn ang="0">
                    <ns1:pos x="T50" y="T51"/>
                  </ns1:cxn>
                  <ns1:cxn ang="0">
                    <ns1:pos x="T52" y="T53"/>
                  </ns1:cxn>
                  <ns1:cxn ang="0">
                    <ns1:pos x="T54" y="T55"/>
                  </ns1:cxn>
                  <ns1:cxn ang="0">
                    <ns1:pos x="T56" y="T57"/>
                  </ns1:cxn>
                  <ns1:cxn ang="0">
                    <ns1:pos x="T58" y="T59"/>
                  </ns1:cxn>
                  <ns1:cxn ang="0">
                    <ns1:pos x="T60" y="T61"/>
                  </ns1:cxn>
                  <ns1:cxn ang="0">
                    <ns1:pos x="T62" y="T63"/>
                  </ns1:cxn>
                  <ns1:cxn ang="0">
                    <ns1:pos x="T64" y="T65"/>
                  </ns1:cxn>
                  <ns1:cxn ang="0">
                    <ns1:pos x="T66" y="T67"/>
                  </ns1:cxn>
                  <ns1:cxn ang="0">
                    <ns1:pos x="T68" y="T69"/>
                  </ns1:cxn>
                  <ns1:cxn ang="0">
                    <ns1:pos x="T70" y="T71"/>
                  </ns1:cxn>
                  <ns1:cxn ang="0">
                    <ns1:pos x="T72" y="T73"/>
                  </ns1:cxn>
                  <ns1:cxn ang="0">
                    <ns1:pos x="T74" y="T75"/>
                  </ns1:cxn>
                  <ns1:cxn ang="0">
                    <ns1:pos x="T76" y="T77"/>
                  </ns1:cxn>
                  <ns1:cxn ang="0">
                    <ns1:pos x="T78" y="T79"/>
                  </ns1:cxn>
                  <ns1:cxn ang="0">
                    <ns1:pos x="T80" y="T81"/>
                  </ns1:cxn>
                  <ns1:cxn ang="0">
                    <ns1:pos x="T82" y="T83"/>
                  </ns1:cxn>
                  <ns1:cxn ang="0">
                    <ns1:pos x="T84" y="T85"/>
                  </ns1:cxn>
                  <ns1:cxn ang="0">
                    <ns1:pos x="T86" y="T87"/>
                  </ns1:cxn>
                  <ns1:cxn ang="0">
                    <ns1:pos x="T88" y="T89"/>
                  </ns1:cxn>
                  <ns1:cxn ang="0">
                    <ns1:pos x="T90" y="T91"/>
                  </ns1:cxn>
                  <ns1:cxn ang="0">
                    <ns1:pos x="T92" y="T93"/>
                  </ns1:cxn>
                  <ns1:cxn ang="0">
                    <ns1:pos x="T94" y="T95"/>
                  </ns1:cxn>
                  <ns1:cxn ang="0">
                    <ns1:pos x="T96" y="T97"/>
                  </ns1:cxn>
                  <ns1:cxn ang="0">
                    <ns1:pos x="T98" y="T99"/>
                  </ns1:cxn>
                </ns1:cxnLst>
                <ns1:rect l="0" t="0" r="r" b="b"/>
                <ns1:pathLst>
                  <ns1:path w="2044" h="2038">
                    <ns1:moveTo>
                      <ns1:pt x="2003" y="400"/>
                    </ns1:moveTo>
                    <ns1:cubicBezTo>
                      <ns1:pt x="1854" y="400"/>
                      <ns1:pt x="1854" y="400"/>
                      <ns1:pt x="1854" y="400"/>
                    </ns1:cubicBezTo>
                    <ns1:cubicBezTo>
                      <ns1:pt x="1854" y="182"/>
                      <ns1:pt x="1854" y="182"/>
                      <ns1:pt x="1854" y="182"/>
                    </ns1:cubicBezTo>
                    <ns1:cubicBezTo>
                      <ns1:pt x="1854" y="160"/>
                      <ns1:pt x="1836" y="142"/>
                      <ns1:pt x="1813" y="142"/>
                    </ns1:cubicBezTo>
                    <ns1:cubicBezTo>
                      <ns1:pt x="983" y="142"/>
                      <ns1:pt x="983" y="142"/>
                      <ns1:pt x="983" y="142"/>
                    </ns1:cubicBezTo>
                    <ns1:cubicBezTo>
                      <ns1:pt x="983" y="41"/>
                      <ns1:pt x="983" y="41"/>
                      <ns1:pt x="983" y="41"/>
                    </ns1:cubicBezTo>
                    <ns1:cubicBezTo>
                      <ns1:pt x="983" y="18"/>
                      <ns1:pt x="965" y="0"/>
                      <ns1:pt x="942" y="0"/>
                    </ns1:cubicBezTo>
                    <ns1:cubicBezTo>
                      <ns1:pt x="445" y="0"/>
                      <ns1:pt x="445" y="0"/>
                      <ns1:pt x="445" y="0"/>
                    </ns1:cubicBezTo>
                    <ns1:cubicBezTo>
                      <ns1:pt x="423" y="0"/>
                      <ns1:pt x="404" y="18"/>
                      <ns1:pt x="404" y="41"/>
                    </ns1:cubicBezTo>
                    <ns1:cubicBezTo>
                      <ns1:pt x="404" y="142"/>
                      <ns1:pt x="404" y="142"/>
                      <ns1:pt x="404" y="142"/>
                    </ns1:cubicBezTo>
                    <ns1:cubicBezTo>
                      <ns1:pt x="198" y="142"/>
                      <ns1:pt x="198" y="142"/>
                      <ns1:pt x="198" y="142"/>
                    </ns1:cubicBezTo>
                    <ns1:cubicBezTo>
                      <ns1:pt x="175" y="142"/>
                      <ns1:pt x="157" y="160"/>
                      <ns1:pt x="157" y="182"/>
                    </ns1:cubicBezTo>
                    <ns1:cubicBezTo>
                      <ns1:pt x="157" y="211"/>
                      <ns1:pt x="157" y="211"/>
                      <ns1:pt x="157" y="211"/>
                    </ns1:cubicBezTo>
                    <ns1:cubicBezTo>
                      <ns1:pt x="41" y="211"/>
                      <ns1:pt x="41" y="211"/>
                      <ns1:pt x="41" y="211"/>
                    </ns1:cubicBezTo>
                    <ns1:cubicBezTo>
                      <ns1:pt x="18" y="211"/>
                      <ns1:pt x="0" y="229"/>
                      <ns1:pt x="0" y="252"/>
                    </ns1:cubicBezTo>
                    <ns1:cubicBezTo>
                      <ns1:pt x="0" y="720"/>
                      <ns1:pt x="0" y="720"/>
                      <ns1:pt x="0" y="720"/>
                    </ns1:cubicBezTo>
                    <ns1:cubicBezTo>
                      <ns1:pt x="0" y="743"/>
                      <ns1:pt x="18" y="761"/>
                      <ns1:pt x="41" y="761"/>
                    </ns1:cubicBezTo>
                    <ns1:cubicBezTo>
                      <ns1:pt x="157" y="761"/>
                      <ns1:pt x="157" y="761"/>
                      <ns1:pt x="157" y="761"/>
                    </ns1:cubicBezTo>
                    <ns1:cubicBezTo>
                      <ns1:pt x="157" y="778"/>
                      <ns1:pt x="157" y="778"/>
                      <ns1:pt x="157" y="778"/>
                    </ns1:cubicBezTo>
                    <ns1:cubicBezTo>
                      <ns1:pt x="157" y="801"/>
                      <ns1:pt x="175" y="819"/>
                      <ns1:pt x="198" y="819"/>
                    </ns1:cubicBezTo>
                    <ns1:cubicBezTo>
                      <ns1:pt x="339" y="819"/>
                      <ns1:pt x="339" y="819"/>
                      <ns1:pt x="339" y="819"/>
                    </ns1:cubicBezTo>
                    <ns1:cubicBezTo>
                      <ns1:pt x="339" y="1023"/>
                      <ns1:pt x="339" y="1023"/>
                      <ns1:pt x="339" y="1023"/>
                    </ns1:cubicBezTo>
                    <ns1:cubicBezTo>
                      <ns1:pt x="339" y="1045"/>
                      <ns1:pt x="358" y="1064"/>
                      <ns1:pt x="380" y="1064"/>
                    </ns1:cubicBezTo>
                    <ns1:cubicBezTo>
                      <ns1:pt x="443" y="1064"/>
                      <ns1:pt x="443" y="1064"/>
                      <ns1:pt x="443" y="1064"/>
                    </ns1:cubicBezTo>
                    <ns1:cubicBezTo>
                      <ns1:pt x="443" y="1275"/>
                      <ns1:pt x="443" y="1275"/>
                      <ns1:pt x="443" y="1275"/>
                    </ns1:cubicBezTo>
                    <ns1:cubicBezTo>
                      <ns1:pt x="443" y="1298"/>
                      <ns1:pt x="462" y="1316"/>
                      <ns1:pt x="484" y="1316"/>
                    </ns1:cubicBezTo>
                    <ns1:cubicBezTo>
                      <ns1:pt x="507" y="1316"/>
                      <ns1:pt x="525" y="1298"/>
                      <ns1:pt x="525" y="1275"/>
                    </ns1:cubicBezTo>
                    <ns1:cubicBezTo>
                      <ns1:pt x="525" y="1064"/>
                      <ns1:pt x="525" y="1064"/>
                      <ns1:pt x="525" y="1064"/>
                    </ns1:cubicBezTo>
                    <ns1:cubicBezTo>
                      <ns1:pt x="617" y="1064"/>
                      <ns1:pt x="617" y="1064"/>
                      <ns1:pt x="617" y="1064"/>
                    </ns1:cubicBezTo>
                    <ns1:cubicBezTo>
                      <ns1:pt x="617" y="1275"/>
                      <ns1:pt x="617" y="1275"/>
                      <ns1:pt x="617" y="1275"/>
                    </ns1:cubicBezTo>
                    <ns1:cubicBezTo>
                      <ns1:pt x="617" y="1298"/>
                      <ns1:pt x="635" y="1316"/>
                      <ns1:pt x="658" y="1316"/>
                    </ns1:cubicBezTo>
                    <ns1:cubicBezTo>
                      <ns1:pt x="680" y="1316"/>
                      <ns1:pt x="699" y="1298"/>
                      <ns1:pt x="699" y="1275"/>
                    </ns1:cubicBezTo>
                    <ns1:cubicBezTo>
                      <ns1:pt x="699" y="1064"/>
                      <ns1:pt x="699" y="1064"/>
                      <ns1:pt x="699" y="1064"/>
                    </ns1:cubicBezTo>
                    <ns1:cubicBezTo>
                      <ns1:pt x="759" y="1064"/>
                      <ns1:pt x="759" y="1064"/>
                      <ns1:pt x="759" y="1064"/>
                    </ns1:cubicBezTo>
                    <ns1:cubicBezTo>
                      <ns1:pt x="782" y="1064"/>
                      <ns1:pt x="800" y="1045"/>
                      <ns1:pt x="800" y="1023"/>
                    </ns1:cubicBezTo>
                    <ns1:cubicBezTo>
                      <ns1:pt x="800" y="819"/>
                      <ns1:pt x="800" y="819"/>
                      <ns1:pt x="800" y="819"/>
                    </ns1:cubicBezTo>
                    <ns1:cubicBezTo>
                      <ns1:pt x="1331" y="819"/>
                      <ns1:pt x="1331" y="819"/>
                      <ns1:pt x="1331" y="819"/>
                    </ns1:cubicBezTo>
                    <ns1:cubicBezTo>
                      <ns1:pt x="1331" y="1771"/>
                      <ns1:pt x="1331" y="1771"/>
                      <ns1:pt x="1331" y="1771"/>
                    </ns1:cubicBezTo>
                    <ns1:cubicBezTo>
                      <ns1:pt x="290" y="1771"/>
                      <ns1:pt x="290" y="1771"/>
                      <ns1:pt x="290" y="1771"/>
                    </ns1:cubicBezTo>
                    <ns1:cubicBezTo>
                      <ns1:pt x="217" y="1771"/>
                      <ns1:pt x="157" y="1831"/>
                      <ns1:pt x="157" y="1905"/>
                    </ns1:cubicBezTo>
                    <ns1:cubicBezTo>
                      <ns1:pt x="157" y="1978"/>
                      <ns1:pt x="217" y="2038"/>
                      <ns1:pt x="290" y="2038"/>
                    </ns1:cubicBezTo>
                    <ns1:cubicBezTo>
                      <ns1:pt x="1813" y="2038"/>
                      <ns1:pt x="1813" y="2038"/>
                      <ns1:pt x="1813" y="2038"/>
                    </ns1:cubicBezTo>
                    <ns1:cubicBezTo>
                      <ns1:pt x="1836" y="2038"/>
                      <ns1:pt x="1854" y="2020"/>
                      <ns1:pt x="1854" y="1997"/>
                    </ns1:cubicBezTo>
                    <ns1:cubicBezTo>
                      <ns1:pt x="1854" y="1853"/>
                      <ns1:pt x="1854" y="1853"/>
                      <ns1:pt x="1854" y="1853"/>
                    </ns1:cubicBezTo>
                    <ns1:cubicBezTo>
                      <ns1:pt x="2003" y="1853"/>
                      <ns1:pt x="2003" y="1853"/>
                      <ns1:pt x="2003" y="1853"/>
                    </ns1:cubicBezTo>
                    <ns1:cubicBezTo>
                      <ns1:pt x="2026" y="1853"/>
                      <ns1:pt x="2044" y="1835"/>
                      <ns1:pt x="2044" y="1812"/>
                    </ns1:cubicBezTo>
                    <ns1:cubicBezTo>
                      <ns1:pt x="2044" y="440"/>
                      <ns1:pt x="2044" y="440"/>
                      <ns1:pt x="2044" y="440"/>
                    </ns1:cubicBezTo>
                    <ns1:cubicBezTo>
                      <ns1:pt x="2044" y="418"/>
                      <ns1:pt x="2026" y="400"/>
                      <ns1:pt x="2003" y="400"/>
                    </ns1:cubicBezTo>
                    <ns1:close/>
                    <ns1:moveTo>
                      <ns1:pt x="1529" y="400"/>
                    </ns1:moveTo>
                    <ns1:cubicBezTo>
                      <ns1:pt x="1385" y="400"/>
                      <ns1:pt x="1385" y="400"/>
                      <ns1:pt x="1385" y="400"/>
                    </ns1:cubicBezTo>
                    <ns1:cubicBezTo>
                      <ns1:pt x="1561" y="223"/>
                      <ns1:pt x="1561" y="223"/>
                      <ns1:pt x="1561" y="223"/>
                    </ns1:cubicBezTo>
                    <ns1:cubicBezTo>
                      <ns1:pt x="1705" y="223"/>
                      <ns1:pt x="1705" y="223"/>
                      <ns1:pt x="1705" y="223"/>
                    </ns1:cubicBezTo>
                    <ns1:lnTo>
                      <ns1:pt x="1529" y="400"/>
                    </ns1:lnTo>
                    <ns1:close/>
                    <ns1:moveTo>
                      <ns1:pt x="1269" y="400"/>
                    </ns1:moveTo>
                    <ns1:cubicBezTo>
                      <ns1:pt x="1125" y="400"/>
                      <ns1:pt x="1125" y="400"/>
                      <ns1:pt x="1125" y="400"/>
                    </ns1:cubicBezTo>
                    <ns1:cubicBezTo>
                      <ns1:pt x="1301" y="223"/>
                      <ns1:pt x="1301" y="223"/>
                      <ns1:pt x="1301" y="223"/>
                    </ns1:cubicBezTo>
                    <ns1:cubicBezTo>
                      <ns1:pt x="1445" y="223"/>
                      <ns1:pt x="1445" y="223"/>
                      <ns1:pt x="1445" y="223"/>
                    </ns1:cubicBezTo>
                    <ns1:lnTo>
                      <ns1:pt x="1269" y="400"/>
                    </ns1:lnTo>
                    <ns1:close/>
                    <ns1:moveTo>
                      <ns1:pt x="1010" y="400"/>
                    </ns1:moveTo>
                    <ns1:cubicBezTo>
                      <ns1:pt x="866" y="400"/>
                      <ns1:pt x="866" y="400"/>
                      <ns1:pt x="866" y="400"/>
                    </ns1:cubicBezTo>
                    <ns1:cubicBezTo>
                      <ns1:pt x="1042" y="223"/>
                      <ns1:pt x="1042" y="223"/>
                      <ns1:pt x="1042" y="223"/>
                    </ns1:cubicBezTo>
                    <ns1:cubicBezTo>
                      <ns1:pt x="1186" y="223"/>
                      <ns1:pt x="1186" y="223"/>
                      <ns1:pt x="1186" y="223"/>
                    </ns1:cubicBezTo>
                    <ns1:cubicBezTo>
                      <ns1:pt x="1109" y="300"/>
                      <ns1:pt x="1109" y="300"/>
                      <ns1:pt x="1109" y="300"/>
                    </ns1:cubicBezTo>
                    <ns1:lnTo>
                      <ns1:pt x="1010" y="400"/>
                    </ns1:lnTo>
                    <ns1:close/>
                    <ns1:moveTo>
                      <ns1:pt x="750" y="400"/>
                    </ns1:moveTo>
                    <ns1:cubicBezTo>
                      <ns1:pt x="606" y="400"/>
                      <ns1:pt x="606" y="400"/>
                      <ns1:pt x="606" y="400"/>
                    </ns1:cubicBezTo>
                    <ns1:cubicBezTo>
                      <ns1:pt x="757" y="249"/>
                      <ns1:pt x="757" y="249"/>
                      <ns1:pt x="757" y="249"/>
                    </ns1:cubicBezTo>
                    <ns1:cubicBezTo>
                      <ns1:pt x="782" y="223"/>
                      <ns1:pt x="782" y="223"/>
                      <ns1:pt x="782" y="223"/>
                    </ns1:cubicBezTo>
                    <ns1:cubicBezTo>
                      <ns1:pt x="926" y="223"/>
                      <ns1:pt x="926" y="223"/>
                      <ns1:pt x="926" y="223"/>
                    </ns1:cubicBezTo>
                    <ns1:cubicBezTo>
                      <ns1:pt x="850" y="300"/>
                      <ns1:pt x="850" y="300"/>
                      <ns1:pt x="850" y="300"/>
                    </ns1:cubicBezTo>
                    <ns1:lnTo>
                      <ns1:pt x="750" y="400"/>
                    </ns1:lnTo>
                    <ns1:close/>
                    <ns1:moveTo>
                      <ns1:pt x="491" y="400"/>
                    </ns1:moveTo>
                    <ns1:cubicBezTo>
                      <ns1:pt x="486" y="400"/>
                      <ns1:pt x="486" y="400"/>
                      <ns1:pt x="486" y="400"/>
                    </ns1:cubicBezTo>
                    <ns1:cubicBezTo>
                      <ns1:pt x="486" y="223"/>
                      <ns1:pt x="486" y="223"/>
                      <ns1:pt x="486" y="223"/>
                    </ns1:cubicBezTo>
                    <ns1:cubicBezTo>
                      <ns1:pt x="667" y="223"/>
                      <ns1:pt x="667" y="223"/>
                      <ns1:pt x="667" y="223"/>
                    </ns1:cubicBezTo>
                    <ns1:cubicBezTo>
                      <ns1:pt x="516" y="374"/>
                      <ns1:pt x="516" y="374"/>
                      <ns1:pt x="516" y="374"/>
                    </ns1:cubicBezTo>
                    <ns1:lnTo>
                      <ns1:pt x="491" y="400"/>
                    </ns1:lnTo>
                    <ns1:close/>
                    <ns1:moveTo>
                      <ns1:pt x="1772" y="271"/>
                    </ns1:moveTo>
                    <ns1:cubicBezTo>
                      <ns1:pt x="1772" y="400"/>
                      <ns1:pt x="1772" y="400"/>
                      <ns1:pt x="1772" y="400"/>
                    </ns1:cubicBezTo>
                    <ns1:cubicBezTo>
                      <ns1:pt x="1644" y="400"/>
                      <ns1:pt x="1644" y="400"/>
                      <ns1:pt x="1644" y="400"/>
                    </ns1:cubicBezTo>
                    <ns1:lnTo>
                      <ns1:pt x="1772" y="271"/>
                    </ns1:lnTo>
                    <ns1:close/>
                    <ns1:moveTo>
                      <ns1:pt x="902" y="142"/>
                    </ns1:moveTo>
                    <ns1:cubicBezTo>
                      <ns1:pt x="735" y="142"/>
                      <ns1:pt x="735" y="142"/>
                      <ns1:pt x="735" y="142"/>
                    </ns1:cubicBezTo>
                    <ns1:cubicBezTo>
                      <ns1:pt x="735" y="82"/>
                      <ns1:pt x="735" y="82"/>
                      <ns1:pt x="735" y="82"/>
                    </ns1:cubicBezTo>
                    <ns1:cubicBezTo>
                      <ns1:pt x="902" y="82"/>
                      <ns1:pt x="902" y="82"/>
                      <ns1:pt x="902" y="82"/>
                    </ns1:cubicBezTo>
                    <ns1:cubicBezTo>
                      <ns1:pt x="902" y="142"/>
                      <ns1:pt x="902" y="142"/>
                      <ns1:pt x="902" y="142"/>
                    </ns1:cubicBezTo>
                    <ns1:close/>
                    <ns1:moveTo>
                      <ns1:pt x="486" y="82"/>
                    </ns1:moveTo>
                    <ns1:cubicBezTo>
                      <ns1:pt x="653" y="82"/>
                      <ns1:pt x="653" y="82"/>
                      <ns1:pt x="653" y="82"/>
                    </ns1:cubicBezTo>
                    <ns1:cubicBezTo>
                      <ns1:pt x="653" y="142"/>
                      <ns1:pt x="653" y="142"/>
                      <ns1:pt x="653" y="142"/>
                    </ns1:cubicBezTo>
                    <ns1:cubicBezTo>
                      <ns1:pt x="486" y="142"/>
                      <ns1:pt x="486" y="142"/>
                      <ns1:pt x="486" y="142"/>
                    </ns1:cubicBezTo>
                    <ns1:lnTo>
                      <ns1:pt x="486" y="82"/>
                    </ns1:lnTo>
                    <ns1:close/>
                    <ns1:moveTo>
                      <ns1:pt x="82" y="679"/>
                    </ns1:moveTo>
                    <ns1:cubicBezTo>
                      <ns1:pt x="82" y="293"/>
                      <ns1:pt x="82" y="293"/>
                      <ns1:pt x="82" y="293"/>
                    </ns1:cubicBezTo>
                    <ns1:cubicBezTo>
                      <ns1:pt x="157" y="293"/>
                      <ns1:pt x="157" y="293"/>
                      <ns1:pt x="157" y="293"/>
                    </ns1:cubicBezTo>
                    <ns1:cubicBezTo>
                      <ns1:pt x="157" y="679"/>
                      <ns1:pt x="157" y="679"/>
                      <ns1:pt x="157" y="679"/>
                    </ns1:cubicBezTo>
                    <ns1:lnTo>
                      <ns1:pt x="82" y="679"/>
                    </ns1:lnTo>
                    <ns1:close/>
                    <ns1:moveTo>
                      <ns1:pt x="239" y="720"/>
                    </ns1:moveTo>
                    <ns1:cubicBezTo>
                      <ns1:pt x="239" y="646"/>
                      <ns1:pt x="239" y="646"/>
                      <ns1:pt x="239" y="646"/>
                    </ns1:cubicBezTo>
                    <ns1:cubicBezTo>
                      <ns1:pt x="737" y="646"/>
                      <ns1:pt x="737" y="646"/>
                      <ns1:pt x="737" y="646"/>
                    </ns1:cubicBezTo>
                    <ns1:cubicBezTo>
                      <ns1:pt x="760" y="646"/>
                      <ns1:pt x="778" y="628"/>
                      <ns1:pt x="778" y="605"/>
                    </ns1:cubicBezTo>
                    <ns1:cubicBezTo>
                      <ns1:pt x="778" y="583"/>
                      <ns1:pt x="760" y="565"/>
                      <ns1:pt x="737" y="565"/>
                    </ns1:cubicBezTo>
                    <ns1:cubicBezTo>
                      <ns1:pt x="239" y="565"/>
                      <ns1:pt x="239" y="565"/>
                      <ns1:pt x="239" y="565"/>
                    </ns1:cubicBezTo>
                    <ns1:cubicBezTo>
                      <ns1:pt x="239" y="223"/>
                      <ns1:pt x="239" y="223"/>
                      <ns1:pt x="239" y="223"/>
                    </ns1:cubicBezTo>
                    <ns1:cubicBezTo>
                      <ns1:pt x="404" y="223"/>
                      <ns1:pt x="404" y="223"/>
                      <ns1:pt x="404" y="223"/>
                    </ns1:cubicBezTo>
                    <ns1:cubicBezTo>
                      <ns1:pt x="404" y="440"/>
                      <ns1:pt x="404" y="440"/>
                      <ns1:pt x="404" y="440"/>
                    </ns1:cubicBezTo>
                    <ns1:cubicBezTo>
                      <ns1:pt x="404" y="463"/>
                      <ns1:pt x="423" y="481"/>
                      <ns1:pt x="445" y="481"/>
                    </ns1:cubicBezTo>
                    <ns1:cubicBezTo>
                      <ns1:pt x="1772" y="481"/>
                      <ns1:pt x="1772" y="481"/>
                      <ns1:pt x="1772" y="481"/>
                    </ns1:cubicBezTo>
                    <ns1:cubicBezTo>
                      <ns1:pt x="1772" y="565"/>
                      <ns1:pt x="1772" y="565"/>
                      <ns1:pt x="1772" y="565"/>
                    </ns1:cubicBezTo>
                    <ns1:cubicBezTo>
                      <ns1:pt x="1064" y="565"/>
                      <ns1:pt x="1064" y="565"/>
                      <ns1:pt x="1064" y="565"/>
                    </ns1:cubicBezTo>
                    <ns1:cubicBezTo>
                      <ns1:pt x="1041" y="565"/>
                      <ns1:pt x="1023" y="583"/>
                      <ns1:pt x="1023" y="605"/>
                    </ns1:cubicBezTo>
                    <ns1:cubicBezTo>
                      <ns1:pt x="1023" y="628"/>
                      <ns1:pt x="1041" y="646"/>
                      <ns1:pt x="1064" y="646"/>
                    </ns1:cubicBezTo>
                    <ns1:cubicBezTo>
                      <ns1:pt x="1772" y="646"/>
                      <ns1:pt x="1772" y="646"/>
                      <ns1:pt x="1772" y="646"/>
                    </ns1:cubicBezTo>
                    <ns1:cubicBezTo>
                      <ns1:pt x="1772" y="738"/>
                      <ns1:pt x="1772" y="738"/>
                      <ns1:pt x="1772" y="738"/>
                    </ns1:cubicBezTo>
                    <ns1:cubicBezTo>
                      <ns1:pt x="239" y="738"/>
                      <ns1:pt x="239" y="738"/>
                      <ns1:pt x="239" y="738"/>
                    </ns1:cubicBezTo>
                    <ns1:lnTo>
                      <ns1:pt x="239" y="720"/>
                    </ns1:lnTo>
                    <ns1:close/>
                    <ns1:moveTo>
                      <ns1:pt x="718" y="982"/>
                    </ns1:moveTo>
                    <ns1:cubicBezTo>
                      <ns1:pt x="421" y="982"/>
                      <ns1:pt x="421" y="982"/>
                      <ns1:pt x="421" y="982"/>
                    </ns1:cubicBezTo>
                    <ns1:cubicBezTo>
                      <ns1:pt x="421" y="819"/>
                      <ns1:pt x="421" y="819"/>
                      <ns1:pt x="421" y="819"/>
                    </ns1:cubicBezTo>
                    <ns1:cubicBezTo>
                      <ns1:pt x="718" y="819"/>
                      <ns1:pt x="718" y="819"/>
                      <ns1:pt x="718" y="819"/>
                    </ns1:cubicBezTo>
                    <ns1:lnTo>
                      <ns1:pt x="718" y="982"/>
                    </ns1:lnTo>
                    <ns1:close/>
                    <ns1:moveTo>
                      <ns1:pt x="1772" y="819"/>
                    </ns1:moveTo>
                    <ns1:cubicBezTo>
                      <ns1:pt x="1772" y="1106"/>
                      <ns1:pt x="1772" y="1106"/>
                      <ns1:pt x="1772" y="1106"/>
                    </ns1:cubicBezTo>
                    <ns1:cubicBezTo>
                      <ns1:pt x="1726" y="1061"/>
                      <ns1:pt x="1662" y="1034"/>
                      <ns1:pt x="1593" y="1034"/>
                    </ns1:cubicBezTo>
                    <ns1:cubicBezTo>
                      <ns1:pt x="1523" y="1034"/>
                      <ns1:pt x="1460" y="1061"/>
                      <ns1:pt x="1413" y="1106"/>
                    </ns1:cubicBezTo>
                    <ns1:cubicBezTo>
                      <ns1:pt x="1413" y="819"/>
                      <ns1:pt x="1413" y="819"/>
                      <ns1:pt x="1413" y="819"/>
                    </ns1:cubicBezTo>
                    <ns1:lnTo>
                      <ns1:pt x="1772" y="819"/>
                    </ns1:lnTo>
                    <ns1:close/>
                    <ns1:moveTo>
                      <ns1:pt x="1772" y="1295"/>
                    </ns1:moveTo>
                    <ns1:cubicBezTo>
                      <ns1:pt x="1772" y="1394"/>
                      <ns1:pt x="1692" y="1475"/>
                      <ns1:pt x="1593" y="1475"/>
                    </ns1:cubicBezTo>
                    <ns1:cubicBezTo>
                      <ns1:pt x="1494" y="1475"/>
                      <ns1:pt x="1413" y="1394"/>
                      <ns1:pt x="1413" y="1295"/>
                    </ns1:cubicBezTo>
                    <ns1:cubicBezTo>
                      <ns1:pt x="1413" y="1196"/>
                      <ns1:pt x="1494" y="1115"/>
                      <ns1:pt x="1593" y="1115"/>
                    </ns1:cubicBezTo>
                    <ns1:cubicBezTo>
                      <ns1:pt x="1692" y="1115"/>
                      <ns1:pt x="1772" y="1196"/>
                      <ns1:pt x="1772" y="1295"/>
                    </ns1:cubicBezTo>
                    <ns1:close/>
                    <ns1:moveTo>
                      <ns1:pt x="1413" y="1485"/>
                    </ns1:moveTo>
                    <ns1:cubicBezTo>
                      <ns1:pt x="1460" y="1529"/>
                      <ns1:pt x="1523" y="1557"/>
                      <ns1:pt x="1593" y="1557"/>
                    </ns1:cubicBezTo>
                    <ns1:cubicBezTo>
                      <ns1:pt x="1662" y="1557"/>
                      <ns1:pt x="1726" y="1529"/>
                      <ns1:pt x="1772" y="1485"/>
                    </ns1:cubicBezTo>
                    <ns1:cubicBezTo>
                      <ns1:pt x="1772" y="1771"/>
                      <ns1:pt x="1772" y="1771"/>
                      <ns1:pt x="1772" y="1771"/>
                    </ns1:cubicBezTo>
                    <ns1:cubicBezTo>
                      <ns1:pt x="1413" y="1771"/>
                      <ns1:pt x="1413" y="1771"/>
                      <ns1:pt x="1413" y="1771"/>
                    </ns1:cubicBezTo>
                    <ns1:cubicBezTo>
                      <ns1:pt x="1413" y="1485"/>
                      <ns1:pt x="1413" y="1485"/>
                      <ns1:pt x="1413" y="1485"/>
                    </ns1:cubicBezTo>
                    <ns1:close/>
                    <ns1:moveTo>
                      <ns1:pt x="1772" y="1956"/>
                    </ns1:moveTo>
                    <ns1:cubicBezTo>
                      <ns1:pt x="290" y="1956"/>
                      <ns1:pt x="290" y="1956"/>
                      <ns1:pt x="290" y="1956"/>
                    </ns1:cubicBezTo>
                    <ns1:cubicBezTo>
                      <ns1:pt x="262" y="1956"/>
                      <ns1:pt x="239" y="1933"/>
                      <ns1:pt x="239" y="1905"/>
                    </ns1:cubicBezTo>
                    <ns1:cubicBezTo>
                      <ns1:pt x="239" y="1876"/>
                      <ns1:pt x="262" y="1853"/>
                      <ns1:pt x="290" y="1853"/>
                    </ns1:cubicBezTo>
                    <ns1:cubicBezTo>
                      <ns1:pt x="1772" y="1853"/>
                      <ns1:pt x="1772" y="1853"/>
                      <ns1:pt x="1772" y="1853"/>
                    </ns1:cubicBezTo>
                    <ns1:lnTo>
                      <ns1:pt x="1772" y="1956"/>
                    </ns1:lnTo>
                    <ns1:close/>
                    <ns1:moveTo>
                      <ns1:pt x="1962" y="1771"/>
                    </ns1:moveTo>
                    <ns1:cubicBezTo>
                      <ns1:pt x="1854" y="1771"/>
                      <ns1:pt x="1854" y="1771"/>
                      <ns1:pt x="1854" y="1771"/>
                    </ns1:cubicBezTo>
                    <ns1:cubicBezTo>
                      <ns1:pt x="1854" y="481"/>
                      <ns1:pt x="1854" y="481"/>
                      <ns1:pt x="1854" y="481"/>
                    </ns1:cubicBezTo>
                    <ns1:cubicBezTo>
                      <ns1:pt x="1962" y="481"/>
                      <ns1:pt x="1962" y="481"/>
                      <ns1:pt x="1962" y="481"/>
                    </ns1:cubicBezTo>
                    <ns1:lnTo>
                      <ns1:pt x="1962" y="1771"/>
                    </ns1:lnTo>
                    <ns1:close/>
                    <ns1:moveTo>
                      <ns1:pt x="1962" y="1771"/>
                    </ns1:moveTo>
                    <ns1:cubicBezTo>
                      <ns1:pt x="1962" y="1771"/>
                      <ns1:pt x="1962" y="1771"/>
                      <ns1:pt x="1962" y="1771"/>
                    </ns1:cubicBezTo>
                  </ns1:path>
                </ns1:pathLst>
              </ns1:custGeom>
              <ns1:grpFill/>
              <ns1:ln>
                <ns1:noFill/>
              </ns1:ln>
              <ns1:extLst>
                <ns1:ext uri="{91240B29-F687-4F45-9708-019B960494DF}">
                  <ns3:hiddenLine w="9525">
                    <ns1:solidFill>
                      <ns1:srgbClr val="000000"/>
                    </ns1:solidFill>
                    <ns1:round/>
                    <ns1:headEnd/>
                    <ns1:tailEnd/>
                  </ns3:hiddenLine>
                </ns1:ext>
              </ns1:extLst>
            </ns0:spPr>
            <ns0:txBody>
              <ns1:bodyPr vert="horz" wrap="square" lIns="91440" tIns="45720" rIns="91440" bIns="45720" numCol="1" anchor="t" anchorCtr="0" compatLnSpc="1">
                <ns1:prstTxWarp prst="textNoShape">
                  <ns1:avLst/>
                </ns1:prstTxWarp>
              </ns1:bodyPr>
              <ns1:lstStyle/>
              <ns1:p>
                <ns1:endParaRPr lang="en-US"/>
              </ns1:p>
            </ns0:txBody>
          </ns0:sp>
          <ns0:sp>
            <ns0:nvSpPr>
              <ns0:cNvPr id="64" name="Freeform 47">
                <ns1:extLst>
                  <ns1:ext uri="{FF2B5EF4-FFF2-40B4-BE49-F238E27FC236}">
                    <ns2:creationId id="{87219D00-F4FE-4024-A797-25AE79444735}"/>
                  </ns1:ext>
                </ns1:extLst>
              </ns0:cNvPr>
              <ns0:cNvSpPr>
                <ns1:spLocks noEditPoints="1"/>
              </ns0:cNvSpPr>
              <ns0:nvPr/>
            </ns0:nvSpPr>
            <ns0:spPr bwMode="auto">
              <ns1:xfrm>
                <ns1:off x="3482" y="1186"/>
                <ns1:ext cx="196" cy="191"/>
              </ns1:xfrm>
              <ns1:custGeom>
                <ns1:avLst/>
                <ns1:gdLst>
                  <ns1:gd name="T0" fmla="*/ 8 w 93"/>
                  <ns1:gd name="T1" fmla="*/ 62 h 90"/>
                  <ns1:gd name="T2" fmla="*/ 47 w 93"/>
                  <ns1:gd name="T3" fmla="*/ 90 h 90"/>
                  <ns1:gd name="T4" fmla="*/ 60 w 93"/>
                  <ns1:gd name="T5" fmla="*/ 87 h 90"/>
                  <ns1:gd name="T6" fmla="*/ 85 w 93"/>
                  <ns1:gd name="T7" fmla="*/ 35 h 90"/>
                  <ns1:gd name="T8" fmla="*/ 84 w 93"/>
                  <ns1:gd name="T9" fmla="*/ 32 h 90"/>
                  <ns1:gd name="T10" fmla="*/ 32 w 93"/>
                  <ns1:gd name="T11" fmla="*/ 8 h 90"/>
                  <ns1:gd name="T12" fmla="*/ 7 w 93"/>
                  <ns1:gd name="T13" fmla="*/ 60 h 90"/>
                  <ns1:gd name="T14" fmla="*/ 8 w 93"/>
                  <ns1:gd name="T15" fmla="*/ 62 h 90"/>
                  <ns1:gd name="T16" fmla="*/ 8 w 93"/>
                  <ns1:gd name="T17" fmla="*/ 62 h 90"/>
                  <ns1:gd name="T18" fmla="*/ 8 w 93"/>
                  <ns1:gd name="T19" fmla="*/ 62 h 90"/>
                </ns1:gdLst>
                <ns1:ahLst/>
                <ns1:cxnLst>
                  <ns1:cxn ang="0">
                    <ns1:pos x="T0" y="T1"/>
                  </ns1:cxn>
                  <ns1:cxn ang="0">
                    <ns1:pos x="T2" y="T3"/>
                  </ns1:cxn>
                  <ns1:cxn ang="0">
                    <ns1:pos x="T4" y="T5"/>
                  </ns1:cxn>
                  <ns1:cxn ang="0">
                    <ns1:pos x="T6" y="T7"/>
                  </ns1:cxn>
                  <ns1:cxn ang="0">
                    <ns1:pos x="T8" y="T9"/>
                  </ns1:cxn>
                  <ns1:cxn ang="0">
                    <ns1:pos x="T10" y="T11"/>
                  </ns1:cxn>
                  <ns1:cxn ang="0">
                    <ns1:pos x="T12" y="T13"/>
                  </ns1:cxn>
                  <ns1:cxn ang="0">
                    <ns1:pos x="T14" y="T15"/>
                  </ns1:cxn>
                  <ns1:cxn ang="0">
                    <ns1:pos x="T16" y="T17"/>
                  </ns1:cxn>
                  <ns1:cxn ang="0">
                    <ns1:pos x="T18" y="T19"/>
                  </ns1:cxn>
                </ns1:cxnLst>
                <ns1:rect l="0" t="0" r="r" b="b"/>
                <ns1:pathLst>
                  <ns1:path w="93" h="90">
                    <ns1:moveTo>
                      <ns1:pt x="8" y="62"/>
                    </ns1:moveTo>
                    <ns1:cubicBezTo>
                      <ns1:pt x="14" y="79"/>
                      <ns1:pt x="30" y="90"/>
                      <ns1:pt x="47" y="90"/>
                    </ns1:cubicBezTo>
                    <ns1:cubicBezTo>
                      <ns1:pt x="51" y="90"/>
                      <ns1:pt x="56" y="89"/>
                      <ns1:pt x="60" y="87"/>
                    </ns1:cubicBezTo>
                    <ns1:cubicBezTo>
                      <ns1:pt x="82" y="80"/>
                      <ns1:pt x="93" y="56"/>
                      <ns1:pt x="85" y="35"/>
                    </ns1:cubicBezTo>
                    <ns1:cubicBezTo>
                      <ns1:pt x="84" y="32"/>
                      <ns1:pt x="84" y="32"/>
                      <ns1:pt x="84" y="32"/>
                    </ns1:cubicBezTo>
                    <ns1:cubicBezTo>
                      <ns1:pt x="77" y="11"/>
                      <ns1:pt x="53" y="0"/>
                      <ns1:pt x="32" y="8"/>
                    </ns1:cubicBezTo>
                    <ns1:cubicBezTo>
                      <ns1:pt x="11" y="15"/>
                      <ns1:pt x="0" y="39"/>
                      <ns1:pt x="7" y="60"/>
                    </ns1:cubicBezTo>
                    <ns1:lnTo>
                      <ns1:pt x="8" y="62"/>
                    </ns1:lnTo>
                    <ns1:close/>
                    <ns1:moveTo>
                      <ns1:pt x="8" y="62"/>
                    </ns1:moveTo>
                    <ns1:cubicBezTo>
                      <ns1:pt x="8" y="62"/>
                      <ns1:pt x="8" y="62"/>
                      <ns1:pt x="8" y="62"/>
                    </ns1:cubicBezTo>
                  </ns1:path>
                </ns1:pathLst>
              </ns1:custGeom>
              <ns1:grpFill/>
              <ns1:ln>
                <ns1:noFill/>
              </ns1:ln>
              <ns1:extLst>
                <ns1:ext uri="{91240B29-F687-4F45-9708-019B960494DF}">
                  <ns3:hiddenLine w="9525">
                    <ns1:solidFill>
                      <ns1:srgbClr val="000000"/>
                    </ns1:solidFill>
                    <ns1:round/>
                    <ns1:headEnd/>
                    <ns1:tailEnd/>
                  </ns3:hiddenLine>
                </ns1:ext>
              </ns1:extLst>
            </ns0:spPr>
            <ns0:txBody>
              <ns1:bodyPr vert="horz" wrap="square" lIns="91440" tIns="45720" rIns="91440" bIns="45720" numCol="1" anchor="t" anchorCtr="0" compatLnSpc="1">
                <ns1:prstTxWarp prst="textNoShape">
                  <ns1:avLst/>
                </ns1:prstTxWarp>
              </ns1:bodyPr>
              <ns1:lstStyle/>
              <ns1:p>
                <ns1:endParaRPr lang="en-US"/>
              </ns1:p>
            </ns0:txBody>
          </ns0:sp>
          <ns0:sp>
            <ns0:nvSpPr>
              <ns0:cNvPr id="65" name="Freeform 48">
                <ns1:extLst>
                  <ns1:ext uri="{FF2B5EF4-FFF2-40B4-BE49-F238E27FC236}">
                    <ns2:creationId id="{A17D6EC8-83A3-4B7B-950A-E5366A22FD63}"/>
                  </ns1:ext>
                </ns1:extLst>
              </ns0:cNvPr>
              <ns0:cNvSpPr>
                <ns1:spLocks noEditPoints="1"/>
              </ns0:cNvSpPr>
              <ns0:nvPr/>
            </ns0:nvSpPr>
            <ns0:spPr bwMode="auto">
              <ns1:xfrm>
                <ns1:off x="2609" y="2960"/>
                <ns1:ext cx="196" cy="189"/>
              </ns1:xfrm>
              <ns1:custGeom>
                <ns1:avLst/>
                <ns1:gdLst>
                  <ns1:gd name="T0" fmla="*/ 47 w 93"/>
                  <ns1:gd name="T1" fmla="*/ 89 h 89"/>
                  <ns1:gd name="T2" fmla="*/ 60 w 93"/>
                  <ns1:gd name="T3" fmla="*/ 87 h 89"/>
                  <ns1:gd name="T4" fmla="*/ 85 w 93"/>
                  <ns1:gd name="T5" fmla="*/ 35 h 89"/>
                  <ns1:gd name="T6" fmla="*/ 84 w 93"/>
                  <ns1:gd name="T7" fmla="*/ 32 h 89"/>
                  <ns1:gd name="T8" fmla="*/ 32 w 93"/>
                  <ns1:gd name="T9" fmla="*/ 7 h 89"/>
                  <ns1:gd name="T10" fmla="*/ 7 w 93"/>
                  <ns1:gd name="T11" fmla="*/ 59 h 89"/>
                  <ns1:gd name="T12" fmla="*/ 8 w 93"/>
                  <ns1:gd name="T13" fmla="*/ 62 h 89"/>
                  <ns1:gd name="T14" fmla="*/ 47 w 93"/>
                  <ns1:gd name="T15" fmla="*/ 89 h 89"/>
                  <ns1:gd name="T16" fmla="*/ 47 w 93"/>
                  <ns1:gd name="T17" fmla="*/ 89 h 89"/>
                  <ns1:gd name="T18" fmla="*/ 47 w 93"/>
                  <ns1:gd name="T19" fmla="*/ 89 h 89"/>
                </ns1:gdLst>
                <ns1:ahLst/>
                <ns1:cxnLst>
                  <ns1:cxn ang="0">
                    <ns1:pos x="T0" y="T1"/>
                  </ns1:cxn>
                  <ns1:cxn ang="0">
                    <ns1:pos x="T2" y="T3"/>
                  </ns1:cxn>
                  <ns1:cxn ang="0">
                    <ns1:pos x="T4" y="T5"/>
                  </ns1:cxn>
                  <ns1:cxn ang="0">
                    <ns1:pos x="T6" y="T7"/>
                  </ns1:cxn>
                  <ns1:cxn ang="0">
                    <ns1:pos x="T8" y="T9"/>
                  </ns1:cxn>
                  <ns1:cxn ang="0">
                    <ns1:pos x="T10" y="T11"/>
                  </ns1:cxn>
                  <ns1:cxn ang="0">
                    <ns1:pos x="T12" y="T13"/>
                  </ns1:cxn>
                  <ns1:cxn ang="0">
                    <ns1:pos x="T14" y="T15"/>
                  </ns1:cxn>
                  <ns1:cxn ang="0">
                    <ns1:pos x="T16" y="T17"/>
                  </ns1:cxn>
                  <ns1:cxn ang="0">
                    <ns1:pos x="T18" y="T19"/>
                  </ns1:cxn>
                </ns1:cxnLst>
                <ns1:rect l="0" t="0" r="r" b="b"/>
                <ns1:pathLst>
                  <ns1:path w="93" h="89">
                    <ns1:moveTo>
                      <ns1:pt x="47" y="89"/>
                    </ns1:moveTo>
                    <ns1:cubicBezTo>
                      <ns1:pt x="51" y="89"/>
                      <ns1:pt x="56" y="89"/>
                      <ns1:pt x="60" y="87"/>
                    </ns1:cubicBezTo>
                    <ns1:cubicBezTo>
                      <ns1:pt x="82" y="79"/>
                      <ns1:pt x="93" y="56"/>
                      <ns1:pt x="85" y="35"/>
                    </ns1:cubicBezTo>
                    <ns1:cubicBezTo>
                      <ns1:pt x="84" y="32"/>
                      <ns1:pt x="84" y="32"/>
                      <ns1:pt x="84" y="32"/>
                    </ns1:cubicBezTo>
                    <ns1:cubicBezTo>
                      <ns1:pt x="77" y="11"/>
                      <ns1:pt x="53" y="0"/>
                      <ns1:pt x="32" y="7"/>
                    </ns1:cubicBezTo>
                    <ns1:cubicBezTo>
                      <ns1:pt x="11" y="15"/>
                      <ns1:pt x="0" y="38"/>
                      <ns1:pt x="7" y="59"/>
                    </ns1:cubicBezTo>
                    <ns1:cubicBezTo>
                      <ns1:pt x="8" y="62"/>
                      <ns1:pt x="8" y="62"/>
                      <ns1:pt x="8" y="62"/>
                    </ns1:cubicBezTo>
                    <ns1:cubicBezTo>
                      <ns1:pt x="14" y="79"/>
                      <ns1:pt x="30" y="89"/>
                      <ns1:pt x="47" y="89"/>
                    </ns1:cubicBezTo>
                    <ns1:close/>
                    <ns1:moveTo>
                      <ns1:pt x="47" y="89"/>
                    </ns1:moveTo>
                    <ns1:cubicBezTo>
                      <ns1:pt x="47" y="89"/>
                      <ns1:pt x="47" y="89"/>
                      <ns1:pt x="47" y="89"/>
                    </ns1:cubicBezTo>
                  </ns1:path>
                </ns1:pathLst>
              </ns1:custGeom>
              <ns1:grpFill/>
              <ns1:ln>
                <ns1:noFill/>
              </ns1:ln>
              <ns1:extLst>
                <ns1:ext uri="{91240B29-F687-4F45-9708-019B960494DF}">
                  <ns3:hiddenLine w="9525">
                    <ns1:solidFill>
                      <ns1:srgbClr val="000000"/>
                    </ns1:solidFill>
                    <ns1:round/>
                    <ns1:headEnd/>
                    <ns1:tailEnd/>
                  </ns3:hiddenLine>
                </ns1:ext>
              </ns1:extLst>
            </ns0:spPr>
            <ns0:txBody>
              <ns1:bodyPr vert="horz" wrap="square" lIns="91440" tIns="45720" rIns="91440" bIns="45720" numCol="1" anchor="t" anchorCtr="0" compatLnSpc="1">
                <ns1:prstTxWarp prst="textNoShape">
                  <ns1:avLst/>
                </ns1:prstTxWarp>
              </ns1:bodyPr>
              <ns1:lstStyle/>
              <ns1:p>
                <ns1:endParaRPr lang="en-US"/>
              </ns1:p>
            </ns0:txBody>
          </ns0:sp>
        </ns0:grpSp>
        <ns0:grpSp>
          <ns0:nvGrpSpPr>
            <ns0:cNvPr id="66" name="Group 28">
              <ns1:extLst>
                <ns1:ext uri="{FF2B5EF4-FFF2-40B4-BE49-F238E27FC236}">
                  <ns2:creationId id="{97BB7395-B75A-4134-9CE3-3FBD0B6D28DE}"/>
                </ns1:ext>
              </ns1:extLst>
            </ns0:cNvPr>
            <ns0:cNvGrpSpPr>
              <ns1:grpSpLocks noChangeAspect="1"/>
            </ns0:cNvGrpSpPr>
            <ns0:nvPr/>
          </ns0:nvGrpSpPr>
          <ns0:grpSpPr bwMode="auto">
            <ns1:xfrm>
              <ns1:off x="7732149" y="3176324"/>
              <ns1:ext cx="592332" cy="505356"/>
              <ns1:chOff x="1310" y="3"/>
              <ns1:chExt cx="5060" cy="4317"/>
            </ns1:xfrm>
            <ns1:solidFill>
              <ns1:schemeClr val="bg1"/>
            </ns1:solidFill>
          </ns0:grpSpPr>
          <ns0:sp>
            <ns0:nvSpPr>
              <ns0:cNvPr id="67" name="Freeform 29">
                <ns1:extLst>
                  <ns1:ext uri="{FF2B5EF4-FFF2-40B4-BE49-F238E27FC236}">
                    <ns2:creationId id="{7FA13102-A1BA-40EF-B7A5-2F1529074540}"/>
                  </ns1:ext>
                </ns1:extLst>
              </ns0:cNvPr>
              <ns0:cNvSpPr>
                <ns1:spLocks noEditPoints="1"/>
              </ns0:cNvSpPr>
              <ns0:nvPr/>
            </ns0:nvSpPr>
            <ns0:spPr bwMode="auto">
              <ns1:xfrm>
                <ns1:off x="3086" y="3387"/>
                <ns1:ext cx="614" cy="233"/>
              </ns1:xfrm>
              <ns1:custGeom>
                <ns1:avLst/>
                <ns1:gdLst>
                  <ns1:gd name="T0" fmla="*/ 199 w 251"/>
                  <ns1:gd name="T1" fmla="*/ 10 h 95"/>
                  <ns1:gd name="T2" fmla="*/ 53 w 251"/>
                  <ns1:gd name="T3" fmla="*/ 10 h 95"/>
                  <ns1:gd name="T4" fmla="*/ 10 w 251"/>
                  <ns1:gd name="T5" fmla="*/ 15 h 95"/>
                  <ns1:gd name="T6" fmla="*/ 16 w 251"/>
                  <ns1:gd name="T7" fmla="*/ 57 h 95"/>
                  <ns1:gd name="T8" fmla="*/ 126 w 251"/>
                  <ns1:gd name="T9" fmla="*/ 95 h 95"/>
                  <ns1:gd name="T10" fmla="*/ 236 w 251"/>
                  <ns1:gd name="T11" fmla="*/ 57 h 95"/>
                  <ns1:gd name="T12" fmla="*/ 241 w 251"/>
                  <ns1:gd name="T13" fmla="*/ 15 h 95"/>
                  <ns1:gd name="T14" fmla="*/ 199 w 251"/>
                  <ns1:gd name="T15" fmla="*/ 10 h 95"/>
                  <ns1:gd name="T16" fmla="*/ 199 w 251"/>
                  <ns1:gd name="T17" fmla="*/ 10 h 95"/>
                  <ns1:gd name="T18" fmla="*/ 199 w 251"/>
                  <ns1:gd name="T19" fmla="*/ 10 h 95"/>
                </ns1:gdLst>
                <ns1:ahLst/>
                <ns1:cxnLst>
                  <ns1:cxn ang="0">
                    <ns1:pos x="T0" y="T1"/>
                  </ns1:cxn>
                  <ns1:cxn ang="0">
                    <ns1:pos x="T2" y="T3"/>
                  </ns1:cxn>
                  <ns1:cxn ang="0">
                    <ns1:pos x="T4" y="T5"/>
                  </ns1:cxn>
                  <ns1:cxn ang="0">
                    <ns1:pos x="T6" y="T7"/>
                  </ns1:cxn>
                  <ns1:cxn ang="0">
                    <ns1:pos x="T8" y="T9"/>
                  </ns1:cxn>
                  <ns1:cxn ang="0">
                    <ns1:pos x="T10" y="T11"/>
                  </ns1:cxn>
                  <ns1:cxn ang="0">
                    <ns1:pos x="T12" y="T13"/>
                  </ns1:cxn>
                  <ns1:cxn ang="0">
                    <ns1:pos x="T14" y="T15"/>
                  </ns1:cxn>
                  <ns1:cxn ang="0">
                    <ns1:pos x="T16" y="T17"/>
                  </ns1:cxn>
                  <ns1:cxn ang="0">
                    <ns1:pos x="T18" y="T19"/>
                  </ns1:cxn>
                </ns1:cxnLst>
                <ns1:rect l="0" t="0" r="r" b="b"/>
                <ns1:pathLst>
                  <ns1:path w="251" h="95">
                    <ns1:moveTo>
                      <ns1:pt x="199" y="10"/>
                    </ns1:moveTo>
                    <ns1:cubicBezTo>
                      <ns1:pt x="156" y="43"/>
                      <ns1:pt x="96" y="43"/>
                      <ns1:pt x="53" y="10"/>
                    </ns1:cubicBezTo>
                    <ns1:cubicBezTo>
                      <ns1:pt x="39" y="0"/>
                      <ns1:pt x="21" y="2"/>
                      <ns1:pt x="10" y="15"/>
                    </ns1:cubicBezTo>
                    <ns1:cubicBezTo>
                      <ns1:pt x="0" y="28"/>
                      <ns1:pt x="3" y="47"/>
                      <ns1:pt x="16" y="57"/>
                    </ns1:cubicBezTo>
                    <ns1:cubicBezTo>
                      <ns1:pt x="48" y="83"/>
                      <ns1:pt x="87" y="95"/>
                      <ns1:pt x="126" y="95"/>
                    </ns1:cubicBezTo>
                    <ns1:cubicBezTo>
                      <ns1:pt x="165" y="95"/>
                      <ns1:pt x="203" y="83"/>
                      <ns1:pt x="236" y="57"/>
                    </ns1:cubicBezTo>
                    <ns1:cubicBezTo>
                      <ns1:pt x="249" y="47"/>
                      <ns1:pt x="251" y="28"/>
                      <ns1:pt x="241" y="15"/>
                    </ns1:cubicBezTo>
                    <ns1:cubicBezTo>
                      <ns1:pt x="231" y="2"/>
                      <ns1:pt x="212" y="0"/>
                      <ns1:pt x="199" y="10"/>
                    </ns1:cubicBezTo>
                    <ns1:close/>
                    <ns1:moveTo>
                      <ns1:pt x="199" y="10"/>
                    </ns1:moveTo>
                    <ns1:cubicBezTo>
                      <ns1:pt x="199" y="10"/>
                      <ns1:pt x="199" y="10"/>
                      <ns1:pt x="199" y="10"/>
                    </ns1:cubicBezTo>
                  </ns1:path>
                </ns1:pathLst>
              </ns1:custGeom>
              <ns1:grpFill/>
              <ns1:ln>
                <ns1:noFill/>
              </ns1:ln>
              <ns1:extLst>
                <ns1:ext uri="{91240B29-F687-4F45-9708-019B960494DF}">
                  <ns3:hiddenLine w="9525">
                    <ns1:solidFill>
                      <ns1:srgbClr val="000000"/>
                    </ns1:solidFill>
                    <ns1:round/>
                    <ns1:headEnd/>
                    <ns1:tailEnd/>
                  </ns3:hiddenLine>
                </ns1:ext>
              </ns1:extLst>
            </ns0:spPr>
            <ns0:txBody>
              <ns1:bodyPr vert="horz" wrap="square" lIns="91440" tIns="45720" rIns="91440" bIns="45720" numCol="1" anchor="t" anchorCtr="0" compatLnSpc="1">
                <ns1:prstTxWarp prst="textNoShape">
                  <ns1:avLst/>
                </ns1:prstTxWarp>
              </ns1:bodyPr>
              <ns1:lstStyle/>
              <ns1:p>
                <ns1:endParaRPr lang="en-US"/>
              </ns1:p>
            </ns0:txBody>
          </ns0:sp>
          <ns0:sp>
            <ns0:nvSpPr>
              <ns0:cNvPr id="68" name="Freeform 30">
                <ns1:extLst>
                  <ns1:ext uri="{FF2B5EF4-FFF2-40B4-BE49-F238E27FC236}">
                    <ns2:creationId id="{1986CC89-13C8-423F-9B0A-CC23941F642D}"/>
                  </ns1:ext>
                </ns1:extLst>
              </ns0:cNvPr>
              <ns0:cNvSpPr>
                <ns1:spLocks noEditPoints="1"/>
              </ns0:cNvSpPr>
              <ns0:nvPr/>
            </ns0:nvSpPr>
            <ns0:spPr bwMode="auto">
              <ns1:xfrm>
                <ns1:off x="2410" y="3304"/>
                <ns1:ext cx="389" cy="225"/>
              </ns1:xfrm>
              <ns1:custGeom>
                <ns1:avLst/>
                <ns1:gdLst>
                  <ns1:gd name="T0" fmla="*/ 79 w 159"/>
                  <ns1:gd name="T1" fmla="*/ 0 h 92"/>
                  <ns1:gd name="T2" fmla="*/ 9 w 159"/>
                  <ns1:gd name="T3" fmla="*/ 39 h 92"/>
                  <ns1:gd name="T4" fmla="*/ 17 w 159"/>
                  <ns1:gd name="T5" fmla="*/ 80 h 92"/>
                  <ns1:gd name="T6" fmla="*/ 59 w 159"/>
                  <ns1:gd name="T7" fmla="*/ 72 h 92"/>
                  <ns1:gd name="T8" fmla="*/ 79 w 159"/>
                  <ns1:gd name="T9" fmla="*/ 60 h 92"/>
                  <ns1:gd name="T10" fmla="*/ 100 w 159"/>
                  <ns1:gd name="T11" fmla="*/ 72 h 92"/>
                  <ns1:gd name="T12" fmla="*/ 141 w 159"/>
                  <ns1:gd name="T13" fmla="*/ 80 h 92"/>
                  <ns1:gd name="T14" fmla="*/ 150 w 159"/>
                  <ns1:gd name="T15" fmla="*/ 39 h 92"/>
                  <ns1:gd name="T16" fmla="*/ 79 w 159"/>
                  <ns1:gd name="T17" fmla="*/ 0 h 92"/>
                  <ns1:gd name="T18" fmla="*/ 79 w 159"/>
                  <ns1:gd name="T19" fmla="*/ 0 h 92"/>
                  <ns1:gd name="T20" fmla="*/ 79 w 159"/>
                  <ns1:gd name="T21" fmla="*/ 0 h 92"/>
                </ns1:gdLst>
                <ns1:ahLst/>
                <ns1:cxnLst>
                  <ns1:cxn ang="0">
                    <ns1:pos x="T0" y="T1"/>
                  </ns1:cxn>
                  <ns1:cxn ang="0">
                    <ns1:pos x="T2" y="T3"/>
                  </ns1:cxn>
                  <ns1:cxn ang="0">
                    <ns1:pos x="T4" y="T5"/>
                  </ns1:cxn>
                  <ns1:cxn ang="0">
                    <ns1:pos x="T6" y="T7"/>
                  </ns1:cxn>
                  <ns1:cxn ang="0">
                    <ns1:pos x="T8" y="T9"/>
                  </ns1:cxn>
                  <ns1:cxn ang="0">
                    <ns1:pos x="T10" y="T11"/>
                  </ns1:cxn>
                  <ns1:cxn ang="0">
                    <ns1:pos x="T12" y="T13"/>
                  </ns1:cxn>
                  <ns1:cxn ang="0">
                    <ns1:pos x="T14" y="T15"/>
                  </ns1:cxn>
                  <ns1:cxn ang="0">
                    <ns1:pos x="T16" y="T17"/>
                  </ns1:cxn>
                  <ns1:cxn ang="0">
                    <ns1:pos x="T18" y="T19"/>
                  </ns1:cxn>
                  <ns1:cxn ang="0">
                    <ns1:pos x="T20" y="T21"/>
                  </ns1:cxn>
                </ns1:cxnLst>
                <ns1:rect l="0" t="0" r="r" b="b"/>
                <ns1:pathLst>
                  <ns1:path w="159" h="92">
                    <ns1:moveTo>
                      <ns1:pt x="79" y="0"/>
                    </ns1:moveTo>
                    <ns1:cubicBezTo>
                      <ns1:pt x="51" y="0"/>
                      <ns1:pt x="24" y="15"/>
                      <ns1:pt x="9" y="39"/>
                    </ns1:cubicBezTo>
                    <ns1:cubicBezTo>
                      <ns1:pt x="0" y="52"/>
                      <ns1:pt x="3" y="71"/>
                      <ns1:pt x="17" y="80"/>
                    </ns1:cubicBezTo>
                    <ns1:cubicBezTo>
                      <ns1:pt x="31" y="89"/>
                      <ns1:pt x="50" y="85"/>
                      <ns1:pt x="59" y="72"/>
                    </ns1:cubicBezTo>
                    <ns1:cubicBezTo>
                      <ns1:pt x="65" y="62"/>
                      <ns1:pt x="75" y="60"/>
                      <ns1:pt x="79" y="60"/>
                    </ns1:cubicBezTo>
                    <ns1:cubicBezTo>
                      <ns1:pt x="83" y="60"/>
                      <ns1:pt x="93" y="62"/>
                      <ns1:pt x="100" y="72"/>
                    </ns1:cubicBezTo>
                    <ns1:cubicBezTo>
                      <ns1:pt x="114" y="92"/>
                      <ns1:pt x="136" y="83"/>
                      <ns1:pt x="141" y="80"/>
                    </ns1:cubicBezTo>
                    <ns1:cubicBezTo>
                      <ns1:pt x="155" y="71"/>
                      <ns1:pt x="159" y="52"/>
                      <ns1:pt x="150" y="39"/>
                    </ns1:cubicBezTo>
                    <ns1:cubicBezTo>
                      <ns1:pt x="134" y="15"/>
                      <ns1:pt x="108" y="0"/>
                      <ns1:pt x="79" y="0"/>
                    </ns1:cubicBezTo>
                    <ns1:close/>
                    <ns1:moveTo>
                      <ns1:pt x="79" y="0"/>
                    </ns1:moveTo>
                    <ns1:cubicBezTo>
                      <ns1:pt x="79" y="0"/>
                      <ns1:pt x="79" y="0"/>
                      <ns1:pt x="79" y="0"/>
                    </ns1:cubicBezTo>
                  </ns1:path>
                </ns1:pathLst>
              </ns1:custGeom>
              <ns1:grpFill/>
              <ns1:ln>
                <ns1:noFill/>
              </ns1:ln>
              <ns1:extLst>
                <ns1:ext uri="{91240B29-F687-4F45-9708-019B960494DF}">
                  <ns3:hiddenLine w="9525">
                    <ns1:solidFill>
                      <ns1:srgbClr val="000000"/>
                    </ns1:solidFill>
                    <ns1:round/>
                    <ns1:headEnd/>
                    <ns1:tailEnd/>
                  </ns3:hiddenLine>
                </ns1:ext>
              </ns1:extLst>
            </ns0:spPr>
            <ns0:txBody>
              <ns1:bodyPr vert="horz" wrap="square" lIns="91440" tIns="45720" rIns="91440" bIns="45720" numCol="1" anchor="t" anchorCtr="0" compatLnSpc="1">
                <ns1:prstTxWarp prst="textNoShape">
                  <ns1:avLst/>
                </ns1:prstTxWarp>
              </ns1:bodyPr>
              <ns1:lstStyle/>
              <ns1:p>
                <ns1:endParaRPr lang="en-US"/>
              </ns1:p>
            </ns0:txBody>
          </ns0:sp>
          <ns0:sp>
            <ns0:nvSpPr>
              <ns0:cNvPr id="69" name="Freeform 31">
                <ns1:extLst>
                  <ns1:ext uri="{FF2B5EF4-FFF2-40B4-BE49-F238E27FC236}">
                    <ns2:creationId id="{1B613BBC-93C2-4EAE-8AD2-896E15CA8890}"/>
                  </ns1:ext>
                </ns1:extLst>
              </ns0:cNvPr>
              <ns0:cNvSpPr>
                <ns1:spLocks noEditPoints="1"/>
              </ns0:cNvSpPr>
              <ns0:nvPr/>
            </ns0:nvSpPr>
            <ns0:spPr bwMode="auto">
              <ns1:xfrm>
                <ns1:off x="3989" y="3304"/>
                <ns1:ext cx="390" cy="225"/>
              </ns1:xfrm>
              <ns1:custGeom>
                <ns1:avLst/>
                <ns1:gdLst>
                  <ns1:gd name="T0" fmla="*/ 79 w 159"/>
                  <ns1:gd name="T1" fmla="*/ 0 h 92"/>
                  <ns1:gd name="T2" fmla="*/ 9 w 159"/>
                  <ns1:gd name="T3" fmla="*/ 39 h 92"/>
                  <ns1:gd name="T4" fmla="*/ 17 w 159"/>
                  <ns1:gd name="T5" fmla="*/ 80 h 92"/>
                  <ns1:gd name="T6" fmla="*/ 59 w 159"/>
                  <ns1:gd name="T7" fmla="*/ 72 h 92"/>
                  <ns1:gd name="T8" fmla="*/ 79 w 159"/>
                  <ns1:gd name="T9" fmla="*/ 60 h 92"/>
                  <ns1:gd name="T10" fmla="*/ 100 w 159"/>
                  <ns1:gd name="T11" fmla="*/ 72 h 92"/>
                  <ns1:gd name="T12" fmla="*/ 141 w 159"/>
                  <ns1:gd name="T13" fmla="*/ 80 h 92"/>
                  <ns1:gd name="T14" fmla="*/ 150 w 159"/>
                  <ns1:gd name="T15" fmla="*/ 39 h 92"/>
                  <ns1:gd name="T16" fmla="*/ 79 w 159"/>
                  <ns1:gd name="T17" fmla="*/ 0 h 92"/>
                  <ns1:gd name="T18" fmla="*/ 79 w 159"/>
                  <ns1:gd name="T19" fmla="*/ 0 h 92"/>
                  <ns1:gd name="T20" fmla="*/ 79 w 159"/>
                  <ns1:gd name="T21" fmla="*/ 0 h 92"/>
                </ns1:gdLst>
                <ns1:ahLst/>
                <ns1:cxnLst>
                  <ns1:cxn ang="0">
                    <ns1:pos x="T0" y="T1"/>
                  </ns1:cxn>
                  <ns1:cxn ang="0">
                    <ns1:pos x="T2" y="T3"/>
                  </ns1:cxn>
                  <ns1:cxn ang="0">
                    <ns1:pos x="T4" y="T5"/>
                  </ns1:cxn>
                  <ns1:cxn ang="0">
                    <ns1:pos x="T6" y="T7"/>
                  </ns1:cxn>
                  <ns1:cxn ang="0">
                    <ns1:pos x="T8" y="T9"/>
                  </ns1:cxn>
                  <ns1:cxn ang="0">
                    <ns1:pos x="T10" y="T11"/>
                  </ns1:cxn>
                  <ns1:cxn ang="0">
                    <ns1:pos x="T12" y="T13"/>
                  </ns1:cxn>
                  <ns1:cxn ang="0">
                    <ns1:pos x="T14" y="T15"/>
                  </ns1:cxn>
                  <ns1:cxn ang="0">
                    <ns1:pos x="T16" y="T17"/>
                  </ns1:cxn>
                  <ns1:cxn ang="0">
                    <ns1:pos x="T18" y="T19"/>
                  </ns1:cxn>
                  <ns1:cxn ang="0">
                    <ns1:pos x="T20" y="T21"/>
                  </ns1:cxn>
                </ns1:cxnLst>
                <ns1:rect l="0" t="0" r="r" b="b"/>
                <ns1:pathLst>
                  <ns1:path w="159" h="92">
                    <ns1:moveTo>
                      <ns1:pt x="79" y="0"/>
                    </ns1:moveTo>
                    <ns1:cubicBezTo>
                      <ns1:pt x="51" y="0"/>
                      <ns1:pt x="24" y="15"/>
                      <ns1:pt x="9" y="39"/>
                    </ns1:cubicBezTo>
                    <ns1:cubicBezTo>
                      <ns1:pt x="0" y="52"/>
                      <ns1:pt x="4" y="71"/>
                      <ns1:pt x="17" y="80"/>
                    </ns1:cubicBezTo>
                    <ns1:cubicBezTo>
                      <ns1:pt x="31" y="89"/>
                      <ns1:pt x="50" y="85"/>
                      <ns1:pt x="59" y="72"/>
                    </ns1:cubicBezTo>
                    <ns1:cubicBezTo>
                      <ns1:pt x="66" y="62"/>
                      <ns1:pt x="75" y="60"/>
                      <ns1:pt x="79" y="60"/>
                    </ns1:cubicBezTo>
                    <ns1:cubicBezTo>
                      <ns1:pt x="83" y="60"/>
                      <ns1:pt x="93" y="62"/>
                      <ns1:pt x="100" y="72"/>
                    </ns1:cubicBezTo>
                    <ns1:cubicBezTo>
                      <ns1:pt x="114" y="92"/>
                      <ns1:pt x="136" y="83"/>
                      <ns1:pt x="141" y="80"/>
                    </ns1:cubicBezTo>
                    <ns1:cubicBezTo>
                      <ns1:pt x="155" y="71"/>
                      <ns1:pt x="159" y="52"/>
                      <ns1:pt x="150" y="39"/>
                    </ns1:cubicBezTo>
                    <ns1:cubicBezTo>
                      <ns1:pt x="134" y="15"/>
                      <ns1:pt x="108" y="0"/>
                      <ns1:pt x="79" y="0"/>
                    </ns1:cubicBezTo>
                    <ns1:close/>
                    <ns1:moveTo>
                      <ns1:pt x="79" y="0"/>
                    </ns1:moveTo>
                    <ns1:cubicBezTo>
                      <ns1:pt x="79" y="0"/>
                      <ns1:pt x="79" y="0"/>
                      <ns1:pt x="79" y="0"/>
                    </ns1:cubicBezTo>
                  </ns1:path>
                </ns1:pathLst>
              </ns1:custGeom>
              <ns1:grpFill/>
              <ns1:ln>
                <ns1:noFill/>
              </ns1:ln>
              <ns1:extLst>
                <ns1:ext uri="{91240B29-F687-4F45-9708-019B960494DF}">
                  <ns3:hiddenLine w="9525">
                    <ns1:solidFill>
                      <ns1:srgbClr val="000000"/>
                    </ns1:solidFill>
                    <ns1:round/>
                    <ns1:headEnd/>
                    <ns1:tailEnd/>
                  </ns3:hiddenLine>
                </ns1:ext>
              </ns1:extLst>
            </ns0:spPr>
            <ns0:txBody>
              <ns1:bodyPr vert="horz" wrap="square" lIns="91440" tIns="45720" rIns="91440" bIns="45720" numCol="1" anchor="t" anchorCtr="0" compatLnSpc="1">
                <ns1:prstTxWarp prst="textNoShape">
                  <ns1:avLst/>
                </ns1:prstTxWarp>
              </ns1:bodyPr>
              <ns1:lstStyle/>
              <ns1:p>
                <ns1:endParaRPr lang="en-US"/>
              </ns1:p>
            </ns0:txBody>
          </ns0:sp>
          <ns0:sp>
            <ns0:nvSpPr>
              <ns0:cNvPr id="70" name="Freeform 32">
                <ns1:extLst>
                  <ns1:ext uri="{FF2B5EF4-FFF2-40B4-BE49-F238E27FC236}">
                    <ns2:creationId id="{5CFD3EA0-BDEA-41A6-AF45-C9DFA70AEF0D}"/>
                  </ns1:ext>
                </ns1:extLst>
              </ns0:cNvPr>
              <ns0:cNvSpPr>
                <ns1:spLocks noEditPoints="1"/>
              </ns0:cNvSpPr>
              <ns0:nvPr/>
            </ns0:nvSpPr>
            <ns0:spPr bwMode="auto">
              <ns1:xfrm>
                <ns1:off x="1310" y="113"/>
                <ns1:ext cx="5060" cy="4207"/>
              </ns1:xfrm>
              <ns1:custGeom>
                <ns1:avLst/>
                <ns1:gdLst>
                  <ns1:gd name="T0" fmla="*/ 1869 w 2066"/>
                  <ns1:gd name="T1" fmla="*/ 844 h 1718"/>
                  <ns1:gd name="T2" fmla="*/ 1481 w 2066"/>
                  <ns1:gd name="T3" fmla="*/ 780 h 1718"/>
                  <ns1:gd name="T4" fmla="*/ 1714 w 2066"/>
                  <ns1:gd name="T5" fmla="*/ 505 h 1718"/>
                  <ns1:gd name="T6" fmla="*/ 1749 w 2066"/>
                  <ns1:gd name="T7" fmla="*/ 276 h 1718"/>
                  <ns1:gd name="T8" fmla="*/ 1368 w 2066"/>
                  <ns1:gd name="T9" fmla="*/ 104 h 1718"/>
                  <ns1:gd name="T10" fmla="*/ 1206 w 2066"/>
                  <ns1:gd name="T11" fmla="*/ 32 h 1718"/>
                  <ns1:gd name="T12" fmla="*/ 716 w 2066"/>
                  <ns1:gd name="T13" fmla="*/ 58 h 1718"/>
                  <ns1:gd name="T14" fmla="*/ 586 w 2066"/>
                  <ns1:gd name="T15" fmla="*/ 139 h 1718"/>
                  <ns1:gd name="T16" fmla="*/ 604 w 2066"/>
                  <ns1:gd name="T17" fmla="*/ 197 h 1718"/>
                  <ns1:gd name="T18" fmla="*/ 741 w 2066"/>
                  <ns1:gd name="T19" fmla="*/ 201 h 1718"/>
                  <ns1:gd name="T20" fmla="*/ 1325 w 2066"/>
                  <ns1:gd name="T21" fmla="*/ 201 h 1718"/>
                  <ns1:gd name="T22" fmla="*/ 1636 w 2066"/>
                  <ns1:gd name="T23" fmla="*/ 251 h 1718"/>
                  <ns1:gd name="T24" fmla="*/ 1698 w 2066"/>
                  <ns1:gd name="T25" fmla="*/ 380 h 1718"/>
                  <ns1:gd name="T26" fmla="*/ 1546 w 2066"/>
                  <ns1:gd name="T27" fmla="*/ 544 h 1718"/>
                  <ns1:gd name="T28" fmla="*/ 1420 w 2066"/>
                  <ns1:gd name="T29" fmla="*/ 555 h 1718"/>
                  <ns1:gd name="T30" fmla="*/ 645 w 2066"/>
                  <ns1:gd name="T31" fmla="*/ 780 h 1718"/>
                  <ns1:gd name="T32" fmla="*/ 610 w 2066"/>
                  <ns1:gd name="T33" fmla="*/ 525 h 1718"/>
                  <ns1:gd name="T34" fmla="*/ 408 w 2066"/>
                  <ns1:gd name="T35" fmla="*/ 483 h 1718"/>
                  <ns1:gd name="T36" fmla="*/ 371 w 2066"/>
                  <ns1:gd name="T37" fmla="*/ 302 h 1718"/>
                  <ns1:gd name="T38" fmla="*/ 482 w 2066"/>
                  <ns1:gd name="T39" fmla="*/ 235 h 1718"/>
                  <ns1:gd name="T40" fmla="*/ 464 w 2066"/>
                  <ns1:gd name="T41" fmla="*/ 178 h 1718"/>
                  <ns1:gd name="T42" fmla="*/ 317 w 2066"/>
                  <ns1:gd name="T43" fmla="*/ 276 h 1718"/>
                  <ns1:gd name="T44" fmla="*/ 352 w 2066"/>
                  <ns1:gd name="T45" fmla="*/ 505 h 1718"/>
                  <ns1:gd name="T46" fmla="*/ 585 w 2066"/>
                  <ns1:gd name="T47" fmla="*/ 780 h 1718"/>
                  <ns1:gd name="T48" fmla="*/ 197 w 2066"/>
                  <ns1:gd name="T49" fmla="*/ 844 h 1718"/>
                  <ns1:gd name="T50" fmla="*/ 18 w 2066"/>
                  <ns1:gd name="T51" fmla="*/ 1120 h 1718"/>
                  <ns1:gd name="T52" fmla="*/ 243 w 2066"/>
                  <ns1:gd name="T53" fmla="*/ 1189 h 1718"/>
                  <ns1:gd name="T54" fmla="*/ 426 w 2066"/>
                  <ns1:gd name="T55" fmla="*/ 1718 h 1718"/>
                  <ns1:gd name="T56" fmla="*/ 1823 w 2066"/>
                  <ns1:gd name="T57" fmla="*/ 1535 h 1718"/>
                  <ns1:gd name="T58" fmla="*/ 1858 w 2066"/>
                  <ns1:gd name="T59" fmla="*/ 1189 h 1718"/>
                  <ns1:gd name="T60" fmla="*/ 2048 w 2066"/>
                  <ns1:gd name="T61" fmla="*/ 1120 h 1718"/>
                  <ns1:gd name="T62" fmla="*/ 1291 w 2066"/>
                  <ns1:gd name="T63" fmla="*/ 152 h 1718"/>
                  <ns1:gd name="T64" fmla="*/ 775 w 2066"/>
                  <ns1:gd name="T65" fmla="*/ 152 h 1718"/>
                  <ns1:gd name="T66" fmla="*/ 825 w 2066"/>
                  <ns1:gd name="T67" fmla="*/ 82 h 1718"/>
                  <ns1:gd name="T68" fmla="*/ 1301 w 2066"/>
                  <ns1:gd name="T69" fmla="*/ 92 h 1718"/>
                  <ns1:gd name="T70" fmla="*/ 73 w 2066"/>
                  <ns1:gd name="T71" fmla="*/ 1097 h 1718"/>
                  <ns1:gd name="T72" fmla="*/ 239 w 2066"/>
                  <ns1:gd name="T73" fmla="*/ 886 h 1718"/>
                  <ns1:gd name="T74" fmla="*/ 1356 w 2066"/>
                  <ns1:gd name="T75" fmla="*/ 840 h 1718"/>
                  <ns1:gd name="T76" fmla="*/ 1000 w 2066"/>
                  <ns1:gd name="T77" fmla="*/ 1129 h 1718"/>
                  <ns1:gd name="T78" fmla="*/ 73 w 2066"/>
                  <ns1:gd name="T79" fmla="*/ 1097 h 1718"/>
                  <ns1:gd name="T80" fmla="*/ 303 w 2066"/>
                  <ns1:gd name="T81" fmla="*/ 1535 h 1718"/>
                  <ns1:gd name="T82" fmla="*/ 1000 w 2066"/>
                  <ns1:gd name="T83" fmla="*/ 1189 h 1718"/>
                  <ns1:gd name="T84" fmla="*/ 1399 w 2066"/>
                  <ns1:gd name="T85" fmla="*/ 882 h 1718"/>
                  <ns1:gd name="T86" fmla="*/ 426 w 2066"/>
                  <ns1:gd name="T87" fmla="*/ 1658 h 1718"/>
                  <ns1:gd name="T88" fmla="*/ 1945 w 2066"/>
                  <ns1:gd name="T89" fmla="*/ 1129 h 1718"/>
                  <ns1:gd name="T90" fmla="*/ 1742 w 2066"/>
                  <ns1:gd name="T91" fmla="*/ 1081 h 1718"/>
                  <ns1:gd name="T92" fmla="*/ 1654 w 2066"/>
                  <ns1:gd name="T93" fmla="*/ 1035 h 1718"/>
                  <ns1:gd name="T94" fmla="*/ 1699 w 2066"/>
                  <ns1:gd name="T95" fmla="*/ 1123 h 1718"/>
                  <ns1:gd name="T96" fmla="*/ 1763 w 2066"/>
                  <ns1:gd name="T97" fmla="*/ 1535 h 1718"/>
                  <ns1:gd name="T98" fmla="*/ 1459 w 2066"/>
                  <ns1:gd name="T99" fmla="*/ 1658 h 1718"/>
                  <ns1:gd name="T100" fmla="*/ 1570 w 2066"/>
                  <ns1:gd name="T101" fmla="*/ 994 h 1718"/>
                  <ns1:gd name="T102" fmla="*/ 1612 w 2066"/>
                  <ns1:gd name="T103" fmla="*/ 951 h 1718"/>
                  <ns1:gd name="T104" fmla="*/ 1715 w 2066"/>
                  <ns1:gd name="T105" fmla="*/ 840 h 1718"/>
                  <ns1:gd name="T106" fmla="*/ 1982 w 2066"/>
                  <ns1:gd name="T107" fmla="*/ 1041 h 1718"/>
                  <ns1:gd name="T108" fmla="*/ 1993 w 2066"/>
                  <ns1:gd name="T109" fmla="*/ 1097 h 1718"/>
                </ns1:gdLst>
                <ns1:ahLst/>
                <ns1:cxnLst>
                  <ns1:cxn ang="0">
                    <ns1:pos x="T0" y="T1"/>
                  </ns1:cxn>
                  <ns1:cxn ang="0">
                    <ns1:pos x="T2" y="T3"/>
                  </ns1:cxn>
                  <ns1:cxn ang="0">
                    <ns1:pos x="T4" y="T5"/>
                  </ns1:cxn>
                  <ns1:cxn ang="0">
                    <ns1:pos x="T6" y="T7"/>
                  </ns1:cxn>
                  <ns1:cxn ang="0">
                    <ns1:pos x="T8" y="T9"/>
                  </ns1:cxn>
                  <ns1:cxn ang="0">
                    <ns1:pos x="T10" y="T11"/>
                  </ns1:cxn>
                  <ns1:cxn ang="0">
                    <ns1:pos x="T12" y="T13"/>
                  </ns1:cxn>
                  <ns1:cxn ang="0">
                    <ns1:pos x="T14" y="T15"/>
                  </ns1:cxn>
                  <ns1:cxn ang="0">
                    <ns1:pos x="T16" y="T17"/>
                  </ns1:cxn>
                  <ns1:cxn ang="0">
                    <ns1:pos x="T18" y="T19"/>
                  </ns1:cxn>
                  <ns1:cxn ang="0">
                    <ns1:pos x="T20" y="T21"/>
                  </ns1:cxn>
                  <ns1:cxn ang="0">
                    <ns1:pos x="T22" y="T23"/>
                  </ns1:cxn>
                  <ns1:cxn ang="0">
                    <ns1:pos x="T24" y="T25"/>
                  </ns1:cxn>
                  <ns1:cxn ang="0">
                    <ns1:pos x="T26" y="T27"/>
                  </ns1:cxn>
                  <ns1:cxn ang="0">
                    <ns1:pos x="T28" y="T29"/>
                  </ns1:cxn>
                  <ns1:cxn ang="0">
                    <ns1:pos x="T30" y="T31"/>
                  </ns1:cxn>
                  <ns1:cxn ang="0">
                    <ns1:pos x="T32" y="T33"/>
                  </ns1:cxn>
                  <ns1:cxn ang="0">
                    <ns1:pos x="T34" y="T35"/>
                  </ns1:cxn>
                  <ns1:cxn ang="0">
                    <ns1:pos x="T36" y="T37"/>
                  </ns1:cxn>
                  <ns1:cxn ang="0">
                    <ns1:pos x="T38" y="T39"/>
                  </ns1:cxn>
                  <ns1:cxn ang="0">
                    <ns1:pos x="T40" y="T41"/>
                  </ns1:cxn>
                  <ns1:cxn ang="0">
                    <ns1:pos x="T42" y="T43"/>
                  </ns1:cxn>
                  <ns1:cxn ang="0">
                    <ns1:pos x="T44" y="T45"/>
                  </ns1:cxn>
                  <ns1:cxn ang="0">
                    <ns1:pos x="T46" y="T47"/>
                  </ns1:cxn>
                  <ns1:cxn ang="0">
                    <ns1:pos x="T48" y="T49"/>
                  </ns1:cxn>
                  <ns1:cxn ang="0">
                    <ns1:pos x="T50" y="T51"/>
                  </ns1:cxn>
                  <ns1:cxn ang="0">
                    <ns1:pos x="T52" y="T53"/>
                  </ns1:cxn>
                  <ns1:cxn ang="0">
                    <ns1:pos x="T54" y="T55"/>
                  </ns1:cxn>
                  <ns1:cxn ang="0">
                    <ns1:pos x="T56" y="T57"/>
                  </ns1:cxn>
                  <ns1:cxn ang="0">
                    <ns1:pos x="T58" y="T59"/>
                  </ns1:cxn>
                  <ns1:cxn ang="0">
                    <ns1:pos x="T60" y="T61"/>
                  </ns1:cxn>
                  <ns1:cxn ang="0">
                    <ns1:pos x="T62" y="T63"/>
                  </ns1:cxn>
                  <ns1:cxn ang="0">
                    <ns1:pos x="T64" y="T65"/>
                  </ns1:cxn>
                  <ns1:cxn ang="0">
                    <ns1:pos x="T66" y="T67"/>
                  </ns1:cxn>
                  <ns1:cxn ang="0">
                    <ns1:pos x="T68" y="T69"/>
                  </ns1:cxn>
                  <ns1:cxn ang="0">
                    <ns1:pos x="T70" y="T71"/>
                  </ns1:cxn>
                  <ns1:cxn ang="0">
                    <ns1:pos x="T72" y="T73"/>
                  </ns1:cxn>
                  <ns1:cxn ang="0">
                    <ns1:pos x="T74" y="T75"/>
                  </ns1:cxn>
                  <ns1:cxn ang="0">
                    <ns1:pos x="T76" y="T77"/>
                  </ns1:cxn>
                  <ns1:cxn ang="0">
                    <ns1:pos x="T78" y="T79"/>
                  </ns1:cxn>
                  <ns1:cxn ang="0">
                    <ns1:pos x="T80" y="T81"/>
                  </ns1:cxn>
                  <ns1:cxn ang="0">
                    <ns1:pos x="T82" y="T83"/>
                  </ns1:cxn>
                  <ns1:cxn ang="0">
                    <ns1:pos x="T84" y="T85"/>
                  </ns1:cxn>
                  <ns1:cxn ang="0">
                    <ns1:pos x="T86" y="T87"/>
                  </ns1:cxn>
                  <ns1:cxn ang="0">
                    <ns1:pos x="T88" y="T89"/>
                  </ns1:cxn>
                  <ns1:cxn ang="0">
                    <ns1:pos x="T90" y="T91"/>
                  </ns1:cxn>
                  <ns1:cxn ang="0">
                    <ns1:pos x="T92" y="T93"/>
                  </ns1:cxn>
                  <ns1:cxn ang="0">
                    <ns1:pos x="T94" y="T95"/>
                  </ns1:cxn>
                  <ns1:cxn ang="0">
                    <ns1:pos x="T96" y="T97"/>
                  </ns1:cxn>
                  <ns1:cxn ang="0">
                    <ns1:pos x="T98" y="T99"/>
                  </ns1:cxn>
                  <ns1:cxn ang="0">
                    <ns1:pos x="T100" y="T101"/>
                  </ns1:cxn>
                  <ns1:cxn ang="0">
                    <ns1:pos x="T102" y="T103"/>
                  </ns1:cxn>
                  <ns1:cxn ang="0">
                    <ns1:pos x="T104" y="T105"/>
                  </ns1:cxn>
                  <ns1:cxn ang="0">
                    <ns1:pos x="T106" y="T107"/>
                  </ns1:cxn>
                  <ns1:cxn ang="0">
                    <ns1:pos x="T108" y="T109"/>
                  </ns1:cxn>
                </ns1:cxnLst>
                <ns1:rect l="0" t="0" r="r" b="b"/>
                <ns1:pathLst>
                  <ns1:path w="2066" h="1718">
                    <ns1:moveTo>
                      <ns1:pt x="2024" y="999"/>
                    </ns1:moveTo>
                    <ns1:cubicBezTo>
                      <ns1:pt x="1869" y="844"/>
                      <ns1:pt x="1869" y="844"/>
                      <ns1:pt x="1869" y="844"/>
                    </ns1:cubicBezTo>
                    <ns1:cubicBezTo>
                      <ns1:pt x="1828" y="803"/>
                      <ns1:pt x="1773" y="780"/>
                      <ns1:pt x="1715" y="780"/>
                    </ns1:cubicBezTo>
                    <ns1:cubicBezTo>
                      <ns1:pt x="1481" y="780"/>
                      <ns1:pt x="1481" y="780"/>
                      <ns1:pt x="1481" y="780"/>
                    </ns1:cubicBezTo>
                    <ns1:cubicBezTo>
                      <ns1:pt x="1481" y="703"/>
                      <ns1:pt x="1481" y="632"/>
                      <ns1:pt x="1480" y="592"/>
                    </ns1:cubicBezTo>
                    <ns1:cubicBezTo>
                      <ns1:pt x="1480" y="592"/>
                      <ns1:pt x="1660" y="658"/>
                      <ns1:pt x="1714" y="505"/>
                    </ns1:cubicBezTo>
                    <ns1:cubicBezTo>
                      <ns1:pt x="1754" y="402"/>
                      <ns1:pt x="1754" y="402"/>
                      <ns1:pt x="1754" y="402"/>
                    </ns1:cubicBezTo>
                    <ns1:cubicBezTo>
                      <ns1:pt x="1770" y="361"/>
                      <ns1:pt x="1768" y="315"/>
                      <ns1:pt x="1749" y="276"/>
                    </ns1:cubicBezTo>
                    <ns1:cubicBezTo>
                      <ns1:pt x="1730" y="237"/>
                      <ns1:pt x="1695" y="207"/>
                      <ns1:pt x="1654" y="194"/>
                    </ns1:cubicBezTo>
                    <ns1:cubicBezTo>
                      <ns1:pt x="1368" y="104"/>
                      <ns1:pt x="1368" y="104"/>
                      <ns1:pt x="1368" y="104"/>
                    </ns1:cubicBezTo>
                    <ns1:cubicBezTo>
                      <ns1:pt x="1366" y="88"/>
                      <ns1:pt x="1360" y="72"/>
                      <ns1:pt x="1350" y="58"/>
                    </ns1:cubicBezTo>
                    <ns1:cubicBezTo>
                      <ns1:pt x="1317" y="11"/>
                      <ns1:pt x="1253" y="0"/>
                      <ns1:pt x="1206" y="32"/>
                    </ns1:cubicBezTo>
                    <ns1:cubicBezTo>
                      <ns1:pt x="1103" y="105"/>
                      <ns1:pt x="963" y="105"/>
                      <ns1:pt x="860" y="32"/>
                    </ns1:cubicBezTo>
                    <ns1:cubicBezTo>
                      <ns1:pt x="813" y="0"/>
                      <ns1:pt x="749" y="11"/>
                      <ns1:pt x="716" y="58"/>
                    </ns1:cubicBezTo>
                    <ns1:cubicBezTo>
                      <ns1:pt x="706" y="72"/>
                      <ns1:pt x="700" y="88"/>
                      <ns1:pt x="698" y="104"/>
                    </ns1:cubicBezTo>
                    <ns1:cubicBezTo>
                      <ns1:pt x="586" y="139"/>
                      <ns1:pt x="586" y="139"/>
                      <ns1:pt x="586" y="139"/>
                    </ns1:cubicBezTo>
                    <ns1:cubicBezTo>
                      <ns1:pt x="570" y="144"/>
                      <ns1:pt x="561" y="161"/>
                      <ns1:pt x="566" y="177"/>
                    </ns1:cubicBezTo>
                    <ns1:cubicBezTo>
                      <ns1:pt x="570" y="190"/>
                      <ns1:pt x="586" y="201"/>
                      <ns1:pt x="604" y="197"/>
                    </ns1:cubicBezTo>
                    <ns1:cubicBezTo>
                      <ns1:pt x="708" y="164"/>
                      <ns1:pt x="708" y="164"/>
                      <ns1:pt x="708" y="164"/>
                    </ns1:cubicBezTo>
                    <ns1:cubicBezTo>
                      <ns1:pt x="716" y="179"/>
                      <ns1:pt x="727" y="192"/>
                      <ns1:pt x="741" y="201"/>
                    </ns1:cubicBezTo>
                    <ns1:cubicBezTo>
                      <ns1:pt x="827" y="262"/>
                      <ns1:pt x="928" y="293"/>
                      <ns1:pt x="1033" y="293"/>
                    </ns1:cubicBezTo>
                    <ns1:cubicBezTo>
                      <ns1:pt x="1138" y="293"/>
                      <ns1:pt x="1239" y="262"/>
                      <ns1:pt x="1325" y="201"/>
                    </ns1:cubicBezTo>
                    <ns1:cubicBezTo>
                      <ns1:pt x="1339" y="192"/>
                      <ns1:pt x="1350" y="179"/>
                      <ns1:pt x="1358" y="164"/>
                    </ns1:cubicBezTo>
                    <ns1:cubicBezTo>
                      <ns1:pt x="1636" y="251"/>
                      <ns1:pt x="1636" y="251"/>
                      <ns1:pt x="1636" y="251"/>
                    </ns1:cubicBezTo>
                    <ns1:cubicBezTo>
                      <ns1:pt x="1662" y="259"/>
                      <ns1:pt x="1683" y="277"/>
                      <ns1:pt x="1695" y="302"/>
                    </ns1:cubicBezTo>
                    <ns1:cubicBezTo>
                      <ns1:pt x="1707" y="327"/>
                      <ns1:pt x="1708" y="355"/>
                      <ns1:pt x="1698" y="380"/>
                    </ns1:cubicBezTo>
                    <ns1:cubicBezTo>
                      <ns1:pt x="1658" y="483"/>
                      <ns1:pt x="1658" y="483"/>
                      <ns1:pt x="1658" y="483"/>
                    </ns1:cubicBezTo>
                    <ns1:cubicBezTo>
                      <ns1:pt x="1641" y="529"/>
                      <ns1:pt x="1594" y="554"/>
                      <ns1:pt x="1546" y="544"/>
                    </ns1:cubicBezTo>
                    <ns1:cubicBezTo>
                      <ns1:pt x="1456" y="525"/>
                      <ns1:pt x="1456" y="525"/>
                      <ns1:pt x="1456" y="525"/>
                    </ns1:cubicBezTo>
                    <ns1:cubicBezTo>
                      <ns1:pt x="1439" y="523"/>
                      <ns1:pt x="1421" y="528"/>
                      <ns1:pt x="1420" y="555"/>
                    </ns1:cubicBezTo>
                    <ns1:cubicBezTo>
                      <ns1:pt x="1420" y="556"/>
                      <ns1:pt x="1421" y="659"/>
                      <ns1:pt x="1421" y="780"/>
                    </ns1:cubicBezTo>
                    <ns1:cubicBezTo>
                      <ns1:pt x="645" y="780"/>
                      <ns1:pt x="645" y="780"/>
                      <ns1:pt x="645" y="780"/>
                    </ns1:cubicBezTo>
                    <ns1:cubicBezTo>
                      <ns1:pt x="645" y="659"/>
                      <ns1:pt x="646" y="556"/>
                      <ns1:pt x="646" y="555"/>
                    </ns1:cubicBezTo>
                    <ns1:cubicBezTo>
                      <ns1:pt x="646" y="531"/>
                      <ns1:pt x="632" y="521"/>
                      <ns1:pt x="610" y="525"/>
                    </ns1:cubicBezTo>
                    <ns1:cubicBezTo>
                      <ns1:pt x="520" y="544"/>
                      <ns1:pt x="520" y="544"/>
                      <ns1:pt x="520" y="544"/>
                    </ns1:cubicBezTo>
                    <ns1:cubicBezTo>
                      <ns1:pt x="472" y="554"/>
                      <ns1:pt x="425" y="529"/>
                      <ns1:pt x="408" y="483"/>
                    </ns1:cubicBezTo>
                    <ns1:cubicBezTo>
                      <ns1:pt x="368" y="380"/>
                      <ns1:pt x="368" y="380"/>
                      <ns1:pt x="368" y="380"/>
                    </ns1:cubicBezTo>
                    <ns1:cubicBezTo>
                      <ns1:pt x="358" y="355"/>
                      <ns1:pt x="359" y="327"/>
                      <ns1:pt x="371" y="302"/>
                    </ns1:cubicBezTo>
                    <ns1:cubicBezTo>
                      <ns1:pt x="383" y="277"/>
                      <ns1:pt x="404" y="259"/>
                      <ns1:pt x="430" y="251"/>
                    </ns1:cubicBezTo>
                    <ns1:cubicBezTo>
                      <ns1:pt x="482" y="235"/>
                      <ns1:pt x="482" y="235"/>
                      <ns1:pt x="482" y="235"/>
                    </ns1:cubicBezTo>
                    <ns1:cubicBezTo>
                      <ns1:pt x="498" y="230"/>
                      <ns1:pt x="506" y="213"/>
                      <ns1:pt x="501" y="197"/>
                    </ns1:cubicBezTo>
                    <ns1:cubicBezTo>
                      <ns1:pt x="497" y="182"/>
                      <ns1:pt x="480" y="173"/>
                      <ns1:pt x="464" y="178"/>
                    </ns1:cubicBezTo>
                    <ns1:cubicBezTo>
                      <ns1:pt x="412" y="194"/>
                      <ns1:pt x="412" y="194"/>
                      <ns1:pt x="412" y="194"/>
                    </ns1:cubicBezTo>
                    <ns1:cubicBezTo>
                      <ns1:pt x="371" y="207"/>
                      <ns1:pt x="336" y="237"/>
                      <ns1:pt x="317" y="276"/>
                    </ns1:cubicBezTo>
                    <ns1:cubicBezTo>
                      <ns1:pt x="298" y="315"/>
                      <ns1:pt x="296" y="361"/>
                      <ns1:pt x="312" y="402"/>
                    </ns1:cubicBezTo>
                    <ns1:cubicBezTo>
                      <ns1:pt x="352" y="505"/>
                      <ns1:pt x="352" y="505"/>
                      <ns1:pt x="352" y="505"/>
                    </ns1:cubicBezTo>
                    <ns1:cubicBezTo>
                      <ns1:pt x="416" y="666"/>
                      <ns1:pt x="586" y="592"/>
                      <ns1:pt x="586" y="592"/>
                    </ns1:cubicBezTo>
                    <ns1:cubicBezTo>
                      <ns1:pt x="585" y="780"/>
                      <ns1:pt x="585" y="780"/>
                      <ns1:pt x="585" y="780"/>
                    </ns1:cubicBezTo>
                    <ns1:cubicBezTo>
                      <ns1:pt x="351" y="780"/>
                      <ns1:pt x="351" y="780"/>
                      <ns1:pt x="351" y="780"/>
                    </ns1:cubicBezTo>
                    <ns1:cubicBezTo>
                      <ns1:pt x="293" y="780"/>
                      <ns1:pt x="238" y="803"/>
                      <ns1:pt x="197" y="844"/>
                    </ns1:cubicBezTo>
                    <ns1:cubicBezTo>
                      <ns1:pt x="42" y="999"/>
                      <ns1:pt x="42" y="999"/>
                      <ns1:pt x="42" y="999"/>
                    </ns1:cubicBezTo>
                    <ns1:cubicBezTo>
                      <ns1:pt x="9" y="1031"/>
                      <ns1:pt x="0" y="1078"/>
                      <ns1:pt x="18" y="1120"/>
                    </ns1:cubicBezTo>
                    <ns1:cubicBezTo>
                      <ns1:pt x="35" y="1162"/>
                      <ns1:pt x="75" y="1189"/>
                      <ns1:pt x="121" y="1189"/>
                    </ns1:cubicBezTo>
                    <ns1:cubicBezTo>
                      <ns1:pt x="243" y="1189"/>
                      <ns1:pt x="243" y="1189"/>
                      <ns1:pt x="243" y="1189"/>
                    </ns1:cubicBezTo>
                    <ns1:cubicBezTo>
                      <ns1:pt x="243" y="1535"/>
                      <ns1:pt x="243" y="1535"/>
                      <ns1:pt x="243" y="1535"/>
                    </ns1:cubicBezTo>
                    <ns1:cubicBezTo>
                      <ns1:pt x="243" y="1636"/>
                      <ns1:pt x="325" y="1718"/>
                      <ns1:pt x="426" y="1718"/>
                    </ns1:cubicBezTo>
                    <ns1:cubicBezTo>
                      <ns1:pt x="1640" y="1718"/>
                      <ns1:pt x="1640" y="1718"/>
                      <ns1:pt x="1640" y="1718"/>
                    </ns1:cubicBezTo>
                    <ns1:cubicBezTo>
                      <ns1:pt x="1741" y="1718"/>
                      <ns1:pt x="1823" y="1636"/>
                      <ns1:pt x="1823" y="1535"/>
                    </ns1:cubicBezTo>
                    <ns1:cubicBezTo>
                      <ns1:pt x="1823" y="1186"/>
                      <ns1:pt x="1823" y="1186"/>
                      <ns1:pt x="1823" y="1186"/>
                    </ns1:cubicBezTo>
                    <ns1:cubicBezTo>
                      <ns1:pt x="1834" y="1188"/>
                      <ns1:pt x="1846" y="1189"/>
                      <ns1:pt x="1858" y="1189"/>
                    </ns1:cubicBezTo>
                    <ns1:cubicBezTo>
                      <ns1:pt x="1945" y="1189"/>
                      <ns1:pt x="1945" y="1189"/>
                      <ns1:pt x="1945" y="1189"/>
                    </ns1:cubicBezTo>
                    <ns1:cubicBezTo>
                      <ns1:pt x="1991" y="1189"/>
                      <ns1:pt x="2031" y="1162"/>
                      <ns1:pt x="2048" y="1120"/>
                    </ns1:cubicBezTo>
                    <ns1:cubicBezTo>
                      <ns1:pt x="2066" y="1078"/>
                      <ns1:pt x="2057" y="1031"/>
                      <ns1:pt x="2024" y="999"/>
                    </ns1:cubicBezTo>
                    <ns1:close/>
                    <ns1:moveTo>
                      <ns1:pt x="1291" y="152"/>
                    </ns1:moveTo>
                    <ns1:cubicBezTo>
                      <ns1:pt x="1215" y="205"/>
                      <ns1:pt x="1126" y="233"/>
                      <ns1:pt x="1033" y="233"/>
                    </ns1:cubicBezTo>
                    <ns1:cubicBezTo>
                      <ns1:pt x="940" y="233"/>
                      <ns1:pt x="851" y="205"/>
                      <ns1:pt x="775" y="152"/>
                    </ns1:cubicBezTo>
                    <ns1:cubicBezTo>
                      <ns1:pt x="756" y="139"/>
                      <ns1:pt x="751" y="111"/>
                      <ns1:pt x="765" y="92"/>
                    </ns1:cubicBezTo>
                    <ns1:cubicBezTo>
                      <ns1:pt x="784" y="65"/>
                      <ns1:pt x="818" y="76"/>
                      <ns1:pt x="825" y="82"/>
                    </ns1:cubicBezTo>
                    <ns1:cubicBezTo>
                      <ns1:pt x="949" y="169"/>
                      <ns1:pt x="1117" y="169"/>
                      <ns1:pt x="1241" y="82"/>
                    </ns1:cubicBezTo>
                    <ns1:cubicBezTo>
                      <ns1:pt x="1260" y="68"/>
                      <ns1:pt x="1287" y="73"/>
                      <ns1:pt x="1301" y="92"/>
                    </ns1:cubicBezTo>
                    <ns1:cubicBezTo>
                      <ns1:pt x="1321" y="119"/>
                      <ns1:pt x="1300" y="146"/>
                      <ns1:pt x="1291" y="152"/>
                    </ns1:cubicBezTo>
                    <ns1:close/>
                    <ns1:moveTo>
                      <ns1:pt x="73" y="1097"/>
                    </ns1:moveTo>
                    <ns1:cubicBezTo>
                      <ns1:pt x="65" y="1077"/>
                      <ns1:pt x="69" y="1056"/>
                      <ns1:pt x="84" y="1041"/>
                    </ns1:cubicBezTo>
                    <ns1:cubicBezTo>
                      <ns1:pt x="239" y="886"/>
                      <ns1:pt x="239" y="886"/>
                      <ns1:pt x="239" y="886"/>
                    </ns1:cubicBezTo>
                    <ns1:cubicBezTo>
                      <ns1:pt x="269" y="856"/>
                      <ns1:pt x="309" y="840"/>
                      <ns1:pt x="351" y="840"/>
                    </ns1:cubicBezTo>
                    <ns1:cubicBezTo>
                      <ns1:pt x="1356" y="840"/>
                      <ns1:pt x="1356" y="840"/>
                      <ns1:pt x="1356" y="840"/>
                    </ns1:cubicBezTo>
                    <ns1:cubicBezTo>
                      <ns1:pt x="1116" y="1081"/>
                      <ns1:pt x="1116" y="1081"/>
                      <ns1:pt x="1116" y="1081"/>
                    </ns1:cubicBezTo>
                    <ns1:cubicBezTo>
                      <ns1:pt x="1085" y="1112"/>
                      <ns1:pt x="1044" y="1129"/>
                      <ns1:pt x="1000" y="1129"/>
                    </ns1:cubicBezTo>
                    <ns1:cubicBezTo>
                      <ns1:pt x="121" y="1129"/>
                      <ns1:pt x="121" y="1129"/>
                      <ns1:pt x="121" y="1129"/>
                    </ns1:cubicBezTo>
                    <ns1:cubicBezTo>
                      <ns1:pt x="99" y="1129"/>
                      <ns1:pt x="81" y="1117"/>
                      <ns1:pt x="73" y="1097"/>
                    </ns1:cubicBezTo>
                    <ns1:close/>
                    <ns1:moveTo>
                      <ns1:pt x="426" y="1658"/>
                    </ns1:moveTo>
                    <ns1:cubicBezTo>
                      <ns1:pt x="358" y="1658"/>
                      <ns1:pt x="303" y="1603"/>
                      <ns1:pt x="303" y="1535"/>
                    </ns1:cubicBezTo>
                    <ns1:cubicBezTo>
                      <ns1:pt x="303" y="1189"/>
                      <ns1:pt x="303" y="1189"/>
                      <ns1:pt x="303" y="1189"/>
                    </ns1:cubicBezTo>
                    <ns1:cubicBezTo>
                      <ns1:pt x="1000" y="1189"/>
                      <ns1:pt x="1000" y="1189"/>
                      <ns1:pt x="1000" y="1189"/>
                    </ns1:cubicBezTo>
                    <ns1:cubicBezTo>
                      <ns1:pt x="1060" y="1189"/>
                      <ns1:pt x="1116" y="1165"/>
                      <ns1:pt x="1158" y="1123"/>
                    </ns1:cubicBezTo>
                    <ns1:cubicBezTo>
                      <ns1:pt x="1399" y="882"/>
                      <ns1:pt x="1399" y="882"/>
                      <ns1:pt x="1399" y="882"/>
                    </ns1:cubicBezTo>
                    <ns1:cubicBezTo>
                      <ns1:pt x="1399" y="1658"/>
                      <ns1:pt x="1399" y="1658"/>
                      <ns1:pt x="1399" y="1658"/>
                    </ns1:cubicBezTo>
                    <ns1:lnTo>
                      <ns1:pt x="426" y="1658"/>
                    </ns1:lnTo>
                    <ns1:close/>
                    <ns1:moveTo>
                      <ns1:pt x="1993" y="1097"/>
                    </ns1:moveTo>
                    <ns1:cubicBezTo>
                      <ns1:pt x="1985" y="1117"/>
                      <ns1:pt x="1967" y="1129"/>
                      <ns1:pt x="1945" y="1129"/>
                    </ns1:cubicBezTo>
                    <ns1:cubicBezTo>
                      <ns1:pt x="1858" y="1129"/>
                      <ns1:pt x="1858" y="1129"/>
                      <ns1:pt x="1858" y="1129"/>
                    </ns1:cubicBezTo>
                    <ns1:cubicBezTo>
                      <ns1:pt x="1814" y="1129"/>
                      <ns1:pt x="1773" y="1112"/>
                      <ns1:pt x="1742" y="1081"/>
                    </ns1:cubicBezTo>
                    <ns1:cubicBezTo>
                      <ns1:pt x="1696" y="1035"/>
                      <ns1:pt x="1696" y="1035"/>
                      <ns1:pt x="1696" y="1035"/>
                    </ns1:cubicBezTo>
                    <ns1:cubicBezTo>
                      <ns1:pt x="1685" y="1024"/>
                      <ns1:pt x="1666" y="1024"/>
                      <ns1:pt x="1654" y="1035"/>
                    </ns1:cubicBezTo>
                    <ns1:cubicBezTo>
                      <ns1:pt x="1642" y="1047"/>
                      <ns1:pt x="1642" y="1066"/>
                      <ns1:pt x="1654" y="1078"/>
                    </ns1:cubicBezTo>
                    <ns1:cubicBezTo>
                      <ns1:pt x="1699" y="1123"/>
                      <ns1:pt x="1699" y="1123"/>
                      <ns1:pt x="1699" y="1123"/>
                    </ns1:cubicBezTo>
                    <ns1:cubicBezTo>
                      <ns1:pt x="1718" y="1142"/>
                      <ns1:pt x="1740" y="1157"/>
                      <ns1:pt x="1763" y="1168"/>
                    </ns1:cubicBezTo>
                    <ns1:cubicBezTo>
                      <ns1:pt x="1763" y="1535"/>
                      <ns1:pt x="1763" y="1535"/>
                      <ns1:pt x="1763" y="1535"/>
                    </ns1:cubicBezTo>
                    <ns1:cubicBezTo>
                      <ns1:pt x="1763" y="1603"/>
                      <ns1:pt x="1708" y="1658"/>
                      <ns1:pt x="1640" y="1658"/>
                    </ns1:cubicBezTo>
                    <ns1:cubicBezTo>
                      <ns1:pt x="1459" y="1658"/>
                      <ns1:pt x="1459" y="1658"/>
                      <ns1:pt x="1459" y="1658"/>
                    </ns1:cubicBezTo>
                    <ns1:cubicBezTo>
                      <ns1:pt x="1459" y="882"/>
                      <ns1:pt x="1459" y="882"/>
                      <ns1:pt x="1459" y="882"/>
                    </ns1:cubicBezTo>
                    <ns1:cubicBezTo>
                      <ns1:pt x="1570" y="994"/>
                      <ns1:pt x="1570" y="994"/>
                      <ns1:pt x="1570" y="994"/>
                    </ns1:cubicBezTo>
                    <ns1:cubicBezTo>
                      <ns1:pt x="1582" y="1005"/>
                      <ns1:pt x="1601" y="1005"/>
                      <ns1:pt x="1612" y="994"/>
                    </ns1:cubicBezTo>
                    <ns1:cubicBezTo>
                      <ns1:pt x="1624" y="982"/>
                      <ns1:pt x="1624" y="963"/>
                      <ns1:pt x="1612" y="951"/>
                    </ns1:cubicBezTo>
                    <ns1:cubicBezTo>
                      <ns1:pt x="1501" y="840"/>
                      <ns1:pt x="1501" y="840"/>
                      <ns1:pt x="1501" y="840"/>
                    </ns1:cubicBezTo>
                    <ns1:cubicBezTo>
                      <ns1:pt x="1715" y="840"/>
                      <ns1:pt x="1715" y="840"/>
                      <ns1:pt x="1715" y="840"/>
                    </ns1:cubicBezTo>
                    <ns1:cubicBezTo>
                      <ns1:pt x="1757" y="840"/>
                      <ns1:pt x="1797" y="856"/>
                      <ns1:pt x="1827" y="886"/>
                    </ns1:cubicBezTo>
                    <ns1:cubicBezTo>
                      <ns1:pt x="1982" y="1041"/>
                      <ns1:pt x="1982" y="1041"/>
                      <ns1:pt x="1982" y="1041"/>
                    </ns1:cubicBezTo>
                    <ns1:cubicBezTo>
                      <ns1:pt x="1997" y="1056"/>
                      <ns1:pt x="2001" y="1077"/>
                      <ns1:pt x="1993" y="1097"/>
                    </ns1:cubicBezTo>
                    <ns1:close/>
                    <ns1:moveTo>
                      <ns1:pt x="1993" y="1097"/>
                    </ns1:moveTo>
                    <ns1:cubicBezTo>
                      <ns1:pt x="1993" y="1097"/>
                      <ns1:pt x="1993" y="1097"/>
                      <ns1:pt x="1993" y="1097"/>
                    </ns1:cubicBezTo>
                  </ns1:path>
                </ns1:pathLst>
              </ns1:custGeom>
              <ns1:grpFill/>
              <ns1:ln>
                <ns1:noFill/>
              </ns1:ln>
              <ns1:extLst>
                <ns1:ext uri="{91240B29-F687-4F45-9708-019B960494DF}">
                  <ns3:hiddenLine w="9525">
                    <ns1:solidFill>
                      <ns1:srgbClr val="000000"/>
                    </ns1:solidFill>
                    <ns1:round/>
                    <ns1:headEnd/>
                    <ns1:tailEnd/>
                  </ns3:hiddenLine>
                </ns1:ext>
              </ns1:extLst>
            </ns0:spPr>
            <ns0:txBody>
              <ns1:bodyPr vert="horz" wrap="square" lIns="91440" tIns="45720" rIns="91440" bIns="45720" numCol="1" anchor="t" anchorCtr="0" compatLnSpc="1">
                <ns1:prstTxWarp prst="textNoShape">
                  <ns1:avLst/>
                </ns1:prstTxWarp>
              </ns1:bodyPr>
              <ns1:lstStyle/>
              <ns1:p>
                <ns1:endParaRPr lang="en-US"/>
              </ns1:p>
            </ns0:txBody>
          </ns0:sp>
          <ns0:sp>
            <ns0:nvSpPr>
              <ns0:cNvPr id="71" name="Freeform 33">
                <ns1:extLst>
                  <ns1:ext uri="{FF2B5EF4-FFF2-40B4-BE49-F238E27FC236}">
                    <ns2:creationId id="{277AABA6-B8A8-4105-BC11-1D418ADF20A4}"/>
                  </ns1:ext>
                </ns1:extLst>
              </ns0:cNvPr>
              <ns0:cNvSpPr>
                <ns1:spLocks noEditPoints="1"/>
              </ns0:cNvSpPr>
              <ns0:nvPr/>
            </ns0:nvSpPr>
            <ns0:spPr bwMode="auto">
              <ns1:xfrm>
                <ns1:off x="1612" y="3"/>
                <ns1:ext cx="734" cy="734"/>
              </ns1:xfrm>
              <ns1:custGeom>
                <ns1:avLst/>
                <ns1:gdLst>
                  <ns1:gd name="T0" fmla="*/ 31 w 300"/>
                  <ns1:gd name="T1" fmla="*/ 203 h 300"/>
                  <ns1:gd name="T2" fmla="*/ 51 w 300"/>
                  <ns1:gd name="T3" fmla="*/ 214 h 300"/>
                  <ns1:gd name="T4" fmla="*/ 87 w 300"/>
                  <ns1:gd name="T5" fmla="*/ 249 h 300"/>
                  <ns1:gd name="T6" fmla="*/ 98 w 300"/>
                  <ns1:gd name="T7" fmla="*/ 269 h 300"/>
                  <ns1:gd name="T8" fmla="*/ 150 w 300"/>
                  <ns1:gd name="T9" fmla="*/ 300 h 300"/>
                  <ns1:gd name="T10" fmla="*/ 202 w 300"/>
                  <ns1:gd name="T11" fmla="*/ 269 h 300"/>
                  <ns1:gd name="T12" fmla="*/ 213 w 300"/>
                  <ns1:gd name="T13" fmla="*/ 249 h 300"/>
                  <ns1:gd name="T14" fmla="*/ 249 w 300"/>
                  <ns1:gd name="T15" fmla="*/ 214 h 300"/>
                  <ns1:gd name="T16" fmla="*/ 269 w 300"/>
                  <ns1:gd name="T17" fmla="*/ 203 h 300"/>
                  <ns1:gd name="T18" fmla="*/ 300 w 300"/>
                  <ns1:gd name="T19" fmla="*/ 150 h 300"/>
                  <ns1:gd name="T20" fmla="*/ 269 w 300"/>
                  <ns1:gd name="T21" fmla="*/ 98 h 300"/>
                  <ns1:gd name="T22" fmla="*/ 249 w 300"/>
                  <ns1:gd name="T23" fmla="*/ 87 h 300"/>
                  <ns1:gd name="T24" fmla="*/ 213 w 300"/>
                  <ns1:gd name="T25" fmla="*/ 51 h 300"/>
                  <ns1:gd name="T26" fmla="*/ 202 w 300"/>
                  <ns1:gd name="T27" fmla="*/ 31 h 300"/>
                  <ns1:gd name="T28" fmla="*/ 150 w 300"/>
                  <ns1:gd name="T29" fmla="*/ 0 h 300"/>
                  <ns1:gd name="T30" fmla="*/ 98 w 300"/>
                  <ns1:gd name="T31" fmla="*/ 31 h 300"/>
                  <ns1:gd name="T32" fmla="*/ 87 w 300"/>
                  <ns1:gd name="T33" fmla="*/ 51 h 300"/>
                  <ns1:gd name="T34" fmla="*/ 51 w 300"/>
                  <ns1:gd name="T35" fmla="*/ 87 h 300"/>
                  <ns1:gd name="T36" fmla="*/ 31 w 300"/>
                  <ns1:gd name="T37" fmla="*/ 98 h 300"/>
                  <ns1:gd name="T38" fmla="*/ 0 w 300"/>
                  <ns1:gd name="T39" fmla="*/ 150 h 300"/>
                  <ns1:gd name="T40" fmla="*/ 31 w 300"/>
                  <ns1:gd name="T41" fmla="*/ 203 h 300"/>
                  <ns1:gd name="T42" fmla="*/ 150 w 300"/>
                  <ns1:gd name="T43" fmla="*/ 60 h 300"/>
                  <ns1:gd name="T44" fmla="*/ 240 w 300"/>
                  <ns1:gd name="T45" fmla="*/ 150 h 300"/>
                  <ns1:gd name="T46" fmla="*/ 150 w 300"/>
                  <ns1:gd name="T47" fmla="*/ 240 h 300"/>
                  <ns1:gd name="T48" fmla="*/ 60 w 300"/>
                  <ns1:gd name="T49" fmla="*/ 150 h 300"/>
                  <ns1:gd name="T50" fmla="*/ 150 w 300"/>
                  <ns1:gd name="T51" fmla="*/ 60 h 300"/>
                  <ns1:gd name="T52" fmla="*/ 150 w 300"/>
                  <ns1:gd name="T53" fmla="*/ 60 h 300"/>
                  <ns1:gd name="T54" fmla="*/ 150 w 300"/>
                  <ns1:gd name="T55" fmla="*/ 60 h 300"/>
                </ns1:gdLst>
                <ns1:ahLst/>
                <ns1:cxnLst>
                  <ns1:cxn ang="0">
                    <ns1:pos x="T0" y="T1"/>
                  </ns1:cxn>
                  <ns1:cxn ang="0">
                    <ns1:pos x="T2" y="T3"/>
                  </ns1:cxn>
                  <ns1:cxn ang="0">
                    <ns1:pos x="T4" y="T5"/>
                  </ns1:cxn>
                  <ns1:cxn ang="0">
                    <ns1:pos x="T6" y="T7"/>
                  </ns1:cxn>
                  <ns1:cxn ang="0">
                    <ns1:pos x="T8" y="T9"/>
                  </ns1:cxn>
                  <ns1:cxn ang="0">
                    <ns1:pos x="T10" y="T11"/>
                  </ns1:cxn>
                  <ns1:cxn ang="0">
                    <ns1:pos x="T12" y="T13"/>
                  </ns1:cxn>
                  <ns1:cxn ang="0">
                    <ns1:pos x="T14" y="T15"/>
                  </ns1:cxn>
                  <ns1:cxn ang="0">
                    <ns1:pos x="T16" y="T17"/>
                  </ns1:cxn>
                  <ns1:cxn ang="0">
                    <ns1:pos x="T18" y="T19"/>
                  </ns1:cxn>
                  <ns1:cxn ang="0">
                    <ns1:pos x="T20" y="T21"/>
                  </ns1:cxn>
                  <ns1:cxn ang="0">
                    <ns1:pos x="T22" y="T23"/>
                  </ns1:cxn>
                  <ns1:cxn ang="0">
                    <ns1:pos x="T24" y="T25"/>
                  </ns1:cxn>
                  <ns1:cxn ang="0">
                    <ns1:pos x="T26" y="T27"/>
                  </ns1:cxn>
                  <ns1:cxn ang="0">
                    <ns1:pos x="T28" y="T29"/>
                  </ns1:cxn>
                  <ns1:cxn ang="0">
                    <ns1:pos x="T30" y="T31"/>
                  </ns1:cxn>
                  <ns1:cxn ang="0">
                    <ns1:pos x="T32" y="T33"/>
                  </ns1:cxn>
                  <ns1:cxn ang="0">
                    <ns1:pos x="T34" y="T35"/>
                  </ns1:cxn>
                  <ns1:cxn ang="0">
                    <ns1:pos x="T36" y="T37"/>
                  </ns1:cxn>
                  <ns1:cxn ang="0">
                    <ns1:pos x="T38" y="T39"/>
                  </ns1:cxn>
                  <ns1:cxn ang="0">
                    <ns1:pos x="T40" y="T41"/>
                  </ns1:cxn>
                  <ns1:cxn ang="0">
                    <ns1:pos x="T42" y="T43"/>
                  </ns1:cxn>
                  <ns1:cxn ang="0">
                    <ns1:pos x="T44" y="T45"/>
                  </ns1:cxn>
                  <ns1:cxn ang="0">
                    <ns1:pos x="T46" y="T47"/>
                  </ns1:cxn>
                  <ns1:cxn ang="0">
                    <ns1:pos x="T48" y="T49"/>
                  </ns1:cxn>
                  <ns1:cxn ang="0">
                    <ns1:pos x="T50" y="T51"/>
                  </ns1:cxn>
                  <ns1:cxn ang="0">
                    <ns1:pos x="T52" y="T53"/>
                  </ns1:cxn>
                  <ns1:cxn ang="0">
                    <ns1:pos x="T54" y="T55"/>
                  </ns1:cxn>
                </ns1:cxnLst>
                <ns1:rect l="0" t="0" r="r" b="b"/>
                <ns1:pathLst>
                  <ns1:path w="300" h="300">
                    <ns1:moveTo>
                      <ns1:pt x="31" y="203"/>
                    </ns1:moveTo>
                    <ns1:cubicBezTo>
                      <ns1:pt x="51" y="214"/>
                      <ns1:pt x="51" y="214"/>
                      <ns1:pt x="51" y="214"/>
                    </ns1:cubicBezTo>
                    <ns1:cubicBezTo>
                      <ns1:pt x="66" y="222"/>
                      <ns1:pt x="78" y="234"/>
                      <ns1:pt x="87" y="249"/>
                    </ns1:cubicBezTo>
                    <ns1:cubicBezTo>
                      <ns1:pt x="98" y="269"/>
                      <ns1:pt x="98" y="269"/>
                      <ns1:pt x="98" y="269"/>
                    </ns1:cubicBezTo>
                    <ns1:cubicBezTo>
                      <ns1:pt x="108" y="289"/>
                      <ns1:pt x="128" y="300"/>
                      <ns1:pt x="150" y="300"/>
                    </ns1:cubicBezTo>
                    <ns1:cubicBezTo>
                      <ns1:pt x="172" y="300"/>
                      <ns1:pt x="192" y="289"/>
                      <ns1:pt x="202" y="269"/>
                    </ns1:cubicBezTo>
                    <ns1:cubicBezTo>
                      <ns1:pt x="213" y="249"/>
                      <ns1:pt x="213" y="249"/>
                      <ns1:pt x="213" y="249"/>
                    </ns1:cubicBezTo>
                    <ns1:cubicBezTo>
                      <ns1:pt x="222" y="234"/>
                      <ns1:pt x="234" y="222"/>
                      <ns1:pt x="249" y="214"/>
                    </ns1:cubicBezTo>
                    <ns1:cubicBezTo>
                      <ns1:pt x="269" y="203"/>
                      <ns1:pt x="269" y="203"/>
                      <ns1:pt x="269" y="203"/>
                    </ns1:cubicBezTo>
                    <ns1:cubicBezTo>
                      <ns1:pt x="288" y="192"/>
                      <ns1:pt x="300" y="172"/>
                      <ns1:pt x="300" y="150"/>
                    </ns1:cubicBezTo>
                    <ns1:cubicBezTo>
                      <ns1:pt x="300" y="128"/>
                      <ns1:pt x="288" y="108"/>
                      <ns1:pt x="269" y="98"/>
                    </ns1:cubicBezTo>
                    <ns1:cubicBezTo>
                      <ns1:pt x="249" y="87"/>
                      <ns1:pt x="249" y="87"/>
                      <ns1:pt x="249" y="87"/>
                    </ns1:cubicBezTo>
                    <ns1:cubicBezTo>
                      <ns1:pt x="234" y="79"/>
                      <ns1:pt x="222" y="66"/>
                      <ns1:pt x="213" y="51"/>
                    </ns1:cubicBezTo>
                    <ns1:cubicBezTo>
                      <ns1:pt x="202" y="31"/>
                      <ns1:pt x="202" y="31"/>
                      <ns1:pt x="202" y="31"/>
                    </ns1:cubicBezTo>
                    <ns1:cubicBezTo>
                      <ns1:pt x="192" y="12"/>
                      <ns1:pt x="172" y="0"/>
                      <ns1:pt x="150" y="0"/>
                    </ns1:cubicBezTo>
                    <ns1:cubicBezTo>
                      <ns1:pt x="128" y="0"/>
                      <ns1:pt x="108" y="12"/>
                      <ns1:pt x="98" y="31"/>
                    </ns1:cubicBezTo>
                    <ns1:cubicBezTo>
                      <ns1:pt x="87" y="51"/>
                      <ns1:pt x="87" y="51"/>
                      <ns1:pt x="87" y="51"/>
                    </ns1:cubicBezTo>
                    <ns1:cubicBezTo>
                      <ns1:pt x="78" y="66"/>
                      <ns1:pt x="66" y="79"/>
                      <ns1:pt x="51" y="87"/>
                    </ns1:cubicBezTo>
                    <ns1:cubicBezTo>
                      <ns1:pt x="31" y="98"/>
                      <ns1:pt x="31" y="98"/>
                      <ns1:pt x="31" y="98"/>
                    </ns1:cubicBezTo>
                    <ns1:cubicBezTo>
                      <ns1:pt x="12" y="108"/>
                      <ns1:pt x="0" y="128"/>
                      <ns1:pt x="0" y="150"/>
                    </ns1:cubicBezTo>
                    <ns1:cubicBezTo>
                      <ns1:pt x="0" y="172"/>
                      <ns1:pt x="12" y="192"/>
                      <ns1:pt x="31" y="203"/>
                    </ns1:cubicBezTo>
                    <ns1:close/>
                    <ns1:moveTo>
                      <ns1:pt x="150" y="60"/>
                    </ns1:moveTo>
                    <ns1:cubicBezTo>
                      <ns1:pt x="150" y="60"/>
                      <ns1:pt x="168" y="125"/>
                      <ns1:pt x="240" y="150"/>
                    </ns1:cubicBezTo>
                    <ns1:cubicBezTo>
                      <ns1:pt x="240" y="150"/>
                      <ns1:pt x="178" y="178"/>
                      <ns1:pt x="150" y="240"/>
                    </ns1:cubicBezTo>
                    <ns1:cubicBezTo>
                      <ns1:pt x="150" y="240"/>
                      <ns1:pt x="122" y="176"/>
                      <ns1:pt x="60" y="150"/>
                    </ns1:cubicBezTo>
                    <ns1:cubicBezTo>
                      <ns1:pt x="60" y="150"/>
                      <ns1:pt x="129" y="124"/>
                      <ns1:pt x="150" y="60"/>
                    </ns1:cubicBezTo>
                    <ns1:close/>
                    <ns1:moveTo>
                      <ns1:pt x="150" y="60"/>
                    </ns1:moveTo>
                    <ns1:cubicBezTo>
                      <ns1:pt x="150" y="60"/>
                      <ns1:pt x="150" y="60"/>
                      <ns1:pt x="150" y="60"/>
                    </ns1:cubicBezTo>
                  </ns1:path>
                </ns1:pathLst>
              </ns1:custGeom>
              <ns1:grpFill/>
              <ns1:ln>
                <ns1:noFill/>
              </ns1:ln>
              <ns1:extLst>
                <ns1:ext uri="{91240B29-F687-4F45-9708-019B960494DF}">
                  <ns3:hiddenLine w="9525">
                    <ns1:solidFill>
                      <ns1:srgbClr val="000000"/>
                    </ns1:solidFill>
                    <ns1:round/>
                    <ns1:headEnd/>
                    <ns1:tailEnd/>
                  </ns3:hiddenLine>
                </ns1:ext>
              </ns1:extLst>
            </ns0:spPr>
            <ns0:txBody>
              <ns1:bodyPr vert="horz" wrap="square" lIns="91440" tIns="45720" rIns="91440" bIns="45720" numCol="1" anchor="t" anchorCtr="0" compatLnSpc="1">
                <ns1:prstTxWarp prst="textNoShape">
                  <ns1:avLst/>
                </ns1:prstTxWarp>
              </ns1:bodyPr>
              <ns1:lstStyle/>
              <ns1:p>
                <ns1:endParaRPr lang="en-US"/>
              </ns1:p>
            </ns0:txBody>
          </ns0:sp>
          <ns0:sp>
            <ns0:nvSpPr>
              <ns0:cNvPr id="72" name="Freeform 34">
                <ns1:extLst>
                  <ns1:ext uri="{FF2B5EF4-FFF2-40B4-BE49-F238E27FC236}">
                    <ns2:creationId id="{C91741D3-BE34-4B31-A3B1-2C8FBB13CF28}"/>
                  </ns1:ext>
                </ns1:extLst>
              </ns0:cNvPr>
              <ns0:cNvSpPr>
                <ns1:spLocks noEditPoints="1"/>
              </ns0:cNvSpPr>
              <ns0:nvPr/>
            </ns0:nvSpPr>
            <ns0:spPr bwMode="auto">
              <ns1:xfrm>
                <ns1:off x="5395" y="1418"/>
                <ns1:ext cx="612" cy="612"/>
              </ns1:xfrm>
              <ns1:custGeom>
                <ns1:avLst/>
                <ns1:gdLst>
                  <ns1:gd name="T0" fmla="*/ 78 w 250"/>
                  <ns1:gd name="T1" fmla="*/ 28 h 250"/>
                  <ns1:gd name="T2" fmla="*/ 70 w 250"/>
                  <ns1:gd name="T3" fmla="*/ 44 h 250"/>
                  <ns1:gd name="T4" fmla="*/ 44 w 250"/>
                  <ns1:gd name="T5" fmla="*/ 70 h 250"/>
                  <ns1:gd name="T6" fmla="*/ 28 w 250"/>
                  <ns1:gd name="T7" fmla="*/ 78 h 250"/>
                  <ns1:gd name="T8" fmla="*/ 0 w 250"/>
                  <ns1:gd name="T9" fmla="*/ 125 h 250"/>
                  <ns1:gd name="T10" fmla="*/ 28 w 250"/>
                  <ns1:gd name="T11" fmla="*/ 172 h 250"/>
                  <ns1:gd name="T12" fmla="*/ 44 w 250"/>
                  <ns1:gd name="T13" fmla="*/ 181 h 250"/>
                  <ns1:gd name="T14" fmla="*/ 70 w 250"/>
                  <ns1:gd name="T15" fmla="*/ 206 h 250"/>
                  <ns1:gd name="T16" fmla="*/ 78 w 250"/>
                  <ns1:gd name="T17" fmla="*/ 222 h 250"/>
                  <ns1:gd name="T18" fmla="*/ 125 w 250"/>
                  <ns1:gd name="T19" fmla="*/ 250 h 250"/>
                  <ns1:gd name="T20" fmla="*/ 172 w 250"/>
                  <ns1:gd name="T21" fmla="*/ 222 h 250"/>
                  <ns1:gd name="T22" fmla="*/ 181 w 250"/>
                  <ns1:gd name="T23" fmla="*/ 206 h 250"/>
                  <ns1:gd name="T24" fmla="*/ 206 w 250"/>
                  <ns1:gd name="T25" fmla="*/ 181 h 250"/>
                  <ns1:gd name="T26" fmla="*/ 222 w 250"/>
                  <ns1:gd name="T27" fmla="*/ 172 h 250"/>
                  <ns1:gd name="T28" fmla="*/ 250 w 250"/>
                  <ns1:gd name="T29" fmla="*/ 125 h 250"/>
                  <ns1:gd name="T30" fmla="*/ 222 w 250"/>
                  <ns1:gd name="T31" fmla="*/ 78 h 250"/>
                  <ns1:gd name="T32" fmla="*/ 206 w 250"/>
                  <ns1:gd name="T33" fmla="*/ 70 h 250"/>
                  <ns1:gd name="T34" fmla="*/ 181 w 250"/>
                  <ns1:gd name="T35" fmla="*/ 44 h 250"/>
                  <ns1:gd name="T36" fmla="*/ 172 w 250"/>
                  <ns1:gd name="T37" fmla="*/ 28 h 250"/>
                  <ns1:gd name="T38" fmla="*/ 125 w 250"/>
                  <ns1:gd name="T39" fmla="*/ 0 h 250"/>
                  <ns1:gd name="T40" fmla="*/ 78 w 250"/>
                  <ns1:gd name="T41" fmla="*/ 28 h 250"/>
                  <ns1:gd name="T42" fmla="*/ 125 w 250"/>
                  <ns1:gd name="T43" fmla="*/ 68 h 250"/>
                  <ns1:gd name="T44" fmla="*/ 182 w 250"/>
                  <ns1:gd name="T45" fmla="*/ 125 h 250"/>
                  <ns1:gd name="T46" fmla="*/ 125 w 250"/>
                  <ns1:gd name="T47" fmla="*/ 182 h 250"/>
                  <ns1:gd name="T48" fmla="*/ 68 w 250"/>
                  <ns1:gd name="T49" fmla="*/ 125 h 250"/>
                  <ns1:gd name="T50" fmla="*/ 125 w 250"/>
                  <ns1:gd name="T51" fmla="*/ 68 h 250"/>
                  <ns1:gd name="T52" fmla="*/ 125 w 250"/>
                  <ns1:gd name="T53" fmla="*/ 68 h 250"/>
                  <ns1:gd name="T54" fmla="*/ 125 w 250"/>
                  <ns1:gd name="T55" fmla="*/ 68 h 250"/>
                </ns1:gdLst>
                <ns1:ahLst/>
                <ns1:cxnLst>
                  <ns1:cxn ang="0">
                    <ns1:pos x="T0" y="T1"/>
                  </ns1:cxn>
                  <ns1:cxn ang="0">
                    <ns1:pos x="T2" y="T3"/>
                  </ns1:cxn>
                  <ns1:cxn ang="0">
                    <ns1:pos x="T4" y="T5"/>
                  </ns1:cxn>
                  <ns1:cxn ang="0">
                    <ns1:pos x="T6" y="T7"/>
                  </ns1:cxn>
                  <ns1:cxn ang="0">
                    <ns1:pos x="T8" y="T9"/>
                  </ns1:cxn>
                  <ns1:cxn ang="0">
                    <ns1:pos x="T10" y="T11"/>
                  </ns1:cxn>
                  <ns1:cxn ang="0">
                    <ns1:pos x="T12" y="T13"/>
                  </ns1:cxn>
                  <ns1:cxn ang="0">
                    <ns1:pos x="T14" y="T15"/>
                  </ns1:cxn>
                  <ns1:cxn ang="0">
                    <ns1:pos x="T16" y="T17"/>
                  </ns1:cxn>
                  <ns1:cxn ang="0">
                    <ns1:pos x="T18" y="T19"/>
                  </ns1:cxn>
                  <ns1:cxn ang="0">
                    <ns1:pos x="T20" y="T21"/>
                  </ns1:cxn>
                  <ns1:cxn ang="0">
                    <ns1:pos x="T22" y="T23"/>
                  </ns1:cxn>
                  <ns1:cxn ang="0">
                    <ns1:pos x="T24" y="T25"/>
                  </ns1:cxn>
                  <ns1:cxn ang="0">
                    <ns1:pos x="T26" y="T27"/>
                  </ns1:cxn>
                  <ns1:cxn ang="0">
                    <ns1:pos x="T28" y="T29"/>
                  </ns1:cxn>
                  <ns1:cxn ang="0">
                    <ns1:pos x="T30" y="T31"/>
                  </ns1:cxn>
                  <ns1:cxn ang="0">
                    <ns1:pos x="T32" y="T33"/>
                  </ns1:cxn>
                  <ns1:cxn ang="0">
                    <ns1:pos x="T34" y="T35"/>
                  </ns1:cxn>
                  <ns1:cxn ang="0">
                    <ns1:pos x="T36" y="T37"/>
                  </ns1:cxn>
                  <ns1:cxn ang="0">
                    <ns1:pos x="T38" y="T39"/>
                  </ns1:cxn>
                  <ns1:cxn ang="0">
                    <ns1:pos x="T40" y="T41"/>
                  </ns1:cxn>
                  <ns1:cxn ang="0">
                    <ns1:pos x="T42" y="T43"/>
                  </ns1:cxn>
                  <ns1:cxn ang="0">
                    <ns1:pos x="T44" y="T45"/>
                  </ns1:cxn>
                  <ns1:cxn ang="0">
                    <ns1:pos x="T46" y="T47"/>
                  </ns1:cxn>
                  <ns1:cxn ang="0">
                    <ns1:pos x="T48" y="T49"/>
                  </ns1:cxn>
                  <ns1:cxn ang="0">
                    <ns1:pos x="T50" y="T51"/>
                  </ns1:cxn>
                  <ns1:cxn ang="0">
                    <ns1:pos x="T52" y="T53"/>
                  </ns1:cxn>
                  <ns1:cxn ang="0">
                    <ns1:pos x="T54" y="T55"/>
                  </ns1:cxn>
                </ns1:cxnLst>
                <ns1:rect l="0" t="0" r="r" b="b"/>
                <ns1:pathLst>
                  <ns1:path w="250" h="250">
                    <ns1:moveTo>
                      <ns1:pt x="78" y="28"/>
                    </ns1:moveTo>
                    <ns1:cubicBezTo>
                      <ns1:pt x="70" y="44"/>
                      <ns1:pt x="70" y="44"/>
                      <ns1:pt x="70" y="44"/>
                    </ns1:cubicBezTo>
                    <ns1:cubicBezTo>
                      <ns1:pt x="64" y="55"/>
                      <ns1:pt x="55" y="64"/>
                      <ns1:pt x="44" y="70"/>
                    </ns1:cubicBezTo>
                    <ns1:cubicBezTo>
                      <ns1:pt x="28" y="78"/>
                      <ns1:pt x="28" y="78"/>
                      <ns1:pt x="28" y="78"/>
                    </ns1:cubicBezTo>
                    <ns1:cubicBezTo>
                      <ns1:pt x="11" y="88"/>
                      <ns1:pt x="0" y="106"/>
                      <ns1:pt x="0" y="125"/>
                    </ns1:cubicBezTo>
                    <ns1:cubicBezTo>
                      <ns1:pt x="0" y="145"/>
                      <ns1:pt x="11" y="162"/>
                      <ns1:pt x="28" y="172"/>
                    </ns1:cubicBezTo>
                    <ns1:cubicBezTo>
                      <ns1:pt x="44" y="181"/>
                      <ns1:pt x="44" y="181"/>
                      <ns1:pt x="44" y="181"/>
                    </ns1:cubicBezTo>
                    <ns1:cubicBezTo>
                      <ns1:pt x="55" y="186"/>
                      <ns1:pt x="64" y="195"/>
                      <ns1:pt x="70" y="206"/>
                    </ns1:cubicBezTo>
                    <ns1:cubicBezTo>
                      <ns1:pt x="78" y="222"/>
                      <ns1:pt x="78" y="222"/>
                      <ns1:pt x="78" y="222"/>
                    </ns1:cubicBezTo>
                    <ns1:cubicBezTo>
                      <ns1:pt x="88" y="239"/>
                      <ns1:pt x="105" y="250"/>
                      <ns1:pt x="125" y="250"/>
                    </ns1:cubicBezTo>
                    <ns1:cubicBezTo>
                      <ns1:pt x="145" y="250"/>
                      <ns1:pt x="162" y="239"/>
                      <ns1:pt x="172" y="222"/>
                    </ns1:cubicBezTo>
                    <ns1:cubicBezTo>
                      <ns1:pt x="181" y="206"/>
                      <ns1:pt x="181" y="206"/>
                      <ns1:pt x="181" y="206"/>
                    </ns1:cubicBezTo>
                    <ns1:cubicBezTo>
                      <ns1:pt x="186" y="195"/>
                      <ns1:pt x="195" y="186"/>
                      <ns1:pt x="206" y="181"/>
                    </ns1:cubicBezTo>
                    <ns1:cubicBezTo>
                      <ns1:pt x="222" y="172"/>
                      <ns1:pt x="222" y="172"/>
                      <ns1:pt x="222" y="172"/>
                    </ns1:cubicBezTo>
                    <ns1:cubicBezTo>
                      <ns1:pt x="239" y="162"/>
                      <ns1:pt x="250" y="145"/>
                      <ns1:pt x="250" y="125"/>
                    </ns1:cubicBezTo>
                    <ns1:cubicBezTo>
                      <ns1:pt x="250" y="106"/>
                      <ns1:pt x="239" y="88"/>
                      <ns1:pt x="222" y="78"/>
                    </ns1:cubicBezTo>
                    <ns1:cubicBezTo>
                      <ns1:pt x="206" y="70"/>
                      <ns1:pt x="206" y="70"/>
                      <ns1:pt x="206" y="70"/>
                    </ns1:cubicBezTo>
                    <ns1:cubicBezTo>
                      <ns1:pt x="195" y="64"/>
                      <ns1:pt x="186" y="55"/>
                      <ns1:pt x="181" y="44"/>
                    </ns1:cubicBezTo>
                    <ns1:cubicBezTo>
                      <ns1:pt x="172" y="28"/>
                      <ns1:pt x="172" y="28"/>
                      <ns1:pt x="172" y="28"/>
                    </ns1:cubicBezTo>
                    <ns1:cubicBezTo>
                      <ns1:pt x="162" y="11"/>
                      <ns1:pt x="145" y="0"/>
                      <ns1:pt x="125" y="0"/>
                    </ns1:cubicBezTo>
                    <ns1:cubicBezTo>
                      <ns1:pt x="105" y="0"/>
                      <ns1:pt x="88" y="11"/>
                      <ns1:pt x="78" y="28"/>
                    </ns1:cubicBezTo>
                    <ns1:close/>
                    <ns1:moveTo>
                      <ns1:pt x="125" y="68"/>
                    </ns1:moveTo>
                    <ns1:cubicBezTo>
                      <ns1:pt x="133" y="107"/>
                      <ns1:pt x="182" y="125"/>
                      <ns1:pt x="182" y="125"/>
                    </ns1:cubicBezTo>
                    <ns1:cubicBezTo>
                      <ns1:pt x="146" y="143"/>
                      <ns1:pt x="125" y="182"/>
                      <ns1:pt x="125" y="182"/>
                    </ns1:cubicBezTo>
                    <ns1:cubicBezTo>
                      <ns1:pt x="112" y="146"/>
                      <ns1:pt x="68" y="125"/>
                      <ns1:pt x="68" y="125"/>
                    </ns1:cubicBezTo>
                    <ns1:cubicBezTo>
                      <ns1:pt x="109" y="112"/>
                      <ns1:pt x="125" y="68"/>
                      <ns1:pt x="125" y="68"/>
                    </ns1:cubicBezTo>
                    <ns1:close/>
                    <ns1:moveTo>
                      <ns1:pt x="125" y="68"/>
                    </ns1:moveTo>
                    <ns1:cubicBezTo>
                      <ns1:pt x="125" y="68"/>
                      <ns1:pt x="125" y="68"/>
                      <ns1:pt x="125" y="68"/>
                    </ns1:cubicBezTo>
                  </ns1:path>
                </ns1:pathLst>
              </ns1:custGeom>
              <ns1:grpFill/>
              <ns1:ln>
                <ns1:noFill/>
              </ns1:ln>
              <ns1:extLst>
                <ns1:ext uri="{91240B29-F687-4F45-9708-019B960494DF}">
                  <ns3:hiddenLine w="9525">
                    <ns1:solidFill>
                      <ns1:srgbClr val="000000"/>
                    </ns1:solidFill>
                    <ns1:round/>
                    <ns1:headEnd/>
                    <ns1:tailEnd/>
                  </ns3:hiddenLine>
                </ns1:ext>
              </ns1:extLst>
            </ns0:spPr>
            <ns0:txBody>
              <ns1:bodyPr vert="horz" wrap="square" lIns="91440" tIns="45720" rIns="91440" bIns="45720" numCol="1" anchor="t" anchorCtr="0" compatLnSpc="1">
                <ns1:prstTxWarp prst="textNoShape">
                  <ns1:avLst/>
                </ns1:prstTxWarp>
              </ns1:bodyPr>
              <ns1:lstStyle/>
              <ns1:p>
                <ns1:endParaRPr lang="en-US"/>
              </ns1:p>
            </ns0:txBody>
          </ns0:sp>
        </ns0:grpSp>
        <ns0:grpSp>
          <ns0:nvGrpSpPr>
            <ns0:cNvPr id="73" name="Group 17">
              <ns1:extLst>
                <ns1:ext uri="{FF2B5EF4-FFF2-40B4-BE49-F238E27FC236}">
                  <ns2:creationId id="{8F8F3B2B-D478-41F7-A0AC-5AAC66634FA4}"/>
                </ns1:ext>
              </ns1:extLst>
            </ns0:cNvPr>
            <ns0:cNvGrpSpPr>
              <ns1:grpSpLocks noChangeAspect="1"/>
            </ns0:cNvGrpSpPr>
            <ns0:nvPr/>
          </ns0:nvGrpSpPr>
          <ns0:grpSpPr bwMode="auto">
            <ns1:xfrm>
              <ns1:off x="9717611" y="3126771"/>
              <ns1:ext cx="496671" cy="604461"/>
              <ns1:chOff x="2065" y="2"/>
              <ns1:chExt cx="3548" cy="4318"/>
            </ns1:xfrm>
            <ns1:solidFill>
              <ns1:schemeClr val="bg1"/>
            </ns1:solidFill>
          </ns0:grpSpPr>
          <ns0:sp>
            <ns0:nvSpPr>
              <ns0:cNvPr id="74" name="Freeform 18">
                <ns1:extLst>
                  <ns1:ext uri="{FF2B5EF4-FFF2-40B4-BE49-F238E27FC236}">
                    <ns2:creationId id="{E6B9E57E-D21B-4F3F-A1B2-BE34057DC91B}"/>
                  </ns1:ext>
                </ns1:extLst>
              </ns0:cNvPr>
              <ns0:cNvSpPr>
                <ns1:spLocks/>
              </ns0:cNvSpPr>
              <ns0:nvPr/>
            </ns0:nvSpPr>
            <ns0:spPr bwMode="auto">
              <ns1:xfrm>
                <ns1:off x="4756" y="262"/>
                <ns1:ext cx="192" cy="194"/>
              </ns1:xfrm>
              <ns1:custGeom>
                <ns1:avLst/>
                <ns1:gdLst>
                  <ns1:gd name="T0" fmla="*/ 26 w 91"/>
                  <ns1:gd name="T1" fmla="*/ 81 h 92"/>
                  <ns1:gd name="T2" fmla="*/ 80 w 91"/>
                  <ns1:gd name="T3" fmla="*/ 66 h 92"/>
                  <ns1:gd name="T4" fmla="*/ 66 w 91"/>
                  <ns1:gd name="T5" fmla="*/ 11 h 92"/>
                  <ns1:gd name="T6" fmla="*/ 11 w 91"/>
                  <ns1:gd name="T7" fmla="*/ 26 h 92"/>
                  <ns1:gd name="T8" fmla="*/ 26 w 91"/>
                  <ns1:gd name="T9" fmla="*/ 81 h 92"/>
                </ns1:gdLst>
                <ns1:ahLst/>
                <ns1:cxnLst>
                  <ns1:cxn ang="0">
                    <ns1:pos x="T0" y="T1"/>
                  </ns1:cxn>
                  <ns1:cxn ang="0">
                    <ns1:pos x="T2" y="T3"/>
                  </ns1:cxn>
                  <ns1:cxn ang="0">
                    <ns1:pos x="T4" y="T5"/>
                  </ns1:cxn>
                  <ns1:cxn ang="0">
                    <ns1:pos x="T6" y="T7"/>
                  </ns1:cxn>
                  <ns1:cxn ang="0">
                    <ns1:pos x="T8" y="T9"/>
                  </ns1:cxn>
                </ns1:cxnLst>
                <ns1:rect l="0" t="0" r="r" b="b"/>
                <ns1:pathLst>
                  <ns1:path w="91" h="92">
                    <ns1:moveTo>
                      <ns1:pt x="26" y="81"/>
                    </ns1:moveTo>
                    <ns1:cubicBezTo>
                      <ns1:pt x="45" y="92"/>
                      <ns1:pt x="69" y="85"/>
                      <ns1:pt x="80" y="66"/>
                    </ns1:cubicBezTo>
                    <ns1:cubicBezTo>
                      <ns1:pt x="91" y="47"/>
                      <ns1:pt x="85" y="22"/>
                      <ns1:pt x="66" y="11"/>
                    </ns1:cubicBezTo>
                    <ns1:cubicBezTo>
                      <ns1:pt x="47" y="0"/>
                      <ns1:pt x="22" y="7"/>
                      <ns1:pt x="11" y="26"/>
                    </ns1:cubicBezTo>
                    <ns1:cubicBezTo>
                      <ns1:pt x="0" y="45"/>
                      <ns1:pt x="6" y="69"/>
                      <ns1:pt x="26" y="81"/>
                    </ns1:cubicBezTo>
                    <ns1:close/>
                  </ns1:path>
                </ns1:pathLst>
              </ns1:custGeom>
              <ns1:grpFill/>
              <ns1:ln>
                <ns1:noFill/>
              </ns1:ln>
              <ns1:extLst>
                <ns1:ext uri="{91240B29-F687-4F45-9708-019B960494DF}">
                  <ns3:hiddenLine w="9525">
                    <ns1:solidFill>
                      <ns1:srgbClr val="000000"/>
                    </ns1:solidFill>
                    <ns1:round/>
                    <ns1:headEnd/>
                    <ns1:tailEnd/>
                  </ns3:hiddenLine>
                </ns1:ext>
              </ns1:extLst>
            </ns0:spPr>
            <ns0:txBody>
              <ns1:bodyPr vert="horz" wrap="square" lIns="91440" tIns="45720" rIns="91440" bIns="45720" numCol="1" anchor="t" anchorCtr="0" compatLnSpc="1">
                <ns1:prstTxWarp prst="textNoShape">
                  <ns1:avLst/>
                </ns1:prstTxWarp>
              </ns1:bodyPr>
              <ns1:lstStyle/>
              <ns1:p>
                <ns1:endParaRPr lang="en-US"/>
              </ns1:p>
            </ns0:txBody>
          </ns0:sp>
          <ns0:sp>
            <ns0:nvSpPr>
              <ns0:cNvPr id="75" name="Oval 19">
                <ns1:extLst>
                  <ns1:ext uri="{FF2B5EF4-FFF2-40B4-BE49-F238E27FC236}">
                    <ns2:creationId id="{53F15246-D591-4C80-96B0-5191DA5050DB}"/>
                  </ns1:ext>
                </ns1:extLst>
              </ns0:cNvPr>
              <ns0:cNvSpPr>
                <ns1:spLocks noChangeArrowheads="1"/>
              </ns0:cNvSpPr>
              <ns0:nvPr/>
            </ns0:nvSpPr>
            <ns0:spPr bwMode="auto">
              <ns1:xfrm>
                <ns1:off x="3755" y="2"/>
                <ns1:ext cx="168" cy="169"/>
              </ns1:xfrm>
              <ns1:prstGeom prst="ellipse">
                <ns1:avLst/>
              </ns1:prstGeom>
              <ns1:grpFill/>
              <ns1:ln>
                <ns1:noFill/>
              </ns1:ln>
              <ns1:extLst>
                <ns1:ext uri="{91240B29-F687-4F45-9708-019B960494DF}">
                  <ns3:hiddenLine w="9525">
                    <ns1:solidFill>
                      <ns1:srgbClr val="000000"/>
                    </ns1:solidFill>
                    <ns1:round/>
                    <ns1:headEnd/>
                    <ns1:tailEnd/>
                  </ns3:hiddenLine>
                </ns1:ext>
              </ns1:extLst>
            </ns0:spPr>
            <ns0:txBody>
              <ns1:bodyPr vert="horz" wrap="square" lIns="91440" tIns="45720" rIns="91440" bIns="45720" numCol="1" anchor="t" anchorCtr="0" compatLnSpc="1">
                <ns1:prstTxWarp prst="textNoShape">
                  <ns1:avLst/>
                </ns1:prstTxWarp>
              </ns1:bodyPr>
              <ns1:lstStyle/>
              <ns1:p>
                <ns1:endParaRPr lang="en-US"/>
              </ns1:p>
            </ns0:txBody>
          </ns0:sp>
          <ns0:sp>
            <ns0:nvSpPr>
              <ns0:cNvPr id="76" name="Oval 20">
                <ns1:extLst>
                  <ns1:ext uri="{FF2B5EF4-FFF2-40B4-BE49-F238E27FC236}">
                    <ns2:creationId id="{5C059197-F9D2-4CF4-AA53-D53CCE7CFA75}"/>
                  </ns1:ext>
                </ns1:extLst>
              </ns0:cNvPr>
              <ns0:cNvSpPr>
                <ns1:spLocks noChangeArrowheads="1"/>
              </ns0:cNvSpPr>
              <ns0:nvPr/>
            </ns0:nvSpPr>
            <ns0:spPr bwMode="auto">
              <ns1:xfrm>
                <ns1:off x="3755" y="2248"/>
                <ns1:ext cx="168" cy="170"/>
              </ns1:xfrm>
              <ns1:prstGeom prst="ellipse">
                <ns1:avLst/>
              </ns1:prstGeom>
              <ns1:grpFill/>
              <ns1:ln>
                <ns1:noFill/>
              </ns1:ln>
              <ns1:extLst>
                <ns1:ext uri="{91240B29-F687-4F45-9708-019B960494DF}">
                  <ns3:hiddenLine w="9525">
                    <ns1:solidFill>
                      <ns1:srgbClr val="000000"/>
                    </ns1:solidFill>
                    <ns1:round/>
                    <ns1:headEnd/>
                    <ns1:tailEnd/>
                  </ns3:hiddenLine>
                </ns1:ext>
              </ns1:extLst>
            </ns0:spPr>
            <ns0:txBody>
              <ns1:bodyPr vert="horz" wrap="square" lIns="91440" tIns="45720" rIns="91440" bIns="45720" numCol="1" anchor="t" anchorCtr="0" compatLnSpc="1">
                <ns1:prstTxWarp prst="textNoShape">
                  <ns1:avLst/>
                </ns1:prstTxWarp>
              </ns1:bodyPr>
              <ns1:lstStyle/>
              <ns1:p>
                <ns1:endParaRPr lang="en-US"/>
              </ns1:p>
            </ns0:txBody>
          </ns0:sp>
          <ns0:sp>
            <ns0:nvSpPr>
              <ns0:cNvPr id="77" name="Freeform 21">
                <ns1:extLst>
                  <ns1:ext uri="{FF2B5EF4-FFF2-40B4-BE49-F238E27FC236}">
                    <ns2:creationId id="{2C8D40A9-BE6D-462B-86DE-525379D116FB}"/>
                  </ns1:ext>
                </ns1:extLst>
              </ns0:cNvPr>
              <ns0:cNvSpPr>
                <ns1:spLocks/>
              </ns0:cNvSpPr>
              <ns0:nvPr/>
            </ns0:nvSpPr>
            <ns0:spPr bwMode="auto">
              <ns1:xfrm>
                <ns1:off x="2729" y="262"/>
                <ns1:ext cx="192" cy="194"/>
              </ns1:xfrm>
              <ns1:custGeom>
                <ns1:avLst/>
                <ns1:gdLst>
                  <ns1:gd name="T0" fmla="*/ 65 w 91"/>
                  <ns1:gd name="T1" fmla="*/ 81 h 92"/>
                  <ns1:gd name="T2" fmla="*/ 80 w 91"/>
                  <ns1:gd name="T3" fmla="*/ 26 h 92"/>
                  <ns1:gd name="T4" fmla="*/ 25 w 91"/>
                  <ns1:gd name="T5" fmla="*/ 11 h 92"/>
                  <ns1:gd name="T6" fmla="*/ 11 w 91"/>
                  <ns1:gd name="T7" fmla="*/ 66 h 92"/>
                  <ns1:gd name="T8" fmla="*/ 65 w 91"/>
                  <ns1:gd name="T9" fmla="*/ 81 h 92"/>
                </ns1:gdLst>
                <ns1:ahLst/>
                <ns1:cxnLst>
                  <ns1:cxn ang="0">
                    <ns1:pos x="T0" y="T1"/>
                  </ns1:cxn>
                  <ns1:cxn ang="0">
                    <ns1:pos x="T2" y="T3"/>
                  </ns1:cxn>
                  <ns1:cxn ang="0">
                    <ns1:pos x="T4" y="T5"/>
                  </ns1:cxn>
                  <ns1:cxn ang="0">
                    <ns1:pos x="T6" y="T7"/>
                  </ns1:cxn>
                  <ns1:cxn ang="0">
                    <ns1:pos x="T8" y="T9"/>
                  </ns1:cxn>
                </ns1:cxnLst>
                <ns1:rect l="0" t="0" r="r" b="b"/>
                <ns1:pathLst>
                  <ns1:path w="91" h="92">
                    <ns1:moveTo>
                      <ns1:pt x="65" y="81"/>
                    </ns1:moveTo>
                    <ns1:cubicBezTo>
                      <ns1:pt x="85" y="69"/>
                      <ns1:pt x="91" y="45"/>
                      <ns1:pt x="80" y="26"/>
                    </ns1:cubicBezTo>
                    <ns1:cubicBezTo>
                      <ns1:pt x="69" y="7"/>
                      <ns1:pt x="44" y="0"/>
                      <ns1:pt x="25" y="11"/>
                    </ns1:cubicBezTo>
                    <ns1:cubicBezTo>
                      <ns1:pt x="6" y="22"/>
                      <ns1:pt x="0" y="47"/>
                      <ns1:pt x="11" y="66"/>
                    </ns1:cubicBezTo>
                    <ns1:cubicBezTo>
                      <ns1:pt x="22" y="85"/>
                      <ns1:pt x="46" y="92"/>
                      <ns1:pt x="65" y="81"/>
                    </ns1:cubicBezTo>
                    <ns1:close/>
                  </ns1:path>
                </ns1:pathLst>
              </ns1:custGeom>
              <ns1:grpFill/>
              <ns1:ln>
                <ns1:noFill/>
              </ns1:ln>
              <ns1:extLst>
                <ns1:ext uri="{91240B29-F687-4F45-9708-019B960494DF}">
                  <ns3:hiddenLine w="9525">
                    <ns1:solidFill>
                      <ns1:srgbClr val="000000"/>
                    </ns1:solidFill>
                    <ns1:round/>
                    <ns1:headEnd/>
                    <ns1:tailEnd/>
                  </ns3:hiddenLine>
                </ns1:ext>
              </ns1:extLst>
            </ns0:spPr>
            <ns0:txBody>
              <ns1:bodyPr vert="horz" wrap="square" lIns="91440" tIns="45720" rIns="91440" bIns="45720" numCol="1" anchor="t" anchorCtr="0" compatLnSpc="1">
                <ns1:prstTxWarp prst="textNoShape">
                  <ns1:avLst/>
                </ns1:prstTxWarp>
              </ns1:bodyPr>
              <ns1:lstStyle/>
              <ns1:p>
                <ns1:endParaRPr lang="en-US"/>
              </ns1:p>
            </ns0:txBody>
          </ns0:sp>
          <ns0:sp>
            <ns0:nvSpPr>
              <ns0:cNvPr id="78" name="Freeform 22">
                <ns1:extLst>
                  <ns1:ext uri="{FF2B5EF4-FFF2-40B4-BE49-F238E27FC236}">
                    <ns2:creationId id="{6ADD1FE3-D98F-46C2-962A-7184A3E74A8C}"/>
                  </ns1:ext>
                </ns1:extLst>
              </ns0:cNvPr>
              <ns0:cNvSpPr>
                <ns1:spLocks/>
              </ns0:cNvSpPr>
              <ns0:nvPr/>
            </ns0:nvSpPr>
            <ns0:spPr bwMode="auto">
              <ns1:xfrm>
                <ns1:off x="3755" y="340"/>
                <ns1:ext cx="168" cy="508"/>
              </ns1:xfrm>
              <ns1:custGeom>
                <ns1:avLst/>
                <ns1:gdLst>
                  <ns1:gd name="T0" fmla="*/ 40 w 80"/>
                  <ns1:gd name="T1" fmla="*/ 241 h 241"/>
                  <ns1:gd name="T2" fmla="*/ 80 w 80"/>
                  <ns1:gd name="T3" fmla="*/ 200 h 241"/>
                  <ns1:gd name="T4" fmla="*/ 80 w 80"/>
                  <ns1:gd name="T5" fmla="*/ 40 h 241"/>
                  <ns1:gd name="T6" fmla="*/ 40 w 80"/>
                  <ns1:gd name="T7" fmla="*/ 0 h 241"/>
                  <ns1:gd name="T8" fmla="*/ 0 w 80"/>
                  <ns1:gd name="T9" fmla="*/ 40 h 241"/>
                  <ns1:gd name="T10" fmla="*/ 0 w 80"/>
                  <ns1:gd name="T11" fmla="*/ 200 h 241"/>
                  <ns1:gd name="T12" fmla="*/ 40 w 80"/>
                  <ns1:gd name="T13" fmla="*/ 241 h 241"/>
                </ns1:gdLst>
                <ns1:ahLst/>
                <ns1:cxnLst>
                  <ns1:cxn ang="0">
                    <ns1:pos x="T0" y="T1"/>
                  </ns1:cxn>
                  <ns1:cxn ang="0">
                    <ns1:pos x="T2" y="T3"/>
                  </ns1:cxn>
                  <ns1:cxn ang="0">
                    <ns1:pos x="T4" y="T5"/>
                  </ns1:cxn>
                  <ns1:cxn ang="0">
                    <ns1:pos x="T6" y="T7"/>
                  </ns1:cxn>
                  <ns1:cxn ang="0">
                    <ns1:pos x="T8" y="T9"/>
                  </ns1:cxn>
                  <ns1:cxn ang="0">
                    <ns1:pos x="T10" y="T11"/>
                  </ns1:cxn>
                  <ns1:cxn ang="0">
                    <ns1:pos x="T12" y="T13"/>
                  </ns1:cxn>
                </ns1:cxnLst>
                <ns1:rect l="0" t="0" r="r" b="b"/>
                <ns1:pathLst>
                  <ns1:path w="80" h="241">
                    <ns1:moveTo>
                      <ns1:pt x="40" y="241"/>
                    </ns1:moveTo>
                    <ns1:cubicBezTo>
                      <ns1:pt x="62" y="241"/>
                      <ns1:pt x="80" y="223"/>
                      <ns1:pt x="80" y="200"/>
                    </ns1:cubicBezTo>
                    <ns1:cubicBezTo>
                      <ns1:pt x="80" y="40"/>
                      <ns1:pt x="80" y="40"/>
                      <ns1:pt x="80" y="40"/>
                    </ns1:cubicBezTo>
                    <ns1:cubicBezTo>
                      <ns1:pt x="80" y="18"/>
                      <ns1:pt x="62" y="0"/>
                      <ns1:pt x="40" y="0"/>
                    </ns1:cubicBezTo>
                    <ns1:cubicBezTo>
                      <ns1:pt x="18" y="0"/>
                      <ns1:pt x="0" y="18"/>
                      <ns1:pt x="0" y="40"/>
                    </ns1:cubicBezTo>
                    <ns1:cubicBezTo>
                      <ns1:pt x="0" y="200"/>
                      <ns1:pt x="0" y="200"/>
                      <ns1:pt x="0" y="200"/>
                    </ns1:cubicBezTo>
                    <ns1:cubicBezTo>
                      <ns1:pt x="0" y="223"/>
                      <ns1:pt x="18" y="241"/>
                      <ns1:pt x="40" y="241"/>
                    </ns1:cubicBezTo>
                    <ns1:close/>
                  </ns1:path>
                </ns1:pathLst>
              </ns1:custGeom>
              <ns1:grpFill/>
              <ns1:ln>
                <ns1:noFill/>
              </ns1:ln>
              <ns1:extLst>
                <ns1:ext uri="{91240B29-F687-4F45-9708-019B960494DF}">
                  <ns3:hiddenLine w="9525">
                    <ns1:solidFill>
                      <ns1:srgbClr val="000000"/>
                    </ns1:solidFill>
                    <ns1:round/>
                    <ns1:headEnd/>
                    <ns1:tailEnd/>
                  </ns3:hiddenLine>
                </ns1:ext>
              </ns1:extLst>
            </ns0:spPr>
            <ns0:txBody>
              <ns1:bodyPr vert="horz" wrap="square" lIns="91440" tIns="45720" rIns="91440" bIns="45720" numCol="1" anchor="t" anchorCtr="0" compatLnSpc="1">
                <ns1:prstTxWarp prst="textNoShape">
                  <ns1:avLst/>
                </ns1:prstTxWarp>
              </ns1:bodyPr>
              <ns1:lstStyle/>
              <ns1:p>
                <ns1:endParaRPr lang="en-US"/>
              </ns1:p>
            </ns0:txBody>
          </ns0:sp>
          <ns0:sp>
            <ns0:nvSpPr>
              <ns0:cNvPr id="79" name="Freeform 23">
                <ns1:extLst>
                  <ns1:ext uri="{FF2B5EF4-FFF2-40B4-BE49-F238E27FC236}">
                    <ns2:creationId id="{EE685D8A-C2E2-47C4-898A-0E4393D49667}"/>
                  </ns1:ext>
                </ns1:extLst>
              </ns0:cNvPr>
              <ns0:cNvSpPr>
                <ns1:spLocks/>
              </ns0:cNvSpPr>
              <ns0:nvPr/>
            </ns0:nvSpPr>
            <ns0:spPr bwMode="auto">
              <ns1:xfrm>
                <ns1:off x="2898" y="555"/>
                <ns1:ext cx="361" cy="472"/>
              </ns1:xfrm>
              <ns1:custGeom>
                <ns1:avLst/>
                <ns1:gdLst>
                  <ns1:gd name="T0" fmla="*/ 91 w 171"/>
                  <ns1:gd name="T1" fmla="*/ 204 h 224"/>
                  <ns1:gd name="T2" fmla="*/ 126 w 171"/>
                  <ns1:gd name="T3" fmla="*/ 224 h 224"/>
                  <ns1:gd name="T4" fmla="*/ 146 w 171"/>
                  <ns1:gd name="T5" fmla="*/ 219 h 224"/>
                  <ns1:gd name="T6" fmla="*/ 160 w 171"/>
                  <ns1:gd name="T7" fmla="*/ 164 h 224"/>
                  <ns1:gd name="T8" fmla="*/ 80 w 171"/>
                  <ns1:gd name="T9" fmla="*/ 26 h 224"/>
                  <ns1:gd name="T10" fmla="*/ 25 w 171"/>
                  <ns1:gd name="T11" fmla="*/ 11 h 224"/>
                  <ns1:gd name="T12" fmla="*/ 11 w 171"/>
                  <ns1:gd name="T13" fmla="*/ 66 h 224"/>
                  <ns1:gd name="T14" fmla="*/ 91 w 171"/>
                  <ns1:gd name="T15" fmla="*/ 204 h 224"/>
                </ns1:gdLst>
                <ns1:ahLst/>
                <ns1:cxnLst>
                  <ns1:cxn ang="0">
                    <ns1:pos x="T0" y="T1"/>
                  </ns1:cxn>
                  <ns1:cxn ang="0">
                    <ns1:pos x="T2" y="T3"/>
                  </ns1:cxn>
                  <ns1:cxn ang="0">
                    <ns1:pos x="T4" y="T5"/>
                  </ns1:cxn>
                  <ns1:cxn ang="0">
                    <ns1:pos x="T6" y="T7"/>
                  </ns1:cxn>
                  <ns1:cxn ang="0">
                    <ns1:pos x="T8" y="T9"/>
                  </ns1:cxn>
                  <ns1:cxn ang="0">
                    <ns1:pos x="T10" y="T11"/>
                  </ns1:cxn>
                  <ns1:cxn ang="0">
                    <ns1:pos x="T12" y="T13"/>
                  </ns1:cxn>
                  <ns1:cxn ang="0">
                    <ns1:pos x="T14" y="T15"/>
                  </ns1:cxn>
                </ns1:cxnLst>
                <ns1:rect l="0" t="0" r="r" b="b"/>
                <ns1:pathLst>
                  <ns1:path w="171" h="224">
                    <ns1:moveTo>
                      <ns1:pt x="91" y="204"/>
                    </ns1:moveTo>
                    <ns1:cubicBezTo>
                      <ns1:pt x="98" y="217"/>
                      <ns1:pt x="112" y="224"/>
                      <ns1:pt x="126" y="224"/>
                    </ns1:cubicBezTo>
                    <ns1:cubicBezTo>
                      <ns1:pt x="132" y="224"/>
                      <ns1:pt x="139" y="223"/>
                      <ns1:pt x="146" y="219"/>
                    </ns1:cubicBezTo>
                    <ns1:cubicBezTo>
                      <ns1:pt x="165" y="208"/>
                      <ns1:pt x="171" y="184"/>
                      <ns1:pt x="160" y="164"/>
                    </ns1:cubicBezTo>
                    <ns1:cubicBezTo>
                      <ns1:pt x="80" y="26"/>
                      <ns1:pt x="80" y="26"/>
                      <ns1:pt x="80" y="26"/>
                    </ns1:cubicBezTo>
                    <ns1:cubicBezTo>
                      <ns1:pt x="69" y="6"/>
                      <ns1:pt x="45" y="0"/>
                      <ns1:pt x="25" y="11"/>
                    </ns1:cubicBezTo>
                    <ns1:cubicBezTo>
                      <ns1:pt x="6" y="22"/>
                      <ns1:pt x="0" y="46"/>
                      <ns1:pt x="11" y="66"/>
                    </ns1:cubicBezTo>
                    <ns1:lnTo>
                      <ns1:pt x="91" y="204"/>
                    </ns1:lnTo>
                    <ns1:close/>
                  </ns1:path>
                </ns1:pathLst>
              </ns1:custGeom>
              <ns1:grpFill/>
              <ns1:ln>
                <ns1:noFill/>
              </ns1:ln>
              <ns1:extLst>
                <ns1:ext uri="{91240B29-F687-4F45-9708-019B960494DF}">
                  <ns3:hiddenLine w="9525">
                    <ns1:solidFill>
                      <ns1:srgbClr val="000000"/>
                    </ns1:solidFill>
                    <ns1:round/>
                    <ns1:headEnd/>
                    <ns1:tailEnd/>
                  </ns3:hiddenLine>
                </ns1:ext>
              </ns1:extLst>
            </ns0:spPr>
            <ns0:txBody>
              <ns1:bodyPr vert="horz" wrap="square" lIns="91440" tIns="45720" rIns="91440" bIns="45720" numCol="1" anchor="t" anchorCtr="0" compatLnSpc="1">
                <ns1:prstTxWarp prst="textNoShape">
                  <ns1:avLst/>
                </ns1:prstTxWarp>
              </ns1:bodyPr>
              <ns1:lstStyle/>
              <ns1:p>
                <ns1:endParaRPr lang="en-US"/>
              </ns1:p>
            </ns0:txBody>
          </ns0:sp>
          <ns0:sp>
            <ns0:nvSpPr>
              <ns0:cNvPr id="80" name="Freeform 24">
                <ns1:extLst>
                  <ns1:ext uri="{FF2B5EF4-FFF2-40B4-BE49-F238E27FC236}">
                    <ns2:creationId id="{FB0D0199-BA62-4E5C-AAF6-648173ED8155}"/>
                  </ns1:ext>
                </ns1:extLst>
              </ns0:cNvPr>
              <ns0:cNvSpPr>
                <ns1:spLocks/>
              </ns0:cNvSpPr>
              <ns0:nvPr/>
            </ns0:nvSpPr>
            <ns0:spPr bwMode="auto">
              <ns1:xfrm>
                <ns1:off x="4419" y="555"/>
                <ns1:ext cx="361" cy="472"/>
              </ns1:xfrm>
              <ns1:custGeom>
                <ns1:avLst/>
                <ns1:gdLst>
                  <ns1:gd name="T0" fmla="*/ 25 w 171"/>
                  <ns1:gd name="T1" fmla="*/ 219 h 224"/>
                  <ns1:gd name="T2" fmla="*/ 45 w 171"/>
                  <ns1:gd name="T3" fmla="*/ 224 h 224"/>
                  <ns1:gd name="T4" fmla="*/ 80 w 171"/>
                  <ns1:gd name="T5" fmla="*/ 204 h 224"/>
                  <ns1:gd name="T6" fmla="*/ 160 w 171"/>
                  <ns1:gd name="T7" fmla="*/ 66 h 224"/>
                  <ns1:gd name="T8" fmla="*/ 146 w 171"/>
                  <ns1:gd name="T9" fmla="*/ 11 h 224"/>
                  <ns1:gd name="T10" fmla="*/ 91 w 171"/>
                  <ns1:gd name="T11" fmla="*/ 26 h 224"/>
                  <ns1:gd name="T12" fmla="*/ 11 w 171"/>
                  <ns1:gd name="T13" fmla="*/ 164 h 224"/>
                  <ns1:gd name="T14" fmla="*/ 25 w 171"/>
                  <ns1:gd name="T15" fmla="*/ 219 h 224"/>
                </ns1:gdLst>
                <ns1:ahLst/>
                <ns1:cxnLst>
                  <ns1:cxn ang="0">
                    <ns1:pos x="T0" y="T1"/>
                  </ns1:cxn>
                  <ns1:cxn ang="0">
                    <ns1:pos x="T2" y="T3"/>
                  </ns1:cxn>
                  <ns1:cxn ang="0">
                    <ns1:pos x="T4" y="T5"/>
                  </ns1:cxn>
                  <ns1:cxn ang="0">
                    <ns1:pos x="T6" y="T7"/>
                  </ns1:cxn>
                  <ns1:cxn ang="0">
                    <ns1:pos x="T8" y="T9"/>
                  </ns1:cxn>
                  <ns1:cxn ang="0">
                    <ns1:pos x="T10" y="T11"/>
                  </ns1:cxn>
                  <ns1:cxn ang="0">
                    <ns1:pos x="T12" y="T13"/>
                  </ns1:cxn>
                  <ns1:cxn ang="0">
                    <ns1:pos x="T14" y="T15"/>
                  </ns1:cxn>
                </ns1:cxnLst>
                <ns1:rect l="0" t="0" r="r" b="b"/>
                <ns1:pathLst>
                  <ns1:path w="171" h="224">
                    <ns1:moveTo>
                      <ns1:pt x="25" y="219"/>
                    </ns1:moveTo>
                    <ns1:cubicBezTo>
                      <ns1:pt x="32" y="223"/>
                      <ns1:pt x="39" y="224"/>
                      <ns1:pt x="45" y="224"/>
                    </ns1:cubicBezTo>
                    <ns1:cubicBezTo>
                      <ns1:pt x="59" y="224"/>
                      <ns1:pt x="73" y="217"/>
                      <ns1:pt x="80" y="204"/>
                    </ns1:cubicBezTo>
                    <ns1:cubicBezTo>
                      <ns1:pt x="160" y="66"/>
                      <ns1:pt x="160" y="66"/>
                      <ns1:pt x="160" y="66"/>
                    </ns1:cubicBezTo>
                    <ns1:cubicBezTo>
                      <ns1:pt x="171" y="46"/>
                      <ns1:pt x="165" y="22"/>
                      <ns1:pt x="146" y="11"/>
                    </ns1:cubicBezTo>
                    <ns1:cubicBezTo>
                      <ns1:pt x="126" y="0"/>
                      <ns1:pt x="102" y="6"/>
                      <ns1:pt x="91" y="26"/>
                    </ns1:cubicBezTo>
                    <ns1:cubicBezTo>
                      <ns1:pt x="11" y="164"/>
                      <ns1:pt x="11" y="164"/>
                      <ns1:pt x="11" y="164"/>
                    </ns1:cubicBezTo>
                    <ns1:cubicBezTo>
                      <ns1:pt x="0" y="184"/>
                      <ns1:pt x="6" y="208"/>
                      <ns1:pt x="25" y="219"/>
                    </ns1:cubicBezTo>
                    <ns1:close/>
                  </ns1:path>
                </ns1:pathLst>
              </ns1:custGeom>
              <ns1:grpFill/>
              <ns1:ln>
                <ns1:noFill/>
              </ns1:ln>
              <ns1:extLst>
                <ns1:ext uri="{91240B29-F687-4F45-9708-019B960494DF}">
                  <ns3:hiddenLine w="9525">
                    <ns1:solidFill>
                      <ns1:srgbClr val="000000"/>
                    </ns1:solidFill>
                    <ns1:round/>
                    <ns1:headEnd/>
                    <ns1:tailEnd/>
                  </ns3:hiddenLine>
                </ns1:ext>
              </ns1:extLst>
            </ns0:spPr>
            <ns0:txBody>
              <ns1:bodyPr vert="horz" wrap="square" lIns="91440" tIns="45720" rIns="91440" bIns="45720" numCol="1" anchor="t" anchorCtr="0" compatLnSpc="1">
                <ns1:prstTxWarp prst="textNoShape">
                  <ns1:avLst/>
                </ns1:prstTxWarp>
              </ns1:bodyPr>
              <ns1:lstStyle/>
              <ns1:p>
                <ns1:endParaRPr lang="en-US"/>
              </ns1:p>
            </ns0:txBody>
          </ns0:sp>
          <ns0:sp>
            <ns0:nvSpPr>
              <ns0:cNvPr id="81" name="Freeform 25">
                <ns1:extLst>
                  <ns1:ext uri="{FF2B5EF4-FFF2-40B4-BE49-F238E27FC236}">
                    <ns2:creationId id="{30185699-C083-4589-B942-DBDC45CD4DC2}"/>
                  </ns1:ext>
                </ns1:extLst>
              </ns0:cNvPr>
              <ns0:cNvSpPr>
                <ns1:spLocks noEditPoints="1"/>
              </ns0:cNvSpPr>
              <ns0:nvPr/>
            </ns0:nvSpPr>
            <ns0:spPr bwMode="auto">
              <ns1:xfrm>
                <ns1:off x="2065" y="1354"/>
                <ns1:ext cx="3548" cy="2966"/>
              </ns1:xfrm>
              <ns1:custGeom>
                <ns1:avLst/>
                <ns1:gdLst>
                  <ns1:gd name="T0" fmla="*/ 1682 w 1682"/>
                  <ns1:gd name="T1" fmla="*/ 461 h 1407"/>
                  <ns1:gd name="T2" fmla="*/ 1682 w 1682"/>
                  <ns1:gd name="T3" fmla="*/ 457 h 1407"/>
                  <ns1:gd name="T4" fmla="*/ 1681 w 1682"/>
                  <ns1:gd name="T5" fmla="*/ 454 h 1407"/>
                  <ns1:gd name="T6" fmla="*/ 1679 w 1682"/>
                  <ns1:gd name="T7" fmla="*/ 450 h 1407"/>
                  <ns1:gd name="T8" fmla="*/ 1678 w 1682"/>
                  <ns1:gd name="T9" fmla="*/ 446 h 1407"/>
                  <ns1:gd name="T10" fmla="*/ 1437 w 1682"/>
                  <ns1:gd name="T11" fmla="*/ 20 h 1407"/>
                  <ns1:gd name="T12" fmla="*/ 1434 w 1682"/>
                  <ns1:gd name="T13" fmla="*/ 15 h 1407"/>
                  <ns1:gd name="T14" fmla="*/ 1427 w 1682"/>
                  <ns1:gd name="T15" fmla="*/ 9 h 1407"/>
                  <ns1:gd name="T16" fmla="*/ 1422 w 1682"/>
                  <ns1:gd name="T17" fmla="*/ 5 h 1407"/>
                  <ns1:gd name="T18" fmla="*/ 1418 w 1682"/>
                  <ns1:gd name="T19" fmla="*/ 3 h 1407"/>
                  <ns1:gd name="T20" fmla="*/ 1408 w 1682"/>
                  <ns1:gd name="T21" fmla="*/ 0 h 1407"/>
                  <ns1:gd name="T22" fmla="*/ 1402 w 1682"/>
                  <ns1:gd name="T23" fmla="*/ 0 h 1407"/>
                  <ns1:gd name="T24" fmla="*/ 841 w 1682"/>
                  <ns1:gd name="T25" fmla="*/ 0 h 1407"/>
                  <ns1:gd name="T26" fmla="*/ 275 w 1682"/>
                  <ns1:gd name="T27" fmla="*/ 0 h 1407"/>
                  <ns1:gd name="T28" fmla="*/ 269 w 1682"/>
                  <ns1:gd name="T29" fmla="*/ 1 h 1407"/>
                  <ns1:gd name="T30" fmla="*/ 265 w 1682"/>
                  <ns1:gd name="T31" fmla="*/ 3 h 1407"/>
                  <ns1:gd name="T32" fmla="*/ 256 w 1682"/>
                  <ns1:gd name="T33" fmla="*/ 8 h 1407"/>
                  <ns1:gd name="T34" fmla="*/ 252 w 1682"/>
                  <ns1:gd name="T35" fmla="*/ 12 h 1407"/>
                  <ns1:gd name="T36" fmla="*/ 246 w 1682"/>
                  <ns1:gd name="T37" fmla="*/ 20 h 1407"/>
                  <ns1:gd name="T38" fmla="*/ 6 w 1682"/>
                  <ns1:gd name="T39" fmla="*/ 444 h 1407"/>
                  <ns1:gd name="T40" fmla="*/ 4 w 1682"/>
                  <ns1:gd name="T41" fmla="*/ 446 h 1407"/>
                  <ns1:gd name="T42" fmla="*/ 3 w 1682"/>
                  <ns1:gd name="T43" fmla="*/ 450 h 1407"/>
                  <ns1:gd name="T44" fmla="*/ 1 w 1682"/>
                  <ns1:gd name="T45" fmla="*/ 454 h 1407"/>
                  <ns1:gd name="T46" fmla="*/ 0 w 1682"/>
                  <ns1:gd name="T47" fmla="*/ 458 h 1407"/>
                  <ns1:gd name="T48" fmla="*/ 0 w 1682"/>
                  <ns1:gd name="T49" fmla="*/ 461 h 1407"/>
                  <ns1:gd name="T50" fmla="*/ 0 w 1682"/>
                  <ns1:gd name="T51" fmla="*/ 465 h 1407"/>
                  <ns1:gd name="T52" fmla="*/ 0 w 1682"/>
                  <ns1:gd name="T53" fmla="*/ 468 h 1407"/>
                  <ns1:gd name="T54" fmla="*/ 1 w 1682"/>
                  <ns1:gd name="T55" fmla="*/ 472 h 1407"/>
                  <ns1:gd name="T56" fmla="*/ 1 w 1682"/>
                  <ns1:gd name="T57" fmla="*/ 476 h 1407"/>
                  <ns1:gd name="T58" fmla="*/ 3 w 1682"/>
                  <ns1:gd name="T59" fmla="*/ 479 h 1407"/>
                  <ns1:gd name="T60" fmla="*/ 4 w 1682"/>
                  <ns1:gd name="T61" fmla="*/ 483 h 1407"/>
                  <ns1:gd name="T62" fmla="*/ 6 w 1682"/>
                  <ns1:gd name="T63" fmla="*/ 486 h 1407"/>
                  <ns1:gd name="T64" fmla="*/ 9 w 1682"/>
                  <ns1:gd name="T65" fmla="*/ 490 h 1407"/>
                  <ns1:gd name="T66" fmla="*/ 816 w 1682"/>
                  <ns1:gd name="T67" fmla="*/ 1394 h 1407"/>
                  <ns1:gd name="T68" fmla="*/ 823 w 1682"/>
                  <ns1:gd name="T69" fmla="*/ 1400 h 1407"/>
                  <ns1:gd name="T70" fmla="*/ 829 w 1682"/>
                  <ns1:gd name="T71" fmla="*/ 1403 h 1407"/>
                  <ns1:gd name="T72" fmla="*/ 839 w 1682"/>
                  <ns1:gd name="T73" fmla="*/ 1406 h 1407"/>
                  <ns1:gd name="T74" fmla="*/ 846 w 1682"/>
                  <ns1:gd name="T75" fmla="*/ 1407 h 1407"/>
                  <ns1:gd name="T76" fmla="*/ 857 w 1682"/>
                  <ns1:gd name="T77" fmla="*/ 1405 h 1407"/>
                  <ns1:gd name="T78" fmla="*/ 864 w 1682"/>
                  <ns1:gd name="T79" fmla="*/ 1403 h 1407"/>
                  <ns1:gd name="T80" fmla="*/ 872 w 1682"/>
                  <ns1:gd name="T81" fmla="*/ 1397 h 1407"/>
                  <ns1:gd name="T82" fmla="*/ 1672 w 1682"/>
                  <ns1:gd name="T83" fmla="*/ 491 h 1407"/>
                  <ns1:gd name="T84" fmla="*/ 1674 w 1682"/>
                  <ns1:gd name="T85" fmla="*/ 488 h 1407"/>
                  <ns1:gd name="T86" fmla="*/ 1676 w 1682"/>
                  <ns1:gd name="T87" fmla="*/ 485 h 1407"/>
                  <ns1:gd name="T88" fmla="*/ 1678 w 1682"/>
                  <ns1:gd name="T89" fmla="*/ 482 h 1407"/>
                  <ns1:gd name="T90" fmla="*/ 1680 w 1682"/>
                  <ns1:gd name="T91" fmla="*/ 478 h 1407"/>
                  <ns1:gd name="T92" fmla="*/ 1681 w 1682"/>
                  <ns1:gd name="T93" fmla="*/ 475 h 1407"/>
                  <ns1:gd name="T94" fmla="*/ 1682 w 1682"/>
                  <ns1:gd name="T95" fmla="*/ 471 h 1407"/>
                  <ns1:gd name="T96" fmla="*/ 1682 w 1682"/>
                  <ns1:gd name="T97" fmla="*/ 467 h 1407"/>
                  <ns1:gd name="T98" fmla="*/ 1682 w 1682"/>
                  <ns1:gd name="T99" fmla="*/ 464 h 1407"/>
                  <ns1:gd name="T100" fmla="*/ 109 w 1682"/>
                  <ns1:gd name="T101" fmla="*/ 424 h 1407"/>
                  <ns1:gd name="T102" fmla="*/ 1284 w 1682"/>
                  <ns1:gd name="T103" fmla="*/ 424 h 1407"/>
                  <ns1:gd name="T104" fmla="*/ 681 w 1682"/>
                  <ns1:gd name="T105" fmla="*/ 424 h 1407"/>
                  <ns1:gd name="T106" fmla="*/ 1135 w 1682"/>
                  <ns1:gd name="T107" fmla="*/ 424 h 1407"/>
                  <ns1:gd name="T108" fmla="*/ 1001 w 1682"/>
                  <ns1:gd name="T109" fmla="*/ 505 h 1407"/>
                  <ns1:gd name="T110" fmla="*/ 522 w 1682"/>
                  <ns1:gd name="T111" fmla="*/ 505 h 1407"/>
                  <ns1:gd name="T112" fmla="*/ 681 w 1682"/>
                  <ns1:gd name="T113" fmla="*/ 424 h 1407"/>
                  <ns1:gd name="T114" fmla="*/ 1342 w 1682"/>
                  <ns1:gd name="T115" fmla="*/ 80 h 1407"/>
                  <ns1:gd name="T116" fmla="*/ 341 w 1682"/>
                  <ns1:gd name="T117" fmla="*/ 80 h 1407"/>
                  <ns1:gd name="T118" fmla="*/ 435 w 1682"/>
                  <ns1:gd name="T119" fmla="*/ 505 h 1407"/>
                  <ns1:gd name="T120" fmla="*/ 435 w 1682"/>
                  <ns1:gd name="T121" fmla="*/ 505 h 1407"/>
                  <ns1:gd name="T122" fmla="*/ 977 w 1682"/>
                  <ns1:gd name="T123" fmla="*/ 1158 h 1407"/>
                </ns1:gdLst>
                <ns1:ahLst/>
                <ns1:cxnLst>
                  <ns1:cxn ang="0">
                    <ns1:pos x="T0" y="T1"/>
                  </ns1:cxn>
                  <ns1:cxn ang="0">
                    <ns1:pos x="T2" y="T3"/>
                  </ns1:cxn>
                  <ns1:cxn ang="0">
                    <ns1:pos x="T4" y="T5"/>
                  </ns1:cxn>
                  <ns1:cxn ang="0">
                    <ns1:pos x="T6" y="T7"/>
                  </ns1:cxn>
                  <ns1:cxn ang="0">
                    <ns1:pos x="T8" y="T9"/>
                  </ns1:cxn>
                  <ns1:cxn ang="0">
                    <ns1:pos x="T10" y="T11"/>
                  </ns1:cxn>
                  <ns1:cxn ang="0">
                    <ns1:pos x="T12" y="T13"/>
                  </ns1:cxn>
                  <ns1:cxn ang="0">
                    <ns1:pos x="T14" y="T15"/>
                  </ns1:cxn>
                  <ns1:cxn ang="0">
                    <ns1:pos x="T16" y="T17"/>
                  </ns1:cxn>
                  <ns1:cxn ang="0">
                    <ns1:pos x="T18" y="T19"/>
                  </ns1:cxn>
                  <ns1:cxn ang="0">
                    <ns1:pos x="T20" y="T21"/>
                  </ns1:cxn>
                  <ns1:cxn ang="0">
                    <ns1:pos x="T22" y="T23"/>
                  </ns1:cxn>
                  <ns1:cxn ang="0">
                    <ns1:pos x="T24" y="T25"/>
                  </ns1:cxn>
                  <ns1:cxn ang="0">
                    <ns1:pos x="T26" y="T27"/>
                  </ns1:cxn>
                  <ns1:cxn ang="0">
                    <ns1:pos x="T28" y="T29"/>
                  </ns1:cxn>
                  <ns1:cxn ang="0">
                    <ns1:pos x="T30" y="T31"/>
                  </ns1:cxn>
                  <ns1:cxn ang="0">
                    <ns1:pos x="T32" y="T33"/>
                  </ns1:cxn>
                  <ns1:cxn ang="0">
                    <ns1:pos x="T34" y="T35"/>
                  </ns1:cxn>
                  <ns1:cxn ang="0">
                    <ns1:pos x="T36" y="T37"/>
                  </ns1:cxn>
                  <ns1:cxn ang="0">
                    <ns1:pos x="T38" y="T39"/>
                  </ns1:cxn>
                  <ns1:cxn ang="0">
                    <ns1:pos x="T40" y="T41"/>
                  </ns1:cxn>
                  <ns1:cxn ang="0">
                    <ns1:pos x="T42" y="T43"/>
                  </ns1:cxn>
                  <ns1:cxn ang="0">
                    <ns1:pos x="T44" y="T45"/>
                  </ns1:cxn>
                  <ns1:cxn ang="0">
                    <ns1:pos x="T46" y="T47"/>
                  </ns1:cxn>
                  <ns1:cxn ang="0">
                    <ns1:pos x="T48" y="T49"/>
                  </ns1:cxn>
                  <ns1:cxn ang="0">
                    <ns1:pos x="T50" y="T51"/>
                  </ns1:cxn>
                  <ns1:cxn ang="0">
                    <ns1:pos x="T52" y="T53"/>
                  </ns1:cxn>
                  <ns1:cxn ang="0">
                    <ns1:pos x="T54" y="T55"/>
                  </ns1:cxn>
                  <ns1:cxn ang="0">
                    <ns1:pos x="T56" y="T57"/>
                  </ns1:cxn>
                  <ns1:cxn ang="0">
                    <ns1:pos x="T58" y="T59"/>
                  </ns1:cxn>
                  <ns1:cxn ang="0">
                    <ns1:pos x="T60" y="T61"/>
                  </ns1:cxn>
                  <ns1:cxn ang="0">
                    <ns1:pos x="T62" y="T63"/>
                  </ns1:cxn>
                  <ns1:cxn ang="0">
                    <ns1:pos x="T64" y="T65"/>
                  </ns1:cxn>
                  <ns1:cxn ang="0">
                    <ns1:pos x="T66" y="T67"/>
                  </ns1:cxn>
                  <ns1:cxn ang="0">
                    <ns1:pos x="T68" y="T69"/>
                  </ns1:cxn>
                  <ns1:cxn ang="0">
                    <ns1:pos x="T70" y="T71"/>
                  </ns1:cxn>
                  <ns1:cxn ang="0">
                    <ns1:pos x="T72" y="T73"/>
                  </ns1:cxn>
                  <ns1:cxn ang="0">
                    <ns1:pos x="T74" y="T75"/>
                  </ns1:cxn>
                  <ns1:cxn ang="0">
                    <ns1:pos x="T76" y="T77"/>
                  </ns1:cxn>
                  <ns1:cxn ang="0">
                    <ns1:pos x="T78" y="T79"/>
                  </ns1:cxn>
                  <ns1:cxn ang="0">
                    <ns1:pos x="T80" y="T81"/>
                  </ns1:cxn>
                  <ns1:cxn ang="0">
                    <ns1:pos x="T82" y="T83"/>
                  </ns1:cxn>
                  <ns1:cxn ang="0">
                    <ns1:pos x="T84" y="T85"/>
                  </ns1:cxn>
                  <ns1:cxn ang="0">
                    <ns1:pos x="T86" y="T87"/>
                  </ns1:cxn>
                  <ns1:cxn ang="0">
                    <ns1:pos x="T88" y="T89"/>
                  </ns1:cxn>
                  <ns1:cxn ang="0">
                    <ns1:pos x="T90" y="T91"/>
                  </ns1:cxn>
                  <ns1:cxn ang="0">
                    <ns1:pos x="T92" y="T93"/>
                  </ns1:cxn>
                  <ns1:cxn ang="0">
                    <ns1:pos x="T94" y="T95"/>
                  </ns1:cxn>
                  <ns1:cxn ang="0">
                    <ns1:pos x="T96" y="T97"/>
                  </ns1:cxn>
                  <ns1:cxn ang="0">
                    <ns1:pos x="T98" y="T99"/>
                  </ns1:cxn>
                  <ns1:cxn ang="0">
                    <ns1:pos x="T100" y="T101"/>
                  </ns1:cxn>
                  <ns1:cxn ang="0">
                    <ns1:pos x="T102" y="T103"/>
                  </ns1:cxn>
                  <ns1:cxn ang="0">
                    <ns1:pos x="T104" y="T105"/>
                  </ns1:cxn>
                  <ns1:cxn ang="0">
                    <ns1:pos x="T106" y="T107"/>
                  </ns1:cxn>
                  <ns1:cxn ang="0">
                    <ns1:pos x="T108" y="T109"/>
                  </ns1:cxn>
                  <ns1:cxn ang="0">
                    <ns1:pos x="T110" y="T111"/>
                  </ns1:cxn>
                  <ns1:cxn ang="0">
                    <ns1:pos x="T112" y="T113"/>
                  </ns1:cxn>
                  <ns1:cxn ang="0">
                    <ns1:pos x="T114" y="T115"/>
                  </ns1:cxn>
                  <ns1:cxn ang="0">
                    <ns1:pos x="T116" y="T117"/>
                  </ns1:cxn>
                  <ns1:cxn ang="0">
                    <ns1:pos x="T118" y="T119"/>
                  </ns1:cxn>
                  <ns1:cxn ang="0">
                    <ns1:pos x="T120" y="T121"/>
                  </ns1:cxn>
                  <ns1:cxn ang="0">
                    <ns1:pos x="T122" y="T123"/>
                  </ns1:cxn>
                </ns1:cxnLst>
                <ns1:rect l="0" t="0" r="r" b="b"/>
                <ns1:pathLst>
                  <ns1:path w="1682" h="1407">
                    <ns1:moveTo>
                      <ns1:pt x="1682" y="464"/>
                    </ns1:moveTo>
                    <ns1:cubicBezTo>
                      <ns1:pt x="1682" y="464"/>
                      <ns1:pt x="1682" y="463"/>
                      <ns1:pt x="1682" y="463"/>
                    </ns1:cubicBezTo>
                    <ns1:cubicBezTo>
                      <ns1:pt x="1682" y="462"/>
                      <ns1:pt x="1682" y="462"/>
                      <ns1:pt x="1682" y="461"/>
                    </ns1:cubicBezTo>
                    <ns1:cubicBezTo>
                      <ns1:pt x="1682" y="461"/>
                      <ns1:pt x="1682" y="461"/>
                      <ns1:pt x="1682" y="460"/>
                    </ns1:cubicBezTo>
                    <ns1:cubicBezTo>
                      <ns1:pt x="1682" y="460"/>
                      <ns1:pt x="1682" y="459"/>
                      <ns1:pt x="1682" y="459"/>
                    </ns1:cubicBezTo>
                    <ns1:cubicBezTo>
                      <ns1:pt x="1682" y="458"/>
                      <ns1:pt x="1682" y="458"/>
                      <ns1:pt x="1682" y="457"/>
                    </ns1:cubicBezTo>
                    <ns1:cubicBezTo>
                      <ns1:pt x="1681" y="457"/>
                      <ns1:pt x="1681" y="457"/>
                      <ns1:pt x="1681" y="456"/>
                    </ns1:cubicBezTo>
                    <ns1:cubicBezTo>
                      <ns1:pt x="1681" y="456"/>
                      <ns1:pt x="1681" y="456"/>
                      <ns1:pt x="1681" y="455"/>
                    </ns1:cubicBezTo>
                    <ns1:cubicBezTo>
                      <ns1:pt x="1681" y="455"/>
                      <ns1:pt x="1681" y="454"/>
                      <ns1:pt x="1681" y="454"/>
                    </ns1:cubicBezTo>
                    <ns1:cubicBezTo>
                      <ns1:pt x="1681" y="453"/>
                      <ns1:pt x="1680" y="453"/>
                      <ns1:pt x="1680" y="452"/>
                    </ns1:cubicBezTo>
                    <ns1:cubicBezTo>
                      <ns1:pt x="1680" y="452"/>
                      <ns1:pt x="1680" y="452"/>
                      <ns1:pt x="1680" y="452"/>
                    </ns1:cubicBezTo>
                    <ns1:cubicBezTo>
                      <ns1:pt x="1680" y="451"/>
                      <ns1:pt x="1680" y="450"/>
                      <ns1:pt x="1679" y="450"/>
                    </ns1:cubicBezTo>
                    <ns1:cubicBezTo>
                      <ns1:pt x="1679" y="449"/>
                      <ns1:pt x="1679" y="449"/>
                      <ns1:pt x="1679" y="449"/>
                    </ns1:cubicBezTo>
                    <ns1:cubicBezTo>
                      <ns1:pt x="1679" y="448"/>
                      <ns1:pt x="1679" y="448"/>
                      <ns1:pt x="1679" y="448"/>
                    </ns1:cubicBezTo>
                    <ns1:cubicBezTo>
                      <ns1:pt x="1678" y="447"/>
                      <ns1:pt x="1678" y="447"/>
                      <ns1:pt x="1678" y="446"/>
                    </ns1:cubicBezTo>
                    <ns1:cubicBezTo>
                      <ns1:pt x="1678" y="446"/>
                      <ns1:pt x="1677" y="445"/>
                      <ns1:pt x="1677" y="445"/>
                    </ns1:cubicBezTo>
                    <ns1:cubicBezTo>
                      <ns1:pt x="1677" y="445"/>
                      <ns1:pt x="1677" y="445"/>
                      <ns1:pt x="1677" y="445"/>
                    </ns1:cubicBezTo>
                    <ns1:cubicBezTo>
                      <ns1:pt x="1437" y="20"/>
                      <ns1:pt x="1437" y="20"/>
                      <ns1:pt x="1437" y="20"/>
                    </ns1:cubicBezTo>
                    <ns1:cubicBezTo>
                      <ns1:pt x="1437" y="20"/>
                      <ns1:pt x="1437" y="20"/>
                      <ns1:pt x="1437" y="20"/>
                    </ns1:cubicBezTo>
                    <ns1:cubicBezTo>
                      <ns1:pt x="1436" y="18"/>
                      <ns1:pt x="1435" y="17"/>
                      <ns1:pt x="1434" y="16"/>
                    </ns1:cubicBezTo>
                    <ns1:cubicBezTo>
                      <ns1:pt x="1434" y="16"/>
                      <ns1:pt x="1434" y="16"/>
                      <ns1:pt x="1434" y="15"/>
                    </ns1:cubicBezTo>
                    <ns1:cubicBezTo>
                      <ns1:pt x="1433" y="14"/>
                      <ns1:pt x="1432" y="13"/>
                      <ns1:pt x="1431" y="12"/>
                    </ns1:cubicBezTo>
                    <ns1:cubicBezTo>
                      <ns1:pt x="1431" y="12"/>
                      <ns1:pt x="1431" y="12"/>
                      <ns1:pt x="1431" y="12"/>
                    </ns1:cubicBezTo>
                    <ns1:cubicBezTo>
                      <ns1:pt x="1429" y="11"/>
                      <ns1:pt x="1428" y="10"/>
                      <ns1:pt x="1427" y="9"/>
                    </ns1:cubicBezTo>
                    <ns1:cubicBezTo>
                      <ns1:pt x="1427" y="8"/>
                      <ns1:pt x="1426" y="8"/>
                      <ns1:pt x="1426" y="8"/>
                    </ns1:cubicBezTo>
                    <ns1:cubicBezTo>
                      <ns1:pt x="1425" y="7"/>
                      <ns1:pt x="1424" y="6"/>
                      <ns1:pt x="1423" y="6"/>
                    </ns1:cubicBezTo>
                    <ns1:cubicBezTo>
                      <ns1:pt x="1423" y="6"/>
                      <ns1:pt x="1422" y="5"/>
                      <ns1:pt x="1422" y="5"/>
                    </ns1:cubicBezTo>
                    <ns1:cubicBezTo>
                      <ns1:pt x="1421" y="4"/>
                      <ns1:pt x="1419" y="4"/>
                      <ns1:pt x="1418" y="3"/>
                    </ns1:cubicBezTo>
                    <ns1:cubicBezTo>
                      <ns1:pt x="1418" y="3"/>
                      <ns1:pt x="1418" y="3"/>
                      <ns1:pt x="1418" y="3"/>
                    </ns1:cubicBezTo>
                    <ns1:cubicBezTo>
                      <ns1:pt x="1418" y="3"/>
                      <ns1:pt x="1418" y="3"/>
                      <ns1:pt x="1418" y="3"/>
                    </ns1:cubicBezTo>
                    <ns1:cubicBezTo>
                      <ns1:pt x="1416" y="2"/>
                      <ns1:pt x="1415" y="2"/>
                      <ns1:pt x="1413" y="1"/>
                    </ns1:cubicBezTo>
                    <ns1:cubicBezTo>
                      <ns1:pt x="1413" y="1"/>
                      <ns1:pt x="1412" y="1"/>
                      <ns1:pt x="1412" y="1"/>
                    </ns1:cubicBezTo>
                    <ns1:cubicBezTo>
                      <ns1:pt x="1411" y="1"/>
                      <ns1:pt x="1409" y="1"/>
                      <ns1:pt x="1408" y="0"/>
                    </ns1:cubicBezTo>
                    <ns1:cubicBezTo>
                      <ns1:pt x="1408" y="0"/>
                      <ns1:pt x="1407" y="0"/>
                      <ns1:pt x="1407" y="0"/>
                    </ns1:cubicBezTo>
                    <ns1:cubicBezTo>
                      <ns1:pt x="1405" y="0"/>
                      <ns1:pt x="1404" y="0"/>
                      <ns1:pt x="1402" y="0"/>
                    </ns1:cubicBezTo>
                    <ns1:cubicBezTo>
                      <ns1:pt x="1402" y="0"/>
                      <ns1:pt x="1402" y="0"/>
                      <ns1:pt x="1402" y="0"/>
                    </ns1:cubicBezTo>
                    <ns1:cubicBezTo>
                      <ns1:pt x="1402" y="0"/>
                      <ns1:pt x="1402" y="0"/>
                      <ns1:pt x="1402" y="0"/>
                    </ns1:cubicBezTo>
                    <ns1:cubicBezTo>
                      <ns1:pt x="1402" y="0"/>
                      <ns1:pt x="1402" y="0"/>
                      <ns1:pt x="1402" y="0"/>
                    </ns1:cubicBezTo>
                    <ns1:cubicBezTo>
                      <ns1:pt x="841" y="0"/>
                      <ns1:pt x="841" y="0"/>
                      <ns1:pt x="841" y="0"/>
                    </ns1:cubicBezTo>
                    <ns1:cubicBezTo>
                      <ns1:pt x="841" y="0"/>
                      <ns1:pt x="841" y="0"/>
                      <ns1:pt x="841" y="0"/>
                    </ns1:cubicBezTo>
                    <ns1:cubicBezTo>
                      <ns1:pt x="280" y="0"/>
                      <ns1:pt x="280" y="0"/>
                      <ns1:pt x="280" y="0"/>
                    </ns1:cubicBezTo>
                    <ns1:cubicBezTo>
                      <ns1:pt x="279" y="0"/>
                      <ns1:pt x="277" y="0"/>
                      <ns1:pt x="275" y="0"/>
                    </ns1:cubicBezTo>
                    <ns1:cubicBezTo>
                      <ns1:pt x="275" y="0"/>
                      <ns1:pt x="275" y="0"/>
                      <ns1:pt x="274" y="0"/>
                    </ns1:cubicBezTo>
                    <ns1:cubicBezTo>
                      <ns1:pt x="273" y="1"/>
                      <ns1:pt x="272" y="1"/>
                      <ns1:pt x="271" y="1"/>
                    </ns1:cubicBezTo>
                    <ns1:cubicBezTo>
                      <ns1:pt x="270" y="1"/>
                      <ns1:pt x="270" y="1"/>
                      <ns1:pt x="269" y="1"/>
                    </ns1:cubicBezTo>
                    <ns1:cubicBezTo>
                      <ns1:pt x="268" y="2"/>
                      <ns1:pt x="267" y="2"/>
                      <ns1:pt x="265" y="3"/>
                    </ns1:cubicBezTo>
                    <ns1:cubicBezTo>
                      <ns1:pt x="265" y="3"/>
                      <ns1:pt x="265" y="3"/>
                      <ns1:pt x="265" y="3"/>
                    </ns1:cubicBezTo>
                    <ns1:cubicBezTo>
                      <ns1:pt x="265" y="3"/>
                      <ns1:pt x="265" y="3"/>
                      <ns1:pt x="265" y="3"/>
                    </ns1:cubicBezTo>
                    <ns1:cubicBezTo>
                      <ns1:pt x="263" y="4"/>
                      <ns1:pt x="262" y="4"/>
                      <ns1:pt x="260" y="5"/>
                    </ns1:cubicBezTo>
                    <ns1:cubicBezTo>
                      <ns1:pt x="260" y="5"/>
                      <ns1:pt x="260" y="6"/>
                      <ns1:pt x="259" y="6"/>
                    </ns1:cubicBezTo>
                    <ns1:cubicBezTo>
                      <ns1:pt x="258" y="6"/>
                      <ns1:pt x="257" y="7"/>
                      <ns1:pt x="256" y="8"/>
                    </ns1:cubicBezTo>
                    <ns1:cubicBezTo>
                      <ns1:pt x="256" y="8"/>
                      <ns1:pt x="256" y="8"/>
                      <ns1:pt x="255" y="9"/>
                    </ns1:cubicBezTo>
                    <ns1:cubicBezTo>
                      <ns1:pt x="254" y="10"/>
                      <ns1:pt x="253" y="10"/>
                      <ns1:pt x="252" y="11"/>
                    </ns1:cubicBezTo>
                    <ns1:cubicBezTo>
                      <ns1:pt x="252" y="12"/>
                      <ns1:pt x="252" y="12"/>
                      <ns1:pt x="252" y="12"/>
                    </ns1:cubicBezTo>
                    <ns1:cubicBezTo>
                      <ns1:pt x="251" y="13"/>
                      <ns1:pt x="249" y="14"/>
                      <ns1:pt x="249" y="16"/>
                    </ns1:cubicBezTo>
                    <ns1:cubicBezTo>
                      <ns1:pt x="248" y="16"/>
                      <ns1:pt x="248" y="16"/>
                      <ns1:pt x="248" y="16"/>
                    </ns1:cubicBezTo>
                    <ns1:cubicBezTo>
                      <ns1:pt x="247" y="17"/>
                      <ns1:pt x="246" y="18"/>
                      <ns1:pt x="246" y="20"/>
                    </ns1:cubicBezTo>
                    <ns1:cubicBezTo>
                      <ns1:pt x="246" y="20"/>
                      <ns1:pt x="245" y="20"/>
                      <ns1:pt x="245" y="20"/>
                    </ns1:cubicBezTo>
                    <ns1:cubicBezTo>
                      <ns1:pt x="6" y="444"/>
                      <ns1:pt x="6" y="444"/>
                      <ns1:pt x="6" y="444"/>
                    </ns1:cubicBezTo>
                    <ns1:cubicBezTo>
                      <ns1:pt x="6" y="444"/>
                      <ns1:pt x="6" y="444"/>
                      <ns1:pt x="6" y="444"/>
                    </ns1:cubicBezTo>
                    <ns1:cubicBezTo>
                      <ns1:pt x="5" y="445"/>
                      <ns1:pt x="5" y="445"/>
                      <ns1:pt x="5" y="445"/>
                    </ns1:cubicBezTo>
                    <ns1:cubicBezTo>
                      <ns1:pt x="5" y="445"/>
                      <ns1:pt x="5" y="445"/>
                      <ns1:pt x="5" y="445"/>
                    </ns1:cubicBezTo>
                    <ns1:cubicBezTo>
                      <ns1:pt x="5" y="445"/>
                      <ns1:pt x="4" y="446"/>
                      <ns1:pt x="4" y="446"/>
                    </ns1:cubicBezTo>
                    <ns1:cubicBezTo>
                      <ns1:pt x="4" y="447"/>
                      <ns1:pt x="4" y="448"/>
                      <ns1:pt x="3" y="448"/>
                    </ns1:cubicBezTo>
                    <ns1:cubicBezTo>
                      <ns1:pt x="3" y="448"/>
                      <ns1:pt x="3" y="448"/>
                      <ns1:pt x="3" y="449"/>
                    </ns1:cubicBezTo>
                    <ns1:cubicBezTo>
                      <ns1:pt x="3" y="449"/>
                      <ns1:pt x="3" y="450"/>
                      <ns1:pt x="3" y="450"/>
                    </ns1:cubicBezTo>
                    <ns1:cubicBezTo>
                      <ns1:pt x="2" y="451"/>
                      <ns1:pt x="2" y="451"/>
                      <ns1:pt x="2" y="452"/>
                    </ns1:cubicBezTo>
                    <ns1:cubicBezTo>
                      <ns1:pt x="2" y="452"/>
                      <ns1:pt x="2" y="452"/>
                      <ns1:pt x="2" y="452"/>
                    </ns1:cubicBezTo>
                    <ns1:cubicBezTo>
                      <ns1:pt x="2" y="453"/>
                      <ns1:pt x="1" y="453"/>
                      <ns1:pt x="1" y="454"/>
                    </ns1:cubicBezTo>
                    <ns1:cubicBezTo>
                      <ns1:pt x="1" y="454"/>
                      <ns1:pt x="1" y="455"/>
                      <ns1:pt x="1" y="455"/>
                    </ns1:cubicBezTo>
                    <ns1:cubicBezTo>
                      <ns1:pt x="1" y="456"/>
                      <ns1:pt x="1" y="456"/>
                      <ns1:pt x="1" y="456"/>
                    </ns1:cubicBezTo>
                    <ns1:cubicBezTo>
                      <ns1:pt x="1" y="457"/>
                      <ns1:pt x="1" y="457"/>
                      <ns1:pt x="0" y="458"/>
                    </ns1:cubicBezTo>
                    <ns1:cubicBezTo>
                      <ns1:pt x="0" y="458"/>
                      <ns1:pt x="0" y="459"/>
                      <ns1:pt x="0" y="459"/>
                    </ns1:cubicBezTo>
                    <ns1:cubicBezTo>
                      <ns1:pt x="0" y="459"/>
                      <ns1:pt x="0" y="460"/>
                      <ns1:pt x="0" y="460"/>
                    </ns1:cubicBezTo>
                    <ns1:cubicBezTo>
                      <ns1:pt x="0" y="461"/>
                      <ns1:pt x="0" y="461"/>
                      <ns1:pt x="0" y="461"/>
                    </ns1:cubicBezTo>
                    <ns1:cubicBezTo>
                      <ns1:pt x="0" y="462"/>
                      <ns1:pt x="0" y="462"/>
                      <ns1:pt x="0" y="463"/>
                    </ns1:cubicBezTo>
                    <ns1:cubicBezTo>
                      <ns1:pt x="0" y="463"/>
                      <ns1:pt x="0" y="464"/>
                      <ns1:pt x="0" y="464"/>
                    </ns1:cubicBezTo>
                    <ns1:cubicBezTo>
                      <ns1:pt x="0" y="464"/>
                      <ns1:pt x="0" y="464"/>
                      <ns1:pt x="0" y="465"/>
                    </ns1:cubicBezTo>
                    <ns1:cubicBezTo>
                      <ns1:pt x="0" y="465"/>
                      <ns1:pt x="0" y="465"/>
                      <ns1:pt x="0" y="465"/>
                    </ns1:cubicBezTo>
                    <ns1:cubicBezTo>
                      <ns1:pt x="0" y="466"/>
                      <ns1:pt x="0" y="466"/>
                      <ns1:pt x="0" y="467"/>
                    </ns1:cubicBezTo>
                    <ns1:cubicBezTo>
                      <ns1:pt x="0" y="467"/>
                      <ns1:pt x="0" y="468"/>
                      <ns1:pt x="0" y="468"/>
                    </ns1:cubicBezTo>
                    <ns1:cubicBezTo>
                      <ns1:pt x="0" y="469"/>
                      <ns1:pt x="0" y="469"/>
                      <ns1:pt x="0" y="469"/>
                    </ns1:cubicBezTo>
                    <ns1:cubicBezTo>
                      <ns1:pt x="0" y="470"/>
                      <ns1:pt x="0" y="470"/>
                      <ns1:pt x="0" y="471"/>
                    </ns1:cubicBezTo>
                    <ns1:cubicBezTo>
                      <ns1:pt x="0" y="471"/>
                      <ns1:pt x="0" y="472"/>
                      <ns1:pt x="1" y="472"/>
                    </ns1:cubicBezTo>
                    <ns1:cubicBezTo>
                      <ns1:pt x="1" y="472"/>
                      <ns1:pt x="1" y="473"/>
                      <ns1:pt x="1" y="473"/>
                    </ns1:cubicBezTo>
                    <ns1:cubicBezTo>
                      <ns1:pt x="1" y="474"/>
                      <ns1:pt x="1" y="474"/>
                      <ns1:pt x="1" y="475"/>
                    </ns1:cubicBezTo>
                    <ns1:cubicBezTo>
                      <ns1:pt x="1" y="475"/>
                      <ns1:pt x="1" y="475"/>
                      <ns1:pt x="1" y="476"/>
                    </ns1:cubicBezTo>
                    <ns1:cubicBezTo>
                      <ns1:pt x="2" y="476"/>
                      <ns1:pt x="2" y="477"/>
                      <ns1:pt x="2" y="477"/>
                    </ns1:cubicBezTo>
                    <ns1:cubicBezTo>
                      <ns1:pt x="2" y="477"/>
                      <ns1:pt x="2" y="478"/>
                      <ns1:pt x="2" y="478"/>
                    </ns1:cubicBezTo>
                    <ns1:cubicBezTo>
                      <ns1:pt x="2" y="479"/>
                      <ns1:pt x="3" y="479"/>
                      <ns1:pt x="3" y="479"/>
                    </ns1:cubicBezTo>
                    <ns1:cubicBezTo>
                      <ns1:pt x="3" y="480"/>
                      <ns1:pt x="3" y="480"/>
                      <ns1:pt x="3" y="481"/>
                    </ns1:cubicBezTo>
                    <ns1:cubicBezTo>
                      <ns1:pt x="3" y="481"/>
                      <ns1:pt x="4" y="481"/>
                      <ns1:pt x="4" y="482"/>
                    </ns1:cubicBezTo>
                    <ns1:cubicBezTo>
                      <ns1:pt x="4" y="482"/>
                      <ns1:pt x="4" y="483"/>
                      <ns1:pt x="4" y="483"/>
                    </ns1:cubicBezTo>
                    <ns1:cubicBezTo>
                      <ns1:pt x="5" y="483"/>
                      <ns1:pt x="5" y="484"/>
                      <ns1:pt x="5" y="484"/>
                    </ns1:cubicBezTo>
                    <ns1:cubicBezTo>
                      <ns1:pt x="5" y="484"/>
                      <ns1:pt x="5" y="485"/>
                      <ns1:pt x="6" y="485"/>
                    </ns1:cubicBezTo>
                    <ns1:cubicBezTo>
                      <ns1:pt x="6" y="486"/>
                      <ns1:pt x="6" y="486"/>
                      <ns1:pt x="6" y="486"/>
                    </ns1:cubicBezTo>
                    <ns1:cubicBezTo>
                      <ns1:pt x="7" y="487"/>
                      <ns1:pt x="7" y="487"/>
                      <ns1:pt x="7" y="487"/>
                    </ns1:cubicBezTo>
                    <ns1:cubicBezTo>
                      <ns1:pt x="7" y="488"/>
                      <ns1:pt x="8" y="488"/>
                      <ns1:pt x="8" y="488"/>
                    </ns1:cubicBezTo>
                    <ns1:cubicBezTo>
                      <ns1:pt x="8" y="489"/>
                      <ns1:pt x="8" y="489"/>
                      <ns1:pt x="9" y="490"/>
                    </ns1:cubicBezTo>
                    <ns1:cubicBezTo>
                      <ns1:pt x="9" y="490"/>
                      <ns1:pt x="9" y="490"/>
                      <ns1:pt x="10" y="491"/>
                    </ns1:cubicBezTo>
                    <ns1:cubicBezTo>
                      <ns1:pt x="10" y="491"/>
                      <ns1:pt x="10" y="491"/>
                      <ns1:pt x="10" y="491"/>
                    </ns1:cubicBezTo>
                    <ns1:cubicBezTo>
                      <ns1:pt x="816" y="1394"/>
                      <ns1:pt x="816" y="1394"/>
                      <ns1:pt x="816" y="1394"/>
                    </ns1:cubicBezTo>
                    <ns1:cubicBezTo>
                      <ns1:pt x="817" y="1395"/>
                      <ns1:pt x="818" y="1396"/>
                      <ns1:pt x="819" y="1397"/>
                    </ns1:cubicBezTo>
                    <ns1:cubicBezTo>
                      <ns1:pt x="819" y="1397"/>
                      <ns1:pt x="820" y="1397"/>
                      <ns1:pt x="820" y="1397"/>
                    </ns1:cubicBezTo>
                    <ns1:cubicBezTo>
                      <ns1:pt x="821" y="1398"/>
                      <ns1:pt x="822" y="1399"/>
                      <ns1:pt x="823" y="1400"/>
                    </ns1:cubicBezTo>
                    <ns1:cubicBezTo>
                      <ns1:pt x="824" y="1400"/>
                      <ns1:pt x="824" y="1401"/>
                      <ns1:pt x="825" y="1401"/>
                    </ns1:cubicBezTo>
                    <ns1:cubicBezTo>
                      <ns1:pt x="826" y="1402"/>
                      <ns1:pt x="827" y="1402"/>
                      <ns1:pt x="828" y="1403"/>
                    </ns1:cubicBezTo>
                    <ns1:cubicBezTo>
                      <ns1:pt x="829" y="1403"/>
                      <ns1:pt x="829" y="1403"/>
                      <ns1:pt x="829" y="1403"/>
                    </ns1:cubicBezTo>
                    <ns1:cubicBezTo>
                      <ns1:pt x="831" y="1404"/>
                      <ns1:pt x="832" y="1405"/>
                      <ns1:pt x="834" y="1405"/>
                    </ns1:cubicBezTo>
                    <ns1:cubicBezTo>
                      <ns1:pt x="834" y="1405"/>
                      <ns1:pt x="835" y="1405"/>
                      <ns1:pt x="835" y="1405"/>
                    </ns1:cubicBezTo>
                    <ns1:cubicBezTo>
                      <ns1:pt x="837" y="1406"/>
                      <ns1:pt x="838" y="1406"/>
                      <ns1:pt x="839" y="1406"/>
                    </ns1:cubicBezTo>
                    <ns1:cubicBezTo>
                      <ns1:pt x="840" y="1406"/>
                      <ns1:pt x="840" y="1407"/>
                      <ns1:pt x="841" y="1407"/>
                    </ns1:cubicBezTo>
                    <ns1:cubicBezTo>
                      <ns1:pt x="842" y="1407"/>
                      <ns1:pt x="844" y="1407"/>
                      <ns1:pt x="846" y="1407"/>
                    </ns1:cubicBezTo>
                    <ns1:cubicBezTo>
                      <ns1:pt x="846" y="1407"/>
                      <ns1:pt x="846" y="1407"/>
                      <ns1:pt x="846" y="1407"/>
                    </ns1:cubicBezTo>
                    <ns1:cubicBezTo>
                      <ns1:pt x="848" y="1407"/>
                      <ns1:pt x="850" y="1407"/>
                      <ns1:pt x="851" y="1407"/>
                    </ns1:cubicBezTo>
                    <ns1:cubicBezTo>
                      <ns1:pt x="852" y="1407"/>
                      <ns1:pt x="852" y="1406"/>
                      <ns1:pt x="853" y="1406"/>
                    </ns1:cubicBezTo>
                    <ns1:cubicBezTo>
                      <ns1:pt x="854" y="1406"/>
                      <ns1:pt x="856" y="1406"/>
                      <ns1:pt x="857" y="1405"/>
                    </ns1:cubicBezTo>
                    <ns1:cubicBezTo>
                      <ns1:pt x="857" y="1405"/>
                      <ns1:pt x="858" y="1405"/>
                      <ns1:pt x="858" y="1405"/>
                    </ns1:cubicBezTo>
                    <ns1:cubicBezTo>
                      <ns1:pt x="860" y="1405"/>
                      <ns1:pt x="861" y="1404"/>
                      <ns1:pt x="863" y="1403"/>
                    </ns1:cubicBezTo>
                    <ns1:cubicBezTo>
                      <ns1:pt x="863" y="1403"/>
                      <ns1:pt x="864" y="1403"/>
                      <ns1:pt x="864" y="1403"/>
                    </ns1:cubicBezTo>
                    <ns1:cubicBezTo>
                      <ns1:pt x="865" y="1402"/>
                      <ns1:pt x="866" y="1401"/>
                      <ns1:pt x="868" y="1401"/>
                    </ns1:cubicBezTo>
                    <ns1:cubicBezTo>
                      <ns1:pt x="868" y="1400"/>
                      <ns1:pt x="868" y="1400"/>
                      <ns1:pt x="869" y="1400"/>
                    </ns1:cubicBezTo>
                    <ns1:cubicBezTo>
                      <ns1:pt x="870" y="1399"/>
                      <ns1:pt x="871" y="1398"/>
                      <ns1:pt x="872" y="1397"/>
                    </ns1:cubicBezTo>
                    <ns1:cubicBezTo>
                      <ns1:pt x="873" y="1397"/>
                      <ns1:pt x="873" y="1397"/>
                      <ns1:pt x="873" y="1397"/>
                    </ns1:cubicBezTo>
                    <ns1:cubicBezTo>
                      <ns1:pt x="874" y="1396"/>
                      <ns1:pt x="875" y="1395"/>
                      <ns1:pt x="876" y="1393"/>
                    </ns1:cubicBezTo>
                    <ns1:cubicBezTo>
                      <ns1:pt x="1672" y="491"/>
                      <ns1:pt x="1672" y="491"/>
                      <ns1:pt x="1672" y="491"/>
                    </ns1:cubicBezTo>
                    <ns1:cubicBezTo>
                      <ns1:pt x="1672" y="491"/>
                      <ns1:pt x="1672" y="491"/>
                      <ns1:pt x="1673" y="491"/>
                    </ns1:cubicBezTo>
                    <ns1:cubicBezTo>
                      <ns1:pt x="1673" y="490"/>
                      <ns1:pt x="1673" y="490"/>
                      <ns1:pt x="1673" y="490"/>
                    </ns1:cubicBezTo>
                    <ns1:cubicBezTo>
                      <ns1:pt x="1674" y="489"/>
                      <ns1:pt x="1674" y="489"/>
                      <ns1:pt x="1674" y="488"/>
                    </ns1:cubicBezTo>
                    <ns1:cubicBezTo>
                      <ns1:pt x="1675" y="488"/>
                      <ns1:pt x="1675" y="488"/>
                      <ns1:pt x="1675" y="487"/>
                    </ns1:cubicBezTo>
                    <ns1:cubicBezTo>
                      <ns1:pt x="1675" y="487"/>
                      <ns1:pt x="1675" y="487"/>
                      <ns1:pt x="1676" y="486"/>
                    </ns1:cubicBezTo>
                    <ns1:cubicBezTo>
                      <ns1:pt x="1676" y="486"/>
                      <ns1:pt x="1676" y="486"/>
                      <ns1:pt x="1676" y="485"/>
                    </ns1:cubicBezTo>
                    <ns1:cubicBezTo>
                      <ns1:pt x="1677" y="485"/>
                      <ns1:pt x="1677" y="484"/>
                      <ns1:pt x="1677" y="484"/>
                    </ns1:cubicBezTo>
                    <ns1:cubicBezTo>
                      <ns1:pt x="1677" y="484"/>
                      <ns1:pt x="1677" y="483"/>
                      <ns1:pt x="1678" y="483"/>
                    </ns1:cubicBezTo>
                    <ns1:cubicBezTo>
                      <ns1:pt x="1678" y="483"/>
                      <ns1:pt x="1678" y="482"/>
                      <ns1:pt x="1678" y="482"/>
                    </ns1:cubicBezTo>
                    <ns1:cubicBezTo>
                      <ns1:pt x="1678" y="481"/>
                      <ns1:pt x="1679" y="481"/>
                      <ns1:pt x="1679" y="481"/>
                    </ns1:cubicBezTo>
                    <ns1:cubicBezTo>
                      <ns1:pt x="1679" y="480"/>
                      <ns1:pt x="1679" y="480"/>
                      <ns1:pt x="1679" y="479"/>
                    </ns1:cubicBezTo>
                    <ns1:cubicBezTo>
                      <ns1:pt x="1679" y="479"/>
                      <ns1:pt x="1680" y="479"/>
                      <ns1:pt x="1680" y="478"/>
                    </ns1:cubicBezTo>
                    <ns1:cubicBezTo>
                      <ns1:pt x="1680" y="478"/>
                      <ns1:pt x="1680" y="477"/>
                      <ns1:pt x="1680" y="477"/>
                    </ns1:cubicBezTo>
                    <ns1:cubicBezTo>
                      <ns1:pt x="1680" y="476"/>
                      <ns1:pt x="1680" y="476"/>
                      <ns1:pt x="1681" y="476"/>
                    </ns1:cubicBezTo>
                    <ns1:cubicBezTo>
                      <ns1:pt x="1681" y="475"/>
                      <ns1:pt x="1681" y="475"/>
                      <ns1:pt x="1681" y="475"/>
                    </ns1:cubicBezTo>
                    <ns1:cubicBezTo>
                      <ns1:pt x="1681" y="474"/>
                      <ns1:pt x="1681" y="474"/>
                      <ns1:pt x="1681" y="473"/>
                    </ns1:cubicBezTo>
                    <ns1:cubicBezTo>
                      <ns1:pt x="1681" y="473"/>
                      <ns1:pt x="1681" y="472"/>
                      <ns1:pt x="1681" y="472"/>
                    </ns1:cubicBezTo>
                    <ns1:cubicBezTo>
                      <ns1:pt x="1682" y="472"/>
                      <ns1:pt x="1682" y="471"/>
                      <ns1:pt x="1682" y="471"/>
                    </ns1:cubicBezTo>
                    <ns1:cubicBezTo>
                      <ns1:pt x="1682" y="470"/>
                      <ns1:pt x="1682" y="470"/>
                      <ns1:pt x="1682" y="469"/>
                    </ns1:cubicBezTo>
                    <ns1:cubicBezTo>
                      <ns1:pt x="1682" y="469"/>
                      <ns1:pt x="1682" y="469"/>
                      <ns1:pt x="1682" y="468"/>
                    </ns1:cubicBezTo>
                    <ns1:cubicBezTo>
                      <ns1:pt x="1682" y="468"/>
                      <ns1:pt x="1682" y="467"/>
                      <ns1:pt x="1682" y="467"/>
                    </ns1:cubicBezTo>
                    <ns1:cubicBezTo>
                      <ns1:pt x="1682" y="466"/>
                      <ns1:pt x="1682" y="466"/>
                      <ns1:pt x="1682" y="465"/>
                    </ns1:cubicBezTo>
                    <ns1:cubicBezTo>
                      <ns1:pt x="1682" y="465"/>
                      <ns1:pt x="1682" y="465"/>
                      <ns1:pt x="1682" y="465"/>
                    </ns1:cubicBezTo>
                    <ns1:cubicBezTo>
                      <ns1:pt x="1682" y="464"/>
                      <ns1:pt x="1682" y="464"/>
                      <ns1:pt x="1682" y="464"/>
                    </ns1:cubicBezTo>
                    <ns1:close/>
                    <ns1:moveTo>
                      <ns1:pt x="275" y="130"/>
                    </ns1:moveTo>
                    <ns1:cubicBezTo>
                      <ns1:pt x="401" y="424"/>
                      <ns1:pt x="401" y="424"/>
                      <ns1:pt x="401" y="424"/>
                    </ns1:cubicBezTo>
                    <ns1:cubicBezTo>
                      <ns1:pt x="109" y="424"/>
                      <ns1:pt x="109" y="424"/>
                      <ns1:pt x="109" y="424"/>
                    </ns1:cubicBezTo>
                    <ns1:lnTo>
                      <ns1:pt x="275" y="130"/>
                    </ns1:lnTo>
                    <ns1:close/>
                    <ns1:moveTo>
                      <ns1:pt x="1573" y="424"/>
                    </ns1:moveTo>
                    <ns1:cubicBezTo>
                      <ns1:pt x="1284" y="424"/>
                      <ns1:pt x="1284" y="424"/>
                      <ns1:pt x="1284" y="424"/>
                    </ns1:cubicBezTo>
                    <ns1:cubicBezTo>
                      <ns1:pt x="1407" y="131"/>
                      <ns1:pt x="1407" y="131"/>
                      <ns1:pt x="1407" y="131"/>
                    </ns1:cubicBezTo>
                    <ns1:lnTo>
                      <ns1:pt x="1573" y="424"/>
                    </ns1:lnTo>
                    <ns1:close/>
                    <ns1:moveTo>
                      <ns1:pt x="681" y="424"/>
                    </ns1:moveTo>
                    <ns1:cubicBezTo>
                      <ns1:pt x="550" y="424"/>
                      <ns1:pt x="550" y="424"/>
                      <ns1:pt x="550" y="424"/>
                    </ns1:cubicBezTo>
                    <ns1:cubicBezTo>
                      <ns1:pt x="841" y="100"/>
                      <ns1:pt x="841" y="100"/>
                      <ns1:pt x="841" y="100"/>
                    </ns1:cubicBezTo>
                    <ns1:cubicBezTo>
                      <ns1:pt x="1135" y="424"/>
                      <ns1:pt x="1135" y="424"/>
                      <ns1:pt x="1135" y="424"/>
                    </ns1:cubicBezTo>
                    <ns1:cubicBezTo>
                      <ns1:pt x="1001" y="424"/>
                      <ns1:pt x="1001" y="424"/>
                      <ns1:pt x="1001" y="424"/>
                    </ns1:cubicBezTo>
                    <ns1:cubicBezTo>
                      <ns1:pt x="979" y="424"/>
                      <ns1:pt x="961" y="442"/>
                      <ns1:pt x="961" y="465"/>
                    </ns1:cubicBezTo>
                    <ns1:cubicBezTo>
                      <ns1:pt x="961" y="487"/>
                      <ns1:pt x="979" y="505"/>
                      <ns1:pt x="1001" y="505"/>
                    </ns1:cubicBezTo>
                    <ns1:cubicBezTo>
                      <ns1:pt x="1164" y="505"/>
                      <ns1:pt x="1164" y="505"/>
                      <ns1:pt x="1164" y="505"/>
                    </ns1:cubicBezTo>
                    <ns1:cubicBezTo>
                      <ns1:pt x="846" y="1264"/>
                      <ns1:pt x="846" y="1264"/>
                      <ns1:pt x="846" y="1264"/>
                    </ns1:cubicBezTo>
                    <ns1:cubicBezTo>
                      <ns1:pt x="522" y="505"/>
                      <ns1:pt x="522" y="505"/>
                      <ns1:pt x="522" y="505"/>
                    </ns1:cubicBezTo>
                    <ns1:cubicBezTo>
                      <ns1:pt x="681" y="505"/>
                      <ns1:pt x="681" y="505"/>
                      <ns1:pt x="681" y="505"/>
                    </ns1:cubicBezTo>
                    <ns1:cubicBezTo>
                      <ns1:pt x="703" y="505"/>
                      <ns1:pt x="721" y="487"/>
                      <ns1:pt x="721" y="465"/>
                    </ns1:cubicBezTo>
                    <ns1:cubicBezTo>
                      <ns1:pt x="721" y="442"/>
                      <ns1:pt x="703" y="424"/>
                      <ns1:pt x="681" y="424"/>
                    </ns1:cubicBezTo>
                    <ns1:close/>
                    <ns1:moveTo>
                      <ns1:pt x="1212" y="390"/>
                    </ns1:moveTo>
                    <ns1:cubicBezTo>
                      <ns1:pt x="931" y="80"/>
                      <ns1:pt x="931" y="80"/>
                      <ns1:pt x="931" y="80"/>
                    </ns1:cubicBezTo>
                    <ns1:cubicBezTo>
                      <ns1:pt x="1342" y="80"/>
                      <ns1:pt x="1342" y="80"/>
                      <ns1:pt x="1342" y="80"/>
                    </ns1:cubicBezTo>
                    <ns1:lnTo>
                      <ns1:pt x="1212" y="390"/>
                    </ns1:lnTo>
                    <ns1:close/>
                    <ns1:moveTo>
                      <ns1:pt x="473" y="390"/>
                    </ns1:moveTo>
                    <ns1:cubicBezTo>
                      <ns1:pt x="341" y="80"/>
                      <ns1:pt x="341" y="80"/>
                      <ns1:pt x="341" y="80"/>
                    </ns1:cubicBezTo>
                    <ns1:cubicBezTo>
                      <ns1:pt x="751" y="80"/>
                      <ns1:pt x="751" y="80"/>
                      <ns1:pt x="751" y="80"/>
                    </ns1:cubicBezTo>
                    <ns1:lnTo>
                      <ns1:pt x="473" y="390"/>
                    </ns1:lnTo>
                    <ns1:close/>
                    <ns1:moveTo>
                      <ns1:pt x="435" y="505"/>
                    </ns1:moveTo>
                    <ns1:cubicBezTo>
                      <ns1:pt x="714" y="1159"/>
                      <ns1:pt x="714" y="1159"/>
                      <ns1:pt x="714" y="1159"/>
                    </ns1:cubicBezTo>
                    <ns1:cubicBezTo>
                      <ns1:pt x="129" y="505"/>
                      <ns1:pt x="129" y="505"/>
                      <ns1:pt x="129" y="505"/>
                    </ns1:cubicBezTo>
                    <ns1:lnTo>
                      <ns1:pt x="435" y="505"/>
                    </ns1:lnTo>
                    <ns1:close/>
                    <ns1:moveTo>
                      <ns1:pt x="1251" y="505"/>
                    </ns1:moveTo>
                    <ns1:cubicBezTo>
                      <ns1:pt x="1553" y="505"/>
                      <ns1:pt x="1553" y="505"/>
                      <ns1:pt x="1553" y="505"/>
                    </ns1:cubicBezTo>
                    <ns1:cubicBezTo>
                      <ns1:pt x="977" y="1158"/>
                      <ns1:pt x="977" y="1158"/>
                      <ns1:pt x="977" y="1158"/>
                    </ns1:cubicBezTo>
                    <ns1:lnTo>
                      <ns1:pt x="1251" y="505"/>
                    </ns1:lnTo>
                    <ns1:close/>
                  </ns1:path>
                </ns1:pathLst>
              </ns1:custGeom>
              <ns1:grpFill/>
              <ns1:ln>
                <ns1:noFill/>
              </ns1:ln>
              <ns1:extLst>
                <ns1:ext uri="{91240B29-F687-4F45-9708-019B960494DF}">
                  <ns3:hiddenLine w="9525">
                    <ns1:solidFill>
                      <ns1:srgbClr val="000000"/>
                    </ns1:solidFill>
                    <ns1:round/>
                    <ns1:headEnd/>
                    <ns1:tailEnd/>
                  </ns3:hiddenLine>
                </ns1:ext>
              </ns1:extLst>
            </ns0:spPr>
            <ns0:txBody>
              <ns1:bodyPr vert="horz" wrap="square" lIns="91440" tIns="45720" rIns="91440" bIns="45720" numCol="1" anchor="t" anchorCtr="0" compatLnSpc="1">
                <ns1:prstTxWarp prst="textNoShape">
                  <ns1:avLst/>
                </ns1:prstTxWarp>
              </ns1:bodyPr>
              <ns1:lstStyle/>
              <ns1:p>
                <ns1:endParaRPr lang="en-US"/>
              </ns1:p>
            </ns0:txBody>
          </ns0:sp>
        </ns0:grpSp>
      </ns0:grpSp>
      <ns0:sp>
        <ns0:nvSpPr>
          <ns0:cNvPr id="83" name="TextBox 82">
            <ns1:extLst>
              <ns1:ext uri="{FF2B5EF4-FFF2-40B4-BE49-F238E27FC236}">
                <ns2:creationId id="{A92CB07F-8453-47E9-A363-A8280ADEE1AB}"/>
              </ns1:ext>
            </ns1:extLst>
          </ns0:cNvPr>
          <ns0:cNvSpPr txBox="1"/>
          <ns0:nvPr/>
        </ns0:nvSpPr>
        <ns0:spPr>
          <ns1:xfrm flipH="1">
            <ns1:off x="2660019" y="5177047"/>
            <ns1:ext cx="2911106" cy="820674"/>
          </ns1:xfrm>
          <ns1:prstGeom prst="rect">
            <ns1:avLst/>
          </ns1:prstGeom>
          <ns1:noFill/>
        </ns0:spPr>
        <ns0:txBody>
          <ns1:bodyPr wrap="square" rtlCol="0">
            <ns1:spAutoFit/>
          </ns1:bodyPr>
          <ns1:lstStyle/>
          <ns1:p>
            <ns1:pPr algn="ctr">
              <ns1:lnSpc>
                <ns1:spcPct val="150000"/>
              </ns1:lnSpc>
            </ns1:pPr>
            <ns1:r>
              <ns1:rPr lang="en-US" sz="1100">
                <ns1:solidFill>
                  <ns1:schemeClr val="bg1">
                    <ns1:lumMod val="50000"/>
                  </ns1:schemeClr>
                </ns1:solidFill>
                <ns1:latin typeface="Lato" panose="020F0502020204030203" pitchFamily="34" charset="0"/>
                <ns1:ea typeface="Lato" panose="020F0502020204030203" pitchFamily="34" charset="0"/>
                <ns1:cs typeface="Lato" panose="020F0502020204030203" pitchFamily="34" charset="0"/>
              </ns1:rPr>
              <ns1:t>{SlideSupportingContent}</ns1:t>
            </ns1:r>
          </ns1:p>
        </ns0:txBody>
      </ns0:sp>
      <ns0:sp>
        <ns0:nvSpPr>
          <ns0:cNvPr id="84" name="TextBox 83">
            <ns1:extLst>
              <ns1:ext uri="{FF2B5EF4-FFF2-40B4-BE49-F238E27FC236}">
                <ns2:creationId id="{B750000B-A5EA-4610-A24C-0251C48E02DD}"/>
              </ns1:ext>
            </ns1:extLst>
          </ns0:cNvPr>
          <ns0:cNvSpPr txBox="1"/>
          <ns0:nvPr/>
        </ns0:nvSpPr>
        <ns0:spPr>
          <ns1:xfrm flipH="1">
            <ns1:off x="2657032" y="4851856"/>
            <ns1:ext cx="2914092" cy="332848"/>
          </ns1:xfrm>
          <ns1:prstGeom prst="rect">
            <ns1:avLst/>
          </ns1:prstGeom>
          <ns1:noFill/>
        </ns0:spPr>
        <ns0:txBody>
          <ns1:bodyPr wrap="square" rtlCol="0">
            <ns1:spAutoFit/>
          </ns1:bodyPr>
          <ns1:lstStyle/>
          <ns1:p>
            <ns1:pPr algn="ctr">
              <ns1:lnSpc>
                <ns1:spcPct val="150000"/>
              </ns1:lnSpc>
            </ns1:pPr>
            <ns1:r>
              <ns1:rPr lang="en-US" sz="1200" b="1">
                <ns1:solidFill>
                  <ns1:schemeClr val="tx1">
                    <ns1:lumMod val="75000"/>
                    <ns1:lumOff val="25000"/>
                  </ns1:schemeClr>
                </ns1:solidFill>
                <ns1:latin typeface="Lato" panose="020F0502020204030203" pitchFamily="34" charset="0"/>
                <ns1:ea typeface="Lato" panose="020F0502020204030203" pitchFamily="34" charset="0"/>
                <ns1:cs typeface="Lato" panose="020F0502020204030203" pitchFamily="34" charset="0"/>
              </ns1:rPr>
              <ns1:t>{SlideCallout}</ns1:t>
            </ns1:r>
          </ns1:p>
        </ns0:txBody>
      </ns0:sp>
      <ns0:sp>
        <ns0:nvSpPr>
          <ns0:cNvPr id="87" name="TextBox 86">
            <ns1:extLst>
              <ns1:ext uri="{FF2B5EF4-FFF2-40B4-BE49-F238E27FC236}">
                <ns2:creationId id="{15B7A042-EFA0-4690-B778-559F8E363E11}"/>
              </ns1:ext>
            </ns1:extLst>
          </ns0:cNvPr>
          <ns0:cNvSpPr txBox="1"/>
          <ns0:nvPr/>
        </ns0:nvSpPr>
        <ns0:spPr>
          <ns1:xfrm flipH="1">
            <ns1:off x="6557867" y="5177047"/>
            <ns1:ext cx="2911106" cy="820674"/>
          </ns1:xfrm>
          <ns1:prstGeom prst="rect">
            <ns1:avLst/>
          </ns1:prstGeom>
          <ns1:noFill/>
        </ns0:spPr>
        <ns0:txBody>
          <ns1:bodyPr wrap="square" rtlCol="0">
            <ns1:spAutoFit/>
          </ns1:bodyPr>
          <ns1:lstStyle/>
          <ns1:p>
            <ns1:pPr algn="ctr">
              <ns1:lnSpc>
                <ns1:spcPct val="150000"/>
              </ns1:lnSpc>
            </ns1:pPr>
            <ns1:r>
              <ns1:rPr lang="en-US" sz="1100">
                <ns1:solidFill>
                  <ns1:schemeClr val="bg1">
                    <ns1:lumMod val="50000"/>
                  </ns1:schemeClr>
                </ns1:solidFill>
                <ns1:latin typeface="Lato" panose="020F0502020204030203" pitchFamily="34" charset="0"/>
                <ns1:ea typeface="Lato" panose="020F0502020204030203" pitchFamily="34" charset="0"/>
                <ns1:cs typeface="Lato" panose="020F0502020204030203" pitchFamily="34" charset="0"/>
              </ns1:rPr>
              <ns1:t>{SlideCaption}</ns1:t>
            </ns1:r>
          </ns1:p>
        </ns0:txBody>
      </ns0:sp>
      <ns0:sp>
        <ns0:nvSpPr>
          <ns0:cNvPr id="88" name="TextBox 87">
            <ns1:extLst>
              <ns1:ext uri="{FF2B5EF4-FFF2-40B4-BE49-F238E27FC236}">
                <ns2:creationId id="{A5B913D0-3E78-4368-9E2B-A9DF23D60EF7}"/>
              </ns1:ext>
            </ns1:extLst>
          </ns0:cNvPr>
          <ns0:cNvSpPr txBox="1"/>
          <ns0:nvPr/>
        </ns0:nvSpPr>
        <ns0:spPr>
          <ns1:xfrm flipH="1">
            <ns1:off x="6554880" y="4851856"/>
            <ns1:ext cx="2914092" cy="332848"/>
          </ns1:xfrm>
          <ns1:prstGeom prst="rect">
            <ns1:avLst/>
          </ns1:prstGeom>
          <ns1:noFill/>
        </ns0:spPr>
        <ns0:txBody>
          <ns1:bodyPr wrap="square" rtlCol="0">
            <ns1:spAutoFit/>
          </ns1:bodyPr>
          <ns1:lstStyle/>
          <ns1:p>
            <ns1:pPr algn="ctr">
              <ns1:lnSpc>
                <ns1:spcPct val="150000"/>
              </ns1:lnSpc>
            </ns1:pPr>
            <ns1:r>
              <ns1:rPr lang="en-US" sz="1200" b="1">
                <ns1:solidFill>
                  <ns1:schemeClr val="tx1">
                    <ns1:lumMod val="75000"/>
                    <ns1:lumOff val="25000"/>
                  </ns1:schemeClr>
                </ns1:solidFill>
                <ns1:latin typeface="Lato" panose="020F0502020204030203" pitchFamily="34" charset="0"/>
                <ns1:ea typeface="Lato" panose="020F0502020204030203" pitchFamily="34" charset="0"/>
                <ns1:cs typeface="Lato" panose="020F0502020204030203" pitchFamily="34" charset="0"/>
              </ns1:rPr>
              <ns1:t>{SlideSupportingContent2}</ns1:t>
            </ns1:r>
          </ns1:p>
        </ns0:txBody>
      </ns0:sp>
      <ns0:sp>
        <ns0:nvSpPr>
          <ns0:cNvPr id="90" name="TextBox 89">
            <ns1:extLst>
              <ns1:ext uri="{FF2B5EF4-FFF2-40B4-BE49-F238E27FC236}">
                <ns2:creationId id="{20767578-4E7A-4992-B7F2-9F59A2A0FE5A}"/>
              </ns1:ext>
            </ns1:extLst>
          </ns0:cNvPr>
          <ns0:cNvSpPr txBox="1"/>
          <ns0:nvPr/>
        </ns0:nvSpPr>
        <ns0:spPr>
          <ns1:xfrm flipH="1">
            <ns1:off x="771994" y="1080993"/>
            <ns1:ext cx="2911106" cy="820674"/>
          </ns1:xfrm>
          <ns1:prstGeom prst="rect">
            <ns1:avLst/>
          </ns1:prstGeom>
          <ns1:noFill/>
        </ns0:spPr>
        <ns0:txBody>
          <ns1:bodyPr wrap="square" rtlCol="0">
            <ns1:spAutoFit/>
          </ns1:bodyPr>
          <ns1:lstStyle/>
          <ns1:p>
            <ns1:pPr algn="ctr">
              <ns1:lnSpc>
                <ns1:spcPct val="150000"/>
              </ns1:lnSpc>
            </ns1:pPr>
            <ns1:r>
              <ns1:rPr lang="en-US" sz="1100">
                <ns1:solidFill>
                  <ns1:schemeClr val="bg1">
                    <ns1:lumMod val="50000"/>
                  </ns1:schemeClr>
                </ns1:solidFill>
                <ns1:latin typeface="Lato" panose="020F0502020204030203" pitchFamily="34" charset="0"/>
                <ns1:ea typeface="Lato" panose="020F0502020204030203" pitchFamily="34" charset="0"/>
                <ns1:cs typeface="Lato" panose="020F0502020204030203" pitchFamily="34" charset="0"/>
              </ns1:rPr>
              <ns1:t>{SlideSupportingContent3}</ns1:t>
            </ns1:r>
          </ns1:p>
        </ns0:txBody>
      </ns0:sp>
      <ns0:sp>
        <ns0:nvSpPr>
          <ns0:cNvPr id="91" name="TextBox 90">
            <ns1:extLst>
              <ns1:ext uri="{FF2B5EF4-FFF2-40B4-BE49-F238E27FC236}">
                <ns2:creationId id="{2ACCA261-2787-4F06-8B6A-D799D90B5A2B}"/>
              </ns1:ext>
            </ns1:extLst>
          </ns0:cNvPr>
          <ns0:cNvSpPr txBox="1"/>
          <ns0:nvPr/>
        </ns0:nvSpPr>
        <ns0:spPr>
          <ns1:xfrm flipH="1">
            <ns1:off x="769007" y="755802"/>
            <ns1:ext cx="2914092" cy="332848"/>
          </ns1:xfrm>
          <ns1:prstGeom prst="rect">
            <ns1:avLst/>
          </ns1:prstGeom>
          <ns1:noFill/>
        </ns0:spPr>
        <ns0:txBody>
          <ns1:bodyPr wrap="square" rtlCol="0">
            <ns1:spAutoFit/>
          </ns1:bodyPr>
          <ns1:lstStyle/>
          <ns1:p>
            <ns1:pPr algn="ctr">
              <ns1:lnSpc>
                <ns1:spcPct val="150000"/>
              </ns1:lnSpc>
            </ns1:pPr>
            <ns1:r>
              <ns1:rPr lang="en-US" sz="1200" b="1">
                <ns1:solidFill>
                  <ns1:schemeClr val="tx1">
                    <ns1:lumMod val="75000"/>
                    <ns1:lumOff val="25000"/>
                  </ns1:schemeClr>
                </ns1:solidFill>
                <ns1:latin typeface="Lato" panose="020F0502020204030203" pitchFamily="34" charset="0"/>
                <ns1:ea typeface="Lato" panose="020F0502020204030203" pitchFamily="34" charset="0"/>
                <ns1:cs typeface="Lato" panose="020F0502020204030203" pitchFamily="34" charset="0"/>
              </ns1:rPr>
              <ns1:t>{SlideSectionLabel}</ns1:t>
            </ns1:r>
          </ns1:p>
        </ns0:txBody>
      </ns0:sp>
      <ns0:sp>
        <ns0:nvSpPr>
          <ns0:cNvPr id="93" name="TextBox 92">
            <ns1:extLst>
              <ns1:ext uri="{FF2B5EF4-FFF2-40B4-BE49-F238E27FC236}">
                <ns2:creationId id="{8EAD0BB6-DFFA-4D0C-ADC1-C3CB1BF88695}"/>
              </ns1:ext>
            </ns1:extLst>
          </ns0:cNvPr>
          <ns0:cNvSpPr txBox="1"/>
          <ns0:nvPr/>
        </ns0:nvSpPr>
        <ns0:spPr>
          <ns1:xfrm flipH="1">
            <ns1:off x="4641938" y="1080993"/>
            <ns1:ext cx="2911106" cy="820674"/>
          </ns1:xfrm>
          <ns1:prstGeom prst="rect">
            <ns1:avLst/>
          </ns1:prstGeom>
          <ns1:noFill/>
        </ns0:spPr>
        <ns0:txBody>
          <ns1:bodyPr wrap="square" rtlCol="0">
            <ns1:spAutoFit/>
          </ns1:bodyPr>
          <ns1:lstStyle/>
          <ns1:p>
            <ns1:pPr algn="ctr">
              <ns1:lnSpc>
                <ns1:spcPct val="150000"/>
              </ns1:lnSpc>
            </ns1:pPr>
            <ns1:r>
              <ns1:rPr lang="en-US" sz="1100">
                <ns1:solidFill>
                  <ns1:schemeClr val="bg1">
                    <ns1:lumMod val="50000"/>
                  </ns1:schemeClr>
                </ns1:solidFill>
                <ns1:latin typeface="Lato" panose="020F0502020204030203" pitchFamily="34" charset="0"/>
                <ns1:ea typeface="Lato" panose="020F0502020204030203" pitchFamily="34" charset="0"/>
                <ns1:cs typeface="Lato" panose="020F0502020204030203" pitchFamily="34" charset="0"/>
              </ns1:rPr>
              <ns1:t>{SlideSupportingContent4}</ns1:t>
            </ns1:r>
          </ns1:p>
        </ns0:txBody>
      </ns0:sp>
      <ns0:sp>
        <ns0:nvSpPr>
          <ns0:cNvPr id="94" name="TextBox 93">
            <ns1:extLst>
              <ns1:ext uri="{FF2B5EF4-FFF2-40B4-BE49-F238E27FC236}">
                <ns2:creationId id="{667220B8-76C4-4705-9690-9CF771B17EB8}"/>
              </ns1:ext>
            </ns1:extLst>
          </ns0:cNvPr>
          <ns0:cNvSpPr txBox="1"/>
          <ns0:nvPr/>
        </ns0:nvSpPr>
        <ns0:spPr>
          <ns1:xfrm flipH="1">
            <ns1:off x="4638951" y="755802"/>
            <ns1:ext cx="2914092" cy="332848"/>
          </ns1:xfrm>
          <ns1:prstGeom prst="rect">
            <ns1:avLst/>
          </ns1:prstGeom>
          <ns1:noFill/>
        </ns0:spPr>
        <ns0:txBody>
          <ns1:bodyPr wrap="square" rtlCol="0">
            <ns1:spAutoFit/>
          </ns1:bodyPr>
          <ns1:lstStyle/>
          <ns1:p>
            <ns1:pPr algn="ctr">
              <ns1:lnSpc>
                <ns1:spcPct val="150000"/>
              </ns1:lnSpc>
            </ns1:pPr>
            <ns1:r>
              <ns1:rPr lang="en-US" sz="1200" b="1">
                <ns1:solidFill>
                  <ns1:schemeClr val="tx1">
                    <ns1:lumMod val="75000"/>
                    <ns1:lumOff val="25000"/>
                  </ns1:schemeClr>
                </ns1:solidFill>
                <ns1:latin typeface="Lato" panose="020F0502020204030203" pitchFamily="34" charset="0"/>
                <ns1:ea typeface="Lato" panose="020F0502020204030203" pitchFamily="34" charset="0"/>
                <ns1:cs typeface="Lato" panose="020F0502020204030203" pitchFamily="34" charset="0"/>
              </ns1:rPr>
              <ns1:t>{SlideSectionLabel}</ns1:t>
            </ns1:r>
          </ns1:p>
        </ns0:txBody>
      </ns0:sp>
      <ns0:sp>
        <ns0:nvSpPr>
          <ns0:cNvPr id="96" name="TextBox 95">
            <ns1:extLst>
              <ns1:ext uri="{FF2B5EF4-FFF2-40B4-BE49-F238E27FC236}">
                <ns2:creationId id="{9BB92640-8DB8-460E-9C2F-7C85BD8B9C31}"/>
              </ns1:ext>
            </ns1:extLst>
          </ns0:cNvPr>
          <ns0:cNvSpPr txBox="1"/>
          <ns0:nvPr/>
        </ns0:nvSpPr>
        <ns0:spPr>
          <ns1:xfrm flipH="1">
            <ns1:off x="8500128" y="1080993"/>
            <ns1:ext cx="2911106" cy="820674"/>
          </ns1:xfrm>
          <ns1:prstGeom prst="rect">
            <ns1:avLst/>
          </ns1:prstGeom>
          <ns1:noFill/>
        </ns0:spPr>
        <ns0:txBody>
          <ns1:bodyPr wrap="square" rtlCol="0">
            <ns1:spAutoFit/>
          </ns1:bodyPr>
          <ns1:lstStyle/>
          <ns1:p>
            <ns1:pPr algn="ctr">
              <ns1:lnSpc>
                <ns1:spcPct val="150000"/>
              </ns1:lnSpc>
            </ns1:pPr>
            <ns1:r>
              <ns1:rPr lang="en-US" sz="1100">
                <ns1:solidFill>
                  <ns1:schemeClr val="bg1">
                    <ns1:lumMod val="50000"/>
                  </ns1:schemeClr>
                </ns1:solidFill>
                <ns1:latin typeface="Lato" panose="020F0502020204030203" pitchFamily="34" charset="0"/>
                <ns1:ea typeface="Lato" panose="020F0502020204030203" pitchFamily="34" charset="0"/>
                <ns1:cs typeface="Lato" panose="020F0502020204030203" pitchFamily="34" charset="0"/>
              </ns1:rPr>
              <ns1:t>{SlideSupportingContent5}</ns1:t>
            </ns1:r>
          </ns1:p>
        </ns0:txBody>
      </ns0:sp>
      <ns0:sp>
        <ns0:nvSpPr>
          <ns0:cNvPr id="97" name="TextBox 96">
            <ns1:extLst>
              <ns1:ext uri="{FF2B5EF4-FFF2-40B4-BE49-F238E27FC236}">
                <ns2:creationId id="{215263B5-35FC-49E2-94D1-F051E4A3A786}"/>
              </ns1:ext>
            </ns1:extLst>
          </ns0:cNvPr>
          <ns0:cNvSpPr txBox="1"/>
          <ns0:nvPr/>
        </ns0:nvSpPr>
        <ns0:spPr>
          <ns1:xfrm flipH="1">
            <ns1:off x="8497141" y="755802"/>
            <ns1:ext cx="2914092" cy="332848"/>
          </ns1:xfrm>
          <ns1:prstGeom prst="rect">
            <ns1:avLst/>
          </ns1:prstGeom>
          <ns1:noFill/>
        </ns0:spPr>
        <ns0:txBody>
          <ns1:bodyPr wrap="square" rtlCol="0">
            <ns1:spAutoFit/>
          </ns1:bodyPr>
          <ns1:lstStyle/>
          <ns1:p>
            <ns1:pPr algn="ctr">
              <ns1:lnSpc>
                <ns1:spcPct val="150000"/>
              </ns1:lnSpc>
            </ns1:pPr>
            <ns1:r>
              <ns1:rPr lang="en-US" sz="1200" b="1">
                <ns1:solidFill>
                  <ns1:schemeClr val="tx1">
                    <ns1:lumMod val="75000"/>
                    <ns1:lumOff val="25000"/>
                  </ns1:schemeClr>
                </ns1:solidFill>
                <ns1:latin typeface="Lato" panose="020F0502020204030203" pitchFamily="34" charset="0"/>
                <ns1:ea typeface="Lato" panose="020F0502020204030203" pitchFamily="34" charset="0"/>
                <ns1:cs typeface="Lato" panose="020F0502020204030203" pitchFamily="34" charset="0"/>
              </ns1:rPr>
              <ns1:t>{SlideSectionLabel}</ns1:t>
            </ns1:r>
          </ns1:p>
        </ns0:txBody>
      </ns0:sp>
    </ns0:spTree>
    <ns0:extLst>
      <ns0:ext uri="{BB962C8B-B14F-4D97-AF65-F5344CB8AC3E}">
        <ns4:creationId val="138093439"/>
      </ns0:ext>
    </ns0:extLst>
  </ns0:cSld>
  <ns0:clrMapOvr>
    <ns1:masterClrMapping/>
  </ns0:clrMapOvr>
</ns0:sld>
</file>

<file path=ppt/slides/slide28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microsoft.com/office/powerpoint/2010/main">
  <ns0:cSld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17" name="Slide Number Placeholder 16">
            <ns1:extLst>
              <ns1:ext uri="{FF2B5EF4-FFF2-40B4-BE49-F238E27FC236}">
                <ns2:creationId id="{8E322B84-0930-48DD-B990-1663AE6B41B1}"/>
              </ns1:ext>
            </ns1:extLst>
          </ns0:cNvPr>
          <ns0:cNvSpPr>
            <ns1:spLocks noGrp="1"/>
          </ns0:cNvSpPr>
          <ns0:nvPr>
            <ns0:ph type="sldNum" sz="quarter" idx="4"/>
          </ns0:nvPr>
        </ns0:nvSpPr>
        <ns0:spPr/>
        <ns0:txBody>
          <ns1:bodyPr/>
          <ns1:lstStyle/>
          <ns1:p>
            <ns1:fld id="{BC64674B-0CCF-4531-A68C-815F17BC8CC8}" type="slidenum">
              <ns1:rPr lang="en-US" smtClean="0"/>
              <ns1:pPr/>
              <ns1:t>{SlideStatistic}</ns1:t>
            </ns1:fld>
            <ns1:endParaRPr lang="en-US"/>
          </ns1:p>
        </ns0:txBody>
      </ns0:sp>
      <ns0:grpSp>
        <ns0:nvGrpSpPr>
          <ns0:cNvPr id="146" name="Group 145">
            <ns1:extLst>
              <ns1:ext uri="{FF2B5EF4-FFF2-40B4-BE49-F238E27FC236}">
                <ns2:creationId id="{4BE6EF54-44E9-4EDF-B507-343901CE0A41}"/>
              </ns1:ext>
            </ns1:extLst>
          </ns0:cNvPr>
          <ns0:cNvGrpSpPr/>
          <ns0:nvPr/>
        </ns0:nvGrpSpPr>
        <ns0:grpSpPr>
          <ns1:xfrm>
            <ns1:off x="3423884" y="2016133"/>
            <ns1:ext cx="5375036" cy="3436183"/>
            <ns1:chOff x="3546714" y="2118212"/>
            <ns1:chExt cx="5375036" cy="3436183"/>
          </ns1:xfrm>
        </ns0:grpSpPr>
        <ns0:sp>
          <ns0:nvSpPr>
            <ns0:cNvPr id="98" name="Freeform 8">
              <ns1:extLst>
                <ns1:ext uri="{FF2B5EF4-FFF2-40B4-BE49-F238E27FC236}">
                  <ns2:creationId id="{9D6F9C03-AD28-4880-BAF6-78D398659AD1}"/>
                </ns1:ext>
              </ns1:extLst>
            </ns0:cNvPr>
            <ns0:cNvSpPr>
              <ns1:spLocks/>
            </ns0:cNvSpPr>
            <ns0:nvPr/>
          </ns0:nvSpPr>
          <ns0:spPr bwMode="auto">
            <ns1:xfrm rot="10800000">
              <ns1:off x="3938279" y="2545848"/>
              <ns1:ext cx="1896064" cy="1125689"/>
            </ns1:xfrm>
            <ns1:custGeom>
              <ns1:avLst/>
              <ns1:gdLst>
                <ns1:gd name="T0" fmla="*/ 206 w 254"/>
                <ns1:gd name="T1" fmla="*/ 0 h 150"/>
                <ns1:gd name="T2" fmla="*/ 0 w 254"/>
                <ns1:gd name="T3" fmla="*/ 150 h 150"/>
                <ns1:gd name="T4" fmla="*/ 254 w 254"/>
                <ns1:gd name="T5" fmla="*/ 150 h 150"/>
                <ns1:gd name="T6" fmla="*/ 206 w 254"/>
                <ns1:gd name="T7" fmla="*/ 0 h 150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</ns1:cxnLst>
              <ns1:rect l="0" t="0" r="r" b="b"/>
              <ns1:pathLst>
                <ns1:path w="254" h="150">
                  <ns1:moveTo>
                    <ns1:pt x="206" y="0"/>
                  </ns1:moveTo>
                  <ns1:cubicBezTo>
                    <ns1:pt x="0" y="150"/>
                    <ns1:pt x="0" y="150"/>
                    <ns1:pt x="0" y="150"/>
                  </ns1:cubicBezTo>
                  <ns1:cubicBezTo>
                    <ns1:pt x="254" y="150"/>
                    <ns1:pt x="254" y="150"/>
                    <ns1:pt x="254" y="150"/>
                  </ns1:cubicBezTo>
                  <ns1:cubicBezTo>
                    <ns1:pt x="254" y="97"/>
                    <ns1:pt x="238" y="44"/>
                    <ns1:pt x="206" y="0"/>
                  </ns1:cubicBezTo>
                  <ns1:close/>
                </ns1:path>
              </ns1:pathLst>
            </ns1:custGeom>
            <ns1:solidFill>
              <ns1:srgbClr val="F07D66"/>
            </ns1:solidFill>
            <ns1:ln w="12700">
              <ns1:solidFill>
                <ns1:srgbClr val="FFFFFF"/>
              </ns1:solidFill>
            </ns1:ln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en-US" dirty="0">
                <ns1:latin typeface="Questrial" charset="0"/>
                <ns1:ea typeface="Questrial" charset="0"/>
                <ns1:cs typeface="Questrial" charset="0"/>
              </ns1:endParaRPr>
            </ns1:p>
          </ns0:txBody>
        </ns0:sp>
        <ns0:sp>
          <ns0:nvSpPr>
            <ns0:cNvPr id="99" name="Freeform 6">
              <ns1:extLst>
                <ns1:ext uri="{FF2B5EF4-FFF2-40B4-BE49-F238E27FC236}">
                  <ns2:creationId id="{80AD823C-4C11-4050-8BF6-3D2A2B4596E9}"/>
                </ns1:ext>
              </ns1:extLst>
            </ns0:cNvPr>
            <ns0:cNvSpPr>
              <ns1:spLocks/>
            </ns0:cNvSpPr>
            <ns0:nvPr/>
          </ns0:nvSpPr>
          <ns0:spPr bwMode="auto">
            <ns1:xfrm rot="10800000">
              <ns1:off x="4139519" y="2533597"/>
              <ns1:ext cx="1694824" cy="1996684"/>
            </ns1:xfrm>
            <ns1:custGeom>
              <ns1:avLst/>
              <ns1:gdLst>
                <ns1:gd name="T0" fmla="*/ 87 w 227"/>
                <ns1:gd name="T1" fmla="*/ 0 h 266"/>
                <ns1:gd name="T2" fmla="*/ 0 w 227"/>
                <ns1:gd name="T3" fmla="*/ 266 h 266"/>
                <ns1:gd name="T4" fmla="*/ 227 w 227"/>
                <ns1:gd name="T5" fmla="*/ 102 h 266"/>
                <ns1:gd name="T6" fmla="*/ 87 w 227"/>
                <ns1:gd name="T7" fmla="*/ 0 h 266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</ns1:cxnLst>
              <ns1:rect l="0" t="0" r="r" b="b"/>
              <ns1:pathLst>
                <ns1:path w="227" h="266">
                  <ns1:moveTo>
                    <ns1:pt x="87" y="0"/>
                  </ns1:moveTo>
                  <ns1:cubicBezTo>
                    <ns1:pt x="0" y="266"/>
                    <ns1:pt x="0" y="266"/>
                    <ns1:pt x="0" y="266"/>
                  </ns1:cubicBezTo>
                  <ns1:cubicBezTo>
                    <ns1:pt x="227" y="102"/>
                    <ns1:pt x="227" y="102"/>
                    <ns1:pt x="227" y="102"/>
                  </ns1:cubicBezTo>
                  <ns1:cubicBezTo>
                    <ns1:pt x="192" y="53"/>
                    <ns1:pt x="142" y="18"/>
                    <ns1:pt x="87" y="0"/>
                  </ns1:cubicBezTo>
                  <ns1:close/>
                </ns1:path>
              </ns1:pathLst>
            </ns1:custGeom>
            <ns1:solidFill>
              <ns1:schemeClr val="tx1">
                <ns1:lumMod val="85000"/>
                <ns1:lumOff val="15000"/>
              </ns1:schemeClr>
            </ns1:solidFill>
            <ns1:ln w="12700">
              <ns1:solidFill>
                <ns1:srgbClr val="FFFFFF"/>
              </ns1:solidFill>
            </ns1:ln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en-US" dirty="0">
                <ns1:latin typeface="Questrial" charset="0"/>
                <ns1:ea typeface="Questrial" charset="0"/>
                <ns1:cs typeface="Questrial" charset="0"/>
              </ns1:endParaRPr>
            </ns1:p>
          </ns0:txBody>
        </ns0:sp>
        <ns0:sp>
          <ns0:nvSpPr>
            <ns0:cNvPr id="100" name="Freeform 7">
              <ns1:extLst>
                <ns1:ext uri="{FF2B5EF4-FFF2-40B4-BE49-F238E27FC236}">
                  <ns2:creationId id="{1B7358D6-4F7C-42E5-B0AC-54EC2C6DAB4B}"/>
                </ns1:ext>
              </ns1:extLst>
            </ns0:cNvPr>
            <ns0:cNvSpPr>
              <ns1:spLocks/>
            </ns0:cNvSpPr>
            <ns0:nvPr/>
          </ns0:nvSpPr>
          <ns0:spPr bwMode="auto">
            <ns1:xfrm rot="10800000">
              <ns1:off x="5121699" y="2533598"/>
              <ns1:ext cx="1411829" cy="2289110"/>
            </ns1:xfrm>
            <ns1:custGeom>
              <ns1:avLst/>
              <ns1:gdLst>
                <ns1:gd name="T0" fmla="*/ 95 w 189"/>
                <ns1:gd name="T1" fmla="*/ 0 h 305"/>
                <ns1:gd name="T2" fmla="*/ 0 w 189"/>
                <ns1:gd name="T3" fmla="*/ 15 h 305"/>
                <ns1:gd name="T4" fmla="*/ 95 w 189"/>
                <ns1:gd name="T5" fmla="*/ 305 h 305"/>
                <ns1:gd name="T6" fmla="*/ 189 w 189"/>
                <ns1:gd name="T7" fmla="*/ 15 h 305"/>
                <ns1:gd name="T8" fmla="*/ 95 w 189"/>
                <ns1:gd name="T9" fmla="*/ 0 h 305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</ns1:cxnLst>
              <ns1:rect l="0" t="0" r="r" b="b"/>
              <ns1:pathLst>
                <ns1:path w="189" h="305">
                  <ns1:moveTo>
                    <ns1:pt x="95" y="0"/>
                  </ns1:moveTo>
                  <ns1:cubicBezTo>
                    <ns1:pt x="62" y="0"/>
                    <ns1:pt x="30" y="5"/>
                    <ns1:pt x="0" y="15"/>
                  </ns1:cubicBezTo>
                  <ns1:cubicBezTo>
                    <ns1:pt x="95" y="305"/>
                    <ns1:pt x="95" y="305"/>
                    <ns1:pt x="95" y="305"/>
                  </ns1:cubicBezTo>
                  <ns1:cubicBezTo>
                    <ns1:pt x="189" y="15"/>
                    <ns1:pt x="189" y="15"/>
                    <ns1:pt x="189" y="15"/>
                  </ns1:cubicBezTo>
                  <ns1:cubicBezTo>
                    <ns1:pt x="159" y="5"/>
                    <ns1:pt x="128" y="0"/>
                    <ns1:pt x="95" y="0"/>
                  </ns1:cubicBezTo>
                  <ns1:close/>
                </ns1:path>
              </ns1:pathLst>
            </ns1:custGeom>
            <ns1:solidFill>
              <ns1:srgbClr val="F07D66"/>
            </ns1:solidFill>
            <ns1:ln w="12700">
              <ns1:solidFill>
                <ns1:srgbClr val="FFFFFF"/>
              </ns1:solidFill>
            </ns1:ln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en-US" dirty="0">
                <ns1:latin typeface="Questrial" charset="0"/>
                <ns1:ea typeface="Questrial" charset="0"/>
                <ns1:cs typeface="Questrial" charset="0"/>
              </ns1:endParaRPr>
            </ns1:p>
          </ns0:txBody>
        </ns0:sp>
        <ns0:sp>
          <ns0:nvSpPr>
            <ns0:cNvPr id="101" name="Freeform 9">
              <ns1:extLst>
                <ns1:ext uri="{FF2B5EF4-FFF2-40B4-BE49-F238E27FC236}">
                  <ns2:creationId id="{380321F9-6BB8-4E92-BDD2-17BF1F8F5CB1}"/>
                </ns1:ext>
              </ns1:extLst>
            </ns0:cNvPr>
            <ns0:cNvSpPr>
              <ns1:spLocks/>
            </ns0:cNvSpPr>
            <ns0:nvPr/>
          </ns0:nvSpPr>
          <ns0:spPr bwMode="auto">
            <ns1:xfrm rot="10800000">
              <ns1:off x="5822896" y="2545848"/>
              <ns1:ext cx="2002973" cy="2364576"/>
            </ns1:xfrm>
            <ns1:custGeom>
              <ns1:avLst/>
              <ns1:gdLst>
                <ns1:gd name="T0" fmla="*/ 0 w 268"/>
                <ns1:gd name="T1" fmla="*/ 121 h 315"/>
                <ns1:gd name="T2" fmla="*/ 268 w 268"/>
                <ns1:gd name="T3" fmla="*/ 315 h 315"/>
                <ns1:gd name="T4" fmla="*/ 165 w 268"/>
                <ns1:gd name="T5" fmla="*/ 0 h 315"/>
                <ns1:gd name="T6" fmla="*/ 0 w 268"/>
                <ns1:gd name="T7" fmla="*/ 121 h 315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</ns1:cxnLst>
              <ns1:rect l="0" t="0" r="r" b="b"/>
              <ns1:pathLst>
                <ns1:path w="268" h="315">
                  <ns1:moveTo>
                    <ns1:pt x="0" y="121"/>
                  </ns1:moveTo>
                  <ns1:cubicBezTo>
                    <ns1:pt x="268" y="315"/>
                    <ns1:pt x="268" y="315"/>
                    <ns1:pt x="268" y="315"/>
                  </ns1:cubicBezTo>
                  <ns1:cubicBezTo>
                    <ns1:pt x="165" y="0"/>
                    <ns1:pt x="165" y="0"/>
                    <ns1:pt x="165" y="0"/>
                  </ns1:cubicBezTo>
                  <ns1:cubicBezTo>
                    <ns1:pt x="96" y="23"/>
                    <ns1:pt x="39" y="66"/>
                    <ns1:pt x="0" y="121"/>
                  </ns1:cubicBezTo>
                  <ns1:close/>
                </ns1:path>
              </ns1:pathLst>
            </ns1:custGeom>
            <ns1:solidFill>
              <ns1:schemeClr val="tx1">
                <ns1:lumMod val="85000"/>
                <ns1:lumOff val="15000"/>
              </ns1:schemeClr>
            </ns1:solidFill>
            <ns1:ln w="12700">
              <ns1:solidFill>
                <ns1:srgbClr val="FFFFFF"/>
              </ns1:solidFill>
            </ns1:ln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en-US" dirty="0">
                <ns1:latin typeface="Questrial" charset="0"/>
                <ns1:ea typeface="Questrial" charset="0"/>
                <ns1:cs typeface="Questrial" charset="0"/>
              </ns1:endParaRPr>
            </ns1:p>
          </ns0:txBody>
        </ns0:sp>
        <ns0:sp>
          <ns0:nvSpPr>
            <ns0:cNvPr id="102" name="Freeform 5">
              <ns1:extLst>
                <ns1:ext uri="{FF2B5EF4-FFF2-40B4-BE49-F238E27FC236}">
                  <ns2:creationId id="{F4EFDA51-4835-4AA0-820A-9912E1BB800F}"/>
                </ns1:ext>
              </ns1:extLst>
            </ns0:cNvPr>
            <ns0:cNvSpPr>
              <ns1:spLocks/>
            </ns0:cNvSpPr>
            <ns0:nvPr/>
          </ns0:nvSpPr>
          <ns0:spPr bwMode="auto">
            <ns1:xfrm rot="10800000">
              <ns1:off x="5822896" y="2545848"/>
              <ns1:ext cx="2657005" cy="1569047"/>
            </ns1:xfrm>
            <ns1:custGeom>
              <ns1:avLst/>
              <ns1:gdLst>
                <ns1:gd name="T0" fmla="*/ 0 w 356"/>
                <ns1:gd name="T1" fmla="*/ 209 h 209"/>
                <ns1:gd name="T2" fmla="*/ 356 w 356"/>
                <ns1:gd name="T3" fmla="*/ 209 h 209"/>
                <ns1:gd name="T4" fmla="*/ 68 w 356"/>
                <ns1:gd name="T5" fmla="*/ 0 h 209"/>
                <ns1:gd name="T6" fmla="*/ 0 w 356"/>
                <ns1:gd name="T7" fmla="*/ 209 h 209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</ns1:cxnLst>
              <ns1:rect l="0" t="0" r="r" b="b"/>
              <ns1:pathLst>
                <ns1:path w="356" h="209">
                  <ns1:moveTo>
                    <ns1:pt x="0" y="209"/>
                  </ns1:moveTo>
                  <ns1:cubicBezTo>
                    <ns1:pt x="356" y="209"/>
                    <ns1:pt x="356" y="209"/>
                    <ns1:pt x="356" y="209"/>
                  </ns1:cubicBezTo>
                  <ns1:cubicBezTo>
                    <ns1:pt x="68" y="0"/>
                    <ns1:pt x="68" y="0"/>
                    <ns1:pt x="68" y="0"/>
                  </ns1:cubicBezTo>
                  <ns1:cubicBezTo>
                    <ns1:pt x="25" y="58"/>
                    <ns1:pt x="0" y="131"/>
                    <ns1:pt x="0" y="209"/>
                  </ns1:cubicBezTo>
                  <ns1:close/>
                </ns1:path>
              </ns1:pathLst>
            </ns1:custGeom>
            <ns1:solidFill>
              <ns1:srgbClr val="F07D66"/>
            </ns1:solidFill>
            <ns1:ln w="12700">
              <ns1:solidFill>
                <ns1:srgbClr val="FFFFFF"/>
              </ns1:solidFill>
            </ns1:ln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en-US" dirty="0">
                <ns1:latin typeface="Questrial" charset="0"/>
                <ns1:ea typeface="Questrial" charset="0"/>
                <ns1:cs typeface="Questrial" charset="0"/>
              </ns1:endParaRPr>
            </ns1:p>
          </ns0:txBody>
        </ns0:sp>
        <ns0:sp>
          <ns0:nvSpPr>
            <ns0:cNvPr id="103" name="Oval 102">
              <ns1:extLst>
                <ns1:ext uri="{FF2B5EF4-FFF2-40B4-BE49-F238E27FC236}">
                  <ns2:creationId id="{8AD479B4-30CE-4305-809E-7D5617752106}"/>
                </ns1:ext>
              </ns1:extLst>
            </ns0:cNvPr>
            <ns0:cNvSpPr/>
            <ns0:nvPr/>
          </ns0:nvSpPr>
          <ns0:spPr>
            <ns1:xfrm rot="10800000">
              <ns1:off x="5344655" y="2118212"/>
              <ns1:ext cx="862153" cy="862152"/>
            </ns1:xfrm>
            <ns1:prstGeom prst="ellipse">
              <ns1:avLst/>
            </ns1:prstGeom>
            <ns1:solidFill>
              <ns1:srgbClr val="FFFFFF"/>
            </ns1:solidFill>
            <ns1:ln w="25400">
              <ns1:solidFill>
                <ns1:schemeClr val="accent3"/>
              </ns1:solidFill>
            </ns1:ln>
          </ns0:spPr>
          <ns0:style>
            <ns1:lnRef idx="2">
              <ns1:schemeClr val="accent1">
                <ns1:shade val="50000"/>
              </ns1:schemeClr>
            </ns1:lnRef>
            <ns1:fillRef idx="1">
              <ns1:schemeClr val="accent1"/>
            </ns1:fillRef>
            <ns1:effectRef idx="0">
              <ns1:schemeClr val="accent1"/>
            </ns1:effectRef>
            <ns1:fontRef idx="minor">
              <ns1:schemeClr val="lt1"/>
            </ns1:fontRef>
          </ns0:style>
          <ns0:txBody>
            <ns1:bodyPr rtlCol="0" anchor="ctr"/>
            <ns1:lstStyle/>
            <ns1:p>
              <ns1:pPr algn="ctr"/>
              <ns1:endParaRPr lang="en-US" sz="4800" dirty="0">
                <ns1:solidFill>
                  <ns1:schemeClr val="accent1"/>
                </ns1:solidFill>
                <ns1:latin typeface="Questrial" panose="02000509000000000000" pitchFamily="49" charset="0"/>
              </ns1:endParaRPr>
            </ns1:p>
          </ns0:txBody>
        </ns0:sp>
        <ns0:cxnSp>
          <ns0:nvCxnSpPr>
            <ns0:cNvPr id="104" name="Straight Connector 103">
              <ns1:extLst>
                <ns1:ext uri="{FF2B5EF4-FFF2-40B4-BE49-F238E27FC236}">
                  <ns2:creationId id="{014832FC-84EA-4ADA-A816-8C8C5833DFB8}"/>
                </ns1:ext>
              </ns1:extLst>
            </ns0:cNvPr>
            <ns0:cNvCxnSpPr/>
            <ns0:nvPr/>
          </ns0:nvCxnSpPr>
          <ns0:spPr>
            <ns1:xfrm flipV="1">
              <ns1:off x="8408742" y="3197583"/>
              <ns1:ext cx="513008" cy="1"/>
            </ns1:xfrm>
            <ns1:prstGeom prst="line">
              <ns1:avLst/>
            </ns1:prstGeom>
            <ns1:ln w="12700" cmpd="sng">
              <ns1:solidFill>
                <ns1:schemeClr val="tx1">
                  <ns1:lumMod val="25000"/>
                  <ns1:lumOff val="75000"/>
                </ns1:schemeClr>
              </ns1:solidFill>
              <ns1:prstDash val="dash"/>
              <ns1:headEnd type="none"/>
              <ns1:tailEnd type="oval" w="lg" len="lg"/>
            </ns1:ln>
            <ns1:effectLst/>
          </ns0:spPr>
          <ns0:style>
            <ns1:lnRef idx="2">
              <ns1:schemeClr val="accent1"/>
            </ns1:lnRef>
            <ns1:fillRef idx="0">
              <ns1:schemeClr val="accent1"/>
            </ns1:fillRef>
            <ns1:effectRef idx="1">
              <ns1:schemeClr val="accent1"/>
            </ns1:effectRef>
            <ns1:fontRef idx="minor">
              <ns1:schemeClr val="tx1"/>
            </ns1:fontRef>
          </ns0:style>
        </ns0:cxnSp>
        <ns0:sp>
          <ns0:nvSpPr>
            <ns0:cNvPr id="105" name="Freeform 8">
              <ns1:extLst>
                <ns1:ext uri="{FF2B5EF4-FFF2-40B4-BE49-F238E27FC236}">
                  <ns2:creationId id="{0964BFFF-516E-4133-89D2-FA8E8087FBD2}"/>
                </ns1:ext>
              </ns1:extLst>
            </ns0:cNvPr>
            <ns0:cNvSpPr/>
            <ns0:nvPr/>
          </ns0:nvSpPr>
          <ns0:spPr>
            <ns1:xfrm rot="10800000" flipH="1" flipV="1">
              <ns1:off x="7430984" y="4418470"/>
              <ns1:ext cx="789796" cy="247265"/>
            </ns1:xfrm>
            <ns1:custGeom>
              <ns1:avLst/>
              <ns1:gdLst>
                <ns1:gd name="connsiteX0" fmla="*/ 9167091 w 9167091"/>
                <ns1:gd name="connsiteY0" fmla="*/ 5137727 h 5149273"/>
                <ns1:gd name="connsiteX1" fmla="*/ 11546 w 9167091"/>
                <ns1:gd name="connsiteY1" fmla="*/ 5149273 h 5149273"/>
                <ns1:gd name="connsiteX2" fmla="*/ 0 w 9167091"/>
                <ns1:gd name="connsiteY2" fmla="*/ 0 h 5149273"/>
              </ns1:gdLst>
              <ns1:ahLst/>
              <ns1:cxnLst>
                <ns1:cxn ang="0">
                  <ns1:pos x="connsiteX0" y="connsiteY0"/>
                </ns1:cxn>
                <ns1:cxn ang="0">
                  <ns1:pos x="connsiteX1" y="connsiteY1"/>
                </ns1:cxn>
                <ns1:cxn ang="0">
                  <ns1:pos x="connsiteX2" y="connsiteY2"/>
                </ns1:cxn>
              </ns1:cxnLst>
              <ns1:rect l="l" t="t" r="r" b="b"/>
              <ns1:pathLst>
                <ns1:path w="9167091" h="5149273">
                  <ns1:moveTo>
                    <ns1:pt x="9167091" y="5137727"/>
                  </ns1:moveTo>
                  <ns1:lnTo>
                    <ns1:pt x="11546" y="5149273"/>
                  </ns1:lnTo>
                  <ns1:cubicBezTo>
                    <ns1:pt x="7697" y="3432849"/>
                    <ns1:pt x="3849" y="1716424"/>
                    <ns1:pt x="0" y="0"/>
                  </ns1:cubicBezTo>
                </ns1:path>
              </ns1:pathLst>
            </ns1:custGeom>
            <ns1:ln w="12700" cmpd="sng">
              <ns1:solidFill>
                <ns1:schemeClr val="tx1">
                  <ns1:lumMod val="25000"/>
                  <ns1:lumOff val="75000"/>
                </ns1:schemeClr>
              </ns1:solidFill>
              <ns1:prstDash val="dash"/>
              <ns1:headEnd type="oval" w="lg" len="lg"/>
              <ns1:tailEnd type="none" w="lg" len="lg"/>
            </ns1:ln>
            <ns1:effectLst/>
          </ns0:spPr>
          <ns0:style>
            <ns1:lnRef idx="2">
              <ns1:schemeClr val="accent1"/>
            </ns1:lnRef>
            <ns1:fillRef idx="0">
              <ns1:schemeClr val="accent1"/>
            </ns1:fillRef>
            <ns1:effectRef idx="1">
              <ns1:schemeClr val="accent1"/>
            </ns1:effectRef>
            <ns1:fontRef idx="minor">
              <ns1:schemeClr val="tx1"/>
            </ns1:fontRef>
          </ns0:style>
          <ns0:txBody>
            <ns1:bodyPr rtlCol="0" anchor="ctr"/>
            <ns1:lstStyle/>
            <ns1:p>
              <ns1:pPr algn="ctr"/>
              <ns1:endParaRPr lang="en-US" sz="3200" dirty="0">
                <ns1:latin typeface="Questrial" charset="0"/>
              </ns1:endParaRPr>
            </ns1:p>
          </ns0:txBody>
        </ns0:sp>
        <ns0:sp>
          <ns0:nvSpPr>
            <ns0:cNvPr id="106" name="Freeform 9">
              <ns1:extLst>
                <ns1:ext uri="{FF2B5EF4-FFF2-40B4-BE49-F238E27FC236}">
                  <ns2:creationId id="{FDBFC78C-0572-4F33-99D9-37735BCEE645}"/>
                </ns1:ext>
              </ns1:extLst>
            </ns0:cNvPr>
            <ns0:cNvSpPr/>
            <ns0:nvPr/>
          </ns0:nvSpPr>
          <ns0:spPr>
            <ns1:xfrm rot="10800000" flipH="1" flipV="1">
              <ns1:off x="5867196" y="4810840"/>
              <ns1:ext cx="789796" cy="743555"/>
            </ns1:xfrm>
            <ns1:custGeom>
              <ns1:avLst/>
              <ns1:gdLst>
                <ns1:gd name="connsiteX0" fmla="*/ 9167091 w 9167091"/>
                <ns1:gd name="connsiteY0" fmla="*/ 5137727 h 5149273"/>
                <ns1:gd name="connsiteX1" fmla="*/ 11546 w 9167091"/>
                <ns1:gd name="connsiteY1" fmla="*/ 5149273 h 5149273"/>
                <ns1:gd name="connsiteX2" fmla="*/ 0 w 9167091"/>
                <ns1:gd name="connsiteY2" fmla="*/ 0 h 5149273"/>
              </ns1:gdLst>
              <ns1:ahLst/>
              <ns1:cxnLst>
                <ns1:cxn ang="0">
                  <ns1:pos x="connsiteX0" y="connsiteY0"/>
                </ns1:cxn>
                <ns1:cxn ang="0">
                  <ns1:pos x="connsiteX1" y="connsiteY1"/>
                </ns1:cxn>
                <ns1:cxn ang="0">
                  <ns1:pos x="connsiteX2" y="connsiteY2"/>
                </ns1:cxn>
              </ns1:cxnLst>
              <ns1:rect l="l" t="t" r="r" b="b"/>
              <ns1:pathLst>
                <ns1:path w="9167091" h="5149273">
                  <ns1:moveTo>
                    <ns1:pt x="9167091" y="5137727"/>
                  </ns1:moveTo>
                  <ns1:lnTo>
                    <ns1:pt x="11546" y="5149273"/>
                  </ns1:lnTo>
                  <ns1:cubicBezTo>
                    <ns1:pt x="7697" y="3432849"/>
                    <ns1:pt x="3849" y="1716424"/>
                    <ns1:pt x="0" y="0"/>
                  </ns1:cubicBezTo>
                </ns1:path>
              </ns1:pathLst>
            </ns1:custGeom>
            <ns1:ln w="12700" cmpd="sng">
              <ns1:solidFill>
                <ns1:schemeClr val="tx1">
                  <ns1:lumMod val="25000"/>
                  <ns1:lumOff val="75000"/>
                </ns1:schemeClr>
              </ns1:solidFill>
              <ns1:prstDash val="dash"/>
              <ns1:headEnd type="oval" w="lg" len="lg"/>
              <ns1:tailEnd type="none" w="lg" len="lg"/>
            </ns1:ln>
            <ns1:effectLst/>
          </ns0:spPr>
          <ns0:style>
            <ns1:lnRef idx="2">
              <ns1:schemeClr val="accent1"/>
            </ns1:lnRef>
            <ns1:fillRef idx="0">
              <ns1:schemeClr val="accent1"/>
            </ns1:fillRef>
            <ns1:effectRef idx="1">
              <ns1:schemeClr val="accent1"/>
            </ns1:effectRef>
            <ns1:fontRef idx="minor">
              <ns1:schemeClr val="tx1"/>
            </ns1:fontRef>
          </ns0:style>
          <ns0:txBody>
            <ns1:bodyPr rtlCol="0" anchor="ctr"/>
            <ns1:lstStyle/>
            <ns1:p>
              <ns1:pPr algn="ctr"/>
              <ns1:endParaRPr lang="en-US" sz="3200" dirty="0">
                <ns1:latin typeface="Questrial" charset="0"/>
              </ns1:endParaRPr>
            </ns1:p>
          </ns0:txBody>
        </ns0:sp>
        <ns0:sp>
          <ns0:nvSpPr>
            <ns0:cNvPr id="107" name="Freeform 10">
              <ns1:extLst>
                <ns1:ext uri="{FF2B5EF4-FFF2-40B4-BE49-F238E27FC236}">
                  <ns2:creationId id="{D2FA7A3B-AC04-45B0-9319-130FB4F7AC02}"/>
                </ns1:ext>
              </ns1:extLst>
            </ns0:cNvPr>
            <ns0:cNvSpPr/>
            <ns0:nvPr/>
          </ns0:nvSpPr>
          <ns0:spPr>
            <ns1:xfrm rot="10800000" flipV="1">
              <ns1:off x="3863173" y="4252459"/>
              <ns1:ext cx="789796" cy="413276"/>
            </ns1:xfrm>
            <ns1:custGeom>
              <ns1:avLst/>
              <ns1:gdLst>
                <ns1:gd name="connsiteX0" fmla="*/ 9167091 w 9167091"/>
                <ns1:gd name="connsiteY0" fmla="*/ 5137727 h 5149273"/>
                <ns1:gd name="connsiteX1" fmla="*/ 11546 w 9167091"/>
                <ns1:gd name="connsiteY1" fmla="*/ 5149273 h 5149273"/>
                <ns1:gd name="connsiteX2" fmla="*/ 0 w 9167091"/>
                <ns1:gd name="connsiteY2" fmla="*/ 0 h 5149273"/>
              </ns1:gdLst>
              <ns1:ahLst/>
              <ns1:cxnLst>
                <ns1:cxn ang="0">
                  <ns1:pos x="connsiteX0" y="connsiteY0"/>
                </ns1:cxn>
                <ns1:cxn ang="0">
                  <ns1:pos x="connsiteX1" y="connsiteY1"/>
                </ns1:cxn>
                <ns1:cxn ang="0">
                  <ns1:pos x="connsiteX2" y="connsiteY2"/>
                </ns1:cxn>
              </ns1:cxnLst>
              <ns1:rect l="l" t="t" r="r" b="b"/>
              <ns1:pathLst>
                <ns1:path w="9167091" h="5149273">
                  <ns1:moveTo>
                    <ns1:pt x="9167091" y="5137727"/>
                  </ns1:moveTo>
                  <ns1:lnTo>
                    <ns1:pt x="11546" y="5149273"/>
                  </ns1:lnTo>
                  <ns1:cubicBezTo>
                    <ns1:pt x="7697" y="3432849"/>
                    <ns1:pt x="3849" y="1716424"/>
                    <ns1:pt x="0" y="0"/>
                  </ns1:cubicBezTo>
                </ns1:path>
              </ns1:pathLst>
            </ns1:custGeom>
            <ns1:ln w="12700" cmpd="sng">
              <ns1:solidFill>
                <ns1:schemeClr val="tx1">
                  <ns1:lumMod val="25000"/>
                  <ns1:lumOff val="75000"/>
                </ns1:schemeClr>
              </ns1:solidFill>
              <ns1:prstDash val="dash"/>
              <ns1:headEnd type="oval" w="lg" len="lg"/>
              <ns1:tailEnd type="none" w="lg" len="lg"/>
            </ns1:ln>
            <ns1:effectLst/>
          </ns0:spPr>
          <ns0:style>
            <ns1:lnRef idx="2">
              <ns1:schemeClr val="accent1"/>
            </ns1:lnRef>
            <ns1:fillRef idx="0">
              <ns1:schemeClr val="accent1"/>
            </ns1:fillRef>
            <ns1:effectRef idx="1">
              <ns1:schemeClr val="accent1"/>
            </ns1:effectRef>
            <ns1:fontRef idx="minor">
              <ns1:schemeClr val="tx1"/>
            </ns1:fontRef>
          </ns0:style>
          <ns0:txBody>
            <ns1:bodyPr rtlCol="0" anchor="ctr"/>
            <ns1:lstStyle/>
            <ns1:p>
              <ns1:pPr algn="ctr"/>
              <ns1:endParaRPr lang="en-US" sz="3200" dirty="0">
                <ns1:latin typeface="Questrial" charset="0"/>
              </ns1:endParaRPr>
            </ns1:p>
          </ns0:txBody>
        </ns0:sp>
        <ns0:cxnSp>
          <ns0:nvCxnSpPr>
            <ns0:cNvPr id="108" name="Straight Connector 107">
              <ns1:extLst>
                <ns1:ext uri="{FF2B5EF4-FFF2-40B4-BE49-F238E27FC236}">
                  <ns2:creationId id="{513A9289-1BC2-4F50-ACE3-A2B314FF1EFC}"/>
                </ns1:ext>
              </ns1:extLst>
            </ns0:cNvPr>
            <ns0:cNvCxnSpPr/>
            <ns0:nvPr/>
          </ns0:nvCxnSpPr>
          <ns0:spPr>
            <ns1:xfrm rot="10800000">
              <ns1:off x="3546714" y="3197583"/>
              <ns1:ext cx="525711" cy="0"/>
            </ns1:xfrm>
            <ns1:prstGeom prst="line">
              <ns1:avLst/>
            </ns1:prstGeom>
            <ns1:ln w="12700" cmpd="sng">
              <ns1:solidFill>
                <ns1:schemeClr val="tx1">
                  <ns1:lumMod val="25000"/>
                  <ns1:lumOff val="75000"/>
                </ns1:schemeClr>
              </ns1:solidFill>
              <ns1:prstDash val="dash"/>
              <ns1:headEnd type="none"/>
              <ns1:tailEnd type="oval" w="lg" len="lg"/>
            </ns1:ln>
            <ns1:effectLst/>
          </ns0:spPr>
          <ns0:style>
            <ns1:lnRef idx="2">
              <ns1:schemeClr val="accent1"/>
            </ns1:lnRef>
            <ns1:fillRef idx="0">
              <ns1:schemeClr val="accent1"/>
            </ns1:fillRef>
            <ns1:effectRef idx="1">
              <ns1:schemeClr val="accent1"/>
            </ns1:effectRef>
            <ns1:fontRef idx="minor">
              <ns1:schemeClr val="tx1"/>
            </ns1:fontRef>
          </ns0:style>
        </ns0:cxnSp>
        <ns0:sp>
          <ns0:nvSpPr>
            <ns0:cNvPr id="109" name="TextBox 108">
              <ns1:extLst>
                <ns1:ext uri="{FF2B5EF4-FFF2-40B4-BE49-F238E27FC236}">
                  <ns2:creationId id="{AC6887E3-692D-4F7C-8D2E-16C2ED1E17C2}"/>
                </ns1:ext>
              </ns1:extLst>
            </ns0:cNvPr>
            <ns0:cNvSpPr txBox="1"/>
            <ns0:nvPr/>
          </ns0:nvSpPr>
          <ns0:spPr>
            <ns1:xfrm rot="10800000">
              <ns1:off x="5515220" y="2313519"/>
              <ns1:ext cx="521022" cy="512038"/>
            </ns1:xfrm>
            <ns1:prstGeom prst="rect">
              <ns1:avLst/>
            </ns1:prstGeom>
            <ns1:noFill/>
          </ns0:spPr>
          <ns0:txBody>
            <ns1:bodyPr wrap="none" rtlCol="0">
              <ns1:spAutoFit/>
            </ns1:bodyPr>
            <ns1:lstStyle/>
            <ns1:p>
              <ns1:pPr algn="ctr"/>
              <ns1:r>
                <ns1:rPr lang="en-US" sz="3200" dirty="0">
                  <ns1:solidFill>
                    <ns1:schemeClr val="bg1"/>
                  </ns1:solidFill>
                  <ns1:latin typeface="Flaticon" panose="02000603000000000000" pitchFamily="2" charset="0"/>
                </ns1:rPr>
                <ns1:t>{SlideSupportingContent}</ns1:t>
              </ns1:r>
            </ns1:p>
          </ns0:txBody>
        </ns0:sp>
      </ns0:grpSp>
      <ns0:sp>
        <ns0:nvSpPr>
          <ns0:cNvPr id="125" name="TextBox 124">
            <ns1:extLst>
              <ns1:ext uri="{FF2B5EF4-FFF2-40B4-BE49-F238E27FC236}">
                <ns2:creationId id="{D66DAF66-DA96-4528-92F2-7E469FA88242}"/>
              </ns1:ext>
            </ns1:extLst>
          </ns0:cNvPr>
          <ns0:cNvSpPr txBox="1"/>
          <ns0:nvPr/>
        </ns0:nvSpPr>
        <ns0:spPr>
          <ns1:xfrm>
            <ns1:off x="2619200" y="622102"/>
            <ns1:ext cx="6707941" cy="1077218"/>
          </ns1:xfrm>
          <ns1:prstGeom prst="rect">
            <ns1:avLst/>
          </ns1:prstGeom>
          <ns1:noFill/>
        </ns0:spPr>
        <ns0:txBody>
          <ns1:bodyPr wrap="square" rtlCol="0">
            <ns1:spAutoFit/>
          </ns1:bodyPr>
          <ns1:lstStyle/>
          <ns1:p>
            <ns1:pPr algn="ctr"/>
            <ns1:r>
              <ns1:rPr lang="en-US" sz="3200">
                <ns1:latin typeface="Playfair Display" panose="00000500000000000000" pitchFamily="50" charset="0"/>
                <ns1:ea typeface="Lato" panose="020F0502020204030203" pitchFamily="34" charset="0"/>
                <ns1:cs typeface="Lato" panose="020F0502020204030203" pitchFamily="34" charset="0"/>
              </ns1:rPr>
              <ns1:t>{SlideCallout}</ns1:t>
            </ns1:r>
          </ns1:p>
        </ns0:txBody>
      </ns0:sp>
      <ns0:sp>
        <ns0:nvSpPr>
          <ns0:cNvPr id="126" name="TextBox 125">
            <ns1:extLst>
              <ns1:ext uri="{FF2B5EF4-FFF2-40B4-BE49-F238E27FC236}">
                <ns2:creationId id="{BEEB4BC6-CD46-4828-84FA-921F21141461}"/>
              </ns1:ext>
            </ns1:extLst>
          </ns0:cNvPr>
          <ns0:cNvSpPr txBox="1"/>
          <ns0:nvPr/>
        </ns0:nvSpPr>
        <ns0:spPr>
          <ns1:xfrm flipH="1">
            <ns1:off x="9004297" y="2742504"/>
            <ns1:ext cx="2425318" cy="820674"/>
          </ns1:xfrm>
          <ns1:prstGeom prst="rect">
            <ns1:avLst/>
          </ns1:prstGeom>
          <ns1:noFill/>
        </ns0:spPr>
        <ns0:txBody>
          <ns1:bodyPr wrap="square" rtlCol="0">
            <ns1:spAutoFit/>
          </ns1:bodyPr>
          <ns1:lstStyle/>
          <ns1:p>
            <ns1:pPr>
              <ns1:lnSpc>
                <ns1:spcPct val="150000"/>
              </ns1:lnSpc>
            </ns1:pPr>
            <ns1:r>
              <ns1:rPr lang="en-US" sz="1100">
                <ns1:solidFill>
                  <ns1:schemeClr val="bg1">
                    <ns1:lumMod val="50000"/>
                  </ns1:schemeClr>
                </ns1:solidFill>
                <ns1:latin typeface="Lato" panose="020F0502020204030203" pitchFamily="34" charset="0"/>
                <ns1:ea typeface="Lato" panose="020F0502020204030203" pitchFamily="34" charset="0"/>
                <ns1:cs typeface="Lato" panose="020F0502020204030203" pitchFamily="34" charset="0"/>
              </ns1:rPr>
              <ns1:t>{SlideCaption}</ns1:t>
            </ns1:r>
          </ns1:p>
        </ns0:txBody>
      </ns0:sp>
      <ns0:sp>
        <ns0:nvSpPr>
          <ns0:cNvPr id="127" name="TextBox 126">
            <ns1:extLst>
              <ns1:ext uri="{FF2B5EF4-FFF2-40B4-BE49-F238E27FC236}">
                <ns2:creationId id="{6F1A7C26-9CD5-4454-98F2-E5C63F26413E}"/>
              </ns1:ext>
            </ns1:extLst>
          </ns0:cNvPr>
          <ns0:cNvSpPr txBox="1"/>
          <ns0:nvPr/>
        </ns0:nvSpPr>
        <ns0:spPr>
          <ns1:xfrm flipH="1">
            <ns1:off x="9004297" y="2444609"/>
            <ns1:ext cx="2425318" cy="332848"/>
          </ns1:xfrm>
          <ns1:prstGeom prst="rect">
            <ns1:avLst/>
          </ns1:prstGeom>
          <ns1:noFill/>
        </ns0:spPr>
        <ns0:txBody>
          <ns1:bodyPr wrap="square" rtlCol="0">
            <ns1:spAutoFit/>
          </ns1:bodyPr>
          <ns1:lstStyle/>
          <ns1:p>
            <ns1:pPr>
              <ns1:lnSpc>
                <ns1:spcPct val="150000"/>
              </ns1:lnSpc>
            </ns1:pPr>
            <ns1:r>
              <ns1:rPr lang="en-US" sz="1200" b="1">
                <ns1:solidFill>
                  <ns1:schemeClr val="tx1">
                    <ns1:lumMod val="75000"/>
                    <ns1:lumOff val="25000"/>
                  </ns1:schemeClr>
                </ns1:solidFill>
                <ns1:latin typeface="Lato" panose="020F0502020204030203" pitchFamily="34" charset="0"/>
                <ns1:ea typeface="Lato" panose="020F0502020204030203" pitchFamily="34" charset="0"/>
                <ns1:cs typeface="Lato" panose="020F0502020204030203" pitchFamily="34" charset="0"/>
              </ns1:rPr>
              <ns1:t>{SlideSupportingContent2}</ns1:t>
            </ns1:r>
          </ns1:p>
        </ns0:txBody>
      </ns0:sp>
      <ns0:sp>
        <ns0:nvSpPr>
          <ns0:cNvPr id="128" name="TextBox 127">
            <ns1:extLst>
              <ns1:ext uri="{FF2B5EF4-FFF2-40B4-BE49-F238E27FC236}">
                <ns2:creationId id="{6FB04A77-5616-4AD4-97D3-8E5F3E542FC8}"/>
              </ns1:ext>
            </ns1:extLst>
          </ns0:cNvPr>
          <ns0:cNvSpPr txBox="1"/>
          <ns0:nvPr/>
        </ns0:nvSpPr>
        <ns0:spPr>
          <ns1:xfrm flipH="1">
            <ns1:off x="8357071" y="4145240"/>
            <ns1:ext cx="2425318" cy="820674"/>
          </ns1:xfrm>
          <ns1:prstGeom prst="rect">
            <ns1:avLst/>
          </ns1:prstGeom>
          <ns1:noFill/>
        </ns0:spPr>
        <ns0:txBody>
          <ns1:bodyPr wrap="square" rtlCol="0">
            <ns1:spAutoFit/>
          </ns1:bodyPr>
          <ns1:lstStyle/>
          <ns1:p>
            <ns1:pPr>
              <ns1:lnSpc>
                <ns1:spcPct val="150000"/>
              </ns1:lnSpc>
            </ns1:pPr>
            <ns1:r>
              <ns1:rPr lang="en-US" sz="1100">
                <ns1:solidFill>
                  <ns1:schemeClr val="bg1">
                    <ns1:lumMod val="50000"/>
                  </ns1:schemeClr>
                </ns1:solidFill>
                <ns1:latin typeface="Lato" panose="020F0502020204030203" pitchFamily="34" charset="0"/>
                <ns1:ea typeface="Lato" panose="020F0502020204030203" pitchFamily="34" charset="0"/>
                <ns1:cs typeface="Lato" panose="020F0502020204030203" pitchFamily="34" charset="0"/>
              </ns1:rPr>
              <ns1:t>{SlideSupportingContent3}</ns1:t>
            </ns1:r>
          </ns1:p>
        </ns0:txBody>
      </ns0:sp>
      <ns0:sp>
        <ns0:nvSpPr>
          <ns0:cNvPr id="129" name="TextBox 128">
            <ns1:extLst>
              <ns1:ext uri="{FF2B5EF4-FFF2-40B4-BE49-F238E27FC236}">
                <ns2:creationId id="{DEEF32DC-0D21-4A79-98D0-1FA334941258}"/>
              </ns1:ext>
            </ns1:extLst>
          </ns0:cNvPr>
          <ns0:cNvSpPr txBox="1"/>
          <ns0:nvPr/>
        </ns0:nvSpPr>
        <ns0:spPr>
          <ns1:xfrm flipH="1">
            <ns1:off x="8357071" y="3836256"/>
            <ns1:ext cx="2425318" cy="332848"/>
          </ns1:xfrm>
          <ns1:prstGeom prst="rect">
            <ns1:avLst/>
          </ns1:prstGeom>
          <ns1:noFill/>
        </ns0:spPr>
        <ns0:txBody>
          <ns1:bodyPr wrap="square" rtlCol="0">
            <ns1:spAutoFit/>
          </ns1:bodyPr>
          <ns1:lstStyle/>
          <ns1:p>
            <ns1:pPr>
              <ns1:lnSpc>
                <ns1:spcPct val="150000"/>
              </ns1:lnSpc>
            </ns1:pPr>
            <ns1:r>
              <ns1:rPr lang="en-US" sz="1200" b="1">
                <ns1:solidFill>
                  <ns1:schemeClr val="tx1">
                    <ns1:lumMod val="75000"/>
                    <ns1:lumOff val="25000"/>
                  </ns1:schemeClr>
                </ns1:solidFill>
                <ns1:latin typeface="Lato" panose="020F0502020204030203" pitchFamily="34" charset="0"/>
                <ns1:ea typeface="Lato" panose="020F0502020204030203" pitchFamily="34" charset="0"/>
                <ns1:cs typeface="Lato" panose="020F0502020204030203" pitchFamily="34" charset="0"/>
              </ns1:rPr>
              <ns1:t>{SlideSupportingContent4}</ns1:t>
            </ns1:r>
          </ns1:p>
        </ns0:txBody>
      </ns0:sp>
      <ns0:sp>
        <ns0:nvSpPr>
          <ns0:cNvPr id="130" name="TextBox 129">
            <ns1:extLst>
              <ns1:ext uri="{FF2B5EF4-FFF2-40B4-BE49-F238E27FC236}">
                <ns2:creationId id="{5CCC1338-7E1F-48B4-A660-0D7741C4A061}"/>
              </ns1:ext>
            </ns1:extLst>
          </ns0:cNvPr>
          <ns0:cNvSpPr txBox="1"/>
          <ns0:nvPr/>
        </ns0:nvSpPr>
        <ns0:spPr>
          <ns1:xfrm flipH="1">
            <ns1:off x="6817396" y="5415224"/>
            <ns1:ext cx="2425318" cy="820674"/>
          </ns1:xfrm>
          <ns1:prstGeom prst="rect">
            <ns1:avLst/>
          </ns1:prstGeom>
          <ns1:noFill/>
        </ns0:spPr>
        <ns0:txBody>
          <ns1:bodyPr wrap="square" rtlCol="0">
            <ns1:spAutoFit/>
          </ns1:bodyPr>
          <ns1:lstStyle/>
          <ns1:p>
            <ns1:pPr>
              <ns1:lnSpc>
                <ns1:spcPct val="150000"/>
              </ns1:lnSpc>
            </ns1:pPr>
            <ns1:r>
              <ns1:rPr lang="en-US" sz="1100">
                <ns1:solidFill>
                  <ns1:schemeClr val="bg1">
                    <ns1:lumMod val="50000"/>
                  </ns1:schemeClr>
                </ns1:solidFill>
                <ns1:latin typeface="Lato" panose="020F0502020204030203" pitchFamily="34" charset="0"/>
                <ns1:ea typeface="Lato" panose="020F0502020204030203" pitchFamily="34" charset="0"/>
                <ns1:cs typeface="Lato" panose="020F0502020204030203" pitchFamily="34" charset="0"/>
              </ns1:rPr>
              <ns1:t>{SlideSupportingContent5}</ns1:t>
            </ns1:r>
          </ns1:p>
        </ns0:txBody>
      </ns0:sp>
      <ns0:sp>
        <ns0:nvSpPr>
          <ns0:cNvPr id="131" name="TextBox 130">
            <ns1:extLst>
              <ns1:ext uri="{FF2B5EF4-FFF2-40B4-BE49-F238E27FC236}">
                <ns2:creationId id="{8F0F6CCC-4834-4C2F-AA8D-05FF4E99A41B}"/>
              </ns1:ext>
            </ns1:extLst>
          </ns0:cNvPr>
          <ns0:cNvSpPr txBox="1"/>
          <ns0:nvPr/>
        </ns0:nvSpPr>
        <ns0:spPr>
          <ns1:xfrm flipH="1">
            <ns1:off x="6817396" y="5106240"/>
            <ns1:ext cx="2425318" cy="332848"/>
          </ns1:xfrm>
          <ns1:prstGeom prst="rect">
            <ns1:avLst/>
          </ns1:prstGeom>
          <ns1:noFill/>
        </ns0:spPr>
        <ns0:txBody>
          <ns1:bodyPr wrap="square" rtlCol="0">
            <ns1:spAutoFit/>
          </ns1:bodyPr>
          <ns1:lstStyle/>
          <ns1:p>
            <ns1:pPr>
              <ns1:lnSpc>
                <ns1:spcPct val="150000"/>
              </ns1:lnSpc>
            </ns1:pPr>
            <ns1:r>
              <ns1:rPr lang="en-US" sz="1200" b="1">
                <ns1:solidFill>
                  <ns1:schemeClr val="tx1">
                    <ns1:lumMod val="75000"/>
                    <ns1:lumOff val="25000"/>
                  </ns1:schemeClr>
                </ns1:solidFill>
                <ns1:latin typeface="Lato" panose="020F0502020204030203" pitchFamily="34" charset="0"/>
                <ns1:ea typeface="Lato" panose="020F0502020204030203" pitchFamily="34" charset="0"/>
                <ns1:cs typeface="Lato" panose="020F0502020204030203" pitchFamily="34" charset="0"/>
              </ns1:rPr>
              <ns1:t>{SlideSupportingContent}</ns1:t>
            </ns1:r>
          </ns1:p>
        </ns0:txBody>
      </ns0:sp>
      <ns0:sp>
        <ns0:nvSpPr>
          <ns0:cNvPr id="132" name="TextBox 131">
            <ns1:extLst>
              <ns1:ext uri="{FF2B5EF4-FFF2-40B4-BE49-F238E27FC236}">
                <ns2:creationId id="{7CC146FC-FF9C-4D02-A0B4-49A7A8940E0D}"/>
              </ns1:ext>
            </ns1:extLst>
          </ns0:cNvPr>
          <ns0:cNvSpPr txBox="1"/>
          <ns0:nvPr/>
        </ns0:nvSpPr>
        <ns0:spPr>
          <ns1:xfrm flipH="1">
            <ns1:off x="1055903" y="4321800"/>
            <ns1:ext cx="2425318" cy="820674"/>
          </ns1:xfrm>
          <ns1:prstGeom prst="rect">
            <ns1:avLst/>
          </ns1:prstGeom>
          <ns1:noFill/>
        </ns0:spPr>
        <ns0:txBody>
          <ns1:bodyPr wrap="square" rtlCol="0">
            <ns1:spAutoFit/>
          </ns1:bodyPr>
          <ns1:lstStyle/>
          <ns1:p>
            <ns1:pPr algn="r">
              <ns1:lnSpc>
                <ns1:spcPct val="150000"/>
              </ns1:lnSpc>
            </ns1:pPr>
            <ns1:r>
              <ns1:rPr lang="en-US" sz="1100">
                <ns1:solidFill>
                  <ns1:schemeClr val="bg1">
                    <ns1:lumMod val="50000"/>
                  </ns1:schemeClr>
                </ns1:solidFill>
                <ns1:latin typeface="Lato" panose="020F0502020204030203" pitchFamily="34" charset="0"/>
                <ns1:ea typeface="Lato" panose="020F0502020204030203" pitchFamily="34" charset="0"/>
                <ns1:cs typeface="Lato" panose="020F0502020204030203" pitchFamily="34" charset="0"/>
              </ns1:rPr>
              <ns1:t>{SlideSupportingContent}</ns1:t>
            </ns1:r>
          </ns1:p>
        </ns0:txBody>
      </ns0:sp>
      <ns0:sp>
        <ns0:nvSpPr>
          <ns0:cNvPr id="133" name="TextBox 132">
            <ns1:extLst>
              <ns1:ext uri="{FF2B5EF4-FFF2-40B4-BE49-F238E27FC236}">
                <ns2:creationId id="{B26A5BEE-F430-42DB-9577-6ACFF124ED71}"/>
              </ns1:ext>
            </ns1:extLst>
          </ns0:cNvPr>
          <ns0:cNvSpPr txBox="1"/>
          <ns0:nvPr/>
        </ns0:nvSpPr>
        <ns0:spPr>
          <ns1:xfrm flipH="1">
            <ns1:off x="1055903" y="4012816"/>
            <ns1:ext cx="2425318" cy="332848"/>
          </ns1:xfrm>
          <ns1:prstGeom prst="rect">
            <ns1:avLst/>
          </ns1:prstGeom>
          <ns1:noFill/>
        </ns0:spPr>
        <ns0:txBody>
          <ns1:bodyPr wrap="square" rtlCol="0">
            <ns1:spAutoFit/>
          </ns1:bodyPr>
          <ns1:lstStyle/>
          <ns1:p>
            <ns1:pPr algn="r">
              <ns1:lnSpc>
                <ns1:spcPct val="150000"/>
              </ns1:lnSpc>
            </ns1:pPr>
            <ns1:r>
              <ns1:rPr lang="en-US" sz="1200" b="1">
                <ns1:solidFill>
                  <ns1:schemeClr val="tx1">
                    <ns1:lumMod val="75000"/>
                    <ns1:lumOff val="25000"/>
                  </ns1:schemeClr>
                </ns1:solidFill>
                <ns1:latin typeface="Lato" panose="020F0502020204030203" pitchFamily="34" charset="0"/>
                <ns1:ea typeface="Lato" panose="020F0502020204030203" pitchFamily="34" charset="0"/>
                <ns1:cs typeface="Lato" panose="020F0502020204030203" pitchFamily="34" charset="0"/>
              </ns1:rPr>
              <ns1:t>{SlideSupportingContent}</ns1:t>
            </ns1:r>
          </ns1:p>
        </ns0:txBody>
      </ns0:sp>
      <ns0:sp>
        <ns0:nvSpPr>
          <ns0:cNvPr id="134" name="TextBox 133">
            <ns1:extLst>
              <ns1:ext uri="{FF2B5EF4-FFF2-40B4-BE49-F238E27FC236}">
                <ns2:creationId id="{63591A08-675D-4BC2-B45B-AE5DA5853BB2}"/>
              </ns1:ext>
            </ns1:extLst>
          </ns0:cNvPr>
          <ns0:cNvSpPr txBox="1"/>
          <ns0:nvPr/>
        </ns0:nvSpPr>
        <ns0:spPr>
          <ns1:xfrm flipH="1">
            <ns1:off x="820770" y="2752753"/>
            <ns1:ext cx="2425318" cy="820674"/>
          </ns1:xfrm>
          <ns1:prstGeom prst="rect">
            <ns1:avLst/>
          </ns1:prstGeom>
          <ns1:noFill/>
        </ns0:spPr>
        <ns0:txBody>
          <ns1:bodyPr wrap="square" rtlCol="0">
            <ns1:spAutoFit/>
          </ns1:bodyPr>
          <ns1:lstStyle/>
          <ns1:p>
            <ns1:pPr algn="r">
              <ns1:lnSpc>
                <ns1:spcPct val="150000"/>
              </ns1:lnSpc>
            </ns1:pPr>
            <ns1:r>
              <ns1:rPr lang="en-US" sz="1100">
                <ns1:solidFill>
                  <ns1:schemeClr val="bg1">
                    <ns1:lumMod val="50000"/>
                  </ns1:schemeClr>
                </ns1:solidFill>
                <ns1:latin typeface="Lato" panose="020F0502020204030203" pitchFamily="34" charset="0"/>
                <ns1:ea typeface="Lato" panose="020F0502020204030203" pitchFamily="34" charset="0"/>
                <ns1:cs typeface="Lato" panose="020F0502020204030203" pitchFamily="34" charset="0"/>
              </ns1:rPr>
              <ns1:t>{SlideSupportingContent}</ns1:t>
            </ns1:r>
          </ns1:p>
        </ns0:txBody>
      </ns0:sp>
      <ns0:sp>
        <ns0:nvSpPr>
          <ns0:cNvPr id="135" name="TextBox 134">
            <ns1:extLst>
              <ns1:ext uri="{FF2B5EF4-FFF2-40B4-BE49-F238E27FC236}">
                <ns2:creationId id="{F9F03AC7-DE99-4CCD-AC4F-84B35B87951F}"/>
              </ns1:ext>
            </ns1:extLst>
          </ns0:cNvPr>
          <ns0:cNvSpPr txBox="1"/>
          <ns0:nvPr/>
        </ns0:nvSpPr>
        <ns0:spPr>
          <ns1:xfrm flipH="1">
            <ns1:off x="820770" y="2443769"/>
            <ns1:ext cx="2425318" cy="332848"/>
          </ns1:xfrm>
          <ns1:prstGeom prst="rect">
            <ns1:avLst/>
          </ns1:prstGeom>
          <ns1:noFill/>
        </ns0:spPr>
        <ns0:txBody>
          <ns1:bodyPr wrap="square" rtlCol="0">
            <ns1:spAutoFit/>
          </ns1:bodyPr>
          <ns1:lstStyle/>
          <ns1:p>
            <ns1:pPr algn="r">
              <ns1:lnSpc>
                <ns1:spcPct val="150000"/>
              </ns1:lnSpc>
            </ns1:pPr>
            <ns1:r>
              <ns1:rPr lang="en-US" sz="1200" b="1">
                <ns1:solidFill>
                  <ns1:schemeClr val="tx1">
                    <ns1:lumMod val="75000"/>
                    <ns1:lumOff val="25000"/>
                  </ns1:schemeClr>
                </ns1:solidFill>
                <ns1:latin typeface="Lato" panose="020F0502020204030203" pitchFamily="34" charset="0"/>
                <ns1:ea typeface="Lato" panose="020F0502020204030203" pitchFamily="34" charset="0"/>
                <ns1:cs typeface="Lato" panose="020F0502020204030203" pitchFamily="34" charset="0"/>
              </ns1:rPr>
              <ns1:t>{SlideSupportingContent}</ns1:t>
            </ns1:r>
          </ns1:p>
        </ns0:txBody>
      </ns0:sp>
    </ns0:spTree>
    <ns0:extLst>
      <ns0:ext uri="{BB962C8B-B14F-4D97-AF65-F5344CB8AC3E}">
        <ns3:creationId val="2061254572"/>
      </ns0:ext>
    </ns0:extLst>
  </ns0:cSld>
  <ns0:clrMapOvr>
    <ns1:masterClrMapping/>
  </ns0:clrMapOvr>
</ns0:sld>
</file>

<file path=ppt/slides/slide29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microsoft.com/office/powerpoint/2010/main">
  <ns0:cSld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3" name="Picture Placeholder 2">
            <ns1:extLst>
              <ns1:ext uri="{FF2B5EF4-FFF2-40B4-BE49-F238E27FC236}">
                <ns2:creationId id="{C7799325-A1A4-473F-8F32-3BA53F5AB89D}"/>
              </ns1:ext>
            </ns1:extLst>
          </ns0:cNvPr>
          <ns0:cNvSpPr>
            <ns1:spLocks noGrp="1"/>
          </ns0:cNvSpPr>
          <ns0:nvPr>
            <ns0:ph type="pic" sz="quarter" idx="10"/>
          </ns0:nvPr>
        </ns0:nvSpPr>
        <ns0:spPr/>
      </ns0:sp>
      <ns0:sp>
        <ns0:nvSpPr>
          <ns0:cNvPr id="53" name="Rectangle 52">
            <ns1:extLst>
              <ns1:ext uri="{FF2B5EF4-FFF2-40B4-BE49-F238E27FC236}">
                <ns2:creationId id="{68FDC6BA-92DF-470F-9C74-CF59AE38DE61}"/>
              </ns1:ext>
            </ns1:extLst>
          </ns0:cNvPr>
          <ns0:cNvSpPr/>
          <ns0:nvPr/>
        </ns0:nvSpPr>
        <ns0:spPr>
          <ns1:xfrm>
            <ns1:off x="600501" y="654651"/>
            <ns1:ext cx="4872251" cy="5548699"/>
          </ns1:xfrm>
          <ns1:prstGeom prst="rect">
            <ns1:avLst/>
          </ns1:prstGeom>
          <ns1:solidFill>
            <ns1:schemeClr val="bg1"/>
          </ns1:solidFill>
          <ns1:ln>
            <ns1:noFill/>
          </ns1:ln>
          <ns1:effectLst>
            <ns1:outerShdw blurRad="50800" dist="38100" dir="5400000" algn="t" rotWithShape="0">
              <ns1:prstClr val="black">
                <ns1:alpha val="19000"/>
              </ns1:prstClr>
            </ns1:outerShdw>
          </ns1:effectLst>
        </ns0:spPr>
        <ns0:style>
          <ns1:lnRef idx="2">
            <ns1:schemeClr val="accent1">
              <ns1:shade val="50000"/>
            </ns1:schemeClr>
          </ns1:lnRef>
          <ns1:fillRef idx="1">
            <ns1:schemeClr val="accent1"/>
          </ns1:fillRef>
          <ns1:effectRef idx="0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endParaRPr lang="en-US"/>
          </ns1:p>
        </ns0:txBody>
      </ns0:sp>
      <ns0:sp>
        <ns0:nvSpPr>
          <ns0:cNvPr id="4" name="TextBox 3">
            <ns1:extLst>
              <ns1:ext uri="{FF2B5EF4-FFF2-40B4-BE49-F238E27FC236}">
                <ns2:creationId id="{07E94995-984D-4753-ACF1-A83093044D1F}"/>
              </ns1:ext>
            </ns1:extLst>
          </ns0:cNvPr>
          <ns0:cNvSpPr txBox="1"/>
          <ns0:nvPr/>
        </ns0:nvSpPr>
        <ns0:spPr>
          <ns1:xfrm>
            <ns1:off x="1245827" y="1193013"/>
            <ns1:ext cx="2665538" cy="523220"/>
          </ns1:xfrm>
          <ns1:prstGeom prst="rect">
            <ns1:avLst/>
          </ns1:prstGeom>
          <ns1:noFill/>
        </ns0:spPr>
        <ns0:txBody>
          <ns1:bodyPr wrap="none" rtlCol="0">
            <ns1:spAutoFit/>
          </ns1:bodyPr>
          <ns1:lstStyle/>
          <ns1:p>
            <ns1:pPr algn="ctr"/>
            <ns1:r>
              <ns1:rPr lang="en-US" sz="2800">
                <ns1:latin typeface="Playfair Display" panose="00000500000000000000" pitchFamily="50" charset="0"/>
              </ns1:rPr>
              <ns1:t>{SlideSectionLabel}</ns1:t>
            </ns1:r>
          </ns1:p>
        </ns0:txBody>
      </ns0:sp>
      <ns0:sp>
        <ns0:nvSpPr>
          <ns0:cNvPr id="5" name="TextBox 4">
            <ns1:extLst>
              <ns1:ext uri="{FF2B5EF4-FFF2-40B4-BE49-F238E27FC236}">
                <ns2:creationId id="{0BC38E0A-09C8-4287-8AE4-7E36A26CC32E}"/>
              </ns1:ext>
            </ns1:extLst>
          </ns0:cNvPr>
          <ns0:cNvSpPr txBox="1"/>
          <ns0:nvPr/>
        </ns0:nvSpPr>
        <ns0:spPr>
          <ns1:xfrm>
            <ns1:off x="1245828" y="1716233"/>
            <ns1:ext cx="3749252" cy="609847"/>
          </ns1:xfrm>
          <ns1:prstGeom prst="rect">
            <ns1:avLst/>
          </ns1:prstGeom>
          <ns1:noFill/>
        </ns0:spPr>
        <ns0:txBody>
          <ns1:bodyPr wrap="square" rtlCol="0">
            <ns1:spAutoFit/>
          </ns1:bodyPr>
          <ns1:lstStyle/>
          <ns1:p>
            <ns1:pPr>
              <ns1:lnSpc>
                <ns1:spcPct val="150000"/>
              </ns1:lnSpc>
            </ns1:pPr>
            <ns1:r>
              <ns1:rPr lang="en-US" sz="1200">
                <ns1:solidFill>
                  <ns1:schemeClr val="bg1">
                    <ns1:lumMod val="50000"/>
                  </ns1:schemeClr>
                </ns1:solidFill>
                <ns1:latin typeface="Lato" panose="020F0502020204030203" pitchFamily="34" charset="0"/>
                <ns1:ea typeface="Lato" panose="020F0502020204030203" pitchFamily="34" charset="0"/>
                <ns1:cs typeface="Lato" panose="020F0502020204030203" pitchFamily="34" charset="0"/>
              </ns1:rPr>
              <ns1:t>{SlideSupportingContent}</ns1:t>
            </ns1:r>
          </ns1:p>
        </ns0:txBody>
      </ns0:sp>
      <ns0:sp>
        <ns0:nvSpPr>
          <ns0:cNvPr id="36" name="TextBox 35">
            <ns1:extLst>
              <ns1:ext uri="{FF2B5EF4-FFF2-40B4-BE49-F238E27FC236}">
                <ns2:creationId id="{CF4DCF1C-5232-4377-BE49-642036057182}"/>
              </ns1:ext>
            </ns1:extLst>
          </ns0:cNvPr>
          <ns0:cNvSpPr txBox="1"/>
          <ns0:nvPr/>
        </ns0:nvSpPr>
        <ns0:spPr>
          <ns1:xfrm>
            <ns1:off x="1714996" y="2494253"/>
            <ns1:ext cx="2725075" cy="893834"/>
          </ns1:xfrm>
          <ns1:prstGeom prst="rect">
            <ns1:avLst/>
          </ns1:prstGeom>
          <ns1:noFill/>
        </ns0:spPr>
        <ns0:txBody>
          <ns1:bodyPr wrap="square" rtlCol="0">
            <ns1:spAutoFit/>
          </ns1:bodyPr>
          <ns1:lstStyle/>
          <ns1:p>
            <ns1:pPr>
              <ns1:lnSpc>
                <ns1:spcPct val="150000"/>
              </ns1:lnSpc>
            </ns1:pPr>
            <ns1:r>
              <ns1:rPr lang="en-US" sz="1200">
                <ns1:solidFill>
                  <ns1:schemeClr val="bg2">
                    <ns1:lumMod val="50000"/>
                  </ns1:schemeClr>
                </ns1:solidFill>
                <ns1:latin typeface="Open Sans" panose="020B0606030504020204" pitchFamily="34" charset="0"/>
                <ns1:ea typeface="Open Sans" panose="020B0606030504020204" pitchFamily="34" charset="0"/>
                <ns1:cs typeface="Open Sans" panose="020B0606030504020204" pitchFamily="34" charset="0"/>
              </ns1:rPr>
              <ns1:t>{SlideCallout}</ns1:t>
            </ns1:r>
          </ns1:p>
          <ns1:p>
            <ns1:pPr>
              <ns1:lnSpc>
                <ns1:spcPct val="150000"/>
              </ns1:lnSpc>
            </ns1:pPr>
            <ns1:r>
              <ns1:rPr lang="en-US" sz="1200">
                <ns1:solidFill>
                  <ns1:schemeClr val="bg2">
                    <ns1:lumMod val="50000"/>
                  </ns1:schemeClr>
                </ns1:solidFill>
                <ns1:latin typeface="Open Sans" panose="020B0606030504020204" pitchFamily="34" charset="0"/>
                <ns1:ea typeface="Open Sans" panose="020B0606030504020204" pitchFamily="34" charset="0"/>
                <ns1:cs typeface="Open Sans" panose="020B0606030504020204" pitchFamily="34" charset="0"/>
              </ns1:rPr>
              <ns1:t/>
            </ns1:r>
          </ns1:p>
          <ns1:p>
            <ns1:pPr>
              <ns1:lnSpc>
                <ns1:spcPct val="150000"/>
              </ns1:lnSpc>
            </ns1:pPr>
            <ns1:r>
              <ns1:rPr lang="en-US" sz="1200">
                <ns1:solidFill>
                  <ns1:schemeClr val="bg2">
                    <ns1:lumMod val="50000"/>
                  </ns1:schemeClr>
                </ns1:solidFill>
                <ns1:latin typeface="Open Sans" panose="020B0606030504020204" pitchFamily="34" charset="0"/>
                <ns1:ea typeface="Open Sans" panose="020B0606030504020204" pitchFamily="34" charset="0"/>
                <ns1:cs typeface="Open Sans" panose="020B0606030504020204" pitchFamily="34" charset="0"/>
              </ns1:rPr>
              <ns1:t/>
            </ns1:r>
            <ns1:endParaRPr lang="en-US" sz="1200" dirty="0">
              <ns1:solidFill>
                <ns1:schemeClr val="bg2">
                  <ns1:lumMod val="50000"/>
                </ns1:schemeClr>
              </ns1:solidFill>
              <ns1:latin typeface="Open Sans" panose="020B0606030504020204" pitchFamily="34" charset="0"/>
              <ns1:ea typeface="Open Sans" panose="020B0606030504020204" pitchFamily="34" charset="0"/>
              <ns1:cs typeface="Open Sans" panose="020B0606030504020204" pitchFamily="34" charset="0"/>
            </ns1:endParaRPr>
          </ns1:p>
        </ns0:txBody>
      </ns0:sp>
      <ns0:sp>
        <ns0:nvSpPr>
          <ns0:cNvPr id="37" name="TextBox 36">
            <ns1:extLst>
              <ns1:ext uri="{FF2B5EF4-FFF2-40B4-BE49-F238E27FC236}">
                <ns2:creationId id="{8A702699-F4A8-42F1-915C-78C3FF4C88DC}"/>
              </ns1:ext>
            </ns1:extLst>
          </ns0:cNvPr>
          <ns0:cNvSpPr txBox="1"/>
          <ns0:nvPr/>
        </ns0:nvSpPr>
        <ns0:spPr>
          <ns1:xfrm>
            <ns1:off x="1747622" y="3937115"/>
            <ns1:ext cx="2721373" cy="276999"/>
          </ns1:xfrm>
          <ns1:prstGeom prst="rect">
            <ns1:avLst/>
          </ns1:prstGeom>
          <ns1:noFill/>
        </ns0:spPr>
        <ns0:txBody>
          <ns1:bodyPr wrap="square" rtlCol="0">
            <ns1:spAutoFit/>
          </ns1:bodyPr>
          <ns1:lstStyle/>
          <ns1:p>
            <ns1:r>
              <ns1:rPr lang="en-US" sz="1200" dirty="0">
                <ns1:solidFill>
                  <ns1:schemeClr val="bg2">
                    <ns1:lumMod val="50000"/>
                  </ns1:schemeClr>
                </ns1:solidFill>
                <ns1:latin typeface="Open Sans" panose="020B0606030504020204" pitchFamily="34" charset="0"/>
                <ns1:ea typeface="Open Sans" panose="020B0606030504020204" pitchFamily="34" charset="0"/>
                <ns1:cs typeface="Open Sans" panose="020B0606030504020204" pitchFamily="34" charset="0"/>
              </ns1:rPr>
              <ns1:t>{SlideCaption}</ns1:t>
            </ns1:r>
          </ns1:p>
        </ns0:txBody>
      </ns0:sp>
      <ns0:sp>
        <ns0:nvSpPr>
          <ns0:cNvPr id="38" name="TextBox 37">
            <ns1:extLst>
              <ns1:ext uri="{FF2B5EF4-FFF2-40B4-BE49-F238E27FC236}">
                <ns2:creationId id="{3D492AA4-BFD3-486F-A314-5AEA02959FEC}"/>
              </ns1:ext>
            </ns1:extLst>
          </ns0:cNvPr>
          <ns0:cNvSpPr txBox="1"/>
          <ns0:nvPr/>
        </ns0:nvSpPr>
        <ns0:spPr>
          <ns1:xfrm>
            <ns1:off x="1720326" y="3507793"/>
            <ns1:ext cx="2721373" cy="276999"/>
          </ns1:xfrm>
          <ns1:prstGeom prst="rect">
            <ns1:avLst/>
          </ns1:prstGeom>
          <ns1:noFill/>
        </ns0:spPr>
        <ns0:txBody>
          <ns1:bodyPr wrap="square" rtlCol="0">
            <ns1:spAutoFit/>
          </ns1:bodyPr>
          <ns1:lstStyle/>
          <ns1:p>
            <ns1:r>
              <ns1:rPr lang="en-US" sz="1200" dirty="0">
                <ns1:solidFill>
                  <ns1:schemeClr val="bg2">
                    <ns1:lumMod val="50000"/>
                  </ns1:schemeClr>
                </ns1:solidFill>
                <ns1:latin typeface="Open Sans" panose="020B0606030504020204" pitchFamily="34" charset="0"/>
                <ns1:ea typeface="Open Sans" panose="020B0606030504020204" pitchFamily="34" charset="0"/>
                <ns1:cs typeface="Open Sans" panose="020B0606030504020204" pitchFamily="34" charset="0"/>
              </ns1:rPr>
              <ns1:t>{SlideStatistic}</ns1:t>
            </ns1:r>
          </ns1:p>
        </ns0:txBody>
      </ns0:sp>
      <ns0:sp>
        <ns0:nvSpPr>
          <ns0:cNvPr id="39" name="TextBox 38">
            <ns1:extLst>
              <ns1:ext uri="{FF2B5EF4-FFF2-40B4-BE49-F238E27FC236}">
                <ns2:creationId id="{A4757A46-8BDD-4D08-A95E-C8F1361194DB}"/>
              </ns1:ext>
            </ns1:extLst>
          </ns0:cNvPr>
          <ns0:cNvSpPr txBox="1"/>
          <ns0:nvPr/>
        </ns0:nvSpPr>
        <ns0:spPr>
          <ns1:xfrm>
            <ns1:off x="1747622" y="4402155"/>
            <ns1:ext cx="2721373" cy="276999"/>
          </ns1:xfrm>
          <ns1:prstGeom prst="rect">
            <ns1:avLst/>
          </ns1:prstGeom>
          <ns1:noFill/>
        </ns0:spPr>
        <ns0:txBody>
          <ns1:bodyPr wrap="square" rtlCol="0">
            <ns1:spAutoFit/>
          </ns1:bodyPr>
          <ns1:lstStyle/>
          <ns1:p>
            <ns1:r>
              <ns1:rPr lang="en-US" sz="1200" dirty="0">
                <ns1:solidFill>
                  <ns1:schemeClr val="bg2">
                    <ns1:lumMod val="50000"/>
                  </ns1:schemeClr>
                </ns1:solidFill>
                <ns1:latin typeface="Open Sans" panose="020B0606030504020204" pitchFamily="34" charset="0"/>
                <ns1:ea typeface="Open Sans" panose="020B0606030504020204" pitchFamily="34" charset="0"/>
                <ns1:cs typeface="Open Sans" panose="020B0606030504020204" pitchFamily="34" charset="0"/>
              </ns1:rPr>
              <ns1:t>{SlideReference}</ns1:t>
            </ns1:r>
          </ns1:p>
        </ns0:txBody>
      </ns0:sp>
      <ns0:sp>
        <ns0:nvSpPr>
          <ns0:cNvPr id="43" name="TextBox 42">
            <ns1:extLst>
              <ns1:ext uri="{FF2B5EF4-FFF2-40B4-BE49-F238E27FC236}">
                <ns2:creationId id="{0F23E4EA-D88F-42A0-82E0-4F6D0A532D8A}"/>
              </ns1:ext>
            </ns1:extLst>
          </ns0:cNvPr>
          <ns0:cNvSpPr txBox="1"/>
          <ns0:nvPr/>
        </ns0:nvSpPr>
        <ns0:spPr>
          <ns1:xfrm>
            <ns1:off x="1747622" y="4854266"/>
            <ns1:ext cx="2721373" cy="276999"/>
          </ns1:xfrm>
          <ns1:prstGeom prst="rect">
            <ns1:avLst/>
          </ns1:prstGeom>
          <ns1:noFill/>
        </ns0:spPr>
        <ns0:txBody>
          <ns1:bodyPr wrap="square" rtlCol="0">
            <ns1:spAutoFit/>
          </ns1:bodyPr>
          <ns1:lstStyle/>
          <ns1:p>
            <ns1:r>
              <ns1:rPr lang="en-US" sz="1200">
                <ns1:solidFill>
                  <ns1:schemeClr val="bg2">
                    <ns1:lumMod val="50000"/>
                  </ns1:schemeClr>
                </ns1:solidFill>
                <ns1:latin typeface="Open Sans" panose="020B0606030504020204" pitchFamily="34" charset="0"/>
                <ns1:ea typeface="Open Sans" panose="020B0606030504020204" pitchFamily="34" charset="0"/>
                <ns1:cs typeface="Open Sans" panose="020B0606030504020204" pitchFamily="34" charset="0"/>
              </ns1:rPr>
              <ns1:t>{SlideSupportingContent2}</ns1:t>
            </ns1:r>
            <ns1:endParaRPr lang="en-US" sz="1200" dirty="0">
              <ns1:solidFill>
                <ns1:schemeClr val="bg2">
                  <ns1:lumMod val="50000"/>
                </ns1:schemeClr>
              </ns1:solidFill>
              <ns1:latin typeface="Open Sans" panose="020B0606030504020204" pitchFamily="34" charset="0"/>
              <ns1:ea typeface="Open Sans" panose="020B0606030504020204" pitchFamily="34" charset="0"/>
              <ns1:cs typeface="Open Sans" panose="020B0606030504020204" pitchFamily="34" charset="0"/>
            </ns1:endParaRPr>
          </ns1:p>
        </ns0:txBody>
      </ns0:sp>
      <ns0:sp>
        <ns0:nvSpPr>
          <ns0:cNvPr id="44" name="TextBox 43">
            <ns1:extLst>
              <ns1:ext uri="{FF2B5EF4-FFF2-40B4-BE49-F238E27FC236}">
                <ns2:creationId id="{1AB993CC-EF2F-4016-801D-C2DB9CDEACBD}"/>
              </ns1:ext>
            </ns1:extLst>
          </ns0:cNvPr>
          <ns0:cNvSpPr txBox="1"/>
          <ns0:nvPr/>
        </ns0:nvSpPr>
        <ns0:spPr>
          <ns1:xfrm>
            <ns1:off x="1747622" y="5284211"/>
            <ns1:ext cx="2718457" cy="276999"/>
          </ns1:xfrm>
          <ns1:prstGeom prst="rect">
            <ns1:avLst/>
          </ns1:prstGeom>
          <ns1:noFill/>
        </ns0:spPr>
        <ns0:txBody>
          <ns1:bodyPr wrap="square" rtlCol="0">
            <ns1:spAutoFit/>
          </ns1:bodyPr>
          <ns1:lstStyle/>
          <ns1:p>
            <ns1:r>
              <ns1:rPr lang="en-US" sz="1200">
                <ns1:solidFill>
                  <ns1:schemeClr val="bg2">
                    <ns1:lumMod val="50000"/>
                  </ns1:schemeClr>
                </ns1:solidFill>
                <ns1:latin typeface="Open Sans" panose="020B0606030504020204" pitchFamily="34" charset="0"/>
                <ns1:ea typeface="Open Sans" panose="020B0606030504020204" pitchFamily="34" charset="0"/>
                <ns1:cs typeface="Open Sans" panose="020B0606030504020204" pitchFamily="34" charset="0"/>
              </ns1:rPr>
              <ns1:t>{SlideSupportingContent3}</ns1:t>
            </ns1:r>
            <ns1:endParaRPr lang="en-US" sz="1200" dirty="0">
              <ns1:solidFill>
                <ns1:schemeClr val="bg2">
                  <ns1:lumMod val="50000"/>
                </ns1:schemeClr>
              </ns1:solidFill>
              <ns1:latin typeface="Open Sans" panose="020B0606030504020204" pitchFamily="34" charset="0"/>
              <ns1:ea typeface="Open Sans" panose="020B0606030504020204" pitchFamily="34" charset="0"/>
              <ns1:cs typeface="Open Sans" panose="020B0606030504020204" pitchFamily="34" charset="0"/>
            </ns1:endParaRPr>
          </ns1:p>
        </ns0:txBody>
      </ns0:sp>
      <ns0:sp>
        <ns0:nvSpPr>
          <ns0:cNvPr id="40" name="Shape">
            <ns1:extLst>
              <ns1:ext uri="{FF2B5EF4-FFF2-40B4-BE49-F238E27FC236}">
                <ns2:creationId id="{C4869361-3613-4CEB-B8A6-771817256318}"/>
              </ns1:ext>
            </ns1:extLst>
          </ns0:cNvPr>
          <ns0:cNvSpPr/>
          <ns0:nvPr/>
        </ns0:nvSpPr>
        <ns0:spPr>
          <ns1:xfrm>
            <ns1:off x="1379284" y="3962744"/>
            <ns1:ext cx="278375" cy="202239"/>
          </ns1:xfrm>
          <ns1:custGeom>
            <ns1:avLst/>
            <ns1:gdLst/>
            <ns1:ahLst/>
            <ns1:cxnLst>
              <ns1:cxn ang="0">
                <ns1:pos x="wd2" y="hd2"/>
              </ns1:cxn>
              <ns1:cxn ang="5400000">
                <ns1:pos x="wd2" y="hd2"/>
              </ns1:cxn>
              <ns1:cxn ang="10800000">
                <ns1:pos x="wd2" y="hd2"/>
              </ns1:cxn>
              <ns1:cxn ang="16200000">
                <ns1:pos x="wd2" y="hd2"/>
              </ns1:cxn>
            </ns1:cxnLst>
            <ns1:rect l="0" t="0" r="r" b="b"/>
            <ns1:pathLst>
              <ns1:path w="21600" h="21600" extrusionOk="0">
                <ns1:moveTo>
                  <ns1:pt x="19636" y="0"/>
                </ns1:moveTo>
                <ns1:cubicBezTo>
                  <ns1:pt x="1964" y="0"/>
                  <ns1:pt x="1964" y="0"/>
                  <ns1:pt x="1964" y="0"/>
                </ns1:cubicBezTo>
                <ns1:cubicBezTo>
                  <ns1:pt x="859" y="0"/>
                  <ns1:pt x="0" y="1181"/>
                  <ns1:pt x="0" y="2700"/>
                </ns1:cubicBezTo>
                <ns1:cubicBezTo>
                  <ns1:pt x="0" y="18900"/>
                  <ns1:pt x="0" y="18900"/>
                  <ns1:pt x="0" y="18900"/>
                </ns1:cubicBezTo>
                <ns1:cubicBezTo>
                  <ns1:pt x="0" y="20419"/>
                  <ns1:pt x="859" y="21600"/>
                  <ns1:pt x="1964" y="21600"/>
                </ns1:cubicBezTo>
                <ns1:cubicBezTo>
                  <ns1:pt x="19636" y="21600"/>
                  <ns1:pt x="19636" y="21600"/>
                  <ns1:pt x="19636" y="21600"/>
                </ns1:cubicBezTo>
                <ns1:cubicBezTo>
                  <ns1:pt x="20741" y="21600"/>
                  <ns1:pt x="21600" y="20419"/>
                  <ns1:pt x="21600" y="18900"/>
                </ns1:cubicBezTo>
                <ns1:cubicBezTo>
                  <ns1:pt x="21600" y="2700"/>
                  <ns1:pt x="21600" y="2700"/>
                  <ns1:pt x="21600" y="2700"/>
                </ns1:cubicBezTo>
                <ns1:cubicBezTo>
                  <ns1:pt x="21600" y="1181"/>
                  <ns1:pt x="20741" y="0"/>
                  <ns1:pt x="19636" y="0"/>
                </ns1:cubicBezTo>
                <ns1:moveTo>
                  <ns1:pt x="1964" y="1350"/>
                </ns1:moveTo>
                <ns1:cubicBezTo>
                  <ns1:pt x="19636" y="1350"/>
                  <ns1:pt x="19636" y="1350"/>
                  <ns1:pt x="19636" y="1350"/>
                </ns1:cubicBezTo>
                <ns1:cubicBezTo>
                  <ns1:pt x="19759" y="1350"/>
                  <ns1:pt x="19882" y="1350"/>
                  <ns1:pt x="20005" y="1350"/>
                </ns1:cubicBezTo>
                <ns1:cubicBezTo>
                  <ns1:pt x="11414" y="13163"/>
                  <ns1:pt x="11414" y="13163"/>
                  <ns1:pt x="11414" y="13163"/>
                </ns1:cubicBezTo>
                <ns1:cubicBezTo>
                  <ns1:pt x="11291" y="13331"/>
                  <ns1:pt x="11045" y="13500"/>
                  <ns1:pt x="10800" y="13500"/>
                </ns1:cubicBezTo>
                <ns1:cubicBezTo>
                  <ns1:pt x="10555" y="13500"/>
                  <ns1:pt x="10309" y="13331"/>
                  <ns1:pt x="10186" y="13163"/>
                </ns1:cubicBezTo>
                <ns1:cubicBezTo>
                  <ns1:pt x="1595" y="1350"/>
                  <ns1:pt x="1595" y="1350"/>
                  <ns1:pt x="1595" y="1350"/>
                </ns1:cubicBezTo>
                <ns1:cubicBezTo>
                  <ns1:pt x="1718" y="1350"/>
                  <ns1:pt x="1841" y="1350"/>
                  <ns1:pt x="1964" y="1350"/>
                </ns1:cubicBezTo>
                <ns1:moveTo>
                  <ns1:pt x="982" y="18900"/>
                </ns1:moveTo>
                <ns1:cubicBezTo>
                  <ns1:pt x="982" y="2700"/>
                  <ns1:pt x="982" y="2700"/>
                  <ns1:pt x="982" y="2700"/>
                </ns1:cubicBezTo>
                <ns1:cubicBezTo>
                  <ns1:pt x="982" y="2700"/>
                  <ns1:pt x="982" y="2531"/>
                  <ns1:pt x="982" y="2531"/>
                </ns1:cubicBezTo>
                <ns1:cubicBezTo>
                  <ns1:pt x="7118" y="10800"/>
                  <ns1:pt x="7118" y="10800"/>
                  <ns1:pt x="7118" y="10800"/>
                </ns1:cubicBezTo>
                <ns1:cubicBezTo>
                  <ns1:pt x="982" y="19069"/>
                  <ns1:pt x="982" y="19069"/>
                  <ns1:pt x="982" y="19069"/>
                </ns1:cubicBezTo>
                <ns1:cubicBezTo>
                  <ns1:pt x="982" y="19069"/>
                  <ns1:pt x="982" y="18900"/>
                  <ns1:pt x="982" y="18900"/>
                </ns1:cubicBezTo>
                <ns1:moveTo>
                  <ns1:pt x="19636" y="20250"/>
                </ns1:moveTo>
                <ns1:cubicBezTo>
                  <ns1:pt x="1964" y="20250"/>
                  <ns1:pt x="1964" y="20250"/>
                  <ns1:pt x="1964" y="20250"/>
                </ns1:cubicBezTo>
                <ns1:cubicBezTo>
                  <ns1:pt x="1841" y="20250"/>
                  <ns1:pt x="1718" y="20250"/>
                  <ns1:pt x="1595" y="20250"/>
                </ns1:cubicBezTo>
                <ns1:cubicBezTo>
                  <ns1:pt x="7732" y="11812"/>
                  <ns1:pt x="7732" y="11812"/>
                  <ns1:pt x="7732" y="11812"/>
                </ns1:cubicBezTo>
                <ns1:cubicBezTo>
                  <ns1:pt x="9450" y="14006"/>
                  <ns1:pt x="9450" y="14006"/>
                  <ns1:pt x="9450" y="14006"/>
                </ns1:cubicBezTo>
                <ns1:cubicBezTo>
                  <ns1:pt x="9818" y="14512"/>
                  <ns1:pt x="10309" y="14850"/>
                  <ns1:pt x="10800" y="14850"/>
                </ns1:cubicBezTo>
                <ns1:cubicBezTo>
                  <ns1:pt x="11291" y="14850"/>
                  <ns1:pt x="11782" y="14512"/>
                  <ns1:pt x="12150" y="14006"/>
                </ns1:cubicBezTo>
                <ns1:cubicBezTo>
                  <ns1:pt x="13868" y="11812"/>
                  <ns1:pt x="13868" y="11812"/>
                  <ns1:pt x="13868" y="11812"/>
                </ns1:cubicBezTo>
                <ns1:cubicBezTo>
                  <ns1:pt x="20005" y="20250"/>
                  <ns1:pt x="20005" y="20250"/>
                  <ns1:pt x="20005" y="20250"/>
                </ns1:cubicBezTo>
                <ns1:cubicBezTo>
                  <ns1:pt x="19882" y="20250"/>
                  <ns1:pt x="19759" y="20250"/>
                  <ns1:pt x="19636" y="20250"/>
                </ns1:cubicBezTo>
                <ns1:moveTo>
                  <ns1:pt x="20618" y="18900"/>
                </ns1:moveTo>
                <ns1:cubicBezTo>
                  <ns1:pt x="20618" y="18900"/>
                  <ns1:pt x="20618" y="19069"/>
                  <ns1:pt x="20618" y="19069"/>
                </ns1:cubicBezTo>
                <ns1:cubicBezTo>
                  <ns1:pt x="14482" y="10800"/>
                  <ns1:pt x="14482" y="10800"/>
                  <ns1:pt x="14482" y="10800"/>
                </ns1:cubicBezTo>
                <ns1:cubicBezTo>
                  <ns1:pt x="20618" y="2531"/>
                  <ns1:pt x="20618" y="2531"/>
                  <ns1:pt x="20618" y="2531"/>
                </ns1:cubicBezTo>
                <ns1:cubicBezTo>
                  <ns1:pt x="20618" y="2531"/>
                  <ns1:pt x="20618" y="2700"/>
                  <ns1:pt x="20618" y="2700"/>
                </ns1:cubicBezTo>
                <ns1:lnTo>
                  <ns1:pt x="20618" y="18900"/>
                </ns1:lnTo>
                <ns1:close/>
              </ns1:path>
            </ns1:pathLst>
          </ns1:custGeom>
          <ns1:solidFill>
            <ns1:srgbClr val="F07D66"/>
          </ns1:solidFill>
          <ns1:ln w="12700">
            <ns1:miter lim="400000"/>
          </ns1:ln>
        </ns0:spPr>
        <ns0:txBody>
          <ns1:bodyPr lIns="45719" rIns="45719"/>
          <ns1:lstStyle/>
          <ns1:p>
            <ns1:endParaRPr/>
          </ns1:p>
        </ns0:txBody>
      </ns0:sp>
      <ns0:sp>
        <ns0:nvSpPr>
          <ns0:cNvPr id="41" name="Shape">
            <ns1:extLst>
              <ns1:ext uri="{FF2B5EF4-FFF2-40B4-BE49-F238E27FC236}">
                <ns2:creationId id="{929C9800-5F64-4060-96B6-7385DDE36543}"/>
              </ns1:ext>
            </ns1:extLst>
          </ns0:cNvPr>
          <ns0:cNvSpPr/>
          <ns0:nvPr/>
        </ns0:nvSpPr>
        <ns0:spPr>
          <ns1:xfrm>
            <ns1:off x="1361504" y="3485005"/>
            <ns1:ext cx="278375" cy="276998"/>
          </ns1:xfrm>
          <ns1:custGeom>
            <ns1:avLst/>
            <ns1:gdLst/>
            <ns1:ahLst/>
            <ns1:cxnLst>
              <ns1:cxn ang="0">
                <ns1:pos x="wd2" y="hd2"/>
              </ns1:cxn>
              <ns1:cxn ang="5400000">
                <ns1:pos x="wd2" y="hd2"/>
              </ns1:cxn>
              <ns1:cxn ang="10800000">
                <ns1:pos x="wd2" y="hd2"/>
              </ns1:cxn>
              <ns1:cxn ang="16200000">
                <ns1:pos x="wd2" y="hd2"/>
              </ns1:cxn>
            </ns1:cxnLst>
            <ns1:rect l="0" t="0" r="r" b="b"/>
            <ns1:pathLst>
              <ns1:path w="21600" h="21600" extrusionOk="0">
                <ns1:moveTo>
                  <ns1:pt x="11782" y="982"/>
                </ns1:moveTo>
                <ns1:cubicBezTo>
                  <ns1:pt x="16691" y="982"/>
                  <ns1:pt x="20618" y="4909"/>
                  <ns1:pt x="20618" y="9818"/>
                </ns1:cubicBezTo>
                <ns1:cubicBezTo>
                  <ns1:pt x="20618" y="10064"/>
                  <ns1:pt x="20864" y="10309"/>
                  <ns1:pt x="21109" y="10309"/>
                </ns1:cubicBezTo>
                <ns1:cubicBezTo>
                  <ns1:pt x="21355" y="10309"/>
                  <ns1:pt x="21600" y="10064"/>
                  <ns1:pt x="21600" y="9818"/>
                </ns1:cubicBezTo>
                <ns1:cubicBezTo>
                  <ns1:pt x="21600" y="4418"/>
                  <ns1:pt x="17182" y="0"/>
                  <ns1:pt x="11782" y="0"/>
                </ns1:cubicBezTo>
                <ns1:cubicBezTo>
                  <ns1:pt x="11536" y="0"/>
                  <ns1:pt x="11291" y="245"/>
                  <ns1:pt x="11291" y="491"/>
                </ns1:cubicBezTo>
                <ns1:cubicBezTo>
                  <ns1:pt x="11291" y="736"/>
                  <ns1:pt x="11536" y="982"/>
                  <ns1:pt x="11782" y="982"/>
                </ns1:cubicBezTo>
                <ns1:moveTo>
                  <ns1:pt x="11782" y="5891"/>
                </ns1:moveTo>
                <ns1:cubicBezTo>
                  <ns1:pt x="13991" y="5891"/>
                  <ns1:pt x="15709" y="7609"/>
                  <ns1:pt x="15709" y="9818"/>
                </ns1:cubicBezTo>
                <ns1:cubicBezTo>
                  <ns1:pt x="15709" y="10064"/>
                  <ns1:pt x="15955" y="10309"/>
                  <ns1:pt x="16200" y="10309"/>
                </ns1:cubicBezTo>
                <ns1:cubicBezTo>
                  <ns1:pt x="16445" y="10309"/>
                  <ns1:pt x="16691" y="10064"/>
                  <ns1:pt x="16691" y="9818"/>
                </ns1:cubicBezTo>
                <ns1:cubicBezTo>
                  <ns1:pt x="16691" y="7118"/>
                  <ns1:pt x="14482" y="4909"/>
                  <ns1:pt x="11782" y="4909"/>
                </ns1:cubicBezTo>
                <ns1:cubicBezTo>
                  <ns1:pt x="11536" y="4909"/>
                  <ns1:pt x="11291" y="5155"/>
                  <ns1:pt x="11291" y="5400"/>
                </ns1:cubicBezTo>
                <ns1:cubicBezTo>
                  <ns1:pt x="11291" y="5645"/>
                  <ns1:pt x="11536" y="5891"/>
                  <ns1:pt x="11782" y="5891"/>
                </ns1:cubicBezTo>
                <ns1:moveTo>
                  <ns1:pt x="11782" y="10800"/>
                </ns1:moveTo>
                <ns1:cubicBezTo>
                  <ns1:pt x="12273" y="10800"/>
                  <ns1:pt x="12764" y="10309"/>
                  <ns1:pt x="12764" y="9818"/>
                </ns1:cubicBezTo>
                <ns1:cubicBezTo>
                  <ns1:pt x="12764" y="9327"/>
                  <ns1:pt x="12273" y="8836"/>
                  <ns1:pt x="11782" y="8836"/>
                </ns1:cubicBezTo>
                <ns1:cubicBezTo>
                  <ns1:pt x="11291" y="8836"/>
                  <ns1:pt x="10800" y="9327"/>
                  <ns1:pt x="10800" y="9818"/>
                </ns1:cubicBezTo>
                <ns1:cubicBezTo>
                  <ns1:pt x="10800" y="10309"/>
                  <ns1:pt x="11291" y="10800"/>
                  <ns1:pt x="11782" y="10800"/>
                </ns1:cubicBezTo>
                <ns1:moveTo>
                  <ns1:pt x="21600" y="17182"/>
                </ns1:moveTo>
                <ns1:cubicBezTo>
                  <ns1:pt x="21600" y="16814"/>
                  <ns1:pt x="21477" y="16445"/>
                  <ns1:pt x="21109" y="16077"/>
                </ns1:cubicBezTo>
                <ns1:cubicBezTo>
                  <ns1:pt x="21109" y="16077"/>
                  <ns1:pt x="20986" y="15955"/>
                  <ns1:pt x="20864" y="15955"/>
                </ns1:cubicBezTo>
                <ns1:cubicBezTo>
                  <ns1:pt x="16691" y="12641"/>
                  <ns1:pt x="16691" y="12641"/>
                  <ns1:pt x="16691" y="12641"/>
                </ns1:cubicBezTo>
                <ns1:cubicBezTo>
                  <ns1:pt x="16445" y="12395"/>
                  <ns1:pt x="16077" y="12273"/>
                  <ns1:pt x="15709" y="12273"/>
                </ns1:cubicBezTo>
                <ns1:cubicBezTo>
                  <ns1:pt x="15341" y="12273"/>
                  <ns1:pt x="15095" y="12395"/>
                  <ns1:pt x="14850" y="12518"/>
                </ns1:cubicBezTo>
                <ns1:cubicBezTo>
                  <ns1:pt x="13623" y="13745"/>
                  <ns1:pt x="13623" y="13745"/>
                  <ns1:pt x="13623" y="13745"/>
                </ns1:cubicBezTo>
                <ns1:cubicBezTo>
                  <ns1:pt x="13623" y="13745"/>
                  <ns1:pt x="13623" y="13745"/>
                  <ns1:pt x="13623" y="13745"/>
                </ns1:cubicBezTo>
                <ns1:cubicBezTo>
                  <ns1:pt x="13500" y="13991"/>
                  <ns1:pt x="13255" y="14114"/>
                  <ns1:pt x="12886" y="14114"/>
                </ns1:cubicBezTo>
                <ns1:cubicBezTo>
                  <ns1:pt x="12641" y="14114"/>
                  <ns1:pt x="12273" y="13868"/>
                  <ns1:pt x="12150" y="13623"/>
                </ns1:cubicBezTo>
                <ns1:cubicBezTo>
                  <ns1:pt x="12150" y="13623"/>
                  <ns1:pt x="12150" y="13623"/>
                  <ns1:pt x="12150" y="13623"/>
                </ns1:cubicBezTo>
                <ns1:cubicBezTo>
                  <ns1:pt x="10555" y="12518"/>
                  <ns1:pt x="9082" y="11168"/>
                  <ns1:pt x="7855" y="9450"/>
                </ns1:cubicBezTo>
                <ns1:cubicBezTo>
                  <ns1:pt x="7977" y="9450"/>
                  <ns1:pt x="7977" y="9450"/>
                  <ns1:pt x="7977" y="9450"/>
                </ns1:cubicBezTo>
                <ns1:cubicBezTo>
                  <ns1:pt x="7732" y="9327"/>
                  <ns1:pt x="7486" y="8959"/>
                  <ns1:pt x="7486" y="8714"/>
                </ns1:cubicBezTo>
                <ns1:cubicBezTo>
                  <ns1:pt x="7486" y="8345"/>
                  <ns1:pt x="7609" y="8100"/>
                  <ns1:pt x="7855" y="7977"/>
                </ns1:cubicBezTo>
                <ns1:cubicBezTo>
                  <ns1:pt x="7855" y="7977"/>
                  <ns1:pt x="7855" y="7977"/>
                  <ns1:pt x="7855" y="7977"/>
                </ns1:cubicBezTo>
                <ns1:cubicBezTo>
                  <ns1:pt x="8959" y="6750"/>
                  <ns1:pt x="8959" y="6750"/>
                  <ns1:pt x="8959" y="6750"/>
                </ns1:cubicBezTo>
                <ns1:cubicBezTo>
                  <ns1:pt x="9205" y="6505"/>
                  <ns1:pt x="9327" y="6259"/>
                  <ns1:pt x="9327" y="5891"/>
                </ns1:cubicBezTo>
                <ns1:cubicBezTo>
                  <ns1:pt x="9327" y="5523"/>
                  <ns1:pt x="9205" y="5155"/>
                  <ns1:pt x="8836" y="4909"/>
                </ns1:cubicBezTo>
                <ns1:cubicBezTo>
                  <ns1:pt x="5645" y="736"/>
                  <ns1:pt x="5645" y="736"/>
                  <ns1:pt x="5645" y="736"/>
                </ns1:cubicBezTo>
                <ns1:cubicBezTo>
                  <ns1:pt x="5645" y="614"/>
                  <ns1:pt x="5523" y="491"/>
                  <ns1:pt x="5400" y="491"/>
                </ns1:cubicBezTo>
                <ns1:cubicBezTo>
                  <ns1:pt x="5155" y="123"/>
                  <ns1:pt x="4786" y="0"/>
                  <ns1:pt x="4418" y="0"/>
                </ns1:cubicBezTo>
                <ns1:cubicBezTo>
                  <ns1:pt x="2455" y="0"/>
                  <ns1:pt x="0" y="2332"/>
                  <ns1:pt x="0" y="5155"/>
                </ns1:cubicBezTo>
                <ns1:cubicBezTo>
                  <ns1:pt x="0" y="5891"/>
                  <ns1:pt x="123" y="6627"/>
                  <ns1:pt x="491" y="7364"/>
                </ns1:cubicBezTo>
                <ns1:cubicBezTo>
                  <ns1:pt x="491" y="7364"/>
                  <ns1:pt x="491" y="7364"/>
                  <ns1:pt x="491" y="7364"/>
                </ns1:cubicBezTo>
                <ns1:cubicBezTo>
                  <ns1:pt x="3436" y="13255"/>
                  <ns1:pt x="8345" y="18164"/>
                  <ns1:pt x="14236" y="21109"/>
                </ns1:cubicBezTo>
                <ns1:cubicBezTo>
                  <ns1:pt x="14236" y="21109"/>
                  <ns1:pt x="14236" y="21109"/>
                  <ns1:pt x="14236" y="21109"/>
                </ns1:cubicBezTo>
                <ns1:cubicBezTo>
                  <ns1:pt x="14850" y="21477"/>
                  <ns1:pt x="15709" y="21600"/>
                  <ns1:pt x="16445" y="21600"/>
                </ns1:cubicBezTo>
                <ns1:cubicBezTo>
                  <ns1:pt x="19268" y="21600"/>
                  <ns1:pt x="21600" y="19145"/>
                  <ns1:pt x="21600" y="17182"/>
                </ns1:cubicBezTo>
                <ns1:cubicBezTo>
                  <ns1:pt x="21600" y="17182"/>
                  <ns1:pt x="21600" y="17182"/>
                  <ns1:pt x="21600" y="17182"/>
                </ns1:cubicBezTo>
                <ns1:close/>
                <ns1:moveTo>
                  <ns1:pt x="16445" y="20618"/>
                </ns1:moveTo>
                <ns1:cubicBezTo>
                  <ns1:pt x="15832" y="20618"/>
                  <ns1:pt x="15218" y="20495"/>
                  <ns1:pt x="14605" y="20250"/>
                </ns1:cubicBezTo>
                <ns1:cubicBezTo>
                  <ns1:pt x="14605" y="20250"/>
                  <ns1:pt x="14605" y="20127"/>
                  <ns1:pt x="14482" y="20127"/>
                </ns1:cubicBezTo>
                <ns1:cubicBezTo>
                  <ns1:pt x="8959" y="17305"/>
                  <ns1:pt x="4295" y="12641"/>
                  <ns1:pt x="1473" y="7118"/>
                </ns1:cubicBezTo>
                <ns1:cubicBezTo>
                  <ns1:pt x="1473" y="6995"/>
                  <ns1:pt x="1350" y="6995"/>
                  <ns1:pt x="1350" y="6995"/>
                </ns1:cubicBezTo>
                <ns1:cubicBezTo>
                  <ns1:pt x="1105" y="6382"/>
                  <ns1:pt x="982" y="5768"/>
                  <ns1:pt x="982" y="5155"/>
                </ns1:cubicBezTo>
                <ns1:cubicBezTo>
                  <ns1:pt x="982" y="2823"/>
                  <ns1:pt x="3068" y="982"/>
                  <ns1:pt x="4418" y="982"/>
                </ns1:cubicBezTo>
                <ns1:cubicBezTo>
                  <ns1:pt x="4541" y="982"/>
                  <ns1:pt x="4664" y="1105"/>
                  <ns1:pt x="4786" y="1105"/>
                </ns1:cubicBezTo>
                <ns1:cubicBezTo>
                  <ns1:pt x="4786" y="1105"/>
                  <ns1:pt x="4786" y="1105"/>
                  <ns1:pt x="4786" y="1227"/>
                </ns1:cubicBezTo>
                <ns1:cubicBezTo>
                  <ns1:pt x="4786" y="1227"/>
                  <ns1:pt x="4909" y="1227"/>
                  <ns1:pt x="4909" y="1350"/>
                </ns1:cubicBezTo>
                <ns1:cubicBezTo>
                  <ns1:pt x="8100" y="5400"/>
                  <ns1:pt x="8100" y="5400"/>
                  <ns1:pt x="8100" y="5400"/>
                </ns1:cubicBezTo>
                <ns1:cubicBezTo>
                  <ns1:pt x="8100" y="5523"/>
                  <ns1:pt x="8223" y="5523"/>
                  <ns1:pt x="8223" y="5523"/>
                </ns1:cubicBezTo>
                <ns1:cubicBezTo>
                  <ns1:pt x="8223" y="5645"/>
                  <ns1:pt x="8345" y="5768"/>
                  <ns1:pt x="8345" y="5891"/>
                </ns1:cubicBezTo>
                <ns1:cubicBezTo>
                  <ns1:pt x="8345" y="6014"/>
                  <ns1:pt x="8345" y="6014"/>
                  <ns1:pt x="8223" y="6136"/>
                </ns1:cubicBezTo>
                <ns1:cubicBezTo>
                  <ns1:pt x="7118" y="7241"/>
                  <ns1:pt x="7118" y="7241"/>
                  <ns1:pt x="7118" y="7241"/>
                </ns1:cubicBezTo>
                <ns1:cubicBezTo>
                  <ns1:pt x="7118" y="7241"/>
                  <ns1:pt x="7118" y="7241"/>
                  <ns1:pt x="7118" y="7241"/>
                </ns1:cubicBezTo>
                <ns1:cubicBezTo>
                  <ns1:pt x="6750" y="7609"/>
                  <ns1:pt x="6505" y="8100"/>
                  <ns1:pt x="6505" y="8714"/>
                </ns1:cubicBezTo>
                <ns1:cubicBezTo>
                  <ns1:pt x="6505" y="9205"/>
                  <ns1:pt x="6750" y="9695"/>
                  <ns1:pt x="7118" y="10064"/>
                </ns1:cubicBezTo>
                <ns1:cubicBezTo>
                  <ns1:pt x="7118" y="10064"/>
                  <ns1:pt x="7118" y="10064"/>
                  <ns1:pt x="7118" y="10064"/>
                </ns1:cubicBezTo>
                <ns1:cubicBezTo>
                  <ns1:pt x="8345" y="11782"/>
                  <ns1:pt x="9818" y="13255"/>
                  <ns1:pt x="11536" y="14482"/>
                </ns1:cubicBezTo>
                <ns1:cubicBezTo>
                  <ns1:pt x="11536" y="14482"/>
                  <ns1:pt x="11536" y="14482"/>
                  <ns1:pt x="11536" y="14482"/>
                </ns1:cubicBezTo>
                <ns1:cubicBezTo>
                  <ns1:pt x="11905" y="14850"/>
                  <ns1:pt x="12395" y="15095"/>
                  <ns1:pt x="12886" y="15095"/>
                </ns1:cubicBezTo>
                <ns1:cubicBezTo>
                  <ns1:pt x="13377" y="15095"/>
                  <ns1:pt x="13868" y="14850"/>
                  <ns1:pt x="14236" y="14482"/>
                </ns1:cubicBezTo>
                <ns1:cubicBezTo>
                  <ns1:pt x="14359" y="14482"/>
                  <ns1:pt x="14359" y="14482"/>
                  <ns1:pt x="14359" y="14482"/>
                </ns1:cubicBezTo>
                <ns1:cubicBezTo>
                  <ns1:pt x="15464" y="13377"/>
                  <ns1:pt x="15464" y="13377"/>
                  <ns1:pt x="15464" y="13377"/>
                </ns1:cubicBezTo>
                <ns1:cubicBezTo>
                  <ns1:pt x="15586" y="13255"/>
                  <ns1:pt x="15586" y="13255"/>
                  <ns1:pt x="15709" y="13255"/>
                </ns1:cubicBezTo>
                <ns1:cubicBezTo>
                  <ns1:pt x="15832" y="13255"/>
                  <ns1:pt x="15955" y="13377"/>
                  <ns1:pt x="16077" y="13377"/>
                </ns1:cubicBezTo>
                <ns1:cubicBezTo>
                  <ns1:pt x="16077" y="13377"/>
                  <ns1:pt x="16077" y="13500"/>
                  <ns1:pt x="16077" y="13500"/>
                </ns1:cubicBezTo>
                <ns1:cubicBezTo>
                  <ns1:pt x="20250" y="16691"/>
                  <ns1:pt x="20250" y="16691"/>
                  <ns1:pt x="20250" y="16691"/>
                </ns1:cubicBezTo>
                <ns1:cubicBezTo>
                  <ns1:pt x="20373" y="16691"/>
                  <ns1:pt x="20373" y="16691"/>
                  <ns1:pt x="20373" y="16814"/>
                </ns1:cubicBezTo>
                <ns1:cubicBezTo>
                  <ns1:pt x="20373" y="16814"/>
                  <ns1:pt x="20495" y="16814"/>
                  <ns1:pt x="20495" y="16814"/>
                </ns1:cubicBezTo>
                <ns1:cubicBezTo>
                  <ns1:pt x="20495" y="16936"/>
                  <ns1:pt x="20618" y="16936"/>
                  <ns1:pt x="20618" y="17182"/>
                </ns1:cubicBezTo>
                <ns1:cubicBezTo>
                  <ns1:pt x="20618" y="17182"/>
                  <ns1:pt x="20618" y="17182"/>
                  <ns1:pt x="20618" y="17305"/>
                </ns1:cubicBezTo>
                <ns1:cubicBezTo>
                  <ns1:pt x="20495" y="18655"/>
                  <ns1:pt x="18777" y="20618"/>
                  <ns1:pt x="16445" y="20618"/>
                </ns1:cubicBezTo>
              </ns1:path>
            </ns1:pathLst>
          </ns1:custGeom>
          <ns1:solidFill>
            <ns1:srgbClr val="F07D66"/>
          </ns1:solidFill>
          <ns1:ln w="12700">
            <ns1:miter lim="400000"/>
          </ns1:ln>
        </ns0:spPr>
        <ns0:txBody>
          <ns1:bodyPr lIns="45719" rIns="45719"/>
          <ns1:lstStyle/>
          <ns1:p>
            <ns1:endParaRPr>
              <ns1:solidFill>
                <ns1:schemeClr val="tx1">
                  <ns1:lumMod val="95000"/>
                  <ns1:lumOff val="5000"/>
                </ns1:schemeClr>
              </ns1:solidFill>
            </ns1:endParaRPr>
          </ns1:p>
        </ns0:txBody>
      </ns0:sp>
      <ns0:sp>
        <ns0:nvSpPr>
          <ns0:cNvPr id="42" name="Shape">
            <ns1:extLst>
              <ns1:ext uri="{FF2B5EF4-FFF2-40B4-BE49-F238E27FC236}">
                <ns2:creationId id="{EA74FD2C-D7A2-411A-93EE-B39D556BACAF}"/>
              </ns1:ext>
            </ns1:extLst>
          </ns0:cNvPr>
          <ns0:cNvSpPr/>
          <ns0:nvPr/>
        </ns0:nvSpPr>
        <ns0:spPr>
          <ns1:xfrm>
            <ns1:off x="1393222" y="2610142"/>
            <ns1:ext cx="216337" cy="298395"/>
          </ns1:xfrm>
          <ns1:custGeom>
            <ns1:avLst/>
            <ns1:gdLst/>
            <ns1:ahLst/>
            <ns1:cxnLst>
              <ns1:cxn ang="0">
                <ns1:pos x="wd2" y="hd2"/>
              </ns1:cxn>
              <ns1:cxn ang="5400000">
                <ns1:pos x="wd2" y="hd2"/>
              </ns1:cxn>
              <ns1:cxn ang="10800000">
                <ns1:pos x="wd2" y="hd2"/>
              </ns1:cxn>
              <ns1:cxn ang="16200000">
                <ns1:pos x="wd2" y="hd2"/>
              </ns1:cxn>
            </ns1:cxnLst>
            <ns1:rect l="0" t="0" r="r" b="b"/>
            <ns1:pathLst>
              <ns1:path w="21600" h="21600" extrusionOk="0">
                <ns1:moveTo>
                  <ns1:pt x="10800" y="0"/>
                </ns1:moveTo>
                <ns1:cubicBezTo>
                  <ns1:pt x="4894" y="0"/>
                  <ns1:pt x="0" y="3559"/>
                  <ns1:pt x="0" y="7855"/>
                </ns1:cubicBezTo>
                <ns1:cubicBezTo>
                  <ns1:pt x="0" y="14236"/>
                  <ns1:pt x="10800" y="21600"/>
                  <ns1:pt x="10800" y="21600"/>
                </ns1:cubicBezTo>
                <ns1:cubicBezTo>
                  <ns1:pt x="10800" y="21600"/>
                  <ns1:pt x="21600" y="14236"/>
                  <ns1:pt x="21600" y="7855"/>
                </ns1:cubicBezTo>
                <ns1:cubicBezTo>
                  <ns1:pt x="21600" y="3559"/>
                  <ns1:pt x="16706" y="0"/>
                  <ns1:pt x="10800" y="0"/>
                </ns1:cubicBezTo>
                <ns1:moveTo>
                  <ns1:pt x="10800" y="20127"/>
                </ns1:moveTo>
                <ns1:cubicBezTo>
                  <ns1:pt x="10800" y="20127"/>
                  <ns1:pt x="1350" y="13745"/>
                  <ns1:pt x="1350" y="7855"/>
                </ns1:cubicBezTo>
                <ns1:cubicBezTo>
                  <ns1:pt x="1350" y="4050"/>
                  <ns1:pt x="5569" y="982"/>
                  <ns1:pt x="10800" y="982"/>
                </ns1:cubicBezTo>
                <ns1:cubicBezTo>
                  <ns1:pt x="16031" y="982"/>
                  <ns1:pt x="20250" y="4050"/>
                  <ns1:pt x="20250" y="7855"/>
                </ns1:cubicBezTo>
                <ns1:cubicBezTo>
                  <ns1:pt x="20250" y="13745"/>
                  <ns1:pt x="10800" y="20127"/>
                  <ns1:pt x="10800" y="20127"/>
                </ns1:cubicBezTo>
                <ns1:moveTo>
                  <ns1:pt x="10800" y="3927"/>
                </ns1:moveTo>
                <ns1:cubicBezTo>
                  <ns1:pt x="7762" y="3927"/>
                  <ns1:pt x="5400" y="5645"/>
                  <ns1:pt x="5400" y="7855"/>
                </ns1:cubicBezTo>
                <ns1:cubicBezTo>
                  <ns1:pt x="5400" y="10064"/>
                  <ns1:pt x="7762" y="11782"/>
                  <ns1:pt x="10800" y="11782"/>
                </ns1:cubicBezTo>
                <ns1:cubicBezTo>
                  <ns1:pt x="13837" y="11782"/>
                  <ns1:pt x="16200" y="10064"/>
                  <ns1:pt x="16200" y="7855"/>
                </ns1:cubicBezTo>
                <ns1:cubicBezTo>
                  <ns1:pt x="16200" y="5645"/>
                  <ns1:pt x="13837" y="3927"/>
                  <ns1:pt x="10800" y="3927"/>
                </ns1:cubicBezTo>
                <ns1:moveTo>
                  <ns1:pt x="10800" y="10800"/>
                </ns1:moveTo>
                <ns1:cubicBezTo>
                  <ns1:pt x="8606" y="10800"/>
                  <ns1:pt x="6750" y="9450"/>
                  <ns1:pt x="6750" y="7855"/>
                </ns1:cubicBezTo>
                <ns1:cubicBezTo>
                  <ns1:pt x="6750" y="6259"/>
                  <ns1:pt x="8606" y="4909"/>
                  <ns1:pt x="10800" y="4909"/>
                </ns1:cubicBezTo>
                <ns1:cubicBezTo>
                  <ns1:pt x="12994" y="4909"/>
                  <ns1:pt x="14850" y="6259"/>
                  <ns1:pt x="14850" y="7855"/>
                </ns1:cubicBezTo>
                <ns1:cubicBezTo>
                  <ns1:pt x="14850" y="9450"/>
                  <ns1:pt x="12994" y="10800"/>
                  <ns1:pt x="10800" y="10800"/>
                </ns1:cubicBezTo>
              </ns1:path>
            </ns1:pathLst>
          </ns1:custGeom>
          <ns1:solidFill>
            <ns1:srgbClr val="F07D66"/>
          </ns1:solidFill>
          <ns1:ln w="12700">
            <ns1:miter lim="400000"/>
          </ns1:ln>
        </ns0:spPr>
        <ns0:txBody>
          <ns1:bodyPr lIns="45719" rIns="45719"/>
          <ns1:lstStyle/>
          <ns1:p>
            <ns1:endParaRPr/>
          </ns1:p>
        </ns0:txBody>
      </ns0:sp>
      <ns0:sp>
        <ns0:nvSpPr>
          <ns0:cNvPr id="45" name="Shape">
            <ns1:extLst>
              <ns1:ext uri="{FF2B5EF4-FFF2-40B4-BE49-F238E27FC236}">
                <ns2:creationId id="{EE39CF7B-F115-45F7-A612-8FD43ECD7071}"/>
              </ns1:ext>
            </ns1:extLst>
          </ns0:cNvPr>
          <ns0:cNvSpPr/>
          <ns0:nvPr/>
        </ns0:nvSpPr>
        <ns0:spPr>
          <ns1:xfrm>
            <ns1:off x="1353405" y="5272970"/>
            <ns1:ext cx="329971" cy="329972"/>
          </ns1:xfrm>
          <ns1:custGeom>
            <ns1:avLst/>
            <ns1:gdLst/>
            <ns1:ahLst/>
            <ns1:cxnLst>
              <ns1:cxn ang="0">
                <ns1:pos x="wd2" y="hd2"/>
              </ns1:cxn>
              <ns1:cxn ang="5400000">
                <ns1:pos x="wd2" y="hd2"/>
              </ns1:cxn>
              <ns1:cxn ang="10800000">
                <ns1:pos x="wd2" y="hd2"/>
              </ns1:cxn>
              <ns1:cxn ang="16200000">
                <ns1:pos x="wd2" y="hd2"/>
              </ns1:cxn>
            </ns1:cxnLst>
            <ns1:rect l="0" t="0" r="r" b="b"/>
            <ns1:pathLst>
              <ns1:path w="21600" h="21600" extrusionOk="0">
                <ns1:moveTo>
                  <ns1:pt x="10800" y="0"/>
                </ns1:moveTo>
                <ns1:cubicBezTo>
                  <ns1:pt x="4786" y="0"/>
                  <ns1:pt x="0" y="4786"/>
                  <ns1:pt x="0" y="10800"/>
                </ns1:cubicBezTo>
                <ns1:cubicBezTo>
                  <ns1:pt x="0" y="16814"/>
                  <ns1:pt x="4786" y="21600"/>
                  <ns1:pt x="10800" y="21600"/>
                </ns1:cubicBezTo>
                <ns1:cubicBezTo>
                  <ns1:pt x="16814" y="21600"/>
                  <ns1:pt x="21600" y="16814"/>
                  <ns1:pt x="21600" y="10800"/>
                </ns1:cubicBezTo>
                <ns1:cubicBezTo>
                  <ns1:pt x="21600" y="4786"/>
                  <ns1:pt x="16814" y="0"/>
                  <ns1:pt x="10800" y="0"/>
                </ns1:cubicBezTo>
                <ns1:moveTo>
                  <ns1:pt x="10800" y="20618"/>
                </ns1:moveTo>
                <ns1:cubicBezTo>
                  <ns1:pt x="5400" y="20618"/>
                  <ns1:pt x="982" y="16200"/>
                  <ns1:pt x="982" y="10800"/>
                </ns1:cubicBezTo>
                <ns1:cubicBezTo>
                  <ns1:pt x="982" y="5400"/>
                  <ns1:pt x="5400" y="982"/>
                  <ns1:pt x="10800" y="982"/>
                </ns1:cubicBezTo>
                <ns1:cubicBezTo>
                  <ns1:pt x="16200" y="982"/>
                  <ns1:pt x="20618" y="5400"/>
                  <ns1:pt x="20618" y="10800"/>
                </ns1:cubicBezTo>
                <ns1:cubicBezTo>
                  <ns1:pt x="20618" y="16200"/>
                  <ns1:pt x="16200" y="20618"/>
                  <ns1:pt x="10800" y="20618"/>
                </ns1:cubicBezTo>
                <ns1:moveTo>
                  <ns1:pt x="13745" y="5891"/>
                </ns1:moveTo>
                <ns1:cubicBezTo>
                  <ns1:pt x="7855" y="5891"/>
                  <ns1:pt x="7855" y="5891"/>
                  <ns1:pt x="7855" y="5891"/>
                </ns1:cubicBezTo>
                <ns1:cubicBezTo>
                  <ns1:pt x="6750" y="5891"/>
                  <ns1:pt x="5891" y="6750"/>
                  <ns1:pt x="5891" y="7855"/>
                </ns1:cubicBezTo>
                <ns1:cubicBezTo>
                  <ns1:pt x="5891" y="13745"/>
                  <ns1:pt x="5891" y="13745"/>
                  <ns1:pt x="5891" y="13745"/>
                </ns1:cubicBezTo>
                <ns1:cubicBezTo>
                  <ns1:pt x="5891" y="14850"/>
                  <ns1:pt x="6750" y="15709"/>
                  <ns1:pt x="7855" y="15709"/>
                </ns1:cubicBezTo>
                <ns1:cubicBezTo>
                  <ns1:pt x="13745" y="15709"/>
                  <ns1:pt x="13745" y="15709"/>
                  <ns1:pt x="13745" y="15709"/>
                </ns1:cubicBezTo>
                <ns1:cubicBezTo>
                  <ns1:pt x="14850" y="15709"/>
                  <ns1:pt x="15709" y="14850"/>
                  <ns1:pt x="15709" y="13745"/>
                </ns1:cubicBezTo>
                <ns1:cubicBezTo>
                  <ns1:pt x="15709" y="7855"/>
                  <ns1:pt x="15709" y="7855"/>
                  <ns1:pt x="15709" y="7855"/>
                </ns1:cubicBezTo>
                <ns1:cubicBezTo>
                  <ns1:pt x="15709" y="6750"/>
                  <ns1:pt x="14850" y="5891"/>
                  <ns1:pt x="13745" y="5891"/>
                </ns1:cubicBezTo>
                <ns1:moveTo>
                  <ns1:pt x="12764" y="7364"/>
                </ns1:moveTo>
                <ns1:cubicBezTo>
                  <ns1:pt x="14236" y="7364"/>
                  <ns1:pt x="14236" y="7364"/>
                  <ns1:pt x="14236" y="7364"/>
                </ns1:cubicBezTo>
                <ns1:cubicBezTo>
                  <ns1:pt x="14236" y="8836"/>
                  <ns1:pt x="14236" y="8836"/>
                  <ns1:pt x="14236" y="8836"/>
                </ns1:cubicBezTo>
                <ns1:cubicBezTo>
                  <ns1:pt x="12764" y="8836"/>
                  <ns1:pt x="12764" y="8836"/>
                  <ns1:pt x="12764" y="8836"/>
                </ns1:cubicBezTo>
                <ns1:lnTo>
                  <ns1:pt x="12764" y="7364"/>
                </ns1:lnTo>
                <ns1:close/>
                <ns1:moveTo>
                  <ns1:pt x="10800" y="8836"/>
                </ns1:moveTo>
                <ns1:cubicBezTo>
                  <ns1:pt x="11905" y="8836"/>
                  <ns1:pt x="12764" y="9695"/>
                  <ns1:pt x="12764" y="10800"/>
                </ns1:cubicBezTo>
                <ns1:cubicBezTo>
                  <ns1:pt x="12764" y="11905"/>
                  <ns1:pt x="11905" y="12764"/>
                  <ns1:pt x="10800" y="12764"/>
                </ns1:cubicBezTo>
                <ns1:cubicBezTo>
                  <ns1:pt x="9695" y="12764"/>
                  <ns1:pt x="8836" y="11905"/>
                  <ns1:pt x="8836" y="10800"/>
                </ns1:cubicBezTo>
                <ns1:cubicBezTo>
                  <ns1:pt x="8836" y="9695"/>
                  <ns1:pt x="9695" y="8836"/>
                  <ns1:pt x="10800" y="8836"/>
                </ns1:cubicBezTo>
                <ns1:moveTo>
                  <ns1:pt x="14727" y="13745"/>
                </ns1:moveTo>
                <ns1:cubicBezTo>
                  <ns1:pt x="14727" y="14236"/>
                  <ns1:pt x="14236" y="14727"/>
                  <ns1:pt x="13745" y="14727"/>
                </ns1:cubicBezTo>
                <ns1:cubicBezTo>
                  <ns1:pt x="7855" y="14727"/>
                  <ns1:pt x="7855" y="14727"/>
                  <ns1:pt x="7855" y="14727"/>
                </ns1:cubicBezTo>
                <ns1:cubicBezTo>
                  <ns1:pt x="7364" y="14727"/>
                  <ns1:pt x="6873" y="14236"/>
                  <ns1:pt x="6873" y="13745"/>
                </ns1:cubicBezTo>
                <ns1:cubicBezTo>
                  <ns1:pt x="6873" y="10309"/>
                  <ns1:pt x="6873" y="10309"/>
                  <ns1:pt x="6873" y="10309"/>
                </ns1:cubicBezTo>
                <ns1:cubicBezTo>
                  <ns1:pt x="7855" y="10309"/>
                  <ns1:pt x="7855" y="10309"/>
                  <ns1:pt x="7855" y="10309"/>
                </ns1:cubicBezTo>
                <ns1:cubicBezTo>
                  <ns1:pt x="7855" y="10432"/>
                  <ns1:pt x="7855" y="10677"/>
                  <ns1:pt x="7855" y="10800"/>
                </ns1:cubicBezTo>
                <ns1:cubicBezTo>
                  <ns1:pt x="7855" y="12395"/>
                  <ns1:pt x="9205" y="13745"/>
                  <ns1:pt x="10800" y="13745"/>
                </ns1:cubicBezTo>
                <ns1:cubicBezTo>
                  <ns1:pt x="12395" y="13745"/>
                  <ns1:pt x="13745" y="12395"/>
                  <ns1:pt x="13745" y="10800"/>
                </ns1:cubicBezTo>
                <ns1:cubicBezTo>
                  <ns1:pt x="13745" y="10677"/>
                  <ns1:pt x="13745" y="10432"/>
                  <ns1:pt x="13745" y="10309"/>
                </ns1:cubicBezTo>
                <ns1:cubicBezTo>
                  <ns1:pt x="14727" y="10309"/>
                  <ns1:pt x="14727" y="10309"/>
                  <ns1:pt x="14727" y="10309"/>
                </ns1:cubicBezTo>
                <ns1:lnTo>
                  <ns1:pt x="14727" y="13745"/>
                </ns1:lnTo>
                <ns1:close/>
              </ns1:path>
            </ns1:pathLst>
          </ns1:custGeom>
          <ns1:solidFill>
            <ns1:srgbClr val="F07D66"/>
          </ns1:solidFill>
          <ns1:ln w="12700">
            <ns1:miter lim="400000"/>
          </ns1:ln>
        </ns0:spPr>
        <ns0:txBody>
          <ns1:bodyPr lIns="45719" rIns="45719"/>
          <ns1:lstStyle/>
          <ns1:p>
            <ns1:endParaRPr/>
          </ns1:p>
        </ns0:txBody>
      </ns0:sp>
      <ns0:sp>
        <ns0:nvSpPr>
          <ns0:cNvPr id="46" name="Shape">
            <ns1:extLst>
              <ns1:ext uri="{FF2B5EF4-FFF2-40B4-BE49-F238E27FC236}">
                <ns2:creationId id="{8CC14E67-D985-4608-BF4B-1FB3B0A6EECD}"/>
              </ns1:ext>
            </ns1:extLst>
          </ns0:cNvPr>
          <ns0:cNvSpPr/>
          <ns0:nvPr/>
        </ns0:nvSpPr>
        <ns0:spPr>
          <ns1:xfrm>
            <ns1:off x="1354200" y="4816034"/>
            <ns1:ext cx="316476" cy="316477"/>
          </ns1:xfrm>
          <ns1:custGeom>
            <ns1:avLst/>
            <ns1:gdLst/>
            <ns1:ahLst/>
            <ns1:cxnLst>
              <ns1:cxn ang="0">
                <ns1:pos x="wd2" y="hd2"/>
              </ns1:cxn>
              <ns1:cxn ang="5400000">
                <ns1:pos x="wd2" y="hd2"/>
              </ns1:cxn>
              <ns1:cxn ang="10800000">
                <ns1:pos x="wd2" y="hd2"/>
              </ns1:cxn>
              <ns1:cxn ang="16200000">
                <ns1:pos x="wd2" y="hd2"/>
              </ns1:cxn>
            </ns1:cxnLst>
            <ns1:rect l="0" t="0" r="r" b="b"/>
            <ns1:pathLst>
              <ns1:path w="21600" h="21600" extrusionOk="0">
                <ns1:moveTo>
                  <ns1:pt x="10800" y="0"/>
                </ns1:moveTo>
                <ns1:cubicBezTo>
                  <ns1:pt x="4786" y="0"/>
                  <ns1:pt x="0" y="4786"/>
                  <ns1:pt x="0" y="10800"/>
                </ns1:cubicBezTo>
                <ns1:cubicBezTo>
                  <ns1:pt x="0" y="16814"/>
                  <ns1:pt x="4786" y="21600"/>
                  <ns1:pt x="10800" y="21600"/>
                </ns1:cubicBezTo>
                <ns1:cubicBezTo>
                  <ns1:pt x="16814" y="21600"/>
                  <ns1:pt x="21600" y="16814"/>
                  <ns1:pt x="21600" y="10800"/>
                </ns1:cubicBezTo>
                <ns1:cubicBezTo>
                  <ns1:pt x="21600" y="4786"/>
                  <ns1:pt x="16814" y="0"/>
                  <ns1:pt x="10800" y="0"/>
                </ns1:cubicBezTo>
                <ns1:moveTo>
                  <ns1:pt x="10800" y="20618"/>
                </ns1:moveTo>
                <ns1:cubicBezTo>
                  <ns1:pt x="5400" y="20618"/>
                  <ns1:pt x="982" y="16200"/>
                  <ns1:pt x="982" y="10800"/>
                </ns1:cubicBezTo>
                <ns1:cubicBezTo>
                  <ns1:pt x="982" y="5400"/>
                  <ns1:pt x="5400" y="982"/>
                  <ns1:pt x="10800" y="982"/>
                </ns1:cubicBezTo>
                <ns1:cubicBezTo>
                  <ns1:pt x="16200" y="982"/>
                  <ns1:pt x="20618" y="5400"/>
                  <ns1:pt x="20618" y="10800"/>
                </ns1:cubicBezTo>
                <ns1:cubicBezTo>
                  <ns1:pt x="20618" y="16200"/>
                  <ns1:pt x="16200" y="20618"/>
                  <ns1:pt x="10800" y="20618"/>
                </ns1:cubicBezTo>
                <ns1:moveTo>
                  <ns1:pt x="11782" y="8468"/>
                </ns1:moveTo>
                <ns1:cubicBezTo>
                  <ns1:pt x="11782" y="8100"/>
                  <ns1:pt x="11782" y="7855"/>
                  <ns1:pt x="12395" y="7855"/>
                </ns1:cubicBezTo>
                <ns1:cubicBezTo>
                  <ns1:pt x="13255" y="7855"/>
                  <ns1:pt x="13255" y="7855"/>
                  <ns1:pt x="13255" y="7855"/>
                </ns1:cubicBezTo>
                <ns1:cubicBezTo>
                  <ns1:pt x="13255" y="6382"/>
                  <ns1:pt x="13255" y="6382"/>
                  <ns1:pt x="13255" y="6382"/>
                </ns1:cubicBezTo>
                <ns1:cubicBezTo>
                  <ns1:pt x="11905" y="6382"/>
                  <ns1:pt x="11905" y="6382"/>
                  <ns1:pt x="11905" y="6382"/>
                </ns1:cubicBezTo>
                <ns1:cubicBezTo>
                  <ns1:pt x="10309" y="6382"/>
                  <ns1:pt x="9818" y="7118"/>
                  <ns1:pt x="9818" y="8345"/>
                </ns1:cubicBezTo>
                <ns1:cubicBezTo>
                  <ns1:pt x="9818" y="9327"/>
                  <ns1:pt x="9818" y="9327"/>
                  <ns1:pt x="9818" y="9327"/>
                </ns1:cubicBezTo>
                <ns1:cubicBezTo>
                  <ns1:pt x="8836" y="9327"/>
                  <ns1:pt x="8836" y="9327"/>
                  <ns1:pt x="8836" y="9327"/>
                </ns1:cubicBezTo>
                <ns1:cubicBezTo>
                  <ns1:pt x="8836" y="10800"/>
                  <ns1:pt x="8836" y="10800"/>
                  <ns1:pt x="8836" y="10800"/>
                </ns1:cubicBezTo>
                <ns1:cubicBezTo>
                  <ns1:pt x="9818" y="10800"/>
                  <ns1:pt x="9818" y="10800"/>
                  <ns1:pt x="9818" y="10800"/>
                </ns1:cubicBezTo>
                <ns1:cubicBezTo>
                  <ns1:pt x="9818" y="15218"/>
                  <ns1:pt x="9818" y="15218"/>
                  <ns1:pt x="9818" y="15218"/>
                </ns1:cubicBezTo>
                <ns1:cubicBezTo>
                  <ns1:pt x="11782" y="15218"/>
                  <ns1:pt x="11782" y="15218"/>
                  <ns1:pt x="11782" y="15218"/>
                </ns1:cubicBezTo>
                <ns1:cubicBezTo>
                  <ns1:pt x="11782" y="10800"/>
                  <ns1:pt x="11782" y="10800"/>
                  <ns1:pt x="11782" y="10800"/>
                </ns1:cubicBezTo>
                <ns1:cubicBezTo>
                  <ns1:pt x="13132" y="10800"/>
                  <ns1:pt x="13132" y="10800"/>
                  <ns1:pt x="13132" y="10800"/>
                </ns1:cubicBezTo>
                <ns1:cubicBezTo>
                  <ns1:pt x="13255" y="9327"/>
                  <ns1:pt x="13255" y="9327"/>
                  <ns1:pt x="13255" y="9327"/>
                </ns1:cubicBezTo>
                <ns1:cubicBezTo>
                  <ns1:pt x="11782" y="9327"/>
                  <ns1:pt x="11782" y="9327"/>
                  <ns1:pt x="11782" y="9327"/>
                </ns1:cubicBezTo>
                <ns1:lnTo>
                  <ns1:pt x="11782" y="8468"/>
                </ns1:lnTo>
                <ns1:close/>
              </ns1:path>
            </ns1:pathLst>
          </ns1:custGeom>
          <ns1:solidFill>
            <ns1:srgbClr val="F07D66"/>
          </ns1:solidFill>
          <ns1:ln w="12700">
            <ns1:miter lim="400000"/>
          </ns1:ln>
        </ns0:spPr>
        <ns0:txBody>
          <ns1:bodyPr lIns="45719" rIns="45719"/>
          <ns1:lstStyle/>
          <ns1:p>
            <ns1:endParaRPr/>
          </ns1:p>
        </ns0:txBody>
      </ns0:sp>
      <ns0:sp>
        <ns0:nvSpPr>
          <ns0:cNvPr id="47" name="Shape">
            <ns1:extLst>
              <ns1:ext uri="{FF2B5EF4-FFF2-40B4-BE49-F238E27FC236}">
                <ns2:creationId id="{993A4D48-1EA8-4829-A900-F39391F83400}"/>
              </ns1:ext>
            </ns1:extLst>
          </ns0:cNvPr>
          <ns0:cNvSpPr/>
          <ns0:nvPr/>
        </ns0:nvSpPr>
        <ns0:spPr>
          <ns1:xfrm>
            <ns1:off x="1367218" y="4376755"/>
            <ns1:ext cx="290441" cy="273420"/>
          </ns1:xfrm>
          <ns1:custGeom>
            <ns1:avLst/>
            <ns1:gdLst/>
            <ns1:ahLst/>
            <ns1:cxnLst>
              <ns1:cxn ang="0">
                <ns1:pos x="wd2" y="hd2"/>
              </ns1:cxn>
              <ns1:cxn ang="5400000">
                <ns1:pos x="wd2" y="hd2"/>
              </ns1:cxn>
              <ns1:cxn ang="10800000">
                <ns1:pos x="wd2" y="hd2"/>
              </ns1:cxn>
              <ns1:cxn ang="16200000">
                <ns1:pos x="wd2" y="hd2"/>
              </ns1:cxn>
            </ns1:cxnLst>
            <ns1:rect l="0" t="0" r="r" b="b"/>
            <ns1:pathLst>
              <ns1:path w="21600" h="21600" extrusionOk="0">
                <ns1:moveTo>
                  <ns1:pt x="10800" y="0"/>
                </ns1:moveTo>
                <ns1:cubicBezTo>
                  <ns1:pt x="4786" y="0"/>
                  <ns1:pt x="0" y="4786"/>
                  <ns1:pt x="0" y="10800"/>
                </ns1:cubicBezTo>
                <ns1:cubicBezTo>
                  <ns1:pt x="0" y="16814"/>
                  <ns1:pt x="4786" y="21600"/>
                  <ns1:pt x="10800" y="21600"/>
                </ns1:cubicBezTo>
                <ns1:cubicBezTo>
                  <ns1:pt x="16814" y="21600"/>
                  <ns1:pt x="21600" y="16814"/>
                  <ns1:pt x="21600" y="10800"/>
                </ns1:cubicBezTo>
                <ns1:cubicBezTo>
                  <ns1:pt x="21600" y="4786"/>
                  <ns1:pt x="16814" y="0"/>
                  <ns1:pt x="10800" y="0"/>
                </ns1:cubicBezTo>
                <ns1:moveTo>
                  <ns1:pt x="7855" y="1473"/>
                </ns1:moveTo>
                <ns1:cubicBezTo>
                  <ns1:pt x="7732" y="1595"/>
                  <ns1:pt x="7486" y="1841"/>
                  <ns1:pt x="7241" y="2209"/>
                </ns1:cubicBezTo>
                <ns1:cubicBezTo>
                  <ns1:pt x="7241" y="2209"/>
                  <ns1:pt x="7241" y="2209"/>
                  <ns1:pt x="7241" y="2209"/>
                </ns1:cubicBezTo>
                <ns1:cubicBezTo>
                  <ns1:pt x="6873" y="2823"/>
                  <ns1:pt x="6505" y="3436"/>
                  <ns1:pt x="6136" y="4173"/>
                </ns1:cubicBezTo>
                <ns1:cubicBezTo>
                  <ns1:pt x="6136" y="4173"/>
                  <ns1:pt x="6136" y="4173"/>
                  <ns1:pt x="6136" y="4173"/>
                </ns1:cubicBezTo>
                <ns1:cubicBezTo>
                  <ns1:pt x="6136" y="4295"/>
                  <ns1:pt x="6136" y="4295"/>
                  <ns1:pt x="6136" y="4418"/>
                </ns1:cubicBezTo>
                <ns1:cubicBezTo>
                  <ns1:pt x="5523" y="4050"/>
                  <ns1:pt x="4909" y="3682"/>
                  <ns1:pt x="4418" y="3314"/>
                </ns1:cubicBezTo>
                <ns1:cubicBezTo>
                  <ns1:pt x="5400" y="2455"/>
                  <ns1:pt x="6627" y="1841"/>
                  <ns1:pt x="7855" y="1473"/>
                </ns1:cubicBezTo>
                <ns1:moveTo>
                  <ns1:pt x="3805" y="3927"/>
                </ns1:moveTo>
                <ns1:cubicBezTo>
                  <ns1:pt x="4295" y="4418"/>
                  <ns1:pt x="5032" y="4909"/>
                  <ns1:pt x="5768" y="5277"/>
                </ns1:cubicBezTo>
                <ns1:cubicBezTo>
                  <ns1:pt x="5768" y="5277"/>
                  <ns1:pt x="5768" y="5400"/>
                  <ns1:pt x="5645" y="5400"/>
                </ns1:cubicBezTo>
                <ns1:cubicBezTo>
                  <ns1:pt x="5523" y="6136"/>
                  <ns1:pt x="5277" y="6995"/>
                  <ns1:pt x="5155" y="7732"/>
                </ns1:cubicBezTo>
                <ns1:cubicBezTo>
                  <ns1:pt x="5155" y="7855"/>
                  <ns1:pt x="5155" y="7977"/>
                  <ns1:pt x="5155" y="8100"/>
                </ns1:cubicBezTo>
                <ns1:cubicBezTo>
                  <ns1:pt x="5032" y="8468"/>
                  <ns1:pt x="5032" y="8714"/>
                  <ns1:pt x="5032" y="9082"/>
                </ns1:cubicBezTo>
                <ns1:cubicBezTo>
                  <ns1:pt x="5032" y="9205"/>
                  <ns1:pt x="4909" y="9327"/>
                  <ns1:pt x="4909" y="9450"/>
                </ns1:cubicBezTo>
                <ns1:cubicBezTo>
                  <ns1:pt x="4909" y="9695"/>
                  <ns1:pt x="4909" y="10064"/>
                  <ns1:pt x="4909" y="10309"/>
                </ns1:cubicBezTo>
                <ns1:cubicBezTo>
                  <ns1:pt x="982" y="10309"/>
                  <ns1:pt x="982" y="10309"/>
                  <ns1:pt x="982" y="10309"/>
                </ns1:cubicBezTo>
                <ns1:cubicBezTo>
                  <ns1:pt x="1105" y="7855"/>
                  <ns1:pt x="2209" y="5645"/>
                  <ns1:pt x="3805" y="3927"/>
                </ns1:cubicBezTo>
                <ns1:moveTo>
                  <ns1:pt x="982" y="11291"/>
                </ns1:moveTo>
                <ns1:cubicBezTo>
                  <ns1:pt x="4909" y="11291"/>
                  <ns1:pt x="4909" y="11291"/>
                  <ns1:pt x="4909" y="11291"/>
                </ns1:cubicBezTo>
                <ns1:cubicBezTo>
                  <ns1:pt x="4909" y="11536"/>
                  <ns1:pt x="4909" y="11905"/>
                  <ns1:pt x="4909" y="12150"/>
                </ns1:cubicBezTo>
                <ns1:cubicBezTo>
                  <ns1:pt x="4909" y="12273"/>
                  <ns1:pt x="5032" y="12395"/>
                  <ns1:pt x="5032" y="12518"/>
                </ns1:cubicBezTo>
                <ns1:cubicBezTo>
                  <ns1:pt x="5032" y="12886"/>
                  <ns1:pt x="5032" y="13132"/>
                  <ns1:pt x="5155" y="13500"/>
                </ns1:cubicBezTo>
                <ns1:cubicBezTo>
                  <ns1:pt x="5155" y="13623"/>
                  <ns1:pt x="5155" y="13745"/>
                  <ns1:pt x="5155" y="13868"/>
                </ns1:cubicBezTo>
                <ns1:cubicBezTo>
                  <ns1:pt x="5277" y="14605"/>
                  <ns1:pt x="5523" y="15464"/>
                  <ns1:pt x="5645" y="16200"/>
                </ns1:cubicBezTo>
                <ns1:cubicBezTo>
                  <ns1:pt x="5768" y="16200"/>
                  <ns1:pt x="5768" y="16323"/>
                  <ns1:pt x="5768" y="16323"/>
                </ns1:cubicBezTo>
                <ns1:cubicBezTo>
                  <ns1:pt x="5032" y="16691"/>
                  <ns1:pt x="4295" y="17182"/>
                  <ns1:pt x="3805" y="17673"/>
                </ns1:cubicBezTo>
                <ns1:cubicBezTo>
                  <ns1:pt x="2209" y="15955"/>
                  <ns1:pt x="1105" y="13745"/>
                  <ns1:pt x="982" y="11291"/>
                </ns1:cubicBezTo>
                <ns1:moveTo>
                  <ns1:pt x="4418" y="18286"/>
                </ns1:moveTo>
                <ns1:cubicBezTo>
                  <ns1:pt x="4909" y="17918"/>
                  <ns1:pt x="5523" y="17550"/>
                  <ns1:pt x="6136" y="17182"/>
                </ns1:cubicBezTo>
                <ns1:cubicBezTo>
                  <ns1:pt x="6136" y="17305"/>
                  <ns1:pt x="6136" y="17305"/>
                  <ns1:pt x="6136" y="17427"/>
                </ns1:cubicBezTo>
                <ns1:cubicBezTo>
                  <ns1:pt x="6136" y="17427"/>
                  <ns1:pt x="6136" y="17427"/>
                  <ns1:pt x="6136" y="17427"/>
                </ns1:cubicBezTo>
                <ns1:cubicBezTo>
                  <ns1:pt x="6505" y="18164"/>
                  <ns1:pt x="6873" y="18777"/>
                  <ns1:pt x="7241" y="19391"/>
                </ns1:cubicBezTo>
                <ns1:cubicBezTo>
                  <ns1:pt x="7241" y="19391"/>
                  <ns1:pt x="7241" y="19391"/>
                  <ns1:pt x="7241" y="19391"/>
                </ns1:cubicBezTo>
                <ns1:cubicBezTo>
                  <ns1:pt x="7486" y="19759"/>
                  <ns1:pt x="7732" y="20005"/>
                  <ns1:pt x="7855" y="20127"/>
                </ns1:cubicBezTo>
                <ns1:cubicBezTo>
                  <ns1:pt x="6627" y="19759"/>
                  <ns1:pt x="5400" y="19145"/>
                  <ns1:pt x="4418" y="18286"/>
                </ns1:cubicBezTo>
                <ns1:moveTo>
                  <ns1:pt x="10309" y="20618"/>
                </ns1:moveTo>
                <ns1:cubicBezTo>
                  <ns1:pt x="8959" y="20250"/>
                  <ns1:pt x="7732" y="18900"/>
                  <ns1:pt x="6995" y="16814"/>
                </ns1:cubicBezTo>
                <ns1:cubicBezTo>
                  <ns1:pt x="7977" y="16445"/>
                  <ns1:pt x="9082" y="16323"/>
                  <ns1:pt x="10309" y="16200"/>
                </ns1:cubicBezTo>
                <ns1:lnTo>
                  <ns1:pt x="10309" y="20618"/>
                </ns1:lnTo>
                <ns1:close/>
                <ns1:moveTo>
                  <ns1:pt x="10309" y="15218"/>
                </ns1:moveTo>
                <ns1:cubicBezTo>
                  <ns1:pt x="8959" y="15341"/>
                  <ns1:pt x="7732" y="15586"/>
                  <ns1:pt x="6627" y="15955"/>
                </ns1:cubicBezTo>
                <ns1:cubicBezTo>
                  <ns1:pt x="6259" y="14605"/>
                  <ns1:pt x="5891" y="13009"/>
                  <ns1:pt x="5891" y="11291"/>
                </ns1:cubicBezTo>
                <ns1:cubicBezTo>
                  <ns1:pt x="10309" y="11291"/>
                  <ns1:pt x="10309" y="11291"/>
                  <ns1:pt x="10309" y="11291"/>
                </ns1:cubicBezTo>
                <ns1:lnTo>
                  <ns1:pt x="10309" y="15218"/>
                </ns1:lnTo>
                <ns1:close/>
                <ns1:moveTo>
                  <ns1:pt x="10309" y="10309"/>
                </ns1:moveTo>
                <ns1:cubicBezTo>
                  <ns1:pt x="5891" y="10309"/>
                  <ns1:pt x="5891" y="10309"/>
                  <ns1:pt x="5891" y="10309"/>
                </ns1:cubicBezTo>
                <ns1:cubicBezTo>
                  <ns1:pt x="5891" y="8591"/>
                  <ns1:pt x="6259" y="6995"/>
                  <ns1:pt x="6627" y="5645"/>
                </ns1:cubicBezTo>
                <ns1:cubicBezTo>
                  <ns1:pt x="7732" y="6014"/>
                  <ns1:pt x="8959" y="6259"/>
                  <ns1:pt x="10309" y="6382"/>
                </ns1:cubicBezTo>
                <ns1:lnTo>
                  <ns1:pt x="10309" y="10309"/>
                </ns1:lnTo>
                <ns1:close/>
                <ns1:moveTo>
                  <ns1:pt x="10309" y="5400"/>
                </ns1:moveTo>
                <ns1:cubicBezTo>
                  <ns1:pt x="9082" y="5277"/>
                  <ns1:pt x="7977" y="5155"/>
                  <ns1:pt x="6995" y="4786"/>
                </ns1:cubicBezTo>
                <ns1:cubicBezTo>
                  <ns1:pt x="7732" y="2700"/>
                  <ns1:pt x="8959" y="1350"/>
                  <ns1:pt x="10309" y="982"/>
                </ns1:cubicBezTo>
                <ns1:lnTo>
                  <ns1:pt x="10309" y="5400"/>
                </ns1:lnTo>
                <ns1:close/>
                <ns1:moveTo>
                  <ns1:pt x="20618" y="10309"/>
                </ns1:moveTo>
                <ns1:cubicBezTo>
                  <ns1:pt x="16691" y="10309"/>
                  <ns1:pt x="16691" y="10309"/>
                  <ns1:pt x="16691" y="10309"/>
                </ns1:cubicBezTo>
                <ns1:cubicBezTo>
                  <ns1:pt x="16691" y="10064"/>
                  <ns1:pt x="16691" y="9695"/>
                  <ns1:pt x="16691" y="9450"/>
                </ns1:cubicBezTo>
                <ns1:cubicBezTo>
                  <ns1:pt x="16691" y="9327"/>
                  <ns1:pt x="16568" y="9205"/>
                  <ns1:pt x="16568" y="9082"/>
                </ns1:cubicBezTo>
                <ns1:cubicBezTo>
                  <ns1:pt x="16568" y="8714"/>
                  <ns1:pt x="16568" y="8468"/>
                  <ns1:pt x="16445" y="8100"/>
                </ns1:cubicBezTo>
                <ns1:cubicBezTo>
                  <ns1:pt x="16445" y="7977"/>
                  <ns1:pt x="16445" y="7855"/>
                  <ns1:pt x="16445" y="7732"/>
                </ns1:cubicBezTo>
                <ns1:cubicBezTo>
                  <ns1:pt x="16323" y="6995"/>
                  <ns1:pt x="16077" y="6136"/>
                  <ns1:pt x="15955" y="5400"/>
                </ns1:cubicBezTo>
                <ns1:cubicBezTo>
                  <ns1:pt x="15832" y="5400"/>
                  <ns1:pt x="15832" y="5277"/>
                  <ns1:pt x="15832" y="5277"/>
                </ns1:cubicBezTo>
                <ns1:cubicBezTo>
                  <ns1:pt x="16568" y="4909"/>
                  <ns1:pt x="17305" y="4418"/>
                  <ns1:pt x="17795" y="3927"/>
                </ns1:cubicBezTo>
                <ns1:cubicBezTo>
                  <ns1:pt x="19391" y="5645"/>
                  <ns1:pt x="20495" y="7855"/>
                  <ns1:pt x="20618" y="10309"/>
                </ns1:cubicBezTo>
                <ns1:moveTo>
                  <ns1:pt x="17182" y="3314"/>
                </ns1:moveTo>
                <ns1:cubicBezTo>
                  <ns1:pt x="16691" y="3682"/>
                  <ns1:pt x="16077" y="4050"/>
                  <ns1:pt x="15464" y="4418"/>
                </ns1:cubicBezTo>
                <ns1:cubicBezTo>
                  <ns1:pt x="15464" y="4295"/>
                  <ns1:pt x="15464" y="4295"/>
                  <ns1:pt x="15464" y="4173"/>
                </ns1:cubicBezTo>
                <ns1:cubicBezTo>
                  <ns1:pt x="15464" y="4173"/>
                  <ns1:pt x="15464" y="4173"/>
                  <ns1:pt x="15464" y="4173"/>
                </ns1:cubicBezTo>
                <ns1:cubicBezTo>
                  <ns1:pt x="15095" y="3436"/>
                  <ns1:pt x="14727" y="2823"/>
                  <ns1:pt x="14359" y="2209"/>
                </ns1:cubicBezTo>
                <ns1:cubicBezTo>
                  <ns1:pt x="14359" y="2209"/>
                  <ns1:pt x="14359" y="2209"/>
                  <ns1:pt x="14359" y="2209"/>
                </ns1:cubicBezTo>
                <ns1:cubicBezTo>
                  <ns1:pt x="14114" y="1841"/>
                  <ns1:pt x="13868" y="1595"/>
                  <ns1:pt x="13745" y="1473"/>
                </ns1:cubicBezTo>
                <ns1:cubicBezTo>
                  <ns1:pt x="14973" y="1841"/>
                  <ns1:pt x="16200" y="2455"/>
                  <ns1:pt x="17182" y="3314"/>
                </ns1:cubicBezTo>
                <ns1:moveTo>
                  <ns1:pt x="11291" y="982"/>
                </ns1:moveTo>
                <ns1:cubicBezTo>
                  <ns1:pt x="12641" y="1350"/>
                  <ns1:pt x="13868" y="2700"/>
                  <ns1:pt x="14605" y="4786"/>
                </ns1:cubicBezTo>
                <ns1:cubicBezTo>
                  <ns1:pt x="13623" y="5155"/>
                  <ns1:pt x="12518" y="5277"/>
                  <ns1:pt x="11291" y="5400"/>
                </ns1:cubicBezTo>
                <ns1:lnTo>
                  <ns1:pt x="11291" y="982"/>
                </ns1:lnTo>
                <ns1:close/>
                <ns1:moveTo>
                  <ns1:pt x="11291" y="6382"/>
                </ns1:moveTo>
                <ns1:cubicBezTo>
                  <ns1:pt x="12641" y="6259"/>
                  <ns1:pt x="13868" y="6014"/>
                  <ns1:pt x="14973" y="5645"/>
                </ns1:cubicBezTo>
                <ns1:cubicBezTo>
                  <ns1:pt x="15341" y="6995"/>
                  <ns1:pt x="15709" y="8591"/>
                  <ns1:pt x="15709" y="10309"/>
                </ns1:cubicBezTo>
                <ns1:cubicBezTo>
                  <ns1:pt x="11291" y="10309"/>
                  <ns1:pt x="11291" y="10309"/>
                  <ns1:pt x="11291" y="10309"/>
                </ns1:cubicBezTo>
                <ns1:lnTo>
                  <ns1:pt x="11291" y="6382"/>
                </ns1:lnTo>
                <ns1:close/>
                <ns1:moveTo>
                  <ns1:pt x="11291" y="11291"/>
                </ns1:moveTo>
                <ns1:cubicBezTo>
                  <ns1:pt x="15709" y="11291"/>
                  <ns1:pt x="15709" y="11291"/>
                  <ns1:pt x="15709" y="11291"/>
                </ns1:cubicBezTo>
                <ns1:cubicBezTo>
                  <ns1:pt x="15709" y="13009"/>
                  <ns1:pt x="15341" y="14605"/>
                  <ns1:pt x="14973" y="15955"/>
                </ns1:cubicBezTo>
                <ns1:cubicBezTo>
                  <ns1:pt x="13868" y="15586"/>
                  <ns1:pt x="12641" y="15341"/>
                  <ns1:pt x="11291" y="15218"/>
                </ns1:cubicBezTo>
                <ns1:lnTo>
                  <ns1:pt x="11291" y="11291"/>
                </ns1:lnTo>
                <ns1:close/>
                <ns1:moveTo>
                  <ns1:pt x="11291" y="20618"/>
                </ns1:moveTo>
                <ns1:cubicBezTo>
                  <ns1:pt x="11291" y="16200"/>
                  <ns1:pt x="11291" y="16200"/>
                  <ns1:pt x="11291" y="16200"/>
                </ns1:cubicBezTo>
                <ns1:cubicBezTo>
                  <ns1:pt x="12518" y="16323"/>
                  <ns1:pt x="13623" y="16445"/>
                  <ns1:pt x="14605" y="16814"/>
                </ns1:cubicBezTo>
                <ns1:cubicBezTo>
                  <ns1:pt x="13868" y="18900"/>
                  <ns1:pt x="12641" y="20250"/>
                  <ns1:pt x="11291" y="20618"/>
                </ns1:cubicBezTo>
                <ns1:moveTo>
                  <ns1:pt x="13745" y="20127"/>
                </ns1:moveTo>
                <ns1:cubicBezTo>
                  <ns1:pt x="13868" y="20005"/>
                  <ns1:pt x="14114" y="19759"/>
                  <ns1:pt x="14359" y="19391"/>
                </ns1:cubicBezTo>
                <ns1:cubicBezTo>
                  <ns1:pt x="14359" y="19391"/>
                  <ns1:pt x="14359" y="19391"/>
                  <ns1:pt x="14359" y="19391"/>
                </ns1:cubicBezTo>
                <ns1:cubicBezTo>
                  <ns1:pt x="14727" y="18777"/>
                  <ns1:pt x="15095" y="18164"/>
                  <ns1:pt x="15464" y="17427"/>
                </ns1:cubicBezTo>
                <ns1:cubicBezTo>
                  <ns1:pt x="15464" y="17427"/>
                  <ns1:pt x="15464" y="17427"/>
                  <ns1:pt x="15464" y="17427"/>
                </ns1:cubicBezTo>
                <ns1:cubicBezTo>
                  <ns1:pt x="15464" y="17305"/>
                  <ns1:pt x="15464" y="17305"/>
                  <ns1:pt x="15464" y="17182"/>
                </ns1:cubicBezTo>
                <ns1:cubicBezTo>
                  <ns1:pt x="16077" y="17550"/>
                  <ns1:pt x="16691" y="17918"/>
                  <ns1:pt x="17182" y="18286"/>
                </ns1:cubicBezTo>
                <ns1:cubicBezTo>
                  <ns1:pt x="16200" y="19145"/>
                  <ns1:pt x="14973" y="19759"/>
                  <ns1:pt x="13745" y="20127"/>
                </ns1:cubicBezTo>
                <ns1:moveTo>
                  <ns1:pt x="17795" y="17673"/>
                </ns1:moveTo>
                <ns1:cubicBezTo>
                  <ns1:pt x="17305" y="17182"/>
                  <ns1:pt x="16568" y="16691"/>
                  <ns1:pt x="15832" y="16323"/>
                </ns1:cubicBezTo>
                <ns1:cubicBezTo>
                  <ns1:pt x="15832" y="16323"/>
                  <ns1:pt x="15832" y="16200"/>
                  <ns1:pt x="15955" y="16200"/>
                </ns1:cubicBezTo>
                <ns1:cubicBezTo>
                  <ns1:pt x="16077" y="15464"/>
                  <ns1:pt x="16323" y="14605"/>
                  <ns1:pt x="16445" y="13868"/>
                </ns1:cubicBezTo>
                <ns1:cubicBezTo>
                  <ns1:pt x="16445" y="13745"/>
                  <ns1:pt x="16445" y="13623"/>
                  <ns1:pt x="16445" y="13500"/>
                </ns1:cubicBezTo>
                <ns1:cubicBezTo>
                  <ns1:pt x="16568" y="13132"/>
                  <ns1:pt x="16568" y="12886"/>
                  <ns1:pt x="16568" y="12518"/>
                </ns1:cubicBezTo>
                <ns1:cubicBezTo>
                  <ns1:pt x="16568" y="12395"/>
                  <ns1:pt x="16691" y="12273"/>
                  <ns1:pt x="16691" y="12150"/>
                </ns1:cubicBezTo>
                <ns1:cubicBezTo>
                  <ns1:pt x="16691" y="11905"/>
                  <ns1:pt x="16691" y="11536"/>
                  <ns1:pt x="16691" y="11291"/>
                </ns1:cubicBezTo>
                <ns1:cubicBezTo>
                  <ns1:pt x="20618" y="11291"/>
                  <ns1:pt x="20618" y="11291"/>
                  <ns1:pt x="20618" y="11291"/>
                </ns1:cubicBezTo>
                <ns1:cubicBezTo>
                  <ns1:pt x="20495" y="13745"/>
                  <ns1:pt x="19391" y="15955"/>
                  <ns1:pt x="17795" y="17673"/>
                </ns1:cubicBezTo>
              </ns1:path>
            </ns1:pathLst>
          </ns1:custGeom>
          <ns1:solidFill>
            <ns1:srgbClr val="F07D66"/>
          </ns1:solidFill>
          <ns1:ln w="12700">
            <ns1:miter lim="400000"/>
          </ns1:ln>
        </ns0:spPr>
        <ns0:txBody>
          <ns1:bodyPr lIns="45719" rIns="45719"/>
          <ns1:lstStyle/>
          <ns1:p>
            <ns1:endParaRPr/>
          </ns1:p>
        </ns0:txBody>
      </ns0:sp>
      <ns0:sp>
        <ns0:nvSpPr>
          <ns0:cNvPr id="58" name="Slide Number Placeholder 57">
            <ns1:extLst>
              <ns1:ext uri="{FF2B5EF4-FFF2-40B4-BE49-F238E27FC236}">
                <ns2:creationId id="{C8E4DD6F-25AD-4144-B9F6-A6276F1C1DF8}"/>
              </ns1:ext>
            </ns1:extLst>
          </ns0:cNvPr>
          <ns0:cNvSpPr>
            <ns1:spLocks noGrp="1"/>
          </ns0:cNvSpPr>
          <ns0:nvPr>
            <ns0:ph type="sldNum" sz="quarter" idx="4"/>
          </ns0:nvPr>
        </ns0:nvSpPr>
        <ns0:spPr>
          <ns1:xfrm>
            <ns1:off x="11248973" y="5984365"/>
            <ns1:ext cx="639555" cy="617715"/>
          </ns1:xfrm>
        </ns0:spPr>
        <ns0:txBody>
          <ns1:bodyPr/>
          <ns1:lstStyle/>
          <ns1:p>
            <ns1:fld id="{BC64674B-0CCF-4531-A68C-815F17BC8CC8}" type="slidenum">
              <ns1:rPr lang="en-US" smtClean="0"/>
              <ns1:pPr/>
              <ns1:t>{SlideStatistic}</ns1:t>
            </ns1:fld>
            <ns1:endParaRPr lang="en-US"/>
          </ns1:p>
        </ns0:txBody>
      </ns0:sp>
      <ns0:sp>
        <ns0:nvSpPr>
          <ns0:cNvPr id="55" name="TextBox 54">
            <ns1:extLst>
              <ns1:ext uri="{FF2B5EF4-FFF2-40B4-BE49-F238E27FC236}">
                <ns2:creationId id="{9EE29371-A30C-4F64-97D3-C1258C60BB5F}"/>
              </ns1:ext>
            </ns1:extLst>
          </ns0:cNvPr>
          <ns0:cNvSpPr txBox="1"/>
          <ns0:nvPr/>
        </ns0:nvSpPr>
        <ns0:spPr>
          <ns1:xfrm>
            <ns1:off x="11368695" y="2383021"/>
            <ns1:ext cx="400110" cy="1566583"/>
          </ns1:xfrm>
          <ns1:prstGeom prst="rect">
            <ns1:avLst/>
          </ns1:prstGeom>
          <ns1:noFill/>
        </ns0:spPr>
        <ns0:txBody>
          <ns1:bodyPr vert="vert" wrap="none" rtlCol="0">
            <ns1:spAutoFit/>
          </ns1:bodyPr>
          <ns1:lstStyle/>
          <ns1:p>
            <ns1:r>
              <ns1:rPr lang="en-US" sz="1400" b="1" spc="300">
                <ns1:solidFill>
                  <ns1:srgbClr val="F1856F"/>
                </ns1:solidFill>
                <ns1:latin typeface="Open Sans Semibold" panose="020B0706030804020204" pitchFamily="34" charset="0"/>
                <ns1:ea typeface="Open Sans Semibold" panose="020B0706030804020204" pitchFamily="34" charset="0"/>
                <ns1:cs typeface="Open Sans Semibold" panose="020B0706030804020204" pitchFamily="34" charset="0"/>
              </ns1:rPr>
              <ns1:t>{SlideSupportingContent4}</ns1:t>
            </ns1:r>
          </ns1:p>
        </ns0:txBody>
      </ns0:sp>
      <ns0:cxnSp>
        <ns0:nvCxnSpPr>
          <ns0:cNvPr id="56" name="Straight Connector 55">
            <ns1:extLst>
              <ns1:ext uri="{FF2B5EF4-FFF2-40B4-BE49-F238E27FC236}">
                <ns2:creationId id="{0AF8DEB9-EEB0-4534-AC21-96402DC223BF}"/>
              </ns1:ext>
            </ns1:extLst>
          </ns0:cNvPr>
          <ns0:cNvCxnSpPr/>
          <ns0:nvPr/>
        </ns0:nvCxnSpPr>
        <ns0:spPr>
          <ns1:xfrm>
            <ns1:off x="11555102" y="791876"/>
            <ns1:ext cx="0" cy="1296538"/>
          </ns1:xfrm>
          <ns1:prstGeom prst="line">
            <ns1:avLst/>
          </ns1:prstGeom>
          <ns1:ln w="12700">
            <ns1:solidFill>
              <ns1:srgbClr val="F49D8C"/>
            </ns1:solidFill>
          </ns1:ln>
        </ns0:spPr>
        <ns0:style>
          <ns1:lnRef idx="1">
            <ns1:schemeClr val="accent1"/>
          </ns1:lnRef>
          <ns1:fillRef idx="0">
            <ns1:schemeClr val="accent1"/>
          </ns1:fillRef>
          <ns1:effectRef idx="0">
            <ns1:schemeClr val="accent1"/>
          </ns1:effectRef>
          <ns1:fontRef idx="minor">
            <ns1:schemeClr val="tx1"/>
          </ns1:fontRef>
        </ns0:style>
      </ns0:cxnSp>
      <ns0:cxnSp>
        <ns0:nvCxnSpPr>
          <ns0:cNvPr id="59" name="Straight Connector 58">
            <ns1:extLst>
              <ns1:ext uri="{FF2B5EF4-FFF2-40B4-BE49-F238E27FC236}">
                <ns2:creationId id="{C3CF9025-2699-4C7D-95D6-0F47B40A3223}"/>
              </ns1:ext>
            </ns1:extLst>
          </ns0:cNvPr>
          <ns0:cNvCxnSpPr>
            <ns1:cxnSpLocks/>
          </ns0:cNvCxnSpPr>
          <ns0:nvPr/>
        </ns0:nvCxnSpPr>
        <ns0:spPr>
          <ns1:xfrm>
            <ns1:off x="11555102" y="4184844"/>
            <ns1:ext cx="0" cy="1039916"/>
          </ns1:xfrm>
          <ns1:prstGeom prst="line">
            <ns1:avLst/>
          </ns1:prstGeom>
          <ns1:ln w="12700">
            <ns1:solidFill>
              <ns1:srgbClr val="F49D8C"/>
            </ns1:solidFill>
          </ns1:ln>
        </ns0:spPr>
        <ns0:style>
          <ns1:lnRef idx="1">
            <ns1:schemeClr val="accent1"/>
          </ns1:lnRef>
          <ns1:fillRef idx="0">
            <ns1:schemeClr val="accent1"/>
          </ns1:fillRef>
          <ns1:effectRef idx="0">
            <ns1:schemeClr val="accent1"/>
          </ns1:effectRef>
          <ns1:fontRef idx="minor">
            <ns1:schemeClr val="tx1"/>
          </ns1:fontRef>
        </ns0:style>
      </ns0:cxnSp>
    </ns0:spTree>
    <ns0:extLst>
      <ns0:ext uri="{BB962C8B-B14F-4D97-AF65-F5344CB8AC3E}">
        <ns3:creationId val="3756293775"/>
      </ns0:ext>
    </ns0:extLst>
  </ns0:cSld>
  <ns0:clrMapOvr>
    <ns1:masterClrMapping/>
  </ns0:clrMapOvr>
</ns0:sld>
</file>

<file path=ppt/slides/slide30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microsoft.com/office/powerpoint/2010/main">
  <ns0:cSld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5" name="TextBox 4">
            <ns1:extLst>
              <ns1:ext uri="{FF2B5EF4-FFF2-40B4-BE49-F238E27FC236}">
                <ns2:creationId id="{BAB65567-ACC9-4DDE-81E7-5DCFCF260E16}"/>
              </ns1:ext>
            </ns1:extLst>
          </ns0:cNvPr>
          <ns0:cNvSpPr txBox="1"/>
          <ns0:nvPr/>
        </ns0:nvSpPr>
        <ns0:spPr>
          <ns1:xfrm>
            <ns1:off x="3029520" y="2662170"/>
            <ns1:ext cx="6132961" cy="1323439"/>
          </ns1:xfrm>
          <ns1:prstGeom prst="rect">
            <ns1:avLst/>
          </ns1:prstGeom>
          <ns1:noFill/>
        </ns0:spPr>
        <ns0:txBody>
          <ns1:bodyPr wrap="none" rtlCol="0">
            <ns1:spAutoFit/>
          </ns1:bodyPr>
          <ns1:lstStyle/>
          <ns1:p>
            <ns1:r>
              <ns1:rPr lang="en-US" sz="8000" b="1">
                <ns1:solidFill>
                  <ns1:schemeClr val="bg1"/>
                </ns1:solidFill>
                <ns1:latin typeface="Playfair Display" panose="00000500000000000000" pitchFamily="50" charset="0"/>
              </ns1:rPr>
              <ns1:t>{SlideMainExplanation}</ns1:t>
            </ns1:r>
          </ns1:p>
        </ns0:txBody>
      </ns0:sp>
      <ns0:sp>
        <ns0:nvSpPr>
          <ns0:cNvPr id="6" name="TextBox 5">
            <ns1:extLst>
              <ns1:ext uri="{FF2B5EF4-FFF2-40B4-BE49-F238E27FC236}">
                <ns2:creationId id="{81EA7E48-A437-4ED1-AC0A-36C8784E0B3A}"/>
              </ns1:ext>
            </ns1:extLst>
          </ns0:cNvPr>
          <ns0:cNvSpPr txBox="1"/>
          <ns0:nvPr/>
        </ns0:nvSpPr>
        <ns0:spPr>
          <ns1:xfrm>
            <ns1:off x="4415095" y="3857276"/>
            <ns1:ext cx="3361819" cy="338554"/>
          </ns1:xfrm>
          <ns1:prstGeom prst="rect">
            <ns1:avLst/>
          </ns1:prstGeom>
          <ns1:noFill/>
        </ns0:spPr>
        <ns0:txBody>
          <ns1:bodyPr wrap="none" rtlCol="0">
            <ns1:spAutoFit/>
          </ns1:bodyPr>
          <ns1:lstStyle/>
          <ns1:p>
            <ns1:pPr algn="ctr"/>
            <ns1:r>
              <ns1:rPr lang="en-US" sz="1600" i="1">
                <ns1:solidFill>
                  <ns1:schemeClr val="bg1"/>
                </ns1:solidFill>
                <ns1:latin typeface="Merriweather" panose="02060503050406030704" pitchFamily="18" charset="0"/>
              </ns1:rPr>
              <ns1:t>{SlideSupportingContent}</ns1:t>
            </ns1:r>
          </ns1:p>
        </ns0:txBody>
      </ns0:sp>
      <ns0:sp>
        <ns0:nvSpPr>
          <ns0:cNvPr id="10" name="TextBox 9">
            <ns1:extLst>
              <ns1:ext uri="{FF2B5EF4-FFF2-40B4-BE49-F238E27FC236}">
                <ns2:creationId id="{AD731424-4B16-4F79-9D9F-BF07C38839E2}"/>
              </ns1:ext>
            </ns1:extLst>
          </ns0:cNvPr>
          <ns0:cNvSpPr txBox="1"/>
          <ns0:nvPr/>
        </ns0:nvSpPr>
        <ns0:spPr>
          <ns1:xfrm>
            <ns1:off x="11405312" y="3261718"/>
            <ns1:ext cx="400110" cy="1812356"/>
          </ns1:xfrm>
          <ns1:prstGeom prst="rect">
            <ns1:avLst/>
          </ns1:prstGeom>
          <ns1:noFill/>
        </ns0:spPr>
        <ns0:txBody>
          <ns1:bodyPr vert="vert" wrap="none" rtlCol="0">
            <ns1:spAutoFit/>
          </ns1:bodyPr>
          <ns1:lstStyle/>
          <ns1:p>
            <ns1:r>
              <ns1:rPr lang="en-US" sz="1400" b="1" spc="300">
                <ns1:solidFill>
                  <ns1:schemeClr val="bg1"/>
                </ns1:solidFill>
                <ns1:latin typeface="Lato" panose="020F0502020204030203" pitchFamily="34" charset="0"/>
                <ns1:ea typeface="Lato" panose="020F0502020204030203" pitchFamily="34" charset="0"/>
                <ns1:cs typeface="Lato" panose="020F0502020204030203" pitchFamily="34" charset="0"/>
              </ns1:rPr>
              <ns1:t>{SlideCallout}</ns1:t>
            </ns1:r>
          </ns1:p>
        </ns0:txBody>
      </ns0:sp>
      <ns0:cxnSp>
        <ns0:nvCxnSpPr>
          <ns0:cNvPr id="11" name="Straight Connector 10">
            <ns1:extLst>
              <ns1:ext uri="{FF2B5EF4-FFF2-40B4-BE49-F238E27FC236}">
                <ns2:creationId id="{18BAB19C-AAE8-4DEA-86B6-DB86088B720F}"/>
              </ns1:ext>
            </ns1:extLst>
          </ns0:cNvPr>
          <ns0:cNvCxnSpPr/>
          <ns0:nvPr/>
        </ns0:nvCxnSpPr>
        <ns0:spPr>
          <ns1:xfrm>
            <ns1:off x="11578071" y="1670573"/>
            <ns1:ext cx="0" cy="1296538"/>
          </ns1:xfrm>
          <ns1:prstGeom prst="line">
            <ns1:avLst/>
          </ns1:prstGeom>
          <ns1:ln>
            <ns1:solidFill>
              <ns1:schemeClr val="bg1"/>
            </ns1:solidFill>
          </ns1:ln>
        </ns0:spPr>
        <ns0:style>
          <ns1:lnRef idx="1">
            <ns1:schemeClr val="accent1"/>
          </ns1:lnRef>
          <ns1:fillRef idx="0">
            <ns1:schemeClr val="accent1"/>
          </ns1:fillRef>
          <ns1:effectRef idx="0">
            <ns1:schemeClr val="accent1"/>
          </ns1:effectRef>
          <ns1:fontRef idx="minor">
            <ns1:schemeClr val="tx1"/>
          </ns1:fontRef>
        </ns0:style>
      </ns0:cxnSp>
      <ns0:grpSp>
        <ns0:nvGrpSpPr>
          <ns0:cNvPr id="29" name="Group 28">
            <ns1:extLst>
              <ns1:ext uri="{FF2B5EF4-FFF2-40B4-BE49-F238E27FC236}">
                <ns2:creationId id="{D0F77EAE-D941-4BE4-A73A-2EC80F5AF882}"/>
              </ns1:ext>
            </ns1:extLst>
          </ns0:cNvPr>
          <ns0:cNvGrpSpPr/>
          <ns0:nvPr/>
        </ns0:nvGrpSpPr>
        <ns0:grpSpPr>
          <ns1:xfrm>
            <ns1:off x="400226" y="3183339"/>
            <ns1:ext cx="518615" cy="491321"/>
            <ns1:chOff x="386578" y="3183339"/>
            <ns1:chExt cx="518615" cy="491321"/>
          </ns1:xfrm>
        </ns0:grpSpPr>
        <ns0:sp>
          <ns0:nvSpPr>
            <ns0:cNvPr id="17" name="Rectangle 16">
              <ns1:extLst>
                <ns1:ext uri="{FF2B5EF4-FFF2-40B4-BE49-F238E27FC236}">
                  <ns2:creationId id="{5CBE16B3-2CDE-4C73-AEB2-32FAE0FDD907}"/>
                </ns1:ext>
              </ns1:extLst>
            </ns0:cNvPr>
            <ns0:cNvSpPr/>
            <ns0:nvPr/>
          </ns0:nvSpPr>
          <ns0:spPr>
            <ns1:xfrm>
              <ns1:off x="386578" y="3183339"/>
              <ns1:ext cx="518615" cy="491321"/>
            </ns1:xfrm>
            <ns1:prstGeom prst="rect">
              <ns1:avLst/>
            </ns1:prstGeom>
            <ns1:solidFill>
              <ns1:srgbClr val="ED6145"/>
            </ns1:solidFill>
            <ns1:ln>
              <ns1:noFill/>
            </ns1:ln>
          </ns0:spPr>
          <ns0:style>
            <ns1:lnRef idx="2">
              <ns1:schemeClr val="accent1">
                <ns1:shade val="50000"/>
              </ns1:schemeClr>
            </ns1:lnRef>
            <ns1:fillRef idx="1">
              <ns1:schemeClr val="accent1"/>
            </ns1:fillRef>
            <ns1:effectRef idx="0">
              <ns1:schemeClr val="accent1"/>
            </ns1:effectRef>
            <ns1:fontRef idx="minor">
              <ns1:schemeClr val="lt1"/>
            </ns1:fontRef>
          </ns0:style>
          <ns0:txBody>
            <ns1:bodyPr rtlCol="0" anchor="ctr"/>
            <ns1:lstStyle/>
            <ns1:p>
              <ns1:pPr algn="ctr"/>
              <ns1:endParaRPr lang="en-US">
                <ns1:solidFill>
                  <ns1:schemeClr val="bg1"/>
                </ns1:solidFill>
              </ns1:endParaRPr>
            </ns1:p>
          </ns0:txBody>
        </ns0:sp>
        <ns0:sp>
          <ns0:nvSpPr>
            <ns0:cNvPr id="18" name="Freeform 143">
              <ns1:extLst>
                <ns1:ext uri="{FF2B5EF4-FFF2-40B4-BE49-F238E27FC236}">
                  <ns2:creationId id="{FAD70A58-3D45-43A9-9D39-B924DF4CB70D}"/>
                </ns1:ext>
              </ns1:extLst>
            </ns0:cNvPr>
            <ns0:cNvSpPr>
              <ns1:spLocks/>
            </ns0:cNvSpPr>
            <ns0:nvPr/>
          </ns0:nvSpPr>
          <ns0:spPr bwMode="auto">
            <ns1:xfrm>
              <ns1:off x="571803" y="3306060"/>
              <ns1:ext cx="148165" cy="245879"/>
            </ns1:xfrm>
            <ns1:custGeom>
              <ns1:avLst/>
              <ns1:gdLst>
                <ns1:gd name="T0" fmla="*/ 54 w 54"/>
                <ns1:gd name="T1" fmla="*/ 17 h 104"/>
                <ns1:gd name="T2" fmla="*/ 44 w 54"/>
                <ns1:gd name="T3" fmla="*/ 17 h 104"/>
                <ns1:gd name="T4" fmla="*/ 35 w 54"/>
                <ns1:gd name="T5" fmla="*/ 26 h 104"/>
                <ns1:gd name="T6" fmla="*/ 35 w 54"/>
                <ns1:gd name="T7" fmla="*/ 38 h 104"/>
                <ns1:gd name="T8" fmla="*/ 53 w 54"/>
                <ns1:gd name="T9" fmla="*/ 38 h 104"/>
                <ns1:gd name="T10" fmla="*/ 51 w 54"/>
                <ns1:gd name="T11" fmla="*/ 56 h 104"/>
                <ns1:gd name="T12" fmla="*/ 35 w 54"/>
                <ns1:gd name="T13" fmla="*/ 56 h 104"/>
                <ns1:gd name="T14" fmla="*/ 35 w 54"/>
                <ns1:gd name="T15" fmla="*/ 104 h 104"/>
                <ns1:gd name="T16" fmla="*/ 16 w 54"/>
                <ns1:gd name="T17" fmla="*/ 104 h 104"/>
                <ns1:gd name="T18" fmla="*/ 16 w 54"/>
                <ns1:gd name="T19" fmla="*/ 56 h 104"/>
                <ns1:gd name="T20" fmla="*/ 0 w 54"/>
                <ns1:gd name="T21" fmla="*/ 56 h 104"/>
                <ns1:gd name="T22" fmla="*/ 0 w 54"/>
                <ns1:gd name="T23" fmla="*/ 38 h 104"/>
                <ns1:gd name="T24" fmla="*/ 16 w 54"/>
                <ns1:gd name="T25" fmla="*/ 38 h 104"/>
                <ns1:gd name="T26" fmla="*/ 16 w 54"/>
                <ns1:gd name="T27" fmla="*/ 24 h 104"/>
                <ns1:gd name="T28" fmla="*/ 40 w 54"/>
                <ns1:gd name="T29" fmla="*/ 0 h 104"/>
                <ns1:gd name="T30" fmla="*/ 54 w 54"/>
                <ns1:gd name="T31" fmla="*/ 1 h 104"/>
                <ns1:gd name="T32" fmla="*/ 54 w 54"/>
                <ns1:gd name="T33" fmla="*/ 17 h 104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  <ns1:cxn ang="0">
                  <ns1:pos x="T30" y="T31"/>
                </ns1:cxn>
                <ns1:cxn ang="0">
                  <ns1:pos x="T32" y="T33"/>
                </ns1:cxn>
              </ns1:cxnLst>
              <ns1:rect l="0" t="0" r="r" b="b"/>
              <ns1:pathLst>
                <ns1:path w="54" h="104">
                  <ns1:moveTo>
                    <ns1:pt x="54" y="17"/>
                  </ns1:moveTo>
                  <ns1:cubicBezTo>
                    <ns1:pt x="44" y="17"/>
                    <ns1:pt x="44" y="17"/>
                    <ns1:pt x="44" y="17"/>
                  </ns1:cubicBezTo>
                  <ns1:cubicBezTo>
                    <ns1:pt x="36" y="17"/>
                    <ns1:pt x="35" y="21"/>
                    <ns1:pt x="35" y="26"/>
                  </ns1:cubicBezTo>
                  <ns1:cubicBezTo>
                    <ns1:pt x="35" y="38"/>
                    <ns1:pt x="35" y="38"/>
                    <ns1:pt x="35" y="38"/>
                  </ns1:cubicBezTo>
                  <ns1:cubicBezTo>
                    <ns1:pt x="53" y="38"/>
                    <ns1:pt x="53" y="38"/>
                    <ns1:pt x="53" y="38"/>
                  </ns1:cubicBezTo>
                  <ns1:cubicBezTo>
                    <ns1:pt x="51" y="56"/>
                    <ns1:pt x="51" y="56"/>
                    <ns1:pt x="51" y="56"/>
                  </ns1:cubicBezTo>
                  <ns1:cubicBezTo>
                    <ns1:pt x="35" y="56"/>
                    <ns1:pt x="35" y="56"/>
                    <ns1:pt x="35" y="56"/>
                  </ns1:cubicBezTo>
                  <ns1:cubicBezTo>
                    <ns1:pt x="35" y="104"/>
                    <ns1:pt x="35" y="104"/>
                    <ns1:pt x="35" y="104"/>
                  </ns1:cubicBezTo>
                  <ns1:cubicBezTo>
                    <ns1:pt x="16" y="104"/>
                    <ns1:pt x="16" y="104"/>
                    <ns1:pt x="16" y="104"/>
                  </ns1:cubicBezTo>
                  <ns1:cubicBezTo>
                    <ns1:pt x="16" y="56"/>
                    <ns1:pt x="16" y="56"/>
                    <ns1:pt x="16" y="56"/>
                  </ns1:cubicBezTo>
                  <ns1:cubicBezTo>
                    <ns1:pt x="0" y="56"/>
                    <ns1:pt x="0" y="56"/>
                    <ns1:pt x="0" y="56"/>
                  </ns1:cubicBezTo>
                  <ns1:cubicBezTo>
                    <ns1:pt x="0" y="38"/>
                    <ns1:pt x="0" y="38"/>
                    <ns1:pt x="0" y="38"/>
                  </ns1:cubicBezTo>
                  <ns1:cubicBezTo>
                    <ns1:pt x="16" y="38"/>
                    <ns1:pt x="16" y="38"/>
                    <ns1:pt x="16" y="38"/>
                  </ns1:cubicBezTo>
                  <ns1:cubicBezTo>
                    <ns1:pt x="16" y="24"/>
                    <ns1:pt x="16" y="24"/>
                    <ns1:pt x="16" y="24"/>
                  </ns1:cubicBezTo>
                  <ns1:cubicBezTo>
                    <ns1:pt x="16" y="8"/>
                    <ns1:pt x="26" y="0"/>
                    <ns1:pt x="40" y="0"/>
                  </ns1:cubicBezTo>
                  <ns1:cubicBezTo>
                    <ns1:pt x="46" y="0"/>
                    <ns1:pt x="52" y="0"/>
                    <ns1:pt x="54" y="1"/>
                  </ns1:cubicBezTo>
                  <ns1:lnTo>
                    <ns1:pt x="54" y="17"/>
                  </ns1:lnTo>
                  <ns1:close/>
                </ns1:path>
              </ns1:pathLst>
            </ns1:custGeom>
            <ns1:solidFill>
              <ns1:schemeClr val="bg1"/>
            </ns1:solidFill>
            <ns1:ln>
              <ns1:noFill/>
            </ns1:ln>
            <ns1:extLst/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en-US" sz="2700"/>
            </ns1:p>
          </ns0:txBody>
        </ns0:sp>
      </ns0:grpSp>
      <ns0:grpSp>
        <ns0:nvGrpSpPr>
          <ns0:cNvPr id="30" name="Group 29">
            <ns1:extLst>
              <ns1:ext uri="{FF2B5EF4-FFF2-40B4-BE49-F238E27FC236}">
                <ns2:creationId id="{213EB70F-542B-4F34-B0EA-4BFFC61617A5}"/>
              </ns1:ext>
            </ns1:extLst>
          </ns0:cNvPr>
          <ns0:cNvGrpSpPr/>
          <ns0:nvPr/>
        </ns0:nvGrpSpPr>
        <ns0:grpSpPr>
          <ns1:xfrm>
            <ns1:off x="400226" y="2572502"/>
            <ns1:ext cx="518615" cy="491321"/>
            <ns1:chOff x="386578" y="2572502"/>
            <ns1:chExt cx="518615" cy="491321"/>
          </ns1:xfrm>
        </ns0:grpSpPr>
        <ns0:sp>
          <ns0:nvSpPr>
            <ns0:cNvPr id="20" name="Rectangle 19">
              <ns1:extLst>
                <ns1:ext uri="{FF2B5EF4-FFF2-40B4-BE49-F238E27FC236}">
                  <ns2:creationId id="{C3D91A38-81AE-4514-B007-81D4626A1F06}"/>
                </ns1:ext>
              </ns1:extLst>
            </ns0:cNvPr>
            <ns0:cNvSpPr/>
            <ns0:nvPr/>
          </ns0:nvSpPr>
          <ns0:spPr>
            <ns1:xfrm>
              <ns1:off x="386578" y="2572502"/>
              <ns1:ext cx="518615" cy="491321"/>
            </ns1:xfrm>
            <ns1:prstGeom prst="rect">
              <ns1:avLst/>
            </ns1:prstGeom>
            <ns1:solidFill>
              <ns1:srgbClr val="ED6145"/>
            </ns1:solidFill>
            <ns1:ln>
              <ns1:noFill/>
            </ns1:ln>
          </ns0:spPr>
          <ns0:style>
            <ns1:lnRef idx="2">
              <ns1:schemeClr val="accent1">
                <ns1:shade val="50000"/>
              </ns1:schemeClr>
            </ns1:lnRef>
            <ns1:fillRef idx="1">
              <ns1:schemeClr val="accent1"/>
            </ns1:fillRef>
            <ns1:effectRef idx="0">
              <ns1:schemeClr val="accent1"/>
            </ns1:effectRef>
            <ns1:fontRef idx="minor">
              <ns1:schemeClr val="lt1"/>
            </ns1:fontRef>
          </ns0:style>
          <ns0:txBody>
            <ns1:bodyPr rtlCol="0" anchor="ctr"/>
            <ns1:lstStyle/>
            <ns1:p>
              <ns1:pPr algn="ctr"/>
              <ns1:endParaRPr lang="en-US">
                <ns1:solidFill>
                  <ns1:schemeClr val="bg1"/>
                </ns1:solidFill>
              </ns1:endParaRPr>
            </ns1:p>
          </ns0:txBody>
        </ns0:sp>
        <ns0:sp>
          <ns0:nvSpPr>
            <ns0:cNvPr id="21" name="Freeform 142">
              <ns1:extLst>
                <ns1:ext uri="{FF2B5EF4-FFF2-40B4-BE49-F238E27FC236}">
                  <ns2:creationId id="{A5DE0B32-1E2A-4640-9C6F-5CDF9467059B}"/>
                </ns1:ext>
              </ns1:extLst>
            </ns0:cNvPr>
            <ns0:cNvSpPr>
              <ns1:spLocks/>
            </ns0:cNvSpPr>
            <ns0:nvPr/>
          </ns0:nvSpPr>
          <ns0:spPr bwMode="auto">
            <ns1:xfrm>
              <ns1:off x="526099" y="2721823"/>
              <ns1:ext cx="239573" cy="192678"/>
            </ns1:xfrm>
            <ns1:custGeom>
              <ns1:avLst/>
              <ns1:gdLst>
                <ns1:gd name="T0" fmla="*/ 88 w 99"/>
                <ns1:gd name="T1" fmla="*/ 20 h 80"/>
                <ns1:gd name="T2" fmla="*/ 89 w 99"/>
                <ns1:gd name="T3" fmla="*/ 22 h 80"/>
                <ns1:gd name="T4" fmla="*/ 31 w 99"/>
                <ns1:gd name="T5" fmla="*/ 80 h 80"/>
                <ns1:gd name="T6" fmla="*/ 0 w 99"/>
                <ns1:gd name="T7" fmla="*/ 71 h 80"/>
                <ns1:gd name="T8" fmla="*/ 5 w 99"/>
                <ns1:gd name="T9" fmla="*/ 71 h 80"/>
                <ns1:gd name="T10" fmla="*/ 30 w 99"/>
                <ns1:gd name="T11" fmla="*/ 62 h 80"/>
                <ns1:gd name="T12" fmla="*/ 11 w 99"/>
                <ns1:gd name="T13" fmla="*/ 48 h 80"/>
                <ns1:gd name="T14" fmla="*/ 15 w 99"/>
                <ns1:gd name="T15" fmla="*/ 49 h 80"/>
                <ns1:gd name="T16" fmla="*/ 20 w 99"/>
                <ns1:gd name="T17" fmla="*/ 48 h 80"/>
                <ns1:gd name="T18" fmla="*/ 4 w 99"/>
                <ns1:gd name="T19" fmla="*/ 28 h 80"/>
                <ns1:gd name="T20" fmla="*/ 4 w 99"/>
                <ns1:gd name="T21" fmla="*/ 28 h 80"/>
                <ns1:gd name="T22" fmla="*/ 13 w 99"/>
                <ns1:gd name="T23" fmla="*/ 31 h 80"/>
                <ns1:gd name="T24" fmla="*/ 4 w 99"/>
                <ns1:gd name="T25" fmla="*/ 14 h 80"/>
                <ns1:gd name="T26" fmla="*/ 7 w 99"/>
                <ns1:gd name="T27" fmla="*/ 4 h 80"/>
                <ns1:gd name="T28" fmla="*/ 49 w 99"/>
                <ns1:gd name="T29" fmla="*/ 25 h 80"/>
                <ns1:gd name="T30" fmla="*/ 48 w 99"/>
                <ns1:gd name="T31" fmla="*/ 20 h 80"/>
                <ns1:gd name="T32" fmla="*/ 68 w 99"/>
                <ns1:gd name="T33" fmla="*/ 0 h 80"/>
                <ns1:gd name="T34" fmla="*/ 83 w 99"/>
                <ns1:gd name="T35" fmla="*/ 6 h 80"/>
                <ns1:gd name="T36" fmla="*/ 96 w 99"/>
                <ns1:gd name="T37" fmla="*/ 1 h 80"/>
                <ns1:gd name="T38" fmla="*/ 87 w 99"/>
                <ns1:gd name="T39" fmla="*/ 12 h 80"/>
                <ns1:gd name="T40" fmla="*/ 99 w 99"/>
                <ns1:gd name="T41" fmla="*/ 9 h 80"/>
                <ns1:gd name="T42" fmla="*/ 88 w 99"/>
                <ns1:gd name="T43" fmla="*/ 20 h 80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  <ns1:cxn ang="0">
                  <ns1:pos x="T30" y="T31"/>
                </ns1:cxn>
                <ns1:cxn ang="0">
                  <ns1:pos x="T32" y="T33"/>
                </ns1:cxn>
                <ns1:cxn ang="0">
                  <ns1:pos x="T34" y="T35"/>
                </ns1:cxn>
                <ns1:cxn ang="0">
                  <ns1:pos x="T36" y="T37"/>
                </ns1:cxn>
                <ns1:cxn ang="0">
                  <ns1:pos x="T38" y="T39"/>
                </ns1:cxn>
                <ns1:cxn ang="0">
                  <ns1:pos x="T40" y="T41"/>
                </ns1:cxn>
                <ns1:cxn ang="0">
                  <ns1:pos x="T42" y="T43"/>
                </ns1:cxn>
              </ns1:cxnLst>
              <ns1:rect l="0" t="0" r="r" b="b"/>
              <ns1:pathLst>
                <ns1:path w="99" h="80">
                  <ns1:moveTo>
                    <ns1:pt x="88" y="20"/>
                  </ns1:moveTo>
                  <ns1:cubicBezTo>
                    <ns1:pt x="89" y="21"/>
                    <ns1:pt x="89" y="22"/>
                    <ns1:pt x="89" y="22"/>
                  </ns1:cubicBezTo>
                  <ns1:cubicBezTo>
                    <ns1:pt x="89" y="49"/>
                    <ns1:pt x="68" y="80"/>
                    <ns1:pt x="31" y="80"/>
                  </ns1:cubicBezTo>
                  <ns1:cubicBezTo>
                    <ns1:pt x="20" y="80"/>
                    <ns1:pt x="9" y="76"/>
                    <ns1:pt x="0" y="71"/>
                  </ns1:cubicBezTo>
                  <ns1:cubicBezTo>
                    <ns1:pt x="2" y="71"/>
                    <ns1:pt x="3" y="71"/>
                    <ns1:pt x="5" y="71"/>
                  </ns1:cubicBezTo>
                  <ns1:cubicBezTo>
                    <ns1:pt x="14" y="71"/>
                    <ns1:pt x="23" y="68"/>
                    <ns1:pt x="30" y="62"/>
                  </ns1:cubicBezTo>
                  <ns1:cubicBezTo>
                    <ns1:pt x="21" y="62"/>
                    <ns1:pt x="14" y="56"/>
                    <ns1:pt x="11" y="48"/>
                  </ns1:cubicBezTo>
                  <ns1:cubicBezTo>
                    <ns1:pt x="12" y="49"/>
                    <ns1:pt x="14" y="49"/>
                    <ns1:pt x="15" y="49"/>
                  </ns1:cubicBezTo>
                  <ns1:cubicBezTo>
                    <ns1:pt x="17" y="49"/>
                    <ns1:pt x="19" y="48"/>
                    <ns1:pt x="20" y="48"/>
                  </ns1:cubicBezTo>
                  <ns1:cubicBezTo>
                    <ns1:pt x="11" y="46"/>
                    <ns1:pt x="4" y="38"/>
                    <ns1:pt x="4" y="28"/>
                  </ns1:cubicBezTo>
                  <ns1:cubicBezTo>
                    <ns1:pt x="4" y="28"/>
                    <ns1:pt x="4" y="28"/>
                    <ns1:pt x="4" y="28"/>
                  </ns1:cubicBezTo>
                  <ns1:cubicBezTo>
                    <ns1:pt x="7" y="29"/>
                    <ns1:pt x="10" y="30"/>
                    <ns1:pt x="13" y="31"/>
                  </ns1:cubicBezTo>
                  <ns1:cubicBezTo>
                    <ns1:pt x="8" y="27"/>
                    <ns1:pt x="4" y="21"/>
                    <ns1:pt x="4" y="14"/>
                  </ns1:cubicBezTo>
                  <ns1:cubicBezTo>
                    <ns1:pt x="4" y="10"/>
                    <ns1:pt x="5" y="7"/>
                    <ns1:pt x="7" y="4"/>
                  </ns1:cubicBezTo>
                  <ns1:cubicBezTo>
                    <ns1:pt x="17" y="16"/>
                    <ns1:pt x="32" y="24"/>
                    <ns1:pt x="49" y="25"/>
                  </ns1:cubicBezTo>
                  <ns1:cubicBezTo>
                    <ns1:pt x="48" y="23"/>
                    <ns1:pt x="48" y="22"/>
                    <ns1:pt x="48" y="20"/>
                  </ns1:cubicBezTo>
                  <ns1:cubicBezTo>
                    <ns1:pt x="48" y="9"/>
                    <ns1:pt x="57" y="0"/>
                    <ns1:pt x="68" y="0"/>
                  </ns1:cubicBezTo>
                  <ns1:cubicBezTo>
                    <ns1:pt x="74" y="0"/>
                    <ns1:pt x="79" y="2"/>
                    <ns1:pt x="83" y="6"/>
                  </ns1:cubicBezTo>
                  <ns1:cubicBezTo>
                    <ns1:pt x="88" y="5"/>
                    <ns1:pt x="92" y="4"/>
                    <ns1:pt x="96" y="1"/>
                  </ns1:cubicBezTo>
                  <ns1:cubicBezTo>
                    <ns1:pt x="94" y="6"/>
                    <ns1:pt x="91" y="10"/>
                    <ns1:pt x="87" y="12"/>
                  </ns1:cubicBezTo>
                  <ns1:cubicBezTo>
                    <ns1:pt x="91" y="12"/>
                    <ns1:pt x="95" y="11"/>
                    <ns1:pt x="99" y="9"/>
                  </ns1:cubicBezTo>
                  <ns1:cubicBezTo>
                    <ns1:pt x="96" y="13"/>
                    <ns1:pt x="92" y="17"/>
                    <ns1:pt x="88" y="20"/>
                  </ns1:cubicBezTo>
                  <ns1:close/>
                </ns1:path>
              </ns1:pathLst>
            </ns1:custGeom>
            <ns1:solidFill>
              <ns1:schemeClr val="bg1"/>
            </ns1:solidFill>
            <ns1:ln>
              <ns1:noFill/>
            </ns1:ln>
            <ns1:extLst/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en-US" sz="2700"/>
            </ns1:p>
          </ns0:txBody>
        </ns0:sp>
      </ns0:grpSp>
      <ns0:grpSp>
        <ns0:nvGrpSpPr>
          <ns0:cNvPr id="28" name="Group 27">
            <ns1:extLst>
              <ns1:ext uri="{FF2B5EF4-FFF2-40B4-BE49-F238E27FC236}">
                <ns2:creationId id="{C55EADAA-1F6F-4F4E-9D0E-C6416C596DDA}"/>
              </ns1:ext>
            </ns1:extLst>
          </ns0:cNvPr>
          <ns0:cNvGrpSpPr/>
          <ns0:nvPr/>
        </ns0:nvGrpSpPr>
        <ns0:grpSpPr>
          <ns1:xfrm>
            <ns1:off x="400226" y="3802388"/>
            <ns1:ext cx="518615" cy="491321"/>
            <ns1:chOff x="386578" y="3802388"/>
            <ns1:chExt cx="518615" cy="491321"/>
          </ns1:xfrm>
        </ns0:grpSpPr>
        <ns0:sp>
          <ns0:nvSpPr>
            <ns0:cNvPr id="23" name="Rectangle 22">
              <ns1:extLst>
                <ns1:ext uri="{FF2B5EF4-FFF2-40B4-BE49-F238E27FC236}">
                  <ns2:creationId id="{8700B1E8-DF19-4B30-81DE-286760E906C2}"/>
                </ns1:ext>
              </ns1:extLst>
            </ns0:cNvPr>
            <ns0:cNvSpPr/>
            <ns0:nvPr/>
          </ns0:nvSpPr>
          <ns0:spPr>
            <ns1:xfrm>
              <ns1:off x="386578" y="3802388"/>
              <ns1:ext cx="518615" cy="491321"/>
            </ns1:xfrm>
            <ns1:prstGeom prst="rect">
              <ns1:avLst/>
            </ns1:prstGeom>
            <ns1:solidFill>
              <ns1:srgbClr val="ED6145"/>
            </ns1:solidFill>
            <ns1:ln>
              <ns1:noFill/>
            </ns1:ln>
          </ns0:spPr>
          <ns0:style>
            <ns1:lnRef idx="2">
              <ns1:schemeClr val="accent1">
                <ns1:shade val="50000"/>
              </ns1:schemeClr>
            </ns1:lnRef>
            <ns1:fillRef idx="1">
              <ns1:schemeClr val="accent1"/>
            </ns1:fillRef>
            <ns1:effectRef idx="0">
              <ns1:schemeClr val="accent1"/>
            </ns1:effectRef>
            <ns1:fontRef idx="minor">
              <ns1:schemeClr val="lt1"/>
            </ns1:fontRef>
          </ns0:style>
          <ns0:txBody>
            <ns1:bodyPr rtlCol="0" anchor="ctr"/>
            <ns1:lstStyle/>
            <ns1:p>
              <ns1:pPr algn="ctr"/>
              <ns1:endParaRPr lang="en-US">
                <ns1:solidFill>
                  <ns1:schemeClr val="bg1"/>
                </ns1:solidFill>
              </ns1:endParaRPr>
            </ns1:p>
          </ns0:txBody>
        </ns0:sp>
        <ns0:sp>
          <ns0:nvSpPr>
            <ns0:cNvPr id="24" name="Freeform 173">
              <ns1:extLst>
                <ns1:ext uri="{FF2B5EF4-FFF2-40B4-BE49-F238E27FC236}">
                  <ns2:creationId id="{73473935-C9AB-458A-9018-3019B0A06CDD}"/>
                </ns1:ext>
              </ns1:extLst>
            </ns0:cNvPr>
            <ns0:cNvSpPr>
              <ns1:spLocks noEditPoints="1"/>
            </ns0:cNvSpPr>
            <ns0:nvPr/>
          </ns0:nvSpPr>
          <ns0:spPr bwMode="auto">
            <ns1:xfrm>
              <ns1:off x="549616" y="3956444"/>
              <ns1:ext cx="192539" cy="183209"/>
            </ns1:xfrm>
            <ns1:custGeom>
              <ns1:avLst/>
              <ns1:gdLst>
                <ns1:gd name="T0" fmla="*/ 12 w 96"/>
                <ns1:gd name="T1" fmla="*/ 21 h 91"/>
                <ns1:gd name="T2" fmla="*/ 12 w 96"/>
                <ns1:gd name="T3" fmla="*/ 21 h 91"/>
                <ns1:gd name="T4" fmla="*/ 0 w 96"/>
                <ns1:gd name="T5" fmla="*/ 11 h 91"/>
                <ns1:gd name="T6" fmla="*/ 12 w 96"/>
                <ns1:gd name="T7" fmla="*/ 0 h 91"/>
                <ns1:gd name="T8" fmla="*/ 23 w 96"/>
                <ns1:gd name="T9" fmla="*/ 11 h 91"/>
                <ns1:gd name="T10" fmla="*/ 12 w 96"/>
                <ns1:gd name="T11" fmla="*/ 21 h 91"/>
                <ns1:gd name="T12" fmla="*/ 22 w 96"/>
                <ns1:gd name="T13" fmla="*/ 91 h 91"/>
                <ns1:gd name="T14" fmla="*/ 2 w 96"/>
                <ns1:gd name="T15" fmla="*/ 91 h 91"/>
                <ns1:gd name="T16" fmla="*/ 2 w 96"/>
                <ns1:gd name="T17" fmla="*/ 30 h 91"/>
                <ns1:gd name="T18" fmla="*/ 22 w 96"/>
                <ns1:gd name="T19" fmla="*/ 30 h 91"/>
                <ns1:gd name="T20" fmla="*/ 22 w 96"/>
                <ns1:gd name="T21" fmla="*/ 91 h 91"/>
                <ns1:gd name="T22" fmla="*/ 96 w 96"/>
                <ns1:gd name="T23" fmla="*/ 91 h 91"/>
                <ns1:gd name="T24" fmla="*/ 76 w 96"/>
                <ns1:gd name="T25" fmla="*/ 91 h 91"/>
                <ns1:gd name="T26" fmla="*/ 76 w 96"/>
                <ns1:gd name="T27" fmla="*/ 58 h 91"/>
                <ns1:gd name="T28" fmla="*/ 65 w 96"/>
                <ns1:gd name="T29" fmla="*/ 44 h 91"/>
                <ns1:gd name="T30" fmla="*/ 55 w 96"/>
                <ns1:gd name="T31" fmla="*/ 52 h 91"/>
                <ns1:gd name="T32" fmla="*/ 54 w 96"/>
                <ns1:gd name="T33" fmla="*/ 57 h 91"/>
                <ns1:gd name="T34" fmla="*/ 54 w 96"/>
                <ns1:gd name="T35" fmla="*/ 91 h 91"/>
                <ns1:gd name="T36" fmla="*/ 34 w 96"/>
                <ns1:gd name="T37" fmla="*/ 91 h 91"/>
                <ns1:gd name="T38" fmla="*/ 34 w 96"/>
                <ns1:gd name="T39" fmla="*/ 30 h 91"/>
                <ns1:gd name="T40" fmla="*/ 54 w 96"/>
                <ns1:gd name="T41" fmla="*/ 30 h 91"/>
                <ns1:gd name="T42" fmla="*/ 54 w 96"/>
                <ns1:gd name="T43" fmla="*/ 39 h 91"/>
                <ns1:gd name="T44" fmla="*/ 54 w 96"/>
                <ns1:gd name="T45" fmla="*/ 39 h 91"/>
                <ns1:gd name="T46" fmla="*/ 73 w 96"/>
                <ns1:gd name="T47" fmla="*/ 28 h 91"/>
                <ns1:gd name="T48" fmla="*/ 96 w 96"/>
                <ns1:gd name="T49" fmla="*/ 56 h 91"/>
                <ns1:gd name="T50" fmla="*/ 96 w 96"/>
                <ns1:gd name="T51" fmla="*/ 91 h 91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  <ns1:cxn ang="0">
                  <ns1:pos x="T30" y="T31"/>
                </ns1:cxn>
                <ns1:cxn ang="0">
                  <ns1:pos x="T32" y="T33"/>
                </ns1:cxn>
                <ns1:cxn ang="0">
                  <ns1:pos x="T34" y="T35"/>
                </ns1:cxn>
                <ns1:cxn ang="0">
                  <ns1:pos x="T36" y="T37"/>
                </ns1:cxn>
                <ns1:cxn ang="0">
                  <ns1:pos x="T38" y="T39"/>
                </ns1:cxn>
                <ns1:cxn ang="0">
                  <ns1:pos x="T40" y="T41"/>
                </ns1:cxn>
                <ns1:cxn ang="0">
                  <ns1:pos x="T42" y="T43"/>
                </ns1:cxn>
                <ns1:cxn ang="0">
                  <ns1:pos x="T44" y="T45"/>
                </ns1:cxn>
                <ns1:cxn ang="0">
                  <ns1:pos x="T46" y="T47"/>
                </ns1:cxn>
                <ns1:cxn ang="0">
                  <ns1:pos x="T48" y="T49"/>
                </ns1:cxn>
                <ns1:cxn ang="0">
                  <ns1:pos x="T50" y="T51"/>
                </ns1:cxn>
              </ns1:cxnLst>
              <ns1:rect l="0" t="0" r="r" b="b"/>
              <ns1:pathLst>
                <ns1:path w="96" h="91">
                  <ns1:moveTo>
                    <ns1:pt x="12" y="21"/>
                  </ns1:moveTo>
                  <ns1:cubicBezTo>
                    <ns1:pt x="12" y="21"/>
                    <ns1:pt x="12" y="21"/>
                    <ns1:pt x="12" y="21"/>
                  </ns1:cubicBezTo>
                  <ns1:cubicBezTo>
                    <ns1:pt x="5" y="21"/>
                    <ns1:pt x="0" y="16"/>
                    <ns1:pt x="0" y="11"/>
                  </ns1:cubicBezTo>
                  <ns1:cubicBezTo>
                    <ns1:pt x="0" y="4"/>
                    <ns1:pt x="5" y="0"/>
                    <ns1:pt x="12" y="0"/>
                  </ns1:cubicBezTo>
                  <ns1:cubicBezTo>
                    <ns1:pt x="19" y="0"/>
                    <ns1:pt x="23" y="4"/>
                    <ns1:pt x="23" y="11"/>
                  </ns1:cubicBezTo>
                  <ns1:cubicBezTo>
                    <ns1:pt x="24" y="16"/>
                    <ns1:pt x="19" y="21"/>
                    <ns1:pt x="12" y="21"/>
                  </ns1:cubicBezTo>
                  <ns1:close/>
                  <ns1:moveTo>
                    <ns1:pt x="22" y="91"/>
                  </ns1:moveTo>
                  <ns1:cubicBezTo>
                    <ns1:pt x="2" y="91"/>
                    <ns1:pt x="2" y="91"/>
                    <ns1:pt x="2" y="91"/>
                  </ns1:cubicBezTo>
                  <ns1:cubicBezTo>
                    <ns1:pt x="2" y="30"/>
                    <ns1:pt x="2" y="30"/>
                    <ns1:pt x="2" y="30"/>
                  </ns1:cubicBezTo>
                  <ns1:cubicBezTo>
                    <ns1:pt x="22" y="30"/>
                    <ns1:pt x="22" y="30"/>
                    <ns1:pt x="22" y="30"/>
                  </ns1:cubicBezTo>
                  <ns1:lnTo>
                    <ns1:pt x="22" y="91"/>
                  </ns1:lnTo>
                  <ns1:close/>
                  <ns1:moveTo>
                    <ns1:pt x="96" y="91"/>
                  </ns1:moveTo>
                  <ns1:cubicBezTo>
                    <ns1:pt x="76" y="91"/>
                    <ns1:pt x="76" y="91"/>
                    <ns1:pt x="76" y="91"/>
                  </ns1:cubicBezTo>
                  <ns1:cubicBezTo>
                    <ns1:pt x="76" y="58"/>
                    <ns1:pt x="76" y="58"/>
                    <ns1:pt x="76" y="58"/>
                  </ns1:cubicBezTo>
                  <ns1:cubicBezTo>
                    <ns1:pt x="76" y="50"/>
                    <ns1:pt x="73" y="44"/>
                    <ns1:pt x="65" y="44"/>
                  </ns1:cubicBezTo>
                  <ns1:cubicBezTo>
                    <ns1:pt x="60" y="44"/>
                    <ns1:pt x="56" y="48"/>
                    <ns1:pt x="55" y="52"/>
                  </ns1:cubicBezTo>
                  <ns1:cubicBezTo>
                    <ns1:pt x="54" y="53"/>
                    <ns1:pt x="54" y="55"/>
                    <ns1:pt x="54" y="57"/>
                  </ns1:cubicBezTo>
                  <ns1:cubicBezTo>
                    <ns1:pt x="54" y="91"/>
                    <ns1:pt x="54" y="91"/>
                    <ns1:pt x="54" y="91"/>
                  </ns1:cubicBezTo>
                  <ns1:cubicBezTo>
                    <ns1:pt x="34" y="91"/>
                    <ns1:pt x="34" y="91"/>
                    <ns1:pt x="34" y="91"/>
                  </ns1:cubicBezTo>
                  <ns1:cubicBezTo>
                    <ns1:pt x="34" y="35"/>
                    <ns1:pt x="34" y="30"/>
                    <ns1:pt x="34" y="30"/>
                  </ns1:cubicBezTo>
                  <ns1:cubicBezTo>
                    <ns1:pt x="54" y="30"/>
                    <ns1:pt x="54" y="30"/>
                    <ns1:pt x="54" y="30"/>
                  </ns1:cubicBezTo>
                  <ns1:cubicBezTo>
                    <ns1:pt x="54" y="39"/>
                    <ns1:pt x="54" y="39"/>
                    <ns1:pt x="54" y="39"/>
                  </ns1:cubicBezTo>
                  <ns1:cubicBezTo>
                    <ns1:pt x="54" y="39"/>
                    <ns1:pt x="54" y="39"/>
                    <ns1:pt x="54" y="39"/>
                  </ns1:cubicBezTo>
                  <ns1:cubicBezTo>
                    <ns1:pt x="57" y="34"/>
                    <ns1:pt x="61" y="28"/>
                    <ns1:pt x="73" y="28"/>
                  </ns1:cubicBezTo>
                  <ns1:cubicBezTo>
                    <ns1:pt x="86" y="28"/>
                    <ns1:pt x="96" y="37"/>
                    <ns1:pt x="96" y="56"/>
                  </ns1:cubicBezTo>
                  <ns1:lnTo>
                    <ns1:pt x="96" y="91"/>
                  </ns1:lnTo>
                  <ns1:close/>
                </ns1:path>
              </ns1:pathLst>
            </ns1:custGeom>
            <ns1:solidFill>
              <ns1:schemeClr val="bg1"/>
            </ns1:solidFill>
            <ns1:ln>
              <ns1:noFill/>
            </ns1:ln>
            <ns1:extLst/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en-US" sz="2700"/>
            </ns1:p>
          </ns0:txBody>
        </ns0:sp>
      </ns0:grpSp>
      <ns0:sp>
        <ns0:nvSpPr>
          <ns0:cNvPr id="3" name="Picture Placeholder 2">
            <ns1:extLst>
              <ns1:ext uri="{FF2B5EF4-FFF2-40B4-BE49-F238E27FC236}">
                <ns2:creationId id="{9C7B7258-B712-47A3-B083-4DBD3ACBB6C8}"/>
              </ns1:ext>
            </ns1:extLst>
          </ns0:cNvPr>
          <ns0:cNvSpPr>
            <ns1:spLocks noGrp="1"/>
          </ns0:cNvSpPr>
          <ns0:nvPr>
            <ns0:ph type="pic" sz="quarter" idx="10"/>
          </ns0:nvPr>
        </ns0:nvSpPr>
        <ns0:spPr/>
      </ns0:sp>
    </ns0:spTree>
    <ns0:extLst>
      <ns0:ext uri="{BB962C8B-B14F-4D97-AF65-F5344CB8AC3E}">
        <ns3:creationId val="1047004396"/>
      </ns0:ext>
    </ns0:extLst>
  </ns0:cSld>
  <ns0:clrMapOvr>
    <ns1:masterClrMapping/>
  </ns0:clrMapOvr>
</ns0:sld>
</file>

<file path=ppt/slides/slide31.xml><?xml version="1.0" encoding="utf-8"?>
<ns0:sld xmlns:ns0="http://schemas.openxmlformats.org/presentationml/2006/main" xmlns:ns1="http://schemas.openxmlformats.org/drawingml/2006/main" xmlns:ns2="http://schemas.microsoft.com/office/drawing/2010/main" xmlns:ns3="http://schemas.microsoft.com/office/powerpoint/2010/main">
  <ns0:cSld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grpSp>
        <ns0:nvGrpSpPr>
          <ns0:cNvPr id="4" name="Group 3"/>
          <ns0:cNvGrpSpPr/>
          <ns0:nvPr/>
        </ns0:nvGrpSpPr>
        <ns0:grpSpPr>
          <ns1:xfrm>
            <ns1:off x="2328669" y="1205092"/>
            <ns1:ext cx="292968" cy="421057"/>
            <ns1:chOff x="9132888" y="2062163"/>
            <ns1:chExt cx="341312" cy="490537"/>
          </ns1:xfrm>
          <ns1:solidFill>
            <ns1:schemeClr val="tx1"/>
          </ns1:solidFill>
        </ns0:grpSpPr>
        <ns0:sp>
          <ns0:nvSpPr>
            <ns0:cNvPr id="5" name="Freeform 326"/>
            <ns0:cNvSpPr>
              <ns1:spLocks noEditPoints="1"/>
            </ns0:cNvSpPr>
            <ns0:nvPr/>
          </ns0:nvSpPr>
          <ns0:spPr bwMode="auto">
            <ns1:xfrm>
              <ns1:off x="9132888" y="2062163"/>
              <ns1:ext cx="341312" cy="490537"/>
            </ns1:xfrm>
            <ns1:custGeom>
              <ns1:avLst/>
              <ns1:gdLst>
                <ns1:gd name="T0" fmla="*/ 44 w 88"/>
                <ns1:gd name="T1" fmla="*/ 0 h 128"/>
                <ns1:gd name="T2" fmla="*/ 0 w 88"/>
                <ns1:gd name="T3" fmla="*/ 44 h 128"/>
                <ns1:gd name="T4" fmla="*/ 20 w 88"/>
                <ns1:gd name="T5" fmla="*/ 92 h 128"/>
                <ns1:gd name="T6" fmla="*/ 44 w 88"/>
                <ns1:gd name="T7" fmla="*/ 128 h 128"/>
                <ns1:gd name="T8" fmla="*/ 68 w 88"/>
                <ns1:gd name="T9" fmla="*/ 92 h 128"/>
                <ns1:gd name="T10" fmla="*/ 88 w 88"/>
                <ns1:gd name="T11" fmla="*/ 44 h 128"/>
                <ns1:gd name="T12" fmla="*/ 44 w 88"/>
                <ns1:gd name="T13" fmla="*/ 0 h 128"/>
                <ns1:gd name="T14" fmla="*/ 54 w 88"/>
                <ns1:gd name="T15" fmla="*/ 109 h 128"/>
                <ns1:gd name="T16" fmla="*/ 35 w 88"/>
                <ns1:gd name="T17" fmla="*/ 111 h 128"/>
                <ns1:gd name="T18" fmla="*/ 32 w 88"/>
                <ns1:gd name="T19" fmla="*/ 104 h 128"/>
                <ns1:gd name="T20" fmla="*/ 32 w 88"/>
                <ns1:gd name="T21" fmla="*/ 103 h 128"/>
                <ns1:gd name="T22" fmla="*/ 57 w 88"/>
                <ns1:gd name="T23" fmla="*/ 100 h 128"/>
                <ns1:gd name="T24" fmla="*/ 56 w 88"/>
                <ns1:gd name="T25" fmla="*/ 104 h 128"/>
                <ns1:gd name="T26" fmla="*/ 54 w 88"/>
                <ns1:gd name="T27" fmla="*/ 109 h 128"/>
                <ns1:gd name="T28" fmla="*/ 31 w 88"/>
                <ns1:gd name="T29" fmla="*/ 100 h 128"/>
                <ns1:gd name="T30" fmla="*/ 28 w 88"/>
                <ns1:gd name="T31" fmla="*/ 92 h 128"/>
                <ns1:gd name="T32" fmla="*/ 60 w 88"/>
                <ns1:gd name="T33" fmla="*/ 92 h 128"/>
                <ns1:gd name="T34" fmla="*/ 58 w 88"/>
                <ns1:gd name="T35" fmla="*/ 96 h 128"/>
                <ns1:gd name="T36" fmla="*/ 31 w 88"/>
                <ns1:gd name="T37" fmla="*/ 100 h 128"/>
                <ns1:gd name="T38" fmla="*/ 44 w 88"/>
                <ns1:gd name="T39" fmla="*/ 120 h 128"/>
                <ns1:gd name="T40" fmla="*/ 36 w 88"/>
                <ns1:gd name="T41" fmla="*/ 115 h 128"/>
                <ns1:gd name="T42" fmla="*/ 53 w 88"/>
                <ns1:gd name="T43" fmla="*/ 113 h 128"/>
                <ns1:gd name="T44" fmla="*/ 44 w 88"/>
                <ns1:gd name="T45" fmla="*/ 120 h 128"/>
                <ns1:gd name="T46" fmla="*/ 63 w 88"/>
                <ns1:gd name="T47" fmla="*/ 84 h 128"/>
                <ns1:gd name="T48" fmla="*/ 25 w 88"/>
                <ns1:gd name="T49" fmla="*/ 84 h 128"/>
                <ns1:gd name="T50" fmla="*/ 19 w 88"/>
                <ns1:gd name="T51" fmla="*/ 71 h 128"/>
                <ns1:gd name="T52" fmla="*/ 8 w 88"/>
                <ns1:gd name="T53" fmla="*/ 44 h 128"/>
                <ns1:gd name="T54" fmla="*/ 44 w 88"/>
                <ns1:gd name="T55" fmla="*/ 8 h 128"/>
                <ns1:gd name="T56" fmla="*/ 80 w 88"/>
                <ns1:gd name="T57" fmla="*/ 44 h 128"/>
                <ns1:gd name="T58" fmla="*/ 69 w 88"/>
                <ns1:gd name="T59" fmla="*/ 71 h 128"/>
                <ns1:gd name="T60" fmla="*/ 63 w 88"/>
                <ns1:gd name="T61" fmla="*/ 84 h 128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  <ns1:cxn ang="0">
                  <ns1:pos x="T30" y="T31"/>
                </ns1:cxn>
                <ns1:cxn ang="0">
                  <ns1:pos x="T32" y="T33"/>
                </ns1:cxn>
                <ns1:cxn ang="0">
                  <ns1:pos x="T34" y="T35"/>
                </ns1:cxn>
                <ns1:cxn ang="0">
                  <ns1:pos x="T36" y="T37"/>
                </ns1:cxn>
                <ns1:cxn ang="0">
                  <ns1:pos x="T38" y="T39"/>
                </ns1:cxn>
                <ns1:cxn ang="0">
                  <ns1:pos x="T40" y="T41"/>
                </ns1:cxn>
                <ns1:cxn ang="0">
                  <ns1:pos x="T42" y="T43"/>
                </ns1:cxn>
                <ns1:cxn ang="0">
                  <ns1:pos x="T44" y="T45"/>
                </ns1:cxn>
                <ns1:cxn ang="0">
                  <ns1:pos x="T46" y="T47"/>
                </ns1:cxn>
                <ns1:cxn ang="0">
                  <ns1:pos x="T48" y="T49"/>
                </ns1:cxn>
                <ns1:cxn ang="0">
                  <ns1:pos x="T50" y="T51"/>
                </ns1:cxn>
                <ns1:cxn ang="0">
                  <ns1:pos x="T52" y="T53"/>
                </ns1:cxn>
                <ns1:cxn ang="0">
                  <ns1:pos x="T54" y="T55"/>
                </ns1:cxn>
                <ns1:cxn ang="0">
                  <ns1:pos x="T56" y="T57"/>
                </ns1:cxn>
                <ns1:cxn ang="0">
                  <ns1:pos x="T58" y="T59"/>
                </ns1:cxn>
                <ns1:cxn ang="0">
                  <ns1:pos x="T60" y="T61"/>
                </ns1:cxn>
              </ns1:cxnLst>
              <ns1:rect l="0" t="0" r="r" b="b"/>
              <ns1:pathLst>
                <ns1:path w="88" h="128">
                  <ns1:moveTo>
                    <ns1:pt x="44" y="0"/>
                  </ns1:moveTo>
                  <ns1:cubicBezTo>
                    <ns1:pt x="20" y="0"/>
                    <ns1:pt x="0" y="20"/>
                    <ns1:pt x="0" y="44"/>
                  </ns1:cubicBezTo>
                  <ns1:cubicBezTo>
                    <ns1:pt x="0" y="60"/>
                    <ns1:pt x="15" y="77"/>
                    <ns1:pt x="20" y="92"/>
                  </ns1:cubicBezTo>
                  <ns1:cubicBezTo>
                    <ns1:pt x="28" y="115"/>
                    <ns1:pt x="27" y="128"/>
                    <ns1:pt x="44" y="128"/>
                  </ns1:cubicBezTo>
                  <ns1:cubicBezTo>
                    <ns1:pt x="61" y="128"/>
                    <ns1:pt x="60" y="115"/>
                    <ns1:pt x="68" y="92"/>
                  </ns1:cubicBezTo>
                  <ns1:cubicBezTo>
                    <ns1:pt x="73" y="77"/>
                    <ns1:pt x="88" y="60"/>
                    <ns1:pt x="88" y="44"/>
                  </ns1:cubicBezTo>
                  <ns1:cubicBezTo>
                    <ns1:pt x="88" y="20"/>
                    <ns1:pt x="68" y="0"/>
                    <ns1:pt x="44" y="0"/>
                  </ns1:cubicBezTo>
                  <ns1:close/>
                  <ns1:moveTo>
                    <ns1:pt x="54" y="109"/>
                  </ns1:moveTo>
                  <ns1:cubicBezTo>
                    <ns1:pt x="35" y="111"/>
                    <ns1:pt x="35" y="111"/>
                    <ns1:pt x="35" y="111"/>
                  </ns1:cubicBezTo>
                  <ns1:cubicBezTo>
                    <ns1:pt x="34" y="109"/>
                    <ns1:pt x="33" y="107"/>
                    <ns1:pt x="32" y="104"/>
                  </ns1:cubicBezTo>
                  <ns1:cubicBezTo>
                    <ns1:pt x="32" y="104"/>
                    <ns1:pt x="32" y="104"/>
                    <ns1:pt x="32" y="103"/>
                  </ns1:cubicBezTo>
                  <ns1:cubicBezTo>
                    <ns1:pt x="57" y="100"/>
                    <ns1:pt x="57" y="100"/>
                    <ns1:pt x="57" y="100"/>
                  </ns1:cubicBezTo>
                  <ns1:cubicBezTo>
                    <ns1:pt x="57" y="102"/>
                    <ns1:pt x="56" y="103"/>
                    <ns1:pt x="56" y="104"/>
                  </ns1:cubicBezTo>
                  <ns1:cubicBezTo>
                    <ns1:pt x="55" y="106"/>
                    <ns1:pt x="55" y="107"/>
                    <ns1:pt x="54" y="109"/>
                  </ns1:cubicBezTo>
                  <ns1:close/>
                  <ns1:moveTo>
                    <ns1:pt x="31" y="100"/>
                  </ns1:moveTo>
                  <ns1:cubicBezTo>
                    <ns1:pt x="30" y="97"/>
                    <ns1:pt x="29" y="95"/>
                    <ns1:pt x="28" y="92"/>
                  </ns1:cubicBezTo>
                  <ns1:cubicBezTo>
                    <ns1:pt x="60" y="92"/>
                    <ns1:pt x="60" y="92"/>
                    <ns1:pt x="60" y="92"/>
                  </ns1:cubicBezTo>
                  <ns1:cubicBezTo>
                    <ns1:pt x="59" y="93"/>
                    <ns1:pt x="59" y="95"/>
                    <ns1:pt x="58" y="96"/>
                  </ns1:cubicBezTo>
                  <ns1:lnTo>
                    <ns1:pt x="31" y="100"/>
                  </ns1:lnTo>
                  <ns1:close/>
                  <ns1:moveTo>
                    <ns1:pt x="44" y="120"/>
                  </ns1:moveTo>
                  <ns1:cubicBezTo>
                    <ns1:pt x="40" y="120"/>
                    <ns1:pt x="38" y="120"/>
                    <ns1:pt x="36" y="115"/>
                  </ns1:cubicBezTo>
                  <ns1:cubicBezTo>
                    <ns1:pt x="53" y="113"/>
                    <ns1:pt x="53" y="113"/>
                    <ns1:pt x="53" y="113"/>
                  </ns1:cubicBezTo>
                  <ns1:cubicBezTo>
                    <ns1:pt x="51" y="119"/>
                    <ns1:pt x="49" y="120"/>
                    <ns1:pt x="44" y="120"/>
                  </ns1:cubicBezTo>
                  <ns1:close/>
                  <ns1:moveTo>
                    <ns1:pt x="63" y="84"/>
                  </ns1:moveTo>
                  <ns1:cubicBezTo>
                    <ns1:pt x="25" y="84"/>
                    <ns1:pt x="25" y="84"/>
                    <ns1:pt x="25" y="84"/>
                  </ns1:cubicBezTo>
                  <ns1:cubicBezTo>
                    <ns1:pt x="23" y="80"/>
                    <ns1:pt x="21" y="75"/>
                    <ns1:pt x="19" y="71"/>
                  </ns1:cubicBezTo>
                  <ns1:cubicBezTo>
                    <ns1:pt x="13" y="62"/>
                    <ns1:pt x="8" y="52"/>
                    <ns1:pt x="8" y="44"/>
                  </ns1:cubicBezTo>
                  <ns1:cubicBezTo>
                    <ns1:pt x="8" y="24"/>
                    <ns1:pt x="24" y="8"/>
                    <ns1:pt x="44" y="8"/>
                  </ns1:cubicBezTo>
                  <ns1:cubicBezTo>
                    <ns1:pt x="64" y="8"/>
                    <ns1:pt x="80" y="24"/>
                    <ns1:pt x="80" y="44"/>
                  </ns1:cubicBezTo>
                  <ns1:cubicBezTo>
                    <ns1:pt x="80" y="52"/>
                    <ns1:pt x="75" y="62"/>
                    <ns1:pt x="69" y="71"/>
                  </ns1:cubicBezTo>
                  <ns1:cubicBezTo>
                    <ns1:pt x="67" y="75"/>
                    <ns1:pt x="65" y="80"/>
                    <ns1:pt x="63" y="84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6" name="Freeform 327"/>
            <ns0:cNvSpPr>
              <ns1:spLocks/>
            </ns0:cNvSpPr>
            <ns0:nvPr/>
          </ns0:nvSpPr>
          <ns0:spPr bwMode="auto">
            <ns1:xfrm>
              <ns1:off x="9209088" y="2138363"/>
              <ns1:ext cx="101600" cy="100012"/>
            </ns1:xfrm>
            <ns1:custGeom>
              <ns1:avLst/>
              <ns1:gdLst>
                <ns1:gd name="T0" fmla="*/ 24 w 26"/>
                <ns1:gd name="T1" fmla="*/ 0 h 26"/>
                <ns1:gd name="T2" fmla="*/ 0 w 26"/>
                <ns1:gd name="T3" fmla="*/ 24 h 26"/>
                <ns1:gd name="T4" fmla="*/ 2 w 26"/>
                <ns1:gd name="T5" fmla="*/ 26 h 26"/>
                <ns1:gd name="T6" fmla="*/ 4 w 26"/>
                <ns1:gd name="T7" fmla="*/ 24 h 26"/>
                <ns1:gd name="T8" fmla="*/ 24 w 26"/>
                <ns1:gd name="T9" fmla="*/ 4 h 26"/>
                <ns1:gd name="T10" fmla="*/ 26 w 26"/>
                <ns1:gd name="T11" fmla="*/ 2 h 26"/>
                <ns1:gd name="T12" fmla="*/ 24 w 26"/>
                <ns1:gd name="T13" fmla="*/ 0 h 26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</ns1:cxnLst>
              <ns1:rect l="0" t="0" r="r" b="b"/>
              <ns1:pathLst>
                <ns1:path w="26" h="26">
                  <ns1:moveTo>
                    <ns1:pt x="24" y="0"/>
                  </ns1:moveTo>
                  <ns1:cubicBezTo>
                    <ns1:pt x="11" y="0"/>
                    <ns1:pt x="0" y="11"/>
                    <ns1:pt x="0" y="24"/>
                  </ns1:cubicBezTo>
                  <ns1:cubicBezTo>
                    <ns1:pt x="0" y="25"/>
                    <ns1:pt x="1" y="26"/>
                    <ns1:pt x="2" y="26"/>
                  </ns1:cubicBezTo>
                  <ns1:cubicBezTo>
                    <ns1:pt x="3" y="26"/>
                    <ns1:pt x="4" y="25"/>
                    <ns1:pt x="4" y="24"/>
                  </ns1:cubicBezTo>
                  <ns1:cubicBezTo>
                    <ns1:pt x="4" y="13"/>
                    <ns1:pt x="13" y="4"/>
                    <ns1:pt x="24" y="4"/>
                  </ns1:cubicBezTo>
                  <ns1:cubicBezTo>
                    <ns1:pt x="25" y="4"/>
                    <ns1:pt x="26" y="3"/>
                    <ns1:pt x="26" y="2"/>
                  </ns1:cubicBezTo>
                  <ns1:cubicBezTo>
                    <ns1:pt x="26" y="1"/>
                    <ns1:pt x="25" y="0"/>
                    <ns1:pt x="24" y="0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</ns0:grpSp>
      <ns0:grpSp>
        <ns0:nvGrpSpPr>
          <ns0:cNvPr id="7" name="Group 6"/>
          <ns0:cNvGrpSpPr/>
          <ns0:nvPr/>
        </ns0:nvGrpSpPr>
        <ns0:grpSpPr>
          <ns1:xfrm>
            <ns1:off x="9555151" y="329254"/>
            <ns1:ext cx="346075" cy="482600"/>
            <ns1:chOff x="6924675" y="5064125"/>
            <ns1:chExt cx="346075" cy="482600"/>
          </ns1:xfrm>
          <ns1:solidFill>
            <ns1:schemeClr val="tx1"/>
          </ns1:solidFill>
        </ns0:grpSpPr>
        <ns0:sp>
          <ns0:nvSpPr>
            <ns0:cNvPr id="8" name="Freeform 331"/>
            <ns0:cNvSpPr>
              <ns1:spLocks noEditPoints="1"/>
            </ns0:cNvSpPr>
            <ns0:nvPr/>
          </ns0:nvSpPr>
          <ns0:spPr bwMode="auto">
            <ns1:xfrm>
              <ns1:off x="6924675" y="5064125"/>
              <ns1:ext cx="346075" cy="482600"/>
            </ns1:xfrm>
            <ns1:custGeom>
              <ns1:avLst/>
              <ns1:gdLst>
                <ns1:gd name="T0" fmla="*/ 68 w 92"/>
                <ns1:gd name="T1" fmla="*/ 36 h 128"/>
                <ns1:gd name="T2" fmla="*/ 60 w 92"/>
                <ns1:gd name="T3" fmla="*/ 56 h 128"/>
                <ns1:gd name="T4" fmla="*/ 44 w 92"/>
                <ns1:gd name="T5" fmla="*/ 20 h 128"/>
                <ns1:gd name="T6" fmla="*/ 36 w 92"/>
                <ns1:gd name="T7" fmla="*/ 44 h 128"/>
                <ns1:gd name="T8" fmla="*/ 4 w 92"/>
                <ns1:gd name="T9" fmla="*/ 0 h 128"/>
                <ns1:gd name="T10" fmla="*/ 0 w 92"/>
                <ns1:gd name="T11" fmla="*/ 92 h 128"/>
                <ns1:gd name="T12" fmla="*/ 40 w 92"/>
                <ns1:gd name="T13" fmla="*/ 128 h 128"/>
                <ns1:gd name="T14" fmla="*/ 86 w 92"/>
                <ns1:gd name="T15" fmla="*/ 100 h 128"/>
                <ns1:gd name="T16" fmla="*/ 68 w 92"/>
                <ns1:gd name="T17" fmla="*/ 36 h 128"/>
                <ns1:gd name="T18" fmla="*/ 79 w 92"/>
                <ns1:gd name="T19" fmla="*/ 98 h 128"/>
                <ns1:gd name="T20" fmla="*/ 40 w 92"/>
                <ns1:gd name="T21" fmla="*/ 120 h 128"/>
                <ns1:gd name="T22" fmla="*/ 8 w 92"/>
                <ns1:gd name="T23" fmla="*/ 92 h 128"/>
                <ns1:gd name="T24" fmla="*/ 12 w 92"/>
                <ns1:gd name="T25" fmla="*/ 63 h 128"/>
                <ns1:gd name="T26" fmla="*/ 16 w 92"/>
                <ns1:gd name="T27" fmla="*/ 23 h 128"/>
                <ns1:gd name="T28" fmla="*/ 33 w 92"/>
                <ns1:gd name="T29" fmla="*/ 63 h 128"/>
                <ns1:gd name="T30" fmla="*/ 47 w 92"/>
                <ns1:gd name="T31" fmla="*/ 39 h 128"/>
                <ns1:gd name="T32" fmla="*/ 52 w 92"/>
                <ns1:gd name="T33" fmla="*/ 76 h 128"/>
                <ns1:gd name="T34" fmla="*/ 71 w 92"/>
                <ns1:gd name="T35" fmla="*/ 54 h 128"/>
                <ns1:gd name="T36" fmla="*/ 79 w 92"/>
                <ns1:gd name="T37" fmla="*/ 98 h 128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  <ns1:cxn ang="0">
                  <ns1:pos x="T30" y="T31"/>
                </ns1:cxn>
                <ns1:cxn ang="0">
                  <ns1:pos x="T32" y="T33"/>
                </ns1:cxn>
                <ns1:cxn ang="0">
                  <ns1:pos x="T34" y="T35"/>
                </ns1:cxn>
                <ns1:cxn ang="0">
                  <ns1:pos x="T36" y="T37"/>
                </ns1:cxn>
              </ns1:cxnLst>
              <ns1:rect l="0" t="0" r="r" b="b"/>
              <ns1:pathLst>
                <ns1:path w="92" h="128">
                  <ns1:moveTo>
                    <ns1:pt x="68" y="36"/>
                  </ns1:moveTo>
                  <ns1:cubicBezTo>
                    <ns1:pt x="68" y="47"/>
                    <ns1:pt x="60" y="56"/>
                    <ns1:pt x="60" y="56"/>
                  </ns1:cubicBezTo>
                  <ns1:cubicBezTo>
                    <ns1:pt x="60" y="36"/>
                    <ns1:pt x="44" y="20"/>
                    <ns1:pt x="44" y="20"/>
                  </ns1:cubicBezTo>
                  <ns1:cubicBezTo>
                    <ns1:pt x="44" y="20"/>
                    <ns1:pt x="44" y="32"/>
                    <ns1:pt x="36" y="44"/>
                  </ns1:cubicBezTo>
                  <ns1:cubicBezTo>
                    <ns1:pt x="28" y="16"/>
                    <ns1:pt x="4" y="0"/>
                    <ns1:pt x="4" y="0"/>
                  </ns1:cubicBezTo>
                  <ns1:cubicBezTo>
                    <ns1:pt x="16" y="44"/>
                    <ns1:pt x="0" y="60"/>
                    <ns1:pt x="0" y="92"/>
                  </ns1:cubicBezTo>
                  <ns1:cubicBezTo>
                    <ns1:pt x="0" y="110"/>
                    <ns1:pt x="16" y="128"/>
                    <ns1:pt x="40" y="128"/>
                  </ns1:cubicBezTo>
                  <ns1:cubicBezTo>
                    <ns1:pt x="76" y="128"/>
                    <ns1:pt x="83" y="115"/>
                    <ns1:pt x="86" y="100"/>
                  </ns1:cubicBezTo>
                  <ns1:cubicBezTo>
                    <ns1:pt x="92" y="80"/>
                    <ns1:pt x="84" y="56"/>
                    <ns1:pt x="68" y="36"/>
                  </ns1:cubicBezTo>
                  <ns1:close/>
                  <ns1:moveTo>
                    <ns1:pt x="79" y="98"/>
                  </ns1:moveTo>
                  <ns1:cubicBezTo>
                    <ns1:pt x="76" y="108"/>
                    <ns1:pt x="73" y="120"/>
                    <ns1:pt x="40" y="120"/>
                  </ns1:cubicBezTo>
                  <ns1:cubicBezTo>
                    <ns1:pt x="20" y="120"/>
                    <ns1:pt x="8" y="106"/>
                    <ns1:pt x="8" y="92"/>
                  </ns1:cubicBezTo>
                  <ns1:cubicBezTo>
                    <ns1:pt x="8" y="81"/>
                    <ns1:pt x="10" y="72"/>
                    <ns1:pt x="12" y="63"/>
                  </ns1:cubicBezTo>
                  <ns1:cubicBezTo>
                    <ns1:pt x="15" y="51"/>
                    <ns1:pt x="17" y="39"/>
                    <ns1:pt x="16" y="23"/>
                  </ns1:cubicBezTo>
                  <ns1:cubicBezTo>
                    <ns1:pt x="29" y="40"/>
                    <ns1:pt x="33" y="63"/>
                    <ns1:pt x="33" y="63"/>
                  </ns1:cubicBezTo>
                  <ns1:cubicBezTo>
                    <ns1:pt x="33" y="63"/>
                    <ns1:pt x="44" y="47"/>
                    <ns1:pt x="47" y="39"/>
                  </ns1:cubicBezTo>
                  <ns1:cubicBezTo>
                    <ns1:pt x="50" y="44"/>
                    <ns1:pt x="52" y="60"/>
                    <ns1:pt x="52" y="76"/>
                  </ns1:cubicBezTo>
                  <ns1:cubicBezTo>
                    <ns1:pt x="52" y="76"/>
                    <ns1:pt x="63" y="67"/>
                    <ns1:pt x="71" y="54"/>
                  </ns1:cubicBezTo>
                  <ns1:cubicBezTo>
                    <ns1:pt x="79" y="69"/>
                    <ns1:pt x="82" y="85"/>
                    <ns1:pt x="79" y="98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9" name="Freeform 332"/>
            <ns0:cNvSpPr>
              <ns1:spLocks/>
            </ns0:cNvSpPr>
            <ns0:nvPr/>
          </ns0:nvSpPr>
          <ns0:spPr bwMode="auto">
            <ns1:xfrm>
              <ns1:off x="6981825" y="5272088"/>
              <ns1:ext cx="214313" cy="173038"/>
            </ns1:xfrm>
            <ns1:custGeom>
              <ns1:avLst/>
              <ns1:gdLst>
                <ns1:gd name="T0" fmla="*/ 55 w 57"/>
                <ns1:gd name="T1" fmla="*/ 12 h 46"/>
                <ns1:gd name="T2" fmla="*/ 51 w 57"/>
                <ns1:gd name="T3" fmla="*/ 16 h 46"/>
                <ns1:gd name="T4" fmla="*/ 32 w 57"/>
                <ns1:gd name="T5" fmla="*/ 31 h 46"/>
                <ns1:gd name="T6" fmla="*/ 30 w 57"/>
                <ns1:gd name="T7" fmla="*/ 14 h 46"/>
                <ns1:gd name="T8" fmla="*/ 30 w 57"/>
                <ns1:gd name="T9" fmla="*/ 7 h 46"/>
                <ns1:gd name="T10" fmla="*/ 24 w 57"/>
                <ns1:gd name="T11" fmla="*/ 16 h 46"/>
                <ns1:gd name="T12" fmla="*/ 17 w 57"/>
                <ns1:gd name="T13" fmla="*/ 26 h 46"/>
                <ns1:gd name="T14" fmla="*/ 9 w 57"/>
                <ns1:gd name="T15" fmla="*/ 5 h 46"/>
                <ns1:gd name="T16" fmla="*/ 7 w 57"/>
                <ns1:gd name="T17" fmla="*/ 0 h 46"/>
                <ns1:gd name="T18" fmla="*/ 5 w 57"/>
                <ns1:gd name="T19" fmla="*/ 6 h 46"/>
                <ns1:gd name="T20" fmla="*/ 0 w 57"/>
                <ns1:gd name="T21" fmla="*/ 40 h 46"/>
                <ns1:gd name="T22" fmla="*/ 2 w 57"/>
                <ns1:gd name="T23" fmla="*/ 42 h 46"/>
                <ns1:gd name="T24" fmla="*/ 4 w 57"/>
                <ns1:gd name="T25" fmla="*/ 40 h 46"/>
                <ns1:gd name="T26" fmla="*/ 7 w 57"/>
                <ns1:gd name="T27" fmla="*/ 12 h 46"/>
                <ns1:gd name="T28" fmla="*/ 15 w 57"/>
                <ns1:gd name="T29" fmla="*/ 31 h 46"/>
                <ns1:gd name="T30" fmla="*/ 16 w 57"/>
                <ns1:gd name="T31" fmla="*/ 34 h 46"/>
                <ns1:gd name="T32" fmla="*/ 18 w 57"/>
                <ns1:gd name="T33" fmla="*/ 31 h 46"/>
                <ns1:gd name="T34" fmla="*/ 26 w 57"/>
                <ns1:gd name="T35" fmla="*/ 20 h 46"/>
                <ns1:gd name="T36" fmla="*/ 29 w 57"/>
                <ns1:gd name="T37" fmla="*/ 34 h 46"/>
                <ns1:gd name="T38" fmla="*/ 30 w 57"/>
                <ns1:gd name="T39" fmla="*/ 37 h 46"/>
                <ns1:gd name="T40" fmla="*/ 32 w 57"/>
                <ns1:gd name="T41" fmla="*/ 36 h 46"/>
                <ns1:gd name="T42" fmla="*/ 52 w 57"/>
                <ns1:gd name="T43" fmla="*/ 21 h 46"/>
                <ns1:gd name="T44" fmla="*/ 49 w 57"/>
                <ns1:gd name="T45" fmla="*/ 43 h 46"/>
                <ns1:gd name="T46" fmla="*/ 51 w 57"/>
                <ns1:gd name="T47" fmla="*/ 45 h 46"/>
                <ns1:gd name="T48" fmla="*/ 51 w 57"/>
                <ns1:gd name="T49" fmla="*/ 46 h 46"/>
                <ns1:gd name="T50" fmla="*/ 53 w 57"/>
                <ns1:gd name="T51" fmla="*/ 44 h 46"/>
                <ns1:gd name="T52" fmla="*/ 55 w 57"/>
                <ns1:gd name="T53" fmla="*/ 16 h 46"/>
                <ns1:gd name="T54" fmla="*/ 55 w 57"/>
                <ns1:gd name="T55" fmla="*/ 12 h 46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  <ns1:cxn ang="0">
                  <ns1:pos x="T30" y="T31"/>
                </ns1:cxn>
                <ns1:cxn ang="0">
                  <ns1:pos x="T32" y="T33"/>
                </ns1:cxn>
                <ns1:cxn ang="0">
                  <ns1:pos x="T34" y="T35"/>
                </ns1:cxn>
                <ns1:cxn ang="0">
                  <ns1:pos x="T36" y="T37"/>
                </ns1:cxn>
                <ns1:cxn ang="0">
                  <ns1:pos x="T38" y="T39"/>
                </ns1:cxn>
                <ns1:cxn ang="0">
                  <ns1:pos x="T40" y="T41"/>
                </ns1:cxn>
                <ns1:cxn ang="0">
                  <ns1:pos x="T42" y="T43"/>
                </ns1:cxn>
                <ns1:cxn ang="0">
                  <ns1:pos x="T44" y="T45"/>
                </ns1:cxn>
                <ns1:cxn ang="0">
                  <ns1:pos x="T46" y="T47"/>
                </ns1:cxn>
                <ns1:cxn ang="0">
                  <ns1:pos x="T48" y="T49"/>
                </ns1:cxn>
                <ns1:cxn ang="0">
                  <ns1:pos x="T50" y="T51"/>
                </ns1:cxn>
                <ns1:cxn ang="0">
                  <ns1:pos x="T52" y="T53"/>
                </ns1:cxn>
                <ns1:cxn ang="0">
                  <ns1:pos x="T54" y="T55"/>
                </ns1:cxn>
              </ns1:cxnLst>
              <ns1:rect l="0" t="0" r="r" b="b"/>
              <ns1:pathLst>
                <ns1:path w="57" h="46">
                  <ns1:moveTo>
                    <ns1:pt x="55" y="12"/>
                  </ns1:moveTo>
                  <ns1:cubicBezTo>
                    <ns1:pt x="51" y="16"/>
                    <ns1:pt x="51" y="16"/>
                    <ns1:pt x="51" y="16"/>
                  </ns1:cubicBezTo>
                  <ns1:cubicBezTo>
                    <ns1:pt x="47" y="21"/>
                    <ns1:pt x="43" y="26"/>
                    <ns1:pt x="32" y="31"/>
                  </ns1:cubicBezTo>
                  <ns1:cubicBezTo>
                    <ns1:pt x="31" y="26"/>
                    <ns1:pt x="30" y="21"/>
                    <ns1:pt x="30" y="14"/>
                  </ns1:cubicBezTo>
                  <ns1:cubicBezTo>
                    <ns1:pt x="30" y="7"/>
                    <ns1:pt x="30" y="7"/>
                    <ns1:pt x="30" y="7"/>
                  </ns1:cubicBezTo>
                  <ns1:cubicBezTo>
                    <ns1:pt x="24" y="16"/>
                    <ns1:pt x="24" y="16"/>
                    <ns1:pt x="24" y="16"/>
                  </ns1:cubicBezTo>
                  <ns1:cubicBezTo>
                    <ns1:pt x="21" y="20"/>
                    <ns1:pt x="20" y="22"/>
                    <ns1:pt x="17" y="26"/>
                  </ns1:cubicBezTo>
                  <ns1:cubicBezTo>
                    <ns1:pt x="13" y="17"/>
                    <ns1:pt x="11" y="11"/>
                    <ns1:pt x="9" y="5"/>
                  </ns1:cubicBezTo>
                  <ns1:cubicBezTo>
                    <ns1:pt x="7" y="0"/>
                    <ns1:pt x="7" y="0"/>
                    <ns1:pt x="7" y="0"/>
                  </ns1:cubicBezTo>
                  <ns1:cubicBezTo>
                    <ns1:pt x="5" y="6"/>
                    <ns1:pt x="5" y="6"/>
                    <ns1:pt x="5" y="6"/>
                  </ns1:cubicBezTo>
                  <ns1:cubicBezTo>
                    <ns1:pt x="2" y="13"/>
                    <ns1:pt x="0" y="21"/>
                    <ns1:pt x="0" y="40"/>
                  </ns1:cubicBezTo>
                  <ns1:cubicBezTo>
                    <ns1:pt x="0" y="41"/>
                    <ns1:pt x="0" y="42"/>
                    <ns1:pt x="2" y="42"/>
                  </ns1:cubicBezTo>
                  <ns1:cubicBezTo>
                    <ns1:pt x="3" y="42"/>
                    <ns1:pt x="4" y="41"/>
                    <ns1:pt x="4" y="40"/>
                  </ns1:cubicBezTo>
                  <ns1:cubicBezTo>
                    <ns1:pt x="4" y="25"/>
                    <ns1:pt x="5" y="18"/>
                    <ns1:pt x="7" y="12"/>
                  </ns1:cubicBezTo>
                  <ns1:cubicBezTo>
                    <ns1:pt x="9" y="17"/>
                    <ns1:pt x="12" y="23"/>
                    <ns1:pt x="15" y="31"/>
                  </ns1:cubicBezTo>
                  <ns1:cubicBezTo>
                    <ns1:pt x="16" y="34"/>
                    <ns1:pt x="16" y="34"/>
                    <ns1:pt x="16" y="34"/>
                  </ns1:cubicBezTo>
                  <ns1:cubicBezTo>
                    <ns1:pt x="18" y="31"/>
                    <ns1:pt x="18" y="31"/>
                    <ns1:pt x="18" y="31"/>
                  </ns1:cubicBezTo>
                  <ns1:cubicBezTo>
                    <ns1:pt x="22" y="27"/>
                    <ns1:pt x="24" y="24"/>
                    <ns1:pt x="26" y="20"/>
                  </ns1:cubicBezTo>
                  <ns1:cubicBezTo>
                    <ns1:pt x="27" y="26"/>
                    <ns1:pt x="28" y="30"/>
                    <ns1:pt x="29" y="34"/>
                  </ns1:cubicBezTo>
                  <ns1:cubicBezTo>
                    <ns1:pt x="30" y="37"/>
                    <ns1:pt x="30" y="37"/>
                    <ns1:pt x="30" y="37"/>
                  </ns1:cubicBezTo>
                  <ns1:cubicBezTo>
                    <ns1:pt x="32" y="36"/>
                    <ns1:pt x="32" y="36"/>
                    <ns1:pt x="32" y="36"/>
                  </ns1:cubicBezTo>
                  <ns1:cubicBezTo>
                    <ns1:pt x="43" y="31"/>
                    <ns1:pt x="48" y="26"/>
                    <ns1:pt x="52" y="21"/>
                  </ns1:cubicBezTo>
                  <ns1:cubicBezTo>
                    <ns1:pt x="53" y="29"/>
                    <ns1:pt x="52" y="37"/>
                    <ns1:pt x="49" y="43"/>
                  </ns1:cubicBezTo>
                  <ns1:cubicBezTo>
                    <ns1:pt x="49" y="44"/>
                    <ns1:pt x="49" y="45"/>
                    <ns1:pt x="51" y="45"/>
                  </ns1:cubicBezTo>
                  <ns1:cubicBezTo>
                    <ns1:pt x="51" y="45"/>
                    <ns1:pt x="51" y="46"/>
                    <ns1:pt x="51" y="46"/>
                  </ns1:cubicBezTo>
                  <ns1:cubicBezTo>
                    <ns1:pt x="52" y="46"/>
                    <ns1:pt x="53" y="45"/>
                    <ns1:pt x="53" y="44"/>
                  </ns1:cubicBezTo>
                  <ns1:cubicBezTo>
                    <ns1:pt x="56" y="37"/>
                    <ns1:pt x="57" y="26"/>
                    <ns1:pt x="55" y="16"/>
                  </ns1:cubicBezTo>
                  <ns1:lnTo>
                    <ns1:pt x="55" y="12"/>
                  </ns1:ln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</ns0:grpSp>
      <ns0:grpSp>
        <ns0:nvGrpSpPr>
          <ns0:cNvPr id="10" name="Group 9"/>
          <ns0:cNvGrpSpPr/>
          <ns0:nvPr/>
        </ns0:nvGrpSpPr>
        <ns0:grpSpPr>
          <ns1:xfrm>
            <ns1:off x="6395453" y="329255"/>
            <ns1:ext cx="484188" cy="482601"/>
            <ns1:chOff x="3959225" y="5064125"/>
            <ns1:chExt cx="484188" cy="482601"/>
          </ns1:xfrm>
          <ns1:solidFill>
            <ns1:schemeClr val="tx1"/>
          </ns1:solidFill>
        </ns0:grpSpPr>
        <ns0:sp>
          <ns0:nvSpPr>
            <ns0:cNvPr id="11" name="Freeform 333"/>
            <ns0:cNvSpPr>
              <ns1:spLocks noEditPoints="1"/>
            </ns0:cNvSpPr>
            <ns0:nvPr/>
          </ns0:nvSpPr>
          <ns0:spPr bwMode="auto">
            <ns1:xfrm>
              <ns1:off x="3959225" y="5110163"/>
              <ns1:ext cx="442913" cy="436563"/>
            </ns1:xfrm>
            <ns1:custGeom>
              <ns1:avLst/>
              <ns1:gdLst>
                <ns1:gd name="T0" fmla="*/ 84 w 118"/>
                <ns1:gd name="T1" fmla="*/ 3 h 116"/>
                <ns1:gd name="T2" fmla="*/ 77 w 118"/>
                <ns1:gd name="T3" fmla="*/ 0 h 116"/>
                <ns1:gd name="T4" fmla="*/ 70 w 118"/>
                <ns1:gd name="T5" fmla="*/ 3 h 116"/>
                <ns1:gd name="T6" fmla="*/ 64 w 118"/>
                <ns1:gd name="T7" fmla="*/ 9 h 116"/>
                <ns1:gd name="T8" fmla="*/ 61 w 118"/>
                <ns1:gd name="T9" fmla="*/ 16 h 116"/>
                <ns1:gd name="T10" fmla="*/ 62 w 118"/>
                <ns1:gd name="T11" fmla="*/ 21 h 116"/>
                <ns1:gd name="T12" fmla="*/ 8 w 118"/>
                <ns1:gd name="T13" fmla="*/ 43 h 116"/>
                <ns1:gd name="T14" fmla="*/ 1 w 118"/>
                <ns1:gd name="T15" fmla="*/ 51 h 116"/>
                <ns1:gd name="T16" fmla="*/ 5 w 118"/>
                <ns1:gd name="T17" fmla="*/ 62 h 116"/>
                <ns1:gd name="T18" fmla="*/ 55 w 118"/>
                <ns1:gd name="T19" fmla="*/ 112 h 116"/>
                <ns1:gd name="T20" fmla="*/ 64 w 118"/>
                <ns1:gd name="T21" fmla="*/ 116 h 116"/>
                <ns1:gd name="T22" fmla="*/ 64 w 118"/>
                <ns1:gd name="T23" fmla="*/ 116 h 116"/>
                <ns1:gd name="T24" fmla="*/ 66 w 118"/>
                <ns1:gd name="T25" fmla="*/ 116 h 116"/>
                <ns1:gd name="T26" fmla="*/ 75 w 118"/>
                <ns1:gd name="T27" fmla="*/ 108 h 116"/>
                <ns1:gd name="T28" fmla="*/ 96 w 118"/>
                <ns1:gd name="T29" fmla="*/ 55 h 116"/>
                <ns1:gd name="T30" fmla="*/ 102 w 118"/>
                <ns1:gd name="T31" fmla="*/ 57 h 116"/>
                <ns1:gd name="T32" fmla="*/ 109 w 118"/>
                <ns1:gd name="T33" fmla="*/ 54 h 116"/>
                <ns1:gd name="T34" fmla="*/ 115 w 118"/>
                <ns1:gd name="T35" fmla="*/ 48 h 116"/>
                <ns1:gd name="T36" fmla="*/ 118 w 118"/>
                <ns1:gd name="T37" fmla="*/ 41 h 116"/>
                <ns1:gd name="T38" fmla="*/ 115 w 118"/>
                <ns1:gd name="T39" fmla="*/ 34 h 116"/>
                <ns1:gd name="T40" fmla="*/ 84 w 118"/>
                <ns1:gd name="T41" fmla="*/ 3 h 116"/>
                <ns1:gd name="T42" fmla="*/ 68 w 118"/>
                <ns1:gd name="T43" fmla="*/ 105 h 116"/>
                <ns1:gd name="T44" fmla="*/ 65 w 118"/>
                <ns1:gd name="T45" fmla="*/ 108 h 116"/>
                <ns1:gd name="T46" fmla="*/ 64 w 118"/>
                <ns1:gd name="T47" fmla="*/ 108 h 116"/>
                <ns1:gd name="T48" fmla="*/ 61 w 118"/>
                <ns1:gd name="T49" fmla="*/ 107 h 116"/>
                <ns1:gd name="T50" fmla="*/ 10 w 118"/>
                <ns1:gd name="T51" fmla="*/ 56 h 116"/>
                <ns1:gd name="T52" fmla="*/ 9 w 118"/>
                <ns1:gd name="T53" fmla="*/ 53 h 116"/>
                <ns1:gd name="T54" fmla="*/ 11 w 118"/>
                <ns1:gd name="T55" fmla="*/ 50 h 116"/>
                <ns1:gd name="T56" fmla="*/ 36 w 118"/>
                <ns1:gd name="T57" fmla="*/ 40 h 116"/>
                <ns1:gd name="T58" fmla="*/ 87 w 118"/>
                <ns1:gd name="T59" fmla="*/ 58 h 116"/>
                <ns1:gd name="T60" fmla="*/ 68 w 118"/>
                <ns1:gd name="T61" fmla="*/ 105 h 116"/>
                <ns1:gd name="T62" fmla="*/ 109 w 118"/>
                <ns1:gd name="T63" fmla="*/ 42 h 116"/>
                <ns1:gd name="T64" fmla="*/ 103 w 118"/>
                <ns1:gd name="T65" fmla="*/ 48 h 116"/>
                <ns1:gd name="T66" fmla="*/ 100 w 118"/>
                <ns1:gd name="T67" fmla="*/ 48 h 116"/>
                <ns1:gd name="T68" fmla="*/ 93 w 118"/>
                <ns1:gd name="T69" fmla="*/ 41 h 116"/>
                <ns1:gd name="T70" fmla="*/ 88 w 118"/>
                <ns1:gd name="T71" fmla="*/ 55 h 116"/>
                <ns1:gd name="T72" fmla="*/ 88 w 118"/>
                <ns1:gd name="T73" fmla="*/ 54 h 116"/>
                <ns1:gd name="T74" fmla="*/ 53 w 118"/>
                <ns1:gd name="T75" fmla="*/ 39 h 116"/>
                <ns1:gd name="T76" fmla="*/ 42 w 118"/>
                <ns1:gd name="T77" fmla="*/ 38 h 116"/>
                <ns1:gd name="T78" fmla="*/ 76 w 118"/>
                <ns1:gd name="T79" fmla="*/ 24 h 116"/>
                <ns1:gd name="T80" fmla="*/ 70 w 118"/>
                <ns1:gd name="T81" fmla="*/ 17 h 116"/>
                <ns1:gd name="T82" fmla="*/ 70 w 118"/>
                <ns1:gd name="T83" fmla="*/ 14 h 116"/>
                <ns1:gd name="T84" fmla="*/ 75 w 118"/>
                <ns1:gd name="T85" fmla="*/ 9 h 116"/>
                <ns1:gd name="T86" fmla="*/ 78 w 118"/>
                <ns1:gd name="T87" fmla="*/ 9 h 116"/>
                <ns1:gd name="T88" fmla="*/ 109 w 118"/>
                <ns1:gd name="T89" fmla="*/ 39 h 116"/>
                <ns1:gd name="T90" fmla="*/ 109 w 118"/>
                <ns1:gd name="T91" fmla="*/ 42 h 116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  <ns1:cxn ang="0">
                  <ns1:pos x="T30" y="T31"/>
                </ns1:cxn>
                <ns1:cxn ang="0">
                  <ns1:pos x="T32" y="T33"/>
                </ns1:cxn>
                <ns1:cxn ang="0">
                  <ns1:pos x="T34" y="T35"/>
                </ns1:cxn>
                <ns1:cxn ang="0">
                  <ns1:pos x="T36" y="T37"/>
                </ns1:cxn>
                <ns1:cxn ang="0">
                  <ns1:pos x="T38" y="T39"/>
                </ns1:cxn>
                <ns1:cxn ang="0">
                  <ns1:pos x="T40" y="T41"/>
                </ns1:cxn>
                <ns1:cxn ang="0">
                  <ns1:pos x="T42" y="T43"/>
                </ns1:cxn>
                <ns1:cxn ang="0">
                  <ns1:pos x="T44" y="T45"/>
                </ns1:cxn>
                <ns1:cxn ang="0">
                  <ns1:pos x="T46" y="T47"/>
                </ns1:cxn>
                <ns1:cxn ang="0">
                  <ns1:pos x="T48" y="T49"/>
                </ns1:cxn>
                <ns1:cxn ang="0">
                  <ns1:pos x="T50" y="T51"/>
                </ns1:cxn>
                <ns1:cxn ang="0">
                  <ns1:pos x="T52" y="T53"/>
                </ns1:cxn>
                <ns1:cxn ang="0">
                  <ns1:pos x="T54" y="T55"/>
                </ns1:cxn>
                <ns1:cxn ang="0">
                  <ns1:pos x="T56" y="T57"/>
                </ns1:cxn>
                <ns1:cxn ang="0">
                  <ns1:pos x="T58" y="T59"/>
                </ns1:cxn>
                <ns1:cxn ang="0">
                  <ns1:pos x="T60" y="T61"/>
                </ns1:cxn>
                <ns1:cxn ang="0">
                  <ns1:pos x="T62" y="T63"/>
                </ns1:cxn>
                <ns1:cxn ang="0">
                  <ns1:pos x="T64" y="T65"/>
                </ns1:cxn>
                <ns1:cxn ang="0">
                  <ns1:pos x="T66" y="T67"/>
                </ns1:cxn>
                <ns1:cxn ang="0">
                  <ns1:pos x="T68" y="T69"/>
                </ns1:cxn>
                <ns1:cxn ang="0">
                  <ns1:pos x="T70" y="T71"/>
                </ns1:cxn>
                <ns1:cxn ang="0">
                  <ns1:pos x="T72" y="T73"/>
                </ns1:cxn>
                <ns1:cxn ang="0">
                  <ns1:pos x="T74" y="T75"/>
                </ns1:cxn>
                <ns1:cxn ang="0">
                  <ns1:pos x="T76" y="T77"/>
                </ns1:cxn>
                <ns1:cxn ang="0">
                  <ns1:pos x="T78" y="T79"/>
                </ns1:cxn>
                <ns1:cxn ang="0">
                  <ns1:pos x="T80" y="T81"/>
                </ns1:cxn>
                <ns1:cxn ang="0">
                  <ns1:pos x="T82" y="T83"/>
                </ns1:cxn>
                <ns1:cxn ang="0">
                  <ns1:pos x="T84" y="T85"/>
                </ns1:cxn>
                <ns1:cxn ang="0">
                  <ns1:pos x="T86" y="T87"/>
                </ns1:cxn>
                <ns1:cxn ang="0">
                  <ns1:pos x="T88" y="T89"/>
                </ns1:cxn>
                <ns1:cxn ang="0">
                  <ns1:pos x="T90" y="T91"/>
                </ns1:cxn>
              </ns1:cxnLst>
              <ns1:rect l="0" t="0" r="r" b="b"/>
              <ns1:pathLst>
                <ns1:path w="118" h="116">
                  <ns1:moveTo>
                    <ns1:pt x="84" y="3"/>
                  </ns1:moveTo>
                  <ns1:cubicBezTo>
                    <ns1:pt x="82" y="1"/>
                    <ns1:pt x="79" y="0"/>
                    <ns1:pt x="77" y="0"/>
                  </ns1:cubicBezTo>
                  <ns1:cubicBezTo>
                    <ns1:pt x="74" y="0"/>
                    <ns1:pt x="71" y="1"/>
                    <ns1:pt x="70" y="3"/>
                  </ns1:cubicBezTo>
                  <ns1:cubicBezTo>
                    <ns1:pt x="64" y="9"/>
                    <ns1:pt x="64" y="9"/>
                    <ns1:pt x="64" y="9"/>
                  </ns1:cubicBezTo>
                  <ns1:cubicBezTo>
                    <ns1:pt x="62" y="10"/>
                    <ns1:pt x="61" y="13"/>
                    <ns1:pt x="61" y="16"/>
                  </ns1:cubicBezTo>
                  <ns1:cubicBezTo>
                    <ns1:pt x="61" y="18"/>
                    <ns1:pt x="62" y="19"/>
                    <ns1:pt x="62" y="21"/>
                  </ns1:cubicBezTo>
                  <ns1:cubicBezTo>
                    <ns1:pt x="8" y="43"/>
                    <ns1:pt x="8" y="43"/>
                    <ns1:pt x="8" y="43"/>
                  </ns1:cubicBezTo>
                  <ns1:cubicBezTo>
                    <ns1:pt x="5" y="44"/>
                    <ns1:pt x="2" y="48"/>
                    <ns1:pt x="1" y="51"/>
                  </ns1:cubicBezTo>
                  <ns1:cubicBezTo>
                    <ns1:pt x="0" y="55"/>
                    <ns1:pt x="2" y="59"/>
                    <ns1:pt x="5" y="62"/>
                  </ns1:cubicBezTo>
                  <ns1:cubicBezTo>
                    <ns1:pt x="55" y="112"/>
                    <ns1:pt x="55" y="112"/>
                    <ns1:pt x="55" y="112"/>
                  </ns1:cubicBezTo>
                  <ns1:cubicBezTo>
                    <ns1:pt x="58" y="115"/>
                    <ns1:pt x="61" y="116"/>
                    <ns1:pt x="64" y="116"/>
                  </ns1:cubicBezTo>
                  <ns1:cubicBezTo>
                    <ns1:pt x="64" y="116"/>
                    <ns1:pt x="64" y="116"/>
                    <ns1:pt x="64" y="116"/>
                  </ns1:cubicBezTo>
                  <ns1:cubicBezTo>
                    <ns1:pt x="65" y="116"/>
                    <ns1:pt x="66" y="116"/>
                    <ns1:pt x="66" y="116"/>
                  </ns1:cubicBezTo>
                  <ns1:cubicBezTo>
                    <ns1:pt x="70" y="115"/>
                    <ns1:pt x="74" y="112"/>
                    <ns1:pt x="75" y="108"/>
                  </ns1:cubicBezTo>
                  <ns1:cubicBezTo>
                    <ns1:pt x="96" y="55"/>
                    <ns1:pt x="96" y="55"/>
                    <ns1:pt x="96" y="55"/>
                  </ns1:cubicBezTo>
                  <ns1:cubicBezTo>
                    <ns1:pt x="98" y="56"/>
                    <ns1:pt x="100" y="57"/>
                    <ns1:pt x="102" y="57"/>
                  </ns1:cubicBezTo>
                  <ns1:cubicBezTo>
                    <ns1:pt x="105" y="57"/>
                    <ns1:pt x="107" y="56"/>
                    <ns1:pt x="109" y="54"/>
                  </ns1:cubicBezTo>
                  <ns1:cubicBezTo>
                    <ns1:pt x="115" y="48"/>
                    <ns1:pt x="115" y="48"/>
                    <ns1:pt x="115" y="48"/>
                  </ns1:cubicBezTo>
                  <ns1:cubicBezTo>
                    <ns1:pt x="117" y="46"/>
                    <ns1:pt x="118" y="44"/>
                    <ns1:pt x="118" y="41"/>
                  </ns1:cubicBezTo>
                  <ns1:cubicBezTo>
                    <ns1:pt x="118" y="38"/>
                    <ns1:pt x="117" y="36"/>
                    <ns1:pt x="115" y="34"/>
                  </ns1:cubicBezTo>
                  <ns1:lnTo>
                    <ns1:pt x="84" y="3"/>
                  </ns1:lnTo>
                  <ns1:close/>
                  <ns1:moveTo>
                    <ns1:pt x="68" y="105"/>
                  </ns1:moveTo>
                  <ns1:cubicBezTo>
                    <ns1:pt x="67" y="107"/>
                    <ns1:pt x="66" y="108"/>
                    <ns1:pt x="65" y="108"/>
                  </ns1:cubicBezTo>
                  <ns1:cubicBezTo>
                    <ns1:pt x="64" y="108"/>
                    <ns1:pt x="64" y="108"/>
                    <ns1:pt x="64" y="108"/>
                  </ns1:cubicBezTo>
                  <ns1:cubicBezTo>
                    <ns1:pt x="63" y="108"/>
                    <ns1:pt x="62" y="108"/>
                    <ns1:pt x="61" y="107"/>
                  </ns1:cubicBezTo>
                  <ns1:cubicBezTo>
                    <ns1:pt x="10" y="56"/>
                    <ns1:pt x="10" y="56"/>
                    <ns1:pt x="10" y="56"/>
                  </ns1:cubicBezTo>
                  <ns1:cubicBezTo>
                    <ns1:pt x="9" y="56"/>
                    <ns1:pt x="9" y="54"/>
                    <ns1:pt x="9" y="53"/>
                  </ns1:cubicBezTo>
                  <ns1:cubicBezTo>
                    <ns1:pt x="9" y="52"/>
                    <ns1:pt x="10" y="51"/>
                    <ns1:pt x="11" y="50"/>
                  </ns1:cubicBezTo>
                  <ns1:cubicBezTo>
                    <ns1:pt x="36" y="40"/>
                    <ns1:pt x="36" y="40"/>
                    <ns1:pt x="36" y="40"/>
                  </ns1:cubicBezTo>
                  <ns1:cubicBezTo>
                    <ns1:pt x="53" y="46"/>
                    <ns1:pt x="70" y="40"/>
                    <ns1:pt x="87" y="58"/>
                  </ns1:cubicBezTo>
                  <ns1:lnTo>
                    <ns1:pt x="68" y="105"/>
                  </ns1:lnTo>
                  <ns1:close/>
                  <ns1:moveTo>
                    <ns1:pt x="109" y="42"/>
                  </ns1:moveTo>
                  <ns1:cubicBezTo>
                    <ns1:pt x="103" y="48"/>
                    <ns1:pt x="103" y="48"/>
                    <ns1:pt x="103" y="48"/>
                  </ns1:cubicBezTo>
                  <ns1:cubicBezTo>
                    <ns1:pt x="103" y="49"/>
                    <ns1:pt x="101" y="49"/>
                    <ns1:pt x="100" y="48"/>
                  </ns1:cubicBezTo>
                  <ns1:cubicBezTo>
                    <ns1:pt x="93" y="41"/>
                    <ns1:pt x="93" y="41"/>
                    <ns1:pt x="93" y="41"/>
                  </ns1:cubicBezTo>
                  <ns1:cubicBezTo>
                    <ns1:pt x="88" y="55"/>
                    <ns1:pt x="88" y="55"/>
                    <ns1:pt x="88" y="55"/>
                  </ns1:cubicBezTo>
                  <ns1:cubicBezTo>
                    <ns1:pt x="88" y="54"/>
                    <ns1:pt x="88" y="54"/>
                    <ns1:pt x="88" y="54"/>
                  </ns1:cubicBezTo>
                  <ns1:cubicBezTo>
                    <ns1:pt x="76" y="42"/>
                    <ns1:pt x="64" y="41"/>
                    <ns1:pt x="53" y="39"/>
                  </ns1:cubicBezTo>
                  <ns1:cubicBezTo>
                    <ns1:pt x="49" y="39"/>
                    <ns1:pt x="46" y="38"/>
                    <ns1:pt x="42" y="38"/>
                  </ns1:cubicBezTo>
                  <ns1:cubicBezTo>
                    <ns1:pt x="76" y="24"/>
                    <ns1:pt x="76" y="24"/>
                    <ns1:pt x="76" y="24"/>
                  </ns1:cubicBezTo>
                  <ns1:cubicBezTo>
                    <ns1:pt x="70" y="17"/>
                    <ns1:pt x="70" y="17"/>
                    <ns1:pt x="70" y="17"/>
                  </ns1:cubicBezTo>
                  <ns1:cubicBezTo>
                    <ns1:pt x="69" y="16"/>
                    <ns1:pt x="69" y="15"/>
                    <ns1:pt x="70" y="14"/>
                  </ns1:cubicBezTo>
                  <ns1:cubicBezTo>
                    <ns1:pt x="75" y="9"/>
                    <ns1:pt x="75" y="9"/>
                    <ns1:pt x="75" y="9"/>
                  </ns1:cubicBezTo>
                  <ns1:cubicBezTo>
                    <ns1:pt x="76" y="8"/>
                    <ns1:pt x="77" y="8"/>
                    <ns1:pt x="78" y="9"/>
                  </ns1:cubicBezTo>
                  <ns1:cubicBezTo>
                    <ns1:pt x="109" y="39"/>
                    <ns1:pt x="109" y="39"/>
                    <ns1:pt x="109" y="39"/>
                  </ns1:cubicBezTo>
                  <ns1:cubicBezTo>
                    <ns1:pt x="110" y="40"/>
                    <ns1:pt x="110" y="42"/>
                    <ns1:pt x="109" y="42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12" name="Freeform 334"/>
            <ns0:cNvSpPr>
              <ns1:spLocks noEditPoints="1"/>
            </ns0:cNvSpPr>
            <ns0:nvPr/>
          </ns0:nvSpPr>
          <ns0:spPr bwMode="auto">
            <ns1:xfrm>
              <ns1:off x="4173538" y="5305425"/>
              <ns1:ext cx="74613" cy="74613"/>
            </ns1:xfrm>
            <ns1:custGeom>
              <ns1:avLst/>
              <ns1:gdLst>
                <ns1:gd name="T0" fmla="*/ 10 w 20"/>
                <ns1:gd name="T1" fmla="*/ 20 h 20"/>
                <ns1:gd name="T2" fmla="*/ 20 w 20"/>
                <ns1:gd name="T3" fmla="*/ 10 h 20"/>
                <ns1:gd name="T4" fmla="*/ 10 w 20"/>
                <ns1:gd name="T5" fmla="*/ 0 h 20"/>
                <ns1:gd name="T6" fmla="*/ 0 w 20"/>
                <ns1:gd name="T7" fmla="*/ 10 h 20"/>
                <ns1:gd name="T8" fmla="*/ 10 w 20"/>
                <ns1:gd name="T9" fmla="*/ 20 h 20"/>
                <ns1:gd name="T10" fmla="*/ 10 w 20"/>
                <ns1:gd name="T11" fmla="*/ 4 h 20"/>
                <ns1:gd name="T12" fmla="*/ 16 w 20"/>
                <ns1:gd name="T13" fmla="*/ 10 h 20"/>
                <ns1:gd name="T14" fmla="*/ 10 w 20"/>
                <ns1:gd name="T15" fmla="*/ 16 h 20"/>
                <ns1:gd name="T16" fmla="*/ 4 w 20"/>
                <ns1:gd name="T17" fmla="*/ 10 h 20"/>
                <ns1:gd name="T18" fmla="*/ 10 w 20"/>
                <ns1:gd name="T19" fmla="*/ 4 h 20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</ns1:cxnLst>
              <ns1:rect l="0" t="0" r="r" b="b"/>
              <ns1:pathLst>
                <ns1:path w="20" h="20">
                  <ns1:moveTo>
                    <ns1:pt x="10" y="20"/>
                  </ns1:moveTo>
                  <ns1:cubicBezTo>
                    <ns1:pt x="16" y="20"/>
                    <ns1:pt x="20" y="16"/>
                    <ns1:pt x="20" y="10"/>
                  </ns1:cubicBezTo>
                  <ns1:cubicBezTo>
                    <ns1:pt x="20" y="4"/>
                    <ns1:pt x="16" y="0"/>
                    <ns1:pt x="10" y="0"/>
                  </ns1:cubicBezTo>
                  <ns1:cubicBezTo>
                    <ns1:pt x="4" y="0"/>
                    <ns1:pt x="0" y="4"/>
                    <ns1:pt x="0" y="10"/>
                  </ns1:cubicBezTo>
                  <ns1:cubicBezTo>
                    <ns1:pt x="0" y="16"/>
                    <ns1:pt x="4" y="20"/>
                    <ns1:pt x="10" y="20"/>
                  </ns1:cubicBezTo>
                  <ns1:close/>
                  <ns1:moveTo>
                    <ns1:pt x="10" y="4"/>
                  </ns1:moveTo>
                  <ns1:cubicBezTo>
                    <ns1:pt x="13" y="4"/>
                    <ns1:pt x="16" y="7"/>
                    <ns1:pt x="16" y="10"/>
                  </ns1:cubicBezTo>
                  <ns1:cubicBezTo>
                    <ns1:pt x="16" y="13"/>
                    <ns1:pt x="13" y="16"/>
                    <ns1:pt x="10" y="16"/>
                  </ns1:cubicBezTo>
                  <ns1:cubicBezTo>
                    <ns1:pt x="7" y="16"/>
                    <ns1:pt x="4" y="13"/>
                    <ns1:pt x="4" y="10"/>
                  </ns1:cubicBezTo>
                  <ns1:cubicBezTo>
                    <ns1:pt x="4" y="7"/>
                    <ns1:pt x="7" y="4"/>
                    <ns1:pt x="10" y="4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13" name="Freeform 335"/>
            <ns0:cNvSpPr>
              <ns1:spLocks noEditPoints="1"/>
            </ns0:cNvSpPr>
            <ns0:nvPr/>
          </ns0:nvSpPr>
          <ns0:spPr bwMode="auto">
            <ns1:xfrm>
              <ns1:off x="4368800" y="5064125"/>
              <ns1:ext cx="74613" cy="76200"/>
            </ns1:xfrm>
            <ns1:custGeom>
              <ns1:avLst/>
              <ns1:gdLst>
                <ns1:gd name="T0" fmla="*/ 10 w 20"/>
                <ns1:gd name="T1" fmla="*/ 0 h 20"/>
                <ns1:gd name="T2" fmla="*/ 0 w 20"/>
                <ns1:gd name="T3" fmla="*/ 10 h 20"/>
                <ns1:gd name="T4" fmla="*/ 10 w 20"/>
                <ns1:gd name="T5" fmla="*/ 20 h 20"/>
                <ns1:gd name="T6" fmla="*/ 20 w 20"/>
                <ns1:gd name="T7" fmla="*/ 10 h 20"/>
                <ns1:gd name="T8" fmla="*/ 10 w 20"/>
                <ns1:gd name="T9" fmla="*/ 0 h 20"/>
                <ns1:gd name="T10" fmla="*/ 10 w 20"/>
                <ns1:gd name="T11" fmla="*/ 16 h 20"/>
                <ns1:gd name="T12" fmla="*/ 4 w 20"/>
                <ns1:gd name="T13" fmla="*/ 10 h 20"/>
                <ns1:gd name="T14" fmla="*/ 10 w 20"/>
                <ns1:gd name="T15" fmla="*/ 4 h 20"/>
                <ns1:gd name="T16" fmla="*/ 16 w 20"/>
                <ns1:gd name="T17" fmla="*/ 10 h 20"/>
                <ns1:gd name="T18" fmla="*/ 10 w 20"/>
                <ns1:gd name="T19" fmla="*/ 16 h 20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</ns1:cxnLst>
              <ns1:rect l="0" t="0" r="r" b="b"/>
              <ns1:pathLst>
                <ns1:path w="20" h="20">
                  <ns1:moveTo>
                    <ns1:pt x="10" y="0"/>
                  </ns1:moveTo>
                  <ns1:cubicBezTo>
                    <ns1:pt x="4" y="0"/>
                    <ns1:pt x="0" y="4"/>
                    <ns1:pt x="0" y="10"/>
                  </ns1:cubicBezTo>
                  <ns1:cubicBezTo>
                    <ns1:pt x="0" y="16"/>
                    <ns1:pt x="4" y="20"/>
                    <ns1:pt x="10" y="20"/>
                  </ns1:cubicBezTo>
                  <ns1:cubicBezTo>
                    <ns1:pt x="16" y="20"/>
                    <ns1:pt x="20" y="16"/>
                    <ns1:pt x="20" y="10"/>
                  </ns1:cubicBezTo>
                  <ns1:cubicBezTo>
                    <ns1:pt x="20" y="4"/>
                    <ns1:pt x="16" y="0"/>
                    <ns1:pt x="10" y="0"/>
                  </ns1:cubicBezTo>
                  <ns1:close/>
                  <ns1:moveTo>
                    <ns1:pt x="10" y="16"/>
                  </ns1:moveTo>
                  <ns1:cubicBezTo>
                    <ns1:pt x="7" y="16"/>
                    <ns1:pt x="4" y="13"/>
                    <ns1:pt x="4" y="10"/>
                  </ns1:cubicBezTo>
                  <ns1:cubicBezTo>
                    <ns1:pt x="4" y="7"/>
                    <ns1:pt x="7" y="4"/>
                    <ns1:pt x="10" y="4"/>
                  </ns1:cubicBezTo>
                  <ns1:cubicBezTo>
                    <ns1:pt x="13" y="4"/>
                    <ns1:pt x="16" y="7"/>
                    <ns1:pt x="16" y="10"/>
                  </ns1:cubicBezTo>
                  <ns1:cubicBezTo>
                    <ns1:pt x="16" y="13"/>
                    <ns1:pt x="13" y="16"/>
                    <ns1:pt x="10" y="16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14" name="Freeform 336"/>
            <ns0:cNvSpPr>
              <ns1:spLocks noEditPoints="1"/>
            </ns0:cNvSpPr>
            <ns0:nvPr/>
          </ns0:nvSpPr>
          <ns0:spPr bwMode="auto">
            <ns1:xfrm>
              <ns1:off x="4083050" y="5289550"/>
              <ns1:ext cx="60325" cy="60325"/>
            </ns1:xfrm>
            <ns1:custGeom>
              <ns1:avLst/>
              <ns1:gdLst>
                <ns1:gd name="T0" fmla="*/ 0 w 16"/>
                <ns1:gd name="T1" fmla="*/ 8 h 16"/>
                <ns1:gd name="T2" fmla="*/ 8 w 16"/>
                <ns1:gd name="T3" fmla="*/ 16 h 16"/>
                <ns1:gd name="T4" fmla="*/ 16 w 16"/>
                <ns1:gd name="T5" fmla="*/ 8 h 16"/>
                <ns1:gd name="T6" fmla="*/ 8 w 16"/>
                <ns1:gd name="T7" fmla="*/ 0 h 16"/>
                <ns1:gd name="T8" fmla="*/ 0 w 16"/>
                <ns1:gd name="T9" fmla="*/ 8 h 16"/>
                <ns1:gd name="T10" fmla="*/ 8 w 16"/>
                <ns1:gd name="T11" fmla="*/ 4 h 16"/>
                <ns1:gd name="T12" fmla="*/ 12 w 16"/>
                <ns1:gd name="T13" fmla="*/ 8 h 16"/>
                <ns1:gd name="T14" fmla="*/ 8 w 16"/>
                <ns1:gd name="T15" fmla="*/ 12 h 16"/>
                <ns1:gd name="T16" fmla="*/ 4 w 16"/>
                <ns1:gd name="T17" fmla="*/ 8 h 16"/>
                <ns1:gd name="T18" fmla="*/ 8 w 16"/>
                <ns1:gd name="T19" fmla="*/ 4 h 16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</ns1:cxnLst>
              <ns1:rect l="0" t="0" r="r" b="b"/>
              <ns1:pathLst>
                <ns1:path w="16" h="16">
                  <ns1:moveTo>
                    <ns1:pt x="0" y="8"/>
                  </ns1:moveTo>
                  <ns1:cubicBezTo>
                    <ns1:pt x="0" y="12"/>
                    <ns1:pt x="4" y="16"/>
                    <ns1:pt x="8" y="16"/>
                  </ns1:cubicBezTo>
                  <ns1:cubicBezTo>
                    <ns1:pt x="12" y="16"/>
                    <ns1:pt x="16" y="12"/>
                    <ns1:pt x="16" y="8"/>
                  </ns1:cubicBezTo>
                  <ns1:cubicBezTo>
                    <ns1:pt x="16" y="4"/>
                    <ns1:pt x="12" y="0"/>
                    <ns1:pt x="8" y="0"/>
                  </ns1:cubicBezTo>
                  <ns1:cubicBezTo>
                    <ns1:pt x="4" y="0"/>
                    <ns1:pt x="0" y="4"/>
                    <ns1:pt x="0" y="8"/>
                  </ns1:cubicBezTo>
                  <ns1:close/>
                  <ns1:moveTo>
                    <ns1:pt x="8" y="4"/>
                  </ns1:moveTo>
                  <ns1:cubicBezTo>
                    <ns1:pt x="10" y="4"/>
                    <ns1:pt x="12" y="6"/>
                    <ns1:pt x="12" y="8"/>
                  </ns1:cubicBezTo>
                  <ns1:cubicBezTo>
                    <ns1:pt x="12" y="10"/>
                    <ns1:pt x="10" y="12"/>
                    <ns1:pt x="8" y="12"/>
                  </ns1:cubicBezTo>
                  <ns1:cubicBezTo>
                    <ns1:pt x="6" y="12"/>
                    <ns1:pt x="4" y="10"/>
                    <ns1:pt x="4" y="8"/>
                  </ns1:cubicBezTo>
                  <ns1:cubicBezTo>
                    <ns1:pt x="4" y="6"/>
                    <ns1:pt x="6" y="4"/>
                    <ns1:pt x="8" y="4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15" name="Oval 337"/>
            <ns0:cNvSpPr>
              <ns1:spLocks noChangeArrowheads="1"/>
            </ns0:cNvSpPr>
            <ns0:nvPr/>
          </ns0:nvSpPr>
          <ns0:spPr bwMode="auto">
            <ns1:xfrm>
              <ns1:off x="4143375" y="5395913"/>
              <ns1:ext cx="30163" cy="30163"/>
            </ns1:xfrm>
            <ns1:prstGeom prst="ellipse">
              <ns1:avLst/>
            </ns1:pr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16" name="Oval 338"/>
            <ns0:cNvSpPr>
              <ns1:spLocks noChangeArrowheads="1"/>
            </ns0:cNvSpPr>
            <ns0:nvPr/>
          </ns0:nvSpPr>
          <ns0:spPr bwMode="auto">
            <ns1:xfrm>
              <ns1:off x="4384675" y="5170488"/>
              <ns1:ext cx="30163" cy="30163"/>
            </ns1:xfrm>
            <ns1:prstGeom prst="ellipse">
              <ns1:avLst/>
            </ns1:pr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</ns0:grpSp>
      <ns0:grpSp>
        <ns0:nvGrpSpPr>
          <ns0:cNvPr id="17" name="Group 16"/>
          <ns0:cNvGrpSpPr/>
          <ns0:nvPr/>
        </ns0:nvGrpSpPr>
        <ns0:grpSpPr>
          <ns1:xfrm>
            <ns1:off x="6472447" y="1175114"/>
            <ns1:ext cx="330200" cy="481013"/>
            <ns1:chOff x="7902575" y="3140075"/>
            <ns1:chExt cx="330200" cy="481013"/>
          </ns1:xfrm>
          <ns1:solidFill>
            <ns1:schemeClr val="tx1"/>
          </ns1:solidFill>
        </ns0:grpSpPr>
        <ns0:sp>
          <ns0:nvSpPr>
            <ns0:cNvPr id="18" name="Oval 339"/>
            <ns0:cNvSpPr>
              <ns1:spLocks noChangeArrowheads="1"/>
            </ns0:cNvSpPr>
            <ns0:nvPr/>
          </ns0:nvSpPr>
          <ns0:spPr bwMode="auto">
            <ns1:xfrm>
              <ns1:off x="8037513" y="3275013"/>
              <ns1:ext cx="30163" cy="30163"/>
            </ns1:xfrm>
            <ns1:prstGeom prst="ellipse">
              <ns1:avLst/>
            </ns1:pr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19" name="Oval 340"/>
            <ns0:cNvSpPr>
              <ns1:spLocks noChangeArrowheads="1"/>
            </ns0:cNvSpPr>
            <ns0:nvPr/>
          </ns0:nvSpPr>
          <ns0:spPr bwMode="auto">
            <ns1:xfrm>
              <ns1:off x="8037513" y="3454400"/>
              <ns1:ext cx="30163" cy="30163"/>
            </ns1:xfrm>
            <ns1:prstGeom prst="ellipse">
              <ns1:avLst/>
            </ns1:pr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20" name="Oval 341"/>
            <ns0:cNvSpPr>
              <ns1:spLocks noChangeArrowheads="1"/>
            </ns0:cNvSpPr>
            <ns0:nvPr/>
          </ns0:nvSpPr>
          <ns0:spPr bwMode="auto">
            <ns1:xfrm>
              <ns1:off x="7947025" y="3365500"/>
              <ns1:ext cx="30163" cy="30163"/>
            </ns1:xfrm>
            <ns1:prstGeom prst="ellipse">
              <ns1:avLst/>
            </ns1:pr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21" name="Oval 342"/>
            <ns0:cNvSpPr>
              <ns1:spLocks noChangeArrowheads="1"/>
            </ns0:cNvSpPr>
            <ns0:nvPr/>
          </ns0:nvSpPr>
          <ns0:spPr bwMode="auto">
            <ns1:xfrm>
              <ns1:off x="8128000" y="3365500"/>
              <ns1:ext cx="30163" cy="30163"/>
            </ns1:xfrm>
            <ns1:prstGeom prst="ellipse">
              <ns1:avLst/>
            </ns1:pr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22" name="Freeform 343"/>
            <ns0:cNvSpPr>
              <ns1:spLocks/>
            </ns0:cNvSpPr>
            <ns0:nvPr/>
          </ns0:nvSpPr>
          <ns0:spPr bwMode="auto">
            <ns1:xfrm>
              <ns1:off x="7974013" y="3429000"/>
              <ns1:ext cx="30163" cy="30163"/>
            </ns1:xfrm>
            <ns1:custGeom>
              <ns1:avLst/>
              <ns1:gdLst>
                <ns1:gd name="T0" fmla="*/ 1 w 8"/>
                <ns1:gd name="T1" fmla="*/ 1 h 8"/>
                <ns1:gd name="T2" fmla="*/ 1 w 8"/>
                <ns1:gd name="T3" fmla="*/ 7 h 8"/>
                <ns1:gd name="T4" fmla="*/ 7 w 8"/>
                <ns1:gd name="T5" fmla="*/ 7 h 8"/>
                <ns1:gd name="T6" fmla="*/ 7 w 8"/>
                <ns1:gd name="T7" fmla="*/ 1 h 8"/>
                <ns1:gd name="T8" fmla="*/ 1 w 8"/>
                <ns1:gd name="T9" fmla="*/ 1 h 8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</ns1:cxnLst>
              <ns1:rect l="0" t="0" r="r" b="b"/>
              <ns1:pathLst>
                <ns1:path w="8" h="8">
                  <ns1:moveTo>
                    <ns1:pt x="1" y="1"/>
                  </ns1:moveTo>
                  <ns1:cubicBezTo>
                    <ns1:pt x="0" y="3"/>
                    <ns1:pt x="0" y="5"/>
                    <ns1:pt x="1" y="7"/>
                  </ns1:cubicBezTo>
                  <ns1:cubicBezTo>
                    <ns1:pt x="3" y="8"/>
                    <ns1:pt x="5" y="8"/>
                    <ns1:pt x="7" y="7"/>
                  </ns1:cubicBezTo>
                  <ns1:cubicBezTo>
                    <ns1:pt x="8" y="5"/>
                    <ns1:pt x="8" y="3"/>
                    <ns1:pt x="7" y="1"/>
                  </ns1:cubicBezTo>
                  <ns1:cubicBezTo>
                    <ns1:pt x="5" y="0"/>
                    <ns1:pt x="3" y="0"/>
                    <ns1:pt x="1" y="1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23" name="Freeform 344"/>
            <ns0:cNvSpPr>
              <ns1:spLocks/>
            </ns0:cNvSpPr>
            <ns0:nvPr/>
          </ns0:nvSpPr>
          <ns0:spPr bwMode="auto">
            <ns1:xfrm>
              <ns1:off x="7974013" y="3300413"/>
              <ns1:ext cx="30163" cy="30163"/>
            </ns1:xfrm>
            <ns1:custGeom>
              <ns1:avLst/>
              <ns1:gdLst>
                <ns1:gd name="T0" fmla="*/ 1 w 8"/>
                <ns1:gd name="T1" fmla="*/ 1 h 8"/>
                <ns1:gd name="T2" fmla="*/ 1 w 8"/>
                <ns1:gd name="T3" fmla="*/ 7 h 8"/>
                <ns1:gd name="T4" fmla="*/ 7 w 8"/>
                <ns1:gd name="T5" fmla="*/ 7 h 8"/>
                <ns1:gd name="T6" fmla="*/ 7 w 8"/>
                <ns1:gd name="T7" fmla="*/ 1 h 8"/>
                <ns1:gd name="T8" fmla="*/ 1 w 8"/>
                <ns1:gd name="T9" fmla="*/ 1 h 8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</ns1:cxnLst>
              <ns1:rect l="0" t="0" r="r" b="b"/>
              <ns1:pathLst>
                <ns1:path w="8" h="8">
                  <ns1:moveTo>
                    <ns1:pt x="1" y="1"/>
                  </ns1:moveTo>
                  <ns1:cubicBezTo>
                    <ns1:pt x="0" y="3"/>
                    <ns1:pt x="0" y="5"/>
                    <ns1:pt x="1" y="7"/>
                  </ns1:cubicBezTo>
                  <ns1:cubicBezTo>
                    <ns1:pt x="3" y="8"/>
                    <ns1:pt x="5" y="8"/>
                    <ns1:pt x="7" y="7"/>
                  </ns1:cubicBezTo>
                  <ns1:cubicBezTo>
                    <ns1:pt x="8" y="5"/>
                    <ns1:pt x="8" y="3"/>
                    <ns1:pt x="7" y="1"/>
                  </ns1:cubicBezTo>
                  <ns1:cubicBezTo>
                    <ns1:pt x="5" y="0"/>
                    <ns1:pt x="3" y="0"/>
                    <ns1:pt x="1" y="1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24" name="Freeform 345"/>
            <ns0:cNvSpPr>
              <ns1:spLocks/>
            </ns0:cNvSpPr>
            <ns0:nvPr/>
          </ns0:nvSpPr>
          <ns0:spPr bwMode="auto">
            <ns1:xfrm>
              <ns1:off x="8101013" y="3429000"/>
              <ns1:ext cx="30163" cy="30163"/>
            </ns1:xfrm>
            <ns1:custGeom>
              <ns1:avLst/>
              <ns1:gdLst>
                <ns1:gd name="T0" fmla="*/ 1 w 8"/>
                <ns1:gd name="T1" fmla="*/ 1 h 8"/>
                <ns1:gd name="T2" fmla="*/ 1 w 8"/>
                <ns1:gd name="T3" fmla="*/ 7 h 8"/>
                <ns1:gd name="T4" fmla="*/ 7 w 8"/>
                <ns1:gd name="T5" fmla="*/ 7 h 8"/>
                <ns1:gd name="T6" fmla="*/ 7 w 8"/>
                <ns1:gd name="T7" fmla="*/ 1 h 8"/>
                <ns1:gd name="T8" fmla="*/ 1 w 8"/>
                <ns1:gd name="T9" fmla="*/ 1 h 8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</ns1:cxnLst>
              <ns1:rect l="0" t="0" r="r" b="b"/>
              <ns1:pathLst>
                <ns1:path w="8" h="8">
                  <ns1:moveTo>
                    <ns1:pt x="1" y="1"/>
                  </ns1:moveTo>
                  <ns1:cubicBezTo>
                    <ns1:pt x="0" y="3"/>
                    <ns1:pt x="0" y="5"/>
                    <ns1:pt x="1" y="7"/>
                  </ns1:cubicBezTo>
                  <ns1:cubicBezTo>
                    <ns1:pt x="3" y="8"/>
                    <ns1:pt x="5" y="8"/>
                    <ns1:pt x="7" y="7"/>
                  </ns1:cubicBezTo>
                  <ns1:cubicBezTo>
                    <ns1:pt x="8" y="5"/>
                    <ns1:pt x="8" y="3"/>
                    <ns1:pt x="7" y="1"/>
                  </ns1:cubicBezTo>
                  <ns1:cubicBezTo>
                    <ns1:pt x="5" y="0"/>
                    <ns1:pt x="3" y="0"/>
                    <ns1:pt x="1" y="1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25" name="Freeform 346"/>
            <ns0:cNvSpPr>
              <ns1:spLocks noEditPoints="1"/>
            </ns0:cNvSpPr>
            <ns0:nvPr/>
          </ns0:nvSpPr>
          <ns0:spPr bwMode="auto">
            <ns1:xfrm>
              <ns1:off x="7902575" y="3140075"/>
              <ns1:ext cx="330200" cy="481013"/>
            </ns1:xfrm>
            <ns1:custGeom>
              <ns1:avLst/>
              <ns1:gdLst>
                <ns1:gd name="T0" fmla="*/ 80 w 88"/>
                <ns1:gd name="T1" fmla="*/ 56 h 128"/>
                <ns1:gd name="T2" fmla="*/ 79 w 88"/>
                <ns1:gd name="T3" fmla="*/ 56 h 128"/>
                <ns1:gd name="T4" fmla="*/ 70 w 88"/>
                <ns1:gd name="T5" fmla="*/ 38 h 128"/>
                <ns1:gd name="T6" fmla="*/ 64 w 88"/>
                <ns1:gd name="T7" fmla="*/ 7 h 128"/>
                <ns1:gd name="T8" fmla="*/ 56 w 88"/>
                <ns1:gd name="T9" fmla="*/ 0 h 128"/>
                <ns1:gd name="T10" fmla="*/ 24 w 88"/>
                <ns1:gd name="T11" fmla="*/ 0 h 128"/>
                <ns1:gd name="T12" fmla="*/ 17 w 88"/>
                <ns1:gd name="T13" fmla="*/ 7 h 128"/>
                <ns1:gd name="T14" fmla="*/ 11 w 88"/>
                <ns1:gd name="T15" fmla="*/ 37 h 128"/>
                <ns1:gd name="T16" fmla="*/ 0 w 88"/>
                <ns1:gd name="T17" fmla="*/ 64 h 128"/>
                <ns1:gd name="T18" fmla="*/ 10 w 88"/>
                <ns1:gd name="T19" fmla="*/ 91 h 128"/>
                <ns1:gd name="T20" fmla="*/ 16 w 88"/>
                <ns1:gd name="T21" fmla="*/ 121 h 128"/>
                <ns1:gd name="T22" fmla="*/ 24 w 88"/>
                <ns1:gd name="T23" fmla="*/ 128 h 128"/>
                <ns1:gd name="T24" fmla="*/ 56 w 88"/>
                <ns1:gd name="T25" fmla="*/ 128 h 128"/>
                <ns1:gd name="T26" fmla="*/ 64 w 88"/>
                <ns1:gd name="T27" fmla="*/ 121 h 128"/>
                <ns1:gd name="T28" fmla="*/ 70 w 88"/>
                <ns1:gd name="T29" fmla="*/ 91 h 128"/>
                <ns1:gd name="T30" fmla="*/ 79 w 88"/>
                <ns1:gd name="T31" fmla="*/ 72 h 128"/>
                <ns1:gd name="T32" fmla="*/ 80 w 88"/>
                <ns1:gd name="T33" fmla="*/ 72 h 128"/>
                <ns1:gd name="T34" fmla="*/ 88 w 88"/>
                <ns1:gd name="T35" fmla="*/ 64 h 128"/>
                <ns1:gd name="T36" fmla="*/ 80 w 88"/>
                <ns1:gd name="T37" fmla="*/ 56 h 128"/>
                <ns1:gd name="T38" fmla="*/ 24 w 88"/>
                <ns1:gd name="T39" fmla="*/ 8 h 128"/>
                <ns1:gd name="T40" fmla="*/ 56 w 88"/>
                <ns1:gd name="T41" fmla="*/ 8 h 128"/>
                <ns1:gd name="T42" fmla="*/ 60 w 88"/>
                <ns1:gd name="T43" fmla="*/ 30 h 128"/>
                <ns1:gd name="T44" fmla="*/ 40 w 88"/>
                <ns1:gd name="T45" fmla="*/ 24 h 128"/>
                <ns1:gd name="T46" fmla="*/ 20 w 88"/>
                <ns1:gd name="T47" fmla="*/ 30 h 128"/>
                <ns1:gd name="T48" fmla="*/ 24 w 88"/>
                <ns1:gd name="T49" fmla="*/ 8 h 128"/>
                <ns1:gd name="T50" fmla="*/ 56 w 88"/>
                <ns1:gd name="T51" fmla="*/ 120 h 128"/>
                <ns1:gd name="T52" fmla="*/ 24 w 88"/>
                <ns1:gd name="T53" fmla="*/ 120 h 128"/>
                <ns1:gd name="T54" fmla="*/ 20 w 88"/>
                <ns1:gd name="T55" fmla="*/ 98 h 128"/>
                <ns1:gd name="T56" fmla="*/ 40 w 88"/>
                <ns1:gd name="T57" fmla="*/ 104 h 128"/>
                <ns1:gd name="T58" fmla="*/ 60 w 88"/>
                <ns1:gd name="T59" fmla="*/ 98 h 128"/>
                <ns1:gd name="T60" fmla="*/ 56 w 88"/>
                <ns1:gd name="T61" fmla="*/ 120 h 128"/>
                <ns1:gd name="T62" fmla="*/ 40 w 88"/>
                <ns1:gd name="T63" fmla="*/ 96 h 128"/>
                <ns1:gd name="T64" fmla="*/ 8 w 88"/>
                <ns1:gd name="T65" fmla="*/ 64 h 128"/>
                <ns1:gd name="T66" fmla="*/ 40 w 88"/>
                <ns1:gd name="T67" fmla="*/ 32 h 128"/>
                <ns1:gd name="T68" fmla="*/ 72 w 88"/>
                <ns1:gd name="T69" fmla="*/ 64 h 128"/>
                <ns1:gd name="T70" fmla="*/ 40 w 88"/>
                <ns1:gd name="T71" fmla="*/ 96 h 128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  <ns1:cxn ang="0">
                  <ns1:pos x="T30" y="T31"/>
                </ns1:cxn>
                <ns1:cxn ang="0">
                  <ns1:pos x="T32" y="T33"/>
                </ns1:cxn>
                <ns1:cxn ang="0">
                  <ns1:pos x="T34" y="T35"/>
                </ns1:cxn>
                <ns1:cxn ang="0">
                  <ns1:pos x="T36" y="T37"/>
                </ns1:cxn>
                <ns1:cxn ang="0">
                  <ns1:pos x="T38" y="T39"/>
                </ns1:cxn>
                <ns1:cxn ang="0">
                  <ns1:pos x="T40" y="T41"/>
                </ns1:cxn>
                <ns1:cxn ang="0">
                  <ns1:pos x="T42" y="T43"/>
                </ns1:cxn>
                <ns1:cxn ang="0">
                  <ns1:pos x="T44" y="T45"/>
                </ns1:cxn>
                <ns1:cxn ang="0">
                  <ns1:pos x="T46" y="T47"/>
                </ns1:cxn>
                <ns1:cxn ang="0">
                  <ns1:pos x="T48" y="T49"/>
                </ns1:cxn>
                <ns1:cxn ang="0">
                  <ns1:pos x="T50" y="T51"/>
                </ns1:cxn>
                <ns1:cxn ang="0">
                  <ns1:pos x="T52" y="T53"/>
                </ns1:cxn>
                <ns1:cxn ang="0">
                  <ns1:pos x="T54" y="T55"/>
                </ns1:cxn>
                <ns1:cxn ang="0">
                  <ns1:pos x="T56" y="T57"/>
                </ns1:cxn>
                <ns1:cxn ang="0">
                  <ns1:pos x="T58" y="T59"/>
                </ns1:cxn>
                <ns1:cxn ang="0">
                  <ns1:pos x="T60" y="T61"/>
                </ns1:cxn>
                <ns1:cxn ang="0">
                  <ns1:pos x="T62" y="T63"/>
                </ns1:cxn>
                <ns1:cxn ang="0">
                  <ns1:pos x="T64" y="T65"/>
                </ns1:cxn>
                <ns1:cxn ang="0">
                  <ns1:pos x="T66" y="T67"/>
                </ns1:cxn>
                <ns1:cxn ang="0">
                  <ns1:pos x="T68" y="T69"/>
                </ns1:cxn>
                <ns1:cxn ang="0">
                  <ns1:pos x="T70" y="T71"/>
                </ns1:cxn>
              </ns1:cxnLst>
              <ns1:rect l="0" t="0" r="r" b="b"/>
              <ns1:pathLst>
                <ns1:path w="88" h="128">
                  <ns1:moveTo>
                    <ns1:pt x="80" y="56"/>
                  </ns1:moveTo>
                  <ns1:cubicBezTo>
                    <ns1:pt x="80" y="56"/>
                    <ns1:pt x="79" y="56"/>
                    <ns1:pt x="79" y="56"/>
                  </ns1:cubicBezTo>
                  <ns1:cubicBezTo>
                    <ns1:pt x="78" y="49"/>
                    <ns1:pt x="75" y="43"/>
                    <ns1:pt x="70" y="38"/>
                  </ns1:cubicBezTo>
                  <ns1:cubicBezTo>
                    <ns1:pt x="64" y="7"/>
                    <ns1:pt x="64" y="7"/>
                    <ns1:pt x="64" y="7"/>
                  </ns1:cubicBezTo>
                  <ns1:cubicBezTo>
                    <ns1:pt x="64" y="3"/>
                    <ns1:pt x="60" y="0"/>
                    <ns1:pt x="56" y="0"/>
                  </ns1:cubicBezTo>
                  <ns1:cubicBezTo>
                    <ns1:pt x="24" y="0"/>
                    <ns1:pt x="24" y="0"/>
                    <ns1:pt x="24" y="0"/>
                  </ns1:cubicBezTo>
                  <ns1:cubicBezTo>
                    <ns1:pt x="21" y="0"/>
                    <ns1:pt x="17" y="3"/>
                    <ns1:pt x="17" y="7"/>
                  </ns1:cubicBezTo>
                  <ns1:cubicBezTo>
                    <ns1:pt x="11" y="37"/>
                    <ns1:pt x="11" y="37"/>
                    <ns1:pt x="11" y="37"/>
                  </ns1:cubicBezTo>
                  <ns1:cubicBezTo>
                    <ns1:pt x="4" y="44"/>
                    <ns1:pt x="0" y="53"/>
                    <ns1:pt x="0" y="64"/>
                  </ns1:cubicBezTo>
                  <ns1:cubicBezTo>
                    <ns1:pt x="0" y="74"/>
                    <ns1:pt x="4" y="84"/>
                    <ns1:pt x="10" y="91"/>
                  </ns1:cubicBezTo>
                  <ns1:cubicBezTo>
                    <ns1:pt x="16" y="121"/>
                    <ns1:pt x="16" y="121"/>
                    <ns1:pt x="16" y="121"/>
                  </ns1:cubicBezTo>
                  <ns1:cubicBezTo>
                    <ns1:pt x="17" y="125"/>
                    <ns1:pt x="20" y="128"/>
                    <ns1:pt x="24" y="128"/>
                  </ns1:cubicBezTo>
                  <ns1:cubicBezTo>
                    <ns1:pt x="56" y="128"/>
                    <ns1:pt x="56" y="128"/>
                    <ns1:pt x="56" y="128"/>
                  </ns1:cubicBezTo>
                  <ns1:cubicBezTo>
                    <ns1:pt x="60" y="128"/>
                    <ns1:pt x="63" y="125"/>
                    <ns1:pt x="64" y="121"/>
                  </ns1:cubicBezTo>
                  <ns1:cubicBezTo>
                    <ns1:pt x="70" y="91"/>
                    <ns1:pt x="70" y="91"/>
                    <ns1:pt x="70" y="91"/>
                  </ns1:cubicBezTo>
                  <ns1:cubicBezTo>
                    <ns1:pt x="74" y="85"/>
                    <ns1:pt x="78" y="79"/>
                    <ns1:pt x="79" y="72"/>
                  </ns1:cubicBezTo>
                  <ns1:cubicBezTo>
                    <ns1:pt x="79" y="72"/>
                    <ns1:pt x="80" y="72"/>
                    <ns1:pt x="80" y="72"/>
                  </ns1:cubicBezTo>
                  <ns1:cubicBezTo>
                    <ns1:pt x="84" y="72"/>
                    <ns1:pt x="88" y="68"/>
                    <ns1:pt x="88" y="64"/>
                  </ns1:cubicBezTo>
                  <ns1:cubicBezTo>
                    <ns1:pt x="88" y="60"/>
                    <ns1:pt x="84" y="56"/>
                    <ns1:pt x="80" y="56"/>
                  </ns1:cubicBezTo>
                  <ns1:close/>
                  <ns1:moveTo>
                    <ns1:pt x="24" y="8"/>
                  </ns1:moveTo>
                  <ns1:cubicBezTo>
                    <ns1:pt x="56" y="8"/>
                    <ns1:pt x="56" y="8"/>
                    <ns1:pt x="56" y="8"/>
                  </ns1:cubicBezTo>
                  <ns1:cubicBezTo>
                    <ns1:pt x="60" y="30"/>
                    <ns1:pt x="60" y="30"/>
                    <ns1:pt x="60" y="30"/>
                  </ns1:cubicBezTo>
                  <ns1:cubicBezTo>
                    <ns1:pt x="55" y="26"/>
                    <ns1:pt x="48" y="24"/>
                    <ns1:pt x="40" y="24"/>
                  </ns1:cubicBezTo>
                  <ns1:cubicBezTo>
                    <ns1:pt x="33" y="24"/>
                    <ns1:pt x="26" y="26"/>
                    <ns1:pt x="20" y="30"/>
                  </ns1:cubicBezTo>
                  <ns1:lnTo>
                    <ns1:pt x="24" y="8"/>
                  </ns1:lnTo>
                  <ns1:close/>
                  <ns1:moveTo>
                    <ns1:pt x="56" y="120"/>
                  </ns1:moveTo>
                  <ns1:cubicBezTo>
                    <ns1:pt x="24" y="120"/>
                    <ns1:pt x="24" y="120"/>
                    <ns1:pt x="24" y="120"/>
                  </ns1:cubicBezTo>
                  <ns1:cubicBezTo>
                    <ns1:pt x="20" y="98"/>
                    <ns1:pt x="20" y="98"/>
                    <ns1:pt x="20" y="98"/>
                  </ns1:cubicBezTo>
                  <ns1:cubicBezTo>
                    <ns1:pt x="26" y="102"/>
                    <ns1:pt x="33" y="104"/>
                    <ns1:pt x="40" y="104"/>
                  </ns1:cubicBezTo>
                  <ns1:cubicBezTo>
                    <ns1:pt x="47" y="104"/>
                    <ns1:pt x="54" y="102"/>
                    <ns1:pt x="60" y="98"/>
                  </ns1:cubicBezTo>
                  <ns1:lnTo>
                    <ns1:pt x="56" y="120"/>
                  </ns1:lnTo>
                  <ns1:close/>
                  <ns1:moveTo>
                    <ns1:pt x="40" y="96"/>
                  </ns1:moveTo>
                  <ns1:cubicBezTo>
                    <ns1:pt x="22" y="96"/>
                    <ns1:pt x="8" y="82"/>
                    <ns1:pt x="8" y="64"/>
                  </ns1:cubicBezTo>
                  <ns1:cubicBezTo>
                    <ns1:pt x="8" y="46"/>
                    <ns1:pt x="22" y="32"/>
                    <ns1:pt x="40" y="32"/>
                  </ns1:cubicBezTo>
                  <ns1:cubicBezTo>
                    <ns1:pt x="58" y="32"/>
                    <ns1:pt x="72" y="46"/>
                    <ns1:pt x="72" y="64"/>
                  </ns1:cubicBezTo>
                  <ns1:cubicBezTo>
                    <ns1:pt x="72" y="82"/>
                    <ns1:pt x="58" y="96"/>
                    <ns1:pt x="40" y="96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26" name="Freeform 347"/>
            <ns0:cNvSpPr>
              <ns1:spLocks/>
            </ns0:cNvSpPr>
            <ns0:nvPr/>
          </ns0:nvSpPr>
          <ns0:spPr bwMode="auto">
            <ns1:xfrm>
              <ns1:off x="8037513" y="3305175"/>
              <ns1:ext cx="90488" cy="90488"/>
            </ns1:xfrm>
            <ns1:custGeom>
              <ns1:avLst/>
              <ns1:gdLst>
                <ns1:gd name="T0" fmla="*/ 24 w 24"/>
                <ns1:gd name="T1" fmla="*/ 0 h 24"/>
                <ns1:gd name="T2" fmla="*/ 22 w 24"/>
                <ns1:gd name="T3" fmla="*/ 0 h 24"/>
                <ns1:gd name="T4" fmla="*/ 1 w 24"/>
                <ns1:gd name="T5" fmla="*/ 17 h 24"/>
                <ns1:gd name="T6" fmla="*/ 0 w 24"/>
                <ns1:gd name="T7" fmla="*/ 20 h 24"/>
                <ns1:gd name="T8" fmla="*/ 1 w 24"/>
                <ns1:gd name="T9" fmla="*/ 23 h 24"/>
                <ns1:gd name="T10" fmla="*/ 4 w 24"/>
                <ns1:gd name="T11" fmla="*/ 24 h 24"/>
                <ns1:gd name="T12" fmla="*/ 7 w 24"/>
                <ns1:gd name="T13" fmla="*/ 23 h 24"/>
                <ns1:gd name="T14" fmla="*/ 14 w 24"/>
                <ns1:gd name="T15" fmla="*/ 14 h 24"/>
                <ns1:gd name="T16" fmla="*/ 24 w 24"/>
                <ns1:gd name="T17" fmla="*/ 2 h 24"/>
                <ns1:gd name="T18" fmla="*/ 24 w 24"/>
                <ns1:gd name="T19" fmla="*/ 0 h 24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</ns1:cxnLst>
              <ns1:rect l="0" t="0" r="r" b="b"/>
              <ns1:pathLst>
                <ns1:path w="24" h="24">
                  <ns1:moveTo>
                    <ns1:pt x="24" y="0"/>
                  </ns1:moveTo>
                  <ns1:cubicBezTo>
                    <ns1:pt x="23" y="0"/>
                    <ns1:pt x="23" y="0"/>
                    <ns1:pt x="22" y="0"/>
                  </ns1:cubicBezTo>
                  <ns1:cubicBezTo>
                    <ns1:pt x="1" y="17"/>
                    <ns1:pt x="1" y="17"/>
                    <ns1:pt x="1" y="17"/>
                  </ns1:cubicBezTo>
                  <ns1:cubicBezTo>
                    <ns1:pt x="0" y="18"/>
                    <ns1:pt x="0" y="19"/>
                    <ns1:pt x="0" y="20"/>
                  </ns1:cubicBezTo>
                  <ns1:cubicBezTo>
                    <ns1:pt x="0" y="21"/>
                    <ns1:pt x="0" y="22"/>
                    <ns1:pt x="1" y="23"/>
                  </ns1:cubicBezTo>
                  <ns1:cubicBezTo>
                    <ns1:pt x="2" y="24"/>
                    <ns1:pt x="3" y="24"/>
                    <ns1:pt x="4" y="24"/>
                  </ns1:cubicBezTo>
                  <ns1:cubicBezTo>
                    <ns1:pt x="5" y="24"/>
                    <ns1:pt x="6" y="24"/>
                    <ns1:pt x="7" y="23"/>
                  </ns1:cubicBezTo>
                  <ns1:cubicBezTo>
                    <ns1:pt x="14" y="14"/>
                    <ns1:pt x="14" y="14"/>
                    <ns1:pt x="14" y="14"/>
                  </ns1:cubicBezTo>
                  <ns1:cubicBezTo>
                    <ns1:pt x="24" y="2"/>
                    <ns1:pt x="24" y="2"/>
                    <ns1:pt x="24" y="2"/>
                  </ns1:cubicBezTo>
                  <ns1:cubicBezTo>
                    <ns1:pt x="24" y="1"/>
                    <ns1:pt x="24" y="1"/>
                    <ns1:pt x="24" y="0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</ns0:grpSp>
      <ns0:grpSp>
        <ns0:nvGrpSpPr>
          <ns0:cNvPr id="27" name="Group 26"/>
          <ns0:cNvGrpSpPr/>
          <ns0:nvPr/>
        </ns0:nvGrpSpPr>
        <ns0:grpSpPr>
          <ns1:xfrm>
            <ns1:off x="5433105" y="1226168"/>
            <ns1:ext cx="378905" cy="378905"/>
            <ns1:chOff x="4926013" y="3140075"/>
            <ns1:chExt cx="481013" cy="481013"/>
          </ns1:xfrm>
          <ns1:solidFill>
            <ns1:schemeClr val="tx1"/>
          </ns1:solidFill>
        </ns0:grpSpPr>
        <ns0:sp>
          <ns0:nvSpPr>
            <ns0:cNvPr id="28" name="Freeform 348"/>
            <ns0:cNvSpPr>
              <ns1:spLocks noEditPoints="1"/>
            </ns0:cNvSpPr>
            <ns0:nvPr/>
          </ns0:nvSpPr>
          <ns0:spPr bwMode="auto">
            <ns1:xfrm>
              <ns1:off x="4926013" y="3140075"/>
              <ns1:ext cx="481013" cy="481013"/>
            </ns1:xfrm>
            <ns1:custGeom>
              <ns1:avLst/>
              <ns1:gdLst>
                <ns1:gd name="T0" fmla="*/ 83 w 128"/>
                <ns1:gd name="T1" fmla="*/ 40 h 128"/>
                <ns1:gd name="T2" fmla="*/ 64 w 128"/>
                <ns1:gd name="T3" fmla="*/ 0 h 128"/>
                <ns1:gd name="T4" fmla="*/ 36 w 128"/>
                <ns1:gd name="T5" fmla="*/ 41 h 128"/>
                <ns1:gd name="T6" fmla="*/ 32 w 128"/>
                <ns1:gd name="T7" fmla="*/ 43 h 128"/>
                <ns1:gd name="T8" fmla="*/ 12 w 128"/>
                <ns1:gd name="T9" fmla="*/ 40 h 128"/>
                <ns1:gd name="T10" fmla="*/ 0 w 128"/>
                <ns1:gd name="T11" fmla="*/ 116 h 128"/>
                <ns1:gd name="T12" fmla="*/ 24 w 128"/>
                <ns1:gd name="T13" fmla="*/ 128 h 128"/>
                <ns1:gd name="T14" fmla="*/ 35 w 128"/>
                <ns1:gd name="T15" fmla="*/ 121 h 128"/>
                <ns1:gd name="T16" fmla="*/ 36 w 128"/>
                <ns1:gd name="T17" fmla="*/ 121 h 128"/>
                <ns1:gd name="T18" fmla="*/ 76 w 128"/>
                <ns1:gd name="T19" fmla="*/ 128 h 128"/>
                <ns1:gd name="T20" fmla="*/ 112 w 128"/>
                <ns1:gd name="T21" fmla="*/ 120 h 128"/>
                <ns1:gd name="T22" fmla="*/ 114 w 128"/>
                <ns1:gd name="T23" fmla="*/ 109 h 128"/>
                <ns1:gd name="T24" fmla="*/ 121 w 128"/>
                <ns1:gd name="T25" fmla="*/ 88 h 128"/>
                <ns1:gd name="T26" fmla="*/ 124 w 128"/>
                <ns1:gd name="T27" fmla="*/ 67 h 128"/>
                <ns1:gd name="T28" fmla="*/ 128 w 128"/>
                <ns1:gd name="T29" fmla="*/ 58 h 128"/>
                <ns1:gd name="T30" fmla="*/ 117 w 128"/>
                <ns1:gd name="T31" fmla="*/ 42 h 128"/>
                <ns1:gd name="T32" fmla="*/ 24 w 128"/>
                <ns1:gd name="T33" fmla="*/ 120 h 128"/>
                <ns1:gd name="T34" fmla="*/ 8 w 128"/>
                <ns1:gd name="T35" fmla="*/ 116 h 128"/>
                <ns1:gd name="T36" fmla="*/ 12 w 128"/>
                <ns1:gd name="T37" fmla="*/ 48 h 128"/>
                <ns1:gd name="T38" fmla="*/ 28 w 128"/>
                <ns1:gd name="T39" fmla="*/ 52 h 128"/>
                <ns1:gd name="T40" fmla="*/ 120 w 128"/>
                <ns1:gd name="T41" fmla="*/ 58 h 128"/>
                <ns1:gd name="T42" fmla="*/ 104 w 128"/>
                <ns1:gd name="T43" fmla="*/ 64 h 128"/>
                <ns1:gd name="T44" fmla="*/ 104 w 128"/>
                <ns1:gd name="T45" fmla="*/ 68 h 128"/>
                <ns1:gd name="T46" fmla="*/ 118 w 128"/>
                <ns1:gd name="T47" fmla="*/ 75 h 128"/>
                <ns1:gd name="T48" fmla="*/ 100 w 128"/>
                <ns1:gd name="T49" fmla="*/ 84 h 128"/>
                <ns1:gd name="T50" fmla="*/ 100 w 128"/>
                <ns1:gd name="T51" fmla="*/ 88 h 128"/>
                <ns1:gd name="T52" fmla="*/ 113 w 128"/>
                <ns1:gd name="T53" fmla="*/ 96 h 128"/>
                <ns1:gd name="T54" fmla="*/ 96 w 128"/>
                <ns1:gd name="T55" fmla="*/ 104 h 128"/>
                <ns1:gd name="T56" fmla="*/ 96 w 128"/>
                <ns1:gd name="T57" fmla="*/ 108 h 128"/>
                <ns1:gd name="T58" fmla="*/ 106 w 128"/>
                <ns1:gd name="T59" fmla="*/ 114 h 128"/>
                <ns1:gd name="T60" fmla="*/ 98 w 128"/>
                <ns1:gd name="T61" fmla="*/ 120 h 128"/>
                <ns1:gd name="T62" fmla="*/ 54 w 128"/>
                <ns1:gd name="T63" fmla="*/ 117 h 128"/>
                <ns1:gd name="T64" fmla="*/ 32 w 128"/>
                <ns1:gd name="T65" fmla="*/ 110 h 128"/>
                <ns1:gd name="T66" fmla="*/ 35 w 128"/>
                <ns1:gd name="T67" fmla="*/ 50 h 128"/>
                <ns1:gd name="T68" fmla="*/ 60 w 128"/>
                <ns1:gd name="T69" fmla="*/ 12 h 128"/>
                <ns1:gd name="T70" fmla="*/ 76 w 128"/>
                <ns1:gd name="T71" fmla="*/ 27 h 128"/>
                <ns1:gd name="T72" fmla="*/ 115 w 128"/>
                <ns1:gd name="T73" fmla="*/ 50 h 128"/>
                <ns1:gd name="T74" fmla="*/ 120 w 128"/>
                <ns1:gd name="T75" fmla="*/ 58 h 128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  <ns1:cxn ang="0">
                  <ns1:pos x="T30" y="T31"/>
                </ns1:cxn>
                <ns1:cxn ang="0">
                  <ns1:pos x="T32" y="T33"/>
                </ns1:cxn>
                <ns1:cxn ang="0">
                  <ns1:pos x="T34" y="T35"/>
                </ns1:cxn>
                <ns1:cxn ang="0">
                  <ns1:pos x="T36" y="T37"/>
                </ns1:cxn>
                <ns1:cxn ang="0">
                  <ns1:pos x="T38" y="T39"/>
                </ns1:cxn>
                <ns1:cxn ang="0">
                  <ns1:pos x="T40" y="T41"/>
                </ns1:cxn>
                <ns1:cxn ang="0">
                  <ns1:pos x="T42" y="T43"/>
                </ns1:cxn>
                <ns1:cxn ang="0">
                  <ns1:pos x="T44" y="T45"/>
                </ns1:cxn>
                <ns1:cxn ang="0">
                  <ns1:pos x="T46" y="T47"/>
                </ns1:cxn>
                <ns1:cxn ang="0">
                  <ns1:pos x="T48" y="T49"/>
                </ns1:cxn>
                <ns1:cxn ang="0">
                  <ns1:pos x="T50" y="T51"/>
                </ns1:cxn>
                <ns1:cxn ang="0">
                  <ns1:pos x="T52" y="T53"/>
                </ns1:cxn>
                <ns1:cxn ang="0">
                  <ns1:pos x="T54" y="T55"/>
                </ns1:cxn>
                <ns1:cxn ang="0">
                  <ns1:pos x="T56" y="T57"/>
                </ns1:cxn>
                <ns1:cxn ang="0">
                  <ns1:pos x="T58" y="T59"/>
                </ns1:cxn>
                <ns1:cxn ang="0">
                  <ns1:pos x="T60" y="T61"/>
                </ns1:cxn>
                <ns1:cxn ang="0">
                  <ns1:pos x="T62" y="T63"/>
                </ns1:cxn>
                <ns1:cxn ang="0">
                  <ns1:pos x="T64" y="T65"/>
                </ns1:cxn>
                <ns1:cxn ang="0">
                  <ns1:pos x="T66" y="T67"/>
                </ns1:cxn>
                <ns1:cxn ang="0">
                  <ns1:pos x="T68" y="T69"/>
                </ns1:cxn>
                <ns1:cxn ang="0">
                  <ns1:pos x="T70" y="T71"/>
                </ns1:cxn>
                <ns1:cxn ang="0">
                  <ns1:pos x="T72" y="T73"/>
                </ns1:cxn>
                <ns1:cxn ang="0">
                  <ns1:pos x="T74" y="T75"/>
                </ns1:cxn>
              </ns1:cxnLst>
              <ns1:rect l="0" t="0" r="r" b="b"/>
              <ns1:pathLst>
                <ns1:path w="128" h="128">
                  <ns1:moveTo>
                    <ns1:pt x="117" y="42"/>
                  </ns1:moveTo>
                  <ns1:cubicBezTo>
                    <ns1:pt x="112" y="41"/>
                    <ns1:pt x="100" y="41"/>
                    <ns1:pt x="83" y="40"/>
                  </ns1:cubicBezTo>
                  <ns1:cubicBezTo>
                    <ns1:pt x="84" y="36"/>
                    <ns1:pt x="84" y="33"/>
                    <ns1:pt x="84" y="27"/>
                  </ns1:cubicBezTo>
                  <ns1:cubicBezTo>
                    <ns1:pt x="84" y="13"/>
                    <ns1:pt x="73" y="0"/>
                    <ns1:pt x="64" y="0"/>
                  </ns1:cubicBezTo>
                  <ns1:cubicBezTo>
                    <ns1:pt x="57" y="0"/>
                    <ns1:pt x="52" y="5"/>
                    <ns1:pt x="52" y="12"/>
                  </ns1:cubicBezTo>
                  <ns1:cubicBezTo>
                    <ns1:pt x="52" y="20"/>
                    <ns1:pt x="49" y="34"/>
                    <ns1:pt x="36" y="41"/>
                  </ns1:cubicBezTo>
                  <ns1:cubicBezTo>
                    <ns1:pt x="35" y="41"/>
                    <ns1:pt x="32" y="43"/>
                    <ns1:pt x="32" y="43"/>
                  </ns1:cubicBezTo>
                  <ns1:cubicBezTo>
                    <ns1:pt x="32" y="43"/>
                    <ns1:pt x="32" y="43"/>
                    <ns1:pt x="32" y="43"/>
                  </ns1:cubicBezTo>
                  <ns1:cubicBezTo>
                    <ns1:pt x="30" y="41"/>
                    <ns1:pt x="27" y="40"/>
                    <ns1:pt x="24" y="40"/>
                  </ns1:cubicBezTo>
                  <ns1:cubicBezTo>
                    <ns1:pt x="12" y="40"/>
                    <ns1:pt x="12" y="40"/>
                    <ns1:pt x="12" y="40"/>
                  </ns1:cubicBezTo>
                  <ns1:cubicBezTo>
                    <ns1:pt x="5" y="40"/>
                    <ns1:pt x="0" y="45"/>
                    <ns1:pt x="0" y="52"/>
                  </ns1:cubicBezTo>
                  <ns1:cubicBezTo>
                    <ns1:pt x="0" y="116"/>
                    <ns1:pt x="0" y="116"/>
                    <ns1:pt x="0" y="116"/>
                  </ns1:cubicBezTo>
                  <ns1:cubicBezTo>
                    <ns1:pt x="0" y="123"/>
                    <ns1:pt x="5" y="128"/>
                    <ns1:pt x="12" y="128"/>
                  </ns1:cubicBezTo>
                  <ns1:cubicBezTo>
                    <ns1:pt x="24" y="128"/>
                    <ns1:pt x="24" y="128"/>
                    <ns1:pt x="24" y="128"/>
                  </ns1:cubicBezTo>
                  <ns1:cubicBezTo>
                    <ns1:pt x="29" y="128"/>
                    <ns1:pt x="33" y="125"/>
                    <ns1:pt x="35" y="121"/>
                  </ns1:cubicBezTo>
                  <ns1:cubicBezTo>
                    <ns1:pt x="35" y="121"/>
                    <ns1:pt x="35" y="121"/>
                    <ns1:pt x="35" y="121"/>
                  </ns1:cubicBezTo>
                  <ns1:cubicBezTo>
                    <ns1:pt x="35" y="121"/>
                    <ns1:pt x="35" y="121"/>
                    <ns1:pt x="36" y="121"/>
                  </ns1:cubicBezTo>
                  <ns1:cubicBezTo>
                    <ns1:pt x="36" y="121"/>
                    <ns1:pt x="36" y="121"/>
                    <ns1:pt x="36" y="121"/>
                  </ns1:cubicBezTo>
                  <ns1:cubicBezTo>
                    <ns1:pt x="38" y="122"/>
                    <ns1:pt x="43" y="123"/>
                    <ns1:pt x="52" y="125"/>
                  </ns1:cubicBezTo>
                  <ns1:cubicBezTo>
                    <ns1:pt x="54" y="126"/>
                    <ns1:pt x="65" y="128"/>
                    <ns1:pt x="76" y="128"/>
                  </ns1:cubicBezTo>
                  <ns1:cubicBezTo>
                    <ns1:pt x="98" y="128"/>
                    <ns1:pt x="98" y="128"/>
                    <ns1:pt x="98" y="128"/>
                  </ns1:cubicBezTo>
                  <ns1:cubicBezTo>
                    <ns1:pt x="105" y="128"/>
                    <ns1:pt x="109" y="125"/>
                    <ns1:pt x="112" y="120"/>
                  </ns1:cubicBezTo>
                  <ns1:cubicBezTo>
                    <ns1:pt x="112" y="120"/>
                    <ns1:pt x="113" y="118"/>
                    <ns1:pt x="114" y="116"/>
                  </ns1:cubicBezTo>
                  <ns1:cubicBezTo>
                    <ns1:pt x="115" y="114"/>
                    <ns1:pt x="115" y="112"/>
                    <ns1:pt x="114" y="109"/>
                  </ns1:cubicBezTo>
                  <ns1:cubicBezTo>
                    <ns1:pt x="118" y="106"/>
                    <ns1:pt x="120" y="102"/>
                    <ns1:pt x="121" y="99"/>
                  </ns1:cubicBezTo>
                  <ns1:cubicBezTo>
                    <ns1:pt x="122" y="94"/>
                    <ns1:pt x="122" y="90"/>
                    <ns1:pt x="121" y="88"/>
                  </ns1:cubicBezTo>
                  <ns1:cubicBezTo>
                    <ns1:pt x="123" y="85"/>
                    <ns1:pt x="125" y="82"/>
                    <ns1:pt x="126" y="77"/>
                  </ns1:cubicBezTo>
                  <ns1:cubicBezTo>
                    <ns1:pt x="127" y="73"/>
                    <ns1:pt x="126" y="70"/>
                    <ns1:pt x="124" y="67"/>
                  </ns1:cubicBezTo>
                  <ns1:cubicBezTo>
                    <ns1:pt x="127" y="65"/>
                    <ns1:pt x="128" y="61"/>
                    <ns1:pt x="128" y="58"/>
                  </ns1:cubicBezTo>
                  <ns1:cubicBezTo>
                    <ns1:pt x="128" y="58"/>
                    <ns1:pt x="128" y="58"/>
                    <ns1:pt x="128" y="58"/>
                  </ns1:cubicBezTo>
                  <ns1:cubicBezTo>
                    <ns1:pt x="128" y="57"/>
                    <ns1:pt x="128" y="57"/>
                    <ns1:pt x="128" y="56"/>
                  </ns1:cubicBezTo>
                  <ns1:cubicBezTo>
                    <ns1:pt x="128" y="51"/>
                    <ns1:pt x="125" y="44"/>
                    <ns1:pt x="117" y="42"/>
                  </ns1:cubicBezTo>
                  <ns1:close/>
                  <ns1:moveTo>
                    <ns1:pt x="28" y="116"/>
                  </ns1:moveTo>
                  <ns1:cubicBezTo>
                    <ns1:pt x="28" y="118"/>
                    <ns1:pt x="26" y="120"/>
                    <ns1:pt x="24" y="120"/>
                  </ns1:cubicBezTo>
                  <ns1:cubicBezTo>
                    <ns1:pt x="12" y="120"/>
                    <ns1:pt x="12" y="120"/>
                    <ns1:pt x="12" y="120"/>
                  </ns1:cubicBezTo>
                  <ns1:cubicBezTo>
                    <ns1:pt x="10" y="120"/>
                    <ns1:pt x="8" y="118"/>
                    <ns1:pt x="8" y="116"/>
                  </ns1:cubicBezTo>
                  <ns1:cubicBezTo>
                    <ns1:pt x="8" y="52"/>
                    <ns1:pt x="8" y="52"/>
                    <ns1:pt x="8" y="52"/>
                  </ns1:cubicBezTo>
                  <ns1:cubicBezTo>
                    <ns1:pt x="8" y="50"/>
                    <ns1:pt x="10" y="48"/>
                    <ns1:pt x="12" y="48"/>
                  </ns1:cubicBezTo>
                  <ns1:cubicBezTo>
                    <ns1:pt x="24" y="48"/>
                    <ns1:pt x="24" y="48"/>
                    <ns1:pt x="24" y="48"/>
                  </ns1:cubicBezTo>
                  <ns1:cubicBezTo>
                    <ns1:pt x="26" y="48"/>
                    <ns1:pt x="28" y="50"/>
                    <ns1:pt x="28" y="52"/>
                  </ns1:cubicBezTo>
                  <ns1:lnTo>
                    <ns1:pt x="28" y="116"/>
                  </ns1:lnTo>
                  <ns1:close/>
                  <ns1:moveTo>
                    <ns1:pt x="120" y="58"/>
                  </ns1:moveTo>
                  <ns1:cubicBezTo>
                    <ns1:pt x="120" y="60"/>
                    <ns1:pt x="119" y="64"/>
                    <ns1:pt x="112" y="64"/>
                  </ns1:cubicBezTo>
                  <ns1:cubicBezTo>
                    <ns1:pt x="106" y="64"/>
                    <ns1:pt x="104" y="64"/>
                    <ns1:pt x="104" y="64"/>
                  </ns1:cubicBezTo>
                  <ns1:cubicBezTo>
                    <ns1:pt x="103" y="64"/>
                    <ns1:pt x="102" y="65"/>
                    <ns1:pt x="102" y="66"/>
                  </ns1:cubicBezTo>
                  <ns1:cubicBezTo>
                    <ns1:pt x="102" y="67"/>
                    <ns1:pt x="103" y="68"/>
                    <ns1:pt x="104" y="68"/>
                  </ns1:cubicBezTo>
                  <ns1:cubicBezTo>
                    <ns1:pt x="104" y="68"/>
                    <ns1:pt x="106" y="68"/>
                    <ns1:pt x="112" y="68"/>
                  </ns1:cubicBezTo>
                  <ns1:cubicBezTo>
                    <ns1:pt x="118" y="68"/>
                    <ns1:pt x="119" y="73"/>
                    <ns1:pt x="118" y="75"/>
                  </ns1:cubicBezTo>
                  <ns1:cubicBezTo>
                    <ns1:pt x="118" y="78"/>
                    <ns1:pt x="116" y="84"/>
                    <ns1:pt x="110" y="84"/>
                  </ns1:cubicBezTo>
                  <ns1:cubicBezTo>
                    <ns1:pt x="103" y="84"/>
                    <ns1:pt x="100" y="84"/>
                    <ns1:pt x="100" y="84"/>
                  </ns1:cubicBezTo>
                  <ns1:cubicBezTo>
                    <ns1:pt x="99" y="84"/>
                    <ns1:pt x="98" y="85"/>
                    <ns1:pt x="98" y="86"/>
                  </ns1:cubicBezTo>
                  <ns1:cubicBezTo>
                    <ns1:pt x="98" y="87"/>
                    <ns1:pt x="99" y="88"/>
                    <ns1:pt x="100" y="88"/>
                  </ns1:cubicBezTo>
                  <ns1:cubicBezTo>
                    <ns1:pt x="100" y="88"/>
                    <ns1:pt x="105" y="88"/>
                    <ns1:pt x="108" y="88"/>
                  </ns1:cubicBezTo>
                  <ns1:cubicBezTo>
                    <ns1:pt x="115" y="88"/>
                    <ns1:pt x="114" y="93"/>
                    <ns1:pt x="113" y="96"/>
                  </ns1:cubicBezTo>
                  <ns1:cubicBezTo>
                    <ns1:pt x="112" y="100"/>
                    <ns1:pt x="111" y="104"/>
                    <ns1:pt x="103" y="104"/>
                  </ns1:cubicBezTo>
                  <ns1:cubicBezTo>
                    <ns1:pt x="100" y="104"/>
                    <ns1:pt x="96" y="104"/>
                    <ns1:pt x="96" y="104"/>
                  </ns1:cubicBezTo>
                  <ns1:cubicBezTo>
                    <ns1:pt x="95" y="104"/>
                    <ns1:pt x="94" y="105"/>
                    <ns1:pt x="94" y="106"/>
                  </ns1:cubicBezTo>
                  <ns1:cubicBezTo>
                    <ns1:pt x="94" y="107"/>
                    <ns1:pt x="95" y="108"/>
                    <ns1:pt x="96" y="108"/>
                  </ns1:cubicBezTo>
                  <ns1:cubicBezTo>
                    <ns1:pt x="96" y="108"/>
                    <ns1:pt x="99" y="108"/>
                    <ns1:pt x="102" y="108"/>
                  </ns1:cubicBezTo>
                  <ns1:cubicBezTo>
                    <ns1:pt x="107" y="108"/>
                    <ns1:pt x="107" y="112"/>
                    <ns1:pt x="106" y="114"/>
                  </ns1:cubicBezTo>
                  <ns1:cubicBezTo>
                    <ns1:pt x="106" y="115"/>
                    <ns1:pt x="105" y="116"/>
                    <ns1:pt x="105" y="117"/>
                  </ns1:cubicBezTo>
                  <ns1:cubicBezTo>
                    <ns1:pt x="104" y="119"/>
                    <ns1:pt x="102" y="120"/>
                    <ns1:pt x="98" y="120"/>
                  </ns1:cubicBezTo>
                  <ns1:cubicBezTo>
                    <ns1:pt x="76" y="120"/>
                    <ns1:pt x="76" y="120"/>
                    <ns1:pt x="76" y="120"/>
                  </ns1:cubicBezTo>
                  <ns1:cubicBezTo>
                    <ns1:pt x="65" y="120"/>
                    <ns1:pt x="54" y="118"/>
                    <ns1:pt x="54" y="117"/>
                  </ns1:cubicBezTo>
                  <ns1:cubicBezTo>
                    <ns1:pt x="37" y="114"/>
                    <ns1:pt x="36" y="113"/>
                    <ns1:pt x="35" y="113"/>
                  </ns1:cubicBezTo>
                  <ns1:cubicBezTo>
                    <ns1:pt x="35" y="113"/>
                    <ns1:pt x="32" y="112"/>
                    <ns1:pt x="32" y="110"/>
                  </ns1:cubicBezTo>
                  <ns1:cubicBezTo>
                    <ns1:pt x="32" y="54"/>
                    <ns1:pt x="32" y="54"/>
                    <ns1:pt x="32" y="54"/>
                  </ns1:cubicBezTo>
                  <ns1:cubicBezTo>
                    <ns1:pt x="32" y="52"/>
                    <ns1:pt x="33" y="51"/>
                    <ns1:pt x="35" y="50"/>
                  </ns1:cubicBezTo>
                  <ns1:cubicBezTo>
                    <ns1:pt x="35" y="50"/>
                    <ns1:pt x="36" y="50"/>
                    <ns1:pt x="36" y="50"/>
                  </ns1:cubicBezTo>
                  <ns1:cubicBezTo>
                    <ns1:pt x="54" y="42"/>
                    <ns1:pt x="60" y="26"/>
                    <ns1:pt x="60" y="12"/>
                  </ns1:cubicBezTo>
                  <ns1:cubicBezTo>
                    <ns1:pt x="60" y="10"/>
                    <ns1:pt x="62" y="8"/>
                    <ns1:pt x="64" y="8"/>
                  </ns1:cubicBezTo>
                  <ns1:cubicBezTo>
                    <ns1:pt x="68" y="8"/>
                    <ns1:pt x="76" y="16"/>
                    <ns1:pt x="76" y="27"/>
                  </ns1:cubicBezTo>
                  <ns1:cubicBezTo>
                    <ns1:pt x="76" y="36"/>
                    <ns1:pt x="75" y="38"/>
                    <ns1:pt x="72" y="48"/>
                  </ns1:cubicBezTo>
                  <ns1:cubicBezTo>
                    <ns1:pt x="112" y="48"/>
                    <ns1:pt x="112" y="49"/>
                    <ns1:pt x="115" y="50"/>
                  </ns1:cubicBezTo>
                  <ns1:cubicBezTo>
                    <ns1:pt x="120" y="51"/>
                    <ns1:pt x="120" y="54"/>
                    <ns1:pt x="120" y="56"/>
                  </ns1:cubicBezTo>
                  <ns1:cubicBezTo>
                    <ns1:pt x="120" y="57"/>
                    <ns1:pt x="120" y="57"/>
                    <ns1:pt x="120" y="58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29" name="Freeform 349"/>
            <ns0:cNvSpPr>
              <ns1:spLocks noEditPoints="1"/>
            </ns0:cNvSpPr>
            <ns0:nvPr/>
          </ns0:nvSpPr>
          <ns0:spPr bwMode="auto">
            <ns1:xfrm>
              <ns1:off x="4970463" y="3530600"/>
              <ns1:ext cx="44450" cy="44450"/>
            </ns1:xfrm>
            <ns1:custGeom>
              <ns1:avLst/>
              <ns1:gdLst>
                <ns1:gd name="T0" fmla="*/ 6 w 12"/>
                <ns1:gd name="T1" fmla="*/ 0 h 12"/>
                <ns1:gd name="T2" fmla="*/ 0 w 12"/>
                <ns1:gd name="T3" fmla="*/ 6 h 12"/>
                <ns1:gd name="T4" fmla="*/ 6 w 12"/>
                <ns1:gd name="T5" fmla="*/ 12 h 12"/>
                <ns1:gd name="T6" fmla="*/ 12 w 12"/>
                <ns1:gd name="T7" fmla="*/ 6 h 12"/>
                <ns1:gd name="T8" fmla="*/ 6 w 12"/>
                <ns1:gd name="T9" fmla="*/ 0 h 12"/>
                <ns1:gd name="T10" fmla="*/ 6 w 12"/>
                <ns1:gd name="T11" fmla="*/ 8 h 12"/>
                <ns1:gd name="T12" fmla="*/ 4 w 12"/>
                <ns1:gd name="T13" fmla="*/ 6 h 12"/>
                <ns1:gd name="T14" fmla="*/ 6 w 12"/>
                <ns1:gd name="T15" fmla="*/ 4 h 12"/>
                <ns1:gd name="T16" fmla="*/ 8 w 12"/>
                <ns1:gd name="T17" fmla="*/ 6 h 12"/>
                <ns1:gd name="T18" fmla="*/ 6 w 12"/>
                <ns1:gd name="T19" fmla="*/ 8 h 12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</ns1:cxnLst>
              <ns1:rect l="0" t="0" r="r" b="b"/>
              <ns1:pathLst>
                <ns1:path w="12" h="12">
                  <ns1:moveTo>
                    <ns1:pt x="6" y="0"/>
                  </ns1:moveTo>
                  <ns1:cubicBezTo>
                    <ns1:pt x="3" y="0"/>
                    <ns1:pt x="0" y="3"/>
                    <ns1:pt x="0" y="6"/>
                  </ns1:cubicBezTo>
                  <ns1:cubicBezTo>
                    <ns1:pt x="0" y="9"/>
                    <ns1:pt x="3" y="12"/>
                    <ns1:pt x="6" y="12"/>
                  </ns1:cubicBezTo>
                  <ns1:cubicBezTo>
                    <ns1:pt x="9" y="12"/>
                    <ns1:pt x="12" y="9"/>
                    <ns1:pt x="12" y="6"/>
                  </ns1:cubicBezTo>
                  <ns1:cubicBezTo>
                    <ns1:pt x="12" y="3"/>
                    <ns1:pt x="9" y="0"/>
                    <ns1:pt x="6" y="0"/>
                  </ns1:cubicBezTo>
                  <ns1:close/>
                  <ns1:moveTo>
                    <ns1:pt x="6" y="8"/>
                  </ns1:moveTo>
                  <ns1:cubicBezTo>
                    <ns1:pt x="5" y="8"/>
                    <ns1:pt x="4" y="7"/>
                    <ns1:pt x="4" y="6"/>
                  </ns1:cubicBezTo>
                  <ns1:cubicBezTo>
                    <ns1:pt x="4" y="5"/>
                    <ns1:pt x="5" y="4"/>
                    <ns1:pt x="6" y="4"/>
                  </ns1:cubicBezTo>
                  <ns1:cubicBezTo>
                    <ns1:pt x="7" y="4"/>
                    <ns1:pt x="8" y="5"/>
                    <ns1:pt x="8" y="6"/>
                  </ns1:cubicBezTo>
                  <ns1:cubicBezTo>
                    <ns1:pt x="8" y="7"/>
                    <ns1:pt x="7" y="8"/>
                    <ns1:pt x="6" y="8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</ns0:grpSp>
      <ns0:sp>
        <ns0:nvSpPr>
          <ns0:cNvPr id="30" name="Freeform 350"/>
          <ns0:cNvSpPr>
            <ns1:spLocks noEditPoints="1"/>
          </ns0:cNvSpPr>
          <ns0:nvPr/>
        </ns0:nvSpPr>
        <ns0:spPr bwMode="auto">
          <ns1:xfrm>
            <ns1:off x="7466616" y="390374"/>
            <ns1:ext cx="481013" cy="360363"/>
          </ns1:xfrm>
          <ns1:custGeom>
            <ns1:avLst/>
            <ns1:gdLst>
              <ns1:gd name="T0" fmla="*/ 105 w 128"/>
              <ns1:gd name="T1" fmla="*/ 2 h 96"/>
              <ns1:gd name="T2" fmla="*/ 28 w 128"/>
              <ns1:gd name="T3" fmla="*/ 0 h 96"/>
              <ns1:gd name="T4" fmla="*/ 2 w 128"/>
              <ns1:gd name="T5" fmla="*/ 23 h 96"/>
              <ns1:gd name="T6" fmla="*/ 2 w 128"/>
              <ns1:gd name="T7" fmla="*/ 34 h 96"/>
              <ns1:gd name="T8" fmla="*/ 64 w 128"/>
              <ns1:gd name="T9" fmla="*/ 96 h 96"/>
              <ns1:gd name="T10" fmla="*/ 126 w 128"/>
              <ns1:gd name="T11" fmla="*/ 34 h 96"/>
              <ns1:gd name="T12" fmla="*/ 126 w 128"/>
              <ns1:gd name="T13" fmla="*/ 23 h 96"/>
              <ns1:gd name="T14" fmla="*/ 55 w 128"/>
              <ns1:gd name="T15" fmla="*/ 28 h 96"/>
              <ns1:gd name="T16" fmla="*/ 73 w 128"/>
              <ns1:gd name="T17" fmla="*/ 28 h 96"/>
              <ns1:gd name="T18" fmla="*/ 78 w 128"/>
              <ns1:gd name="T19" fmla="*/ 9 h 96"/>
              <ns1:gd name="T20" fmla="*/ 76 w 128"/>
              <ns1:gd name="T21" fmla="*/ 25 h 96"/>
              <ns1:gd name="T22" fmla="*/ 52 w 128"/>
              <ns1:gd name="T23" fmla="*/ 25 h 96"/>
              <ns1:gd name="T24" fmla="*/ 50 w 128"/>
              <ns1:gd name="T25" fmla="*/ 9 h 96"/>
              <ns1:gd name="T26" fmla="*/ 52 w 128"/>
              <ns1:gd name="T27" fmla="*/ 25 h 96"/>
              <ns1:gd name="T28" fmla="*/ 64 w 128"/>
              <ns1:gd name="T29" fmla="*/ 82 h 96"/>
              <ns1:gd name="T30" fmla="*/ 74 w 128"/>
              <ns1:gd name="T31" fmla="*/ 32 h 96"/>
              <ns1:gd name="T32" fmla="*/ 98 w 128"/>
              <ns1:gd name="T33" fmla="*/ 32 h 96"/>
              <ns1:gd name="T34" fmla="*/ 78 w 128"/>
              <ns1:gd name="T35" fmla="*/ 32 h 96"/>
              <ns1:gd name="T36" fmla="*/ 89 w 128"/>
              <ns1:gd name="T37" fmla="*/ 20 h 96"/>
              <ns1:gd name="T38" fmla="*/ 79 w 128"/>
              <ns1:gd name="T39" fmla="*/ 28 h 96"/>
              <ns1:gd name="T40" fmla="*/ 97 w 128"/>
              <ns1:gd name="T41" fmla="*/ 8 h 96"/>
              <ns1:gd name="T42" fmla="*/ 83 w 128"/>
              <ns1:gd name="T43" fmla="*/ 8 h 96"/>
              <ns1:gd name="T44" fmla="*/ 55 w 128"/>
              <ns1:gd name="T45" fmla="*/ 8 h 96"/>
              <ns1:gd name="T46" fmla="*/ 64 w 128"/>
              <ns1:gd name="T47" fmla="*/ 15 h 96"/>
              <ns1:gd name="T48" fmla="*/ 31 w 128"/>
              <ns1:gd name="T49" fmla="*/ 8 h 96"/>
              <ns1:gd name="T50" fmla="*/ 39 w 128"/>
              <ns1:gd name="T51" fmla="*/ 14 h 96"/>
              <ns1:gd name="T52" fmla="*/ 49 w 128"/>
              <ns1:gd name="T53" fmla="*/ 28 h 96"/>
              <ns1:gd name="T54" fmla="*/ 39 w 128"/>
              <ns1:gd name="T55" fmla="*/ 20 h 96"/>
              <ns1:gd name="T56" fmla="*/ 60 w 128"/>
              <ns1:gd name="T57" fmla="*/ 81 h 96"/>
              <ns1:gd name="T58" fmla="*/ 50 w 128"/>
              <ns1:gd name="T59" fmla="*/ 32 h 96"/>
              <ns1:gd name="T60" fmla="*/ 11 w 128"/>
              <ns1:gd name="T61" fmla="*/ 32 h 96"/>
              <ns1:gd name="T62" fmla="*/ 51 w 128"/>
              <ns1:gd name="T63" fmla="*/ 74 h 96"/>
              <ns1:gd name="T64" fmla="*/ 117 w 128"/>
              <ns1:gd name="T65" fmla="*/ 32 h 96"/>
              <ns1:gd name="T66" fmla="*/ 102 w 128"/>
              <ns1:gd name="T67" fmla="*/ 32 h 96"/>
              <ns1:gd name="T68" fmla="*/ 92 w 128"/>
              <ns1:gd name="T69" fmla="*/ 17 h 96"/>
              <ns1:gd name="T70" fmla="*/ 120 w 128"/>
              <ns1:gd name="T71" fmla="*/ 28 h 96"/>
              <ns1:gd name="T72" fmla="*/ 27 w 128"/>
              <ns1:gd name="T73" fmla="*/ 10 h 96"/>
              <ns1:gd name="T74" fmla="*/ 25 w 128"/>
              <ns1:gd name="T75" fmla="*/ 28 h 96"/>
              <ns1:gd name="T76" fmla="*/ 27 w 128"/>
              <ns1:gd name="T77" fmla="*/ 10 h 96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  <ns1:cxn ang="0">
                <ns1:pos x="T32" y="T33"/>
              </ns1:cxn>
              <ns1:cxn ang="0">
                <ns1:pos x="T34" y="T35"/>
              </ns1:cxn>
              <ns1:cxn ang="0">
                <ns1:pos x="T36" y="T37"/>
              </ns1:cxn>
              <ns1:cxn ang="0">
                <ns1:pos x="T38" y="T39"/>
              </ns1:cxn>
              <ns1:cxn ang="0">
                <ns1:pos x="T40" y="T41"/>
              </ns1:cxn>
              <ns1:cxn ang="0">
                <ns1:pos x="T42" y="T43"/>
              </ns1:cxn>
              <ns1:cxn ang="0">
                <ns1:pos x="T44" y="T45"/>
              </ns1:cxn>
              <ns1:cxn ang="0">
                <ns1:pos x="T46" y="T47"/>
              </ns1:cxn>
              <ns1:cxn ang="0">
                <ns1:pos x="T48" y="T49"/>
              </ns1:cxn>
              <ns1:cxn ang="0">
                <ns1:pos x="T50" y="T51"/>
              </ns1:cxn>
              <ns1:cxn ang="0">
                <ns1:pos x="T52" y="T53"/>
              </ns1:cxn>
              <ns1:cxn ang="0">
                <ns1:pos x="T54" y="T55"/>
              </ns1:cxn>
              <ns1:cxn ang="0">
                <ns1:pos x="T56" y="T57"/>
              </ns1:cxn>
              <ns1:cxn ang="0">
                <ns1:pos x="T58" y="T59"/>
              </ns1:cxn>
              <ns1:cxn ang="0">
                <ns1:pos x="T60" y="T61"/>
              </ns1:cxn>
              <ns1:cxn ang="0">
                <ns1:pos x="T62" y="T63"/>
              </ns1:cxn>
              <ns1:cxn ang="0">
                <ns1:pos x="T64" y="T65"/>
              </ns1:cxn>
              <ns1:cxn ang="0">
                <ns1:pos x="T66" y="T67"/>
              </ns1:cxn>
              <ns1:cxn ang="0">
                <ns1:pos x="T68" y="T69"/>
              </ns1:cxn>
              <ns1:cxn ang="0">
                <ns1:pos x="T70" y="T71"/>
              </ns1:cxn>
              <ns1:cxn ang="0">
                <ns1:pos x="T72" y="T73"/>
              </ns1:cxn>
              <ns1:cxn ang="0">
                <ns1:pos x="T74" y="T75"/>
              </ns1:cxn>
              <ns1:cxn ang="0">
                <ns1:pos x="T76" y="T77"/>
              </ns1:cxn>
            </ns1:cxnLst>
            <ns1:rect l="0" t="0" r="r" b="b"/>
            <ns1:pathLst>
              <ns1:path w="128" h="96">
                <ns1:moveTo>
                  <ns1:pt x="126" y="23"/>
                </ns1:moveTo>
                <ns1:cubicBezTo>
                  <ns1:pt x="105" y="2"/>
                  <ns1:pt x="105" y="2"/>
                  <ns1:pt x="105" y="2"/>
                </ns1:cubicBezTo>
                <ns1:cubicBezTo>
                  <ns1:pt x="104" y="1"/>
                  <ns1:pt x="102" y="0"/>
                  <ns1:pt x="100" y="0"/>
                </ns1:cubicBezTo>
                <ns1:cubicBezTo>
                  <ns1:pt x="28" y="0"/>
                  <ns1:pt x="28" y="0"/>
                  <ns1:pt x="28" y="0"/>
                </ns1:cubicBezTo>
                <ns1:cubicBezTo>
                  <ns1:pt x="26" y="0"/>
                  <ns1:pt x="24" y="1"/>
                  <ns1:pt x="23" y="2"/>
                </ns1:cubicBezTo>
                <ns1:cubicBezTo>
                  <ns1:pt x="2" y="23"/>
                  <ns1:pt x="2" y="23"/>
                  <ns1:pt x="2" y="23"/>
                </ns1:cubicBezTo>
                <ns1:cubicBezTo>
                  <ns1:pt x="1" y="24"/>
                  <ns1:pt x="0" y="26"/>
                  <ns1:pt x="0" y="28"/>
                </ns1:cubicBezTo>
                <ns1:cubicBezTo>
                  <ns1:pt x="0" y="30"/>
                  <ns1:pt x="1" y="32"/>
                  <ns1:pt x="2" y="34"/>
                </ns1:cubicBezTo>
                <ns1:cubicBezTo>
                  <ns1:pt x="58" y="93"/>
                  <ns1:pt x="58" y="93"/>
                  <ns1:pt x="58" y="93"/>
                </ns1:cubicBezTo>
                <ns1:cubicBezTo>
                  <ns1:pt x="60" y="95"/>
                  <ns1:pt x="62" y="96"/>
                  <ns1:pt x="64" y="96"/>
                </ns1:cubicBezTo>
                <ns1:cubicBezTo>
                  <ns1:pt x="66" y="96"/>
                  <ns1:pt x="68" y="95"/>
                  <ns1:pt x="70" y="93"/>
                </ns1:cubicBezTo>
                <ns1:cubicBezTo>
                  <ns1:pt x="126" y="34"/>
                  <ns1:pt x="126" y="34"/>
                  <ns1:pt x="126" y="34"/>
                </ns1:cubicBezTo>
                <ns1:cubicBezTo>
                  <ns1:pt x="127" y="32"/>
                  <ns1:pt x="128" y="30"/>
                  <ns1:pt x="128" y="28"/>
                </ns1:cubicBezTo>
                <ns1:cubicBezTo>
                  <ns1:pt x="128" y="26"/>
                  <ns1:pt x="127" y="24"/>
                  <ns1:pt x="126" y="23"/>
                </ns1:cubicBezTo>
                <ns1:close/>
                <ns1:moveTo>
                  <ns1:pt x="73" y="28"/>
                </ns1:moveTo>
                <ns1:cubicBezTo>
                  <ns1:pt x="55" y="28"/>
                  <ns1:pt x="55" y="28"/>
                  <ns1:pt x="55" y="28"/>
                </ns1:cubicBezTo>
                <ns1:cubicBezTo>
                  <ns1:pt x="64" y="21"/>
                  <ns1:pt x="64" y="21"/>
                  <ns1:pt x="64" y="21"/>
                </ns1:cubicBezTo>
                <ns1:lnTo>
                  <ns1:pt x="73" y="28"/>
                </ns1:lnTo>
                <ns1:close/>
                <ns1:moveTo>
                  <ns1:pt x="67" y="18"/>
                </ns1:moveTo>
                <ns1:cubicBezTo>
                  <ns1:pt x="78" y="9"/>
                  <ns1:pt x="78" y="9"/>
                  <ns1:pt x="78" y="9"/>
                </ns1:cubicBezTo>
                <ns1:cubicBezTo>
                  <ns1:pt x="86" y="17"/>
                  <ns1:pt x="86" y="17"/>
                  <ns1:pt x="86" y="17"/>
                </ns1:cubicBezTo>
                <ns1:cubicBezTo>
                  <ns1:pt x="76" y="25"/>
                  <ns1:pt x="76" y="25"/>
                  <ns1:pt x="76" y="25"/>
                </ns1:cubicBezTo>
                <ns1:lnTo>
                  <ns1:pt x="67" y="18"/>
                </ns1:lnTo>
                <ns1:close/>
                <ns1:moveTo>
                  <ns1:pt x="52" y="25"/>
                </ns1:moveTo>
                <ns1:cubicBezTo>
                  <ns1:pt x="42" y="17"/>
                  <ns1:pt x="42" y="17"/>
                  <ns1:pt x="42" y="17"/>
                </ns1:cubicBezTo>
                <ns1:cubicBezTo>
                  <ns1:pt x="50" y="9"/>
                  <ns1:pt x="50" y="9"/>
                  <ns1:pt x="50" y="9"/>
                </ns1:cubicBezTo>
                <ns1:cubicBezTo>
                  <ns1:pt x="61" y="18"/>
                  <ns1:pt x="61" y="18"/>
                  <ns1:pt x="61" y="18"/>
                </ns1:cubicBezTo>
                <ns1:lnTo>
                  <ns1:pt x="52" y="25"/>
                </ns1:lnTo>
                <ns1:close/>
                <ns1:moveTo>
                  <ns1:pt x="74" y="32"/>
                </ns1:moveTo>
                <ns1:cubicBezTo>
                  <ns1:pt x="64" y="82"/>
                  <ns1:pt x="64" y="82"/>
                  <ns1:pt x="64" y="82"/>
                </ns1:cubicBezTo>
                <ns1:cubicBezTo>
                  <ns1:pt x="54" y="32"/>
                  <ns1:pt x="54" y="32"/>
                  <ns1:pt x="54" y="32"/>
                </ns1:cubicBezTo>
                <ns1:lnTo>
                  <ns1:pt x="74" y="32"/>
                </ns1:lnTo>
                <ns1:close/>
                <ns1:moveTo>
                  <ns1:pt x="78" y="32"/>
                </ns1:moveTo>
                <ns1:cubicBezTo>
                  <ns1:pt x="98" y="32"/>
                  <ns1:pt x="98" y="32"/>
                  <ns1:pt x="98" y="32"/>
                </ns1:cubicBezTo>
                <ns1:cubicBezTo>
                  <ns1:pt x="68" y="81"/>
                  <ns1:pt x="68" y="81"/>
                  <ns1:pt x="68" y="81"/>
                </ns1:cubicBezTo>
                <ns1:lnTo>
                  <ns1:pt x="78" y="32"/>
                </ns1:lnTo>
                <ns1:close/>
                <ns1:moveTo>
                  <ns1:pt x="79" y="28"/>
                </ns1:moveTo>
                <ns1:cubicBezTo>
                  <ns1:pt x="89" y="20"/>
                  <ns1:pt x="89" y="20"/>
                  <ns1:pt x="89" y="20"/>
                </ns1:cubicBezTo>
                <ns1:cubicBezTo>
                  <ns1:pt x="97" y="28"/>
                  <ns1:pt x="97" y="28"/>
                  <ns1:pt x="97" y="28"/>
                </ns1:cubicBezTo>
                <ns1:lnTo>
                  <ns1:pt x="79" y="28"/>
                </ns1:lnTo>
                <ns1:close/>
                <ns1:moveTo>
                  <ns1:pt x="83" y="8"/>
                </ns1:moveTo>
                <ns1:cubicBezTo>
                  <ns1:pt x="97" y="8"/>
                  <ns1:pt x="97" y="8"/>
                  <ns1:pt x="97" y="8"/>
                </ns1:cubicBezTo>
                <ns1:cubicBezTo>
                  <ns1:pt x="89" y="14"/>
                  <ns1:pt x="89" y="14"/>
                  <ns1:pt x="89" y="14"/>
                </ns1:cubicBezTo>
                <ns1:lnTo>
                  <ns1:pt x="83" y="8"/>
                </ns1:lnTo>
                <ns1:close/>
                <ns1:moveTo>
                  <ns1:pt x="64" y="15"/>
                </ns1:moveTo>
                <ns1:cubicBezTo>
                  <ns1:pt x="55" y="8"/>
                  <ns1:pt x="55" y="8"/>
                  <ns1:pt x="55" y="8"/>
                </ns1:cubicBezTo>
                <ns1:cubicBezTo>
                  <ns1:pt x="73" y="8"/>
                  <ns1:pt x="73" y="8"/>
                  <ns1:pt x="73" y="8"/>
                </ns1:cubicBezTo>
                <ns1:lnTo>
                  <ns1:pt x="64" y="15"/>
                </ns1:lnTo>
                <ns1:close/>
                <ns1:moveTo>
                  <ns1:pt x="39" y="14"/>
                </ns1:moveTo>
                <ns1:cubicBezTo>
                  <ns1:pt x="31" y="8"/>
                  <ns1:pt x="31" y="8"/>
                  <ns1:pt x="31" y="8"/>
                </ns1:cubicBezTo>
                <ns1:cubicBezTo>
                  <ns1:pt x="45" y="8"/>
                  <ns1:pt x="45" y="8"/>
                  <ns1:pt x="45" y="8"/>
                </ns1:cubicBezTo>
                <ns1:lnTo>
                  <ns1:pt x="39" y="14"/>
                </ns1:lnTo>
                <ns1:close/>
                <ns1:moveTo>
                  <ns1:pt x="39" y="20"/>
                </ns1:moveTo>
                <ns1:cubicBezTo>
                  <ns1:pt x="49" y="28"/>
                  <ns1:pt x="49" y="28"/>
                  <ns1:pt x="49" y="28"/>
                </ns1:cubicBezTo>
                <ns1:cubicBezTo>
                  <ns1:pt x="31" y="28"/>
                  <ns1:pt x="31" y="28"/>
                  <ns1:pt x="31" y="28"/>
                </ns1:cubicBezTo>
                <ns1:lnTo>
                  <ns1:pt x="39" y="20"/>
                </ns1:lnTo>
                <ns1:close/>
                <ns1:moveTo>
                  <ns1:pt x="50" y="32"/>
                </ns1:moveTo>
                <ns1:cubicBezTo>
                  <ns1:pt x="60" y="81"/>
                  <ns1:pt x="60" y="81"/>
                  <ns1:pt x="60" y="81"/>
                </ns1:cubicBezTo>
                <ns1:cubicBezTo>
                  <ns1:pt x="30" y="32"/>
                  <ns1:pt x="30" y="32"/>
                  <ns1:pt x="30" y="32"/>
                </ns1:cubicBezTo>
                <ns1:lnTo>
                  <ns1:pt x="50" y="32"/>
                </ns1:lnTo>
                <ns1:close/>
                <ns1:moveTo>
                  <ns1:pt x="51" y="74"/>
                </ns1:moveTo>
                <ns1:cubicBezTo>
                  <ns1:pt x="11" y="32"/>
                  <ns1:pt x="11" y="32"/>
                  <ns1:pt x="11" y="32"/>
                </ns1:cubicBezTo>
                <ns1:cubicBezTo>
                  <ns1:pt x="26" y="32"/>
                  <ns1:pt x="26" y="32"/>
                  <ns1:pt x="26" y="32"/>
                </ns1:cubicBezTo>
                <ns1:lnTo>
                  <ns1:pt x="51" y="74"/>
                </ns1:lnTo>
                <ns1:close/>
                <ns1:moveTo>
                  <ns1:pt x="102" y="32"/>
                </ns1:moveTo>
                <ns1:cubicBezTo>
                  <ns1:pt x="117" y="32"/>
                  <ns1:pt x="117" y="32"/>
                  <ns1:pt x="117" y="32"/>
                </ns1:cubicBezTo>
                <ns1:cubicBezTo>
                  <ns1:pt x="77" y="74"/>
                  <ns1:pt x="77" y="74"/>
                  <ns1:pt x="77" y="74"/>
                </ns1:cubicBezTo>
                <ns1:lnTo>
                  <ns1:pt x="102" y="32"/>
                </ns1:lnTo>
                <ns1:close/>
                <ns1:moveTo>
                  <ns1:pt x="103" y="28"/>
                </ns1:moveTo>
                <ns1:cubicBezTo>
                  <ns1:pt x="92" y="17"/>
                  <ns1:pt x="92" y="17"/>
                  <ns1:pt x="92" y="17"/>
                </ns1:cubicBezTo>
                <ns1:cubicBezTo>
                  <ns1:pt x="101" y="10"/>
                  <ns1:pt x="101" y="10"/>
                  <ns1:pt x="101" y="10"/>
                </ns1:cubicBezTo>
                <ns1:cubicBezTo>
                  <ns1:pt x="120" y="28"/>
                  <ns1:pt x="120" y="28"/>
                  <ns1:pt x="120" y="28"/>
                </ns1:cubicBezTo>
                <ns1:lnTo>
                  <ns1:pt x="103" y="28"/>
                </ns1:lnTo>
                <ns1:close/>
                <ns1:moveTo>
                  <ns1:pt x="27" y="10"/>
                </ns1:moveTo>
                <ns1:cubicBezTo>
                  <ns1:pt x="36" y="17"/>
                  <ns1:pt x="36" y="17"/>
                  <ns1:pt x="36" y="17"/>
                </ns1:cubicBezTo>
                <ns1:cubicBezTo>
                  <ns1:pt x="25" y="28"/>
                  <ns1:pt x="25" y="28"/>
                  <ns1:pt x="25" y="28"/>
                </ns1:cubicBezTo>
                <ns1:cubicBezTo>
                  <ns1:pt x="8" y="28"/>
                  <ns1:pt x="8" y="28"/>
                  <ns1:pt x="8" y="28"/>
                </ns1:cubicBezTo>
                <ns1:lnTo>
                  <ns1:pt x="27" y="10"/>
                </ns1:lnTo>
                <ns1:close/>
              </ns1:path>
            </ns1:pathLst>
          </ns1:custGeom>
          <ns1:solidFill>
            <ns1:schemeClr val="tx1"/>
          </ns1:solidFill>
          <ns1:ln>
            <ns1:noFill/>
          </ns1:ln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id-ID" sz="2700"/>
          </ns1:p>
        </ns0:txBody>
      </ns0:sp>
      <ns0:grpSp>
        <ns0:nvGrpSpPr>
          <ns0:cNvPr id="31" name="Group 30"/>
          <ns0:cNvGrpSpPr/>
          <ns0:nvPr/>
        </ns0:nvGrpSpPr>
        <ns0:grpSpPr>
          <ns1:xfrm>
            <ns1:off x="3305303" y="360210"/>
            <ns1:ext cx="484188" cy="420688"/>
            <ns1:chOff x="2303444" y="6030256"/>
            <ns1:chExt cx="484188" cy="420688"/>
          </ns1:xfrm>
          <ns1:solidFill>
            <ns1:schemeClr val="tx1"/>
          </ns1:solidFill>
        </ns0:grpSpPr>
        <ns0:sp>
          <ns0:nvSpPr>
            <ns0:cNvPr id="32" name="Freeform 354"/>
            <ns0:cNvSpPr>
              <ns1:spLocks noEditPoints="1"/>
            </ns0:cNvSpPr>
            <ns0:nvPr/>
          </ns0:nvSpPr>
          <ns0:spPr bwMode="auto">
            <ns1:xfrm>
              <ns1:off x="2303444" y="6030256"/>
              <ns1:ext cx="484188" cy="346075"/>
            </ns1:xfrm>
            <ns1:custGeom>
              <ns1:avLst/>
              <ns1:gdLst>
                <ns1:gd name="T0" fmla="*/ 128 w 128"/>
                <ns1:gd name="T1" fmla="*/ 24 h 92"/>
                <ns1:gd name="T2" fmla="*/ 119 w 128"/>
                <ns1:gd name="T3" fmla="*/ 12 h 92"/>
                <ns1:gd name="T4" fmla="*/ 67 w 128"/>
                <ns1:gd name="T5" fmla="*/ 0 h 92"/>
                <ns1:gd name="T6" fmla="*/ 64 w 128"/>
                <ns1:gd name="T7" fmla="*/ 0 h 92"/>
                <ns1:gd name="T8" fmla="*/ 61 w 128"/>
                <ns1:gd name="T9" fmla="*/ 0 h 92"/>
                <ns1:gd name="T10" fmla="*/ 9 w 128"/>
                <ns1:gd name="T11" fmla="*/ 12 h 92"/>
                <ns1:gd name="T12" fmla="*/ 0 w 128"/>
                <ns1:gd name="T13" fmla="*/ 24 h 92"/>
                <ns1:gd name="T14" fmla="*/ 9 w 128"/>
                <ns1:gd name="T15" fmla="*/ 36 h 92"/>
                <ns1:gd name="T16" fmla="*/ 20 w 128"/>
                <ns1:gd name="T17" fmla="*/ 38 h 92"/>
                <ns1:gd name="T18" fmla="*/ 20 w 128"/>
                <ns1:gd name="T19" fmla="*/ 72 h 92"/>
                <ns1:gd name="T20" fmla="*/ 64 w 128"/>
                <ns1:gd name="T21" fmla="*/ 92 h 92"/>
                <ns1:gd name="T22" fmla="*/ 108 w 128"/>
                <ns1:gd name="T23" fmla="*/ 72 h 92"/>
                <ns1:gd name="T24" fmla="*/ 108 w 128"/>
                <ns1:gd name="T25" fmla="*/ 38 h 92"/>
                <ns1:gd name="T26" fmla="*/ 119 w 128"/>
                <ns1:gd name="T27" fmla="*/ 36 h 92"/>
                <ns1:gd name="T28" fmla="*/ 128 w 128"/>
                <ns1:gd name="T29" fmla="*/ 24 h 92"/>
                <ns1:gd name="T30" fmla="*/ 100 w 128"/>
                <ns1:gd name="T31" fmla="*/ 72 h 92"/>
                <ns1:gd name="T32" fmla="*/ 64 w 128"/>
                <ns1:gd name="T33" fmla="*/ 84 h 92"/>
                <ns1:gd name="T34" fmla="*/ 28 w 128"/>
                <ns1:gd name="T35" fmla="*/ 72 h 92"/>
                <ns1:gd name="T36" fmla="*/ 28 w 128"/>
                <ns1:gd name="T37" fmla="*/ 40 h 92"/>
                <ns1:gd name="T38" fmla="*/ 61 w 128"/>
                <ns1:gd name="T39" fmla="*/ 48 h 92"/>
                <ns1:gd name="T40" fmla="*/ 64 w 128"/>
                <ns1:gd name="T41" fmla="*/ 48 h 92"/>
                <ns1:gd name="T42" fmla="*/ 67 w 128"/>
                <ns1:gd name="T43" fmla="*/ 48 h 92"/>
                <ns1:gd name="T44" fmla="*/ 100 w 128"/>
                <ns1:gd name="T45" fmla="*/ 40 h 92"/>
                <ns1:gd name="T46" fmla="*/ 100 w 128"/>
                <ns1:gd name="T47" fmla="*/ 72 h 92"/>
                <ns1:gd name="T48" fmla="*/ 65 w 128"/>
                <ns1:gd name="T49" fmla="*/ 40 h 92"/>
                <ns1:gd name="T50" fmla="*/ 64 w 128"/>
                <ns1:gd name="T51" fmla="*/ 40 h 92"/>
                <ns1:gd name="T52" fmla="*/ 63 w 128"/>
                <ns1:gd name="T53" fmla="*/ 40 h 92"/>
                <ns1:gd name="T54" fmla="*/ 11 w 128"/>
                <ns1:gd name="T55" fmla="*/ 28 h 92"/>
                <ns1:gd name="T56" fmla="*/ 8 w 128"/>
                <ns1:gd name="T57" fmla="*/ 24 h 92"/>
                <ns1:gd name="T58" fmla="*/ 11 w 128"/>
                <ns1:gd name="T59" fmla="*/ 20 h 92"/>
                <ns1:gd name="T60" fmla="*/ 63 w 128"/>
                <ns1:gd name="T61" fmla="*/ 8 h 92"/>
                <ns1:gd name="T62" fmla="*/ 64 w 128"/>
                <ns1:gd name="T63" fmla="*/ 8 h 92"/>
                <ns1:gd name="T64" fmla="*/ 65 w 128"/>
                <ns1:gd name="T65" fmla="*/ 8 h 92"/>
                <ns1:gd name="T66" fmla="*/ 117 w 128"/>
                <ns1:gd name="T67" fmla="*/ 20 h 92"/>
                <ns1:gd name="T68" fmla="*/ 120 w 128"/>
                <ns1:gd name="T69" fmla="*/ 24 h 92"/>
                <ns1:gd name="T70" fmla="*/ 117 w 128"/>
                <ns1:gd name="T71" fmla="*/ 28 h 92"/>
                <ns1:gd name="T72" fmla="*/ 65 w 128"/>
                <ns1:gd name="T73" fmla="*/ 40 h 92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  <ns1:cxn ang="0">
                  <ns1:pos x="T30" y="T31"/>
                </ns1:cxn>
                <ns1:cxn ang="0">
                  <ns1:pos x="T32" y="T33"/>
                </ns1:cxn>
                <ns1:cxn ang="0">
                  <ns1:pos x="T34" y="T35"/>
                </ns1:cxn>
                <ns1:cxn ang="0">
                  <ns1:pos x="T36" y="T37"/>
                </ns1:cxn>
                <ns1:cxn ang="0">
                  <ns1:pos x="T38" y="T39"/>
                </ns1:cxn>
                <ns1:cxn ang="0">
                  <ns1:pos x="T40" y="T41"/>
                </ns1:cxn>
                <ns1:cxn ang="0">
                  <ns1:pos x="T42" y="T43"/>
                </ns1:cxn>
                <ns1:cxn ang="0">
                  <ns1:pos x="T44" y="T45"/>
                </ns1:cxn>
                <ns1:cxn ang="0">
                  <ns1:pos x="T46" y="T47"/>
                </ns1:cxn>
                <ns1:cxn ang="0">
                  <ns1:pos x="T48" y="T49"/>
                </ns1:cxn>
                <ns1:cxn ang="0">
                  <ns1:pos x="T50" y="T51"/>
                </ns1:cxn>
                <ns1:cxn ang="0">
                  <ns1:pos x="T52" y="T53"/>
                </ns1:cxn>
                <ns1:cxn ang="0">
                  <ns1:pos x="T54" y="T55"/>
                </ns1:cxn>
                <ns1:cxn ang="0">
                  <ns1:pos x="T56" y="T57"/>
                </ns1:cxn>
                <ns1:cxn ang="0">
                  <ns1:pos x="T58" y="T59"/>
                </ns1:cxn>
                <ns1:cxn ang="0">
                  <ns1:pos x="T60" y="T61"/>
                </ns1:cxn>
                <ns1:cxn ang="0">
                  <ns1:pos x="T62" y="T63"/>
                </ns1:cxn>
                <ns1:cxn ang="0">
                  <ns1:pos x="T64" y="T65"/>
                </ns1:cxn>
                <ns1:cxn ang="0">
                  <ns1:pos x="T66" y="T67"/>
                </ns1:cxn>
                <ns1:cxn ang="0">
                  <ns1:pos x="T68" y="T69"/>
                </ns1:cxn>
                <ns1:cxn ang="0">
                  <ns1:pos x="T70" y="T71"/>
                </ns1:cxn>
                <ns1:cxn ang="0">
                  <ns1:pos x="T72" y="T73"/>
                </ns1:cxn>
              </ns1:cxnLst>
              <ns1:rect l="0" t="0" r="r" b="b"/>
              <ns1:pathLst>
                <ns1:path w="128" h="92">
                  <ns1:moveTo>
                    <ns1:pt x="128" y="24"/>
                  </ns1:moveTo>
                  <ns1:cubicBezTo>
                    <ns1:pt x="128" y="18"/>
                    <ns1:pt x="124" y="14"/>
                    <ns1:pt x="119" y="12"/>
                  </ns1:cubicBezTo>
                  <ns1:cubicBezTo>
                    <ns1:pt x="67" y="0"/>
                    <ns1:pt x="67" y="0"/>
                    <ns1:pt x="67" y="0"/>
                  </ns1:cubicBezTo>
                  <ns1:cubicBezTo>
                    <ns1:pt x="66" y="0"/>
                    <ns1:pt x="65" y="0"/>
                    <ns1:pt x="64" y="0"/>
                  </ns1:cubicBezTo>
                  <ns1:cubicBezTo>
                    <ns1:pt x="63" y="0"/>
                    <ns1:pt x="62" y="0"/>
                    <ns1:pt x="61" y="0"/>
                  </ns1:cubicBezTo>
                  <ns1:cubicBezTo>
                    <ns1:pt x="9" y="12"/>
                    <ns1:pt x="9" y="12"/>
                    <ns1:pt x="9" y="12"/>
                  </ns1:cubicBezTo>
                  <ns1:cubicBezTo>
                    <ns1:pt x="4" y="14"/>
                    <ns1:pt x="0" y="18"/>
                    <ns1:pt x="0" y="24"/>
                  </ns1:cubicBezTo>
                  <ns1:cubicBezTo>
                    <ns1:pt x="0" y="30"/>
                    <ns1:pt x="4" y="34"/>
                    <ns1:pt x="9" y="36"/>
                  </ns1:cubicBezTo>
                  <ns1:cubicBezTo>
                    <ns1:pt x="20" y="38"/>
                    <ns1:pt x="20" y="38"/>
                    <ns1:pt x="20" y="38"/>
                  </ns1:cubicBezTo>
                  <ns1:cubicBezTo>
                    <ns1:pt x="20" y="72"/>
                    <ns1:pt x="20" y="72"/>
                    <ns1:pt x="20" y="72"/>
                  </ns1:cubicBezTo>
                  <ns1:cubicBezTo>
                    <ns1:pt x="20" y="83"/>
                    <ns1:pt x="32" y="92"/>
                    <ns1:pt x="64" y="92"/>
                  </ns1:cubicBezTo>
                  <ns1:cubicBezTo>
                    <ns1:pt x="96" y="92"/>
                    <ns1:pt x="108" y="83"/>
                    <ns1:pt x="108" y="72"/>
                  </ns1:cubicBezTo>
                  <ns1:cubicBezTo>
                    <ns1:pt x="108" y="38"/>
                    <ns1:pt x="108" y="38"/>
                    <ns1:pt x="108" y="38"/>
                  </ns1:cubicBezTo>
                  <ns1:cubicBezTo>
                    <ns1:pt x="119" y="36"/>
                    <ns1:pt x="119" y="36"/>
                    <ns1:pt x="119" y="36"/>
                  </ns1:cubicBezTo>
                  <ns1:cubicBezTo>
                    <ns1:pt x="124" y="34"/>
                    <ns1:pt x="128" y="30"/>
                    <ns1:pt x="128" y="24"/>
                  </ns1:cubicBezTo>
                  <ns1:close/>
                  <ns1:moveTo>
                    <ns1:pt x="100" y="72"/>
                  </ns1:moveTo>
                  <ns1:cubicBezTo>
                    <ns1:pt x="100" y="76"/>
                    <ns1:pt x="88" y="84"/>
                    <ns1:pt x="64" y="84"/>
                  </ns1:cubicBezTo>
                  <ns1:cubicBezTo>
                    <ns1:pt x="40" y="84"/>
                    <ns1:pt x="28" y="76"/>
                    <ns1:pt x="28" y="72"/>
                  </ns1:cubicBezTo>
                  <ns1:cubicBezTo>
                    <ns1:pt x="28" y="40"/>
                    <ns1:pt x="28" y="40"/>
                    <ns1:pt x="28" y="40"/>
                  </ns1:cubicBezTo>
                  <ns1:cubicBezTo>
                    <ns1:pt x="61" y="48"/>
                    <ns1:pt x="61" y="48"/>
                    <ns1:pt x="61" y="48"/>
                  </ns1:cubicBezTo>
                  <ns1:cubicBezTo>
                    <ns1:pt x="62" y="48"/>
                    <ns1:pt x="63" y="48"/>
                    <ns1:pt x="64" y="48"/>
                  </ns1:cubicBezTo>
                  <ns1:cubicBezTo>
                    <ns1:pt x="65" y="48"/>
                    <ns1:pt x="66" y="48"/>
                    <ns1:pt x="67" y="48"/>
                  </ns1:cubicBezTo>
                  <ns1:cubicBezTo>
                    <ns1:pt x="100" y="40"/>
                    <ns1:pt x="100" y="40"/>
                    <ns1:pt x="100" y="40"/>
                  </ns1:cubicBezTo>
                  <ns1:lnTo>
                    <ns1:pt x="100" y="72"/>
                  </ns1:lnTo>
                  <ns1:close/>
                  <ns1:moveTo>
                    <ns1:pt x="65" y="40"/>
                  </ns1:moveTo>
                  <ns1:cubicBezTo>
                    <ns1:pt x="65" y="40"/>
                    <ns1:pt x="64" y="40"/>
                    <ns1:pt x="64" y="40"/>
                  </ns1:cubicBezTo>
                  <ns1:cubicBezTo>
                    <ns1:pt x="64" y="40"/>
                    <ns1:pt x="63" y="40"/>
                    <ns1:pt x="63" y="40"/>
                  </ns1:cubicBezTo>
                  <ns1:cubicBezTo>
                    <ns1:pt x="11" y="28"/>
                    <ns1:pt x="11" y="28"/>
                    <ns1:pt x="11" y="28"/>
                  </ns1:cubicBezTo>
                  <ns1:cubicBezTo>
                    <ns1:pt x="9" y="27"/>
                    <ns1:pt x="8" y="26"/>
                    <ns1:pt x="8" y="24"/>
                  </ns1:cubicBezTo>
                  <ns1:cubicBezTo>
                    <ns1:pt x="8" y="22"/>
                    <ns1:pt x="9" y="21"/>
                    <ns1:pt x="11" y="20"/>
                  </ns1:cubicBezTo>
                  <ns1:cubicBezTo>
                    <ns1:pt x="63" y="8"/>
                    <ns1:pt x="63" y="8"/>
                    <ns1:pt x="63" y="8"/>
                  </ns1:cubicBezTo>
                  <ns1:cubicBezTo>
                    <ns1:pt x="63" y="8"/>
                    <ns1:pt x="64" y="8"/>
                    <ns1:pt x="64" y="8"/>
                  </ns1:cubicBezTo>
                  <ns1:cubicBezTo>
                    <ns1:pt x="64" y="8"/>
                    <ns1:pt x="65" y="8"/>
                    <ns1:pt x="65" y="8"/>
                  </ns1:cubicBezTo>
                  <ns1:cubicBezTo>
                    <ns1:pt x="117" y="20"/>
                    <ns1:pt x="117" y="20"/>
                    <ns1:pt x="117" y="20"/>
                  </ns1:cubicBezTo>
                  <ns1:cubicBezTo>
                    <ns1:pt x="119" y="21"/>
                    <ns1:pt x="120" y="22"/>
                    <ns1:pt x="120" y="24"/>
                  </ns1:cubicBezTo>
                  <ns1:cubicBezTo>
                    <ns1:pt x="120" y="26"/>
                    <ns1:pt x="119" y="27"/>
                    <ns1:pt x="117" y="28"/>
                  </ns1:cubicBezTo>
                  <ns1:lnTo>
                    <ns1:pt x="65" y="40"/>
                  </ns1:ln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33" name="Freeform 355"/>
            <ns0:cNvSpPr>
              <ns1:spLocks/>
            </ns0:cNvSpPr>
            <ns0:nvPr/>
          </ns0:nvSpPr>
          <ns0:spPr bwMode="auto">
            <ns1:xfrm>
              <ns1:off x="2741594" y="6181068"/>
              <ns1:ext cx="30163" cy="165100"/>
            </ns1:xfrm>
            <ns1:custGeom>
              <ns1:avLst/>
              <ns1:gdLst>
                <ns1:gd name="T0" fmla="*/ 0 w 8"/>
                <ns1:gd name="T1" fmla="*/ 4 h 44"/>
                <ns1:gd name="T2" fmla="*/ 0 w 8"/>
                <ns1:gd name="T3" fmla="*/ 40 h 44"/>
                <ns1:gd name="T4" fmla="*/ 4 w 8"/>
                <ns1:gd name="T5" fmla="*/ 44 h 44"/>
                <ns1:gd name="T6" fmla="*/ 8 w 8"/>
                <ns1:gd name="T7" fmla="*/ 40 h 44"/>
                <ns1:gd name="T8" fmla="*/ 8 w 8"/>
                <ns1:gd name="T9" fmla="*/ 4 h 44"/>
                <ns1:gd name="T10" fmla="*/ 4 w 8"/>
                <ns1:gd name="T11" fmla="*/ 0 h 44"/>
                <ns1:gd name="T12" fmla="*/ 0 w 8"/>
                <ns1:gd name="T13" fmla="*/ 4 h 44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</ns1:cxnLst>
              <ns1:rect l="0" t="0" r="r" b="b"/>
              <ns1:pathLst>
                <ns1:path w="8" h="44">
                  <ns1:moveTo>
                    <ns1:pt x="0" y="4"/>
                  </ns1:moveTo>
                  <ns1:cubicBezTo>
                    <ns1:pt x="0" y="40"/>
                    <ns1:pt x="0" y="40"/>
                    <ns1:pt x="0" y="40"/>
                  </ns1:cubicBezTo>
                  <ns1:cubicBezTo>
                    <ns1:pt x="0" y="42"/>
                    <ns1:pt x="2" y="44"/>
                    <ns1:pt x="4" y="44"/>
                  </ns1:cubicBezTo>
                  <ns1:cubicBezTo>
                    <ns1:pt x="6" y="44"/>
                    <ns1:pt x="8" y="42"/>
                    <ns1:pt x="8" y="40"/>
                  </ns1:cubicBezTo>
                  <ns1:cubicBezTo>
                    <ns1:pt x="8" y="4"/>
                    <ns1:pt x="8" y="4"/>
                    <ns1:pt x="8" y="4"/>
                  </ns1:cubicBezTo>
                  <ns1:cubicBezTo>
                    <ns1:pt x="8" y="2"/>
                    <ns1:pt x="6" y="0"/>
                    <ns1:pt x="4" y="0"/>
                  </ns1:cubicBezTo>
                  <ns1:cubicBezTo>
                    <ns1:pt x="2" y="0"/>
                    <ns1:pt x="0" y="2"/>
                    <ns1:pt x="0" y="4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34" name="Oval 356"/>
            <ns0:cNvSpPr>
              <ns1:spLocks noChangeArrowheads="1"/>
            </ns0:cNvSpPr>
            <ns0:nvPr/>
          </ns0:nvSpPr>
          <ns0:spPr bwMode="auto">
            <ns1:xfrm>
              <ns1:off x="2727307" y="6360456"/>
              <ns1:ext cx="60325" cy="90488"/>
            </ns1:xfrm>
            <ns1:prstGeom prst="ellipse">
              <ns1:avLst/>
            </ns1:pr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</ns0:grpSp>
      <ns0:grpSp>
        <ns0:nvGrpSpPr>
          <ns0:cNvPr id="35" name="Group 34"/>
          <ns0:cNvGrpSpPr/>
          <ns0:nvPr/>
        </ns0:nvGrpSpPr>
        <ns0:grpSpPr>
          <ns1:xfrm>
            <ns1:off x="4363312" y="2035552"/>
            <ns1:ext cx="484188" cy="301625"/>
            <ns1:chOff x="8308975" y="-595313"/>
            <ns1:chExt cx="484188" cy="301625"/>
          </ns1:xfrm>
          <ns1:solidFill>
            <ns1:schemeClr val="tx1"/>
          </ns1:solidFill>
        </ns0:grpSpPr>
        <ns0:sp>
          <ns0:nvSpPr>
            <ns0:cNvPr id="36" name="Freeform 10"/>
            <ns0:cNvSpPr>
              <ns1:spLocks noEditPoints="1"/>
            </ns0:cNvSpPr>
            <ns0:nvPr/>
          </ns0:nvSpPr>
          <ns0:spPr bwMode="auto">
            <ns1:xfrm>
              <ns1:off x="8308975" y="-595313"/>
              <ns1:ext cx="484188" cy="301625"/>
            </ns1:xfrm>
            <ns1:custGeom>
              <ns1:avLst/>
              <ns1:gdLst>
                <ns1:gd name="T0" fmla="*/ 128 w 128"/>
                <ns1:gd name="T1" fmla="*/ 39 h 80"/>
                <ns1:gd name="T2" fmla="*/ 128 w 128"/>
                <ns1:gd name="T3" fmla="*/ 39 h 80"/>
                <ns1:gd name="T4" fmla="*/ 127 w 128"/>
                <ns1:gd name="T5" fmla="*/ 38 h 80"/>
                <ns1:gd name="T6" fmla="*/ 127 w 128"/>
                <ns1:gd name="T7" fmla="*/ 38 h 80"/>
                <ns1:gd name="T8" fmla="*/ 64 w 128"/>
                <ns1:gd name="T9" fmla="*/ 0 h 80"/>
                <ns1:gd name="T10" fmla="*/ 0 w 128"/>
                <ns1:gd name="T11" fmla="*/ 38 h 80"/>
                <ns1:gd name="T12" fmla="*/ 0 w 128"/>
                <ns1:gd name="T13" fmla="*/ 38 h 80"/>
                <ns1:gd name="T14" fmla="*/ 0 w 128"/>
                <ns1:gd name="T15" fmla="*/ 39 h 80"/>
                <ns1:gd name="T16" fmla="*/ 0 w 128"/>
                <ns1:gd name="T17" fmla="*/ 39 h 80"/>
                <ns1:gd name="T18" fmla="*/ 0 w 128"/>
                <ns1:gd name="T19" fmla="*/ 40 h 80"/>
                <ns1:gd name="T20" fmla="*/ 0 w 128"/>
                <ns1:gd name="T21" fmla="*/ 41 h 80"/>
                <ns1:gd name="T22" fmla="*/ 0 w 128"/>
                <ns1:gd name="T23" fmla="*/ 41 h 80"/>
                <ns1:gd name="T24" fmla="*/ 0 w 128"/>
                <ns1:gd name="T25" fmla="*/ 42 h 80"/>
                <ns1:gd name="T26" fmla="*/ 0 w 128"/>
                <ns1:gd name="T27" fmla="*/ 42 h 80"/>
                <ns1:gd name="T28" fmla="*/ 64 w 128"/>
                <ns1:gd name="T29" fmla="*/ 80 h 80"/>
                <ns1:gd name="T30" fmla="*/ 127 w 128"/>
                <ns1:gd name="T31" fmla="*/ 42 h 80"/>
                <ns1:gd name="T32" fmla="*/ 127 w 128"/>
                <ns1:gd name="T33" fmla="*/ 42 h 80"/>
                <ns1:gd name="T34" fmla="*/ 128 w 128"/>
                <ns1:gd name="T35" fmla="*/ 41 h 80"/>
                <ns1:gd name="T36" fmla="*/ 128 w 128"/>
                <ns1:gd name="T37" fmla="*/ 41 h 80"/>
                <ns1:gd name="T38" fmla="*/ 128 w 128"/>
                <ns1:gd name="T39" fmla="*/ 40 h 80"/>
                <ns1:gd name="T40" fmla="*/ 128 w 128"/>
                <ns1:gd name="T41" fmla="*/ 39 h 80"/>
                <ns1:gd name="T42" fmla="*/ 64 w 128"/>
                <ns1:gd name="T43" fmla="*/ 72 h 80"/>
                <ns1:gd name="T44" fmla="*/ 9 w 128"/>
                <ns1:gd name="T45" fmla="*/ 40 h 80"/>
                <ns1:gd name="T46" fmla="*/ 64 w 128"/>
                <ns1:gd name="T47" fmla="*/ 8 h 80"/>
                <ns1:gd name="T48" fmla="*/ 119 w 128"/>
                <ns1:gd name="T49" fmla="*/ 40 h 80"/>
                <ns1:gd name="T50" fmla="*/ 64 w 128"/>
                <ns1:gd name="T51" fmla="*/ 72 h 80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  <ns1:cxn ang="0">
                  <ns1:pos x="T30" y="T31"/>
                </ns1:cxn>
                <ns1:cxn ang="0">
                  <ns1:pos x="T32" y="T33"/>
                </ns1:cxn>
                <ns1:cxn ang="0">
                  <ns1:pos x="T34" y="T35"/>
                </ns1:cxn>
                <ns1:cxn ang="0">
                  <ns1:pos x="T36" y="T37"/>
                </ns1:cxn>
                <ns1:cxn ang="0">
                  <ns1:pos x="T38" y="T39"/>
                </ns1:cxn>
                <ns1:cxn ang="0">
                  <ns1:pos x="T40" y="T41"/>
                </ns1:cxn>
                <ns1:cxn ang="0">
                  <ns1:pos x="T42" y="T43"/>
                </ns1:cxn>
                <ns1:cxn ang="0">
                  <ns1:pos x="T44" y="T45"/>
                </ns1:cxn>
                <ns1:cxn ang="0">
                  <ns1:pos x="T46" y="T47"/>
                </ns1:cxn>
                <ns1:cxn ang="0">
                  <ns1:pos x="T48" y="T49"/>
                </ns1:cxn>
                <ns1:cxn ang="0">
                  <ns1:pos x="T50" y="T51"/>
                </ns1:cxn>
              </ns1:cxnLst>
              <ns1:rect l="0" t="0" r="r" b="b"/>
              <ns1:pathLst>
                <ns1:path w="128" h="80">
                  <ns1:moveTo>
                    <ns1:pt x="128" y="39"/>
                  </ns1:moveTo>
                  <ns1:cubicBezTo>
                    <ns1:pt x="128" y="39"/>
                    <ns1:pt x="128" y="39"/>
                    <ns1:pt x="128" y="39"/>
                  </ns1:cubicBezTo>
                  <ns1:cubicBezTo>
                    <ns1:pt x="128" y="39"/>
                    <ns1:pt x="128" y="38"/>
                    <ns1:pt x="127" y="38"/>
                  </ns1:cubicBezTo>
                  <ns1:cubicBezTo>
                    <ns1:pt x="127" y="38"/>
                    <ns1:pt x="127" y="38"/>
                    <ns1:pt x="127" y="38"/>
                  </ns1:cubicBezTo>
                  <ns1:cubicBezTo>
                    <ns1:pt x="116" y="16"/>
                    <ns1:pt x="91" y="0"/>
                    <ns1:pt x="64" y="0"/>
                  </ns1:cubicBezTo>
                  <ns1:cubicBezTo>
                    <ns1:pt x="37" y="0"/>
                    <ns1:pt x="12" y="16"/>
                    <ns1:pt x="0" y="38"/>
                  </ns1:cubicBezTo>
                  <ns1:cubicBezTo>
                    <ns1:pt x="0" y="38"/>
                    <ns1:pt x="0" y="38"/>
                    <ns1:pt x="0" y="38"/>
                  </ns1:cubicBezTo>
                  <ns1:cubicBezTo>
                    <ns1:pt x="0" y="38"/>
                    <ns1:pt x="0" y="38"/>
                    <ns1:pt x="0" y="39"/>
                  </ns1:cubicBezTo>
                  <ns1:cubicBezTo>
                    <ns1:pt x="0" y="39"/>
                    <ns1:pt x="0" y="39"/>
                    <ns1:pt x="0" y="39"/>
                  </ns1:cubicBezTo>
                  <ns1:cubicBezTo>
                    <ns1:pt x="0" y="39"/>
                    <ns1:pt x="0" y="40"/>
                    <ns1:pt x="0" y="40"/>
                  </ns1:cubicBezTo>
                  <ns1:cubicBezTo>
                    <ns1:pt x="0" y="40"/>
                    <ns1:pt x="0" y="41"/>
                    <ns1:pt x="0" y="41"/>
                  </ns1:cubicBezTo>
                  <ns1:cubicBezTo>
                    <ns1:pt x="0" y="41"/>
                    <ns1:pt x="0" y="41"/>
                    <ns1:pt x="0" y="41"/>
                  </ns1:cubicBezTo>
                  <ns1:cubicBezTo>
                    <ns1:pt x="0" y="41"/>
                    <ns1:pt x="0" y="41"/>
                    <ns1:pt x="0" y="42"/>
                  </ns1:cubicBezTo>
                  <ns1:cubicBezTo>
                    <ns1:pt x="0" y="42"/>
                    <ns1:pt x="0" y="42"/>
                    <ns1:pt x="0" y="42"/>
                  </ns1:cubicBezTo>
                  <ns1:cubicBezTo>
                    <ns1:pt x="12" y="64"/>
                    <ns1:pt x="37" y="80"/>
                    <ns1:pt x="64" y="80"/>
                  </ns1:cubicBezTo>
                  <ns1:cubicBezTo>
                    <ns1:pt x="91" y="80"/>
                    <ns1:pt x="116" y="64"/>
                    <ns1:pt x="127" y="42"/>
                  </ns1:cubicBezTo>
                  <ns1:cubicBezTo>
                    <ns1:pt x="127" y="42"/>
                    <ns1:pt x="127" y="42"/>
                    <ns1:pt x="127" y="42"/>
                  </ns1:cubicBezTo>
                  <ns1:cubicBezTo>
                    <ns1:pt x="128" y="41"/>
                    <ns1:pt x="128" y="41"/>
                    <ns1:pt x="128" y="41"/>
                  </ns1:cubicBezTo>
                  <ns1:cubicBezTo>
                    <ns1:pt x="128" y="41"/>
                    <ns1:pt x="128" y="41"/>
                    <ns1:pt x="128" y="41"/>
                  </ns1:cubicBezTo>
                  <ns1:cubicBezTo>
                    <ns1:pt x="128" y="41"/>
                    <ns1:pt x="128" y="40"/>
                    <ns1:pt x="128" y="40"/>
                  </ns1:cubicBezTo>
                  <ns1:cubicBezTo>
                    <ns1:pt x="128" y="40"/>
                    <ns1:pt x="128" y="39"/>
                    <ns1:pt x="128" y="39"/>
                  </ns1:cubicBezTo>
                  <ns1:close/>
                  <ns1:moveTo>
                    <ns1:pt x="64" y="72"/>
                  </ns1:moveTo>
                  <ns1:cubicBezTo>
                    <ns1:pt x="41" y="72"/>
                    <ns1:pt x="19" y="59"/>
                    <ns1:pt x="9" y="40"/>
                  </ns1:cubicBezTo>
                  <ns1:cubicBezTo>
                    <ns1:pt x="20" y="21"/>
                    <ns1:pt x="41" y="8"/>
                    <ns1:pt x="64" y="8"/>
                  </ns1:cubicBezTo>
                  <ns1:cubicBezTo>
                    <ns1:pt x="86" y="8"/>
                    <ns1:pt x="108" y="21"/>
                    <ns1:pt x="119" y="40"/>
                  </ns1:cubicBezTo>
                  <ns1:cubicBezTo>
                    <ns1:pt x="108" y="59"/>
                    <ns1:pt x="86" y="72"/>
                    <ns1:pt x="64" y="72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37" name="Freeform 11"/>
            <ns0:cNvSpPr>
              <ns1:spLocks/>
            </ns0:cNvSpPr>
            <ns0:nvPr/>
          </ns0:nvSpPr>
          <ns0:spPr bwMode="auto">
            <ns1:xfrm>
              <ns1:off x="8491538" y="-504825"/>
              <ns1:ext cx="68263" cy="68263"/>
            </ns1:xfrm>
            <ns1:custGeom>
              <ns1:avLst/>
              <ns1:gdLst>
                <ns1:gd name="T0" fmla="*/ 16 w 18"/>
                <ns1:gd name="T1" fmla="*/ 0 h 18"/>
                <ns1:gd name="T2" fmla="*/ 16 w 18"/>
                <ns1:gd name="T3" fmla="*/ 0 h 18"/>
                <ns1:gd name="T4" fmla="*/ 0 w 18"/>
                <ns1:gd name="T5" fmla="*/ 16 h 18"/>
                <ns1:gd name="T6" fmla="*/ 2 w 18"/>
                <ns1:gd name="T7" fmla="*/ 18 h 18"/>
                <ns1:gd name="T8" fmla="*/ 4 w 18"/>
                <ns1:gd name="T9" fmla="*/ 16 h 18"/>
                <ns1:gd name="T10" fmla="*/ 16 w 18"/>
                <ns1:gd name="T11" fmla="*/ 4 h 18"/>
                <ns1:gd name="T12" fmla="*/ 16 w 18"/>
                <ns1:gd name="T13" fmla="*/ 4 h 18"/>
                <ns1:gd name="T14" fmla="*/ 18 w 18"/>
                <ns1:gd name="T15" fmla="*/ 2 h 18"/>
                <ns1:gd name="T16" fmla="*/ 16 w 18"/>
                <ns1:gd name="T17" fmla="*/ 0 h 18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</ns1:cxnLst>
              <ns1:rect l="0" t="0" r="r" b="b"/>
              <ns1:pathLst>
                <ns1:path w="18" h="18">
                  <ns1:moveTo>
                    <ns1:pt x="16" y="0"/>
                  </ns1:moveTo>
                  <ns1:cubicBezTo>
                    <ns1:pt x="16" y="0"/>
                    <ns1:pt x="16" y="0"/>
                    <ns1:pt x="16" y="0"/>
                  </ns1:cubicBezTo>
                  <ns1:cubicBezTo>
                    <ns1:pt x="7" y="0"/>
                    <ns1:pt x="0" y="7"/>
                    <ns1:pt x="0" y="16"/>
                  </ns1:cubicBezTo>
                  <ns1:cubicBezTo>
                    <ns1:pt x="0" y="17"/>
                    <ns1:pt x="1" y="18"/>
                    <ns1:pt x="2" y="18"/>
                  </ns1:cubicBezTo>
                  <ns1:cubicBezTo>
                    <ns1:pt x="3" y="18"/>
                    <ns1:pt x="4" y="17"/>
                    <ns1:pt x="4" y="16"/>
                  </ns1:cubicBezTo>
                  <ns1:cubicBezTo>
                    <ns1:pt x="4" y="9"/>
                    <ns1:pt x="9" y="4"/>
                    <ns1:pt x="16" y="4"/>
                  </ns1:cubicBezTo>
                  <ns1:cubicBezTo>
                    <ns1:pt x="16" y="4"/>
                    <ns1:pt x="16" y="4"/>
                    <ns1:pt x="16" y="4"/>
                  </ns1:cubicBezTo>
                  <ns1:cubicBezTo>
                    <ns1:pt x="17" y="4"/>
                    <ns1:pt x="18" y="3"/>
                    <ns1:pt x="18" y="2"/>
                  </ns1:cubicBezTo>
                  <ns1:cubicBezTo>
                    <ns1:pt x="18" y="1"/>
                    <ns1:pt x="17" y="0"/>
                    <ns1:pt x="16" y="0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38" name="Freeform 12"/>
            <ns0:cNvSpPr>
              <ns1:spLocks noEditPoints="1"/>
            </ns0:cNvSpPr>
            <ns0:nvPr/>
          </ns0:nvSpPr>
          <ns0:spPr bwMode="auto">
            <ns1:xfrm>
              <ns1:off x="8445500" y="-549275"/>
              <ns1:ext cx="211138" cy="209550"/>
            </ns1:xfrm>
            <ns1:custGeom>
              <ns1:avLst/>
              <ns1:gdLst>
                <ns1:gd name="T0" fmla="*/ 28 w 56"/>
                <ns1:gd name="T1" fmla="*/ 0 h 56"/>
                <ns1:gd name="T2" fmla="*/ 0 w 56"/>
                <ns1:gd name="T3" fmla="*/ 28 h 56"/>
                <ns1:gd name="T4" fmla="*/ 28 w 56"/>
                <ns1:gd name="T5" fmla="*/ 56 h 56"/>
                <ns1:gd name="T6" fmla="*/ 56 w 56"/>
                <ns1:gd name="T7" fmla="*/ 28 h 56"/>
                <ns1:gd name="T8" fmla="*/ 28 w 56"/>
                <ns1:gd name="T9" fmla="*/ 0 h 56"/>
                <ns1:gd name="T10" fmla="*/ 28 w 56"/>
                <ns1:gd name="T11" fmla="*/ 52 h 56"/>
                <ns1:gd name="T12" fmla="*/ 4 w 56"/>
                <ns1:gd name="T13" fmla="*/ 28 h 56"/>
                <ns1:gd name="T14" fmla="*/ 28 w 56"/>
                <ns1:gd name="T15" fmla="*/ 4 h 56"/>
                <ns1:gd name="T16" fmla="*/ 52 w 56"/>
                <ns1:gd name="T17" fmla="*/ 28 h 56"/>
                <ns1:gd name="T18" fmla="*/ 28 w 56"/>
                <ns1:gd name="T19" fmla="*/ 52 h 56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</ns1:cxnLst>
              <ns1:rect l="0" t="0" r="r" b="b"/>
              <ns1:pathLst>
                <ns1:path w="56" h="56">
                  <ns1:moveTo>
                    <ns1:pt x="28" y="0"/>
                  </ns1:moveTo>
                  <ns1:cubicBezTo>
                    <ns1:pt x="12" y="0"/>
                    <ns1:pt x="0" y="13"/>
                    <ns1:pt x="0" y="28"/>
                  </ns1:cubicBezTo>
                  <ns1:cubicBezTo>
                    <ns1:pt x="0" y="43"/>
                    <ns1:pt x="12" y="56"/>
                    <ns1:pt x="28" y="56"/>
                  </ns1:cubicBezTo>
                  <ns1:cubicBezTo>
                    <ns1:pt x="43" y="56"/>
                    <ns1:pt x="56" y="43"/>
                    <ns1:pt x="56" y="28"/>
                  </ns1:cubicBezTo>
                  <ns1:cubicBezTo>
                    <ns1:pt x="56" y="13"/>
                    <ns1:pt x="43" y="0"/>
                    <ns1:pt x="28" y="0"/>
                  </ns1:cubicBezTo>
                  <ns1:close/>
                  <ns1:moveTo>
                    <ns1:pt x="28" y="52"/>
                  </ns1:moveTo>
                  <ns1:cubicBezTo>
                    <ns1:pt x="15" y="52"/>
                    <ns1:pt x="4" y="41"/>
                    <ns1:pt x="4" y="28"/>
                  </ns1:cubicBezTo>
                  <ns1:cubicBezTo>
                    <ns1:pt x="4" y="15"/>
                    <ns1:pt x="15" y="4"/>
                    <ns1:pt x="28" y="4"/>
                  </ns1:cubicBezTo>
                  <ns1:cubicBezTo>
                    <ns1:pt x="41" y="4"/>
                    <ns1:pt x="52" y="15"/>
                    <ns1:pt x="52" y="28"/>
                  </ns1:cubicBezTo>
                  <ns1:cubicBezTo>
                    <ns1:pt x="52" y="41"/>
                    <ns1:pt x="41" y="52"/>
                    <ns1:pt x="28" y="52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</ns0:grpSp>
      <ns0:grpSp>
        <ns0:nvGrpSpPr>
          <ns0:cNvPr id="39" name="Group 38"/>
          <ns0:cNvGrpSpPr/>
          <ns0:nvPr/>
        </ns0:nvGrpSpPr>
        <ns0:grpSpPr>
          <ns1:xfrm>
            <ns1:off x="2233402" y="1945436"/>
            <ns1:ext cx="483505" cy="481854"/>
            <ns1:chOff x="8588375" y="100013"/>
            <ns1:chExt cx="930276" cy="927101"/>
          </ns1:xfrm>
          <ns1:solidFill>
            <ns1:schemeClr val="tx1"/>
          </ns1:solidFill>
        </ns0:grpSpPr>
        <ns0:sp>
          <ns0:nvSpPr>
            <ns0:cNvPr id="40" name="Freeform 16"/>
            <ns0:cNvSpPr>
              <ns1:spLocks/>
            </ns0:cNvSpPr>
            <ns0:nvPr/>
          </ns0:nvSpPr>
          <ns0:spPr bwMode="auto">
            <ns1:xfrm>
              <ns1:off x="8921750" y="187326"/>
              <ns1:ext cx="509588" cy="504825"/>
            </ns1:xfrm>
            <ns1:custGeom>
              <ns1:avLst/>
              <ns1:gdLst>
                <ns1:gd name="T0" fmla="*/ 7 w 134"/>
                <ns1:gd name="T1" fmla="*/ 133 h 133"/>
                <ns1:gd name="T2" fmla="*/ 3 w 134"/>
                <ns1:gd name="T3" fmla="*/ 131 h 133"/>
                <ns1:gd name="T4" fmla="*/ 3 w 134"/>
                <ns1:gd name="T5" fmla="*/ 123 h 133"/>
                <ns1:gd name="T6" fmla="*/ 123 w 134"/>
                <ns1:gd name="T7" fmla="*/ 3 h 133"/>
                <ns1:gd name="T8" fmla="*/ 131 w 134"/>
                <ns1:gd name="T9" fmla="*/ 3 h 133"/>
                <ns1:gd name="T10" fmla="*/ 131 w 134"/>
                <ns1:gd name="T11" fmla="*/ 11 h 133"/>
                <ns1:gd name="T12" fmla="*/ 11 w 134"/>
                <ns1:gd name="T13" fmla="*/ 131 h 133"/>
                <ns1:gd name="T14" fmla="*/ 7 w 134"/>
                <ns1:gd name="T15" fmla="*/ 133 h 133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</ns1:cxnLst>
              <ns1:rect l="0" t="0" r="r" b="b"/>
              <ns1:pathLst>
                <ns1:path w="134" h="133">
                  <ns1:moveTo>
                    <ns1:pt x="7" y="133"/>
                  </ns1:moveTo>
                  <ns1:cubicBezTo>
                    <ns1:pt x="5" y="133"/>
                    <ns1:pt x="4" y="132"/>
                    <ns1:pt x="3" y="131"/>
                  </ns1:cubicBezTo>
                  <ns1:cubicBezTo>
                    <ns1:pt x="0" y="129"/>
                    <ns1:pt x="0" y="125"/>
                    <ns1:pt x="3" y="123"/>
                  </ns1:cubicBezTo>
                  <ns1:cubicBezTo>
                    <ns1:pt x="123" y="3"/>
                    <ns1:pt x="123" y="3"/>
                    <ns1:pt x="123" y="3"/>
                  </ns1:cubicBezTo>
                  <ns1:cubicBezTo>
                    <ns1:pt x="125" y="0"/>
                    <ns1:pt x="129" y="0"/>
                    <ns1:pt x="131" y="3"/>
                  </ns1:cubicBezTo>
                  <ns1:cubicBezTo>
                    <ns1:pt x="134" y="5"/>
                    <ns1:pt x="134" y="9"/>
                    <ns1:pt x="131" y="11"/>
                  </ns1:cubicBezTo>
                  <ns1:cubicBezTo>
                    <ns1:pt x="11" y="131"/>
                    <ns1:pt x="11" y="131"/>
                    <ns1:pt x="11" y="131"/>
                  </ns1:cubicBezTo>
                  <ns1:cubicBezTo>
                    <ns1:pt x="10" y="132"/>
                    <ns1:pt x="9" y="133"/>
                    <ns1:pt x="7" y="133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41" name="Freeform 17"/>
            <ns0:cNvSpPr>
              <ns1:spLocks noEditPoints="1"/>
            </ns0:cNvSpPr>
            <ns0:nvPr/>
          </ns0:nvSpPr>
          <ns0:spPr bwMode="auto">
            <ns1:xfrm>
              <ns1:off x="9164638" y="100013"/>
              <ns1:ext cx="354013" cy="346075"/>
            </ns1:xfrm>
            <ns1:custGeom>
              <ns1:avLst/>
              <ns1:gdLst>
                <ns1:gd name="T0" fmla="*/ 41 w 93"/>
                <ns1:gd name="T1" fmla="*/ 91 h 91"/>
                <ns1:gd name="T2" fmla="*/ 15 w 93"/>
                <ns1:gd name="T3" fmla="*/ 78 h 91"/>
                <ns1:gd name="T4" fmla="*/ 3 w 93"/>
                <ns1:gd name="T5" fmla="*/ 46 h 91"/>
                <ns1:gd name="T6" fmla="*/ 61 w 93"/>
                <ns1:gd name="T7" fmla="*/ 0 h 91"/>
                <ns1:gd name="T8" fmla="*/ 67 w 93"/>
                <ns1:gd name="T9" fmla="*/ 1 h 91"/>
                <ns1:gd name="T10" fmla="*/ 69 w 93"/>
                <ns1:gd name="T11" fmla="*/ 6 h 91"/>
                <ns1:gd name="T12" fmla="*/ 69 w 93"/>
                <ns1:gd name="T13" fmla="*/ 24 h 91"/>
                <ns1:gd name="T14" fmla="*/ 87 w 93"/>
                <ns1:gd name="T15" fmla="*/ 24 h 91"/>
                <ns1:gd name="T16" fmla="*/ 92 w 93"/>
                <ns1:gd name="T17" fmla="*/ 26 h 91"/>
                <ns1:gd name="T18" fmla="*/ 93 w 93"/>
                <ns1:gd name="T19" fmla="*/ 32 h 91"/>
                <ns1:gd name="T20" fmla="*/ 41 w 93"/>
                <ns1:gd name="T21" fmla="*/ 91 h 91"/>
                <ns1:gd name="T22" fmla="*/ 57 w 93"/>
                <ns1:gd name="T23" fmla="*/ 15 h 91"/>
                <ns1:gd name="T24" fmla="*/ 15 w 93"/>
                <ns1:gd name="T25" fmla="*/ 48 h 91"/>
                <ns1:gd name="T26" fmla="*/ 23 w 93"/>
                <ns1:gd name="T27" fmla="*/ 70 h 91"/>
                <ns1:gd name="T28" fmla="*/ 41 w 93"/>
                <ns1:gd name="T29" fmla="*/ 79 h 91"/>
                <ns1:gd name="T30" fmla="*/ 78 w 93"/>
                <ns1:gd name="T31" fmla="*/ 36 h 91"/>
                <ns1:gd name="T32" fmla="*/ 63 w 93"/>
                <ns1:gd name="T33" fmla="*/ 36 h 91"/>
                <ns1:gd name="T34" fmla="*/ 57 w 93"/>
                <ns1:gd name="T35" fmla="*/ 30 h 91"/>
                <ns1:gd name="T36" fmla="*/ 57 w 93"/>
                <ns1:gd name="T37" fmla="*/ 15 h 91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  <ns1:cxn ang="0">
                  <ns1:pos x="T30" y="T31"/>
                </ns1:cxn>
                <ns1:cxn ang="0">
                  <ns1:pos x="T32" y="T33"/>
                </ns1:cxn>
                <ns1:cxn ang="0">
                  <ns1:pos x="T34" y="T35"/>
                </ns1:cxn>
                <ns1:cxn ang="0">
                  <ns1:pos x="T36" y="T37"/>
                </ns1:cxn>
              </ns1:cxnLst>
              <ns1:rect l="0" t="0" r="r" b="b"/>
              <ns1:pathLst>
                <ns1:path w="93" h="91">
                  <ns1:moveTo>
                    <ns1:pt x="41" y="91"/>
                  </ns1:moveTo>
                  <ns1:cubicBezTo>
                    <ns1:pt x="32" y="91"/>
                    <ns1:pt x="23" y="87"/>
                    <ns1:pt x="15" y="78"/>
                  </ns1:cubicBezTo>
                  <ns1:cubicBezTo>
                    <ns1:pt x="4" y="68"/>
                    <ns1:pt x="0" y="57"/>
                    <ns1:pt x="3" y="46"/>
                  </ns1:cubicBezTo>
                  <ns1:cubicBezTo>
                    <ns1:pt x="9" y="18"/>
                    <ns1:pt x="56" y="2"/>
                    <ns1:pt x="61" y="0"/>
                  </ns1:cubicBezTo>
                  <ns1:cubicBezTo>
                    <ns1:pt x="63" y="0"/>
                    <ns1:pt x="65" y="0"/>
                    <ns1:pt x="67" y="1"/>
                  </ns1:cubicBezTo>
                  <ns1:cubicBezTo>
                    <ns1:pt x="68" y="2"/>
                    <ns1:pt x="69" y="4"/>
                    <ns1:pt x="69" y="6"/>
                  </ns1:cubicBezTo>
                  <ns1:cubicBezTo>
                    <ns1:pt x="69" y="24"/>
                    <ns1:pt x="69" y="24"/>
                    <ns1:pt x="69" y="24"/>
                  </ns1:cubicBezTo>
                  <ns1:cubicBezTo>
                    <ns1:pt x="87" y="24"/>
                    <ns1:pt x="87" y="24"/>
                    <ns1:pt x="87" y="24"/>
                  </ns1:cubicBezTo>
                  <ns1:cubicBezTo>
                    <ns1:pt x="89" y="24"/>
                    <ns1:pt x="91" y="25"/>
                    <ns1:pt x="92" y="26"/>
                  </ns1:cubicBezTo>
                  <ns1:cubicBezTo>
                    <ns1:pt x="93" y="28"/>
                    <ns1:pt x="93" y="30"/>
                    <ns1:pt x="93" y="32"/>
                  </ns1:cubicBezTo>
                  <ns1:cubicBezTo>
                    <ns1:pt x="91" y="38"/>
                    <ns1:pt x="72" y="91"/>
                    <ns1:pt x="41" y="91"/>
                  </ns1:cubicBezTo>
                  <ns1:close/>
                  <ns1:moveTo>
                    <ns1:pt x="57" y="15"/>
                  </ns1:moveTo>
                  <ns1:cubicBezTo>
                    <ns1:pt x="42" y="21"/>
                    <ns1:pt x="18" y="33"/>
                    <ns1:pt x="15" y="48"/>
                  </ns1:cubicBezTo>
                  <ns1:cubicBezTo>
                    <ns1:pt x="13" y="55"/>
                    <ns1:pt x="16" y="62"/>
                    <ns1:pt x="23" y="70"/>
                  </ns1:cubicBezTo>
                  <ns1:cubicBezTo>
                    <ns1:pt x="29" y="76"/>
                    <ns1:pt x="35" y="79"/>
                    <ns1:pt x="41" y="79"/>
                  </ns1:cubicBezTo>
                  <ns1:cubicBezTo>
                    <ns1:pt x="57" y="79"/>
                    <ns1:pt x="72" y="53"/>
                    <ns1:pt x="78" y="36"/>
                  </ns1:cubicBezTo>
                  <ns1:cubicBezTo>
                    <ns1:pt x="63" y="36"/>
                    <ns1:pt x="63" y="36"/>
                    <ns1:pt x="63" y="36"/>
                  </ns1:cubicBezTo>
                  <ns1:cubicBezTo>
                    <ns1:pt x="60" y="36"/>
                    <ns1:pt x="57" y="33"/>
                    <ns1:pt x="57" y="30"/>
                  </ns1:cubicBezTo>
                  <ns1:lnTo>
                    <ns1:pt x="57" y="15"/>
                  </ns1:ln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42" name="Freeform 18"/>
            <ns0:cNvSpPr>
              <ns1:spLocks/>
            </ns0:cNvSpPr>
            <ns0:nvPr/>
          </ns0:nvSpPr>
          <ns0:spPr bwMode="auto">
            <ns1:xfrm>
              <ns1:off x="9290050" y="142876"/>
              <ns1:ext cx="46038" cy="185738"/>
            </ns1:xfrm>
            <ns1:custGeom>
              <ns1:avLst/>
              <ns1:gdLst>
                <ns1:gd name="T0" fmla="*/ 6 w 12"/>
                <ns1:gd name="T1" fmla="*/ 49 h 49"/>
                <ns1:gd name="T2" fmla="*/ 0 w 12"/>
                <ns1:gd name="T3" fmla="*/ 43 h 49"/>
                <ns1:gd name="T4" fmla="*/ 0 w 12"/>
                <ns1:gd name="T5" fmla="*/ 6 h 49"/>
                <ns1:gd name="T6" fmla="*/ 6 w 12"/>
                <ns1:gd name="T7" fmla="*/ 0 h 49"/>
                <ns1:gd name="T8" fmla="*/ 12 w 12"/>
                <ns1:gd name="T9" fmla="*/ 6 h 49"/>
                <ns1:gd name="T10" fmla="*/ 12 w 12"/>
                <ns1:gd name="T11" fmla="*/ 43 h 49"/>
                <ns1:gd name="T12" fmla="*/ 6 w 12"/>
                <ns1:gd name="T13" fmla="*/ 49 h 49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</ns1:cxnLst>
              <ns1:rect l="0" t="0" r="r" b="b"/>
              <ns1:pathLst>
                <ns1:path w="12" h="49">
                  <ns1:moveTo>
                    <ns1:pt x="6" y="49"/>
                  </ns1:moveTo>
                  <ns1:cubicBezTo>
                    <ns1:pt x="3" y="49"/>
                    <ns1:pt x="0" y="46"/>
                    <ns1:pt x="0" y="43"/>
                  </ns1:cubicBezTo>
                  <ns1:cubicBezTo>
                    <ns1:pt x="0" y="6"/>
                    <ns1:pt x="0" y="6"/>
                    <ns1:pt x="0" y="6"/>
                  </ns1:cubicBezTo>
                  <ns1:cubicBezTo>
                    <ns1:pt x="0" y="2"/>
                    <ns1:pt x="3" y="0"/>
                    <ns1:pt x="6" y="0"/>
                  </ns1:cubicBezTo>
                  <ns1:cubicBezTo>
                    <ns1:pt x="9" y="0"/>
                    <ns1:pt x="12" y="2"/>
                    <ns1:pt x="12" y="6"/>
                  </ns1:cubicBezTo>
                  <ns1:cubicBezTo>
                    <ns1:pt x="12" y="43"/>
                    <ns1:pt x="12" y="43"/>
                    <ns1:pt x="12" y="43"/>
                  </ns1:cubicBezTo>
                  <ns1:cubicBezTo>
                    <ns1:pt x="12" y="46"/>
                    <ns1:pt x="9" y="49"/>
                    <ns1:pt x="6" y="49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43" name="Freeform 19"/>
            <ns0:cNvSpPr>
              <ns1:spLocks/>
            </ns0:cNvSpPr>
            <ns0:nvPr/>
          </ns0:nvSpPr>
          <ns0:spPr bwMode="auto">
            <ns1:xfrm>
              <ns1:off x="8588375" y="882651"/>
              <ns1:ext cx="147638" cy="144463"/>
            </ns1:xfrm>
            <ns1:custGeom>
              <ns1:avLst/>
              <ns1:gdLst>
                <ns1:gd name="T0" fmla="*/ 7 w 39"/>
                <ns1:gd name="T1" fmla="*/ 38 h 38"/>
                <ns1:gd name="T2" fmla="*/ 3 w 39"/>
                <ns1:gd name="T3" fmla="*/ 36 h 38"/>
                <ns1:gd name="T4" fmla="*/ 3 w 39"/>
                <ns1:gd name="T5" fmla="*/ 28 h 38"/>
                <ns1:gd name="T6" fmla="*/ 29 w 39"/>
                <ns1:gd name="T7" fmla="*/ 2 h 38"/>
                <ns1:gd name="T8" fmla="*/ 37 w 39"/>
                <ns1:gd name="T9" fmla="*/ 2 h 38"/>
                <ns1:gd name="T10" fmla="*/ 37 w 39"/>
                <ns1:gd name="T11" fmla="*/ 10 h 38"/>
                <ns1:gd name="T12" fmla="*/ 11 w 39"/>
                <ns1:gd name="T13" fmla="*/ 36 h 38"/>
                <ns1:gd name="T14" fmla="*/ 7 w 39"/>
                <ns1:gd name="T15" fmla="*/ 38 h 38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</ns1:cxnLst>
              <ns1:rect l="0" t="0" r="r" b="b"/>
              <ns1:pathLst>
                <ns1:path w="39" h="38">
                  <ns1:moveTo>
                    <ns1:pt x="7" y="38"/>
                  </ns1:moveTo>
                  <ns1:cubicBezTo>
                    <ns1:pt x="5" y="38"/>
                    <ns1:pt x="4" y="37"/>
                    <ns1:pt x="3" y="36"/>
                  </ns1:cubicBezTo>
                  <ns1:cubicBezTo>
                    <ns1:pt x="0" y="34"/>
                    <ns1:pt x="0" y="30"/>
                    <ns1:pt x="3" y="28"/>
                  </ns1:cubicBezTo>
                  <ns1:cubicBezTo>
                    <ns1:pt x="29" y="2"/>
                    <ns1:pt x="29" y="2"/>
                    <ns1:pt x="29" y="2"/>
                  </ns1:cubicBezTo>
                  <ns1:cubicBezTo>
                    <ns1:pt x="31" y="0"/>
                    <ns1:pt x="35" y="0"/>
                    <ns1:pt x="37" y="2"/>
                  </ns1:cubicBezTo>
                  <ns1:cubicBezTo>
                    <ns1:pt x="39" y="4"/>
                    <ns1:pt x="39" y="8"/>
                    <ns1:pt x="37" y="10"/>
                  </ns1:cubicBezTo>
                  <ns1:cubicBezTo>
                    <ns1:pt x="11" y="36"/>
                    <ns1:pt x="11" y="36"/>
                    <ns1:pt x="11" y="36"/>
                  </ns1:cubicBezTo>
                  <ns1:cubicBezTo>
                    <ns1:pt x="10" y="37"/>
                    <ns1:pt x="9" y="38"/>
                    <ns1:pt x="7" y="38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44" name="Freeform 20"/>
            <ns0:cNvSpPr>
              <ns1:spLocks/>
            </ns0:cNvSpPr>
            <ns0:nvPr/>
          </ns0:nvSpPr>
          <ns0:spPr bwMode="auto">
            <ns1:xfrm>
              <ns1:off x="9161463" y="882651"/>
              <ns1:ext cx="147638" cy="144463"/>
            </ns1:xfrm>
            <ns1:custGeom>
              <ns1:avLst/>
              <ns1:gdLst>
                <ns1:gd name="T0" fmla="*/ 32 w 39"/>
                <ns1:gd name="T1" fmla="*/ 38 h 38"/>
                <ns1:gd name="T2" fmla="*/ 28 w 39"/>
                <ns1:gd name="T3" fmla="*/ 36 h 38"/>
                <ns1:gd name="T4" fmla="*/ 2 w 39"/>
                <ns1:gd name="T5" fmla="*/ 10 h 38"/>
                <ns1:gd name="T6" fmla="*/ 2 w 39"/>
                <ns1:gd name="T7" fmla="*/ 2 h 38"/>
                <ns1:gd name="T8" fmla="*/ 10 w 39"/>
                <ns1:gd name="T9" fmla="*/ 2 h 38"/>
                <ns1:gd name="T10" fmla="*/ 36 w 39"/>
                <ns1:gd name="T11" fmla="*/ 28 h 38"/>
                <ns1:gd name="T12" fmla="*/ 36 w 39"/>
                <ns1:gd name="T13" fmla="*/ 36 h 38"/>
                <ns1:gd name="T14" fmla="*/ 32 w 39"/>
                <ns1:gd name="T15" fmla="*/ 38 h 38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</ns1:cxnLst>
              <ns1:rect l="0" t="0" r="r" b="b"/>
              <ns1:pathLst>
                <ns1:path w="39" h="38">
                  <ns1:moveTo>
                    <ns1:pt x="32" y="38"/>
                  </ns1:moveTo>
                  <ns1:cubicBezTo>
                    <ns1:pt x="30" y="38"/>
                    <ns1:pt x="29" y="37"/>
                    <ns1:pt x="28" y="36"/>
                  </ns1:cubicBezTo>
                  <ns1:cubicBezTo>
                    <ns1:pt x="2" y="10"/>
                    <ns1:pt x="2" y="10"/>
                    <ns1:pt x="2" y="10"/>
                  </ns1:cubicBezTo>
                  <ns1:cubicBezTo>
                    <ns1:pt x="0" y="8"/>
                    <ns1:pt x="0" y="4"/>
                    <ns1:pt x="2" y="2"/>
                  </ns1:cubicBezTo>
                  <ns1:cubicBezTo>
                    <ns1:pt x="4" y="0"/>
                    <ns1:pt x="8" y="0"/>
                    <ns1:pt x="10" y="2"/>
                  </ns1:cubicBezTo>
                  <ns1:cubicBezTo>
                    <ns1:pt x="36" y="28"/>
                    <ns1:pt x="36" y="28"/>
                    <ns1:pt x="36" y="28"/>
                  </ns1:cubicBezTo>
                  <ns1:cubicBezTo>
                    <ns1:pt x="39" y="30"/>
                    <ns1:pt x="39" y="34"/>
                    <ns1:pt x="36" y="36"/>
                  </ns1:cubicBezTo>
                  <ns1:cubicBezTo>
                    <ns1:pt x="35" y="37"/>
                    <ns1:pt x="34" y="38"/>
                    <ns1:pt x="32" y="38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45" name="Freeform 21"/>
            <ns0:cNvSpPr>
              <ns1:spLocks noEditPoints="1"/>
            </ns0:cNvSpPr>
            <ns0:nvPr/>
          </ns0:nvSpPr>
          <ns0:spPr bwMode="auto">
            <ns1:xfrm>
              <ns1:off x="8591550" y="312738"/>
              <ns1:ext cx="714375" cy="714375"/>
            </ns1:xfrm>
            <ns1:custGeom>
              <ns1:avLst/>
              <ns1:gdLst>
                <ns1:gd name="T0" fmla="*/ 94 w 188"/>
                <ns1:gd name="T1" fmla="*/ 188 h 188"/>
                <ns1:gd name="T2" fmla="*/ 0 w 188"/>
                <ns1:gd name="T3" fmla="*/ 94 h 188"/>
                <ns1:gd name="T4" fmla="*/ 94 w 188"/>
                <ns1:gd name="T5" fmla="*/ 0 h 188"/>
                <ns1:gd name="T6" fmla="*/ 188 w 188"/>
                <ns1:gd name="T7" fmla="*/ 94 h 188"/>
                <ns1:gd name="T8" fmla="*/ 94 w 188"/>
                <ns1:gd name="T9" fmla="*/ 188 h 188"/>
                <ns1:gd name="T10" fmla="*/ 94 w 188"/>
                <ns1:gd name="T11" fmla="*/ 12 h 188"/>
                <ns1:gd name="T12" fmla="*/ 12 w 188"/>
                <ns1:gd name="T13" fmla="*/ 94 h 188"/>
                <ns1:gd name="T14" fmla="*/ 94 w 188"/>
                <ns1:gd name="T15" fmla="*/ 176 h 188"/>
                <ns1:gd name="T16" fmla="*/ 176 w 188"/>
                <ns1:gd name="T17" fmla="*/ 94 h 188"/>
                <ns1:gd name="T18" fmla="*/ 94 w 188"/>
                <ns1:gd name="T19" fmla="*/ 12 h 188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</ns1:cxnLst>
              <ns1:rect l="0" t="0" r="r" b="b"/>
              <ns1:pathLst>
                <ns1:path w="188" h="188">
                  <ns1:moveTo>
                    <ns1:pt x="94" y="188"/>
                  </ns1:moveTo>
                  <ns1:cubicBezTo>
                    <ns1:pt x="42" y="188"/>
                    <ns1:pt x="0" y="146"/>
                    <ns1:pt x="0" y="94"/>
                  </ns1:cubicBezTo>
                  <ns1:cubicBezTo>
                    <ns1:pt x="0" y="42"/>
                    <ns1:pt x="42" y="0"/>
                    <ns1:pt x="94" y="0"/>
                  </ns1:cubicBezTo>
                  <ns1:cubicBezTo>
                    <ns1:pt x="146" y="0"/>
                    <ns1:pt x="188" y="42"/>
                    <ns1:pt x="188" y="94"/>
                  </ns1:cubicBezTo>
                  <ns1:cubicBezTo>
                    <ns1:pt x="188" y="146"/>
                    <ns1:pt x="146" y="188"/>
                    <ns1:pt x="94" y="188"/>
                  </ns1:cubicBezTo>
                  <ns1:close/>
                  <ns1:moveTo>
                    <ns1:pt x="94" y="12"/>
                  </ns1:moveTo>
                  <ns1:cubicBezTo>
                    <ns1:pt x="49" y="12"/>
                    <ns1:pt x="12" y="49"/>
                    <ns1:pt x="12" y="94"/>
                  </ns1:cubicBezTo>
                  <ns1:cubicBezTo>
                    <ns1:pt x="12" y="139"/>
                    <ns1:pt x="49" y="176"/>
                    <ns1:pt x="94" y="176"/>
                  </ns1:cubicBezTo>
                  <ns1:cubicBezTo>
                    <ns1:pt x="139" y="176"/>
                    <ns1:pt x="176" y="139"/>
                    <ns1:pt x="176" y="94"/>
                  </ns1:cubicBezTo>
                  <ns1:cubicBezTo>
                    <ns1:pt x="176" y="49"/>
                    <ns1:pt x="139" y="12"/>
                    <ns1:pt x="94" y="12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46" name="Freeform 22"/>
            <ns0:cNvSpPr>
              <ns1:spLocks noEditPoints="1"/>
            </ns0:cNvSpPr>
            <ns0:nvPr/>
          </ns0:nvSpPr>
          <ns0:spPr bwMode="auto">
            <ns1:xfrm>
              <ns1:off x="8713788" y="434976"/>
              <ns1:ext cx="469900" cy="469900"/>
            </ns1:xfrm>
            <ns1:custGeom>
              <ns1:avLst/>
              <ns1:gdLst>
                <ns1:gd name="T0" fmla="*/ 62 w 124"/>
                <ns1:gd name="T1" fmla="*/ 124 h 124"/>
                <ns1:gd name="T2" fmla="*/ 0 w 124"/>
                <ns1:gd name="T3" fmla="*/ 62 h 124"/>
                <ns1:gd name="T4" fmla="*/ 62 w 124"/>
                <ns1:gd name="T5" fmla="*/ 0 h 124"/>
                <ns1:gd name="T6" fmla="*/ 124 w 124"/>
                <ns1:gd name="T7" fmla="*/ 62 h 124"/>
                <ns1:gd name="T8" fmla="*/ 62 w 124"/>
                <ns1:gd name="T9" fmla="*/ 124 h 124"/>
                <ns1:gd name="T10" fmla="*/ 62 w 124"/>
                <ns1:gd name="T11" fmla="*/ 12 h 124"/>
                <ns1:gd name="T12" fmla="*/ 12 w 124"/>
                <ns1:gd name="T13" fmla="*/ 62 h 124"/>
                <ns1:gd name="T14" fmla="*/ 62 w 124"/>
                <ns1:gd name="T15" fmla="*/ 112 h 124"/>
                <ns1:gd name="T16" fmla="*/ 112 w 124"/>
                <ns1:gd name="T17" fmla="*/ 62 h 124"/>
                <ns1:gd name="T18" fmla="*/ 62 w 124"/>
                <ns1:gd name="T19" fmla="*/ 12 h 124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</ns1:cxnLst>
              <ns1:rect l="0" t="0" r="r" b="b"/>
              <ns1:pathLst>
                <ns1:path w="124" h="124">
                  <ns1:moveTo>
                    <ns1:pt x="62" y="124"/>
                  </ns1:moveTo>
                  <ns1:cubicBezTo>
                    <ns1:pt x="28" y="124"/>
                    <ns1:pt x="0" y="96"/>
                    <ns1:pt x="0" y="62"/>
                  </ns1:cubicBezTo>
                  <ns1:cubicBezTo>
                    <ns1:pt x="0" y="28"/>
                    <ns1:pt x="28" y="0"/>
                    <ns1:pt x="62" y="0"/>
                  </ns1:cubicBezTo>
                  <ns1:cubicBezTo>
                    <ns1:pt x="96" y="0"/>
                    <ns1:pt x="124" y="28"/>
                    <ns1:pt x="124" y="62"/>
                  </ns1:cubicBezTo>
                  <ns1:cubicBezTo>
                    <ns1:pt x="124" y="96"/>
                    <ns1:pt x="96" y="124"/>
                    <ns1:pt x="62" y="124"/>
                  </ns1:cubicBezTo>
                  <ns1:close/>
                  <ns1:moveTo>
                    <ns1:pt x="62" y="12"/>
                  </ns1:moveTo>
                  <ns1:cubicBezTo>
                    <ns1:pt x="34" y="12"/>
                    <ns1:pt x="12" y="34"/>
                    <ns1:pt x="12" y="62"/>
                  </ns1:cubicBezTo>
                  <ns1:cubicBezTo>
                    <ns1:pt x="12" y="90"/>
                    <ns1:pt x="34" y="112"/>
                    <ns1:pt x="62" y="112"/>
                  </ns1:cubicBezTo>
                  <ns1:cubicBezTo>
                    <ns1:pt x="90" y="112"/>
                    <ns1:pt x="112" y="90"/>
                    <ns1:pt x="112" y="62"/>
                  </ns1:cubicBezTo>
                  <ns1:cubicBezTo>
                    <ns1:pt x="112" y="34"/>
                    <ns1:pt x="90" y="12"/>
                    <ns1:pt x="62" y="12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47" name="Freeform 23"/>
            <ns0:cNvSpPr>
              <ns1:spLocks noEditPoints="1"/>
            </ns0:cNvSpPr>
            <ns0:nvPr/>
          </ns0:nvSpPr>
          <ns0:spPr bwMode="auto">
            <ns1:xfrm>
              <ns1:off x="8834438" y="555626"/>
              <ns1:ext cx="228600" cy="228600"/>
            </ns1:xfrm>
            <ns1:custGeom>
              <ns1:avLst/>
              <ns1:gdLst>
                <ns1:gd name="T0" fmla="*/ 30 w 60"/>
                <ns1:gd name="T1" fmla="*/ 60 h 60"/>
                <ns1:gd name="T2" fmla="*/ 0 w 60"/>
                <ns1:gd name="T3" fmla="*/ 30 h 60"/>
                <ns1:gd name="T4" fmla="*/ 30 w 60"/>
                <ns1:gd name="T5" fmla="*/ 0 h 60"/>
                <ns1:gd name="T6" fmla="*/ 60 w 60"/>
                <ns1:gd name="T7" fmla="*/ 30 h 60"/>
                <ns1:gd name="T8" fmla="*/ 30 w 60"/>
                <ns1:gd name="T9" fmla="*/ 60 h 60"/>
                <ns1:gd name="T10" fmla="*/ 30 w 60"/>
                <ns1:gd name="T11" fmla="*/ 12 h 60"/>
                <ns1:gd name="T12" fmla="*/ 12 w 60"/>
                <ns1:gd name="T13" fmla="*/ 30 h 60"/>
                <ns1:gd name="T14" fmla="*/ 30 w 60"/>
                <ns1:gd name="T15" fmla="*/ 48 h 60"/>
                <ns1:gd name="T16" fmla="*/ 48 w 60"/>
                <ns1:gd name="T17" fmla="*/ 30 h 60"/>
                <ns1:gd name="T18" fmla="*/ 30 w 60"/>
                <ns1:gd name="T19" fmla="*/ 12 h 60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</ns1:cxnLst>
              <ns1:rect l="0" t="0" r="r" b="b"/>
              <ns1:pathLst>
                <ns1:path w="60" h="60">
                  <ns1:moveTo>
                    <ns1:pt x="30" y="60"/>
                  </ns1:moveTo>
                  <ns1:cubicBezTo>
                    <ns1:pt x="13" y="60"/>
                    <ns1:pt x="0" y="47"/>
                    <ns1:pt x="0" y="30"/>
                  </ns1:cubicBezTo>
                  <ns1:cubicBezTo>
                    <ns1:pt x="0" y="13"/>
                    <ns1:pt x="13" y="0"/>
                    <ns1:pt x="30" y="0"/>
                  </ns1:cubicBezTo>
                  <ns1:cubicBezTo>
                    <ns1:pt x="47" y="0"/>
                    <ns1:pt x="60" y="13"/>
                    <ns1:pt x="60" y="30"/>
                  </ns1:cubicBezTo>
                  <ns1:cubicBezTo>
                    <ns1:pt x="60" y="47"/>
                    <ns1:pt x="47" y="60"/>
                    <ns1:pt x="30" y="60"/>
                  </ns1:cubicBezTo>
                  <ns1:close/>
                  <ns1:moveTo>
                    <ns1:pt x="30" y="12"/>
                  </ns1:moveTo>
                  <ns1:cubicBezTo>
                    <ns1:pt x="20" y="12"/>
                    <ns1:pt x="12" y="20"/>
                    <ns1:pt x="12" y="30"/>
                  </ns1:cubicBezTo>
                  <ns1:cubicBezTo>
                    <ns1:pt x="12" y="40"/>
                    <ns1:pt x="20" y="48"/>
                    <ns1:pt x="30" y="48"/>
                  </ns1:cubicBezTo>
                  <ns1:cubicBezTo>
                    <ns1:pt x="40" y="48"/>
                    <ns1:pt x="48" y="40"/>
                    <ns1:pt x="48" y="30"/>
                  </ns1:cubicBezTo>
                  <ns1:cubicBezTo>
                    <ns1:pt x="48" y="20"/>
                    <ns1:pt x="40" y="12"/>
                    <ns1:pt x="30" y="12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48" name="Freeform 24"/>
            <ns0:cNvSpPr>
              <ns1:spLocks noEditPoints="1"/>
            </ns0:cNvSpPr>
            <ns0:nvPr/>
          </ns0:nvSpPr>
          <ns0:spPr bwMode="auto">
            <ns1:xfrm>
              <ns1:off x="8910638" y="631826"/>
              <ns1:ext cx="76200" cy="76200"/>
            </ns1:xfrm>
            <ns1:custGeom>
              <ns1:avLst/>
              <ns1:gdLst>
                <ns1:gd name="T0" fmla="*/ 10 w 20"/>
                <ns1:gd name="T1" fmla="*/ 20 h 20"/>
                <ns1:gd name="T2" fmla="*/ 0 w 20"/>
                <ns1:gd name="T3" fmla="*/ 10 h 20"/>
                <ns1:gd name="T4" fmla="*/ 10 w 20"/>
                <ns1:gd name="T5" fmla="*/ 0 h 20"/>
                <ns1:gd name="T6" fmla="*/ 20 w 20"/>
                <ns1:gd name="T7" fmla="*/ 10 h 20"/>
                <ns1:gd name="T8" fmla="*/ 10 w 20"/>
                <ns1:gd name="T9" fmla="*/ 20 h 20"/>
                <ns1:gd name="T10" fmla="*/ 10 w 20"/>
                <ns1:gd name="T11" fmla="*/ 8 h 20"/>
                <ns1:gd name="T12" fmla="*/ 8 w 20"/>
                <ns1:gd name="T13" fmla="*/ 10 h 20"/>
                <ns1:gd name="T14" fmla="*/ 10 w 20"/>
                <ns1:gd name="T15" fmla="*/ 12 h 20"/>
                <ns1:gd name="T16" fmla="*/ 12 w 20"/>
                <ns1:gd name="T17" fmla="*/ 10 h 20"/>
                <ns1:gd name="T18" fmla="*/ 10 w 20"/>
                <ns1:gd name="T19" fmla="*/ 8 h 20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</ns1:cxnLst>
              <ns1:rect l="0" t="0" r="r" b="b"/>
              <ns1:pathLst>
                <ns1:path w="20" h="20">
                  <ns1:moveTo>
                    <ns1:pt x="10" y="20"/>
                  </ns1:moveTo>
                  <ns1:cubicBezTo>
                    <ns1:pt x="4" y="20"/>
                    <ns1:pt x="0" y="16"/>
                    <ns1:pt x="0" y="10"/>
                  </ns1:cubicBezTo>
                  <ns1:cubicBezTo>
                    <ns1:pt x="0" y="4"/>
                    <ns1:pt x="4" y="0"/>
                    <ns1:pt x="10" y="0"/>
                  </ns1:cubicBezTo>
                  <ns1:cubicBezTo>
                    <ns1:pt x="16" y="0"/>
                    <ns1:pt x="20" y="4"/>
                    <ns1:pt x="20" y="10"/>
                  </ns1:cubicBezTo>
                  <ns1:cubicBezTo>
                    <ns1:pt x="20" y="16"/>
                    <ns1:pt x="16" y="20"/>
                    <ns1:pt x="10" y="20"/>
                  </ns1:cubicBezTo>
                  <ns1:close/>
                  <ns1:moveTo>
                    <ns1:pt x="10" y="8"/>
                  </ns1:moveTo>
                  <ns1:cubicBezTo>
                    <ns1:pt x="9" y="8"/>
                    <ns1:pt x="8" y="9"/>
                    <ns1:pt x="8" y="10"/>
                  </ns1:cubicBezTo>
                  <ns1:cubicBezTo>
                    <ns1:pt x="8" y="11"/>
                    <ns1:pt x="9" y="12"/>
                    <ns1:pt x="10" y="12"/>
                  </ns1:cubicBezTo>
                  <ns1:cubicBezTo>
                    <ns1:pt x="11" y="12"/>
                    <ns1:pt x="12" y="11"/>
                    <ns1:pt x="12" y="10"/>
                  </ns1:cubicBezTo>
                  <ns1:cubicBezTo>
                    <ns1:pt x="12" y="9"/>
                    <ns1:pt x="11" y="8"/>
                    <ns1:pt x="10" y="8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</ns0:grpSp>
      <ns0:sp>
        <ns0:nvSpPr>
          <ns0:cNvPr id="49" name="Freeform 5"/>
          <ns0:cNvSpPr>
            <ns1:spLocks noEditPoints="1"/>
          </ns0:cNvSpPr>
          <ns0:nvPr/>
        </ns0:nvSpPr>
        <ns0:spPr bwMode="auto">
          <ns1:xfrm>
            <ns1:off x="5421232" y="1986592"/>
            <ns1:ext cx="402650" cy="399545"/>
          </ns1:xfrm>
          <ns1:custGeom>
            <ns1:avLst/>
            <ns1:gdLst>
              <ns1:gd name="T0" fmla="*/ 56 w 162"/>
              <ns1:gd name="T1" fmla="*/ 161 h 161"/>
              <ns1:gd name="T2" fmla="*/ 56 w 162"/>
              <ns1:gd name="T3" fmla="*/ 161 h 161"/>
              <ns1:gd name="T4" fmla="*/ 50 w 162"/>
              <ns1:gd name="T5" fmla="*/ 158 h 161"/>
              <ns1:gd name="T6" fmla="*/ 30 w 162"/>
              <ns1:gd name="T7" fmla="*/ 131 h 161"/>
              <ns1:gd name="T8" fmla="*/ 3 w 162"/>
              <ns1:gd name="T9" fmla="*/ 111 h 161"/>
              <ns1:gd name="T10" fmla="*/ 0 w 162"/>
              <ns1:gd name="T11" fmla="*/ 105 h 161"/>
              <ns1:gd name="T12" fmla="*/ 2 w 162"/>
              <ns1:gd name="T13" fmla="*/ 100 h 161"/>
              <ns1:gd name="T14" fmla="*/ 13 w 162"/>
              <ns1:gd name="T15" fmla="*/ 89 h 161"/>
              <ns1:gd name="T16" fmla="*/ 18 w 162"/>
              <ns1:gd name="T17" fmla="*/ 87 h 161"/>
              <ns1:gd name="T18" fmla="*/ 20 w 162"/>
              <ns1:gd name="T19" fmla="*/ 87 h 161"/>
              <ns1:gd name="T20" fmla="*/ 39 w 162"/>
              <ns1:gd name="T21" fmla="*/ 92 h 161"/>
              <ns1:gd name="T22" fmla="*/ 62 w 162"/>
              <ns1:gd name="T23" fmla="*/ 69 h 161"/>
              <ns1:gd name="T24" fmla="*/ 11 w 162"/>
              <ns1:gd name="T25" fmla="*/ 41 h 161"/>
              <ns1:gd name="T26" fmla="*/ 7 w 162"/>
              <ns1:gd name="T27" fmla="*/ 36 h 161"/>
              <ns1:gd name="T28" fmla="*/ 9 w 162"/>
              <ns1:gd name="T29" fmla="*/ 29 h 161"/>
              <ns1:gd name="T30" fmla="*/ 23 w 162"/>
              <ns1:gd name="T31" fmla="*/ 15 h 161"/>
              <ns1:gd name="T32" fmla="*/ 30 w 162"/>
              <ns1:gd name="T33" fmla="*/ 13 h 161"/>
              <ns1:gd name="T34" fmla="*/ 101 w 162"/>
              <ns1:gd name="T35" fmla="*/ 30 h 161"/>
              <ns1:gd name="T36" fmla="*/ 116 w 162"/>
              <ns1:gd name="T37" fmla="*/ 14 h 161"/>
              <ns1:gd name="T38" fmla="*/ 146 w 162"/>
              <ns1:gd name="T39" fmla="*/ 0 h 161"/>
              <ns1:gd name="T40" fmla="*/ 157 w 162"/>
              <ns1:gd name="T41" fmla="*/ 4 h 161"/>
              <ns1:gd name="T42" fmla="*/ 159 w 162"/>
              <ns1:gd name="T43" fmla="*/ 24 h 161"/>
              <ns1:gd name="T44" fmla="*/ 147 w 162"/>
              <ns1:gd name="T45" fmla="*/ 44 h 161"/>
              <ns1:gd name="T46" fmla="*/ 131 w 162"/>
              <ns1:gd name="T47" fmla="*/ 61 h 161"/>
              <ns1:gd name="T48" fmla="*/ 148 w 162"/>
              <ns1:gd name="T49" fmla="*/ 134 h 161"/>
              <ns1:gd name="T50" fmla="*/ 145 w 162"/>
              <ns1:gd name="T51" fmla="*/ 142 h 161"/>
              <ns1:gd name="T52" fmla="*/ 131 w 162"/>
              <ns1:gd name="T53" fmla="*/ 153 h 161"/>
              <ns1:gd name="T54" fmla="*/ 126 w 162"/>
              <ns1:gd name="T55" fmla="*/ 154 h 161"/>
              <ns1:gd name="T56" fmla="*/ 124 w 162"/>
              <ns1:gd name="T57" fmla="*/ 154 h 161"/>
              <ns1:gd name="T58" fmla="*/ 120 w 162"/>
              <ns1:gd name="T59" fmla="*/ 150 h 161"/>
              <ns1:gd name="T60" fmla="*/ 92 w 162"/>
              <ns1:gd name="T61" fmla="*/ 99 h 161"/>
              <ns1:gd name="T62" fmla="*/ 69 w 162"/>
              <ns1:gd name="T63" fmla="*/ 122 h 161"/>
              <ns1:gd name="T64" fmla="*/ 74 w 162"/>
              <ns1:gd name="T65" fmla="*/ 141 h 161"/>
              <ns1:gd name="T66" fmla="*/ 72 w 162"/>
              <ns1:gd name="T67" fmla="*/ 148 h 161"/>
              <ns1:gd name="T68" fmla="*/ 62 w 162"/>
              <ns1:gd name="T69" fmla="*/ 159 h 161"/>
              <ns1:gd name="T70" fmla="*/ 56 w 162"/>
              <ns1:gd name="T71" fmla="*/ 161 h 161"/>
              <ns1:gd name="T72" fmla="*/ 8 w 162"/>
              <ns1:gd name="T73" fmla="*/ 105 h 161"/>
              <ns1:gd name="T74" fmla="*/ 36 w 162"/>
              <ns1:gd name="T75" fmla="*/ 126 h 161"/>
              <ns1:gd name="T76" fmla="*/ 56 w 162"/>
              <ns1:gd name="T77" fmla="*/ 153 h 161"/>
              <ns1:gd name="T78" fmla="*/ 66 w 162"/>
              <ns1:gd name="T79" fmla="*/ 143 h 161"/>
              <ns1:gd name="T80" fmla="*/ 60 w 162"/>
              <ns1:gd name="T81" fmla="*/ 120 h 161"/>
              <ns1:gd name="T82" fmla="*/ 94 w 162"/>
              <ns1:gd name="T83" fmla="*/ 86 h 161"/>
              <ns1:gd name="T84" fmla="*/ 126 w 162"/>
              <ns1:gd name="T85" fmla="*/ 146 h 161"/>
              <ns1:gd name="T86" fmla="*/ 140 w 162"/>
              <ns1:gd name="T87" fmla="*/ 136 h 161"/>
              <ns1:gd name="T88" fmla="*/ 122 w 162"/>
              <ns1:gd name="T89" fmla="*/ 58 h 161"/>
              <ns1:gd name="T90" fmla="*/ 141 w 162"/>
              <ns1:gd name="T91" fmla="*/ 39 h 161"/>
              <ns1:gd name="T92" fmla="*/ 152 w 162"/>
              <ns1:gd name="T93" fmla="*/ 22 h 161"/>
              <ns1:gd name="T94" fmla="*/ 151 w 162"/>
              <ns1:gd name="T95" fmla="*/ 10 h 161"/>
              <ns1:gd name="T96" fmla="*/ 146 w 162"/>
              <ns1:gd name="T97" fmla="*/ 8 h 161"/>
              <ns1:gd name="T98" fmla="*/ 122 w 162"/>
              <ns1:gd name="T99" fmla="*/ 20 h 161"/>
              <ns1:gd name="T100" fmla="*/ 103 w 162"/>
              <ns1:gd name="T101" fmla="*/ 39 h 161"/>
              <ns1:gd name="T102" fmla="*/ 28 w 162"/>
              <ns1:gd name="T103" fmla="*/ 21 h 161"/>
              <ns1:gd name="T104" fmla="*/ 15 w 162"/>
              <ns1:gd name="T105" fmla="*/ 35 h 161"/>
              <ns1:gd name="T106" fmla="*/ 75 w 162"/>
              <ns1:gd name="T107" fmla="*/ 67 h 161"/>
              <ns1:gd name="T108" fmla="*/ 41 w 162"/>
              <ns1:gd name="T109" fmla="*/ 101 h 161"/>
              <ns1:gd name="T110" fmla="*/ 18 w 162"/>
              <ns1:gd name="T111" fmla="*/ 95 h 161"/>
              <ns1:gd name="T112" fmla="*/ 8 w 162"/>
              <ns1:gd name="T113" fmla="*/ 105 h 161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  <ns1:cxn ang="0">
                <ns1:pos x="T32" y="T33"/>
              </ns1:cxn>
              <ns1:cxn ang="0">
                <ns1:pos x="T34" y="T35"/>
              </ns1:cxn>
              <ns1:cxn ang="0">
                <ns1:pos x="T36" y="T37"/>
              </ns1:cxn>
              <ns1:cxn ang="0">
                <ns1:pos x="T38" y="T39"/>
              </ns1:cxn>
              <ns1:cxn ang="0">
                <ns1:pos x="T40" y="T41"/>
              </ns1:cxn>
              <ns1:cxn ang="0">
                <ns1:pos x="T42" y="T43"/>
              </ns1:cxn>
              <ns1:cxn ang="0">
                <ns1:pos x="T44" y="T45"/>
              </ns1:cxn>
              <ns1:cxn ang="0">
                <ns1:pos x="T46" y="T47"/>
              </ns1:cxn>
              <ns1:cxn ang="0">
                <ns1:pos x="T48" y="T49"/>
              </ns1:cxn>
              <ns1:cxn ang="0">
                <ns1:pos x="T50" y="T51"/>
              </ns1:cxn>
              <ns1:cxn ang="0">
                <ns1:pos x="T52" y="T53"/>
              </ns1:cxn>
              <ns1:cxn ang="0">
                <ns1:pos x="T54" y="T55"/>
              </ns1:cxn>
              <ns1:cxn ang="0">
                <ns1:pos x="T56" y="T57"/>
              </ns1:cxn>
              <ns1:cxn ang="0">
                <ns1:pos x="T58" y="T59"/>
              </ns1:cxn>
              <ns1:cxn ang="0">
                <ns1:pos x="T60" y="T61"/>
              </ns1:cxn>
              <ns1:cxn ang="0">
                <ns1:pos x="T62" y="T63"/>
              </ns1:cxn>
              <ns1:cxn ang="0">
                <ns1:pos x="T64" y="T65"/>
              </ns1:cxn>
              <ns1:cxn ang="0">
                <ns1:pos x="T66" y="T67"/>
              </ns1:cxn>
              <ns1:cxn ang="0">
                <ns1:pos x="T68" y="T69"/>
              </ns1:cxn>
              <ns1:cxn ang="0">
                <ns1:pos x="T70" y="T71"/>
              </ns1:cxn>
              <ns1:cxn ang="0">
                <ns1:pos x="T72" y="T73"/>
              </ns1:cxn>
              <ns1:cxn ang="0">
                <ns1:pos x="T74" y="T75"/>
              </ns1:cxn>
              <ns1:cxn ang="0">
                <ns1:pos x="T76" y="T77"/>
              </ns1:cxn>
              <ns1:cxn ang="0">
                <ns1:pos x="T78" y="T79"/>
              </ns1:cxn>
              <ns1:cxn ang="0">
                <ns1:pos x="T80" y="T81"/>
              </ns1:cxn>
              <ns1:cxn ang="0">
                <ns1:pos x="T82" y="T83"/>
              </ns1:cxn>
              <ns1:cxn ang="0">
                <ns1:pos x="T84" y="T85"/>
              </ns1:cxn>
              <ns1:cxn ang="0">
                <ns1:pos x="T86" y="T87"/>
              </ns1:cxn>
              <ns1:cxn ang="0">
                <ns1:pos x="T88" y="T89"/>
              </ns1:cxn>
              <ns1:cxn ang="0">
                <ns1:pos x="T90" y="T91"/>
              </ns1:cxn>
              <ns1:cxn ang="0">
                <ns1:pos x="T92" y="T93"/>
              </ns1:cxn>
              <ns1:cxn ang="0">
                <ns1:pos x="T94" y="T95"/>
              </ns1:cxn>
              <ns1:cxn ang="0">
                <ns1:pos x="T96" y="T97"/>
              </ns1:cxn>
              <ns1:cxn ang="0">
                <ns1:pos x="T98" y="T99"/>
              </ns1:cxn>
              <ns1:cxn ang="0">
                <ns1:pos x="T100" y="T101"/>
              </ns1:cxn>
              <ns1:cxn ang="0">
                <ns1:pos x="T102" y="T103"/>
              </ns1:cxn>
              <ns1:cxn ang="0">
                <ns1:pos x="T104" y="T105"/>
              </ns1:cxn>
              <ns1:cxn ang="0">
                <ns1:pos x="T106" y="T107"/>
              </ns1:cxn>
              <ns1:cxn ang="0">
                <ns1:pos x="T108" y="T109"/>
              </ns1:cxn>
              <ns1:cxn ang="0">
                <ns1:pos x="T110" y="T111"/>
              </ns1:cxn>
              <ns1:cxn ang="0">
                <ns1:pos x="T112" y="T113"/>
              </ns1:cxn>
            </ns1:cxnLst>
            <ns1:rect l="0" t="0" r="r" b="b"/>
            <ns1:pathLst>
              <ns1:path w="162" h="161">
                <ns1:moveTo>
                  <ns1:pt x="56" y="161"/>
                </ns1:moveTo>
                <ns1:cubicBezTo>
                  <ns1:pt x="56" y="161"/>
                  <ns1:pt x="56" y="161"/>
                  <ns1:pt x="56" y="161"/>
                </ns1:cubicBezTo>
                <ns1:cubicBezTo>
                  <ns1:pt x="53" y="161"/>
                  <ns1:pt x="52" y="160"/>
                  <ns1:pt x="50" y="158"/>
                </ns1:cubicBezTo>
                <ns1:cubicBezTo>
                  <ns1:pt x="30" y="131"/>
                  <ns1:pt x="30" y="131"/>
                  <ns1:pt x="30" y="131"/>
                </ns1:cubicBezTo>
                <ns1:cubicBezTo>
                  <ns1:pt x="3" y="111"/>
                  <ns1:pt x="3" y="111"/>
                  <ns1:pt x="3" y="111"/>
                </ns1:cubicBezTo>
                <ns1:cubicBezTo>
                  <ns1:pt x="1" y="110"/>
                  <ns1:pt x="0" y="108"/>
                  <ns1:pt x="0" y="105"/>
                </ns1:cubicBezTo>
                <ns1:cubicBezTo>
                  <ns1:pt x="0" y="103"/>
                  <ns1:pt x="0" y="101"/>
                  <ns1:pt x="2" y="100"/>
                </ns1:cubicBezTo>
                <ns1:cubicBezTo>
                  <ns1:pt x="13" y="89"/>
                  <ns1:pt x="13" y="89"/>
                  <ns1:pt x="13" y="89"/>
                </ns1:cubicBezTo>
                <ns1:cubicBezTo>
                  <ns1:pt x="14" y="87"/>
                  <ns1:pt x="16" y="87"/>
                  <ns1:pt x="18" y="87"/>
                </ns1:cubicBezTo>
                <ns1:cubicBezTo>
                  <ns1:pt x="18" y="87"/>
                  <ns1:pt x="19" y="87"/>
                  <ns1:pt x="20" y="87"/>
                </ns1:cubicBezTo>
                <ns1:cubicBezTo>
                  <ns1:pt x="39" y="92"/>
                  <ns1:pt x="39" y="92"/>
                  <ns1:pt x="39" y="92"/>
                </ns1:cubicBezTo>
                <ns1:cubicBezTo>
                  <ns1:pt x="62" y="69"/>
                  <ns1:pt x="62" y="69"/>
                  <ns1:pt x="62" y="69"/>
                </ns1:cubicBezTo>
                <ns1:cubicBezTo>
                  <ns1:pt x="11" y="41"/>
                  <ns1:pt x="11" y="41"/>
                  <ns1:pt x="11" y="41"/>
                </ns1:cubicBezTo>
                <ns1:cubicBezTo>
                  <ns1:pt x="9" y="40"/>
                  <ns1:pt x="7" y="38"/>
                  <ns1:pt x="7" y="36"/>
                </ns1:cubicBezTo>
                <ns1:cubicBezTo>
                  <ns1:pt x="7" y="33"/>
                  <ns1:pt x="7" y="31"/>
                  <ns1:pt x="9" y="29"/>
                </ns1:cubicBezTo>
                <ns1:cubicBezTo>
                  <ns1:pt x="23" y="15"/>
                  <ns1:pt x="23" y="15"/>
                  <ns1:pt x="23" y="15"/>
                </ns1:cubicBezTo>
                <ns1:cubicBezTo>
                  <ns1:pt x="25" y="13"/>
                  <ns1:pt x="28" y="13"/>
                  <ns1:pt x="30" y="13"/>
                </ns1:cubicBezTo>
                <ns1:cubicBezTo>
                  <ns1:pt x="101" y="30"/>
                  <ns1:pt x="101" y="30"/>
                  <ns1:pt x="101" y="30"/>
                </ns1:cubicBezTo>
                <ns1:cubicBezTo>
                  <ns1:pt x="116" y="14"/>
                  <ns1:pt x="116" y="14"/>
                  <ns1:pt x="116" y="14"/>
                </ns1:cubicBezTo>
                <ns1:cubicBezTo>
                  <ns1:pt x="125" y="6"/>
                  <ns1:pt x="137" y="0"/>
                  <ns1:pt x="146" y="0"/>
                </ns1:cubicBezTo>
                <ns1:cubicBezTo>
                  <ns1:pt x="151" y="0"/>
                  <ns1:pt x="154" y="1"/>
                  <ns1:pt x="157" y="4"/>
                </ns1:cubicBezTo>
                <ns1:cubicBezTo>
                  <ns1:pt x="161" y="8"/>
                  <ns1:pt x="162" y="15"/>
                  <ns1:pt x="159" y="24"/>
                </ns1:cubicBezTo>
                <ns1:cubicBezTo>
                  <ns1:pt x="157" y="31"/>
                  <ns1:pt x="152" y="39"/>
                  <ns1:pt x="147" y="44"/>
                </ns1:cubicBezTo>
                <ns1:cubicBezTo>
                  <ns1:pt x="131" y="61"/>
                  <ns1:pt x="131" y="61"/>
                  <ns1:pt x="131" y="61"/>
                </ns1:cubicBezTo>
                <ns1:cubicBezTo>
                  <ns1:pt x="148" y="134"/>
                  <ns1:pt x="148" y="134"/>
                  <ns1:pt x="148" y="134"/>
                </ns1:cubicBezTo>
                <ns1:cubicBezTo>
                  <ns1:pt x="148" y="137"/>
                  <ns1:pt x="147" y="140"/>
                  <ns1:pt x="145" y="142"/>
                </ns1:cubicBezTo>
                <ns1:cubicBezTo>
                  <ns1:pt x="131" y="153"/>
                  <ns1:pt x="131" y="153"/>
                  <ns1:pt x="131" y="153"/>
                </ns1:cubicBezTo>
                <ns1:cubicBezTo>
                  <ns1:pt x="130" y="154"/>
                  <ns1:pt x="128" y="154"/>
                  <ns1:pt x="126" y="154"/>
                </ns1:cubicBezTo>
                <ns1:cubicBezTo>
                  <ns1:pt x="126" y="154"/>
                  <ns1:pt x="125" y="154"/>
                  <ns1:pt x="124" y="154"/>
                </ns1:cubicBezTo>
                <ns1:cubicBezTo>
                  <ns1:pt x="122" y="153"/>
                  <ns1:pt x="120" y="152"/>
                  <ns1:pt x="120" y="150"/>
                </ns1:cubicBezTo>
                <ns1:cubicBezTo>
                  <ns1:pt x="92" y="99"/>
                  <ns1:pt x="92" y="99"/>
                  <ns1:pt x="92" y="99"/>
                </ns1:cubicBezTo>
                <ns1:cubicBezTo>
                  <ns1:pt x="69" y="122"/>
                  <ns1:pt x="69" y="122"/>
                  <ns1:pt x="69" y="122"/>
                </ns1:cubicBezTo>
                <ns1:cubicBezTo>
                  <ns1:pt x="74" y="141"/>
                  <ns1:pt x="74" y="141"/>
                  <ns1:pt x="74" y="141"/>
                </ns1:cubicBezTo>
                <ns1:cubicBezTo>
                  <ns1:pt x="75" y="144"/>
                  <ns1:pt x="74" y="146"/>
                  <ns1:pt x="72" y="148"/>
                </ns1:cubicBezTo>
                <ns1:cubicBezTo>
                  <ns1:pt x="62" y="159"/>
                  <ns1:pt x="62" y="159"/>
                  <ns1:pt x="62" y="159"/>
                </ns1:cubicBezTo>
                <ns1:cubicBezTo>
                  <ns1:pt x="60" y="160"/>
                  <ns1:pt x="58" y="161"/>
                  <ns1:pt x="56" y="161"/>
                </ns1:cubicBezTo>
                <ns1:close/>
                <ns1:moveTo>
                  <ns1:pt x="8" y="105"/>
                </ns1:moveTo>
                <ns1:cubicBezTo>
                  <ns1:pt x="36" y="126"/>
                  <ns1:pt x="36" y="126"/>
                  <ns1:pt x="36" y="126"/>
                </ns1:cubicBezTo>
                <ns1:cubicBezTo>
                  <ns1:pt x="56" y="153"/>
                  <ns1:pt x="56" y="153"/>
                  <ns1:pt x="56" y="153"/>
                </ns1:cubicBezTo>
                <ns1:cubicBezTo>
                  <ns1:pt x="66" y="143"/>
                  <ns1:pt x="66" y="143"/>
                  <ns1:pt x="66" y="143"/>
                </ns1:cubicBezTo>
                <ns1:cubicBezTo>
                  <ns1:pt x="60" y="120"/>
                  <ns1:pt x="60" y="120"/>
                  <ns1:pt x="60" y="120"/>
                </ns1:cubicBezTo>
                <ns1:cubicBezTo>
                  <ns1:pt x="94" y="86"/>
                  <ns1:pt x="94" y="86"/>
                  <ns1:pt x="94" y="86"/>
                </ns1:cubicBezTo>
                <ns1:cubicBezTo>
                  <ns1:pt x="126" y="146"/>
                  <ns1:pt x="126" y="146"/>
                  <ns1:pt x="126" y="146"/>
                </ns1:cubicBezTo>
                <ns1:cubicBezTo>
                  <ns1:pt x="140" y="136"/>
                  <ns1:pt x="140" y="136"/>
                  <ns1:pt x="140" y="136"/>
                </ns1:cubicBezTo>
                <ns1:cubicBezTo>
                  <ns1:pt x="122" y="58"/>
                  <ns1:pt x="122" y="58"/>
                  <ns1:pt x="122" y="58"/>
                </ns1:cubicBezTo>
                <ns1:cubicBezTo>
                  <ns1:pt x="141" y="39"/>
                  <ns1:pt x="141" y="39"/>
                  <ns1:pt x="141" y="39"/>
                </ns1:cubicBezTo>
                <ns1:cubicBezTo>
                  <ns1:pt x="146" y="34"/>
                  <ns1:pt x="150" y="28"/>
                  <ns1:pt x="152" y="22"/>
                </ns1:cubicBezTo>
                <ns1:cubicBezTo>
                  <ns1:pt x="154" y="16"/>
                  <ns1:pt x="153" y="12"/>
                  <ns1:pt x="151" y="10"/>
                </ns1:cubicBezTo>
                <ns1:cubicBezTo>
                  <ns1:pt x="150" y="8"/>
                  <ns1:pt x="149" y="8"/>
                  <ns1:pt x="146" y="8"/>
                </ns1:cubicBezTo>
                <ns1:cubicBezTo>
                  <ns1:pt x="139" y="8"/>
                  <ns1:pt x="129" y="13"/>
                  <ns1:pt x="122" y="20"/>
                </ns1:cubicBezTo>
                <ns1:cubicBezTo>
                  <ns1:pt x="103" y="39"/>
                  <ns1:pt x="103" y="39"/>
                  <ns1:pt x="103" y="39"/>
                </ns1:cubicBezTo>
                <ns1:cubicBezTo>
                  <ns1:pt x="28" y="21"/>
                  <ns1:pt x="28" y="21"/>
                  <ns1:pt x="28" y="21"/>
                </ns1:cubicBezTo>
                <ns1:cubicBezTo>
                  <ns1:pt x="15" y="35"/>
                  <ns1:pt x="15" y="35"/>
                  <ns1:pt x="15" y="35"/>
                </ns1:cubicBezTo>
                <ns1:cubicBezTo>
                  <ns1:pt x="75" y="67"/>
                  <ns1:pt x="75" y="67"/>
                  <ns1:pt x="75" y="67"/>
                </ns1:cubicBezTo>
                <ns1:cubicBezTo>
                  <ns1:pt x="41" y="101"/>
                  <ns1:pt x="41" y="101"/>
                  <ns1:pt x="41" y="101"/>
                </ns1:cubicBezTo>
                <ns1:cubicBezTo>
                  <ns1:pt x="18" y="95"/>
                  <ns1:pt x="18" y="95"/>
                  <ns1:pt x="18" y="95"/>
                </ns1:cubicBezTo>
                <ns1:lnTo>
                  <ns1:pt x="8" y="105"/>
                </ns1:lnTo>
                <ns1:close/>
              </ns1:path>
            </ns1:pathLst>
          </ns1:custGeom>
          <ns1:solidFill>
            <ns1:schemeClr val="tx1"/>
          </ns1:solidFill>
          <ns1:ln>
            <ns1:noFill/>
          </ns1:ln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id-ID" sz="2700"/>
          </ns1:p>
        </ns0:txBody>
      </ns0:sp>
      <ns0:grpSp>
        <ns0:nvGrpSpPr>
          <ns0:cNvPr id="50" name="Group 49"/>
          <ns0:cNvGrpSpPr/>
          <ns0:nvPr/>
        </ns0:nvGrpSpPr>
        <ns0:grpSpPr>
          <ns1:xfrm>
            <ns1:off x="3315820" y="3624428"/>
            <ns1:ext cx="463157" cy="380886"/>
            <ns1:chOff x="3573463" y="252413"/>
            <ns1:chExt cx="241300" cy="198438"/>
          </ns1:xfrm>
          <ns1:solidFill>
            <ns1:schemeClr val="tx1"/>
          </ns1:solidFill>
        </ns0:grpSpPr>
        <ns0:sp>
          <ns0:nvSpPr>
            <ns0:cNvPr id="51" name="Freeform 12"/>
            <ns0:cNvSpPr>
              <ns1:spLocks noEditPoints="1"/>
            </ns0:cNvSpPr>
            <ns0:nvPr/>
          </ns0:nvSpPr>
          <ns0:spPr bwMode="auto">
            <ns1:xfrm>
              <ns1:off x="3573463" y="252413"/>
              <ns1:ext cx="241300" cy="198438"/>
            </ns1:xfrm>
            <ns1:custGeom>
              <ns1:avLst/>
              <ns1:gdLst>
                <ns1:gd name="T0" fmla="*/ 0 w 64"/>
                <ns1:gd name="T1" fmla="*/ 23 h 53"/>
                <ns1:gd name="T2" fmla="*/ 0 w 64"/>
                <ns1:gd name="T3" fmla="*/ 25 h 53"/>
                <ns1:gd name="T4" fmla="*/ 64 w 64"/>
                <ns1:gd name="T5" fmla="*/ 30 h 53"/>
                <ns1:gd name="T6" fmla="*/ 64 w 64"/>
                <ns1:gd name="T7" fmla="*/ 28 h 53"/>
                <ns1:gd name="T8" fmla="*/ 0 w 64"/>
                <ns1:gd name="T9" fmla="*/ 23 h 53"/>
                <ns1:gd name="T10" fmla="*/ 32 w 64"/>
                <ns1:gd name="T11" fmla="*/ 41 h 53"/>
                <ns1:gd name="T12" fmla="*/ 18 w 64"/>
                <ns1:gd name="T13" fmla="*/ 25 h 53"/>
                <ns1:gd name="T14" fmla="*/ 34 w 64"/>
                <ns1:gd name="T15" fmla="*/ 12 h 53"/>
                <ns1:gd name="T16" fmla="*/ 47 w 64"/>
                <ns1:gd name="T17" fmla="*/ 28 h 53"/>
                <ns1:gd name="T18" fmla="*/ 32 w 64"/>
                <ns1:gd name="T19" fmla="*/ 41 h 53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</ns1:cxnLst>
              <ns1:rect l="0" t="0" r="r" b="b"/>
              <ns1:pathLst>
                <ns1:path w="64" h="53">
                  <ns1:moveTo>
                    <ns1:pt x="0" y="23"/>
                  </ns1:moveTo>
                  <ns1:cubicBezTo>
                    <ns1:pt x="0" y="25"/>
                    <ns1:pt x="0" y="25"/>
                    <ns1:pt x="0" y="25"/>
                  </ns1:cubicBezTo>
                  <ns1:cubicBezTo>
                    <ns1:pt x="13" y="51"/>
                    <ns1:pt x="48" y="53"/>
                    <ns1:pt x="64" y="30"/>
                  </ns1:cubicBezTo>
                  <ns1:cubicBezTo>
                    <ns1:pt x="64" y="28"/>
                    <ns1:pt x="64" y="28"/>
                    <ns1:pt x="64" y="28"/>
                  </ns1:cubicBezTo>
                  <ns1:cubicBezTo>
                    <ns1:pt x="52" y="3"/>
                    <ns1:pt x="17" y="0"/>
                    <ns1:pt x="0" y="23"/>
                  </ns1:cubicBezTo>
                  <ns1:close/>
                  <ns1:moveTo>
                    <ns1:pt x="32" y="41"/>
                  </ns1:moveTo>
                  <ns1:cubicBezTo>
                    <ns1:pt x="24" y="40"/>
                    <ns1:pt x="18" y="33"/>
                    <ns1:pt x="18" y="25"/>
                  </ns1:cubicBezTo>
                  <ns1:cubicBezTo>
                    <ns1:pt x="19" y="17"/>
                    <ns1:pt x="26" y="11"/>
                    <ns1:pt x="34" y="12"/>
                  </ns1:cubicBezTo>
                  <ns1:cubicBezTo>
                    <ns1:pt x="42" y="13"/>
                    <ns1:pt x="48" y="20"/>
                    <ns1:pt x="47" y="28"/>
                  </ns1:cubicBezTo>
                  <ns1:cubicBezTo>
                    <ns1:pt x="47" y="36"/>
                    <ns1:pt x="40" y="42"/>
                    <ns1:pt x="32" y="41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52" name="Oval 13"/>
            <ns0:cNvSpPr>
              <ns1:spLocks noChangeArrowheads="1"/>
            </ns0:cNvSpPr>
            <ns0:nvPr/>
          </ns0:nvSpPr>
          <ns0:spPr bwMode="auto">
            <ns1:xfrm>
              <ns1:off x="3667126" y="323851"/>
              <ns1:ext cx="57150" cy="55563"/>
            </ns1:xfrm>
            <ns1:prstGeom prst="ellipse">
              <ns1:avLst/>
            </ns1:pr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</ns0:grpSp>
      <ns0:grpSp>
        <ns0:nvGrpSpPr>
          <ns0:cNvPr id="53" name="Group 52"/>
          <ns0:cNvGrpSpPr/>
          <ns0:nvPr/>
        </ns0:nvGrpSpPr>
        <ns0:grpSpPr>
          <ns1:xfrm>
            <ns1:off x="11480131" y="417850"/>
            <ns1:ext cx="307484" cy="359518"/>
            <ns1:chOff x="4535488" y="1625601"/>
            <ns1:chExt cx="206376" cy="241300"/>
          </ns1:xfrm>
          <ns1:solidFill>
            <ns1:schemeClr val="tx1"/>
          </ns1:solidFill>
        </ns0:grpSpPr>
        <ns0:sp>
          <ns0:nvSpPr>
            <ns0:cNvPr id="54" name="Freeform 68"/>
            <ns0:cNvSpPr>
              <ns1:spLocks/>
            </ns0:cNvSpPr>
            <ns0:nvPr/>
          </ns0:nvSpPr>
          <ns0:spPr bwMode="auto">
            <ns1:xfrm>
              <ns1:off x="4543426" y="1625601"/>
              <ns1:ext cx="198438" cy="188913"/>
            </ns1:xfrm>
            <ns1:custGeom>
              <ns1:avLst/>
              <ns1:gdLst>
                <ns1:gd name="T0" fmla="*/ 49 w 53"/>
                <ns1:gd name="T1" fmla="*/ 8 h 50"/>
                <ns1:gd name="T2" fmla="*/ 53 w 53"/>
                <ns1:gd name="T3" fmla="*/ 4 h 50"/>
                <ns1:gd name="T4" fmla="*/ 49 w 53"/>
                <ns1:gd name="T5" fmla="*/ 0 h 50"/>
                <ns1:gd name="T6" fmla="*/ 45 w 53"/>
                <ns1:gd name="T7" fmla="*/ 4 h 50"/>
                <ns1:gd name="T8" fmla="*/ 45 w 53"/>
                <ns1:gd name="T9" fmla="*/ 6 h 50"/>
                <ns1:gd name="T10" fmla="*/ 25 w 53"/>
                <ns1:gd name="T11" fmla="*/ 20 h 50"/>
                <ns1:gd name="T12" fmla="*/ 7 w 53"/>
                <ns1:gd name="T13" fmla="*/ 2 h 50"/>
                <ns1:gd name="T14" fmla="*/ 3 w 53"/>
                <ns1:gd name="T15" fmla="*/ 1 h 50"/>
                <ns1:gd name="T16" fmla="*/ 0 w 53"/>
                <ns1:gd name="T17" fmla="*/ 4 h 50"/>
                <ns1:gd name="T18" fmla="*/ 14 w 53"/>
                <ns1:gd name="T19" fmla="*/ 37 h 50"/>
                <ns1:gd name="T20" fmla="*/ 46 w 53"/>
                <ns1:gd name="T21" fmla="*/ 50 h 50"/>
                <ns1:gd name="T22" fmla="*/ 50 w 53"/>
                <ns1:gd name="T23" fmla="*/ 48 h 50"/>
                <ns1:gd name="T24" fmla="*/ 49 w 53"/>
                <ns1:gd name="T25" fmla="*/ 43 h 50"/>
                <ns1:gd name="T26" fmla="*/ 33 w 53"/>
                <ns1:gd name="T27" fmla="*/ 27 h 50"/>
                <ns1:gd name="T28" fmla="*/ 46 w 53"/>
                <ns1:gd name="T29" fmla="*/ 7 h 50"/>
                <ns1:gd name="T30" fmla="*/ 49 w 53"/>
                <ns1:gd name="T31" fmla="*/ 8 h 50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  <ns1:cxn ang="0">
                  <ns1:pos x="T30" y="T31"/>
                </ns1:cxn>
              </ns1:cxnLst>
              <ns1:rect l="0" t="0" r="r" b="b"/>
              <ns1:pathLst>
                <ns1:path w="53" h="50">
                  <ns1:moveTo>
                    <ns1:pt x="49" y="8"/>
                  </ns1:moveTo>
                  <ns1:cubicBezTo>
                    <ns1:pt x="51" y="8"/>
                    <ns1:pt x="53" y="6"/>
                    <ns1:pt x="53" y="4"/>
                  </ns1:cubicBezTo>
                  <ns1:cubicBezTo>
                    <ns1:pt x="53" y="2"/>
                    <ns1:pt x="51" y="0"/>
                    <ns1:pt x="49" y="0"/>
                  </ns1:cubicBezTo>
                  <ns1:cubicBezTo>
                    <ns1:pt x="46" y="0"/>
                    <ns1:pt x="45" y="2"/>
                    <ns1:pt x="45" y="4"/>
                  </ns1:cubicBezTo>
                  <ns1:cubicBezTo>
                    <ns1:pt x="45" y="5"/>
                    <ns1:pt x="45" y="6"/>
                    <ns1:pt x="45" y="6"/>
                  </ns1:cubicBezTo>
                  <ns1:cubicBezTo>
                    <ns1:pt x="25" y="20"/>
                    <ns1:pt x="25" y="20"/>
                    <ns1:pt x="25" y="20"/>
                  </ns1:cubicBezTo>
                  <ns1:cubicBezTo>
                    <ns1:pt x="7" y="2"/>
                    <ns1:pt x="7" y="2"/>
                    <ns1:pt x="7" y="2"/>
                  </ns1:cubicBezTo>
                  <ns1:cubicBezTo>
                    <ns1:pt x="6" y="0"/>
                    <ns1:pt x="4" y="0"/>
                    <ns1:pt x="3" y="1"/>
                  </ns1:cubicBezTo>
                  <ns1:cubicBezTo>
                    <ns1:pt x="1" y="1"/>
                    <ns1:pt x="0" y="3"/>
                    <ns1:pt x="0" y="4"/>
                  </ns1:cubicBezTo>
                  <ns1:cubicBezTo>
                    <ns1:pt x="0" y="16"/>
                    <ns1:pt x="5" y="28"/>
                    <ns1:pt x="14" y="37"/>
                  </ns1:cubicBezTo>
                  <ns1:cubicBezTo>
                    <ns1:pt x="22" y="46"/>
                    <ns1:pt x="34" y="50"/>
                    <ns1:pt x="46" y="50"/>
                  </ns1:cubicBezTo>
                  <ns1:cubicBezTo>
                    <ns1:pt x="48" y="50"/>
                    <ns1:pt x="49" y="49"/>
                    <ns1:pt x="50" y="48"/>
                  </ns1:cubicBezTo>
                  <ns1:cubicBezTo>
                    <ns1:pt x="51" y="46"/>
                    <ns1:pt x="50" y="44"/>
                    <ns1:pt x="49" y="43"/>
                  </ns1:cubicBezTo>
                  <ns1:cubicBezTo>
                    <ns1:pt x="33" y="27"/>
                    <ns1:pt x="33" y="27"/>
                    <ns1:pt x="33" y="27"/>
                  </ns1:cubicBezTo>
                  <ns1:cubicBezTo>
                    <ns1:pt x="46" y="7"/>
                    <ns1:pt x="46" y="7"/>
                    <ns1:pt x="46" y="7"/>
                  </ns1:cubicBezTo>
                  <ns1:cubicBezTo>
                    <ns1:pt x="47" y="8"/>
                    <ns1:pt x="48" y="8"/>
                    <ns1:pt x="49" y="8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55" name="Freeform 69"/>
            <ns0:cNvSpPr>
              <ns1:spLocks/>
            </ns0:cNvSpPr>
            <ns0:nvPr/>
          </ns0:nvSpPr>
          <ns0:spPr bwMode="auto">
            <ns1:xfrm>
              <ns1:off x="4535488" y="1779588"/>
              <ns1:ext cx="96838" cy="87313"/>
            </ns1:xfrm>
            <ns1:custGeom>
              <ns1:avLst/>
              <ns1:gdLst>
                <ns1:gd name="T0" fmla="*/ 23 w 26"/>
                <ns1:gd name="T1" fmla="*/ 9 h 23"/>
                <ns1:gd name="T2" fmla="*/ 22 w 26"/>
                <ns1:gd name="T3" fmla="*/ 8 h 23"/>
                <ns1:gd name="T4" fmla="*/ 12 w 26"/>
                <ns1:gd name="T5" fmla="*/ 0 h 23"/>
                <ns1:gd name="T6" fmla="*/ 11 w 26"/>
                <ns1:gd name="T7" fmla="*/ 0 h 23"/>
                <ns1:gd name="T8" fmla="*/ 11 w 26"/>
                <ns1:gd name="T9" fmla="*/ 0 h 23"/>
                <ns1:gd name="T10" fmla="*/ 0 w 26"/>
                <ns1:gd name="T11" fmla="*/ 20 h 23"/>
                <ns1:gd name="T12" fmla="*/ 0 w 26"/>
                <ns1:gd name="T13" fmla="*/ 22 h 23"/>
                <ns1:gd name="T14" fmla="*/ 2 w 26"/>
                <ns1:gd name="T15" fmla="*/ 23 h 23"/>
                <ns1:gd name="T16" fmla="*/ 24 w 26"/>
                <ns1:gd name="T17" fmla="*/ 23 h 23"/>
                <ns1:gd name="T18" fmla="*/ 26 w 26"/>
                <ns1:gd name="T19" fmla="*/ 22 h 23"/>
                <ns1:gd name="T20" fmla="*/ 26 w 26"/>
                <ns1:gd name="T21" fmla="*/ 20 h 23"/>
                <ns1:gd name="T22" fmla="*/ 23 w 26"/>
                <ns1:gd name="T23" fmla="*/ 9 h 23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</ns1:cxnLst>
              <ns1:rect l="0" t="0" r="r" b="b"/>
              <ns1:pathLst>
                <ns1:path w="26" h="23">
                  <ns1:moveTo>
                    <ns1:pt x="23" y="9"/>
                  </ns1:moveTo>
                  <ns1:cubicBezTo>
                    <ns1:pt x="22" y="8"/>
                    <ns1:pt x="22" y="8"/>
                    <ns1:pt x="22" y="8"/>
                  </ns1:cubicBezTo>
                  <ns1:cubicBezTo>
                    <ns1:pt x="18" y="6"/>
                    <ns1:pt x="15" y="3"/>
                    <ns1:pt x="12" y="0"/>
                  </ns1:cubicBezTo>
                  <ns1:cubicBezTo>
                    <ns1:pt x="11" y="0"/>
                    <ns1:pt x="11" y="0"/>
                    <ns1:pt x="11" y="0"/>
                  </ns1:cubicBezTo>
                  <ns1:cubicBezTo>
                    <ns1:pt x="11" y="0"/>
                    <ns1:pt x="11" y="0"/>
                    <ns1:pt x="11" y="0"/>
                  </ns1:cubicBezTo>
                  <ns1:cubicBezTo>
                    <ns1:pt x="0" y="20"/>
                    <ns1:pt x="0" y="20"/>
                    <ns1:pt x="0" y="20"/>
                  </ns1:cubicBezTo>
                  <ns1:cubicBezTo>
                    <ns1:pt x="0" y="21"/>
                    <ns1:pt x="0" y="21"/>
                    <ns1:pt x="0" y="22"/>
                  </ns1:cubicBezTo>
                  <ns1:cubicBezTo>
                    <ns1:pt x="1" y="23"/>
                    <ns1:pt x="1" y="23"/>
                    <ns1:pt x="2" y="23"/>
                  </ns1:cubicBezTo>
                  <ns1:cubicBezTo>
                    <ns1:pt x="24" y="23"/>
                    <ns1:pt x="24" y="23"/>
                    <ns1:pt x="24" y="23"/>
                  </ns1:cubicBezTo>
                  <ns1:cubicBezTo>
                    <ns1:pt x="25" y="23"/>
                    <ns1:pt x="25" y="23"/>
                    <ns1:pt x="26" y="22"/>
                  </ns1:cubicBezTo>
                  <ns1:cubicBezTo>
                    <ns1:pt x="26" y="22"/>
                    <ns1:pt x="26" y="21"/>
                    <ns1:pt x="26" y="20"/>
                  </ns1:cubicBezTo>
                  <ns1:lnTo>
                    <ns1:pt x="23" y="9"/>
                  </ns1:ln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</ns0:grpSp>
      <ns0:grpSp>
        <ns0:nvGrpSpPr>
          <ns0:cNvPr id="56" name="Group 55"/>
          <ns0:cNvGrpSpPr/>
          <ns0:nvPr/>
        </ns0:nvGrpSpPr>
        <ns0:grpSpPr>
          <ns1:xfrm>
            <ns1:off x="10543680" y="3668966"/>
            <ns1:ext cx="313920" cy="291813"/>
            <ns1:chOff x="5992813" y="695326"/>
            <ns1:chExt cx="225425" cy="209550"/>
          </ns1:xfrm>
          <ns1:solidFill>
            <ns1:schemeClr val="tx1"/>
          </ns1:solidFill>
        </ns0:grpSpPr>
        <ns0:sp>
          <ns0:nvSpPr>
            <ns0:cNvPr id="57" name="Freeform 29"/>
            <ns0:cNvSpPr>
              <ns1:spLocks/>
            </ns0:cNvSpPr>
            <ns0:nvPr/>
          </ns0:nvSpPr>
          <ns0:spPr bwMode="auto">
            <ns1:xfrm>
              <ns1:off x="6022976" y="874713"/>
              <ns1:ext cx="165100" cy="30163"/>
            </ns1:xfrm>
            <ns1:custGeom>
              <ns1:avLst/>
              <ns1:gdLst>
                <ns1:gd name="T0" fmla="*/ 43 w 44"/>
                <ns1:gd name="T1" fmla="*/ 0 h 8"/>
                <ns1:gd name="T2" fmla="*/ 1 w 44"/>
                <ns1:gd name="T3" fmla="*/ 0 h 8"/>
                <ns1:gd name="T4" fmla="*/ 0 w 44"/>
                <ns1:gd name="T5" fmla="*/ 1 h 8"/>
                <ns1:gd name="T6" fmla="*/ 0 w 44"/>
                <ns1:gd name="T7" fmla="*/ 7 h 8"/>
                <ns1:gd name="T8" fmla="*/ 1 w 44"/>
                <ns1:gd name="T9" fmla="*/ 8 h 8"/>
                <ns1:gd name="T10" fmla="*/ 43 w 44"/>
                <ns1:gd name="T11" fmla="*/ 8 h 8"/>
                <ns1:gd name="T12" fmla="*/ 44 w 44"/>
                <ns1:gd name="T13" fmla="*/ 7 h 8"/>
                <ns1:gd name="T14" fmla="*/ 44 w 44"/>
                <ns1:gd name="T15" fmla="*/ 1 h 8"/>
                <ns1:gd name="T16" fmla="*/ 43 w 44"/>
                <ns1:gd name="T17" fmla="*/ 0 h 8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</ns1:cxnLst>
              <ns1:rect l="0" t="0" r="r" b="b"/>
              <ns1:pathLst>
                <ns1:path w="44" h="8">
                  <ns1:moveTo>
                    <ns1:pt x="43" y="0"/>
                  </ns1:moveTo>
                  <ns1:cubicBezTo>
                    <ns1:pt x="1" y="0"/>
                    <ns1:pt x="1" y="0"/>
                    <ns1:pt x="1" y="0"/>
                  </ns1:cubicBezTo>
                  <ns1:cubicBezTo>
                    <ns1:pt x="0" y="0"/>
                    <ns1:pt x="0" y="0"/>
                    <ns1:pt x="0" y="1"/>
                  </ns1:cubicBezTo>
                  <ns1:cubicBezTo>
                    <ns1:pt x="0" y="7"/>
                    <ns1:pt x="0" y="7"/>
                    <ns1:pt x="0" y="7"/>
                  </ns1:cubicBezTo>
                  <ns1:cubicBezTo>
                    <ns1:pt x="0" y="8"/>
                    <ns1:pt x="0" y="8"/>
                    <ns1:pt x="1" y="8"/>
                  </ns1:cubicBezTo>
                  <ns1:cubicBezTo>
                    <ns1:pt x="43" y="8"/>
                    <ns1:pt x="43" y="8"/>
                    <ns1:pt x="43" y="8"/>
                  </ns1:cubicBezTo>
                  <ns1:cubicBezTo>
                    <ns1:pt x="44" y="8"/>
                    <ns1:pt x="44" y="8"/>
                    <ns1:pt x="44" y="7"/>
                  </ns1:cubicBezTo>
                  <ns1:cubicBezTo>
                    <ns1:pt x="44" y="1"/>
                    <ns1:pt x="44" y="1"/>
                    <ns1:pt x="44" y="1"/>
                  </ns1:cubicBezTo>
                  <ns1:cubicBezTo>
                    <ns1:pt x="44" y="0"/>
                    <ns1:pt x="44" y="0"/>
                    <ns1:pt x="43" y="0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58" name="Freeform 30"/>
            <ns0:cNvSpPr>
              <ns1:spLocks/>
            </ns0:cNvSpPr>
            <ns0:nvPr/>
          </ns0:nvSpPr>
          <ns0:spPr bwMode="auto">
            <ns1:xfrm>
              <ns1:off x="5992813" y="695326"/>
              <ns1:ext cx="225425" cy="165100"/>
            </ns1:xfrm>
            <ns1:custGeom>
              <ns1:avLst/>
              <ns1:gdLst>
                <ns1:gd name="T0" fmla="*/ 60 w 60"/>
                <ns1:gd name="T1" fmla="*/ 6 h 44"/>
                <ns1:gd name="T2" fmla="*/ 54 w 60"/>
                <ns1:gd name="T3" fmla="*/ 0 h 44"/>
                <ns1:gd name="T4" fmla="*/ 48 w 60"/>
                <ns1:gd name="T5" fmla="*/ 6 h 44"/>
                <ns1:gd name="T6" fmla="*/ 51 w 60"/>
                <ns1:gd name="T7" fmla="*/ 11 h 44"/>
                <ns1:gd name="T8" fmla="*/ 40 w 60"/>
                <ns1:gd name="T9" fmla="*/ 32 h 44"/>
                <ns1:gd name="T10" fmla="*/ 33 w 60"/>
                <ns1:gd name="T11" fmla="*/ 11 h 44"/>
                <ns1:gd name="T12" fmla="*/ 36 w 60"/>
                <ns1:gd name="T13" fmla="*/ 6 h 44"/>
                <ns1:gd name="T14" fmla="*/ 30 w 60"/>
                <ns1:gd name="T15" fmla="*/ 0 h 44"/>
                <ns1:gd name="T16" fmla="*/ 24 w 60"/>
                <ns1:gd name="T17" fmla="*/ 6 h 44"/>
                <ns1:gd name="T18" fmla="*/ 27 w 60"/>
                <ns1:gd name="T19" fmla="*/ 11 h 44"/>
                <ns1:gd name="T20" fmla="*/ 20 w 60"/>
                <ns1:gd name="T21" fmla="*/ 32 h 44"/>
                <ns1:gd name="T22" fmla="*/ 9 w 60"/>
                <ns1:gd name="T23" fmla="*/ 11 h 44"/>
                <ns1:gd name="T24" fmla="*/ 12 w 60"/>
                <ns1:gd name="T25" fmla="*/ 6 h 44"/>
                <ns1:gd name="T26" fmla="*/ 6 w 60"/>
                <ns1:gd name="T27" fmla="*/ 0 h 44"/>
                <ns1:gd name="T28" fmla="*/ 0 w 60"/>
                <ns1:gd name="T29" fmla="*/ 6 h 44"/>
                <ns1:gd name="T30" fmla="*/ 4 w 60"/>
                <ns1:gd name="T31" fmla="*/ 12 h 44"/>
                <ns1:gd name="T32" fmla="*/ 8 w 60"/>
                <ns1:gd name="T33" fmla="*/ 44 h 44"/>
                <ns1:gd name="T34" fmla="*/ 52 w 60"/>
                <ns1:gd name="T35" fmla="*/ 44 h 44"/>
                <ns1:gd name="T36" fmla="*/ 56 w 60"/>
                <ns1:gd name="T37" fmla="*/ 12 h 44"/>
                <ns1:gd name="T38" fmla="*/ 60 w 60"/>
                <ns1:gd name="T39" fmla="*/ 6 h 44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  <ns1:cxn ang="0">
                  <ns1:pos x="T30" y="T31"/>
                </ns1:cxn>
                <ns1:cxn ang="0">
                  <ns1:pos x="T32" y="T33"/>
                </ns1:cxn>
                <ns1:cxn ang="0">
                  <ns1:pos x="T34" y="T35"/>
                </ns1:cxn>
                <ns1:cxn ang="0">
                  <ns1:pos x="T36" y="T37"/>
                </ns1:cxn>
                <ns1:cxn ang="0">
                  <ns1:pos x="T38" y="T39"/>
                </ns1:cxn>
              </ns1:cxnLst>
              <ns1:rect l="0" t="0" r="r" b="b"/>
              <ns1:pathLst>
                <ns1:path w="60" h="44">
                  <ns1:moveTo>
                    <ns1:pt x="60" y="6"/>
                  </ns1:moveTo>
                  <ns1:cubicBezTo>
                    <ns1:pt x="60" y="3"/>
                    <ns1:pt x="57" y="0"/>
                    <ns1:pt x="54" y="0"/>
                  </ns1:cubicBezTo>
                  <ns1:cubicBezTo>
                    <ns1:pt x="51" y="0"/>
                    <ns1:pt x="48" y="3"/>
                    <ns1:pt x="48" y="6"/>
                  </ns1:cubicBezTo>
                  <ns1:cubicBezTo>
                    <ns1:pt x="48" y="8"/>
                    <ns1:pt x="49" y="10"/>
                    <ns1:pt x="51" y="11"/>
                  </ns1:cubicBezTo>
                  <ns1:cubicBezTo>
                    <ns1:pt x="40" y="32"/>
                    <ns1:pt x="40" y="32"/>
                    <ns1:pt x="40" y="32"/>
                  </ns1:cubicBezTo>
                  <ns1:cubicBezTo>
                    <ns1:pt x="33" y="11"/>
                    <ns1:pt x="33" y="11"/>
                    <ns1:pt x="33" y="11"/>
                  </ns1:cubicBezTo>
                  <ns1:cubicBezTo>
                    <ns1:pt x="35" y="10"/>
                    <ns1:pt x="36" y="8"/>
                    <ns1:pt x="36" y="6"/>
                  </ns1:cubicBezTo>
                  <ns1:cubicBezTo>
                    <ns1:pt x="36" y="3"/>
                    <ns1:pt x="33" y="0"/>
                    <ns1:pt x="30" y="0"/>
                  </ns1:cubicBezTo>
                  <ns1:cubicBezTo>
                    <ns1:pt x="27" y="0"/>
                    <ns1:pt x="24" y="3"/>
                    <ns1:pt x="24" y="6"/>
                  </ns1:cubicBezTo>
                  <ns1:cubicBezTo>
                    <ns1:pt x="24" y="8"/>
                    <ns1:pt x="25" y="10"/>
                    <ns1:pt x="27" y="11"/>
                  </ns1:cubicBezTo>
                  <ns1:cubicBezTo>
                    <ns1:pt x="20" y="32"/>
                    <ns1:pt x="20" y="32"/>
                    <ns1:pt x="20" y="32"/>
                  </ns1:cubicBezTo>
                  <ns1:cubicBezTo>
                    <ns1:pt x="9" y="11"/>
                    <ns1:pt x="9" y="11"/>
                    <ns1:pt x="9" y="11"/>
                  </ns1:cubicBezTo>
                  <ns1:cubicBezTo>
                    <ns1:pt x="11" y="10"/>
                    <ns1:pt x="12" y="8"/>
                    <ns1:pt x="12" y="6"/>
                  </ns1:cubicBezTo>
                  <ns1:cubicBezTo>
                    <ns1:pt x="12" y="3"/>
                    <ns1:pt x="9" y="0"/>
                    <ns1:pt x="6" y="0"/>
                  </ns1:cubicBezTo>
                  <ns1:cubicBezTo>
                    <ns1:pt x="3" y="0"/>
                    <ns1:pt x="0" y="3"/>
                    <ns1:pt x="0" y="6"/>
                  </ns1:cubicBezTo>
                  <ns1:cubicBezTo>
                    <ns1:pt x="0" y="9"/>
                    <ns1:pt x="2" y="11"/>
                    <ns1:pt x="4" y="12"/>
                  </ns1:cubicBezTo>
                  <ns1:cubicBezTo>
                    <ns1:pt x="8" y="44"/>
                    <ns1:pt x="8" y="44"/>
                    <ns1:pt x="8" y="44"/>
                  </ns1:cubicBezTo>
                  <ns1:cubicBezTo>
                    <ns1:pt x="52" y="44"/>
                    <ns1:pt x="52" y="44"/>
                    <ns1:pt x="52" y="44"/>
                  </ns1:cubicBezTo>
                  <ns1:cubicBezTo>
                    <ns1:pt x="56" y="12"/>
                    <ns1:pt x="56" y="12"/>
                    <ns1:pt x="56" y="12"/>
                  </ns1:cubicBezTo>
                  <ns1:cubicBezTo>
                    <ns1:pt x="58" y="11"/>
                    <ns1:pt x="60" y="9"/>
                    <ns1:pt x="60" y="6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</ns0:grpSp>
      <ns0:grpSp>
        <ns0:nvGrpSpPr>
          <ns0:cNvPr id="59" name="Group 58"/>
          <ns0:cNvGrpSpPr/>
          <ns0:nvPr/>
        </ns0:nvGrpSpPr>
        <ns0:grpSpPr>
          <ns1:xfrm>
            <ns1:off x="11368999" y="2053311"/>
            <ns1:ext cx="529751" cy="266107"/>
            <ns1:chOff x="5567364" y="4362450"/>
            <ns1:chExt cx="341313" cy="171450"/>
          </ns1:xfrm>
          <ns1:solidFill>
            <ns1:schemeClr val="tx1"/>
          </ns1:solidFill>
        </ns0:grpSpPr>
        <ns0:sp>
          <ns0:nvSpPr>
            <ns0:cNvPr id="60" name="Freeform 201"/>
            <ns0:cNvSpPr>
              <ns1:spLocks noEditPoints="1"/>
            </ns0:cNvSpPr>
            <ns0:nvPr/>
          </ns0:nvSpPr>
          <ns0:spPr bwMode="auto">
            <ns1:xfrm>
              <ns1:off x="5567364" y="4362450"/>
              <ns1:ext cx="341313" cy="171450"/>
            </ns1:xfrm>
            <ns1:custGeom>
              <ns1:avLst/>
              <ns1:gdLst>
                <ns1:gd name="T0" fmla="*/ 98 w 128"/>
                <ns1:gd name="T1" fmla="*/ 0 h 64"/>
                <ns1:gd name="T2" fmla="*/ 30 w 128"/>
                <ns1:gd name="T3" fmla="*/ 0 h 64"/>
                <ns1:gd name="T4" fmla="*/ 0 w 128"/>
                <ns1:gd name="T5" fmla="*/ 32 h 64"/>
                <ns1:gd name="T6" fmla="*/ 30 w 128"/>
                <ns1:gd name="T7" fmla="*/ 64 h 64"/>
                <ns1:gd name="T8" fmla="*/ 98 w 128"/>
                <ns1:gd name="T9" fmla="*/ 64 h 64"/>
                <ns1:gd name="T10" fmla="*/ 128 w 128"/>
                <ns1:gd name="T11" fmla="*/ 32 h 64"/>
                <ns1:gd name="T12" fmla="*/ 98 w 128"/>
                <ns1:gd name="T13" fmla="*/ 0 h 64"/>
                <ns1:gd name="T14" fmla="*/ 8 w 128"/>
                <ns1:gd name="T15" fmla="*/ 32 h 64"/>
                <ns1:gd name="T16" fmla="*/ 30 w 128"/>
                <ns1:gd name="T17" fmla="*/ 8 h 64"/>
                <ns1:gd name="T18" fmla="*/ 62 w 128"/>
                <ns1:gd name="T19" fmla="*/ 8 h 64"/>
                <ns1:gd name="T20" fmla="*/ 62 w 128"/>
                <ns1:gd name="T21" fmla="*/ 56 h 64"/>
                <ns1:gd name="T22" fmla="*/ 30 w 128"/>
                <ns1:gd name="T23" fmla="*/ 56 h 64"/>
                <ns1:gd name="T24" fmla="*/ 8 w 128"/>
                <ns1:gd name="T25" fmla="*/ 32 h 64"/>
                <ns1:gd name="T26" fmla="*/ 98 w 128"/>
                <ns1:gd name="T27" fmla="*/ 56 h 64"/>
                <ns1:gd name="T28" fmla="*/ 67 w 128"/>
                <ns1:gd name="T29" fmla="*/ 56 h 64"/>
                <ns1:gd name="T30" fmla="*/ 67 w 128"/>
                <ns1:gd name="T31" fmla="*/ 8 h 64"/>
                <ns1:gd name="T32" fmla="*/ 98 w 128"/>
                <ns1:gd name="T33" fmla="*/ 8 h 64"/>
                <ns1:gd name="T34" fmla="*/ 120 w 128"/>
                <ns1:gd name="T35" fmla="*/ 32 h 64"/>
                <ns1:gd name="T36" fmla="*/ 98 w 128"/>
                <ns1:gd name="T37" fmla="*/ 56 h 64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  <ns1:cxn ang="0">
                  <ns1:pos x="T30" y="T31"/>
                </ns1:cxn>
                <ns1:cxn ang="0">
                  <ns1:pos x="T32" y="T33"/>
                </ns1:cxn>
                <ns1:cxn ang="0">
                  <ns1:pos x="T34" y="T35"/>
                </ns1:cxn>
                <ns1:cxn ang="0">
                  <ns1:pos x="T36" y="T37"/>
                </ns1:cxn>
              </ns1:cxnLst>
              <ns1:rect l="0" t="0" r="r" b="b"/>
              <ns1:pathLst>
                <ns1:path w="128" h="64">
                  <ns1:moveTo>
                    <ns1:pt x="98" y="0"/>
                  </ns1:moveTo>
                  <ns1:cubicBezTo>
                    <ns1:pt x="30" y="0"/>
                    <ns1:pt x="30" y="0"/>
                    <ns1:pt x="30" y="0"/>
                  </ns1:cubicBezTo>
                  <ns1:cubicBezTo>
                    <ns1:pt x="14" y="0"/>
                    <ns1:pt x="0" y="14"/>
                    <ns1:pt x="0" y="32"/>
                  </ns1:cubicBezTo>
                  <ns1:cubicBezTo>
                    <ns1:pt x="0" y="50"/>
                    <ns1:pt x="14" y="64"/>
                    <ns1:pt x="30" y="64"/>
                  </ns1:cubicBezTo>
                  <ns1:cubicBezTo>
                    <ns1:pt x="98" y="64"/>
                    <ns1:pt x="98" y="64"/>
                    <ns1:pt x="98" y="64"/>
                  </ns1:cubicBezTo>
                  <ns1:cubicBezTo>
                    <ns1:pt x="114" y="64"/>
                    <ns1:pt x="128" y="50"/>
                    <ns1:pt x="128" y="32"/>
                  </ns1:cubicBezTo>
                  <ns1:cubicBezTo>
                    <ns1:pt x="128" y="14"/>
                    <ns1:pt x="114" y="0"/>
                    <ns1:pt x="98" y="0"/>
                  </ns1:cubicBezTo>
                  <ns1:close/>
                  <ns1:moveTo>
                    <ns1:pt x="8" y="32"/>
                  </ns1:moveTo>
                  <ns1:cubicBezTo>
                    <ns1:pt x="8" y="19"/>
                    <ns1:pt x="18" y="8"/>
                    <ns1:pt x="30" y="8"/>
                  </ns1:cubicBezTo>
                  <ns1:cubicBezTo>
                    <ns1:pt x="62" y="8"/>
                    <ns1:pt x="62" y="8"/>
                    <ns1:pt x="62" y="8"/>
                  </ns1:cubicBezTo>
                  <ns1:cubicBezTo>
                    <ns1:pt x="60" y="21"/>
                    <ns1:pt x="60" y="43"/>
                    <ns1:pt x="62" y="56"/>
                  </ns1:cubicBezTo>
                  <ns1:cubicBezTo>
                    <ns1:pt x="30" y="56"/>
                    <ns1:pt x="30" y="56"/>
                    <ns1:pt x="30" y="56"/>
                  </ns1:cubicBezTo>
                  <ns1:cubicBezTo>
                    <ns1:pt x="18" y="56"/>
                    <ns1:pt x="8" y="45"/>
                    <ns1:pt x="8" y="32"/>
                  </ns1:cubicBezTo>
                  <ns1:close/>
                  <ns1:moveTo>
                    <ns1:pt x="98" y="56"/>
                  </ns1:moveTo>
                  <ns1:cubicBezTo>
                    <ns1:pt x="67" y="56"/>
                    <ns1:pt x="67" y="56"/>
                    <ns1:pt x="67" y="56"/>
                  </ns1:cubicBezTo>
                  <ns1:cubicBezTo>
                    <ns1:pt x="64" y="44"/>
                    <ns1:pt x="64" y="20"/>
                    <ns1:pt x="67" y="8"/>
                  </ns1:cubicBezTo>
                  <ns1:cubicBezTo>
                    <ns1:pt x="98" y="8"/>
                    <ns1:pt x="98" y="8"/>
                    <ns1:pt x="98" y="8"/>
                  </ns1:cubicBezTo>
                  <ns1:cubicBezTo>
                    <ns1:pt x="110" y="8"/>
                    <ns1:pt x="120" y="19"/>
                    <ns1:pt x="120" y="32"/>
                  </ns1:cubicBezTo>
                  <ns1:cubicBezTo>
                    <ns1:pt x="120" y="45"/>
                    <ns1:pt x="110" y="56"/>
                    <ns1:pt x="98" y="56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61" name="Freeform 202"/>
            <ns0:cNvSpPr>
              <ns1:spLocks/>
            </ns0:cNvSpPr>
            <ns0:nvPr/>
          </ns0:nvSpPr>
          <ns0:spPr bwMode="auto">
            <ns1:xfrm>
              <ns1:off x="5603876" y="4400550"/>
              <ns1:ext cx="53975" cy="52388"/>
            </ns1:xfrm>
            <ns1:custGeom>
              <ns1:avLst/>
              <ns1:gdLst>
                <ns1:gd name="T0" fmla="*/ 18 w 20"/>
                <ns1:gd name="T1" fmla="*/ 0 h 20"/>
                <ns1:gd name="T2" fmla="*/ 0 w 20"/>
                <ns1:gd name="T3" fmla="*/ 18 h 20"/>
                <ns1:gd name="T4" fmla="*/ 2 w 20"/>
                <ns1:gd name="T5" fmla="*/ 20 h 20"/>
                <ns1:gd name="T6" fmla="*/ 4 w 20"/>
                <ns1:gd name="T7" fmla="*/ 18 h 20"/>
                <ns1:gd name="T8" fmla="*/ 18 w 20"/>
                <ns1:gd name="T9" fmla="*/ 4 h 20"/>
                <ns1:gd name="T10" fmla="*/ 20 w 20"/>
                <ns1:gd name="T11" fmla="*/ 2 h 20"/>
                <ns1:gd name="T12" fmla="*/ 18 w 20"/>
                <ns1:gd name="T13" fmla="*/ 0 h 20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</ns1:cxnLst>
              <ns1:rect l="0" t="0" r="r" b="b"/>
              <ns1:pathLst>
                <ns1:path w="20" h="20">
                  <ns1:moveTo>
                    <ns1:pt x="18" y="0"/>
                  </ns1:moveTo>
                  <ns1:cubicBezTo>
                    <ns1:pt x="8" y="0"/>
                    <ns1:pt x="0" y="8"/>
                    <ns1:pt x="0" y="18"/>
                  </ns1:cubicBezTo>
                  <ns1:cubicBezTo>
                    <ns1:pt x="0" y="19"/>
                    <ns1:pt x="1" y="20"/>
                    <ns1:pt x="2" y="20"/>
                  </ns1:cubicBezTo>
                  <ns1:cubicBezTo>
                    <ns1:pt x="3" y="20"/>
                    <ns1:pt x="4" y="19"/>
                    <ns1:pt x="4" y="18"/>
                  </ns1:cubicBezTo>
                  <ns1:cubicBezTo>
                    <ns1:pt x="4" y="10"/>
                    <ns1:pt x="10" y="4"/>
                    <ns1:pt x="18" y="4"/>
                  </ns1:cubicBezTo>
                  <ns1:cubicBezTo>
                    <ns1:pt x="19" y="4"/>
                    <ns1:pt x="20" y="3"/>
                    <ns1:pt x="20" y="2"/>
                  </ns1:cubicBezTo>
                  <ns1:cubicBezTo>
                    <ns1:pt x="20" y="1"/>
                    <ns1:pt x="19" y="0"/>
                    <ns1:pt x="18" y="0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62" name="Freeform 203"/>
            <ns0:cNvSpPr>
              <ns1:spLocks/>
            </ns0:cNvSpPr>
            <ns0:nvPr/>
          </ns0:nvSpPr>
          <ns0:spPr bwMode="auto">
            <ns1:xfrm>
              <ns1:off x="5818189" y="4441825"/>
              <ns1:ext cx="52388" cy="53975"/>
            </ns1:xfrm>
            <ns1:custGeom>
              <ns1:avLst/>
              <ns1:gdLst>
                <ns1:gd name="T0" fmla="*/ 18 w 20"/>
                <ns1:gd name="T1" fmla="*/ 0 h 20"/>
                <ns1:gd name="T2" fmla="*/ 16 w 20"/>
                <ns1:gd name="T3" fmla="*/ 2 h 20"/>
                <ns1:gd name="T4" fmla="*/ 2 w 20"/>
                <ns1:gd name="T5" fmla="*/ 16 h 20"/>
                <ns1:gd name="T6" fmla="*/ 0 w 20"/>
                <ns1:gd name="T7" fmla="*/ 18 h 20"/>
                <ns1:gd name="T8" fmla="*/ 2 w 20"/>
                <ns1:gd name="T9" fmla="*/ 20 h 20"/>
                <ns1:gd name="T10" fmla="*/ 20 w 20"/>
                <ns1:gd name="T11" fmla="*/ 2 h 20"/>
                <ns1:gd name="T12" fmla="*/ 18 w 20"/>
                <ns1:gd name="T13" fmla="*/ 0 h 20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</ns1:cxnLst>
              <ns1:rect l="0" t="0" r="r" b="b"/>
              <ns1:pathLst>
                <ns1:path w="20" h="20">
                  <ns1:moveTo>
                    <ns1:pt x="18" y="0"/>
                  </ns1:moveTo>
                  <ns1:cubicBezTo>
                    <ns1:pt x="17" y="0"/>
                    <ns1:pt x="16" y="1"/>
                    <ns1:pt x="16" y="2"/>
                  </ns1:cubicBezTo>
                  <ns1:cubicBezTo>
                    <ns1:pt x="16" y="10"/>
                    <ns1:pt x="10" y="16"/>
                    <ns1:pt x="2" y="16"/>
                  </ns1:cubicBezTo>
                  <ns1:cubicBezTo>
                    <ns1:pt x="1" y="16"/>
                    <ns1:pt x="0" y="17"/>
                    <ns1:pt x="0" y="18"/>
                  </ns1:cubicBezTo>
                  <ns1:cubicBezTo>
                    <ns1:pt x="0" y="19"/>
                    <ns1:pt x="1" y="20"/>
                    <ns1:pt x="2" y="20"/>
                  </ns1:cubicBezTo>
                  <ns1:cubicBezTo>
                    <ns1:pt x="12" y="20"/>
                    <ns1:pt x="20" y="12"/>
                    <ns1:pt x="20" y="2"/>
                  </ns1:cubicBezTo>
                  <ns1:cubicBezTo>
                    <ns1:pt x="20" y="1"/>
                    <ns1:pt x="19" y="0"/>
                    <ns1:pt x="18" y="0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</ns0:grpSp>
      <ns0:sp>
        <ns0:nvSpPr>
          <ns0:cNvPr id="63" name="Freeform 170"/>
          <ns0:cNvSpPr>
            <ns1:spLocks noEditPoints="1"/>
          </ns0:cNvSpPr>
          <ns0:nvPr/>
        </ns0:nvSpPr>
        <ns0:spPr bwMode="auto">
          <ns1:xfrm>
            <ns1:off x="6503834" y="3591650"/>
            <ns1:ext cx="267426" cy="446445"/>
          </ns1:xfrm>
          <ns1:custGeom>
            <ns1:avLst/>
            <ns1:gdLst>
              <ns1:gd name="T0" fmla="*/ 40 w 72"/>
              <ns1:gd name="T1" fmla="*/ 8 h 120"/>
              <ns1:gd name="T2" fmla="*/ 40 w 72"/>
              <ns1:gd name="T3" fmla="*/ 48 h 120"/>
              <ns1:gd name="T4" fmla="*/ 64 w 72"/>
              <ns1:gd name="T5" fmla="*/ 48 h 120"/>
              <ns1:gd name="T6" fmla="*/ 32 w 72"/>
              <ns1:gd name="T7" fmla="*/ 112 h 120"/>
              <ns1:gd name="T8" fmla="*/ 32 w 72"/>
              <ns1:gd name="T9" fmla="*/ 72 h 120"/>
              <ns1:gd name="T10" fmla="*/ 8 w 72"/>
              <ns1:gd name="T11" fmla="*/ 72 h 120"/>
              <ns1:gd name="T12" fmla="*/ 40 w 72"/>
              <ns1:gd name="T13" fmla="*/ 8 h 120"/>
              <ns1:gd name="T14" fmla="*/ 40 w 72"/>
              <ns1:gd name="T15" fmla="*/ 0 h 120"/>
              <ns1:gd name="T16" fmla="*/ 33 w 72"/>
              <ns1:gd name="T17" fmla="*/ 4 h 120"/>
              <ns1:gd name="T18" fmla="*/ 1 w 72"/>
              <ns1:gd name="T19" fmla="*/ 68 h 120"/>
              <ns1:gd name="T20" fmla="*/ 1 w 72"/>
              <ns1:gd name="T21" fmla="*/ 76 h 120"/>
              <ns1:gd name="T22" fmla="*/ 8 w 72"/>
              <ns1:gd name="T23" fmla="*/ 80 h 120"/>
              <ns1:gd name="T24" fmla="*/ 24 w 72"/>
              <ns1:gd name="T25" fmla="*/ 80 h 120"/>
              <ns1:gd name="T26" fmla="*/ 24 w 72"/>
              <ns1:gd name="T27" fmla="*/ 112 h 120"/>
              <ns1:gd name="T28" fmla="*/ 30 w 72"/>
              <ns1:gd name="T29" fmla="*/ 120 h 120"/>
              <ns1:gd name="T30" fmla="*/ 32 w 72"/>
              <ns1:gd name="T31" fmla="*/ 120 h 120"/>
              <ns1:gd name="T32" fmla="*/ 39 w 72"/>
              <ns1:gd name="T33" fmla="*/ 116 h 120"/>
              <ns1:gd name="T34" fmla="*/ 71 w 72"/>
              <ns1:gd name="T35" fmla="*/ 52 h 120"/>
              <ns1:gd name="T36" fmla="*/ 71 w 72"/>
              <ns1:gd name="T37" fmla="*/ 44 h 120"/>
              <ns1:gd name="T38" fmla="*/ 64 w 72"/>
              <ns1:gd name="T39" fmla="*/ 40 h 120"/>
              <ns1:gd name="T40" fmla="*/ 48 w 72"/>
              <ns1:gd name="T41" fmla="*/ 40 h 120"/>
              <ns1:gd name="T42" fmla="*/ 48 w 72"/>
              <ns1:gd name="T43" fmla="*/ 8 h 120"/>
              <ns1:gd name="T44" fmla="*/ 42 w 72"/>
              <ns1:gd name="T45" fmla="*/ 0 h 120"/>
              <ns1:gd name="T46" fmla="*/ 40 w 72"/>
              <ns1:gd name="T47" fmla="*/ 0 h 120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  <ns1:cxn ang="0">
                <ns1:pos x="T32" y="T33"/>
              </ns1:cxn>
              <ns1:cxn ang="0">
                <ns1:pos x="T34" y="T35"/>
              </ns1:cxn>
              <ns1:cxn ang="0">
                <ns1:pos x="T36" y="T37"/>
              </ns1:cxn>
              <ns1:cxn ang="0">
                <ns1:pos x="T38" y="T39"/>
              </ns1:cxn>
              <ns1:cxn ang="0">
                <ns1:pos x="T40" y="T41"/>
              </ns1:cxn>
              <ns1:cxn ang="0">
                <ns1:pos x="T42" y="T43"/>
              </ns1:cxn>
              <ns1:cxn ang="0">
                <ns1:pos x="T44" y="T45"/>
              </ns1:cxn>
              <ns1:cxn ang="0">
                <ns1:pos x="T46" y="T47"/>
              </ns1:cxn>
            </ns1:cxnLst>
            <ns1:rect l="0" t="0" r="r" b="b"/>
            <ns1:pathLst>
              <ns1:path w="72" h="120">
                <ns1:moveTo>
                  <ns1:pt x="40" y="8"/>
                </ns1:moveTo>
                <ns1:cubicBezTo>
                  <ns1:pt x="40" y="48"/>
                  <ns1:pt x="40" y="48"/>
                  <ns1:pt x="40" y="48"/>
                </ns1:cubicBezTo>
                <ns1:cubicBezTo>
                  <ns1:pt x="64" y="48"/>
                  <ns1:pt x="64" y="48"/>
                  <ns1:pt x="64" y="48"/>
                </ns1:cubicBezTo>
                <ns1:cubicBezTo>
                  <ns1:pt x="32" y="112"/>
                  <ns1:pt x="32" y="112"/>
                  <ns1:pt x="32" y="112"/>
                </ns1:cubicBezTo>
                <ns1:cubicBezTo>
                  <ns1:pt x="32" y="72"/>
                  <ns1:pt x="32" y="72"/>
                  <ns1:pt x="32" y="72"/>
                </ns1:cubicBezTo>
                <ns1:cubicBezTo>
                  <ns1:pt x="8" y="72"/>
                  <ns1:pt x="8" y="72"/>
                  <ns1:pt x="8" y="72"/>
                </ns1:cubicBezTo>
                <ns1:cubicBezTo>
                  <ns1:pt x="40" y="8"/>
                  <ns1:pt x="40" y="8"/>
                  <ns1:pt x="40" y="8"/>
                </ns1:cubicBezTo>
                <ns1:moveTo>
                  <ns1:pt x="40" y="0"/>
                </ns1:moveTo>
                <ns1:cubicBezTo>
                  <ns1:pt x="37" y="0"/>
                  <ns1:pt x="34" y="2"/>
                  <ns1:pt x="33" y="4"/>
                </ns1:cubicBezTo>
                <ns1:cubicBezTo>
                  <ns1:pt x="1" y="68"/>
                  <ns1:pt x="1" y="68"/>
                  <ns1:pt x="1" y="68"/>
                </ns1:cubicBezTo>
                <ns1:cubicBezTo>
                  <ns1:pt x="0" y="71"/>
                  <ns1:pt x="0" y="74"/>
                  <ns1:pt x="1" y="76"/>
                </ns1:cubicBezTo>
                <ns1:cubicBezTo>
                  <ns1:pt x="3" y="79"/>
                  <ns1:pt x="5" y="80"/>
                  <ns1:pt x="8" y="80"/>
                </ns1:cubicBezTo>
                <ns1:cubicBezTo>
                  <ns1:pt x="24" y="80"/>
                  <ns1:pt x="24" y="80"/>
                  <ns1:pt x="24" y="80"/>
                </ns1:cubicBezTo>
                <ns1:cubicBezTo>
                  <ns1:pt x="24" y="112"/>
                  <ns1:pt x="24" y="112"/>
                  <ns1:pt x="24" y="112"/>
                </ns1:cubicBezTo>
                <ns1:cubicBezTo>
                  <ns1:pt x="24" y="116"/>
                  <ns1:pt x="27" y="119"/>
                  <ns1:pt x="30" y="120"/>
                </ns1:cubicBezTo>
                <ns1:cubicBezTo>
                  <ns1:pt x="31" y="120"/>
                  <ns1:pt x="31" y="120"/>
                  <ns1:pt x="32" y="120"/>
                </ns1:cubicBezTo>
                <ns1:cubicBezTo>
                  <ns1:pt x="35" y="120"/>
                  <ns1:pt x="38" y="118"/>
                  <ns1:pt x="39" y="116"/>
                </ns1:cubicBezTo>
                <ns1:cubicBezTo>
                  <ns1:pt x="71" y="52"/>
                  <ns1:pt x="71" y="52"/>
                  <ns1:pt x="71" y="52"/>
                </ns1:cubicBezTo>
                <ns1:cubicBezTo>
                  <ns1:pt x="72" y="49"/>
                  <ns1:pt x="72" y="46"/>
                  <ns1:pt x="71" y="44"/>
                </ns1:cubicBezTo>
                <ns1:cubicBezTo>
                  <ns1:pt x="69" y="41"/>
                  <ns1:pt x="67" y="40"/>
                  <ns1:pt x="64" y="40"/>
                </ns1:cubicBezTo>
                <ns1:cubicBezTo>
                  <ns1:pt x="48" y="40"/>
                  <ns1:pt x="48" y="40"/>
                  <ns1:pt x="48" y="40"/>
                </ns1:cubicBezTo>
                <ns1:cubicBezTo>
                  <ns1:pt x="48" y="8"/>
                  <ns1:pt x="48" y="8"/>
                  <ns1:pt x="48" y="8"/>
                </ns1:cubicBezTo>
                <ns1:cubicBezTo>
                  <ns1:pt x="48" y="4"/>
                  <ns1:pt x="45" y="1"/>
                  <ns1:pt x="42" y="0"/>
                </ns1:cubicBezTo>
                <ns1:cubicBezTo>
                  <ns1:pt x="41" y="0"/>
                  <ns1:pt x="41" y="0"/>
                  <ns1:pt x="40" y="0"/>
                </ns1:cubicBezTo>
                <ns1:close/>
              </ns1:path>
            </ns1:pathLst>
          </ns1:custGeom>
          <ns1:solidFill>
            <ns1:schemeClr val="tx1"/>
          </ns1:solidFill>
          <ns1:ln>
            <ns1:noFill/>
          </ns1:ln>
          <ns1:extLst/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id-ID" sz="2700"/>
          </ns1:p>
        </ns0:txBody>
      </ns0:sp>
      <ns0:grpSp>
        <ns0:nvGrpSpPr>
          <ns0:cNvPr id="64" name="Group 63"/>
          <ns0:cNvGrpSpPr/>
          <ns0:nvPr/>
        </ns0:nvGrpSpPr>
        <ns0:grpSpPr>
          <ns1:xfrm>
            <ns1:off x="11384520" y="1306449"/>
            <ns1:ext cx="498709" cy="218340"/>
            <ns1:chOff x="1482726" y="5056188"/>
            <ns1:chExt cx="319088" cy="139700"/>
          </ns1:xfrm>
          <ns1:solidFill>
            <ns1:schemeClr val="tx1"/>
          </ns1:solidFill>
        </ns0:grpSpPr>
        <ns0:sp>
          <ns0:nvSpPr>
            <ns0:cNvPr id="65" name="Freeform 259"/>
            <ns0:cNvSpPr>
              <ns1:spLocks noEditPoints="1"/>
            </ns0:cNvSpPr>
            <ns0:nvPr/>
          </ns0:nvSpPr>
          <ns0:spPr bwMode="auto">
            <ns1:xfrm>
              <ns1:off x="1482726" y="5056188"/>
              <ns1:ext cx="319088" cy="139700"/>
            </ns1:xfrm>
            <ns1:custGeom>
              <ns1:avLst/>
              <ns1:gdLst>
                <ns1:gd name="T0" fmla="*/ 94 w 120"/>
                <ns1:gd name="T1" fmla="*/ 0 h 52"/>
                <ns1:gd name="T2" fmla="*/ 70 w 120"/>
                <ns1:gd name="T3" fmla="*/ 15 h 52"/>
                <ns1:gd name="T4" fmla="*/ 60 w 120"/>
                <ns1:gd name="T5" fmla="*/ 12 h 52"/>
                <ns1:gd name="T6" fmla="*/ 50 w 120"/>
                <ns1:gd name="T7" fmla="*/ 15 h 52"/>
                <ns1:gd name="T8" fmla="*/ 26 w 120"/>
                <ns1:gd name="T9" fmla="*/ 0 h 52"/>
                <ns1:gd name="T10" fmla="*/ 0 w 120"/>
                <ns1:gd name="T11" fmla="*/ 26 h 52"/>
                <ns1:gd name="T12" fmla="*/ 26 w 120"/>
                <ns1:gd name="T13" fmla="*/ 52 h 52"/>
                <ns1:gd name="T14" fmla="*/ 52 w 120"/>
                <ns1:gd name="T15" fmla="*/ 26 h 52"/>
                <ns1:gd name="T16" fmla="*/ 51 w 120"/>
                <ns1:gd name="T17" fmla="*/ 19 h 52"/>
                <ns1:gd name="T18" fmla="*/ 60 w 120"/>
                <ns1:gd name="T19" fmla="*/ 16 h 52"/>
                <ns1:gd name="T20" fmla="*/ 69 w 120"/>
                <ns1:gd name="T21" fmla="*/ 19 h 52"/>
                <ns1:gd name="T22" fmla="*/ 68 w 120"/>
                <ns1:gd name="T23" fmla="*/ 26 h 52"/>
                <ns1:gd name="T24" fmla="*/ 94 w 120"/>
                <ns1:gd name="T25" fmla="*/ 52 h 52"/>
                <ns1:gd name="T26" fmla="*/ 120 w 120"/>
                <ns1:gd name="T27" fmla="*/ 26 h 52"/>
                <ns1:gd name="T28" fmla="*/ 94 w 120"/>
                <ns1:gd name="T29" fmla="*/ 0 h 52"/>
                <ns1:gd name="T30" fmla="*/ 26 w 120"/>
                <ns1:gd name="T31" fmla="*/ 44 h 52"/>
                <ns1:gd name="T32" fmla="*/ 8 w 120"/>
                <ns1:gd name="T33" fmla="*/ 26 h 52"/>
                <ns1:gd name="T34" fmla="*/ 26 w 120"/>
                <ns1:gd name="T35" fmla="*/ 8 h 52"/>
                <ns1:gd name="T36" fmla="*/ 44 w 120"/>
                <ns1:gd name="T37" fmla="*/ 26 h 52"/>
                <ns1:gd name="T38" fmla="*/ 26 w 120"/>
                <ns1:gd name="T39" fmla="*/ 44 h 52"/>
                <ns1:gd name="T40" fmla="*/ 94 w 120"/>
                <ns1:gd name="T41" fmla="*/ 44 h 52"/>
                <ns1:gd name="T42" fmla="*/ 76 w 120"/>
                <ns1:gd name="T43" fmla="*/ 26 h 52"/>
                <ns1:gd name="T44" fmla="*/ 94 w 120"/>
                <ns1:gd name="T45" fmla="*/ 8 h 52"/>
                <ns1:gd name="T46" fmla="*/ 112 w 120"/>
                <ns1:gd name="T47" fmla="*/ 26 h 52"/>
                <ns1:gd name="T48" fmla="*/ 94 w 120"/>
                <ns1:gd name="T49" fmla="*/ 44 h 52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  <ns1:cxn ang="0">
                  <ns1:pos x="T30" y="T31"/>
                </ns1:cxn>
                <ns1:cxn ang="0">
                  <ns1:pos x="T32" y="T33"/>
                </ns1:cxn>
                <ns1:cxn ang="0">
                  <ns1:pos x="T34" y="T35"/>
                </ns1:cxn>
                <ns1:cxn ang="0">
                  <ns1:pos x="T36" y="T37"/>
                </ns1:cxn>
                <ns1:cxn ang="0">
                  <ns1:pos x="T38" y="T39"/>
                </ns1:cxn>
                <ns1:cxn ang="0">
                  <ns1:pos x="T40" y="T41"/>
                </ns1:cxn>
                <ns1:cxn ang="0">
                  <ns1:pos x="T42" y="T43"/>
                </ns1:cxn>
                <ns1:cxn ang="0">
                  <ns1:pos x="T44" y="T45"/>
                </ns1:cxn>
                <ns1:cxn ang="0">
                  <ns1:pos x="T46" y="T47"/>
                </ns1:cxn>
                <ns1:cxn ang="0">
                  <ns1:pos x="T48" y="T49"/>
                </ns1:cxn>
              </ns1:cxnLst>
              <ns1:rect l="0" t="0" r="r" b="b"/>
              <ns1:pathLst>
                <ns1:path w="120" h="52">
                  <ns1:moveTo>
                    <ns1:pt x="94" y="0"/>
                  </ns1:moveTo>
                  <ns1:cubicBezTo>
                    <ns1:pt x="84" y="0"/>
                    <ns1:pt x="75" y="6"/>
                    <ns1:pt x="70" y="15"/>
                  </ns1:cubicBezTo>
                  <ns1:cubicBezTo>
                    <ns1:pt x="68" y="13"/>
                    <ns1:pt x="64" y="12"/>
                    <ns1:pt x="60" y="12"/>
                  </ns1:cubicBezTo>
                  <ns1:cubicBezTo>
                    <ns1:pt x="56" y="12"/>
                    <ns1:pt x="52" y="13"/>
                    <ns1:pt x="50" y="15"/>
                  </ns1:cubicBezTo>
                  <ns1:cubicBezTo>
                    <ns1:pt x="45" y="6"/>
                    <ns1:pt x="36" y="0"/>
                    <ns1:pt x="26" y="0"/>
                  </ns1:cubicBezTo>
                  <ns1:cubicBezTo>
                    <ns1:pt x="12" y="0"/>
                    <ns1:pt x="0" y="12"/>
                    <ns1:pt x="0" y="26"/>
                  </ns1:cubicBezTo>
                  <ns1:cubicBezTo>
                    <ns1:pt x="0" y="40"/>
                    <ns1:pt x="12" y="52"/>
                    <ns1:pt x="26" y="52"/>
                  </ns1:cubicBezTo>
                  <ns1:cubicBezTo>
                    <ns1:pt x="40" y="52"/>
                    <ns1:pt x="52" y="40"/>
                    <ns1:pt x="52" y="26"/>
                  </ns1:cubicBezTo>
                  <ns1:cubicBezTo>
                    <ns1:pt x="52" y="24"/>
                    <ns1:pt x="52" y="21"/>
                    <ns1:pt x="51" y="19"/>
                  </ns1:cubicBezTo>
                  <ns1:cubicBezTo>
                    <ns1:pt x="53" y="17"/>
                    <ns1:pt x="56" y="16"/>
                    <ns1:pt x="60" y="16"/>
                  </ns1:cubicBezTo>
                  <ns1:cubicBezTo>
                    <ns1:pt x="64" y="16"/>
                    <ns1:pt x="67" y="17"/>
                    <ns1:pt x="69" y="19"/>
                  </ns1:cubicBezTo>
                  <ns1:cubicBezTo>
                    <ns1:pt x="68" y="21"/>
                    <ns1:pt x="68" y="24"/>
                    <ns1:pt x="68" y="26"/>
                  </ns1:cubicBezTo>
                  <ns1:cubicBezTo>
                    <ns1:pt x="68" y="40"/>
                    <ns1:pt x="80" y="52"/>
                    <ns1:pt x="94" y="52"/>
                  </ns1:cubicBezTo>
                  <ns1:cubicBezTo>
                    <ns1:pt x="108" y="52"/>
                    <ns1:pt x="120" y="40"/>
                    <ns1:pt x="120" y="26"/>
                  </ns1:cubicBezTo>
                  <ns1:cubicBezTo>
                    <ns1:pt x="120" y="12"/>
                    <ns1:pt x="108" y="0"/>
                    <ns1:pt x="94" y="0"/>
                  </ns1:cubicBezTo>
                  <ns1:close/>
                  <ns1:moveTo>
                    <ns1:pt x="26" y="44"/>
                  </ns1:moveTo>
                  <ns1:cubicBezTo>
                    <ns1:pt x="16" y="44"/>
                    <ns1:pt x="8" y="36"/>
                    <ns1:pt x="8" y="26"/>
                  </ns1:cubicBezTo>
                  <ns1:cubicBezTo>
                    <ns1:pt x="8" y="16"/>
                    <ns1:pt x="16" y="8"/>
                    <ns1:pt x="26" y="8"/>
                  </ns1:cubicBezTo>
                  <ns1:cubicBezTo>
                    <ns1:pt x="36" y="8"/>
                    <ns1:pt x="44" y="16"/>
                    <ns1:pt x="44" y="26"/>
                  </ns1:cubicBezTo>
                  <ns1:cubicBezTo>
                    <ns1:pt x="44" y="36"/>
                    <ns1:pt x="36" y="44"/>
                    <ns1:pt x="26" y="44"/>
                  </ns1:cubicBezTo>
                  <ns1:close/>
                  <ns1:moveTo>
                    <ns1:pt x="94" y="44"/>
                  </ns1:moveTo>
                  <ns1:cubicBezTo>
                    <ns1:pt x="84" y="44"/>
                    <ns1:pt x="76" y="36"/>
                    <ns1:pt x="76" y="26"/>
                  </ns1:cubicBezTo>
                  <ns1:cubicBezTo>
                    <ns1:pt x="76" y="16"/>
                    <ns1:pt x="84" y="8"/>
                    <ns1:pt x="94" y="8"/>
                  </ns1:cubicBezTo>
                  <ns1:cubicBezTo>
                    <ns1:pt x="104" y="8"/>
                    <ns1:pt x="112" y="16"/>
                    <ns1:pt x="112" y="26"/>
                  </ns1:cubicBezTo>
                  <ns1:cubicBezTo>
                    <ns1:pt x="112" y="36"/>
                    <ns1:pt x="104" y="44"/>
                    <ns1:pt x="94" y="44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66" name="Freeform 260"/>
            <ns0:cNvSpPr>
              <ns1:spLocks/>
            </ns0:cNvSpPr>
            <ns0:nvPr/>
          </ns0:nvSpPr>
          <ns0:spPr bwMode="auto">
            <ns1:xfrm>
              <ns1:off x="1519238" y="5094288"/>
              <ns1:ext cx="42863" cy="42863"/>
            </ns1:xfrm>
            <ns1:custGeom>
              <ns1:avLst/>
              <ns1:gdLst>
                <ns1:gd name="T0" fmla="*/ 14 w 16"/>
                <ns1:gd name="T1" fmla="*/ 0 h 16"/>
                <ns1:gd name="T2" fmla="*/ 12 w 16"/>
                <ns1:gd name="T3" fmla="*/ 0 h 16"/>
                <ns1:gd name="T4" fmla="*/ 0 w 16"/>
                <ns1:gd name="T5" fmla="*/ 12 h 16"/>
                <ns1:gd name="T6" fmla="*/ 0 w 16"/>
                <ns1:gd name="T7" fmla="*/ 14 h 16"/>
                <ns1:gd name="T8" fmla="*/ 2 w 16"/>
                <ns1:gd name="T9" fmla="*/ 16 h 16"/>
                <ns1:gd name="T10" fmla="*/ 3 w 16"/>
                <ns1:gd name="T11" fmla="*/ 16 h 16"/>
                <ns1:gd name="T12" fmla="*/ 4 w 16"/>
                <ns1:gd name="T13" fmla="*/ 14 h 16"/>
                <ns1:gd name="T14" fmla="*/ 4 w 16"/>
                <ns1:gd name="T15" fmla="*/ 12 h 16"/>
                <ns1:gd name="T16" fmla="*/ 12 w 16"/>
                <ns1:gd name="T17" fmla="*/ 4 h 16"/>
                <ns1:gd name="T18" fmla="*/ 14 w 16"/>
                <ns1:gd name="T19" fmla="*/ 4 h 16"/>
                <ns1:gd name="T20" fmla="*/ 16 w 16"/>
                <ns1:gd name="T21" fmla="*/ 3 h 16"/>
                <ns1:gd name="T22" fmla="*/ 14 w 16"/>
                <ns1:gd name="T23" fmla="*/ 0 h 16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</ns1:cxnLst>
              <ns1:rect l="0" t="0" r="r" b="b"/>
              <ns1:pathLst>
                <ns1:path w="16" h="16">
                  <ns1:moveTo>
                    <ns1:pt x="14" y="0"/>
                  </ns1:moveTo>
                  <ns1:cubicBezTo>
                    <ns1:pt x="14" y="0"/>
                    <ns1:pt x="13" y="0"/>
                    <ns1:pt x="12" y="0"/>
                  </ns1:cubicBezTo>
                  <ns1:cubicBezTo>
                    <ns1:pt x="5" y="0"/>
                    <ns1:pt x="0" y="5"/>
                    <ns1:pt x="0" y="12"/>
                  </ns1:cubicBezTo>
                  <ns1:cubicBezTo>
                    <ns1:pt x="0" y="13"/>
                    <ns1:pt x="0" y="14"/>
                    <ns1:pt x="0" y="14"/>
                  </ns1:cubicBezTo>
                  <ns1:cubicBezTo>
                    <ns1:pt x="0" y="15"/>
                    <ns1:pt x="1" y="16"/>
                    <ns1:pt x="2" y="16"/>
                  </ns1:cubicBezTo>
                  <ns1:cubicBezTo>
                    <ns1:pt x="2" y="16"/>
                    <ns1:pt x="2" y="16"/>
                    <ns1:pt x="3" y="16"/>
                  </ns1:cubicBezTo>
                  <ns1:cubicBezTo>
                    <ns1:pt x="4" y="16"/>
                    <ns1:pt x="4" y="15"/>
                    <ns1:pt x="4" y="14"/>
                  </ns1:cubicBezTo>
                  <ns1:cubicBezTo>
                    <ns1:pt x="4" y="13"/>
                    <ns1:pt x="4" y="13"/>
                    <ns1:pt x="4" y="12"/>
                  </ns1:cubicBezTo>
                  <ns1:cubicBezTo>
                    <ns1:pt x="4" y="8"/>
                    <ns1:pt x="8" y="4"/>
                    <ns1:pt x="12" y="4"/>
                  </ns1:cubicBezTo>
                  <ns1:cubicBezTo>
                    <ns1:pt x="13" y="4"/>
                    <ns1:pt x="13" y="4"/>
                    <ns1:pt x="14" y="4"/>
                  </ns1:cubicBezTo>
                  <ns1:cubicBezTo>
                    <ns1:pt x="15" y="4"/>
                    <ns1:pt x="16" y="4"/>
                    <ns1:pt x="16" y="3"/>
                  </ns1:cubicBezTo>
                  <ns1:cubicBezTo>
                    <ns1:pt x="16" y="2"/>
                    <ns1:pt x="15" y="0"/>
                    <ns1:pt x="14" y="0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67" name="Freeform 261"/>
            <ns0:cNvSpPr>
              <ns1:spLocks/>
            </ns0:cNvSpPr>
            <ns0:nvPr/>
          </ns0:nvSpPr>
          <ns0:spPr bwMode="auto">
            <ns1:xfrm>
              <ns1:off x="1701801" y="5094288"/>
              <ns1:ext cx="41275" cy="42863"/>
            </ns1:xfrm>
            <ns1:custGeom>
              <ns1:avLst/>
              <ns1:gdLst>
                <ns1:gd name="T0" fmla="*/ 14 w 16"/>
                <ns1:gd name="T1" fmla="*/ 0 h 16"/>
                <ns1:gd name="T2" fmla="*/ 12 w 16"/>
                <ns1:gd name="T3" fmla="*/ 0 h 16"/>
                <ns1:gd name="T4" fmla="*/ 0 w 16"/>
                <ns1:gd name="T5" fmla="*/ 12 h 16"/>
                <ns1:gd name="T6" fmla="*/ 0 w 16"/>
                <ns1:gd name="T7" fmla="*/ 14 h 16"/>
                <ns1:gd name="T8" fmla="*/ 2 w 16"/>
                <ns1:gd name="T9" fmla="*/ 16 h 16"/>
                <ns1:gd name="T10" fmla="*/ 3 w 16"/>
                <ns1:gd name="T11" fmla="*/ 16 h 16"/>
                <ns1:gd name="T12" fmla="*/ 4 w 16"/>
                <ns1:gd name="T13" fmla="*/ 14 h 16"/>
                <ns1:gd name="T14" fmla="*/ 4 w 16"/>
                <ns1:gd name="T15" fmla="*/ 12 h 16"/>
                <ns1:gd name="T16" fmla="*/ 12 w 16"/>
                <ns1:gd name="T17" fmla="*/ 4 h 16"/>
                <ns1:gd name="T18" fmla="*/ 14 w 16"/>
                <ns1:gd name="T19" fmla="*/ 4 h 16"/>
                <ns1:gd name="T20" fmla="*/ 16 w 16"/>
                <ns1:gd name="T21" fmla="*/ 3 h 16"/>
                <ns1:gd name="T22" fmla="*/ 14 w 16"/>
                <ns1:gd name="T23" fmla="*/ 0 h 16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</ns1:cxnLst>
              <ns1:rect l="0" t="0" r="r" b="b"/>
              <ns1:pathLst>
                <ns1:path w="16" h="16">
                  <ns1:moveTo>
                    <ns1:pt x="14" y="0"/>
                  </ns1:moveTo>
                  <ns1:cubicBezTo>
                    <ns1:pt x="14" y="0"/>
                    <ns1:pt x="13" y="0"/>
                    <ns1:pt x="12" y="0"/>
                  </ns1:cubicBezTo>
                  <ns1:cubicBezTo>
                    <ns1:pt x="5" y="0"/>
                    <ns1:pt x="0" y="5"/>
                    <ns1:pt x="0" y="12"/>
                  </ns1:cubicBezTo>
                  <ns1:cubicBezTo>
                    <ns1:pt x="0" y="13"/>
                    <ns1:pt x="0" y="14"/>
                    <ns1:pt x="0" y="14"/>
                  </ns1:cubicBezTo>
                  <ns1:cubicBezTo>
                    <ns1:pt x="0" y="15"/>
                    <ns1:pt x="1" y="16"/>
                    <ns1:pt x="2" y="16"/>
                  </ns1:cubicBezTo>
                  <ns1:cubicBezTo>
                    <ns1:pt x="2" y="16"/>
                    <ns1:pt x="2" y="16"/>
                    <ns1:pt x="3" y="16"/>
                  </ns1:cubicBezTo>
                  <ns1:cubicBezTo>
                    <ns1:pt x="4" y="16"/>
                    <ns1:pt x="4" y="15"/>
                    <ns1:pt x="4" y="14"/>
                  </ns1:cubicBezTo>
                  <ns1:cubicBezTo>
                    <ns1:pt x="4" y="13"/>
                    <ns1:pt x="4" y="13"/>
                    <ns1:pt x="4" y="12"/>
                  </ns1:cubicBezTo>
                  <ns1:cubicBezTo>
                    <ns1:pt x="4" y="8"/>
                    <ns1:pt x="8" y="4"/>
                    <ns1:pt x="12" y="4"/>
                  </ns1:cubicBezTo>
                  <ns1:cubicBezTo>
                    <ns1:pt x="13" y="4"/>
                    <ns1:pt x="13" y="4"/>
                    <ns1:pt x="14" y="4"/>
                  </ns1:cubicBezTo>
                  <ns1:cubicBezTo>
                    <ns1:pt x="15" y="4"/>
                    <ns1:pt x="16" y="4"/>
                    <ns1:pt x="16" y="3"/>
                  </ns1:cubicBezTo>
                  <ns1:cubicBezTo>
                    <ns1:pt x="16" y="2"/>
                    <ns1:pt x="15" y="0"/>
                    <ns1:pt x="14" y="0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</ns0:grpSp>
      <ns0:grpSp>
        <ns0:nvGrpSpPr>
          <ns0:cNvPr id="68" name="Group 67"/>
          <ns0:cNvGrpSpPr/>
          <ns0:nvPr/>
        </ns0:nvGrpSpPr>
        <ns0:grpSpPr>
          <ns1:xfrm>
            <ns1:off x="345084" y="4401548"/>
            <ns1:ext cx="369802" cy="358989"/>
            <ns1:chOff x="8337551" y="5000625"/>
            <ns1:chExt cx="271463" cy="263525"/>
          </ns1:xfrm>
          <ns1:solidFill>
            <ns1:schemeClr val="tx1"/>
          </ns1:solidFill>
        </ns0:grpSpPr>
        <ns0:sp>
          <ns0:nvSpPr>
            <ns0:cNvPr id="69" name="Freeform 298"/>
            <ns0:cNvSpPr>
              <ns1:spLocks noEditPoints="1"/>
            </ns0:cNvSpPr>
            <ns0:nvPr/>
          </ns0:nvSpPr>
          <ns0:spPr bwMode="auto">
            <ns1:xfrm>
              <ns1:off x="8337551" y="5000625"/>
              <ns1:ext cx="271463" cy="263525"/>
            </ns1:xfrm>
            <ns1:custGeom>
              <ns1:avLst/>
              <ns1:gdLst>
                <ns1:gd name="T0" fmla="*/ 88 w 102"/>
                <ns1:gd name="T1" fmla="*/ 10 h 99"/>
                <ns1:gd name="T2" fmla="*/ 64 w 102"/>
                <ns1:gd name="T3" fmla="*/ 0 h 99"/>
                <ns1:gd name="T4" fmla="*/ 40 w 102"/>
                <ns1:gd name="T5" fmla="*/ 10 h 99"/>
                <ns1:gd name="T6" fmla="*/ 32 w 102"/>
                <ns1:gd name="T7" fmla="*/ 46 h 99"/>
                <ns1:gd name="T8" fmla="*/ 5 w 102"/>
                <ns1:gd name="T9" fmla="*/ 73 h 99"/>
                <ns1:gd name="T10" fmla="*/ 0 w 102"/>
                <ns1:gd name="T11" fmla="*/ 86 h 99"/>
                <ns1:gd name="T12" fmla="*/ 6 w 102"/>
                <ns1:gd name="T13" fmla="*/ 97 h 99"/>
                <ns1:gd name="T14" fmla="*/ 8 w 102"/>
                <ns1:gd name="T15" fmla="*/ 99 h 99"/>
                <ns1:gd name="T16" fmla="*/ 12 w 102"/>
                <ns1:gd name="T17" fmla="*/ 98 h 99"/>
                <ns1:gd name="T18" fmla="*/ 31 w 102"/>
                <ns1:gd name="T19" fmla="*/ 95 h 99"/>
                <ns1:gd name="T20" fmla="*/ 38 w 102"/>
                <ns1:gd name="T21" fmla="*/ 94 h 99"/>
                <ns1:gd name="T22" fmla="*/ 38 w 102"/>
                <ns1:gd name="T23" fmla="*/ 87 h 99"/>
                <ns1:gd name="T24" fmla="*/ 38 w 102"/>
                <ns1:gd name="T25" fmla="*/ 84 h 99"/>
                <ns1:gd name="T26" fmla="*/ 42 w 102"/>
                <ns1:gd name="T27" fmla="*/ 84 h 99"/>
                <ns1:gd name="T28" fmla="*/ 47 w 102"/>
                <ns1:gd name="T29" fmla="*/ 84 h 99"/>
                <ns1:gd name="T30" fmla="*/ 49 w 102"/>
                <ns1:gd name="T31" fmla="*/ 79 h 99"/>
                <ns1:gd name="T32" fmla="*/ 53 w 102"/>
                <ns1:gd name="T33" fmla="*/ 66 h 99"/>
                <ns1:gd name="T34" fmla="*/ 64 w 102"/>
                <ns1:gd name="T35" fmla="*/ 68 h 99"/>
                <ns1:gd name="T36" fmla="*/ 88 w 102"/>
                <ns1:gd name="T37" fmla="*/ 58 h 99"/>
                <ns1:gd name="T38" fmla="*/ 88 w 102"/>
                <ns1:gd name="T39" fmla="*/ 10 h 99"/>
                <ns1:gd name="T40" fmla="*/ 83 w 102"/>
                <ns1:gd name="T41" fmla="*/ 52 h 99"/>
                <ns1:gd name="T42" fmla="*/ 64 w 102"/>
                <ns1:gd name="T43" fmla="*/ 60 h 99"/>
                <ns1:gd name="T44" fmla="*/ 51 w 102"/>
                <ns1:gd name="T45" fmla="*/ 56 h 99"/>
                <ns1:gd name="T46" fmla="*/ 47 w 102"/>
                <ns1:gd name="T47" fmla="*/ 59 h 99"/>
                <ns1:gd name="T48" fmla="*/ 42 w 102"/>
                <ns1:gd name="T49" fmla="*/ 76 h 99"/>
                <ns1:gd name="T50" fmla="*/ 30 w 102"/>
                <ns1:gd name="T51" fmla="*/ 76 h 99"/>
                <ns1:gd name="T52" fmla="*/ 30 w 102"/>
                <ns1:gd name="T53" fmla="*/ 87 h 99"/>
                <ns1:gd name="T54" fmla="*/ 11 w 102"/>
                <ns1:gd name="T55" fmla="*/ 90 h 99"/>
                <ns1:gd name="T56" fmla="*/ 11 w 102"/>
                <ns1:gd name="T57" fmla="*/ 79 h 99"/>
                <ns1:gd name="T58" fmla="*/ 42 w 102"/>
                <ns1:gd name="T59" fmla="*/ 47 h 99"/>
                <ns1:gd name="T60" fmla="*/ 46 w 102"/>
                <ns1:gd name="T61" fmla="*/ 15 h 99"/>
                <ns1:gd name="T62" fmla="*/ 64 w 102"/>
                <ns1:gd name="T63" fmla="*/ 8 h 99"/>
                <ns1:gd name="T64" fmla="*/ 83 w 102"/>
                <ns1:gd name="T65" fmla="*/ 15 h 99"/>
                <ns1:gd name="T66" fmla="*/ 83 w 102"/>
                <ns1:gd name="T67" fmla="*/ 52 h 99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  <ns1:cxn ang="0">
                  <ns1:pos x="T30" y="T31"/>
                </ns1:cxn>
                <ns1:cxn ang="0">
                  <ns1:pos x="T32" y="T33"/>
                </ns1:cxn>
                <ns1:cxn ang="0">
                  <ns1:pos x="T34" y="T35"/>
                </ns1:cxn>
                <ns1:cxn ang="0">
                  <ns1:pos x="T36" y="T37"/>
                </ns1:cxn>
                <ns1:cxn ang="0">
                  <ns1:pos x="T38" y="T39"/>
                </ns1:cxn>
                <ns1:cxn ang="0">
                  <ns1:pos x="T40" y="T41"/>
                </ns1:cxn>
                <ns1:cxn ang="0">
                  <ns1:pos x="T42" y="T43"/>
                </ns1:cxn>
                <ns1:cxn ang="0">
                  <ns1:pos x="T44" y="T45"/>
                </ns1:cxn>
                <ns1:cxn ang="0">
                  <ns1:pos x="T46" y="T47"/>
                </ns1:cxn>
                <ns1:cxn ang="0">
                  <ns1:pos x="T48" y="T49"/>
                </ns1:cxn>
                <ns1:cxn ang="0">
                  <ns1:pos x="T50" y="T51"/>
                </ns1:cxn>
                <ns1:cxn ang="0">
                  <ns1:pos x="T52" y="T53"/>
                </ns1:cxn>
                <ns1:cxn ang="0">
                  <ns1:pos x="T54" y="T55"/>
                </ns1:cxn>
                <ns1:cxn ang="0">
                  <ns1:pos x="T56" y="T57"/>
                </ns1:cxn>
                <ns1:cxn ang="0">
                  <ns1:pos x="T58" y="T59"/>
                </ns1:cxn>
                <ns1:cxn ang="0">
                  <ns1:pos x="T60" y="T61"/>
                </ns1:cxn>
                <ns1:cxn ang="0">
                  <ns1:pos x="T62" y="T63"/>
                </ns1:cxn>
                <ns1:cxn ang="0">
                  <ns1:pos x="T64" y="T65"/>
                </ns1:cxn>
                <ns1:cxn ang="0">
                  <ns1:pos x="T66" y="T67"/>
                </ns1:cxn>
              </ns1:cxnLst>
              <ns1:rect l="0" t="0" r="r" b="b"/>
              <ns1:pathLst>
                <ns1:path w="102" h="99">
                  <ns1:moveTo>
                    <ns1:pt x="88" y="10"/>
                  </ns1:moveTo>
                  <ns1:cubicBezTo>
                    <ns1:pt x="82" y="3"/>
                    <ns1:pt x="73" y="0"/>
                    <ns1:pt x="64" y="0"/>
                  </ns1:cubicBezTo>
                  <ns1:cubicBezTo>
                    <ns1:pt x="55" y="0"/>
                    <ns1:pt x="47" y="3"/>
                    <ns1:pt x="40" y="10"/>
                  </ns1:cubicBezTo>
                  <ns1:cubicBezTo>
                    <ns1:pt x="31" y="19"/>
                    <ns1:pt x="28" y="33"/>
                    <ns1:pt x="32" y="46"/>
                  </ns1:cubicBezTo>
                  <ns1:cubicBezTo>
                    <ns1:pt x="5" y="73"/>
                    <ns1:pt x="5" y="73"/>
                    <ns1:pt x="5" y="73"/>
                  </ns1:cubicBezTo>
                  <ns1:cubicBezTo>
                    <ns1:pt x="0" y="78"/>
                    <ns1:pt x="0" y="83"/>
                    <ns1:pt x="0" y="86"/>
                  </ns1:cubicBezTo>
                  <ns1:cubicBezTo>
                    <ns1:pt x="0" y="92"/>
                    <ns1:pt x="5" y="96"/>
                    <ns1:pt x="6" y="97"/>
                  </ns1:cubicBezTo>
                  <ns1:cubicBezTo>
                    <ns1:pt x="8" y="99"/>
                    <ns1:pt x="8" y="99"/>
                    <ns1:pt x="8" y="99"/>
                  </ns1:cubicBezTo>
                  <ns1:cubicBezTo>
                    <ns1:pt x="12" y="98"/>
                    <ns1:pt x="12" y="98"/>
                    <ns1:pt x="12" y="98"/>
                  </ns1:cubicBezTo>
                  <ns1:cubicBezTo>
                    <ns1:pt x="31" y="95"/>
                    <ns1:pt x="31" y="95"/>
                    <ns1:pt x="31" y="95"/>
                  </ns1:cubicBezTo>
                  <ns1:cubicBezTo>
                    <ns1:pt x="38" y="94"/>
                    <ns1:pt x="38" y="94"/>
                    <ns1:pt x="38" y="94"/>
                  </ns1:cubicBezTo>
                  <ns1:cubicBezTo>
                    <ns1:pt x="38" y="87"/>
                    <ns1:pt x="38" y="87"/>
                    <ns1:pt x="38" y="87"/>
                  </ns1:cubicBezTo>
                  <ns1:cubicBezTo>
                    <ns1:pt x="38" y="84"/>
                    <ns1:pt x="38" y="84"/>
                    <ns1:pt x="38" y="84"/>
                  </ns1:cubicBezTo>
                  <ns1:cubicBezTo>
                    <ns1:pt x="42" y="84"/>
                    <ns1:pt x="42" y="84"/>
                    <ns1:pt x="42" y="84"/>
                  </ns1:cubicBezTo>
                  <ns1:cubicBezTo>
                    <ns1:pt x="47" y="84"/>
                    <ns1:pt x="47" y="84"/>
                    <ns1:pt x="47" y="84"/>
                  </ns1:cubicBezTo>
                  <ns1:cubicBezTo>
                    <ns1:pt x="49" y="79"/>
                    <ns1:pt x="49" y="79"/>
                    <ns1:pt x="49" y="79"/>
                  </ns1:cubicBezTo>
                  <ns1:cubicBezTo>
                    <ns1:pt x="53" y="66"/>
                    <ns1:pt x="53" y="66"/>
                    <ns1:pt x="53" y="66"/>
                  </ns1:cubicBezTo>
                  <ns1:cubicBezTo>
                    <ns1:pt x="57" y="67"/>
                    <ns1:pt x="61" y="68"/>
                    <ns1:pt x="64" y="68"/>
                  </ns1:cubicBezTo>
                  <ns1:cubicBezTo>
                    <ns1:pt x="73" y="68"/>
                    <ns1:pt x="82" y="64"/>
                    <ns1:pt x="88" y="58"/>
                  </ns1:cubicBezTo>
                  <ns1:cubicBezTo>
                    <ns1:pt x="102" y="45"/>
                    <ns1:pt x="102" y="23"/>
                    <ns1:pt x="88" y="10"/>
                  </ns1:cubicBezTo>
                  <ns1:close/>
                  <ns1:moveTo>
                    <ns1:pt x="83" y="52"/>
                  </ns1:moveTo>
                  <ns1:cubicBezTo>
                    <ns1:pt x="78" y="57"/>
                    <ns1:pt x="71" y="60"/>
                    <ns1:pt x="64" y="60"/>
                  </ns1:cubicBezTo>
                  <ns1:cubicBezTo>
                    <ns1:pt x="60" y="60"/>
                    <ns1:pt x="55" y="58"/>
                    <ns1:pt x="51" y="56"/>
                  </ns1:cubicBezTo>
                  <ns1:cubicBezTo>
                    <ns1:pt x="47" y="59"/>
                    <ns1:pt x="47" y="59"/>
                    <ns1:pt x="47" y="59"/>
                  </ns1:cubicBezTo>
                  <ns1:cubicBezTo>
                    <ns1:pt x="42" y="76"/>
                    <ns1:pt x="42" y="76"/>
                    <ns1:pt x="42" y="76"/>
                  </ns1:cubicBezTo>
                  <ns1:cubicBezTo>
                    <ns1:pt x="30" y="76"/>
                    <ns1:pt x="30" y="76"/>
                    <ns1:pt x="30" y="76"/>
                  </ns1:cubicBezTo>
                  <ns1:cubicBezTo>
                    <ns1:pt x="30" y="87"/>
                    <ns1:pt x="30" y="87"/>
                    <ns1:pt x="30" y="87"/>
                  </ns1:cubicBezTo>
                  <ns1:cubicBezTo>
                    <ns1:pt x="11" y="90"/>
                    <ns1:pt x="11" y="90"/>
                    <ns1:pt x="11" y="90"/>
                  </ns1:cubicBezTo>
                  <ns1:cubicBezTo>
                    <ns1:pt x="11" y="90"/>
                    <ns1:pt x="4" y="85"/>
                    <ns1:pt x="11" y="79"/>
                  </ns1:cubicBezTo>
                  <ns1:cubicBezTo>
                    <ns1:pt x="16" y="74"/>
                    <ns1:pt x="35" y="54"/>
                    <ns1:pt x="42" y="47"/>
                  </ns1:cubicBezTo>
                  <ns1:cubicBezTo>
                    <ns1:pt x="36" y="37"/>
                    <ns1:pt x="37" y="24"/>
                    <ns1:pt x="46" y="15"/>
                  </ns1:cubicBezTo>
                  <ns1:cubicBezTo>
                    <ns1:pt x="51" y="10"/>
                    <ns1:pt x="58" y="8"/>
                    <ns1:pt x="64" y="8"/>
                  </ns1:cubicBezTo>
                  <ns1:cubicBezTo>
                    <ns1:pt x="71" y="8"/>
                    <ns1:pt x="78" y="10"/>
                    <ns1:pt x="83" y="15"/>
                  </ns1:cubicBezTo>
                  <ns1:cubicBezTo>
                    <ns1:pt x="93" y="25"/>
                    <ns1:pt x="93" y="42"/>
                    <ns1:pt x="83" y="52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70" name="Freeform 299"/>
            <ns0:cNvSpPr>
              <ns1:spLocks noEditPoints="1"/>
            </ns0:cNvSpPr>
            <ns0:nvPr/>
          </ns0:nvSpPr>
          <ns0:spPr bwMode="auto">
            <ns1:xfrm>
              <ns1:off x="8480426" y="5048250"/>
              <ns1:ext cx="69850" cy="66675"/>
            </ns1:xfrm>
            <ns1:custGeom>
              <ns1:avLst/>
              <ns1:gdLst>
                <ns1:gd name="T0" fmla="*/ 4 w 26"/>
                <ns1:gd name="T1" fmla="*/ 5 h 25"/>
                <ns1:gd name="T2" fmla="*/ 4 w 26"/>
                <ns1:gd name="T3" fmla="*/ 21 h 25"/>
                <ns1:gd name="T4" fmla="*/ 13 w 26"/>
                <ns1:gd name="T5" fmla="*/ 25 h 25"/>
                <ns1:gd name="T6" fmla="*/ 21 w 26"/>
                <ns1:gd name="T7" fmla="*/ 21 h 25"/>
                <ns1:gd name="T8" fmla="*/ 21 w 26"/>
                <ns1:gd name="T9" fmla="*/ 5 h 25"/>
                <ns1:gd name="T10" fmla="*/ 4 w 26"/>
                <ns1:gd name="T11" fmla="*/ 5 h 25"/>
                <ns1:gd name="T12" fmla="*/ 19 w 26"/>
                <ns1:gd name="T13" fmla="*/ 19 h 25"/>
                <ns1:gd name="T14" fmla="*/ 7 w 26"/>
                <ns1:gd name="T15" fmla="*/ 19 h 25"/>
                <ns1:gd name="T16" fmla="*/ 7 w 26"/>
                <ns1:gd name="T17" fmla="*/ 7 h 25"/>
                <ns1:gd name="T18" fmla="*/ 13 w 26"/>
                <ns1:gd name="T19" fmla="*/ 5 h 25"/>
                <ns1:gd name="T20" fmla="*/ 19 w 26"/>
                <ns1:gd name="T21" fmla="*/ 7 h 25"/>
                <ns1:gd name="T22" fmla="*/ 19 w 26"/>
                <ns1:gd name="T23" fmla="*/ 19 h 25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</ns1:cxnLst>
              <ns1:rect l="0" t="0" r="r" b="b"/>
              <ns1:pathLst>
                <ns1:path w="26" h="25">
                  <ns1:moveTo>
                    <ns1:pt x="4" y="5"/>
                  </ns1:moveTo>
                  <ns1:cubicBezTo>
                    <ns1:pt x="0" y="9"/>
                    <ns1:pt x="0" y="17"/>
                    <ns1:pt x="4" y="21"/>
                  </ns1:cubicBezTo>
                  <ns1:cubicBezTo>
                    <ns1:pt x="7" y="24"/>
                    <ns1:pt x="10" y="25"/>
                    <ns1:pt x="13" y="25"/>
                  </ns1:cubicBezTo>
                  <ns1:cubicBezTo>
                    <ns1:pt x="16" y="25"/>
                    <ns1:pt x="19" y="24"/>
                    <ns1:pt x="21" y="21"/>
                  </ns1:cubicBezTo>
                  <ns1:cubicBezTo>
                    <ns1:pt x="26" y="17"/>
                    <ns1:pt x="26" y="9"/>
                    <ns1:pt x="21" y="5"/>
                  </ns1:cubicBezTo>
                  <ns1:cubicBezTo>
                    <ns1:pt x="17" y="0"/>
                    <ns1:pt x="9" y="0"/>
                    <ns1:pt x="4" y="5"/>
                  </ns1:cubicBezTo>
                  <ns1:close/>
                  <ns1:moveTo>
                    <ns1:pt x="19" y="19"/>
                  </ns1:moveTo>
                  <ns1:cubicBezTo>
                    <ns1:pt x="16" y="22"/>
                    <ns1:pt x="10" y="22"/>
                    <ns1:pt x="7" y="19"/>
                  </ns1:cubicBezTo>
                  <ns1:cubicBezTo>
                    <ns1:pt x="4" y="16"/>
                    <ns1:pt x="4" y="10"/>
                    <ns1:pt x="7" y="7"/>
                  </ns1:cubicBezTo>
                  <ns1:cubicBezTo>
                    <ns1:pt x="9" y="6"/>
                    <ns1:pt x="11" y="5"/>
                    <ns1:pt x="13" y="5"/>
                  </ns1:cubicBezTo>
                  <ns1:cubicBezTo>
                    <ns1:pt x="15" y="5"/>
                    <ns1:pt x="17" y="6"/>
                    <ns1:pt x="19" y="7"/>
                  </ns1:cubicBezTo>
                  <ns1:cubicBezTo>
                    <ns1:pt x="22" y="10"/>
                    <ns1:pt x="22" y="16"/>
                    <ns1:pt x="19" y="19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</ns0:grpSp>
      <ns0:grpSp>
        <ns0:nvGrpSpPr>
          <ns0:cNvPr id="71" name="Group 70"/>
          <ns0:cNvGrpSpPr/>
          <ns0:nvPr/>
        </ns0:nvGrpSpPr>
        <ns0:grpSpPr>
          <ns1:xfrm>
            <ns1:off x="2252804" y="376182"/>
            <ns1:ext cx="444701" cy="388746"/>
            <ns1:chOff x="4054476" y="5502276"/>
            <ns1:chExt cx="239712" cy="209550"/>
          </ns1:xfrm>
          <ns1:solidFill>
            <ns1:schemeClr val="tx1"/>
          </ns1:solidFill>
        </ns0:grpSpPr>
        <ns0:sp>
          <ns0:nvSpPr>
            <ns0:cNvPr id="72" name="Freeform 323"/>
            <ns0:cNvSpPr>
              <ns1:spLocks/>
            </ns0:cNvSpPr>
            <ns0:nvPr/>
          </ns0:nvSpPr>
          <ns0:spPr bwMode="auto">
            <ns1:xfrm>
              <ns1:off x="4054476" y="5546726"/>
              <ns1:ext cx="30163" cy="165100"/>
            </ns1:xfrm>
            <ns1:custGeom>
              <ns1:avLst/>
              <ns1:gdLst>
                <ns1:gd name="T0" fmla="*/ 0 w 8"/>
                <ns1:gd name="T1" fmla="*/ 8 h 44"/>
                <ns1:gd name="T2" fmla="*/ 0 w 8"/>
                <ns1:gd name="T3" fmla="*/ 36 h 44"/>
                <ns1:gd name="T4" fmla="*/ 8 w 8"/>
                <ns1:gd name="T5" fmla="*/ 44 h 44"/>
                <ns1:gd name="T6" fmla="*/ 8 w 8"/>
                <ns1:gd name="T7" fmla="*/ 0 h 44"/>
                <ns1:gd name="T8" fmla="*/ 0 w 8"/>
                <ns1:gd name="T9" fmla="*/ 8 h 44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</ns1:cxnLst>
              <ns1:rect l="0" t="0" r="r" b="b"/>
              <ns1:pathLst>
                <ns1:path w="8" h="44">
                  <ns1:moveTo>
                    <ns1:pt x="0" y="8"/>
                  </ns1:moveTo>
                  <ns1:cubicBezTo>
                    <ns1:pt x="0" y="36"/>
                    <ns1:pt x="0" y="36"/>
                    <ns1:pt x="0" y="36"/>
                  </ns1:cubicBezTo>
                  <ns1:cubicBezTo>
                    <ns1:pt x="0" y="40"/>
                    <ns1:pt x="4" y="44"/>
                    <ns1:pt x="8" y="44"/>
                  </ns1:cubicBezTo>
                  <ns1:cubicBezTo>
                    <ns1:pt x="8" y="0"/>
                    <ns1:pt x="8" y="0"/>
                    <ns1:pt x="8" y="0"/>
                  </ns1:cubicBezTo>
                  <ns1:cubicBezTo>
                    <ns1:pt x="4" y="0"/>
                    <ns1:pt x="0" y="4"/>
                    <ns1:pt x="0" y="8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73" name="Freeform 324"/>
            <ns0:cNvSpPr>
              <ns1:spLocks noEditPoints="1"/>
            </ns0:cNvSpPr>
            <ns0:nvPr/>
          </ns0:nvSpPr>
          <ns0:spPr bwMode="auto">
            <ns1:xfrm>
              <ns1:off x="4098926" y="5502276"/>
              <ns1:ext cx="150813" cy="209550"/>
            </ns1:xfrm>
            <ns1:custGeom>
              <ns1:avLst/>
              <ns1:gdLst>
                <ns1:gd name="T0" fmla="*/ 32 w 40"/>
                <ns1:gd name="T1" fmla="*/ 4 h 56"/>
                <ns1:gd name="T2" fmla="*/ 28 w 40"/>
                <ns1:gd name="T3" fmla="*/ 0 h 56"/>
                <ns1:gd name="T4" fmla="*/ 12 w 40"/>
                <ns1:gd name="T5" fmla="*/ 0 h 56"/>
                <ns1:gd name="T6" fmla="*/ 8 w 40"/>
                <ns1:gd name="T7" fmla="*/ 4 h 56"/>
                <ns1:gd name="T8" fmla="*/ 8 w 40"/>
                <ns1:gd name="T9" fmla="*/ 12 h 56"/>
                <ns1:gd name="T10" fmla="*/ 0 w 40"/>
                <ns1:gd name="T11" fmla="*/ 12 h 56"/>
                <ns1:gd name="T12" fmla="*/ 0 w 40"/>
                <ns1:gd name="T13" fmla="*/ 56 h 56"/>
                <ns1:gd name="T14" fmla="*/ 40 w 40"/>
                <ns1:gd name="T15" fmla="*/ 56 h 56"/>
                <ns1:gd name="T16" fmla="*/ 40 w 40"/>
                <ns1:gd name="T17" fmla="*/ 12 h 56"/>
                <ns1:gd name="T18" fmla="*/ 32 w 40"/>
                <ns1:gd name="T19" fmla="*/ 12 h 56"/>
                <ns1:gd name="T20" fmla="*/ 32 w 40"/>
                <ns1:gd name="T21" fmla="*/ 4 h 56"/>
                <ns1:gd name="T22" fmla="*/ 28 w 40"/>
                <ns1:gd name="T23" fmla="*/ 12 h 56"/>
                <ns1:gd name="T24" fmla="*/ 12 w 40"/>
                <ns1:gd name="T25" fmla="*/ 12 h 56"/>
                <ns1:gd name="T26" fmla="*/ 12 w 40"/>
                <ns1:gd name="T27" fmla="*/ 4 h 56"/>
                <ns1:gd name="T28" fmla="*/ 28 w 40"/>
                <ns1:gd name="T29" fmla="*/ 4 h 56"/>
                <ns1:gd name="T30" fmla="*/ 28 w 40"/>
                <ns1:gd name="T31" fmla="*/ 12 h 56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  <ns1:cxn ang="0">
                  <ns1:pos x="T30" y="T31"/>
                </ns1:cxn>
              </ns1:cxnLst>
              <ns1:rect l="0" t="0" r="r" b="b"/>
              <ns1:pathLst>
                <ns1:path w="40" h="56">
                  <ns1:moveTo>
                    <ns1:pt x="32" y="4"/>
                  </ns1:moveTo>
                  <ns1:cubicBezTo>
                    <ns1:pt x="32" y="2"/>
                    <ns1:pt x="30" y="0"/>
                    <ns1:pt x="28" y="0"/>
                  </ns1:cubicBezTo>
                  <ns1:cubicBezTo>
                    <ns1:pt x="12" y="0"/>
                    <ns1:pt x="12" y="0"/>
                    <ns1:pt x="12" y="0"/>
                  </ns1:cubicBezTo>
                  <ns1:cubicBezTo>
                    <ns1:pt x="10" y="0"/>
                    <ns1:pt x="8" y="2"/>
                    <ns1:pt x="8" y="4"/>
                  </ns1:cubicBezTo>
                  <ns1:cubicBezTo>
                    <ns1:pt x="8" y="12"/>
                    <ns1:pt x="8" y="12"/>
                    <ns1:pt x="8" y="12"/>
                  </ns1:cubicBezTo>
                  <ns1:cubicBezTo>
                    <ns1:pt x="0" y="12"/>
                    <ns1:pt x="0" y="12"/>
                    <ns1:pt x="0" y="12"/>
                  </ns1:cubicBezTo>
                  <ns1:cubicBezTo>
                    <ns1:pt x="0" y="56"/>
                    <ns1:pt x="0" y="56"/>
                    <ns1:pt x="0" y="56"/>
                  </ns1:cubicBezTo>
                  <ns1:cubicBezTo>
                    <ns1:pt x="40" y="56"/>
                    <ns1:pt x="40" y="56"/>
                    <ns1:pt x="40" y="56"/>
                  </ns1:cubicBezTo>
                  <ns1:cubicBezTo>
                    <ns1:pt x="40" y="12"/>
                    <ns1:pt x="40" y="12"/>
                    <ns1:pt x="40" y="12"/>
                  </ns1:cubicBezTo>
                  <ns1:cubicBezTo>
                    <ns1:pt x="32" y="12"/>
                    <ns1:pt x="32" y="12"/>
                    <ns1:pt x="32" y="12"/>
                  </ns1:cubicBezTo>
                  <ns1:lnTo>
                    <ns1:pt x="32" y="4"/>
                  </ns1:lnTo>
                  <ns1:close/>
                  <ns1:moveTo>
                    <ns1:pt x="28" y="12"/>
                  </ns1:moveTo>
                  <ns1:cubicBezTo>
                    <ns1:pt x="12" y="12"/>
                    <ns1:pt x="12" y="12"/>
                    <ns1:pt x="12" y="12"/>
                  </ns1:cubicBezTo>
                  <ns1:cubicBezTo>
                    <ns1:pt x="12" y="4"/>
                    <ns1:pt x="12" y="4"/>
                    <ns1:pt x="12" y="4"/>
                  </ns1:cubicBezTo>
                  <ns1:cubicBezTo>
                    <ns1:pt x="28" y="4"/>
                    <ns1:pt x="28" y="4"/>
                    <ns1:pt x="28" y="4"/>
                  </ns1:cubicBezTo>
                  <ns1:lnTo>
                    <ns1:pt x="28" y="12"/>
                  </ns1:ln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74" name="Freeform 325"/>
            <ns0:cNvSpPr>
              <ns1:spLocks/>
            </ns0:cNvSpPr>
            <ns0:nvPr/>
          </ns0:nvSpPr>
          <ns0:spPr bwMode="auto">
            <ns1:xfrm>
              <ns1:off x="4265613" y="5546726"/>
              <ns1:ext cx="28575" cy="165100"/>
            </ns1:xfrm>
            <ns1:custGeom>
              <ns1:avLst/>
              <ns1:gdLst>
                <ns1:gd name="T0" fmla="*/ 0 w 8"/>
                <ns1:gd name="T1" fmla="*/ 0 h 44"/>
                <ns1:gd name="T2" fmla="*/ 0 w 8"/>
                <ns1:gd name="T3" fmla="*/ 44 h 44"/>
                <ns1:gd name="T4" fmla="*/ 8 w 8"/>
                <ns1:gd name="T5" fmla="*/ 36 h 44"/>
                <ns1:gd name="T6" fmla="*/ 8 w 8"/>
                <ns1:gd name="T7" fmla="*/ 8 h 44"/>
                <ns1:gd name="T8" fmla="*/ 0 w 8"/>
                <ns1:gd name="T9" fmla="*/ 0 h 44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</ns1:cxnLst>
              <ns1:rect l="0" t="0" r="r" b="b"/>
              <ns1:pathLst>
                <ns1:path w="8" h="44">
                  <ns1:moveTo>
                    <ns1:pt x="0" y="0"/>
                  </ns1:moveTo>
                  <ns1:cubicBezTo>
                    <ns1:pt x="0" y="44"/>
                    <ns1:pt x="0" y="44"/>
                    <ns1:pt x="0" y="44"/>
                  </ns1:cubicBezTo>
                  <ns1:cubicBezTo>
                    <ns1:pt x="4" y="44"/>
                    <ns1:pt x="8" y="40"/>
                    <ns1:pt x="8" y="36"/>
                  </ns1:cubicBezTo>
                  <ns1:cubicBezTo>
                    <ns1:pt x="8" y="8"/>
                    <ns1:pt x="8" y="8"/>
                    <ns1:pt x="8" y="8"/>
                  </ns1:cubicBezTo>
                  <ns1:cubicBezTo>
                    <ns1:pt x="8" y="4"/>
                    <ns1:pt x="4" y="0"/>
                    <ns1:pt x="0" y="0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</ns0:grpSp>
      <ns0:grpSp>
        <ns0:nvGrpSpPr>
          <ns0:cNvPr id="75" name="Group 74"/>
          <ns0:cNvGrpSpPr/>
          <ns0:nvPr/>
        </ns0:nvGrpSpPr>
        <ns0:grpSpPr>
          <ns1:xfrm>
            <ns1:off x="3255465" y="1123687"/>
            <ns1:ext cx="583867" cy="583867"/>
            <ns1:chOff x="5978526" y="4030663"/>
            <ns1:chExt cx="239713" cy="239713"/>
          </ns1:xfrm>
          <ns1:solidFill>
            <ns1:schemeClr val="tx1"/>
          </ns1:solidFill>
        </ns0:grpSpPr>
        <ns0:sp>
          <ns0:nvSpPr>
            <ns0:cNvPr id="76" name="Freeform 424"/>
            <ns0:cNvSpPr>
              <ns1:spLocks/>
            </ns0:cNvSpPr>
            <ns0:nvPr/>
          </ns0:nvSpPr>
          <ns0:spPr bwMode="auto">
            <ns1:xfrm>
              <ns1:off x="6015038" y="4056063"/>
              <ns1:ext cx="26988" cy="26988"/>
            </ns1:xfrm>
            <ns1:custGeom>
              <ns1:avLst/>
              <ns1:gdLst>
                <ns1:gd name="T0" fmla="*/ 6 w 7"/>
                <ns1:gd name="T1" fmla="*/ 4 h 7"/>
                <ns1:gd name="T2" fmla="*/ 4 w 7"/>
                <ns1:gd name="T3" fmla="*/ 1 h 7"/>
                <ns1:gd name="T4" fmla="*/ 1 w 7"/>
                <ns1:gd name="T5" fmla="*/ 1 h 7"/>
                <ns1:gd name="T6" fmla="*/ 1 w 7"/>
                <ns1:gd name="T7" fmla="*/ 4 h 7"/>
                <ns1:gd name="T8" fmla="*/ 4 w 7"/>
                <ns1:gd name="T9" fmla="*/ 7 h 7"/>
                <ns1:gd name="T10" fmla="*/ 6 w 7"/>
                <ns1:gd name="T11" fmla="*/ 7 h 7"/>
                <ns1:gd name="T12" fmla="*/ 6 w 7"/>
                <ns1:gd name="T13" fmla="*/ 4 h 7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</ns1:cxnLst>
              <ns1:rect l="0" t="0" r="r" b="b"/>
              <ns1:pathLst>
                <ns1:path w="7" h="7">
                  <ns1:moveTo>
                    <ns1:pt x="6" y="4"/>
                  </ns1:moveTo>
                  <ns1:cubicBezTo>
                    <ns1:pt x="4" y="1"/>
                    <ns1:pt x="4" y="1"/>
                    <ns1:pt x="4" y="1"/>
                  </ns1:cubicBezTo>
                  <ns1:cubicBezTo>
                    <ns1:pt x="3" y="0"/>
                    <ns1:pt x="2" y="0"/>
                    <ns1:pt x="1" y="1"/>
                  </ns1:cubicBezTo>
                  <ns1:cubicBezTo>
                    <ns1:pt x="0" y="2"/>
                    <ns1:pt x="0" y="3"/>
                    <ns1:pt x="1" y="4"/>
                  </ns1:cubicBezTo>
                  <ns1:cubicBezTo>
                    <ns1:pt x="4" y="7"/>
                    <ns1:pt x="4" y="7"/>
                    <ns1:pt x="4" y="7"/>
                  </ns1:cubicBezTo>
                  <ns1:cubicBezTo>
                    <ns1:pt x="4" y="7"/>
                    <ns1:pt x="6" y="7"/>
                    <ns1:pt x="6" y="7"/>
                  </ns1:cubicBezTo>
                  <ns1:cubicBezTo>
                    <ns1:pt x="7" y="6"/>
                    <ns1:pt x="7" y="5"/>
                    <ns1:pt x="6" y="4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77" name="Freeform 425"/>
            <ns0:cNvSpPr>
              <ns1:spLocks/>
            </ns0:cNvSpPr>
            <ns0:nvPr/>
          </ns0:nvSpPr>
          <ns0:spPr bwMode="auto">
            <ns1:xfrm>
              <ns1:off x="5978526" y="4135438"/>
              <ns1:ext cx="28575" cy="14288"/>
            </ns1:xfrm>
            <ns1:custGeom>
              <ns1:avLst/>
              <ns1:gdLst>
                <ns1:gd name="T0" fmla="*/ 6 w 8"/>
                <ns1:gd name="T1" fmla="*/ 0 h 4"/>
                <ns1:gd name="T2" fmla="*/ 2 w 8"/>
                <ns1:gd name="T3" fmla="*/ 0 h 4"/>
                <ns1:gd name="T4" fmla="*/ 0 w 8"/>
                <ns1:gd name="T5" fmla="*/ 2 h 4"/>
                <ns1:gd name="T6" fmla="*/ 2 w 8"/>
                <ns1:gd name="T7" fmla="*/ 4 h 4"/>
                <ns1:gd name="T8" fmla="*/ 6 w 8"/>
                <ns1:gd name="T9" fmla="*/ 4 h 4"/>
                <ns1:gd name="T10" fmla="*/ 8 w 8"/>
                <ns1:gd name="T11" fmla="*/ 2 h 4"/>
                <ns1:gd name="T12" fmla="*/ 6 w 8"/>
                <ns1:gd name="T13" fmla="*/ 0 h 4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</ns1:cxnLst>
              <ns1:rect l="0" t="0" r="r" b="b"/>
              <ns1:pathLst>
                <ns1:path w="8" h="4">
                  <ns1:moveTo>
                    <ns1:pt x="6" y="0"/>
                  </ns1:moveTo>
                  <ns1:cubicBezTo>
                    <ns1:pt x="2" y="0"/>
                    <ns1:pt x="2" y="0"/>
                    <ns1:pt x="2" y="0"/>
                  </ns1:cubicBezTo>
                  <ns1:cubicBezTo>
                    <ns1:pt x="1" y="0"/>
                    <ns1:pt x="0" y="1"/>
                    <ns1:pt x="0" y="2"/>
                  </ns1:cubicBezTo>
                  <ns1:cubicBezTo>
                    <ns1:pt x="0" y="3"/>
                    <ns1:pt x="1" y="4"/>
                    <ns1:pt x="2" y="4"/>
                  </ns1:cubicBezTo>
                  <ns1:cubicBezTo>
                    <ns1:pt x="6" y="4"/>
                    <ns1:pt x="6" y="4"/>
                    <ns1:pt x="6" y="4"/>
                  </ns1:cubicBezTo>
                  <ns1:cubicBezTo>
                    <ns1:pt x="7" y="4"/>
                    <ns1:pt x="8" y="3"/>
                    <ns1:pt x="8" y="2"/>
                  </ns1:cubicBezTo>
                  <ns1:cubicBezTo>
                    <ns1:pt x="8" y="1"/>
                    <ns1:pt x="7" y="0"/>
                    <ns1:pt x="6" y="0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78" name="Freeform 426"/>
            <ns0:cNvSpPr>
              <ns1:spLocks/>
            </ns0:cNvSpPr>
            <ns0:nvPr/>
          </ns0:nvSpPr>
          <ns0:spPr bwMode="auto">
            <ns1:xfrm>
              <ns1:off x="6188076" y="4149725"/>
              <ns1:ext cx="30163" cy="15875"/>
            </ns1:xfrm>
            <ns1:custGeom>
              <ns1:avLst/>
              <ns1:gdLst>
                <ns1:gd name="T0" fmla="*/ 6 w 8"/>
                <ns1:gd name="T1" fmla="*/ 0 h 4"/>
                <ns1:gd name="T2" fmla="*/ 2 w 8"/>
                <ns1:gd name="T3" fmla="*/ 0 h 4"/>
                <ns1:gd name="T4" fmla="*/ 0 w 8"/>
                <ns1:gd name="T5" fmla="*/ 2 h 4"/>
                <ns1:gd name="T6" fmla="*/ 2 w 8"/>
                <ns1:gd name="T7" fmla="*/ 4 h 4"/>
                <ns1:gd name="T8" fmla="*/ 6 w 8"/>
                <ns1:gd name="T9" fmla="*/ 4 h 4"/>
                <ns1:gd name="T10" fmla="*/ 8 w 8"/>
                <ns1:gd name="T11" fmla="*/ 2 h 4"/>
                <ns1:gd name="T12" fmla="*/ 6 w 8"/>
                <ns1:gd name="T13" fmla="*/ 0 h 4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</ns1:cxnLst>
              <ns1:rect l="0" t="0" r="r" b="b"/>
              <ns1:pathLst>
                <ns1:path w="8" h="4">
                  <ns1:moveTo>
                    <ns1:pt x="6" y="0"/>
                  </ns1:moveTo>
                  <ns1:cubicBezTo>
                    <ns1:pt x="2" y="0"/>
                    <ns1:pt x="2" y="0"/>
                    <ns1:pt x="2" y="0"/>
                  </ns1:cubicBezTo>
                  <ns1:cubicBezTo>
                    <ns1:pt x="1" y="0"/>
                    <ns1:pt x="0" y="1"/>
                    <ns1:pt x="0" y="2"/>
                  </ns1:cubicBezTo>
                  <ns1:cubicBezTo>
                    <ns1:pt x="0" y="3"/>
                    <ns1:pt x="1" y="4"/>
                    <ns1:pt x="2" y="4"/>
                  </ns1:cubicBezTo>
                  <ns1:cubicBezTo>
                    <ns1:pt x="6" y="4"/>
                    <ns1:pt x="6" y="4"/>
                    <ns1:pt x="6" y="4"/>
                  </ns1:cubicBezTo>
                  <ns1:cubicBezTo>
                    <ns1:pt x="7" y="4"/>
                    <ns1:pt x="8" y="3"/>
                    <ns1:pt x="8" y="2"/>
                  </ns1:cubicBezTo>
                  <ns1:cubicBezTo>
                    <ns1:pt x="8" y="1"/>
                    <ns1:pt x="7" y="0"/>
                    <ns1:pt x="6" y="0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79" name="Freeform 427"/>
            <ns0:cNvSpPr>
              <ns1:spLocks/>
            </ns0:cNvSpPr>
            <ns0:nvPr/>
          </ns0:nvSpPr>
          <ns0:spPr bwMode="auto">
            <ns1:xfrm>
              <ns1:off x="6165851" y="4067175"/>
              <ns1:ext cx="25400" cy="26988"/>
            </ns1:xfrm>
            <ns1:custGeom>
              <ns1:avLst/>
              <ns1:gdLst>
                <ns1:gd name="T0" fmla="*/ 6 w 7"/>
                <ns1:gd name="T1" fmla="*/ 1 h 7"/>
                <ns1:gd name="T2" fmla="*/ 3 w 7"/>
                <ns1:gd name="T3" fmla="*/ 1 h 7"/>
                <ns1:gd name="T4" fmla="*/ 0 w 7"/>
                <ns1:gd name="T5" fmla="*/ 4 h 7"/>
                <ns1:gd name="T6" fmla="*/ 0 w 7"/>
                <ns1:gd name="T7" fmla="*/ 6 h 7"/>
                <ns1:gd name="T8" fmla="*/ 3 w 7"/>
                <ns1:gd name="T9" fmla="*/ 6 h 7"/>
                <ns1:gd name="T10" fmla="*/ 6 w 7"/>
                <ns1:gd name="T11" fmla="*/ 4 h 7"/>
                <ns1:gd name="T12" fmla="*/ 6 w 7"/>
                <ns1:gd name="T13" fmla="*/ 1 h 7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</ns1:cxnLst>
              <ns1:rect l="0" t="0" r="r" b="b"/>
              <ns1:pathLst>
                <ns1:path w="7" h="7">
                  <ns1:moveTo>
                    <ns1:pt x="6" y="1"/>
                  </ns1:moveTo>
                  <ns1:cubicBezTo>
                    <ns1:pt x="5" y="0"/>
                    <ns1:pt x="4" y="0"/>
                    <ns1:pt x="3" y="1"/>
                  </ns1:cubicBezTo>
                  <ns1:cubicBezTo>
                    <ns1:pt x="0" y="4"/>
                    <ns1:pt x="0" y="4"/>
                    <ns1:pt x="0" y="4"/>
                  </ns1:cubicBezTo>
                  <ns1:cubicBezTo>
                    <ns1:pt x="0" y="4"/>
                    <ns1:pt x="0" y="6"/>
                    <ns1:pt x="0" y="6"/>
                  </ns1:cubicBezTo>
                  <ns1:cubicBezTo>
                    <ns1:pt x="1" y="7"/>
                    <ns1:pt x="2" y="7"/>
                    <ns1:pt x="3" y="6"/>
                  </ns1:cubicBezTo>
                  <ns1:cubicBezTo>
                    <ns1:pt x="6" y="4"/>
                    <ns1:pt x="6" y="4"/>
                    <ns1:pt x="6" y="4"/>
                  </ns1:cubicBezTo>
                  <ns1:cubicBezTo>
                    <ns1:pt x="7" y="3"/>
                    <ns1:pt x="7" y="2"/>
                    <ns1:pt x="6" y="1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80" name="Freeform 428"/>
            <ns0:cNvSpPr>
              <ns1:spLocks/>
            </ns0:cNvSpPr>
            <ns0:nvPr/>
          </ns0:nvSpPr>
          <ns0:spPr bwMode="auto">
            <ns1:xfrm>
              <ns1:off x="6097588" y="4030663"/>
              <ns1:ext cx="15875" cy="28575"/>
            </ns1:xfrm>
            <ns1:custGeom>
              <ns1:avLst/>
              <ns1:gdLst>
                <ns1:gd name="T0" fmla="*/ 2 w 4"/>
                <ns1:gd name="T1" fmla="*/ 8 h 8"/>
                <ns1:gd name="T2" fmla="*/ 3 w 4"/>
                <ns1:gd name="T3" fmla="*/ 7 h 8"/>
                <ns1:gd name="T4" fmla="*/ 4 w 4"/>
                <ns1:gd name="T5" fmla="*/ 6 h 8"/>
                <ns1:gd name="T6" fmla="*/ 4 w 4"/>
                <ns1:gd name="T7" fmla="*/ 2 h 8"/>
                <ns1:gd name="T8" fmla="*/ 2 w 4"/>
                <ns1:gd name="T9" fmla="*/ 0 h 8"/>
                <ns1:gd name="T10" fmla="*/ 0 w 4"/>
                <ns1:gd name="T11" fmla="*/ 1 h 8"/>
                <ns1:gd name="T12" fmla="*/ 0 w 4"/>
                <ns1:gd name="T13" fmla="*/ 2 h 8"/>
                <ns1:gd name="T14" fmla="*/ 0 w 4"/>
                <ns1:gd name="T15" fmla="*/ 6 h 8"/>
                <ns1:gd name="T16" fmla="*/ 2 w 4"/>
                <ns1:gd name="T17" fmla="*/ 8 h 8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</ns1:cxnLst>
              <ns1:rect l="0" t="0" r="r" b="b"/>
              <ns1:pathLst>
                <ns1:path w="4" h="8">
                  <ns1:moveTo>
                    <ns1:pt x="2" y="8"/>
                  </ns1:moveTo>
                  <ns1:cubicBezTo>
                    <ns1:pt x="3" y="8"/>
                    <ns1:pt x="3" y="8"/>
                    <ns1:pt x="3" y="7"/>
                  </ns1:cubicBezTo>
                  <ns1:cubicBezTo>
                    <ns1:pt x="4" y="7"/>
                    <ns1:pt x="4" y="7"/>
                    <ns1:pt x="4" y="6"/>
                  </ns1:cubicBezTo>
                  <ns1:cubicBezTo>
                    <ns1:pt x="4" y="2"/>
                    <ns1:pt x="4" y="2"/>
                    <ns1:pt x="4" y="2"/>
                  </ns1:cubicBezTo>
                  <ns1:cubicBezTo>
                    <ns1:pt x="4" y="1"/>
                    <ns1:pt x="3" y="0"/>
                    <ns1:pt x="2" y="0"/>
                  </ns1:cubicBezTo>
                  <ns1:cubicBezTo>
                    <ns1:pt x="1" y="0"/>
                    <ns1:pt x="0" y="1"/>
                    <ns1:pt x="0" y="1"/>
                  </ns1:cubicBezTo>
                  <ns1:cubicBezTo>
                    <ns1:pt x="0" y="2"/>
                    <ns1:pt x="0" y="2"/>
                    <ns1:pt x="0" y="2"/>
                  </ns1:cubicBezTo>
                  <ns1:cubicBezTo>
                    <ns1:pt x="0" y="6"/>
                    <ns1:pt x="0" y="6"/>
                    <ns1:pt x="0" y="6"/>
                  </ns1:cubicBezTo>
                  <ns1:cubicBezTo>
                    <ns1:pt x="0" y="7"/>
                    <ns1:pt x="1" y="8"/>
                    <ns1:pt x="2" y="8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81" name="Freeform 429"/>
            <ns0:cNvSpPr>
              <ns1:spLocks noEditPoints="1"/>
            </ns0:cNvSpPr>
            <ns0:nvPr/>
          </ns0:nvSpPr>
          <ns0:spPr bwMode="auto">
            <ns1:xfrm>
              <ns1:off x="6037263" y="4089400"/>
              <ns1:ext cx="120650" cy="136525"/>
            </ns1:xfrm>
            <ns1:custGeom>
              <ns1:avLst/>
              <ns1:gdLst>
                <ns1:gd name="T0" fmla="*/ 16 w 32"/>
                <ns1:gd name="T1" fmla="*/ 0 h 36"/>
                <ns1:gd name="T2" fmla="*/ 0 w 32"/>
                <ns1:gd name="T3" fmla="*/ 16 h 36"/>
                <ns1:gd name="T4" fmla="*/ 8 w 32"/>
                <ns1:gd name="T5" fmla="*/ 30 h 36"/>
                <ns1:gd name="T6" fmla="*/ 8 w 32"/>
                <ns1:gd name="T7" fmla="*/ 36 h 36"/>
                <ns1:gd name="T8" fmla="*/ 24 w 32"/>
                <ns1:gd name="T9" fmla="*/ 36 h 36"/>
                <ns1:gd name="T10" fmla="*/ 24 w 32"/>
                <ns1:gd name="T11" fmla="*/ 30 h 36"/>
                <ns1:gd name="T12" fmla="*/ 32 w 32"/>
                <ns1:gd name="T13" fmla="*/ 16 h 36"/>
                <ns1:gd name="T14" fmla="*/ 16 w 32"/>
                <ns1:gd name="T15" fmla="*/ 0 h 36"/>
                <ns1:gd name="T16" fmla="*/ 22 w 32"/>
                <ns1:gd name="T17" fmla="*/ 26 h 36"/>
                <ns1:gd name="T18" fmla="*/ 20 w 32"/>
                <ns1:gd name="T19" fmla="*/ 27 h 36"/>
                <ns1:gd name="T20" fmla="*/ 20 w 32"/>
                <ns1:gd name="T21" fmla="*/ 30 h 36"/>
                <ns1:gd name="T22" fmla="*/ 20 w 32"/>
                <ns1:gd name="T23" fmla="*/ 32 h 36"/>
                <ns1:gd name="T24" fmla="*/ 12 w 32"/>
                <ns1:gd name="T25" fmla="*/ 32 h 36"/>
                <ns1:gd name="T26" fmla="*/ 12 w 32"/>
                <ns1:gd name="T27" fmla="*/ 30 h 36"/>
                <ns1:gd name="T28" fmla="*/ 12 w 32"/>
                <ns1:gd name="T29" fmla="*/ 27 h 36"/>
                <ns1:gd name="T30" fmla="*/ 10 w 32"/>
                <ns1:gd name="T31" fmla="*/ 26 h 36"/>
                <ns1:gd name="T32" fmla="*/ 4 w 32"/>
                <ns1:gd name="T33" fmla="*/ 16 h 36"/>
                <ns1:gd name="T34" fmla="*/ 16 w 32"/>
                <ns1:gd name="T35" fmla="*/ 4 h 36"/>
                <ns1:gd name="T36" fmla="*/ 28 w 32"/>
                <ns1:gd name="T37" fmla="*/ 16 h 36"/>
                <ns1:gd name="T38" fmla="*/ 22 w 32"/>
                <ns1:gd name="T39" fmla="*/ 26 h 36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  <ns1:cxn ang="0">
                  <ns1:pos x="T30" y="T31"/>
                </ns1:cxn>
                <ns1:cxn ang="0">
                  <ns1:pos x="T32" y="T33"/>
                </ns1:cxn>
                <ns1:cxn ang="0">
                  <ns1:pos x="T34" y="T35"/>
                </ns1:cxn>
                <ns1:cxn ang="0">
                  <ns1:pos x="T36" y="T37"/>
                </ns1:cxn>
                <ns1:cxn ang="0">
                  <ns1:pos x="T38" y="T39"/>
                </ns1:cxn>
              </ns1:cxnLst>
              <ns1:rect l="0" t="0" r="r" b="b"/>
              <ns1:pathLst>
                <ns1:path w="32" h="36">
                  <ns1:moveTo>
                    <ns1:pt x="16" y="0"/>
                  </ns1:moveTo>
                  <ns1:cubicBezTo>
                    <ns1:pt x="7" y="0"/>
                    <ns1:pt x="0" y="7"/>
                    <ns1:pt x="0" y="16"/>
                  </ns1:cubicBezTo>
                  <ns1:cubicBezTo>
                    <ns1:pt x="0" y="22"/>
                    <ns1:pt x="3" y="27"/>
                    <ns1:pt x="8" y="30"/>
                  </ns1:cubicBezTo>
                  <ns1:cubicBezTo>
                    <ns1:pt x="8" y="36"/>
                    <ns1:pt x="8" y="36"/>
                    <ns1:pt x="8" y="36"/>
                  </ns1:cubicBezTo>
                  <ns1:cubicBezTo>
                    <ns1:pt x="24" y="36"/>
                    <ns1:pt x="24" y="36"/>
                    <ns1:pt x="24" y="36"/>
                  </ns1:cubicBezTo>
                  <ns1:cubicBezTo>
                    <ns1:pt x="24" y="30"/>
                    <ns1:pt x="24" y="30"/>
                    <ns1:pt x="24" y="30"/>
                  </ns1:cubicBezTo>
                  <ns1:cubicBezTo>
                    <ns1:pt x="29" y="27"/>
                    <ns1:pt x="32" y="22"/>
                    <ns1:pt x="32" y="16"/>
                  </ns1:cubicBezTo>
                  <ns1:cubicBezTo>
                    <ns1:pt x="32" y="7"/>
                    <ns1:pt x="25" y="0"/>
                    <ns1:pt x="16" y="0"/>
                  </ns1:cubicBezTo>
                  <ns1:close/>
                  <ns1:moveTo>
                    <ns1:pt x="22" y="26"/>
                  </ns1:moveTo>
                  <ns1:cubicBezTo>
                    <ns1:pt x="20" y="27"/>
                    <ns1:pt x="20" y="27"/>
                    <ns1:pt x="20" y="27"/>
                  </ns1:cubicBezTo>
                  <ns1:cubicBezTo>
                    <ns1:pt x="20" y="30"/>
                    <ns1:pt x="20" y="30"/>
                    <ns1:pt x="20" y="30"/>
                  </ns1:cubicBezTo>
                  <ns1:cubicBezTo>
                    <ns1:pt x="20" y="32"/>
                    <ns1:pt x="20" y="32"/>
                    <ns1:pt x="20" y="32"/>
                  </ns1:cubicBezTo>
                  <ns1:cubicBezTo>
                    <ns1:pt x="12" y="32"/>
                    <ns1:pt x="12" y="32"/>
                    <ns1:pt x="12" y="32"/>
                  </ns1:cubicBezTo>
                  <ns1:cubicBezTo>
                    <ns1:pt x="12" y="30"/>
                    <ns1:pt x="12" y="30"/>
                    <ns1:pt x="12" y="30"/>
                  </ns1:cubicBezTo>
                  <ns1:cubicBezTo>
                    <ns1:pt x="12" y="27"/>
                    <ns1:pt x="12" y="27"/>
                    <ns1:pt x="12" y="27"/>
                  </ns1:cubicBezTo>
                  <ns1:cubicBezTo>
                    <ns1:pt x="10" y="26"/>
                    <ns1:pt x="10" y="26"/>
                    <ns1:pt x="10" y="26"/>
                  </ns1:cubicBezTo>
                  <ns1:cubicBezTo>
                    <ns1:pt x="6" y="24"/>
                    <ns1:pt x="4" y="20"/>
                    <ns1:pt x="4" y="16"/>
                  </ns1:cubicBezTo>
                  <ns1:cubicBezTo>
                    <ns1:pt x="4" y="9"/>
                    <ns1:pt x="9" y="4"/>
                    <ns1:pt x="16" y="4"/>
                  </ns1:cubicBezTo>
                  <ns1:cubicBezTo>
                    <ns1:pt x="23" y="4"/>
                    <ns1:pt x="28" y="9"/>
                    <ns1:pt x="28" y="16"/>
                  </ns1:cubicBezTo>
                  <ns1:cubicBezTo>
                    <ns1:pt x="28" y="20"/>
                    <ns1:pt x="26" y="24"/>
                    <ns1:pt x="22" y="26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82" name="Freeform 430"/>
            <ns0:cNvSpPr>
              <ns1:spLocks/>
            </ns0:cNvSpPr>
            <ns0:nvPr/>
          </ns0:nvSpPr>
          <ns0:spPr bwMode="auto">
            <ns1:xfrm>
              <ns1:off x="6067426" y="4240213"/>
              <ns1:ext cx="60325" cy="30163"/>
            </ns1:xfrm>
            <ns1:custGeom>
              <ns1:avLst/>
              <ns1:gdLst>
                <ns1:gd name="T0" fmla="*/ 0 w 16"/>
                <ns1:gd name="T1" fmla="*/ 4 h 8"/>
                <ns1:gd name="T2" fmla="*/ 4 w 16"/>
                <ns1:gd name="T3" fmla="*/ 4 h 8"/>
                <ns1:gd name="T4" fmla="*/ 4 w 16"/>
                <ns1:gd name="T5" fmla="*/ 4 h 8"/>
                <ns1:gd name="T6" fmla="*/ 8 w 16"/>
                <ns1:gd name="T7" fmla="*/ 8 h 8"/>
                <ns1:gd name="T8" fmla="*/ 12 w 16"/>
                <ns1:gd name="T9" fmla="*/ 4 h 8"/>
                <ns1:gd name="T10" fmla="*/ 12 w 16"/>
                <ns1:gd name="T11" fmla="*/ 4 h 8"/>
                <ns1:gd name="T12" fmla="*/ 16 w 16"/>
                <ns1:gd name="T13" fmla="*/ 4 h 8"/>
                <ns1:gd name="T14" fmla="*/ 16 w 16"/>
                <ns1:gd name="T15" fmla="*/ 0 h 8"/>
                <ns1:gd name="T16" fmla="*/ 0 w 16"/>
                <ns1:gd name="T17" fmla="*/ 0 h 8"/>
                <ns1:gd name="T18" fmla="*/ 0 w 16"/>
                <ns1:gd name="T19" fmla="*/ 4 h 8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</ns1:cxnLst>
              <ns1:rect l="0" t="0" r="r" b="b"/>
              <ns1:pathLst>
                <ns1:path w="16" h="8">
                  <ns1:moveTo>
                    <ns1:pt x="0" y="4"/>
                  </ns1:moveTo>
                  <ns1:cubicBezTo>
                    <ns1:pt x="4" y="4"/>
                    <ns1:pt x="4" y="4"/>
                    <ns1:pt x="4" y="4"/>
                  </ns1:cubicBezTo>
                  <ns1:cubicBezTo>
                    <ns1:pt x="4" y="4"/>
                    <ns1:pt x="4" y="4"/>
                    <ns1:pt x="4" y="4"/>
                  </ns1:cubicBezTo>
                  <ns1:cubicBezTo>
                    <ns1:pt x="4" y="6"/>
                    <ns1:pt x="6" y="8"/>
                    <ns1:pt x="8" y="8"/>
                  </ns1:cubicBezTo>
                  <ns1:cubicBezTo>
                    <ns1:pt x="10" y="8"/>
                    <ns1:pt x="12" y="6"/>
                    <ns1:pt x="12" y="4"/>
                  </ns1:cubicBezTo>
                  <ns1:cubicBezTo>
                    <ns1:pt x="12" y="4"/>
                    <ns1:pt x="12" y="4"/>
                    <ns1:pt x="12" y="4"/>
                  </ns1:cubicBezTo>
                  <ns1:cubicBezTo>
                    <ns1:pt x="16" y="4"/>
                    <ns1:pt x="16" y="4"/>
                    <ns1:pt x="16" y="4"/>
                  </ns1:cubicBezTo>
                  <ns1:cubicBezTo>
                    <ns1:pt x="16" y="0"/>
                    <ns1:pt x="16" y="0"/>
                    <ns1:pt x="16" y="0"/>
                  </ns1:cubicBezTo>
                  <ns1:cubicBezTo>
                    <ns1:pt x="0" y="0"/>
                    <ns1:pt x="0" y="0"/>
                    <ns1:pt x="0" y="0"/>
                  </ns1:cubicBezTo>
                  <ns1:lnTo>
                    <ns1:pt x="0" y="4"/>
                  </ns1:ln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</ns0:grpSp>
      <ns0:grpSp>
        <ns0:nvGrpSpPr>
          <ns0:cNvPr id="83" name="Group 82"/>
          <ns0:cNvGrpSpPr/>
          <ns0:nvPr/>
        </ns0:nvGrpSpPr>
        <ns0:grpSpPr>
          <ns1:xfrm>
            <ns1:off x="9499002" y="1957178"/>
            <ns1:ext cx="458373" cy="458373"/>
            <ns1:chOff x="5492751" y="2584451"/>
            <ns1:chExt cx="244475" cy="244475"/>
          </ns1:xfrm>
          <ns1:solidFill>
            <ns1:schemeClr val="tx1"/>
          </ns1:solidFill>
        </ns0:grpSpPr>
        <ns0:sp>
          <ns0:nvSpPr>
            <ns0:cNvPr id="84" name="Freeform 167"/>
            <ns0:cNvSpPr>
              <ns1:spLocks/>
            </ns0:cNvSpPr>
            <ns0:nvPr/>
          </ns0:nvSpPr>
          <ns0:spPr bwMode="auto">
            <ns1:xfrm>
              <ns1:off x="5519738" y="2700338"/>
              <ns1:ext cx="217488" cy="128588"/>
            </ns1:xfrm>
            <ns1:custGeom>
              <ns1:avLst/>
              <ns1:gdLst>
                <ns1:gd name="T0" fmla="*/ 39 w 58"/>
                <ns1:gd name="T1" fmla="*/ 23 h 34"/>
                <ns1:gd name="T2" fmla="*/ 25 w 58"/>
                <ns1:gd name="T3" fmla="*/ 0 h 34"/>
                <ns1:gd name="T4" fmla="*/ 17 w 58"/>
                <ns1:gd name="T5" fmla="*/ 0 h 34"/>
                <ns1:gd name="T6" fmla="*/ 29 w 58"/>
                <ns1:gd name="T7" fmla="*/ 22 h 34"/>
                <ns1:gd name="T8" fmla="*/ 0 w 58"/>
                <ns1:gd name="T9" fmla="*/ 34 h 34"/>
                <ns1:gd name="T10" fmla="*/ 58 w 58"/>
                <ns1:gd name="T11" fmla="*/ 34 h 34"/>
                <ns1:gd name="T12" fmla="*/ 39 w 58"/>
                <ns1:gd name="T13" fmla="*/ 23 h 34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</ns1:cxnLst>
              <ns1:rect l="0" t="0" r="r" b="b"/>
              <ns1:pathLst>
                <ns1:path w="58" h="34">
                  <ns1:moveTo>
                    <ns1:pt x="39" y="23"/>
                  </ns1:moveTo>
                  <ns1:cubicBezTo>
                    <ns1:pt x="37" y="18"/>
                    <ns1:pt x="31" y="8"/>
                    <ns1:pt x="25" y="0"/>
                  </ns1:cubicBezTo>
                  <ns1:cubicBezTo>
                    <ns1:pt x="25" y="0"/>
                    <ns1:pt x="17" y="0"/>
                    <ns1:pt x="17" y="0"/>
                  </ns1:cubicBezTo>
                  <ns1:cubicBezTo>
                    <ns1:pt x="22" y="6"/>
                    <ns1:pt x="27" y="15"/>
                    <ns1:pt x="29" y="22"/>
                  </ns1:cubicBezTo>
                  <ns1:cubicBezTo>
                    <ns1:pt x="16" y="23"/>
                    <ns1:pt x="5" y="27"/>
                    <ns1:pt x="0" y="34"/>
                  </ns1:cubicBezTo>
                  <ns1:cubicBezTo>
                    <ns1:pt x="58" y="34"/>
                    <ns1:pt x="58" y="34"/>
                    <ns1:pt x="58" y="34"/>
                  </ns1:cubicBezTo>
                  <ns1:cubicBezTo>
                    <ns1:pt x="54" y="28"/>
                    <ns1:pt x="48" y="24"/>
                    <ns1:pt x="39" y="23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85" name="Freeform 168"/>
            <ns0:cNvSpPr>
              <ns1:spLocks/>
            </ns0:cNvSpPr>
            <ns0:nvPr/>
          </ns0:nvSpPr>
          <ns0:spPr bwMode="auto">
            <ns1:xfrm>
              <ns1:off x="5492751" y="2584451"/>
              <ns1:ext cx="165100" cy="168275"/>
            </ns1:xfrm>
            <ns1:custGeom>
              <ns1:avLst/>
              <ns1:gdLst>
                <ns1:gd name="T0" fmla="*/ 11 w 44"/>
                <ns1:gd name="T1" fmla="*/ 21 h 45"/>
                <ns1:gd name="T2" fmla="*/ 12 w 44"/>
                <ns1:gd name="T3" fmla="*/ 45 h 45"/>
                <ns1:gd name="T4" fmla="*/ 20 w 44"/>
                <ns1:gd name="T5" fmla="*/ 25 h 45"/>
                <ns1:gd name="T6" fmla="*/ 28 w 44"/>
                <ns1:gd name="T7" fmla="*/ 29 h 45"/>
                <ns1:gd name="T8" fmla="*/ 26 w 44"/>
                <ns1:gd name="T9" fmla="*/ 20 h 45"/>
                <ns1:gd name="T10" fmla="*/ 44 w 44"/>
                <ns1:gd name="T11" fmla="*/ 29 h 45"/>
                <ns1:gd name="T12" fmla="*/ 28 w 44"/>
                <ns1:gd name="T13" fmla="*/ 13 h 45"/>
                <ns1:gd name="T14" fmla="*/ 40 w 44"/>
                <ns1:gd name="T15" fmla="*/ 9 h 45"/>
                <ns1:gd name="T16" fmla="*/ 17 w 44"/>
                <ns1:gd name="T17" fmla="*/ 11 h 45"/>
                <ns1:gd name="T18" fmla="*/ 16 w 44"/>
                <ns1:gd name="T19" fmla="*/ 1 h 45"/>
                <ns1:gd name="T20" fmla="*/ 11 w 44"/>
                <ns1:gd name="T21" fmla="*/ 10 h 45"/>
                <ns1:gd name="T22" fmla="*/ 1 w 44"/>
                <ns1:gd name="T23" fmla="*/ 5 h 45"/>
                <ns1:gd name="T24" fmla="*/ 7 w 44"/>
                <ns1:gd name="T25" fmla="*/ 14 h 45"/>
                <ns1:gd name="T26" fmla="*/ 1 w 44"/>
                <ns1:gd name="T27" fmla="*/ 33 h 45"/>
                <ns1:gd name="T28" fmla="*/ 11 w 44"/>
                <ns1:gd name="T29" fmla="*/ 21 h 45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</ns1:cxnLst>
              <ns1:rect l="0" t="0" r="r" b="b"/>
              <ns1:pathLst>
                <ns1:path w="44" h="45">
                  <ns1:moveTo>
                    <ns1:pt x="11" y="21"/>
                  </ns1:moveTo>
                  <ns1:cubicBezTo>
                    <ns1:pt x="8" y="26"/>
                    <ns1:pt x="7" y="32"/>
                    <ns1:pt x="12" y="45"/>
                  </ns1:cubicBezTo>
                  <ns1:cubicBezTo>
                    <ns1:pt x="12" y="38"/>
                    <ns1:pt x="17" y="28"/>
                    <ns1:pt x="20" y="25"/>
                  </ns1:cubicBezTo>
                  <ns1:cubicBezTo>
                    <ns1:pt x="24" y="25"/>
                    <ns1:pt x="28" y="29"/>
                    <ns1:pt x="28" y="29"/>
                  </ns1:cubicBezTo>
                  <ns1:cubicBezTo>
                    <ns1:pt x="28" y="25"/>
                    <ns1:pt x="27" y="23"/>
                    <ns1:pt x="26" y="20"/>
                  </ns1:cubicBezTo>
                  <ns1:cubicBezTo>
                    <ns1:pt x="32" y="20"/>
                    <ns1:pt x="41" y="21"/>
                    <ns1:pt x="44" y="29"/>
                  </ns1:cubicBezTo>
                  <ns1:cubicBezTo>
                    <ns1:pt x="40" y="17"/>
                    <ns1:pt x="32" y="13"/>
                    <ns1:pt x="28" y="13"/>
                  </ns1:cubicBezTo>
                  <ns1:cubicBezTo>
                    <ns1:pt x="32" y="9"/>
                    <ns1:pt x="32" y="9"/>
                    <ns1:pt x="40" y="9"/>
                  </ns1:cubicBezTo>
                  <ns1:cubicBezTo>
                    <ns1:pt x="28" y="0"/>
                    <ns1:pt x="20" y="7"/>
                    <ns1:pt x="17" y="11"/>
                  </ns1:cubicBezTo>
                  <ns1:cubicBezTo>
                    <ns1:pt x="16" y="8"/>
                    <ns1:pt x="16" y="4"/>
                    <ns1:pt x="16" y="1"/>
                  </ns1:cubicBezTo>
                  <ns1:cubicBezTo>
                    <ns1:pt x="16" y="1"/>
                    <ns1:pt x="12" y="5"/>
                    <ns1:pt x="11" y="10"/>
                  </ns1:cubicBezTo>
                  <ns1:cubicBezTo>
                    <ns1:pt x="6" y="9"/>
                    <ns1:pt x="1" y="5"/>
                    <ns1:pt x="1" y="5"/>
                  </ns1:cubicBezTo>
                  <ns1:cubicBezTo>
                    <ns1:pt x="3" y="7"/>
                    <ns1:pt x="5" y="13"/>
                    <ns1:pt x="7" y="14"/>
                  </ns1:cubicBezTo>
                  <ns1:cubicBezTo>
                    <ns1:pt x="0" y="19"/>
                    <ns1:pt x="1" y="33"/>
                    <ns1:pt x="1" y="33"/>
                  </ns1:cubicBezTo>
                  <ns1:cubicBezTo>
                    <ns1:pt x="5" y="26"/>
                    <ns1:pt x="7" y="22"/>
                    <ns1:pt x="11" y="21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</ns0:grpSp>
      <ns0:grpSp>
        <ns0:nvGrpSpPr>
          <ns0:cNvPr id="86" name="Group 85"/>
          <ns0:cNvGrpSpPr/>
          <ns0:nvPr/>
        </ns0:nvGrpSpPr>
        <ns0:grpSpPr>
          <ns1:xfrm>
            <ns1:off x="7464422" y="1978871"/>
            <ns1:ext cx="485398" cy="414987"/>
            <ns1:chOff x="3255944" y="243818"/>
            <ns1:chExt cx="514350" cy="439738"/>
          </ns1:xfrm>
          <ns1:solidFill>
            <ns1:schemeClr val="tx1"/>
          </ns1:solidFill>
        </ns0:grpSpPr>
        <ns0:sp>
          <ns0:nvSpPr>
            <ns0:cNvPr id="87" name="Freeform 357"/>
            <ns0:cNvSpPr>
              <ns1:spLocks noEditPoints="1"/>
            </ns0:cNvSpPr>
            <ns0:nvPr/>
          </ns0:nvSpPr>
          <ns0:spPr bwMode="auto">
            <ns1:xfrm>
              <ns1:off x="3255944" y="243818"/>
              <ns1:ext cx="514350" cy="439738"/>
            </ns1:xfrm>
            <ns1:custGeom>
              <ns1:avLst/>
              <ns1:gdLst>
                <ns1:gd name="T0" fmla="*/ 121 w 136"/>
                <ns1:gd name="T1" fmla="*/ 15 h 117"/>
                <ns1:gd name="T2" fmla="*/ 68 w 136"/>
                <ns1:gd name="T3" fmla="*/ 14 h 117"/>
                <ns1:gd name="T4" fmla="*/ 15 w 136"/>
                <ns1:gd name="T5" fmla="*/ 15 h 117"/>
                <ns1:gd name="T6" fmla="*/ 15 w 136"/>
                <ns1:gd name="T7" fmla="*/ 69 h 117"/>
                <ns1:gd name="T8" fmla="*/ 59 w 136"/>
                <ns1:gd name="T9" fmla="*/ 112 h 117"/>
                <ns1:gd name="T10" fmla="*/ 77 w 136"/>
                <ns1:gd name="T11" fmla="*/ 112 h 117"/>
                <ns1:gd name="T12" fmla="*/ 121 w 136"/>
                <ns1:gd name="T13" fmla="*/ 69 h 117"/>
                <ns1:gd name="T14" fmla="*/ 121 w 136"/>
                <ns1:gd name="T15" fmla="*/ 15 h 117"/>
                <ns1:gd name="T16" fmla="*/ 115 w 136"/>
                <ns1:gd name="T17" fmla="*/ 63 h 117"/>
                <ns1:gd name="T18" fmla="*/ 71 w 136"/>
                <ns1:gd name="T19" fmla="*/ 107 h 117"/>
                <ns1:gd name="T20" fmla="*/ 65 w 136"/>
                <ns1:gd name="T21" fmla="*/ 107 h 117"/>
                <ns1:gd name="T22" fmla="*/ 21 w 136"/>
                <ns1:gd name="T23" fmla="*/ 63 h 117"/>
                <ns1:gd name="T24" fmla="*/ 21 w 136"/>
                <ns1:gd name="T25" fmla="*/ 21 h 117"/>
                <ns1:gd name="T26" fmla="*/ 63 w 136"/>
                <ns1:gd name="T27" fmla="*/ 20 h 117"/>
                <ns1:gd name="T28" fmla="*/ 68 w 136"/>
                <ns1:gd name="T29" fmla="*/ 25 h 117"/>
                <ns1:gd name="T30" fmla="*/ 73 w 136"/>
                <ns1:gd name="T31" fmla="*/ 20 h 117"/>
                <ns1:gd name="T32" fmla="*/ 115 w 136"/>
                <ns1:gd name="T33" fmla="*/ 21 h 117"/>
                <ns1:gd name="T34" fmla="*/ 115 w 136"/>
                <ns1:gd name="T35" fmla="*/ 63 h 117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  <ns1:cxn ang="0">
                  <ns1:pos x="T30" y="T31"/>
                </ns1:cxn>
                <ns1:cxn ang="0">
                  <ns1:pos x="T32" y="T33"/>
                </ns1:cxn>
                <ns1:cxn ang="0">
                  <ns1:pos x="T34" y="T35"/>
                </ns1:cxn>
              </ns1:cxnLst>
              <ns1:rect l="0" t="0" r="r" b="b"/>
              <ns1:pathLst>
                <ns1:path w="136" h="117">
                  <ns1:moveTo>
                    <ns1:pt x="121" y="15"/>
                  </ns1:moveTo>
                  <ns1:cubicBezTo>
                    <ns1:pt x="106" y="1"/>
                    <ns1:pt x="83" y="0"/>
                    <ns1:pt x="68" y="14"/>
                  </ns1:cubicBezTo>
                  <ns1:cubicBezTo>
                    <ns1:pt x="53" y="0"/>
                    <ns1:pt x="30" y="1"/>
                    <ns1:pt x="15" y="15"/>
                  </ns1:cubicBezTo>
                  <ns1:cubicBezTo>
                    <ns1:pt x="0" y="30"/>
                    <ns1:pt x="0" y="54"/>
                    <ns1:pt x="15" y="69"/>
                  </ns1:cubicBezTo>
                  <ns1:cubicBezTo>
                    <ns1:pt x="20" y="73"/>
                    <ns1:pt x="59" y="112"/>
                    <ns1:pt x="59" y="112"/>
                  </ns1:cubicBezTo>
                  <ns1:cubicBezTo>
                    <ns1:pt x="64" y="117"/>
                    <ns1:pt x="72" y="117"/>
                    <ns1:pt x="77" y="112"/>
                  </ns1:cubicBezTo>
                  <ns1:cubicBezTo>
                    <ns1:pt x="77" y="112"/>
                    <ns1:pt x="120" y="69"/>
                    <ns1:pt x="121" y="69"/>
                  </ns1:cubicBezTo>
                  <ns1:cubicBezTo>
                    <ns1:pt x="136" y="54"/>
                    <ns1:pt x="136" y="30"/>
                    <ns1:pt x="121" y="15"/>
                  </ns1:cubicBezTo>
                  <ns1:close/>
                  <ns1:moveTo>
                    <ns1:pt x="115" y="63"/>
                  </ns1:moveTo>
                  <ns1:cubicBezTo>
                    <ns1:pt x="71" y="107"/>
                    <ns1:pt x="71" y="107"/>
                    <ns1:pt x="71" y="107"/>
                  </ns1:cubicBezTo>
                  <ns1:cubicBezTo>
                    <ns1:pt x="69" y="108"/>
                    <ns1:pt x="67" y="108"/>
                    <ns1:pt x="65" y="107"/>
                  </ns1:cubicBezTo>
                  <ns1:cubicBezTo>
                    <ns1:pt x="21" y="63"/>
                    <ns1:pt x="21" y="63"/>
                    <ns1:pt x="21" y="63"/>
                  </ns1:cubicBezTo>
                  <ns1:cubicBezTo>
                    <ns1:pt x="9" y="51"/>
                    <ns1:pt x="9" y="32"/>
                    <ns1:pt x="21" y="21"/>
                  </ns1:cubicBezTo>
                  <ns1:cubicBezTo>
                    <ns1:pt x="32" y="9"/>
                    <ns1:pt x="51" y="9"/>
                    <ns1:pt x="63" y="20"/>
                  </ns1:cubicBezTo>
                  <ns1:cubicBezTo>
                    <ns1:pt x="68" y="25"/>
                    <ns1:pt x="68" y="25"/>
                    <ns1:pt x="68" y="25"/>
                  </ns1:cubicBezTo>
                  <ns1:cubicBezTo>
                    <ns1:pt x="73" y="20"/>
                    <ns1:pt x="73" y="20"/>
                    <ns1:pt x="73" y="20"/>
                  </ns1:cubicBezTo>
                  <ns1:cubicBezTo>
                    <ns1:pt x="85" y="9"/>
                    <ns1:pt x="104" y="9"/>
                    <ns1:pt x="115" y="21"/>
                  </ns1:cubicBezTo>
                  <ns1:cubicBezTo>
                    <ns1:pt x="127" y="32"/>
                    <ns1:pt x="127" y="51"/>
                    <ns1:pt x="115" y="63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88" name="Freeform 358"/>
            <ns0:cNvSpPr>
              <ns1:spLocks/>
            </ns0:cNvSpPr>
            <ns0:nvPr/>
          </ns0:nvSpPr>
          <ns0:spPr bwMode="auto">
            <ns1:xfrm>
              <ns1:off x="3346432" y="334306"/>
              <ns1:ext cx="71438" cy="71438"/>
            </ns1:xfrm>
            <ns1:custGeom>
              <ns1:avLst/>
              <ns1:gdLst>
                <ns1:gd name="T0" fmla="*/ 17 w 19"/>
                <ns1:gd name="T1" fmla="*/ 0 h 19"/>
                <ns1:gd name="T2" fmla="*/ 17 w 19"/>
                <ns1:gd name="T3" fmla="*/ 0 h 19"/>
                <ns1:gd name="T4" fmla="*/ 0 w 19"/>
                <ns1:gd name="T5" fmla="*/ 17 h 19"/>
                <ns1:gd name="T6" fmla="*/ 0 w 19"/>
                <ns1:gd name="T7" fmla="*/ 17 h 19"/>
                <ns1:gd name="T8" fmla="*/ 2 w 19"/>
                <ns1:gd name="T9" fmla="*/ 19 h 19"/>
                <ns1:gd name="T10" fmla="*/ 4 w 19"/>
                <ns1:gd name="T11" fmla="*/ 17 h 19"/>
                <ns1:gd name="T12" fmla="*/ 4 w 19"/>
                <ns1:gd name="T13" fmla="*/ 17 h 19"/>
                <ns1:gd name="T14" fmla="*/ 17 w 19"/>
                <ns1:gd name="T15" fmla="*/ 4 h 19"/>
                <ns1:gd name="T16" fmla="*/ 17 w 19"/>
                <ns1:gd name="T17" fmla="*/ 4 h 19"/>
                <ns1:gd name="T18" fmla="*/ 19 w 19"/>
                <ns1:gd name="T19" fmla="*/ 2 h 19"/>
                <ns1:gd name="T20" fmla="*/ 17 w 19"/>
                <ns1:gd name="T21" fmla="*/ 0 h 19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</ns1:cxnLst>
              <ns1:rect l="0" t="0" r="r" b="b"/>
              <ns1:pathLst>
                <ns1:path w="19" h="19">
                  <ns1:moveTo>
                    <ns1:pt x="17" y="0"/>
                  </ns1:moveTo>
                  <ns1:cubicBezTo>
                    <ns1:pt x="17" y="0"/>
                    <ns1:pt x="17" y="0"/>
                    <ns1:pt x="17" y="0"/>
                  </ns1:cubicBezTo>
                  <ns1:cubicBezTo>
                    <ns1:pt x="8" y="0"/>
                    <ns1:pt x="0" y="8"/>
                    <ns1:pt x="0" y="17"/>
                  </ns1:cubicBezTo>
                  <ns1:cubicBezTo>
                    <ns1:pt x="0" y="17"/>
                    <ns1:pt x="0" y="17"/>
                    <ns1:pt x="0" y="17"/>
                  </ns1:cubicBezTo>
                  <ns1:cubicBezTo>
                    <ns1:pt x="0" y="18"/>
                    <ns1:pt x="1" y="19"/>
                    <ns1:pt x="2" y="19"/>
                  </ns1:cubicBezTo>
                  <ns1:cubicBezTo>
                    <ns1:pt x="3" y="19"/>
                    <ns1:pt x="4" y="18"/>
                    <ns1:pt x="4" y="17"/>
                  </ns1:cubicBezTo>
                  <ns1:cubicBezTo>
                    <ns1:pt x="4" y="17"/>
                    <ns1:pt x="4" y="17"/>
                    <ns1:pt x="4" y="17"/>
                  </ns1:cubicBezTo>
                  <ns1:cubicBezTo>
                    <ns1:pt x="4" y="10"/>
                    <ns1:pt x="10" y="4"/>
                    <ns1:pt x="17" y="4"/>
                  </ns1:cubicBezTo>
                  <ns1:cubicBezTo>
                    <ns1:pt x="17" y="4"/>
                    <ns1:pt x="17" y="4"/>
                    <ns1:pt x="17" y="4"/>
                  </ns1:cubicBezTo>
                  <ns1:cubicBezTo>
                    <ns1:pt x="18" y="4"/>
                    <ns1:pt x="19" y="3"/>
                    <ns1:pt x="19" y="2"/>
                  </ns1:cubicBezTo>
                  <ns1:cubicBezTo>
                    <ns1:pt x="19" y="1"/>
                    <ns1:pt x="18" y="0"/>
                    <ns1:pt x="17" y="0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</ns0:grpSp>
      <ns0:sp>
        <ns0:nvSpPr>
          <ns0:cNvPr id="89" name="Freeform 5"/>
          <ns0:cNvSpPr>
            <ns1:spLocks noEditPoints="1"/>
          </ns0:cNvSpPr>
          <ns0:nvPr/>
        </ns0:nvSpPr>
        <ns0:spPr bwMode="auto">
          <ns1:xfrm>
            <ns1:off x="8564138" y="3621460"/>
            <ns1:ext cx="386822" cy="386822"/>
          </ns1:xfrm>
          <ns1:custGeom>
            <ns1:avLst/>
            <ns1:gdLst>
              <ns1:gd name="T0" fmla="*/ 0 w 124"/>
              <ns1:gd name="T1" fmla="*/ 62 h 124"/>
              <ns1:gd name="T2" fmla="*/ 124 w 124"/>
              <ns1:gd name="T3" fmla="*/ 62 h 124"/>
              <ns1:gd name="T4" fmla="*/ 116 w 124"/>
              <ns1:gd name="T5" fmla="*/ 60 h 124"/>
              <ns1:gd name="T6" fmla="*/ 87 w 124"/>
              <ns1:gd name="T7" fmla="*/ 35 h 124"/>
              <ns1:gd name="T8" fmla="*/ 116 w 124"/>
              <ns1:gd name="T9" fmla="*/ 60 h 124"/>
              <ns1:gd name="T10" fmla="*/ 43 w 124"/>
              <ns1:gd name="T11" fmla="*/ 95 h 124"/>
              <ns1:gd name="T12" fmla="*/ 60 w 124"/>
              <ns1:gd name="T13" fmla="*/ 116 h 124"/>
              <ns1:gd name="T14" fmla="*/ 64 w 124"/>
              <ns1:gd name="T15" fmla="*/ 8 h 124"/>
              <ns1:gd name="T16" fmla="*/ 64 w 124"/>
              <ns1:gd name="T17" fmla="*/ 36 h 124"/>
              <ns1:gd name="T18" fmla="*/ 64 w 124"/>
              <ns1:gd name="T19" fmla="*/ 8 h 124"/>
              <ns1:gd name="T20" fmla="*/ 100 w 124"/>
              <ns1:gd name="T21" fmla="*/ 23 h 124"/>
              <ns1:gd name="T22" fmla="*/ 71 w 124"/>
              <ns1:gd name="T23" fmla="*/ 9 h 124"/>
              <ns1:gd name="T24" fmla="*/ 60 w 124"/>
              <ns1:gd name="T25" fmla="*/ 36 h 124"/>
              <ns1:gd name="T26" fmla="*/ 60 w 124"/>
              <ns1:gd name="T27" fmla="*/ 8 h 124"/>
              <ns1:gd name="T28" fmla="*/ 38 w 124"/>
              <ns1:gd name="T29" fmla="*/ 31 h 124"/>
              <ns1:gd name="T30" fmla="*/ 53 w 124"/>
              <ns1:gd name="T31" fmla="*/ 9 h 124"/>
              <ns1:gd name="T32" fmla="*/ 40 w 124"/>
              <ns1:gd name="T33" fmla="*/ 36 h 124"/>
              <ns1:gd name="T34" fmla="*/ 60 w 124"/>
              <ns1:gd name="T35" fmla="*/ 60 h 124"/>
              <ns1:gd name="T36" fmla="*/ 40 w 124"/>
              <ns1:gd name="T37" fmla="*/ 36 h 124"/>
              <ns1:gd name="T38" fmla="*/ 60 w 124"/>
              <ns1:gd name="T39" fmla="*/ 88 h 124"/>
              <ns1:gd name="T40" fmla="*/ 36 w 124"/>
              <ns1:gd name="T41" fmla="*/ 64 h 124"/>
              <ns1:gd name="T42" fmla="*/ 53 w 124"/>
              <ns1:gd name="T43" fmla="*/ 115 h 124"/>
              <ns1:gd name="T44" fmla="*/ 40 w 124"/>
              <ns1:gd name="T45" fmla="*/ 96 h 124"/>
              <ns1:gd name="T46" fmla="*/ 64 w 124"/>
              <ns1:gd name="T47" fmla="*/ 116 h 124"/>
              <ns1:gd name="T48" fmla="*/ 81 w 124"/>
              <ns1:gd name="T49" fmla="*/ 95 h 124"/>
              <ns1:gd name="T50" fmla="*/ 64 w 124"/>
              <ns1:gd name="T51" fmla="*/ 116 h 124"/>
              <ns1:gd name="T52" fmla="*/ 97 w 124"/>
              <ns1:gd name="T53" fmla="*/ 103 h 124"/>
              <ns1:gd name="T54" fmla="*/ 84 w 124"/>
              <ns1:gd name="T55" fmla="*/ 96 h 124"/>
              <ns1:gd name="T56" fmla="*/ 64 w 124"/>
              <ns1:gd name="T57" fmla="*/ 88 h 124"/>
              <ns1:gd name="T58" fmla="*/ 88 w 124"/>
              <ns1:gd name="T59" fmla="*/ 64 h 124"/>
              <ns1:gd name="T60" fmla="*/ 64 w 124"/>
              <ns1:gd name="T61" fmla="*/ 60 h 124"/>
              <ns1:gd name="T62" fmla="*/ 84 w 124"/>
              <ns1:gd name="T63" fmla="*/ 36 h 124"/>
              <ns1:gd name="T64" fmla="*/ 64 w 124"/>
              <ns1:gd name="T65" fmla="*/ 60 h 124"/>
              <ns1:gd name="T66" fmla="*/ 37 w 124"/>
              <ns1:gd name="T67" fmla="*/ 35 h 124"/>
              <ns1:gd name="T68" fmla="*/ 8 w 124"/>
              <ns1:gd name="T69" fmla="*/ 60 h 124"/>
              <ns1:gd name="T70" fmla="*/ 8 w 124"/>
              <ns1:gd name="T71" fmla="*/ 64 h 124"/>
              <ns1:gd name="T72" fmla="*/ 38 w 124"/>
              <ns1:gd name="T73" fmla="*/ 93 h 124"/>
              <ns1:gd name="T74" fmla="*/ 8 w 124"/>
              <ns1:gd name="T75" fmla="*/ 64 h 124"/>
              <ns1:gd name="T76" fmla="*/ 86 w 124"/>
              <ns1:gd name="T77" fmla="*/ 93 h 124"/>
              <ns1:gd name="T78" fmla="*/ 116 w 124"/>
              <ns1:gd name="T79" fmla="*/ 64 h 124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  <ns1:cxn ang="0">
                <ns1:pos x="T32" y="T33"/>
              </ns1:cxn>
              <ns1:cxn ang="0">
                <ns1:pos x="T34" y="T35"/>
              </ns1:cxn>
              <ns1:cxn ang="0">
                <ns1:pos x="T36" y="T37"/>
              </ns1:cxn>
              <ns1:cxn ang="0">
                <ns1:pos x="T38" y="T39"/>
              </ns1:cxn>
              <ns1:cxn ang="0">
                <ns1:pos x="T40" y="T41"/>
              </ns1:cxn>
              <ns1:cxn ang="0">
                <ns1:pos x="T42" y="T43"/>
              </ns1:cxn>
              <ns1:cxn ang="0">
                <ns1:pos x="T44" y="T45"/>
              </ns1:cxn>
              <ns1:cxn ang="0">
                <ns1:pos x="T46" y="T47"/>
              </ns1:cxn>
              <ns1:cxn ang="0">
                <ns1:pos x="T48" y="T49"/>
              </ns1:cxn>
              <ns1:cxn ang="0">
                <ns1:pos x="T50" y="T51"/>
              </ns1:cxn>
              <ns1:cxn ang="0">
                <ns1:pos x="T52" y="T53"/>
              </ns1:cxn>
              <ns1:cxn ang="0">
                <ns1:pos x="T54" y="T55"/>
              </ns1:cxn>
              <ns1:cxn ang="0">
                <ns1:pos x="T56" y="T57"/>
              </ns1:cxn>
              <ns1:cxn ang="0">
                <ns1:pos x="T58" y="T59"/>
              </ns1:cxn>
              <ns1:cxn ang="0">
                <ns1:pos x="T60" y="T61"/>
              </ns1:cxn>
              <ns1:cxn ang="0">
                <ns1:pos x="T62" y="T63"/>
              </ns1:cxn>
              <ns1:cxn ang="0">
                <ns1:pos x="T64" y="T65"/>
              </ns1:cxn>
              <ns1:cxn ang="0">
                <ns1:pos x="T66" y="T67"/>
              </ns1:cxn>
              <ns1:cxn ang="0">
                <ns1:pos x="T68" y="T69"/>
              </ns1:cxn>
              <ns1:cxn ang="0">
                <ns1:pos x="T70" y="T71"/>
              </ns1:cxn>
              <ns1:cxn ang="0">
                <ns1:pos x="T72" y="T73"/>
              </ns1:cxn>
              <ns1:cxn ang="0">
                <ns1:pos x="T74" y="T75"/>
              </ns1:cxn>
              <ns1:cxn ang="0">
                <ns1:pos x="T76" y="T77"/>
              </ns1:cxn>
              <ns1:cxn ang="0">
                <ns1:pos x="T78" y="T79"/>
              </ns1:cxn>
            </ns1:cxnLst>
            <ns1:rect l="0" t="0" r="r" b="b"/>
            <ns1:pathLst>
              <ns1:path w="124" h="124">
                <ns1:moveTo>
                  <ns1:pt x="62" y="0"/>
                </ns1:moveTo>
                <ns1:cubicBezTo>
                  <ns1:pt x="28" y="0"/>
                  <ns1:pt x="0" y="28"/>
                  <ns1:pt x="0" y="62"/>
                </ns1:cubicBezTo>
                <ns1:cubicBezTo>
                  <ns1:pt x="0" y="96"/>
                  <ns1:pt x="28" y="124"/>
                  <ns1:pt x="62" y="124"/>
                </ns1:cubicBezTo>
                <ns1:cubicBezTo>
                  <ns1:pt x="96" y="124"/>
                  <ns1:pt x="124" y="96"/>
                  <ns1:pt x="124" y="62"/>
                </ns1:cubicBezTo>
                <ns1:cubicBezTo>
                  <ns1:pt x="124" y="28"/>
                  <ns1:pt x="96" y="0"/>
                  <ns1:pt x="62" y="0"/>
                </ns1:cubicBezTo>
                <ns1:close/>
                <ns1:moveTo>
                  <ns1:pt x="116" y="60"/>
                </ns1:moveTo>
                <ns1:cubicBezTo>
                  <ns1:pt x="92" y="60"/>
                  <ns1:pt x="92" y="60"/>
                  <ns1:pt x="92" y="60"/>
                </ns1:cubicBezTo>
                <ns1:cubicBezTo>
                  <ns1:pt x="92" y="51"/>
                  <ns1:pt x="90" y="43"/>
                  <ns1:pt x="87" y="35"/>
                </ns1:cubicBezTo>
                <ns1:cubicBezTo>
                  <ns1:pt x="93" y="33"/>
                  <ns1:pt x="98" y="30"/>
                  <ns1:pt x="102" y="26"/>
                </ns1:cubicBezTo>
                <ns1:cubicBezTo>
                  <ns1:pt x="110" y="35"/>
                  <ns1:pt x="115" y="47"/>
                  <ns1:pt x="116" y="60"/>
                </ns1:cubicBezTo>
                <ns1:close/>
                <ns1:moveTo>
                  <ns1:pt x="60" y="116"/>
                </ns1:moveTo>
                <ns1:cubicBezTo>
                  <ns1:pt x="53" y="110"/>
                  <ns1:pt x="48" y="103"/>
                  <ns1:pt x="43" y="95"/>
                </ns1:cubicBezTo>
                <ns1:cubicBezTo>
                  <ns1:pt x="49" y="93"/>
                  <ns1:pt x="54" y="92"/>
                  <ns1:pt x="60" y="92"/>
                </ns1:cubicBezTo>
                <ns1:cubicBezTo>
                  <ns1:pt x="60" y="116"/>
                  <ns1:pt x="60" y="116"/>
                  <ns1:pt x="60" y="116"/>
                </ns1:cubicBezTo>
                <ns1:cubicBezTo>
                  <ns1:pt x="60" y="116"/>
                  <ns1:pt x="60" y="116"/>
                  <ns1:pt x="60" y="116"/>
                </ns1:cubicBezTo>
                <ns1:close/>
                <ns1:moveTo>
                  <ns1:pt x="64" y="8"/>
                </ns1:moveTo>
                <ns1:cubicBezTo>
                  <ns1:pt x="72" y="14"/>
                  <ns1:pt x="78" y="23"/>
                  <ns1:pt x="82" y="33"/>
                </ns1:cubicBezTo>
                <ns1:cubicBezTo>
                  <ns1:pt x="76" y="35"/>
                  <ns1:pt x="70" y="36"/>
                  <ns1:pt x="64" y="36"/>
                </ns1:cubicBezTo>
                <ns1:cubicBezTo>
                  <ns1:pt x="64" y="8"/>
                  <ns1:pt x="64" y="8"/>
                  <ns1:pt x="64" y="8"/>
                </ns1:cubicBezTo>
                <ns1:cubicBezTo>
                  <ns1:pt x="64" y="8"/>
                  <ns1:pt x="64" y="8"/>
                  <ns1:pt x="64" y="8"/>
                </ns1:cubicBezTo>
                <ns1:close/>
                <ns1:moveTo>
                  <ns1:pt x="71" y="9"/>
                </ns1:moveTo>
                <ns1:cubicBezTo>
                  <ns1:pt x="82" y="11"/>
                  <ns1:pt x="92" y="16"/>
                  <ns1:pt x="100" y="23"/>
                </ns1:cubicBezTo>
                <ns1:cubicBezTo>
                  <ns1:pt x="95" y="26"/>
                  <ns1:pt x="91" y="29"/>
                  <ns1:pt x="86" y="31"/>
                </ns1:cubicBezTo>
                <ns1:cubicBezTo>
                  <ns1:pt x="82" y="23"/>
                  <ns1:pt x="77" y="15"/>
                  <ns1:pt x="71" y="9"/>
                </ns1:cubicBezTo>
                <ns1:close/>
                <ns1:moveTo>
                  <ns1:pt x="60" y="8"/>
                </ns1:moveTo>
                <ns1:cubicBezTo>
                  <ns1:pt x="60" y="36"/>
                  <ns1:pt x="60" y="36"/>
                  <ns1:pt x="60" y="36"/>
                </ns1:cubicBezTo>
                <ns1:cubicBezTo>
                  <ns1:pt x="54" y="36"/>
                  <ns1:pt x="48" y="35"/>
                  <ns1:pt x="42" y="33"/>
                </ns1:cubicBezTo>
                <ns1:cubicBezTo>
                  <ns1:pt x="46" y="23"/>
                  <ns1:pt x="52" y="14"/>
                  <ns1:pt x="60" y="8"/>
                </ns1:cubicBezTo>
                <ns1:cubicBezTo>
                  <ns1:pt x="60" y="8"/>
                  <ns1:pt x="60" y="8"/>
                  <ns1:pt x="60" y="8"/>
                </ns1:cubicBezTo>
                <ns1:close/>
                <ns1:moveTo>
                  <ns1:pt x="38" y="31"/>
                </ns1:moveTo>
                <ns1:cubicBezTo>
                  <ns1:pt x="33" y="29"/>
                  <ns1:pt x="29" y="26"/>
                  <ns1:pt x="24" y="23"/>
                </ns1:cubicBezTo>
                <ns1:cubicBezTo>
                  <ns1:pt x="32" y="16"/>
                  <ns1:pt x="42" y="11"/>
                  <ns1:pt x="53" y="9"/>
                </ns1:cubicBezTo>
                <ns1:cubicBezTo>
                  <ns1:pt x="47" y="15"/>
                  <ns1:pt x="42" y="23"/>
                  <ns1:pt x="38" y="31"/>
                </ns1:cubicBezTo>
                <ns1:close/>
                <ns1:moveTo>
                  <ns1:pt x="40" y="36"/>
                </ns1:moveTo>
                <ns1:cubicBezTo>
                  <ns1:pt x="47" y="38"/>
                  <ns1:pt x="53" y="40"/>
                  <ns1:pt x="60" y="40"/>
                </ns1:cubicBezTo>
                <ns1:cubicBezTo>
                  <ns1:pt x="60" y="60"/>
                  <ns1:pt x="60" y="60"/>
                  <ns1:pt x="60" y="60"/>
                </ns1:cubicBezTo>
                <ns1:cubicBezTo>
                  <ns1:pt x="36" y="60"/>
                  <ns1:pt x="36" y="60"/>
                  <ns1:pt x="36" y="60"/>
                </ns1:cubicBezTo>
                <ns1:cubicBezTo>
                  <ns1:pt x="36" y="52"/>
                  <ns1:pt x="38" y="44"/>
                  <ns1:pt x="40" y="36"/>
                </ns1:cubicBezTo>
                <ns1:close/>
                <ns1:moveTo>
                  <ns1:pt x="60" y="64"/>
                </ns1:moveTo>
                <ns1:cubicBezTo>
                  <ns1:pt x="60" y="88"/>
                  <ns1:pt x="60" y="88"/>
                  <ns1:pt x="60" y="88"/>
                </ns1:cubicBezTo>
                <ns1:cubicBezTo>
                  <ns1:pt x="54" y="88"/>
                  <ns1:pt x="48" y="89"/>
                  <ns1:pt x="42" y="91"/>
                </ns1:cubicBezTo>
                <ns1:cubicBezTo>
                  <ns1:pt x="38" y="83"/>
                  <ns1:pt x="36" y="74"/>
                  <ns1:pt x="36" y="64"/>
                </ns1:cubicBezTo>
                <ns1:lnTo>
                  <ns1:pt x="60" y="64"/>
                </ns1:lnTo>
                <ns1:close/>
                <ns1:moveTo>
                  <ns1:pt x="53" y="115"/>
                </ns1:moveTo>
                <ns1:cubicBezTo>
                  <ns1:pt x="43" y="114"/>
                  <ns1:pt x="34" y="109"/>
                  <ns1:pt x="27" y="103"/>
                </ns1:cubicBezTo>
                <ns1:cubicBezTo>
                  <ns1:pt x="31" y="100"/>
                  <ns1:pt x="35" y="98"/>
                  <ns1:pt x="40" y="96"/>
                </ns1:cubicBezTo>
                <ns1:cubicBezTo>
                  <ns1:pt x="43" y="103"/>
                  <ns1:pt x="48" y="110"/>
                  <ns1:pt x="53" y="115"/>
                </ns1:cubicBezTo>
                <ns1:close/>
                <ns1:moveTo>
                  <ns1:pt x="64" y="116"/>
                </ns1:moveTo>
                <ns1:cubicBezTo>
                  <ns1:pt x="64" y="92"/>
                  <ns1:pt x="64" y="92"/>
                  <ns1:pt x="64" y="92"/>
                </ns1:cubicBezTo>
                <ns1:cubicBezTo>
                  <ns1:pt x="70" y="92"/>
                  <ns1:pt x="75" y="93"/>
                  <ns1:pt x="81" y="95"/>
                </ns1:cubicBezTo>
                <ns1:cubicBezTo>
                  <ns1:pt x="76" y="103"/>
                  <ns1:pt x="71" y="110"/>
                  <ns1:pt x="64" y="116"/>
                </ns1:cubicBezTo>
                <ns1:cubicBezTo>
                  <ns1:pt x="64" y="116"/>
                  <ns1:pt x="64" y="116"/>
                  <ns1:pt x="64" y="116"/>
                </ns1:cubicBezTo>
                <ns1:close/>
                <ns1:moveTo>
                  <ns1:pt x="84" y="96"/>
                </ns1:moveTo>
                <ns1:cubicBezTo>
                  <ns1:pt x="89" y="98"/>
                  <ns1:pt x="93" y="100"/>
                  <ns1:pt x="97" y="103"/>
                </ns1:cubicBezTo>
                <ns1:cubicBezTo>
                  <ns1:pt x="90" y="109"/>
                  <ns1:pt x="81" y="114"/>
                  <ns1:pt x="71" y="115"/>
                </ns1:cubicBezTo>
                <ns1:cubicBezTo>
                  <ns1:pt x="76" y="110"/>
                  <ns1:pt x="81" y="103"/>
                  <ns1:pt x="84" y="96"/>
                </ns1:cubicBezTo>
                <ns1:close/>
                <ns1:moveTo>
                  <ns1:pt x="82" y="91"/>
                </ns1:moveTo>
                <ns1:cubicBezTo>
                  <ns1:pt x="76" y="89"/>
                  <ns1:pt x="70" y="88"/>
                  <ns1:pt x="64" y="88"/>
                </ns1:cubicBezTo>
                <ns1:cubicBezTo>
                  <ns1:pt x="64" y="64"/>
                  <ns1:pt x="64" y="64"/>
                  <ns1:pt x="64" y="64"/>
                </ns1:cubicBezTo>
                <ns1:cubicBezTo>
                  <ns1:pt x="88" y="64"/>
                  <ns1:pt x="88" y="64"/>
                  <ns1:pt x="88" y="64"/>
                </ns1:cubicBezTo>
                <ns1:cubicBezTo>
                  <ns1:pt x="88" y="74"/>
                  <ns1:pt x="86" y="83"/>
                  <ns1:pt x="82" y="91"/>
                </ns1:cubicBezTo>
                <ns1:close/>
                <ns1:moveTo>
                  <ns1:pt x="64" y="60"/>
                </ns1:moveTo>
                <ns1:cubicBezTo>
                  <ns1:pt x="64" y="40"/>
                  <ns1:pt x="64" y="40"/>
                  <ns1:pt x="64" y="40"/>
                </ns1:cubicBezTo>
                <ns1:cubicBezTo>
                  <ns1:pt x="71" y="40"/>
                  <ns1:pt x="77" y="38"/>
                  <ns1:pt x="84" y="36"/>
                </ns1:cubicBezTo>
                <ns1:cubicBezTo>
                  <ns1:pt x="86" y="44"/>
                  <ns1:pt x="88" y="52"/>
                  <ns1:pt x="88" y="60"/>
                </ns1:cubicBezTo>
                <ns1:lnTo>
                  <ns1:pt x="64" y="60"/>
                </ns1:lnTo>
                <ns1:close/>
                <ns1:moveTo>
                  <ns1:pt x="22" y="26"/>
                </ns1:moveTo>
                <ns1:cubicBezTo>
                  <ns1:pt x="26" y="30"/>
                  <ns1:pt x="31" y="33"/>
                  <ns1:pt x="37" y="35"/>
                </ns1:cubicBezTo>
                <ns1:cubicBezTo>
                  <ns1:pt x="34" y="43"/>
                  <ns1:pt x="32" y="51"/>
                  <ns1:pt x="32" y="60"/>
                </ns1:cubicBezTo>
                <ns1:cubicBezTo>
                  <ns1:pt x="8" y="60"/>
                  <ns1:pt x="8" y="60"/>
                  <ns1:pt x="8" y="60"/>
                </ns1:cubicBezTo>
                <ns1:cubicBezTo>
                  <ns1:pt x="9" y="47"/>
                  <ns1:pt x="14" y="35"/>
                  <ns1:pt x="22" y="26"/>
                </ns1:cubicBezTo>
                <ns1:close/>
                <ns1:moveTo>
                  <ns1:pt x="8" y="64"/>
                </ns1:moveTo>
                <ns1:cubicBezTo>
                  <ns1:pt x="32" y="64"/>
                  <ns1:pt x="32" y="64"/>
                  <ns1:pt x="32" y="64"/>
                </ns1:cubicBezTo>
                <ns1:cubicBezTo>
                  <ns1:pt x="32" y="74"/>
                  <ns1:pt x="34" y="84"/>
                  <ns1:pt x="38" y="93"/>
                </ns1:cubicBezTo>
                <ns1:cubicBezTo>
                  <ns1:pt x="33" y="95"/>
                  <ns1:pt x="28" y="97"/>
                  <ns1:pt x="24" y="100"/>
                </ns1:cubicBezTo>
                <ns1:cubicBezTo>
                  <ns1:pt x="15" y="91"/>
                  <ns1:pt x="9" y="78"/>
                  <ns1:pt x="8" y="64"/>
                </ns1:cubicBezTo>
                <ns1:close/>
                <ns1:moveTo>
                  <ns1:pt x="100" y="100"/>
                </ns1:moveTo>
                <ns1:cubicBezTo>
                  <ns1:pt x="96" y="97"/>
                  <ns1:pt x="91" y="95"/>
                  <ns1:pt x="86" y="93"/>
                </ns1:cubicBezTo>
                <ns1:cubicBezTo>
                  <ns1:pt x="90" y="84"/>
                  <ns1:pt x="92" y="74"/>
                  <ns1:pt x="92" y="64"/>
                </ns1:cubicBezTo>
                <ns1:cubicBezTo>
                  <ns1:pt x="116" y="64"/>
                  <ns1:pt x="116" y="64"/>
                  <ns1:pt x="116" y="64"/>
                </ns1:cubicBezTo>
                <ns1:cubicBezTo>
                  <ns1:pt x="115" y="78"/>
                  <ns1:pt x="109" y="91"/>
                  <ns1:pt x="100" y="100"/>
                </ns1:cubicBezTo>
                <ns1:close/>
              </ns1:path>
            </ns1:pathLst>
          </ns1:custGeom>
          <ns1:solidFill>
            <ns1:schemeClr val="tx1"/>
          </ns1:solidFill>
          <ns1:ln>
            <ns1:noFill/>
          </ns1:ln>
          <ns1:extLst/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id-ID" sz="2700"/>
          </ns1:p>
        </ns0:txBody>
      </ns0:sp>
      <ns0:grpSp>
        <ns0:nvGrpSpPr>
          <ns0:cNvPr id="90" name="Group 89"/>
          <ns0:cNvGrpSpPr/>
          <ns0:nvPr/>
        </ns0:nvGrpSpPr>
        <ns0:grpSpPr>
          <ns1:xfrm>
            <ns1:off x="7550684" y="3625396"/>
            <ns1:ext cx="312877" cy="378950"/>
            <ns1:chOff x="10387014" y="2925763"/>
            <ns1:chExt cx="255588" cy="309563"/>
          </ns1:xfrm>
          <ns1:solidFill>
            <ns1:schemeClr val="tx1"/>
          </ns1:solidFill>
        </ns0:grpSpPr>
        <ns0:sp>
          <ns0:nvSpPr>
            <ns0:cNvPr id="91" name="Freeform 134"/>
            <ns0:cNvSpPr>
              <ns1:spLocks noEditPoints="1"/>
            </ns0:cNvSpPr>
            <ns0:nvPr/>
          </ns0:nvSpPr>
          <ns0:spPr bwMode="auto">
            <ns1:xfrm>
              <ns1:off x="10387014" y="2925763"/>
              <ns1:ext cx="255588" cy="309563"/>
            </ns1:xfrm>
            <ns1:custGeom>
              <ns1:avLst/>
              <ns1:gdLst>
                <ns1:gd name="T0" fmla="*/ 84 w 96"/>
                <ns1:gd name="T1" fmla="*/ 44 h 116"/>
                <ns1:gd name="T2" fmla="*/ 72 w 96"/>
                <ns1:gd name="T3" fmla="*/ 44 h 116"/>
                <ns1:gd name="T4" fmla="*/ 72 w 96"/>
                <ns1:gd name="T5" fmla="*/ 25 h 116"/>
                <ns1:gd name="T6" fmla="*/ 48 w 96"/>
                <ns1:gd name="T7" fmla="*/ 0 h 116"/>
                <ns1:gd name="T8" fmla="*/ 24 w 96"/>
                <ns1:gd name="T9" fmla="*/ 25 h 116"/>
                <ns1:gd name="T10" fmla="*/ 24 w 96"/>
                <ns1:gd name="T11" fmla="*/ 44 h 116"/>
                <ns1:gd name="T12" fmla="*/ 12 w 96"/>
                <ns1:gd name="T13" fmla="*/ 44 h 116"/>
                <ns1:gd name="T14" fmla="*/ 0 w 96"/>
                <ns1:gd name="T15" fmla="*/ 56 h 116"/>
                <ns1:gd name="T16" fmla="*/ 0 w 96"/>
                <ns1:gd name="T17" fmla="*/ 104 h 116"/>
                <ns1:gd name="T18" fmla="*/ 12 w 96"/>
                <ns1:gd name="T19" fmla="*/ 116 h 116"/>
                <ns1:gd name="T20" fmla="*/ 84 w 96"/>
                <ns1:gd name="T21" fmla="*/ 116 h 116"/>
                <ns1:gd name="T22" fmla="*/ 96 w 96"/>
                <ns1:gd name="T23" fmla="*/ 104 h 116"/>
                <ns1:gd name="T24" fmla="*/ 96 w 96"/>
                <ns1:gd name="T25" fmla="*/ 56 h 116"/>
                <ns1:gd name="T26" fmla="*/ 84 w 96"/>
                <ns1:gd name="T27" fmla="*/ 44 h 116"/>
                <ns1:gd name="T28" fmla="*/ 32 w 96"/>
                <ns1:gd name="T29" fmla="*/ 25 h 116"/>
                <ns1:gd name="T30" fmla="*/ 48 w 96"/>
                <ns1:gd name="T31" fmla="*/ 8 h 116"/>
                <ns1:gd name="T32" fmla="*/ 64 w 96"/>
                <ns1:gd name="T33" fmla="*/ 25 h 116"/>
                <ns1:gd name="T34" fmla="*/ 64 w 96"/>
                <ns1:gd name="T35" fmla="*/ 44 h 116"/>
                <ns1:gd name="T36" fmla="*/ 32 w 96"/>
                <ns1:gd name="T37" fmla="*/ 44 h 116"/>
                <ns1:gd name="T38" fmla="*/ 32 w 96"/>
                <ns1:gd name="T39" fmla="*/ 25 h 116"/>
                <ns1:gd name="T40" fmla="*/ 88 w 96"/>
                <ns1:gd name="T41" fmla="*/ 104 h 116"/>
                <ns1:gd name="T42" fmla="*/ 84 w 96"/>
                <ns1:gd name="T43" fmla="*/ 108 h 116"/>
                <ns1:gd name="T44" fmla="*/ 12 w 96"/>
                <ns1:gd name="T45" fmla="*/ 108 h 116"/>
                <ns1:gd name="T46" fmla="*/ 8 w 96"/>
                <ns1:gd name="T47" fmla="*/ 104 h 116"/>
                <ns1:gd name="T48" fmla="*/ 8 w 96"/>
                <ns1:gd name="T49" fmla="*/ 56 h 116"/>
                <ns1:gd name="T50" fmla="*/ 12 w 96"/>
                <ns1:gd name="T51" fmla="*/ 52 h 116"/>
                <ns1:gd name="T52" fmla="*/ 84 w 96"/>
                <ns1:gd name="T53" fmla="*/ 52 h 116"/>
                <ns1:gd name="T54" fmla="*/ 88 w 96"/>
                <ns1:gd name="T55" fmla="*/ 56 h 116"/>
                <ns1:gd name="T56" fmla="*/ 88 w 96"/>
                <ns1:gd name="T57" fmla="*/ 104 h 116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  <ns1:cxn ang="0">
                  <ns1:pos x="T30" y="T31"/>
                </ns1:cxn>
                <ns1:cxn ang="0">
                  <ns1:pos x="T32" y="T33"/>
                </ns1:cxn>
                <ns1:cxn ang="0">
                  <ns1:pos x="T34" y="T35"/>
                </ns1:cxn>
                <ns1:cxn ang="0">
                  <ns1:pos x="T36" y="T37"/>
                </ns1:cxn>
                <ns1:cxn ang="0">
                  <ns1:pos x="T38" y="T39"/>
                </ns1:cxn>
                <ns1:cxn ang="0">
                  <ns1:pos x="T40" y="T41"/>
                </ns1:cxn>
                <ns1:cxn ang="0">
                  <ns1:pos x="T42" y="T43"/>
                </ns1:cxn>
                <ns1:cxn ang="0">
                  <ns1:pos x="T44" y="T45"/>
                </ns1:cxn>
                <ns1:cxn ang="0">
                  <ns1:pos x="T46" y="T47"/>
                </ns1:cxn>
                <ns1:cxn ang="0">
                  <ns1:pos x="T48" y="T49"/>
                </ns1:cxn>
                <ns1:cxn ang="0">
                  <ns1:pos x="T50" y="T51"/>
                </ns1:cxn>
                <ns1:cxn ang="0">
                  <ns1:pos x="T52" y="T53"/>
                </ns1:cxn>
                <ns1:cxn ang="0">
                  <ns1:pos x="T54" y="T55"/>
                </ns1:cxn>
                <ns1:cxn ang="0">
                  <ns1:pos x="T56" y="T57"/>
                </ns1:cxn>
              </ns1:cxnLst>
              <ns1:rect l="0" t="0" r="r" b="b"/>
              <ns1:pathLst>
                <ns1:path w="96" h="116">
                  <ns1:moveTo>
                    <ns1:pt x="84" y="44"/>
                  </ns1:moveTo>
                  <ns1:cubicBezTo>
                    <ns1:pt x="72" y="44"/>
                    <ns1:pt x="72" y="44"/>
                    <ns1:pt x="72" y="44"/>
                  </ns1:cubicBezTo>
                  <ns1:cubicBezTo>
                    <ns1:pt x="72" y="25"/>
                    <ns1:pt x="72" y="25"/>
                    <ns1:pt x="72" y="25"/>
                  </ns1:cubicBezTo>
                  <ns1:cubicBezTo>
                    <ns1:pt x="72" y="11"/>
                    <ns1:pt x="61" y="0"/>
                    <ns1:pt x="48" y="0"/>
                  </ns1:cubicBezTo>
                  <ns1:cubicBezTo>
                    <ns1:pt x="35" y="0"/>
                    <ns1:pt x="24" y="11"/>
                    <ns1:pt x="24" y="25"/>
                  </ns1:cubicBezTo>
                  <ns1:cubicBezTo>
                    <ns1:pt x="24" y="44"/>
                    <ns1:pt x="24" y="44"/>
                    <ns1:pt x="24" y="44"/>
                  </ns1:cubicBezTo>
                  <ns1:cubicBezTo>
                    <ns1:pt x="12" y="44"/>
                    <ns1:pt x="12" y="44"/>
                    <ns1:pt x="12" y="44"/>
                  </ns1:cubicBezTo>
                  <ns1:cubicBezTo>
                    <ns1:pt x="5" y="44"/>
                    <ns1:pt x="0" y="49"/>
                    <ns1:pt x="0" y="56"/>
                  </ns1:cubicBezTo>
                  <ns1:cubicBezTo>
                    <ns1:pt x="0" y="104"/>
                    <ns1:pt x="0" y="104"/>
                    <ns1:pt x="0" y="104"/>
                  </ns1:cubicBezTo>
                  <ns1:cubicBezTo>
                    <ns1:pt x="0" y="111"/>
                    <ns1:pt x="5" y="116"/>
                    <ns1:pt x="12" y="116"/>
                  </ns1:cubicBezTo>
                  <ns1:cubicBezTo>
                    <ns1:pt x="84" y="116"/>
                    <ns1:pt x="84" y="116"/>
                    <ns1:pt x="84" y="116"/>
                  </ns1:cubicBezTo>
                  <ns1:cubicBezTo>
                    <ns1:pt x="91" y="116"/>
                    <ns1:pt x="96" y="111"/>
                    <ns1:pt x="96" y="104"/>
                  </ns1:cubicBezTo>
                  <ns1:cubicBezTo>
                    <ns1:pt x="96" y="56"/>
                    <ns1:pt x="96" y="56"/>
                    <ns1:pt x="96" y="56"/>
                  </ns1:cubicBezTo>
                  <ns1:cubicBezTo>
                    <ns1:pt x="96" y="49"/>
                    <ns1:pt x="91" y="44"/>
                    <ns1:pt x="84" y="44"/>
                  </ns1:cubicBezTo>
                  <ns1:close/>
                  <ns1:moveTo>
                    <ns1:pt x="32" y="25"/>
                  </ns1:moveTo>
                  <ns1:cubicBezTo>
                    <ns1:pt x="32" y="15"/>
                    <ns1:pt x="39" y="8"/>
                    <ns1:pt x="48" y="8"/>
                  </ns1:cubicBezTo>
                  <ns1:cubicBezTo>
                    <ns1:pt x="57" y="8"/>
                    <ns1:pt x="64" y="15"/>
                    <ns1:pt x="64" y="25"/>
                  </ns1:cubicBezTo>
                  <ns1:cubicBezTo>
                    <ns1:pt x="64" y="44"/>
                    <ns1:pt x="64" y="44"/>
                    <ns1:pt x="64" y="44"/>
                  </ns1:cubicBezTo>
                  <ns1:cubicBezTo>
                    <ns1:pt x="32" y="44"/>
                    <ns1:pt x="32" y="44"/>
                    <ns1:pt x="32" y="44"/>
                  </ns1:cubicBezTo>
                  <ns1:lnTo>
                    <ns1:pt x="32" y="25"/>
                  </ns1:lnTo>
                  <ns1:close/>
                  <ns1:moveTo>
                    <ns1:pt x="88" y="104"/>
                  </ns1:moveTo>
                  <ns1:cubicBezTo>
                    <ns1:pt x="88" y="106"/>
                    <ns1:pt x="86" y="108"/>
                    <ns1:pt x="84" y="108"/>
                  </ns1:cubicBezTo>
                  <ns1:cubicBezTo>
                    <ns1:pt x="12" y="108"/>
                    <ns1:pt x="12" y="108"/>
                    <ns1:pt x="12" y="108"/>
                  </ns1:cubicBezTo>
                  <ns1:cubicBezTo>
                    <ns1:pt x="10" y="108"/>
                    <ns1:pt x="8" y="106"/>
                    <ns1:pt x="8" y="104"/>
                  </ns1:cubicBezTo>
                  <ns1:cubicBezTo>
                    <ns1:pt x="8" y="56"/>
                    <ns1:pt x="8" y="56"/>
                    <ns1:pt x="8" y="56"/>
                  </ns1:cubicBezTo>
                  <ns1:cubicBezTo>
                    <ns1:pt x="8" y="54"/>
                    <ns1:pt x="10" y="52"/>
                    <ns1:pt x="12" y="52"/>
                  </ns1:cubicBezTo>
                  <ns1:cubicBezTo>
                    <ns1:pt x="84" y="52"/>
                    <ns1:pt x="84" y="52"/>
                    <ns1:pt x="84" y="52"/>
                  </ns1:cubicBezTo>
                  <ns1:cubicBezTo>
                    <ns1:pt x="86" y="52"/>
                    <ns1:pt x="88" y="54"/>
                    <ns1:pt x="88" y="56"/>
                  </ns1:cubicBezTo>
                  <ns1:lnTo>
                    <ns1:pt x="88" y="104"/>
                  </ns1:ln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92" name="Freeform 135"/>
            <ns0:cNvSpPr>
              <ns1:spLocks noEditPoints="1"/>
            </ns0:cNvSpPr>
            <ns0:nvPr/>
          </ns0:nvSpPr>
          <ns0:spPr bwMode="auto">
            <ns1:xfrm>
              <ns1:off x="10488614" y="3100388"/>
              <ns1:ext cx="52388" cy="79375"/>
            </ns1:xfrm>
            <ns1:custGeom>
              <ns1:avLst/>
              <ns1:gdLst>
                <ns1:gd name="T0" fmla="*/ 10 w 20"/>
                <ns1:gd name="T1" fmla="*/ 0 h 30"/>
                <ns1:gd name="T2" fmla="*/ 0 w 20"/>
                <ns1:gd name="T3" fmla="*/ 10 h 30"/>
                <ns1:gd name="T4" fmla="*/ 4 w 20"/>
                <ns1:gd name="T5" fmla="*/ 18 h 30"/>
                <ns1:gd name="T6" fmla="*/ 4 w 20"/>
                <ns1:gd name="T7" fmla="*/ 24 h 30"/>
                <ns1:gd name="T8" fmla="*/ 10 w 20"/>
                <ns1:gd name="T9" fmla="*/ 30 h 30"/>
                <ns1:gd name="T10" fmla="*/ 16 w 20"/>
                <ns1:gd name="T11" fmla="*/ 24 h 30"/>
                <ns1:gd name="T12" fmla="*/ 16 w 20"/>
                <ns1:gd name="T13" fmla="*/ 18 h 30"/>
                <ns1:gd name="T14" fmla="*/ 20 w 20"/>
                <ns1:gd name="T15" fmla="*/ 10 h 30"/>
                <ns1:gd name="T16" fmla="*/ 10 w 20"/>
                <ns1:gd name="T17" fmla="*/ 0 h 30"/>
                <ns1:gd name="T18" fmla="*/ 12 w 20"/>
                <ns1:gd name="T19" fmla="*/ 16 h 30"/>
                <ns1:gd name="T20" fmla="*/ 12 w 20"/>
                <ns1:gd name="T21" fmla="*/ 24 h 30"/>
                <ns1:gd name="T22" fmla="*/ 10 w 20"/>
                <ns1:gd name="T23" fmla="*/ 26 h 30"/>
                <ns1:gd name="T24" fmla="*/ 8 w 20"/>
                <ns1:gd name="T25" fmla="*/ 24 h 30"/>
                <ns1:gd name="T26" fmla="*/ 8 w 20"/>
                <ns1:gd name="T27" fmla="*/ 16 h 30"/>
                <ns1:gd name="T28" fmla="*/ 4 w 20"/>
                <ns1:gd name="T29" fmla="*/ 10 h 30"/>
                <ns1:gd name="T30" fmla="*/ 10 w 20"/>
                <ns1:gd name="T31" fmla="*/ 4 h 30"/>
                <ns1:gd name="T32" fmla="*/ 16 w 20"/>
                <ns1:gd name="T33" fmla="*/ 10 h 30"/>
                <ns1:gd name="T34" fmla="*/ 12 w 20"/>
                <ns1:gd name="T35" fmla="*/ 16 h 30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  <ns1:cxn ang="0">
                  <ns1:pos x="T30" y="T31"/>
                </ns1:cxn>
                <ns1:cxn ang="0">
                  <ns1:pos x="T32" y="T33"/>
                </ns1:cxn>
                <ns1:cxn ang="0">
                  <ns1:pos x="T34" y="T35"/>
                </ns1:cxn>
              </ns1:cxnLst>
              <ns1:rect l="0" t="0" r="r" b="b"/>
              <ns1:pathLst>
                <ns1:path w="20" h="30">
                  <ns1:moveTo>
                    <ns1:pt x="10" y="0"/>
                  </ns1:moveTo>
                  <ns1:cubicBezTo>
                    <ns1:pt x="4" y="0"/>
                    <ns1:pt x="0" y="4"/>
                    <ns1:pt x="0" y="10"/>
                  </ns1:cubicBezTo>
                  <ns1:cubicBezTo>
                    <ns1:pt x="0" y="13"/>
                    <ns1:pt x="2" y="16"/>
                    <ns1:pt x="4" y="18"/>
                  </ns1:cubicBezTo>
                  <ns1:cubicBezTo>
                    <ns1:pt x="4" y="24"/>
                    <ns1:pt x="4" y="24"/>
                    <ns1:pt x="4" y="24"/>
                  </ns1:cubicBezTo>
                  <ns1:cubicBezTo>
                    <ns1:pt x="4" y="27"/>
                    <ns1:pt x="7" y="30"/>
                    <ns1:pt x="10" y="30"/>
                  </ns1:cubicBezTo>
                  <ns1:cubicBezTo>
                    <ns1:pt x="13" y="30"/>
                    <ns1:pt x="16" y="27"/>
                    <ns1:pt x="16" y="24"/>
                  </ns1:cubicBezTo>
                  <ns1:cubicBezTo>
                    <ns1:pt x="16" y="18"/>
                    <ns1:pt x="16" y="18"/>
                    <ns1:pt x="16" y="18"/>
                  </ns1:cubicBezTo>
                  <ns1:cubicBezTo>
                    <ns1:pt x="18" y="16"/>
                    <ns1:pt x="20" y="13"/>
                    <ns1:pt x="20" y="10"/>
                  </ns1:cubicBezTo>
                  <ns1:cubicBezTo>
                    <ns1:pt x="20" y="4"/>
                    <ns1:pt x="16" y="0"/>
                    <ns1:pt x="10" y="0"/>
                  </ns1:cubicBezTo>
                  <ns1:close/>
                  <ns1:moveTo>
                    <ns1:pt x="12" y="16"/>
                  </ns1:moveTo>
                  <ns1:cubicBezTo>
                    <ns1:pt x="12" y="24"/>
                    <ns1:pt x="12" y="24"/>
                    <ns1:pt x="12" y="24"/>
                  </ns1:cubicBezTo>
                  <ns1:cubicBezTo>
                    <ns1:pt x="12" y="25"/>
                    <ns1:pt x="11" y="26"/>
                    <ns1:pt x="10" y="26"/>
                  </ns1:cubicBezTo>
                  <ns1:cubicBezTo>
                    <ns1:pt x="9" y="26"/>
                    <ns1:pt x="8" y="25"/>
                    <ns1:pt x="8" y="24"/>
                  </ns1:cubicBezTo>
                  <ns1:cubicBezTo>
                    <ns1:pt x="8" y="16"/>
                    <ns1:pt x="8" y="16"/>
                    <ns1:pt x="8" y="16"/>
                  </ns1:cubicBezTo>
                  <ns1:cubicBezTo>
                    <ns1:pt x="6" y="15"/>
                    <ns1:pt x="4" y="13"/>
                    <ns1:pt x="4" y="10"/>
                  </ns1:cubicBezTo>
                  <ns1:cubicBezTo>
                    <ns1:pt x="4" y="7"/>
                    <ns1:pt x="7" y="4"/>
                    <ns1:pt x="10" y="4"/>
                  </ns1:cubicBezTo>
                  <ns1:cubicBezTo>
                    <ns1:pt x="13" y="4"/>
                    <ns1:pt x="16" y="7"/>
                    <ns1:pt x="16" y="10"/>
                  </ns1:cubicBezTo>
                  <ns1:cubicBezTo>
                    <ns1:pt x="16" y="13"/>
                    <ns1:pt x="14" y="15"/>
                    <ns1:pt x="12" y="16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</ns0:grpSp>
      <ns0:sp>
        <ns0:nvSpPr>
          <ns0:cNvPr id="93" name="Freeform 5"/>
          <ns0:cNvSpPr>
            <ns1:spLocks/>
          </ns0:cNvSpPr>
          <ns0:nvPr/>
        </ns0:nvSpPr>
        <ns0:spPr bwMode="auto">
          <ns1:xfrm>
            <ns1:off x="4382996" y="347008"/>
            <ns1:ext cx="444822" cy="447092"/>
          </ns1:xfrm>
          <ns1:custGeom>
            <ns1:avLst/>
            <ns1:gdLst>
              <ns1:gd name="T0" fmla="*/ 234 w 246"/>
              <ns1:gd name="T1" fmla="*/ 13 h 247"/>
              <ns1:gd name="T2" fmla="*/ 175 w 246"/>
              <ns1:gd name="T3" fmla="*/ 35 h 247"/>
              <ns1:gd name="T4" fmla="*/ 153 w 246"/>
              <ns1:gd name="T5" fmla="*/ 60 h 247"/>
              <ns1:gd name="T6" fmla="*/ 24 w 246"/>
              <ns1:gd name="T7" fmla="*/ 36 h 247"/>
              <ns1:gd name="T8" fmla="*/ 5 w 246"/>
              <ns1:gd name="T9" fmla="*/ 55 h 247"/>
              <ns1:gd name="T10" fmla="*/ 107 w 246"/>
              <ns1:gd name="T11" fmla="*/ 109 h 247"/>
              <ns1:gd name="T12" fmla="*/ 65 w 246"/>
              <ns1:gd name="T13" fmla="*/ 159 h 247"/>
              <ns1:gd name="T14" fmla="*/ 54 w 246"/>
              <ns1:gd name="T15" fmla="*/ 172 h 247"/>
              <ns1:gd name="T16" fmla="*/ 12 w 246"/>
              <ns1:gd name="T17" fmla="*/ 161 h 247"/>
              <ns1:gd name="T18" fmla="*/ 0 w 246"/>
              <ns1:gd name="T19" fmla="*/ 173 h 247"/>
              <ns1:gd name="T20" fmla="*/ 47 w 246"/>
              <ns1:gd name="T21" fmla="*/ 200 h 247"/>
              <ns1:gd name="T22" fmla="*/ 74 w 246"/>
              <ns1:gd name="T23" fmla="*/ 247 h 247"/>
              <ns1:gd name="T24" fmla="*/ 86 w 246"/>
              <ns1:gd name="T25" fmla="*/ 235 h 247"/>
              <ns1:gd name="T26" fmla="*/ 75 w 246"/>
              <ns1:gd name="T27" fmla="*/ 193 h 247"/>
              <ns1:gd name="T28" fmla="*/ 88 w 246"/>
              <ns1:gd name="T29" fmla="*/ 182 h 247"/>
              <ns1:gd name="T30" fmla="*/ 138 w 246"/>
              <ns1:gd name="T31" fmla="*/ 140 h 247"/>
              <ns1:gd name="T32" fmla="*/ 192 w 246"/>
              <ns1:gd name="T33" fmla="*/ 242 h 247"/>
              <ns1:gd name="T34" fmla="*/ 211 w 246"/>
              <ns1:gd name="T35" fmla="*/ 223 h 247"/>
              <ns1:gd name="T36" fmla="*/ 187 w 246"/>
              <ns1:gd name="T37" fmla="*/ 94 h 247"/>
              <ns1:gd name="T38" fmla="*/ 212 w 246"/>
              <ns1:gd name="T39" fmla="*/ 72 h 247"/>
              <ns1:gd name="T40" fmla="*/ 234 w 246"/>
              <ns1:gd name="T41" fmla="*/ 13 h 247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  <ns1:cxn ang="0">
                <ns1:pos x="T32" y="T33"/>
              </ns1:cxn>
              <ns1:cxn ang="0">
                <ns1:pos x="T34" y="T35"/>
              </ns1:cxn>
              <ns1:cxn ang="0">
                <ns1:pos x="T36" y="T37"/>
              </ns1:cxn>
              <ns1:cxn ang="0">
                <ns1:pos x="T38" y="T39"/>
              </ns1:cxn>
              <ns1:cxn ang="0">
                <ns1:pos x="T40" y="T41"/>
              </ns1:cxn>
            </ns1:cxnLst>
            <ns1:rect l="0" t="0" r="r" b="b"/>
            <ns1:pathLst>
              <ns1:path w="246" h="247">
                <ns1:moveTo>
                  <ns1:pt x="234" y="13"/>
                </ns1:moveTo>
                <ns1:cubicBezTo>
                  <ns1:pt x="221" y="0"/>
                  <ns1:pt x="196" y="11"/>
                  <ns1:pt x="175" y="35"/>
                </ns1:cubicBezTo>
                <ns1:cubicBezTo>
                  <ns1:pt x="153" y="60"/>
                  <ns1:pt x="153" y="60"/>
                  <ns1:pt x="153" y="60"/>
                </ns1:cubicBezTo>
                <ns1:cubicBezTo>
                  <ns1:pt x="24" y="36"/>
                  <ns1:pt x="24" y="36"/>
                  <ns1:pt x="24" y="36"/>
                </ns1:cubicBezTo>
                <ns1:cubicBezTo>
                  <ns1:pt x="5" y="55"/>
                  <ns1:pt x="5" y="55"/>
                  <ns1:pt x="5" y="55"/>
                </ns1:cubicBezTo>
                <ns1:cubicBezTo>
                  <ns1:pt x="107" y="109"/>
                  <ns1:pt x="107" y="109"/>
                  <ns1:pt x="107" y="109"/>
                </ns1:cubicBezTo>
                <ns1:cubicBezTo>
                  <ns1:pt x="65" y="159"/>
                  <ns1:pt x="65" y="159"/>
                  <ns1:pt x="65" y="159"/>
                </ns1:cubicBezTo>
                <ns1:cubicBezTo>
                  <ns1:pt x="61" y="164"/>
                  <ns1:pt x="57" y="168"/>
                  <ns1:pt x="54" y="172"/>
                </ns1:cubicBezTo>
                <ns1:cubicBezTo>
                  <ns1:pt x="12" y="161"/>
                  <ns1:pt x="12" y="161"/>
                  <ns1:pt x="12" y="161"/>
                </ns1:cubicBezTo>
                <ns1:cubicBezTo>
                  <ns1:pt x="0" y="173"/>
                  <ns1:pt x="0" y="173"/>
                  <ns1:pt x="0" y="173"/>
                </ns1:cubicBezTo>
                <ns1:cubicBezTo>
                  <ns1:pt x="47" y="200"/>
                  <ns1:pt x="47" y="200"/>
                  <ns1:pt x="47" y="200"/>
                </ns1:cubicBezTo>
                <ns1:cubicBezTo>
                  <ns1:pt x="74" y="247"/>
                  <ns1:pt x="74" y="247"/>
                  <ns1:pt x="74" y="247"/>
                </ns1:cubicBezTo>
                <ns1:cubicBezTo>
                  <ns1:pt x="86" y="235"/>
                  <ns1:pt x="86" y="235"/>
                  <ns1:pt x="86" y="235"/>
                </ns1:cubicBezTo>
                <ns1:cubicBezTo>
                  <ns1:pt x="75" y="193"/>
                  <ns1:pt x="75" y="193"/>
                  <ns1:pt x="75" y="193"/>
                </ns1:cubicBezTo>
                <ns1:cubicBezTo>
                  <ns1:pt x="79" y="190"/>
                  <ns1:pt x="83" y="186"/>
                  <ns1:pt x="88" y="182"/>
                </ns1:cubicBezTo>
                <ns1:cubicBezTo>
                  <ns1:pt x="138" y="140"/>
                  <ns1:pt x="138" y="140"/>
                  <ns1:pt x="138" y="140"/>
                </ns1:cubicBezTo>
                <ns1:cubicBezTo>
                  <ns1:pt x="192" y="242"/>
                  <ns1:pt x="192" y="242"/>
                  <ns1:pt x="192" y="242"/>
                </ns1:cubicBezTo>
                <ns1:cubicBezTo>
                  <ns1:pt x="211" y="223"/>
                  <ns1:pt x="211" y="223"/>
                  <ns1:pt x="211" y="223"/>
                </ns1:cubicBezTo>
                <ns1:cubicBezTo>
                  <ns1:pt x="187" y="94"/>
                  <ns1:pt x="187" y="94"/>
                  <ns1:pt x="187" y="94"/>
                </ns1:cubicBezTo>
                <ns1:cubicBezTo>
                  <ns1:pt x="212" y="72"/>
                  <ns1:pt x="212" y="72"/>
                  <ns1:pt x="212" y="72"/>
                </ns1:cubicBezTo>
                <ns1:cubicBezTo>
                  <ns1:pt x="236" y="51"/>
                  <ns1:pt x="246" y="25"/>
                  <ns1:pt x="234" y="13"/>
                </ns1:cubicBezTo>
                <ns1:close/>
              </ns1:path>
            </ns1:pathLst>
          </ns1:custGeom>
          <ns1:solidFill>
            <ns1:schemeClr val="tx1"/>
          </ns1:solidFill>
          <ns1:ln>
            <ns1:noFill/>
          </ns1:ln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id-ID" sz="2700"/>
          </ns1:p>
        </ns0:txBody>
      </ns0:sp>
      <ns0:grpSp>
        <ns0:nvGrpSpPr>
          <ns0:cNvPr id="94" name="Group 93"/>
          <ns0:cNvGrpSpPr/>
          <ns0:nvPr/>
        </ns0:nvGrpSpPr>
        <ns0:grpSpPr>
          <ns1:xfrm>
            <ns1:off x="377744" y="1207681"/>
            <ns1:ext cx="304483" cy="415879"/>
            <ns1:chOff x="5772150" y="2981325"/>
            <ns1:chExt cx="650875" cy="889001"/>
          </ns1:xfrm>
          <ns1:solidFill>
            <ns1:schemeClr val="tx1"/>
          </ns1:solidFill>
        </ns0:grpSpPr>
        <ns0:sp>
          <ns0:nvSpPr>
            <ns0:cNvPr id="95" name="Rectangle 9"/>
            <ns0:cNvSpPr>
              <ns1:spLocks noChangeArrowheads="1"/>
            </ns0:cNvSpPr>
            <ns0:nvPr/>
          </ns0:nvSpPr>
          <ns0:spPr bwMode="auto">
            <ns1:xfrm>
              <ns1:off x="5875338" y="3159125"/>
              <ns1:ext cx="146050" cy="46038"/>
            </ns1:xfrm>
            <ns1:prstGeom prst="rect">
              <ns1:avLst/>
            </ns1:pr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miter lim="800000"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96" name="Rectangle 10"/>
            <ns0:cNvSpPr>
              <ns1:spLocks noChangeArrowheads="1"/>
            </ns0:cNvSpPr>
            <ns0:nvPr/>
          </ns0:nvSpPr>
          <ns0:spPr bwMode="auto">
            <ns1:xfrm>
              <ns1:off x="5875338" y="3375025"/>
              <ns1:ext cx="368300" cy="42863"/>
            </ns1:xfrm>
            <ns1:prstGeom prst="rect">
              <ns1:avLst/>
            </ns1:pr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miter lim="800000"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97" name="Rectangle 11"/>
            <ns0:cNvSpPr>
              <ns1:spLocks noChangeArrowheads="1"/>
            </ns0:cNvSpPr>
            <ns0:nvPr/>
          </ns0:nvSpPr>
          <ns0:spPr bwMode="auto">
            <ns1:xfrm>
              <ns1:off x="5875338" y="3470275"/>
              <ns1:ext cx="368300" cy="46038"/>
            </ns1:xfrm>
            <ns1:prstGeom prst="rect">
              <ns1:avLst/>
            </ns1:pr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miter lim="800000"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98" name="Rectangle 12"/>
            <ns0:cNvSpPr>
              <ns1:spLocks noChangeArrowheads="1"/>
            </ns0:cNvSpPr>
            <ns0:nvPr/>
          </ns0:nvSpPr>
          <ns0:spPr bwMode="auto">
            <ns1:xfrm>
              <ns1:off x="5875338" y="3565525"/>
              <ns1:ext cx="206375" cy="46038"/>
            </ns1:xfrm>
            <ns1:prstGeom prst="rect">
              <ns1:avLst/>
            </ns1:pr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miter lim="800000"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99" name="Freeform 13"/>
            <ns0:cNvSpPr>
              <ns1:spLocks/>
            </ns0:cNvSpPr>
            <ns0:nvPr/>
          </ns0:nvSpPr>
          <ns0:spPr bwMode="auto">
            <ns1:xfrm>
              <ns1:off x="5772150" y="2981325"/>
              <ns1:ext cx="650875" cy="835025"/>
            </ns1:xfrm>
            <ns1:custGeom>
              <ns1:avLst/>
              <ns1:gdLst>
                <ns1:gd name="T0" fmla="*/ 87 w 170"/>
                <ns1:gd name="T1" fmla="*/ 0 h 220"/>
                <ns1:gd name="T2" fmla="*/ 34 w 170"/>
                <ns1:gd name="T3" fmla="*/ 0 h 220"/>
                <ns1:gd name="T4" fmla="*/ 0 w 170"/>
                <ns1:gd name="T5" fmla="*/ 34 h 220"/>
                <ns1:gd name="T6" fmla="*/ 0 w 170"/>
                <ns1:gd name="T7" fmla="*/ 185 h 220"/>
                <ns1:gd name="T8" fmla="*/ 34 w 170"/>
                <ns1:gd name="T9" fmla="*/ 220 h 220"/>
                <ns1:gd name="T10" fmla="*/ 91 w 170"/>
                <ns1:gd name="T11" fmla="*/ 220 h 220"/>
                <ns1:gd name="T12" fmla="*/ 91 w 170"/>
                <ns1:gd name="T13" fmla="*/ 203 h 220"/>
                <ns1:gd name="T14" fmla="*/ 34 w 170"/>
                <ns1:gd name="T15" fmla="*/ 203 h 220"/>
                <ns1:gd name="T16" fmla="*/ 16 w 170"/>
                <ns1:gd name="T17" fmla="*/ 185 h 220"/>
                <ns1:gd name="T18" fmla="*/ 16 w 170"/>
                <ns1:gd name="T19" fmla="*/ 34 h 220"/>
                <ns1:gd name="T20" fmla="*/ 34 w 170"/>
                <ns1:gd name="T21" fmla="*/ 16 h 220"/>
                <ns1:gd name="T22" fmla="*/ 79 w 170"/>
                <ns1:gd name="T23" fmla="*/ 16 h 220"/>
                <ns1:gd name="T24" fmla="*/ 79 w 170"/>
                <ns1:gd name="T25" fmla="*/ 67 h 220"/>
                <ns1:gd name="T26" fmla="*/ 105 w 170"/>
                <ns1:gd name="T27" fmla="*/ 93 h 220"/>
                <ns1:gd name="T28" fmla="*/ 154 w 170"/>
                <ns1:gd name="T29" fmla="*/ 93 h 220"/>
                <ns1:gd name="T30" fmla="*/ 154 w 170"/>
                <ns1:gd name="T31" fmla="*/ 185 h 220"/>
                <ns1:gd name="T32" fmla="*/ 143 w 170"/>
                <ns1:gd name="T33" fmla="*/ 202 h 220"/>
                <ns1:gd name="T34" fmla="*/ 143 w 170"/>
                <ns1:gd name="T35" fmla="*/ 219 h 220"/>
                <ns1:gd name="T36" fmla="*/ 170 w 170"/>
                <ns1:gd name="T37" fmla="*/ 185 h 220"/>
                <ns1:gd name="T38" fmla="*/ 170 w 170"/>
                <ns1:gd name="T39" fmla="*/ 83 h 220"/>
                <ns1:gd name="T40" fmla="*/ 87 w 170"/>
                <ns1:gd name="T41" fmla="*/ 0 h 220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  <ns1:cxn ang="0">
                  <ns1:pos x="T30" y="T31"/>
                </ns1:cxn>
                <ns1:cxn ang="0">
                  <ns1:pos x="T32" y="T33"/>
                </ns1:cxn>
                <ns1:cxn ang="0">
                  <ns1:pos x="T34" y="T35"/>
                </ns1:cxn>
                <ns1:cxn ang="0">
                  <ns1:pos x="T36" y="T37"/>
                </ns1:cxn>
                <ns1:cxn ang="0">
                  <ns1:pos x="T38" y="T39"/>
                </ns1:cxn>
                <ns1:cxn ang="0">
                  <ns1:pos x="T40" y="T41"/>
                </ns1:cxn>
              </ns1:cxnLst>
              <ns1:rect l="0" t="0" r="r" b="b"/>
              <ns1:pathLst>
                <ns1:path w="170" h="220">
                  <ns1:moveTo>
                    <ns1:pt x="87" y="0"/>
                  </ns1:moveTo>
                  <ns1:cubicBezTo>
                    <ns1:pt x="34" y="0"/>
                    <ns1:pt x="34" y="0"/>
                    <ns1:pt x="34" y="0"/>
                  </ns1:cubicBezTo>
                  <ns1:cubicBezTo>
                    <ns1:pt x="15" y="0"/>
                    <ns1:pt x="0" y="15"/>
                    <ns1:pt x="0" y="34"/>
                  </ns1:cubicBezTo>
                  <ns1:cubicBezTo>
                    <ns1:pt x="0" y="185"/>
                    <ns1:pt x="0" y="185"/>
                    <ns1:pt x="0" y="185"/>
                  </ns1:cubicBezTo>
                  <ns1:cubicBezTo>
                    <ns1:pt x="0" y="204"/>
                    <ns1:pt x="15" y="220"/>
                    <ns1:pt x="34" y="220"/>
                  </ns1:cubicBezTo>
                  <ns1:cubicBezTo>
                    <ns1:pt x="91" y="220"/>
                    <ns1:pt x="91" y="220"/>
                    <ns1:pt x="91" y="220"/>
                  </ns1:cubicBezTo>
                  <ns1:cubicBezTo>
                    <ns1:pt x="91" y="203"/>
                    <ns1:pt x="91" y="203"/>
                    <ns1:pt x="91" y="203"/>
                  </ns1:cubicBezTo>
                  <ns1:cubicBezTo>
                    <ns1:pt x="34" y="203"/>
                    <ns1:pt x="34" y="203"/>
                    <ns1:pt x="34" y="203"/>
                  </ns1:cubicBezTo>
                  <ns1:cubicBezTo>
                    <ns1:pt x="24" y="203"/>
                    <ns1:pt x="16" y="195"/>
                    <ns1:pt x="16" y="185"/>
                  </ns1:cubicBezTo>
                  <ns1:cubicBezTo>
                    <ns1:pt x="16" y="34"/>
                    <ns1:pt x="16" y="34"/>
                    <ns1:pt x="16" y="34"/>
                  </ns1:cubicBezTo>
                  <ns1:cubicBezTo>
                    <ns1:pt x="16" y="24"/>
                    <ns1:pt x="24" y="16"/>
                    <ns1:pt x="34" y="16"/>
                  </ns1:cubicBezTo>
                  <ns1:cubicBezTo>
                    <ns1:pt x="79" y="16"/>
                    <ns1:pt x="79" y="16"/>
                    <ns1:pt x="79" y="16"/>
                  </ns1:cubicBezTo>
                  <ns1:cubicBezTo>
                    <ns1:pt x="79" y="67"/>
                    <ns1:pt x="79" y="67"/>
                    <ns1:pt x="79" y="67"/>
                  </ns1:cubicBezTo>
                  <ns1:cubicBezTo>
                    <ns1:pt x="79" y="81"/>
                    <ns1:pt x="90" y="93"/>
                    <ns1:pt x="105" y="93"/>
                  </ns1:cubicBezTo>
                  <ns1:cubicBezTo>
                    <ns1:pt x="154" y="93"/>
                    <ns1:pt x="154" y="93"/>
                    <ns1:pt x="154" y="93"/>
                  </ns1:cubicBezTo>
                  <ns1:cubicBezTo>
                    <ns1:pt x="154" y="185"/>
                    <ns1:pt x="154" y="185"/>
                    <ns1:pt x="154" y="185"/>
                  </ns1:cubicBezTo>
                  <ns1:cubicBezTo>
                    <ns1:pt x="154" y="193"/>
                    <ns1:pt x="149" y="199"/>
                    <ns1:pt x="143" y="202"/>
                  </ns1:cubicBezTo>
                  <ns1:cubicBezTo>
                    <ns1:pt x="143" y="219"/>
                    <ns1:pt x="143" y="219"/>
                    <ns1:pt x="143" y="219"/>
                  </ns1:cubicBezTo>
                  <ns1:cubicBezTo>
                    <ns1:pt x="158" y="216"/>
                    <ns1:pt x="170" y="202"/>
                    <ns1:pt x="170" y="185"/>
                  </ns1:cubicBezTo>
                  <ns1:cubicBezTo>
                    <ns1:pt x="170" y="83"/>
                    <ns1:pt x="170" y="83"/>
                    <ns1:pt x="170" y="83"/>
                  </ns1:cubicBezTo>
                  <ns1:lnTo>
                    <ns1:pt x="87" y="0"/>
                  </ns1:ln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100" name="Freeform 14"/>
            <ns0:cNvSpPr>
              <ns1:spLocks/>
            </ns0:cNvSpPr>
            <ns0:nvPr/>
          </ns0:nvSpPr>
          <ns0:spPr bwMode="auto">
            <ns1:xfrm>
              <ns1:off x="6154738" y="3744913"/>
              <ns1:ext cx="130175" cy="125413"/>
            </ns1:xfrm>
            <ns1:custGeom>
              <ns1:avLst/>
              <ns1:gdLst>
                <ns1:gd name="T0" fmla="*/ 32 w 34"/>
                <ns1:gd name="T1" fmla="*/ 0 h 33"/>
                <ns1:gd name="T2" fmla="*/ 31 w 34"/>
                <ns1:gd name="T3" fmla="*/ 2 h 33"/>
                <ns1:gd name="T4" fmla="*/ 26 w 34"/>
                <ns1:gd name="T5" fmla="*/ 7 h 33"/>
                <ns1:gd name="T6" fmla="*/ 24 w 34"/>
                <ns1:gd name="T7" fmla="*/ 8 h 33"/>
                <ns1:gd name="T8" fmla="*/ 19 w 34"/>
                <ns1:gd name="T9" fmla="*/ 6 h 33"/>
                <ns1:gd name="T10" fmla="*/ 17 w 34"/>
                <ns1:gd name="T11" fmla="*/ 5 h 33"/>
                <ns1:gd name="T12" fmla="*/ 16 w 34"/>
                <ns1:gd name="T13" fmla="*/ 6 h 33"/>
                <ns1:gd name="T14" fmla="*/ 10 w 34"/>
                <ns1:gd name="T15" fmla="*/ 8 h 33"/>
                <ns1:gd name="T16" fmla="*/ 10 w 34"/>
                <ns1:gd name="T17" fmla="*/ 8 h 33"/>
                <ns1:gd name="T18" fmla="*/ 8 w 34"/>
                <ns1:gd name="T19" fmla="*/ 7 h 33"/>
                <ns1:gd name="T20" fmla="*/ 3 w 34"/>
                <ns1:gd name="T21" fmla="*/ 2 h 33"/>
                <ns1:gd name="T22" fmla="*/ 2 w 34"/>
                <ns1:gd name="T23" fmla="*/ 0 h 33"/>
                <ns1:gd name="T24" fmla="*/ 1 w 34"/>
                <ns1:gd name="T25" fmla="*/ 0 h 33"/>
                <ns1:gd name="T26" fmla="*/ 0 w 34"/>
                <ns1:gd name="T27" fmla="*/ 0 h 33"/>
                <ns1:gd name="T28" fmla="*/ 0 w 34"/>
                <ns1:gd name="T29" fmla="*/ 33 h 33"/>
                <ns1:gd name="T30" fmla="*/ 17 w 34"/>
                <ns1:gd name="T31" fmla="*/ 21 h 33"/>
                <ns1:gd name="T32" fmla="*/ 34 w 34"/>
                <ns1:gd name="T33" fmla="*/ 33 h 33"/>
                <ns1:gd name="T34" fmla="*/ 34 w 34"/>
                <ns1:gd name="T35" fmla="*/ 0 h 33"/>
                <ns1:gd name="T36" fmla="*/ 34 w 34"/>
                <ns1:gd name="T37" fmla="*/ 0 h 33"/>
                <ns1:gd name="T38" fmla="*/ 32 w 34"/>
                <ns1:gd name="T39" fmla="*/ 0 h 33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  <ns1:cxn ang="0">
                  <ns1:pos x="T30" y="T31"/>
                </ns1:cxn>
                <ns1:cxn ang="0">
                  <ns1:pos x="T32" y="T33"/>
                </ns1:cxn>
                <ns1:cxn ang="0">
                  <ns1:pos x="T34" y="T35"/>
                </ns1:cxn>
                <ns1:cxn ang="0">
                  <ns1:pos x="T36" y="T37"/>
                </ns1:cxn>
                <ns1:cxn ang="0">
                  <ns1:pos x="T38" y="T39"/>
                </ns1:cxn>
              </ns1:cxnLst>
              <ns1:rect l="0" t="0" r="r" b="b"/>
              <ns1:pathLst>
                <ns1:path w="34" h="33">
                  <ns1:moveTo>
                    <ns1:pt x="32" y="0"/>
                  </ns1:moveTo>
                  <ns1:cubicBezTo>
                    <ns1:pt x="32" y="1"/>
                    <ns1:pt x="31" y="1"/>
                    <ns1:pt x="31" y="2"/>
                  </ns1:cubicBezTo>
                  <ns1:cubicBezTo>
                    <ns1:pt x="30" y="4"/>
                    <ns1:pt x="29" y="6"/>
                    <ns1:pt x="26" y="7"/>
                  </ns1:cubicBezTo>
                  <ns1:cubicBezTo>
                    <ns1:pt x="25" y="7"/>
                    <ns1:pt x="25" y="8"/>
                    <ns1:pt x="24" y="8"/>
                  </ns1:cubicBezTo>
                  <ns1:cubicBezTo>
                    <ns1:pt x="22" y="8"/>
                    <ns1:pt x="20" y="7"/>
                    <ns1:pt x="19" y="6"/>
                  </ns1:cubicBezTo>
                  <ns1:cubicBezTo>
                    <ns1:pt x="18" y="6"/>
                    <ns1:pt x="17" y="5"/>
                    <ns1:pt x="17" y="5"/>
                  </ns1:cubicBezTo>
                  <ns1:cubicBezTo>
                    <ns1:pt x="17" y="5"/>
                    <ns1:pt x="16" y="6"/>
                    <ns1:pt x="16" y="6"/>
                  </ns1:cubicBezTo>
                  <ns1:cubicBezTo>
                    <ns1:pt x="14" y="7"/>
                    <ns1:pt x="12" y="8"/>
                    <ns1:pt x="10" y="8"/>
                  </ns1:cubicBezTo>
                  <ns1:cubicBezTo>
                    <ns1:pt x="10" y="8"/>
                    <ns1:pt x="10" y="8"/>
                    <ns1:pt x="10" y="8"/>
                  </ns1:cubicBezTo>
                  <ns1:cubicBezTo>
                    <ns1:pt x="9" y="8"/>
                    <ns1:pt x="9" y="7"/>
                    <ns1:pt x="8" y="7"/>
                  </ns1:cubicBezTo>
                  <ns1:cubicBezTo>
                    <ns1:pt x="5" y="6"/>
                    <ns1:pt x="4" y="4"/>
                    <ns1:pt x="3" y="2"/>
                  </ns1:cubicBezTo>
                  <ns1:cubicBezTo>
                    <ns1:pt x="3" y="1"/>
                    <ns1:pt x="2" y="1"/>
                    <ns1:pt x="2" y="0"/>
                  </ns1:cubicBezTo>
                  <ns1:cubicBezTo>
                    <ns1:pt x="2" y="0"/>
                    <ns1:pt x="1" y="0"/>
                    <ns1:pt x="1" y="0"/>
                  </ns1:cubicBezTo>
                  <ns1:cubicBezTo>
                    <ns1:pt x="1" y="0"/>
                    <ns1:pt x="0" y="0"/>
                    <ns1:pt x="0" y="0"/>
                  </ns1:cubicBezTo>
                  <ns1:cubicBezTo>
                    <ns1:pt x="0" y="33"/>
                    <ns1:pt x="0" y="33"/>
                    <ns1:pt x="0" y="33"/>
                  </ns1:cubicBezTo>
                  <ns1:cubicBezTo>
                    <ns1:pt x="17" y="21"/>
                    <ns1:pt x="17" y="21"/>
                    <ns1:pt x="17" y="21"/>
                  </ns1:cubicBezTo>
                  <ns1:cubicBezTo>
                    <ns1:pt x="34" y="33"/>
                    <ns1:pt x="34" y="33"/>
                    <ns1:pt x="34" y="33"/>
                  </ns1:cubicBezTo>
                  <ns1:cubicBezTo>
                    <ns1:pt x="34" y="0"/>
                    <ns1:pt x="34" y="0"/>
                    <ns1:pt x="34" y="0"/>
                  </ns1:cubicBezTo>
                  <ns1:cubicBezTo>
                    <ns1:pt x="34" y="0"/>
                    <ns1:pt x="34" y="0"/>
                    <ns1:pt x="34" y="0"/>
                  </ns1:cubicBezTo>
                  <ns1:cubicBezTo>
                    <ns1:pt x="33" y="0"/>
                    <ns1:pt x="32" y="0"/>
                    <ns1:pt x="32" y="0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101" name="Oval 15"/>
            <ns0:cNvSpPr>
              <ns1:spLocks noChangeArrowheads="1"/>
            </ns0:cNvSpPr>
            <ns0:nvPr/>
          </ns0:nvSpPr>
          <ns0:spPr bwMode="auto">
            <ns1:xfrm>
              <ns1:off x="6178550" y="3625850"/>
              <ns1:ext cx="84138" cy="80963"/>
            </ns1:xfrm>
            <ns1:prstGeom prst="ellipse">
              <ns1:avLst/>
            </ns1:pr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102" name="Freeform 16"/>
            <ns0:cNvSpPr>
              <ns1:spLocks noEditPoints="1"/>
            </ns0:cNvSpPr>
            <ns0:nvPr/>
          </ns0:nvSpPr>
          <ns0:spPr bwMode="auto">
            <ns1:xfrm>
              <ns1:off x="6127750" y="3573463"/>
              <ns1:ext cx="187325" cy="185738"/>
            </ns1:xfrm>
            <ns1:custGeom>
              <ns1:avLst/>
              <ns1:gdLst>
                <ns1:gd name="T0" fmla="*/ 44 w 49"/>
                <ns1:gd name="T1" fmla="*/ 18 h 49"/>
                <ns1:gd name="T2" fmla="*/ 44 w 49"/>
                <ns1:gd name="T3" fmla="*/ 10 h 49"/>
                <ns1:gd name="T4" fmla="*/ 36 w 49"/>
                <ns1:gd name="T5" fmla="*/ 7 h 49"/>
                <ns1:gd name="T6" fmla="*/ 32 w 49"/>
                <ns1:gd name="T7" fmla="*/ 1 h 49"/>
                <ns1:gd name="T8" fmla="*/ 24 w 49"/>
                <ns1:gd name="T9" fmla="*/ 3 h 49"/>
                <ns1:gd name="T10" fmla="*/ 16 w 49"/>
                <ns1:gd name="T11" fmla="*/ 1 h 49"/>
                <ns1:gd name="T12" fmla="*/ 12 w 49"/>
                <ns1:gd name="T13" fmla="*/ 7 h 49"/>
                <ns1:gd name="T14" fmla="*/ 4 w 49"/>
                <ns1:gd name="T15" fmla="*/ 10 h 49"/>
                <ns1:gd name="T16" fmla="*/ 4 w 49"/>
                <ns1:gd name="T17" fmla="*/ 18 h 49"/>
                <ns1:gd name="T18" fmla="*/ 0 w 49"/>
                <ns1:gd name="T19" fmla="*/ 24 h 49"/>
                <ns1:gd name="T20" fmla="*/ 4 w 49"/>
                <ns1:gd name="T21" fmla="*/ 31 h 49"/>
                <ns1:gd name="T22" fmla="*/ 4 w 49"/>
                <ns1:gd name="T23" fmla="*/ 39 h 49"/>
                <ns1:gd name="T24" fmla="*/ 12 w 49"/>
                <ns1:gd name="T25" fmla="*/ 41 h 49"/>
                <ns1:gd name="T26" fmla="*/ 16 w 49"/>
                <ns1:gd name="T27" fmla="*/ 48 h 49"/>
                <ns1:gd name="T28" fmla="*/ 24 w 49"/>
                <ns1:gd name="T29" fmla="*/ 45 h 49"/>
                <ns1:gd name="T30" fmla="*/ 32 w 49"/>
                <ns1:gd name="T31" fmla="*/ 48 h 49"/>
                <ns1:gd name="T32" fmla="*/ 36 w 49"/>
                <ns1:gd name="T33" fmla="*/ 41 h 49"/>
                <ns1:gd name="T34" fmla="*/ 44 w 49"/>
                <ns1:gd name="T35" fmla="*/ 39 h 49"/>
                <ns1:gd name="T36" fmla="*/ 44 w 49"/>
                <ns1:gd name="T37" fmla="*/ 31 h 49"/>
                <ns1:gd name="T38" fmla="*/ 49 w 49"/>
                <ns1:gd name="T39" fmla="*/ 24 h 49"/>
                <ns1:gd name="T40" fmla="*/ 44 w 49"/>
                <ns1:gd name="T41" fmla="*/ 18 h 49"/>
                <ns1:gd name="T42" fmla="*/ 24 w 49"/>
                <ns1:gd name="T43" fmla="*/ 37 h 49"/>
                <ns1:gd name="T44" fmla="*/ 11 w 49"/>
                <ns1:gd name="T45" fmla="*/ 24 h 49"/>
                <ns1:gd name="T46" fmla="*/ 24 w 49"/>
                <ns1:gd name="T47" fmla="*/ 12 h 49"/>
                <ns1:gd name="T48" fmla="*/ 37 w 49"/>
                <ns1:gd name="T49" fmla="*/ 24 h 49"/>
                <ns1:gd name="T50" fmla="*/ 24 w 49"/>
                <ns1:gd name="T51" fmla="*/ 37 h 49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  <ns1:cxn ang="0">
                  <ns1:pos x="T30" y="T31"/>
                </ns1:cxn>
                <ns1:cxn ang="0">
                  <ns1:pos x="T32" y="T33"/>
                </ns1:cxn>
                <ns1:cxn ang="0">
                  <ns1:pos x="T34" y="T35"/>
                </ns1:cxn>
                <ns1:cxn ang="0">
                  <ns1:pos x="T36" y="T37"/>
                </ns1:cxn>
                <ns1:cxn ang="0">
                  <ns1:pos x="T38" y="T39"/>
                </ns1:cxn>
                <ns1:cxn ang="0">
                  <ns1:pos x="T40" y="T41"/>
                </ns1:cxn>
                <ns1:cxn ang="0">
                  <ns1:pos x="T42" y="T43"/>
                </ns1:cxn>
                <ns1:cxn ang="0">
                  <ns1:pos x="T44" y="T45"/>
                </ns1:cxn>
                <ns1:cxn ang="0">
                  <ns1:pos x="T46" y="T47"/>
                </ns1:cxn>
                <ns1:cxn ang="0">
                  <ns1:pos x="T48" y="T49"/>
                </ns1:cxn>
                <ns1:cxn ang="0">
                  <ns1:pos x="T50" y="T51"/>
                </ns1:cxn>
              </ns1:cxnLst>
              <ns1:rect l="0" t="0" r="r" b="b"/>
              <ns1:pathLst>
                <ns1:path w="49" h="49">
                  <ns1:moveTo>
                    <ns1:pt x="44" y="18"/>
                  </ns1:moveTo>
                  <ns1:cubicBezTo>
                    <ns1:pt x="43" y="16"/>
                    <ns1:pt x="45" y="12"/>
                    <ns1:pt x="44" y="10"/>
                  </ns1:cubicBezTo>
                  <ns1:cubicBezTo>
                    <ns1:pt x="42" y="8"/>
                    <ns1:pt x="38" y="9"/>
                    <ns1:pt x="36" y="7"/>
                  </ns1:cubicBezTo>
                  <ns1:cubicBezTo>
                    <ns1:pt x="34" y="6"/>
                    <ns1:pt x="34" y="2"/>
                    <ns1:pt x="32" y="1"/>
                  </ns1:cubicBezTo>
                  <ns1:cubicBezTo>
                    <ns1:pt x="29" y="0"/>
                    <ns1:pt x="27" y="3"/>
                    <ns1:pt x="24" y="3"/>
                  </ns1:cubicBezTo>
                  <ns1:cubicBezTo>
                    <ns1:pt x="22" y="3"/>
                    <ns1:pt x="19" y="0"/>
                    <ns1:pt x="16" y="1"/>
                  </ns1:cubicBezTo>
                  <ns1:cubicBezTo>
                    <ns1:pt x="14" y="2"/>
                    <ns1:pt x="14" y="6"/>
                    <ns1:pt x="12" y="7"/>
                  </ns1:cubicBezTo>
                  <ns1:cubicBezTo>
                    <ns1:pt x="10" y="9"/>
                    <ns1:pt x="6" y="8"/>
                    <ns1:pt x="4" y="10"/>
                  </ns1:cubicBezTo>
                  <ns1:cubicBezTo>
                    <ns1:pt x="3" y="12"/>
                    <ns1:pt x="5" y="16"/>
                    <ns1:pt x="4" y="18"/>
                  </ns1:cubicBezTo>
                  <ns1:cubicBezTo>
                    <ns1:pt x="3" y="20"/>
                    <ns1:pt x="0" y="22"/>
                    <ns1:pt x="0" y="24"/>
                  </ns1:cubicBezTo>
                  <ns1:cubicBezTo>
                    <ns1:pt x="0" y="27"/>
                    <ns1:pt x="3" y="29"/>
                    <ns1:pt x="4" y="31"/>
                  </ns1:cubicBezTo>
                  <ns1:cubicBezTo>
                    <ns1:pt x="5" y="33"/>
                    <ns1:pt x="3" y="37"/>
                    <ns1:pt x="4" y="39"/>
                  </ns1:cubicBezTo>
                  <ns1:cubicBezTo>
                    <ns1:pt x="6" y="41"/>
                    <ns1:pt x="10" y="40"/>
                    <ns1:pt x="12" y="41"/>
                  </ns1:cubicBezTo>
                  <ns1:cubicBezTo>
                    <ns1:pt x="14" y="43"/>
                    <ns1:pt x="14" y="47"/>
                    <ns1:pt x="16" y="48"/>
                  </ns1:cubicBezTo>
                  <ns1:cubicBezTo>
                    <ns1:pt x="19" y="49"/>
                    <ns1:pt x="22" y="45"/>
                    <ns1:pt x="24" y="45"/>
                  </ns1:cubicBezTo>
                  <ns1:cubicBezTo>
                    <ns1:pt x="27" y="45"/>
                    <ns1:pt x="29" y="49"/>
                    <ns1:pt x="32" y="48"/>
                  </ns1:cubicBezTo>
                  <ns1:cubicBezTo>
                    <ns1:pt x="34" y="47"/>
                    <ns1:pt x="34" y="43"/>
                    <ns1:pt x="36" y="41"/>
                  </ns1:cubicBezTo>
                  <ns1:cubicBezTo>
                    <ns1:pt x="38" y="40"/>
                    <ns1:pt x="42" y="41"/>
                    <ns1:pt x="44" y="39"/>
                  </ns1:cubicBezTo>
                  <ns1:cubicBezTo>
                    <ns1:pt x="45" y="37"/>
                    <ns1:pt x="43" y="33"/>
                    <ns1:pt x="44" y="31"/>
                  </ns1:cubicBezTo>
                  <ns1:cubicBezTo>
                    <ns1:pt x="45" y="29"/>
                    <ns1:pt x="49" y="27"/>
                    <ns1:pt x="49" y="24"/>
                  </ns1:cubicBezTo>
                  <ns1:cubicBezTo>
                    <ns1:pt x="49" y="22"/>
                    <ns1:pt x="45" y="20"/>
                    <ns1:pt x="44" y="18"/>
                  </ns1:cubicBezTo>
                  <ns1:close/>
                  <ns1:moveTo>
                    <ns1:pt x="24" y="37"/>
                  </ns1:moveTo>
                  <ns1:cubicBezTo>
                    <ns1:pt x="17" y="37"/>
                    <ns1:pt x="11" y="32"/>
                    <ns1:pt x="11" y="24"/>
                  </ns1:cubicBezTo>
                  <ns1:cubicBezTo>
                    <ns1:pt x="11" y="17"/>
                    <ns1:pt x="17" y="12"/>
                    <ns1:pt x="24" y="12"/>
                  </ns1:cubicBezTo>
                  <ns1:cubicBezTo>
                    <ns1:pt x="31" y="12"/>
                    <ns1:pt x="37" y="17"/>
                    <ns1:pt x="37" y="24"/>
                  </ns1:cubicBezTo>
                  <ns1:cubicBezTo>
                    <ns1:pt x="37" y="32"/>
                    <ns1:pt x="31" y="37"/>
                    <ns1:pt x="24" y="37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</ns0:grpSp>
      <ns0:sp>
        <ns0:nvSpPr>
          <ns0:cNvPr id="103" name="Freeform 20"/>
          <ns0:cNvSpPr>
            <ns1:spLocks/>
          </ns0:cNvSpPr>
          <ns0:nvPr/>
        </ns0:nvSpPr>
        <ns0:spPr bwMode="auto">
          <ns1:xfrm>
            <ns1:off x="7540365" y="1226961"/>
            <ns1:ext cx="333512" cy="377319"/>
          </ns1:xfrm>
          <ns1:custGeom>
            <ns1:avLst/>
            <ns1:gdLst>
              <ns1:gd name="T0" fmla="*/ 182 w 193"/>
              <ns1:gd name="T1" fmla="*/ 147 h 219"/>
              <ns1:gd name="T2" fmla="*/ 175 w 193"/>
              <ns1:gd name="T3" fmla="*/ 150 h 219"/>
              <ns1:gd name="T4" fmla="*/ 146 w 193"/>
              <ns1:gd name="T5" fmla="*/ 110 h 219"/>
              <ns1:gd name="T6" fmla="*/ 175 w 193"/>
              <ns1:gd name="T7" fmla="*/ 70 h 219"/>
              <ns1:gd name="T8" fmla="*/ 182 w 193"/>
              <ns1:gd name="T9" fmla="*/ 72 h 219"/>
              <ns1:gd name="T10" fmla="*/ 193 w 193"/>
              <ns1:gd name="T11" fmla="*/ 60 h 219"/>
              <ns1:gd name="T12" fmla="*/ 182 w 193"/>
              <ns1:gd name="T13" fmla="*/ 49 h 219"/>
              <ns1:gd name="T14" fmla="*/ 170 w 193"/>
              <ns1:gd name="T15" fmla="*/ 60 h 219"/>
              <ns1:gd name="T16" fmla="*/ 170 w 193"/>
              <ns1:gd name="T17" fmla="*/ 62 h 219"/>
              <ns1:gd name="T18" fmla="*/ 121 w 193"/>
              <ns1:gd name="T19" fmla="*/ 67 h 219"/>
              <ns1:gd name="T20" fmla="*/ 101 w 193"/>
              <ns1:gd name="T21" fmla="*/ 22 h 219"/>
              <ns1:gd name="T22" fmla="*/ 108 w 193"/>
              <ns1:gd name="T23" fmla="*/ 12 h 219"/>
              <ns1:gd name="T24" fmla="*/ 97 w 193"/>
              <ns1:gd name="T25" fmla="*/ 0 h 219"/>
              <ns1:gd name="T26" fmla="*/ 85 w 193"/>
              <ns1:gd name="T27" fmla="*/ 12 h 219"/>
              <ns1:gd name="T28" fmla="*/ 92 w 193"/>
              <ns1:gd name="T29" fmla="*/ 22 h 219"/>
              <ns1:gd name="T30" fmla="*/ 72 w 193"/>
              <ns1:gd name="T31" fmla="*/ 67 h 219"/>
              <ns1:gd name="T32" fmla="*/ 23 w 193"/>
              <ns1:gd name="T33" fmla="*/ 62 h 219"/>
              <ns1:gd name="T34" fmla="*/ 23 w 193"/>
              <ns1:gd name="T35" fmla="*/ 60 h 219"/>
              <ns1:gd name="T36" fmla="*/ 12 w 193"/>
              <ns1:gd name="T37" fmla="*/ 49 h 219"/>
              <ns1:gd name="T38" fmla="*/ 0 w 193"/>
              <ns1:gd name="T39" fmla="*/ 60 h 219"/>
              <ns1:gd name="T40" fmla="*/ 12 w 193"/>
              <ns1:gd name="T41" fmla="*/ 72 h 219"/>
              <ns1:gd name="T42" fmla="*/ 18 w 193"/>
              <ns1:gd name="T43" fmla="*/ 70 h 219"/>
              <ns1:gd name="T44" fmla="*/ 48 w 193"/>
              <ns1:gd name="T45" fmla="*/ 110 h 219"/>
              <ns1:gd name="T46" fmla="*/ 19 w 193"/>
              <ns1:gd name="T47" fmla="*/ 150 h 219"/>
              <ns1:gd name="T48" fmla="*/ 12 w 193"/>
              <ns1:gd name="T49" fmla="*/ 147 h 219"/>
              <ns1:gd name="T50" fmla="*/ 0 w 193"/>
              <ns1:gd name="T51" fmla="*/ 159 h 219"/>
              <ns1:gd name="T52" fmla="*/ 12 w 193"/>
              <ns1:gd name="T53" fmla="*/ 170 h 219"/>
              <ns1:gd name="T54" fmla="*/ 23 w 193"/>
              <ns1:gd name="T55" fmla="*/ 159 h 219"/>
              <ns1:gd name="T56" fmla="*/ 23 w 193"/>
              <ns1:gd name="T57" fmla="*/ 158 h 219"/>
              <ns1:gd name="T58" fmla="*/ 72 w 193"/>
              <ns1:gd name="T59" fmla="*/ 152 h 219"/>
              <ns1:gd name="T60" fmla="*/ 92 w 193"/>
              <ns1:gd name="T61" fmla="*/ 197 h 219"/>
              <ns1:gd name="T62" fmla="*/ 85 w 193"/>
              <ns1:gd name="T63" fmla="*/ 208 h 219"/>
              <ns1:gd name="T64" fmla="*/ 97 w 193"/>
              <ns1:gd name="T65" fmla="*/ 219 h 219"/>
              <ns1:gd name="T66" fmla="*/ 108 w 193"/>
              <ns1:gd name="T67" fmla="*/ 208 h 219"/>
              <ns1:gd name="T68" fmla="*/ 101 w 193"/>
              <ns1:gd name="T69" fmla="*/ 197 h 219"/>
              <ns1:gd name="T70" fmla="*/ 121 w 193"/>
              <ns1:gd name="T71" fmla="*/ 152 h 219"/>
              <ns1:gd name="T72" fmla="*/ 170 w 193"/>
              <ns1:gd name="T73" fmla="*/ 158 h 219"/>
              <ns1:gd name="T74" fmla="*/ 170 w 193"/>
              <ns1:gd name="T75" fmla="*/ 159 h 219"/>
              <ns1:gd name="T76" fmla="*/ 182 w 193"/>
              <ns1:gd name="T77" fmla="*/ 170 h 219"/>
              <ns1:gd name="T78" fmla="*/ 193 w 193"/>
              <ns1:gd name="T79" fmla="*/ 159 h 219"/>
              <ns1:gd name="T80" fmla="*/ 182 w 193"/>
              <ns1:gd name="T81" fmla="*/ 147 h 219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  <ns1:cxn ang="0">
                <ns1:pos x="T32" y="T33"/>
              </ns1:cxn>
              <ns1:cxn ang="0">
                <ns1:pos x="T34" y="T35"/>
              </ns1:cxn>
              <ns1:cxn ang="0">
                <ns1:pos x="T36" y="T37"/>
              </ns1:cxn>
              <ns1:cxn ang="0">
                <ns1:pos x="T38" y="T39"/>
              </ns1:cxn>
              <ns1:cxn ang="0">
                <ns1:pos x="T40" y="T41"/>
              </ns1:cxn>
              <ns1:cxn ang="0">
                <ns1:pos x="T42" y="T43"/>
              </ns1:cxn>
              <ns1:cxn ang="0">
                <ns1:pos x="T44" y="T45"/>
              </ns1:cxn>
              <ns1:cxn ang="0">
                <ns1:pos x="T46" y="T47"/>
              </ns1:cxn>
              <ns1:cxn ang="0">
                <ns1:pos x="T48" y="T49"/>
              </ns1:cxn>
              <ns1:cxn ang="0">
                <ns1:pos x="T50" y="T51"/>
              </ns1:cxn>
              <ns1:cxn ang="0">
                <ns1:pos x="T52" y="T53"/>
              </ns1:cxn>
              <ns1:cxn ang="0">
                <ns1:pos x="T54" y="T55"/>
              </ns1:cxn>
              <ns1:cxn ang="0">
                <ns1:pos x="T56" y="T57"/>
              </ns1:cxn>
              <ns1:cxn ang="0">
                <ns1:pos x="T58" y="T59"/>
              </ns1:cxn>
              <ns1:cxn ang="0">
                <ns1:pos x="T60" y="T61"/>
              </ns1:cxn>
              <ns1:cxn ang="0">
                <ns1:pos x="T62" y="T63"/>
              </ns1:cxn>
              <ns1:cxn ang="0">
                <ns1:pos x="T64" y="T65"/>
              </ns1:cxn>
              <ns1:cxn ang="0">
                <ns1:pos x="T66" y="T67"/>
              </ns1:cxn>
              <ns1:cxn ang="0">
                <ns1:pos x="T68" y="T69"/>
              </ns1:cxn>
              <ns1:cxn ang="0">
                <ns1:pos x="T70" y="T71"/>
              </ns1:cxn>
              <ns1:cxn ang="0">
                <ns1:pos x="T72" y="T73"/>
              </ns1:cxn>
              <ns1:cxn ang="0">
                <ns1:pos x="T74" y="T75"/>
              </ns1:cxn>
              <ns1:cxn ang="0">
                <ns1:pos x="T76" y="T77"/>
              </ns1:cxn>
              <ns1:cxn ang="0">
                <ns1:pos x="T78" y="T79"/>
              </ns1:cxn>
              <ns1:cxn ang="0">
                <ns1:pos x="T80" y="T81"/>
              </ns1:cxn>
            </ns1:cxnLst>
            <ns1:rect l="0" t="0" r="r" b="b"/>
            <ns1:pathLst>
              <ns1:path w="193" h="219">
                <ns1:moveTo>
                  <ns1:pt x="182" y="147"/>
                </ns1:moveTo>
                <ns1:cubicBezTo>
                  <ns1:pt x="179" y="147"/>
                  <ns1:pt x="177" y="148"/>
                  <ns1:pt x="175" y="150"/>
                </ns1:cubicBezTo>
                <ns1:cubicBezTo>
                  <ns1:pt x="146" y="110"/>
                  <ns1:pt x="146" y="110"/>
                  <ns1:pt x="146" y="110"/>
                </ns1:cubicBezTo>
                <ns1:cubicBezTo>
                  <ns1:pt x="175" y="70"/>
                  <ns1:pt x="175" y="70"/>
                  <ns1:pt x="175" y="70"/>
                </ns1:cubicBezTo>
                <ns1:cubicBezTo>
                  <ns1:pt x="177" y="71"/>
                  <ns1:pt x="179" y="72"/>
                  <ns1:pt x="182" y="72"/>
                </ns1:cubicBezTo>
                <ns1:cubicBezTo>
                  <ns1:pt x="188" y="72"/>
                  <ns1:pt x="193" y="67"/>
                  <ns1:pt x="193" y="60"/>
                </ns1:cubicBezTo>
                <ns1:cubicBezTo>
                  <ns1:pt x="193" y="54"/>
                  <ns1:pt x="188" y="49"/>
                  <ns1:pt x="182" y="49"/>
                </ns1:cubicBezTo>
                <ns1:cubicBezTo>
                  <ns1:pt x="175" y="49"/>
                  <ns1:pt x="170" y="54"/>
                  <ns1:pt x="170" y="60"/>
                </ns1:cubicBezTo>
                <ns1:cubicBezTo>
                  <ns1:pt x="170" y="61"/>
                  <ns1:pt x="170" y="61"/>
                  <ns1:pt x="170" y="62"/>
                </ns1:cubicBezTo>
                <ns1:cubicBezTo>
                  <ns1:pt x="121" y="67"/>
                  <ns1:pt x="121" y="67"/>
                  <ns1:pt x="121" y="67"/>
                </ns1:cubicBezTo>
                <ns1:cubicBezTo>
                  <ns1:pt x="101" y="22"/>
                  <ns1:pt x="101" y="22"/>
                  <ns1:pt x="101" y="22"/>
                </ns1:cubicBezTo>
                <ns1:cubicBezTo>
                  <ns1:pt x="105" y="20"/>
                  <ns1:pt x="108" y="16"/>
                  <ns1:pt x="108" y="12"/>
                </ns1:cubicBezTo>
                <ns1:cubicBezTo>
                  <ns1:pt x="108" y="5"/>
                  <ns1:pt x="103" y="0"/>
                  <ns1:pt x="97" y="0"/>
                </ns1:cubicBezTo>
                <ns1:cubicBezTo>
                  <ns1:pt x="90" y="0"/>
                  <ns1:pt x="85" y="5"/>
                  <ns1:pt x="85" y="12"/>
                </ns1:cubicBezTo>
                <ns1:cubicBezTo>
                  <ns1:pt x="85" y="16"/>
                  <ns1:pt x="88" y="20"/>
                  <ns1:pt x="92" y="22"/>
                </ns1:cubicBezTo>
                <ns1:cubicBezTo>
                  <ns1:pt x="72" y="67"/>
                  <ns1:pt x="72" y="67"/>
                  <ns1:pt x="72" y="67"/>
                </ns1:cubicBezTo>
                <ns1:cubicBezTo>
                  <ns1:pt x="23" y="62"/>
                  <ns1:pt x="23" y="62"/>
                  <ns1:pt x="23" y="62"/>
                </ns1:cubicBezTo>
                <ns1:cubicBezTo>
                  <ns1:pt x="23" y="61"/>
                  <ns1:pt x="23" y="61"/>
                  <ns1:pt x="23" y="60"/>
                </ns1:cubicBezTo>
                <ns1:cubicBezTo>
                  <ns1:pt x="23" y="54"/>
                  <ns1:pt x="18" y="49"/>
                  <ns1:pt x="12" y="49"/>
                </ns1:cubicBezTo>
                <ns1:cubicBezTo>
                  <ns1:pt x="5" y="49"/>
                  <ns1:pt x="0" y="54"/>
                  <ns1:pt x="0" y="60"/>
                </ns1:cubicBezTo>
                <ns1:cubicBezTo>
                  <ns1:pt x="0" y="67"/>
                  <ns1:pt x="5" y="72"/>
                  <ns1:pt x="12" y="72"/>
                </ns1:cubicBezTo>
                <ns1:cubicBezTo>
                  <ns1:pt x="14" y="72"/>
                  <ns1:pt x="16" y="71"/>
                  <ns1:pt x="18" y="70"/>
                </ns1:cubicBezTo>
                <ns1:cubicBezTo>
                  <ns1:pt x="48" y="110"/>
                  <ns1:pt x="48" y="110"/>
                  <ns1:pt x="48" y="110"/>
                </ns1:cubicBezTo>
                <ns1:cubicBezTo>
                  <ns1:pt x="19" y="150"/>
                  <ns1:pt x="19" y="150"/>
                  <ns1:pt x="19" y="150"/>
                </ns1:cubicBezTo>
                <ns1:cubicBezTo>
                  <ns1:pt x="17" y="148"/>
                  <ns1:pt x="14" y="147"/>
                  <ns1:pt x="12" y="147"/>
                </ns1:cubicBezTo>
                <ns1:cubicBezTo>
                  <ns1:pt x="5" y="147"/>
                  <ns1:pt x="0" y="152"/>
                  <ns1:pt x="0" y="159"/>
                </ns1:cubicBezTo>
                <ns1:cubicBezTo>
                  <ns1:pt x="0" y="165"/>
                  <ns1:pt x="5" y="170"/>
                  <ns1:pt x="12" y="170"/>
                </ns1:cubicBezTo>
                <ns1:cubicBezTo>
                  <ns1:pt x="18" y="170"/>
                  <ns1:pt x="23" y="165"/>
                  <ns1:pt x="23" y="159"/>
                </ns1:cubicBezTo>
                <ns1:cubicBezTo>
                  <ns1:pt x="23" y="158"/>
                  <ns1:pt x="23" y="158"/>
                  <ns1:pt x="23" y="158"/>
                </ns1:cubicBezTo>
                <ns1:cubicBezTo>
                  <ns1:pt x="72" y="152"/>
                  <ns1:pt x="72" y="152"/>
                  <ns1:pt x="72" y="152"/>
                </ns1:cubicBezTo>
                <ns1:cubicBezTo>
                  <ns1:pt x="92" y="197"/>
                  <ns1:pt x="92" y="197"/>
                  <ns1:pt x="92" y="197"/>
                </ns1:cubicBezTo>
                <ns1:cubicBezTo>
                  <ns1:pt x="88" y="199"/>
                  <ns1:pt x="85" y="203"/>
                  <ns1:pt x="85" y="208"/>
                </ns1:cubicBezTo>
                <ns1:cubicBezTo>
                  <ns1:pt x="85" y="214"/>
                  <ns1:pt x="90" y="219"/>
                  <ns1:pt x="97" y="219"/>
                </ns1:cubicBezTo>
                <ns1:cubicBezTo>
                  <ns1:pt x="103" y="219"/>
                  <ns1:pt x="108" y="214"/>
                  <ns1:pt x="108" y="208"/>
                </ns1:cubicBezTo>
                <ns1:cubicBezTo>
                  <ns1:pt x="108" y="203"/>
                  <ns1:pt x="105" y="199"/>
                  <ns1:pt x="101" y="197"/>
                </ns1:cubicBezTo>
                <ns1:cubicBezTo>
                  <ns1:pt x="121" y="152"/>
                  <ns1:pt x="121" y="152"/>
                  <ns1:pt x="121" y="152"/>
                </ns1:cubicBezTo>
                <ns1:cubicBezTo>
                  <ns1:pt x="170" y="158"/>
                  <ns1:pt x="170" y="158"/>
                  <ns1:pt x="170" y="158"/>
                </ns1:cubicBezTo>
                <ns1:cubicBezTo>
                  <ns1:pt x="170" y="158"/>
                  <ns1:pt x="170" y="158"/>
                  <ns1:pt x="170" y="159"/>
                </ns1:cubicBezTo>
                <ns1:cubicBezTo>
                  <ns1:pt x="170" y="165"/>
                  <ns1:pt x="175" y="170"/>
                  <ns1:pt x="182" y="170"/>
                </ns1:cubicBezTo>
                <ns1:cubicBezTo>
                  <ns1:pt x="188" y="170"/>
                  <ns1:pt x="193" y="165"/>
                  <ns1:pt x="193" y="159"/>
                </ns1:cubicBezTo>
                <ns1:cubicBezTo>
                  <ns1:pt x="193" y="152"/>
                  <ns1:pt x="188" y="147"/>
                  <ns1:pt x="182" y="147"/>
                </ns1:cubicBezTo>
                <ns1:close/>
              </ns1:path>
            </ns1:pathLst>
          </ns1:custGeom>
          <ns1:solidFill>
            <ns1:schemeClr val="tx1"/>
          </ns1:solidFill>
          <ns1:ln>
            <ns1:noFill/>
          </ns1:ln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id-ID" sz="2700"/>
          </ns1:p>
        </ns0:txBody>
      </ns0:sp>
      <ns0:grpSp>
        <ns0:nvGrpSpPr>
          <ns0:cNvPr id="104" name="Group 103"/>
          <ns0:cNvGrpSpPr/>
          <ns0:nvPr/>
        </ns0:nvGrpSpPr>
        <ns0:grpSpPr>
          <ns1:xfrm>
            <ns1:off x="9542220" y="1239675"/>
            <ns1:ext cx="371937" cy="351888"/>
            <ns1:chOff x="8493125" y="2289175"/>
            <ns1:chExt cx="854075" cy="808038"/>
          </ns1:xfrm>
          <ns1:solidFill>
            <ns1:schemeClr val="tx1"/>
          </ns1:solidFill>
        </ns0:grpSpPr>
        <ns0:sp>
          <ns0:nvSpPr>
            <ns0:cNvPr id="105" name="Freeform 24"/>
            <ns0:cNvSpPr>
              <ns1:spLocks noEditPoints="1"/>
            </ns0:cNvSpPr>
            <ns0:nvPr/>
          </ns0:nvSpPr>
          <ns0:spPr bwMode="auto">
            <ns1:xfrm>
              <ns1:off x="8493125" y="2762250"/>
              <ns1:ext cx="854075" cy="334963"/>
            </ns1:xfrm>
            <ns1:custGeom>
              <ns1:avLst/>
              <ns1:gdLst>
                <ns1:gd name="T0" fmla="*/ 517 w 538"/>
                <ns1:gd name="T1" fmla="*/ 57 h 211"/>
                <ns1:gd name="T2" fmla="*/ 335 w 538"/>
                <ns1:gd name="T3" fmla="*/ 0 h 211"/>
                <ns1:gd name="T4" fmla="*/ 299 w 538"/>
                <ns1:gd name="T5" fmla="*/ 161 h 211"/>
                <ns1:gd name="T6" fmla="*/ 278 w 538"/>
                <ns1:gd name="T7" fmla="*/ 33 h 211"/>
                <ns1:gd name="T8" fmla="*/ 287 w 538"/>
                <ns1:gd name="T9" fmla="*/ 24 h 211"/>
                <ns1:gd name="T10" fmla="*/ 304 w 538"/>
                <ns1:gd name="T11" fmla="*/ 5 h 211"/>
                <ns1:gd name="T12" fmla="*/ 235 w 538"/>
                <ns1:gd name="T13" fmla="*/ 5 h 211"/>
                <ns1:gd name="T14" fmla="*/ 251 w 538"/>
                <ns1:gd name="T15" fmla="*/ 24 h 211"/>
                <ns1:gd name="T16" fmla="*/ 261 w 538"/>
                <ns1:gd name="T17" fmla="*/ 33 h 211"/>
                <ns1:gd name="T18" fmla="*/ 239 w 538"/>
                <ns1:gd name="T19" fmla="*/ 161 h 211"/>
                <ns1:gd name="T20" fmla="*/ 204 w 538"/>
                <ns1:gd name="T21" fmla="*/ 0 h 211"/>
                <ns1:gd name="T22" fmla="*/ 20 w 538"/>
                <ns1:gd name="T23" fmla="*/ 57 h 211"/>
                <ns1:gd name="T24" fmla="*/ 0 w 538"/>
                <ns1:gd name="T25" fmla="*/ 211 h 211"/>
                <ns1:gd name="T26" fmla="*/ 538 w 538"/>
                <ns1:gd name="T27" fmla="*/ 211 h 211"/>
                <ns1:gd name="T28" fmla="*/ 517 w 538"/>
                <ns1:gd name="T29" fmla="*/ 57 h 211"/>
                <ns1:gd name="T30" fmla="*/ 459 w 538"/>
                <ns1:gd name="T31" fmla="*/ 156 h 211"/>
                <ns1:gd name="T32" fmla="*/ 366 w 538"/>
                <ns1:gd name="T33" fmla="*/ 156 h 211"/>
                <ns1:gd name="T34" fmla="*/ 366 w 538"/>
                <ns1:gd name="T35" fmla="*/ 129 h 211"/>
                <ns1:gd name="T36" fmla="*/ 412 w 538"/>
                <ns1:gd name="T37" fmla="*/ 122 h 211"/>
                <ns1:gd name="T38" fmla="*/ 459 w 538"/>
                <ns1:gd name="T39" fmla="*/ 129 h 211"/>
                <ns1:gd name="T40" fmla="*/ 459 w 538"/>
                <ns1:gd name="T41" fmla="*/ 156 h 211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  <ns1:cxn ang="0">
                  <ns1:pos x="T30" y="T31"/>
                </ns1:cxn>
                <ns1:cxn ang="0">
                  <ns1:pos x="T32" y="T33"/>
                </ns1:cxn>
                <ns1:cxn ang="0">
                  <ns1:pos x="T34" y="T35"/>
                </ns1:cxn>
                <ns1:cxn ang="0">
                  <ns1:pos x="T36" y="T37"/>
                </ns1:cxn>
                <ns1:cxn ang="0">
                  <ns1:pos x="T38" y="T39"/>
                </ns1:cxn>
                <ns1:cxn ang="0">
                  <ns1:pos x="T40" y="T41"/>
                </ns1:cxn>
              </ns1:cxnLst>
              <ns1:rect l="0" t="0" r="r" b="b"/>
              <ns1:pathLst>
                <ns1:path w="538" h="211">
                  <ns1:moveTo>
                    <ns1:pt x="517" y="57"/>
                  </ns1:moveTo>
                  <ns1:lnTo>
                    <ns1:pt x="335" y="0"/>
                  </ns1:lnTo>
                  <ns1:lnTo>
                    <ns1:pt x="299" y="161"/>
                  </ns1:lnTo>
                  <ns1:lnTo>
                    <ns1:pt x="278" y="33"/>
                  </ns1:lnTo>
                  <ns1:lnTo>
                    <ns1:pt x="287" y="24"/>
                  </ns1:lnTo>
                  <ns1:lnTo>
                    <ns1:pt x="304" y="5"/>
                  </ns1:lnTo>
                  <ns1:lnTo>
                    <ns1:pt x="235" y="5"/>
                  </ns1:lnTo>
                  <ns1:lnTo>
                    <ns1:pt x="251" y="24"/>
                  </ns1:lnTo>
                  <ns1:lnTo>
                    <ns1:pt x="261" y="33"/>
                  </ns1:lnTo>
                  <ns1:lnTo>
                    <ns1:pt x="239" y="161"/>
                  </ns1:lnTo>
                  <ns1:lnTo>
                    <ns1:pt x="204" y="0"/>
                  </ns1:lnTo>
                  <ns1:lnTo>
                    <ns1:pt x="20" y="57"/>
                  </ns1:lnTo>
                  <ns1:lnTo>
                    <ns1:pt x="0" y="211"/>
                  </ns1:lnTo>
                  <ns1:lnTo>
                    <ns1:pt x="538" y="211"/>
                  </ns1:lnTo>
                  <ns1:lnTo>
                    <ns1:pt x="517" y="57"/>
                  </ns1:lnTo>
                  <ns1:close/>
                  <ns1:moveTo>
                    <ns1:pt x="459" y="156"/>
                  </ns1:moveTo>
                  <ns1:lnTo>
                    <ns1:pt x="366" y="156"/>
                  </ns1:lnTo>
                  <ns1:lnTo>
                    <ns1:pt x="366" y="129"/>
                  </ns1:lnTo>
                  <ns1:lnTo>
                    <ns1:pt x="412" y="122"/>
                  </ns1:lnTo>
                  <ns1:lnTo>
                    <ns1:pt x="459" y="129"/>
                  </ns1:lnTo>
                  <ns1:lnTo>
                    <ns1:pt x="459" y="156"/>
                  </ns1:ln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106" name="Oval 25"/>
            <ns0:cNvSpPr>
              <ns1:spLocks noChangeArrowheads="1"/>
            </ns0:cNvSpPr>
            <ns0:nvPr/>
          </ns0:nvSpPr>
          <ns0:spPr bwMode="auto">
            <ns1:xfrm>
              <ns1:off x="8729663" y="2289175"/>
              <ns1:ext cx="382588" cy="427038"/>
            </ns1:xfrm>
            <ns1:prstGeom prst="ellipse">
              <ns1:avLst/>
            </ns1:pr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</ns0:grpSp>
      <ns0:grpSp>
        <ns0:nvGrpSpPr>
          <ns0:cNvPr id="107" name="Group 106"/>
          <ns0:cNvGrpSpPr/>
          <ns0:nvPr/>
        </ns0:nvGrpSpPr>
        <ns0:grpSpPr>
          <ns1:xfrm>
            <ns1:off x="10524675" y="2025062"/>
            <ns1:ext cx="351933" cy="322605"/>
            <ns1:chOff x="7816850" y="1350963"/>
            <ns1:chExt cx="895350" cy="820737"/>
          </ns1:xfrm>
          <ns1:solidFill>
            <ns1:schemeClr val="tx1"/>
          </ns1:solidFill>
        </ns0:grpSpPr>
        <ns0:sp>
          <ns0:nvSpPr>
            <ns0:cNvPr id="108" name="Freeform 29"/>
            <ns0:cNvSpPr>
              <ns1:spLocks/>
            </ns0:cNvSpPr>
            <ns0:nvPr/>
          </ns0:nvSpPr>
          <ns0:spPr bwMode="auto">
            <ns1:xfrm>
              <ns1:off x="7850188" y="1792288"/>
              <ns1:ext cx="828675" cy="379412"/>
            </ns1:xfrm>
            <ns1:custGeom>
              <ns1:avLst/>
              <ns1:gdLst>
                <ns1:gd name="T0" fmla="*/ 119 w 218"/>
                <ns1:gd name="T1" fmla="*/ 26 h 100"/>
                <ns1:gd name="T2" fmla="*/ 99 w 218"/>
                <ns1:gd name="T3" fmla="*/ 26 h 100"/>
                <ns1:gd name="T4" fmla="*/ 73 w 218"/>
                <ns1:gd name="T5" fmla="*/ 0 h 100"/>
                <ns1:gd name="T6" fmla="*/ 0 w 218"/>
                <ns1:gd name="T7" fmla="*/ 0 h 100"/>
                <ns1:gd name="T8" fmla="*/ 0 w 218"/>
                <ns1:gd name="T9" fmla="*/ 70 h 100"/>
                <ns1:gd name="T10" fmla="*/ 29 w 218"/>
                <ns1:gd name="T11" fmla="*/ 100 h 100"/>
                <ns1:gd name="T12" fmla="*/ 189 w 218"/>
                <ns1:gd name="T13" fmla="*/ 100 h 100"/>
                <ns1:gd name="T14" fmla="*/ 218 w 218"/>
                <ns1:gd name="T15" fmla="*/ 70 h 100"/>
                <ns1:gd name="T16" fmla="*/ 218 w 218"/>
                <ns1:gd name="T17" fmla="*/ 0 h 100"/>
                <ns1:gd name="T18" fmla="*/ 145 w 218"/>
                <ns1:gd name="T19" fmla="*/ 0 h 100"/>
                <ns1:gd name="T20" fmla="*/ 119 w 218"/>
                <ns1:gd name="T21" fmla="*/ 26 h 100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</ns1:cxnLst>
              <ns1:rect l="0" t="0" r="r" b="b"/>
              <ns1:pathLst>
                <ns1:path w="218" h="100">
                  <ns1:moveTo>
                    <ns1:pt x="119" y="26"/>
                  </ns1:moveTo>
                  <ns1:cubicBezTo>
                    <ns1:pt x="99" y="26"/>
                    <ns1:pt x="99" y="26"/>
                    <ns1:pt x="99" y="26"/>
                  </ns1:cubicBezTo>
                  <ns1:cubicBezTo>
                    <ns1:pt x="85" y="26"/>
                    <ns1:pt x="73" y="14"/>
                    <ns1:pt x="73" y="0"/>
                  </ns1:cubicBezTo>
                  <ns1:cubicBezTo>
                    <ns1:pt x="0" y="0"/>
                    <ns1:pt x="0" y="0"/>
                    <ns1:pt x="0" y="0"/>
                  </ns1:cubicBezTo>
                  <ns1:cubicBezTo>
                    <ns1:pt x="0" y="70"/>
                    <ns1:pt x="0" y="70"/>
                    <ns1:pt x="0" y="70"/>
                  </ns1:cubicBezTo>
                  <ns1:cubicBezTo>
                    <ns1:pt x="0" y="86"/>
                    <ns1:pt x="13" y="100"/>
                    <ns1:pt x="29" y="100"/>
                  </ns1:cubicBezTo>
                  <ns1:cubicBezTo>
                    <ns1:pt x="189" y="100"/>
                    <ns1:pt x="189" y="100"/>
                    <ns1:pt x="189" y="100"/>
                  </ns1:cubicBezTo>
                  <ns1:cubicBezTo>
                    <ns1:pt x="205" y="100"/>
                    <ns1:pt x="218" y="86"/>
                    <ns1:pt x="218" y="70"/>
                  </ns1:cubicBezTo>
                  <ns1:cubicBezTo>
                    <ns1:pt x="218" y="0"/>
                    <ns1:pt x="218" y="0"/>
                    <ns1:pt x="218" y="0"/>
                  </ns1:cubicBezTo>
                  <ns1:cubicBezTo>
                    <ns1:pt x="145" y="0"/>
                    <ns1:pt x="145" y="0"/>
                    <ns1:pt x="145" y="0"/>
                  </ns1:cubicBezTo>
                  <ns1:cubicBezTo>
                    <ns1:pt x="145" y="14"/>
                    <ns1:pt x="133" y="26"/>
                    <ns1:pt x="119" y="26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109" name="Freeform 30"/>
            <ns0:cNvSpPr>
              <ns1:spLocks noEditPoints="1"/>
            </ns0:cNvSpPr>
            <ns0:nvPr/>
          </ns0:nvSpPr>
          <ns0:spPr bwMode="auto">
            <ns1:xfrm>
              <ns1:off x="7816850" y="1350963"/>
              <ns1:ext cx="895350" cy="498475"/>
            </ns1:xfrm>
            <ns1:custGeom>
              <ns1:avLst/>
              <ns1:gdLst>
                <ns1:gd name="T0" fmla="*/ 204 w 236"/>
                <ns1:gd name="T1" fmla="*/ 44 h 131"/>
                <ns1:gd name="T2" fmla="*/ 163 w 236"/>
                <ns1:gd name="T3" fmla="*/ 44 h 131"/>
                <ns1:gd name="T4" fmla="*/ 163 w 236"/>
                <ns1:gd name="T5" fmla="*/ 30 h 131"/>
                <ns1:gd name="T6" fmla="*/ 133 w 236"/>
                <ns1:gd name="T7" fmla="*/ 0 h 131"/>
                <ns1:gd name="T8" fmla="*/ 103 w 236"/>
                <ns1:gd name="T9" fmla="*/ 0 h 131"/>
                <ns1:gd name="T10" fmla="*/ 73 w 236"/>
                <ns1:gd name="T11" fmla="*/ 30 h 131"/>
                <ns1:gd name="T12" fmla="*/ 73 w 236"/>
                <ns1:gd name="T13" fmla="*/ 44 h 131"/>
                <ns1:gd name="T14" fmla="*/ 32 w 236"/>
                <ns1:gd name="T15" fmla="*/ 44 h 131"/>
                <ns1:gd name="T16" fmla="*/ 0 w 236"/>
                <ns1:gd name="T17" fmla="*/ 75 h 131"/>
                <ns1:gd name="T18" fmla="*/ 0 w 236"/>
                <ns1:gd name="T19" fmla="*/ 106 h 131"/>
                <ns1:gd name="T20" fmla="*/ 92 w 236"/>
                <ns1:gd name="T21" fmla="*/ 106 h 131"/>
                <ns1:gd name="T22" fmla="*/ 92 w 236"/>
                <ns1:gd name="T23" fmla="*/ 115 h 131"/>
                <ns1:gd name="T24" fmla="*/ 108 w 236"/>
                <ns1:gd name="T25" fmla="*/ 131 h 131"/>
                <ns1:gd name="T26" fmla="*/ 128 w 236"/>
                <ns1:gd name="T27" fmla="*/ 131 h 131"/>
                <ns1:gd name="T28" fmla="*/ 144 w 236"/>
                <ns1:gd name="T29" fmla="*/ 115 h 131"/>
                <ns1:gd name="T30" fmla="*/ 144 w 236"/>
                <ns1:gd name="T31" fmla="*/ 106 h 131"/>
                <ns1:gd name="T32" fmla="*/ 236 w 236"/>
                <ns1:gd name="T33" fmla="*/ 106 h 131"/>
                <ns1:gd name="T34" fmla="*/ 236 w 236"/>
                <ns1:gd name="T35" fmla="*/ 75 h 131"/>
                <ns1:gd name="T36" fmla="*/ 204 w 236"/>
                <ns1:gd name="T37" fmla="*/ 44 h 131"/>
                <ns1:gd name="T38" fmla="*/ 92 w 236"/>
                <ns1:gd name="T39" fmla="*/ 30 h 131"/>
                <ns1:gd name="T40" fmla="*/ 103 w 236"/>
                <ns1:gd name="T41" fmla="*/ 19 h 131"/>
                <ns1:gd name="T42" fmla="*/ 133 w 236"/>
                <ns1:gd name="T43" fmla="*/ 19 h 131"/>
                <ns1:gd name="T44" fmla="*/ 144 w 236"/>
                <ns1:gd name="T45" fmla="*/ 30 h 131"/>
                <ns1:gd name="T46" fmla="*/ 144 w 236"/>
                <ns1:gd name="T47" fmla="*/ 44 h 131"/>
                <ns1:gd name="T48" fmla="*/ 92 w 236"/>
                <ns1:gd name="T49" fmla="*/ 44 h 131"/>
                <ns1:gd name="T50" fmla="*/ 92 w 236"/>
                <ns1:gd name="T51" fmla="*/ 30 h 131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  <ns1:cxn ang="0">
                  <ns1:pos x="T30" y="T31"/>
                </ns1:cxn>
                <ns1:cxn ang="0">
                  <ns1:pos x="T32" y="T33"/>
                </ns1:cxn>
                <ns1:cxn ang="0">
                  <ns1:pos x="T34" y="T35"/>
                </ns1:cxn>
                <ns1:cxn ang="0">
                  <ns1:pos x="T36" y="T37"/>
                </ns1:cxn>
                <ns1:cxn ang="0">
                  <ns1:pos x="T38" y="T39"/>
                </ns1:cxn>
                <ns1:cxn ang="0">
                  <ns1:pos x="T40" y="T41"/>
                </ns1:cxn>
                <ns1:cxn ang="0">
                  <ns1:pos x="T42" y="T43"/>
                </ns1:cxn>
                <ns1:cxn ang="0">
                  <ns1:pos x="T44" y="T45"/>
                </ns1:cxn>
                <ns1:cxn ang="0">
                  <ns1:pos x="T46" y="T47"/>
                </ns1:cxn>
                <ns1:cxn ang="0">
                  <ns1:pos x="T48" y="T49"/>
                </ns1:cxn>
                <ns1:cxn ang="0">
                  <ns1:pos x="T50" y="T51"/>
                </ns1:cxn>
              </ns1:cxnLst>
              <ns1:rect l="0" t="0" r="r" b="b"/>
              <ns1:pathLst>
                <ns1:path w="236" h="131">
                  <ns1:moveTo>
                    <ns1:pt x="204" y="44"/>
                  </ns1:moveTo>
                  <ns1:cubicBezTo>
                    <ns1:pt x="163" y="44"/>
                    <ns1:pt x="163" y="44"/>
                    <ns1:pt x="163" y="44"/>
                  </ns1:cubicBezTo>
                  <ns1:cubicBezTo>
                    <ns1:pt x="163" y="30"/>
                    <ns1:pt x="163" y="30"/>
                    <ns1:pt x="163" y="30"/>
                  </ns1:cubicBezTo>
                  <ns1:cubicBezTo>
                    <ns1:pt x="163" y="14"/>
                    <ns1:pt x="150" y="0"/>
                    <ns1:pt x="133" y="0"/>
                  </ns1:cubicBezTo>
                  <ns1:cubicBezTo>
                    <ns1:pt x="103" y="0"/>
                    <ns1:pt x="103" y="0"/>
                    <ns1:pt x="103" y="0"/>
                  </ns1:cubicBezTo>
                  <ns1:cubicBezTo>
                    <ns1:pt x="86" y="0"/>
                    <ns1:pt x="73" y="14"/>
                    <ns1:pt x="73" y="30"/>
                  </ns1:cubicBezTo>
                  <ns1:cubicBezTo>
                    <ns1:pt x="73" y="44"/>
                    <ns1:pt x="73" y="44"/>
                    <ns1:pt x="73" y="44"/>
                  </ns1:cubicBezTo>
                  <ns1:cubicBezTo>
                    <ns1:pt x="32" y="44"/>
                    <ns1:pt x="32" y="44"/>
                    <ns1:pt x="32" y="44"/>
                  </ns1:cubicBezTo>
                  <ns1:cubicBezTo>
                    <ns1:pt x="15" y="44"/>
                    <ns1:pt x="0" y="58"/>
                    <ns1:pt x="0" y="75"/>
                  </ns1:cubicBezTo>
                  <ns1:cubicBezTo>
                    <ns1:pt x="0" y="106"/>
                    <ns1:pt x="0" y="106"/>
                    <ns1:pt x="0" y="106"/>
                  </ns1:cubicBezTo>
                  <ns1:cubicBezTo>
                    <ns1:pt x="92" y="106"/>
                    <ns1:pt x="92" y="106"/>
                    <ns1:pt x="92" y="106"/>
                  </ns1:cubicBezTo>
                  <ns1:cubicBezTo>
                    <ns1:pt x="92" y="115"/>
                    <ns1:pt x="92" y="115"/>
                    <ns1:pt x="92" y="115"/>
                  </ns1:cubicBezTo>
                  <ns1:cubicBezTo>
                    <ns1:pt x="92" y="124"/>
                    <ns1:pt x="99" y="131"/>
                    <ns1:pt x="108" y="131"/>
                  </ns1:cubicBezTo>
                  <ns1:cubicBezTo>
                    <ns1:pt x="128" y="131"/>
                    <ns1:pt x="128" y="131"/>
                    <ns1:pt x="128" y="131"/>
                  </ns1:cubicBezTo>
                  <ns1:cubicBezTo>
                    <ns1:pt x="137" y="131"/>
                    <ns1:pt x="144" y="124"/>
                    <ns1:pt x="144" y="115"/>
                  </ns1:cubicBezTo>
                  <ns1:cubicBezTo>
                    <ns1:pt x="144" y="106"/>
                    <ns1:pt x="144" y="106"/>
                    <ns1:pt x="144" y="106"/>
                  </ns1:cubicBezTo>
                  <ns1:cubicBezTo>
                    <ns1:pt x="236" y="106"/>
                    <ns1:pt x="236" y="106"/>
                    <ns1:pt x="236" y="106"/>
                  </ns1:cubicBezTo>
                  <ns1:cubicBezTo>
                    <ns1:pt x="236" y="75"/>
                    <ns1:pt x="236" y="75"/>
                    <ns1:pt x="236" y="75"/>
                  </ns1:cubicBezTo>
                  <ns1:cubicBezTo>
                    <ns1:pt x="236" y="58"/>
                    <ns1:pt x="221" y="44"/>
                    <ns1:pt x="204" y="44"/>
                  </ns1:cubicBezTo>
                  <ns1:close/>
                  <ns1:moveTo>
                    <ns1:pt x="92" y="30"/>
                  </ns1:moveTo>
                  <ns1:cubicBezTo>
                    <ns1:pt x="92" y="24"/>
                    <ns1:pt x="97" y="19"/>
                    <ns1:pt x="103" y="19"/>
                  </ns1:cubicBezTo>
                  <ns1:cubicBezTo>
                    <ns1:pt x="133" y="19"/>
                    <ns1:pt x="133" y="19"/>
                    <ns1:pt x="133" y="19"/>
                  </ns1:cubicBezTo>
                  <ns1:cubicBezTo>
                    <ns1:pt x="139" y="19"/>
                    <ns1:pt x="144" y="24"/>
                    <ns1:pt x="144" y="30"/>
                  </ns1:cubicBezTo>
                  <ns1:cubicBezTo>
                    <ns1:pt x="144" y="44"/>
                    <ns1:pt x="144" y="44"/>
                    <ns1:pt x="144" y="44"/>
                  </ns1:cubicBezTo>
                  <ns1:cubicBezTo>
                    <ns1:pt x="92" y="44"/>
                    <ns1:pt x="92" y="44"/>
                    <ns1:pt x="92" y="44"/>
                  </ns1:cubicBezTo>
                  <ns1:lnTo>
                    <ns1:pt x="92" y="30"/>
                  </ns1:ln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</ns0:grpSp>
      <ns0:sp>
        <ns0:nvSpPr>
          <ns0:cNvPr id="110" name="Freeform 60"/>
          <ns0:cNvSpPr>
            <ns1:spLocks noEditPoints="1"/>
          </ns0:cNvSpPr>
          <ns0:nvPr/>
        </ns0:nvSpPr>
        <ns0:spPr bwMode="auto">
          <ns1:xfrm>
            <ns1:off x="329972" y="370542"/>
            <ns1:ext cx="400024" cy="400024"/>
          </ns1:xfrm>
          <ns1:custGeom>
            <ns1:avLst/>
            <ns1:gdLst>
              <ns1:gd name="T0" fmla="*/ 126 w 128"/>
              <ns1:gd name="T1" fmla="*/ 1 h 128"/>
              <ns1:gd name="T2" fmla="*/ 124 w 128"/>
              <ns1:gd name="T3" fmla="*/ 0 h 128"/>
              <ns1:gd name="T4" fmla="*/ 122 w 128"/>
              <ns1:gd name="T5" fmla="*/ 1 h 128"/>
              <ns1:gd name="T6" fmla="*/ 2 w 128"/>
              <ns1:gd name="T7" fmla="*/ 81 h 128"/>
              <ns1:gd name="T8" fmla="*/ 0 w 128"/>
              <ns1:gd name="T9" fmla="*/ 84 h 128"/>
              <ns1:gd name="T10" fmla="*/ 3 w 128"/>
              <ns1:gd name="T11" fmla="*/ 88 h 128"/>
              <ns1:gd name="T12" fmla="*/ 34 w 128"/>
              <ns1:gd name="T13" fmla="*/ 100 h 128"/>
              <ns1:gd name="T14" fmla="*/ 49 w 128"/>
              <ns1:gd name="T15" fmla="*/ 126 h 128"/>
              <ns1:gd name="T16" fmla="*/ 52 w 128"/>
              <ns1:gd name="T17" fmla="*/ 128 h 128"/>
              <ns1:gd name="T18" fmla="*/ 52 w 128"/>
              <ns1:gd name="T19" fmla="*/ 128 h 128"/>
              <ns1:gd name="T20" fmla="*/ 55 w 128"/>
              <ns1:gd name="T21" fmla="*/ 126 h 128"/>
              <ns1:gd name="T22" fmla="*/ 64 w 128"/>
              <ns1:gd name="T23" fmla="*/ 112 h 128"/>
              <ns1:gd name="T24" fmla="*/ 103 w 128"/>
              <ns1:gd name="T25" fmla="*/ 128 h 128"/>
              <ns1:gd name="T26" fmla="*/ 104 w 128"/>
              <ns1:gd name="T27" fmla="*/ 128 h 128"/>
              <ns1:gd name="T28" fmla="*/ 106 w 128"/>
              <ns1:gd name="T29" fmla="*/ 127 h 128"/>
              <ns1:gd name="T30" fmla="*/ 108 w 128"/>
              <ns1:gd name="T31" fmla="*/ 125 h 128"/>
              <ns1:gd name="T32" fmla="*/ 128 w 128"/>
              <ns1:gd name="T33" fmla="*/ 5 h 128"/>
              <ns1:gd name="T34" fmla="*/ 126 w 128"/>
              <ns1:gd name="T35" fmla="*/ 1 h 128"/>
              <ns1:gd name="T36" fmla="*/ 13 w 128"/>
              <ns1:gd name="T37" fmla="*/ 83 h 128"/>
              <ns1:gd name="T38" fmla="*/ 105 w 128"/>
              <ns1:gd name="T39" fmla="*/ 21 h 128"/>
              <ns1:gd name="T40" fmla="*/ 38 w 128"/>
              <ns1:gd name="T41" fmla="*/ 93 h 128"/>
              <ns1:gd name="T42" fmla="*/ 37 w 128"/>
              <ns1:gd name="T43" fmla="*/ 93 h 128"/>
              <ns1:gd name="T44" fmla="*/ 13 w 128"/>
              <ns1:gd name="T45" fmla="*/ 83 h 128"/>
              <ns1:gd name="T46" fmla="*/ 41 w 128"/>
              <ns1:gd name="T47" fmla="*/ 96 h 128"/>
              <ns1:gd name="T48" fmla="*/ 41 w 128"/>
              <ns1:gd name="T49" fmla="*/ 96 h 128"/>
              <ns1:gd name="T50" fmla="*/ 117 w 128"/>
              <ns1:gd name="T51" fmla="*/ 15 h 128"/>
              <ns1:gd name="T52" fmla="*/ 52 w 128"/>
              <ns1:gd name="T53" fmla="*/ 116 h 128"/>
              <ns1:gd name="T54" fmla="*/ 41 w 128"/>
              <ns1:gd name="T55" fmla="*/ 96 h 128"/>
              <ns1:gd name="T56" fmla="*/ 101 w 128"/>
              <ns1:gd name="T57" fmla="*/ 118 h 128"/>
              <ns1:gd name="T58" fmla="*/ 67 w 128"/>
              <ns1:gd name="T59" fmla="*/ 105 h 128"/>
              <ns1:gd name="T60" fmla="*/ 64 w 128"/>
              <ns1:gd name="T61" fmla="*/ 104 h 128"/>
              <ns1:gd name="T62" fmla="*/ 117 w 128"/>
              <ns1:gd name="T63" fmla="*/ 23 h 128"/>
              <ns1:gd name="T64" fmla="*/ 101 w 128"/>
              <ns1:gd name="T65" fmla="*/ 118 h 128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  <ns1:cxn ang="0">
                <ns1:pos x="T32" y="T33"/>
              </ns1:cxn>
              <ns1:cxn ang="0">
                <ns1:pos x="T34" y="T35"/>
              </ns1:cxn>
              <ns1:cxn ang="0">
                <ns1:pos x="T36" y="T37"/>
              </ns1:cxn>
              <ns1:cxn ang="0">
                <ns1:pos x="T38" y="T39"/>
              </ns1:cxn>
              <ns1:cxn ang="0">
                <ns1:pos x="T40" y="T41"/>
              </ns1:cxn>
              <ns1:cxn ang="0">
                <ns1:pos x="T42" y="T43"/>
              </ns1:cxn>
              <ns1:cxn ang="0">
                <ns1:pos x="T44" y="T45"/>
              </ns1:cxn>
              <ns1:cxn ang="0">
                <ns1:pos x="T46" y="T47"/>
              </ns1:cxn>
              <ns1:cxn ang="0">
                <ns1:pos x="T48" y="T49"/>
              </ns1:cxn>
              <ns1:cxn ang="0">
                <ns1:pos x="T50" y="T51"/>
              </ns1:cxn>
              <ns1:cxn ang="0">
                <ns1:pos x="T52" y="T53"/>
              </ns1:cxn>
              <ns1:cxn ang="0">
                <ns1:pos x="T54" y="T55"/>
              </ns1:cxn>
              <ns1:cxn ang="0">
                <ns1:pos x="T56" y="T57"/>
              </ns1:cxn>
              <ns1:cxn ang="0">
                <ns1:pos x="T58" y="T59"/>
              </ns1:cxn>
              <ns1:cxn ang="0">
                <ns1:pos x="T60" y="T61"/>
              </ns1:cxn>
              <ns1:cxn ang="0">
                <ns1:pos x="T62" y="T63"/>
              </ns1:cxn>
              <ns1:cxn ang="0">
                <ns1:pos x="T64" y="T65"/>
              </ns1:cxn>
            </ns1:cxnLst>
            <ns1:rect l="0" t="0" r="r" b="b"/>
            <ns1:pathLst>
              <ns1:path w="128" h="128">
                <ns1:moveTo>
                  <ns1:pt x="126" y="1"/>
                </ns1:moveTo>
                <ns1:cubicBezTo>
                  <ns1:pt x="126" y="0"/>
                  <ns1:pt x="125" y="0"/>
                  <ns1:pt x="124" y="0"/>
                </ns1:cubicBezTo>
                <ns1:cubicBezTo>
                  <ns1:pt x="123" y="0"/>
                  <ns1:pt x="122" y="0"/>
                  <ns1:pt x="122" y="1"/>
                </ns1:cubicBezTo>
                <ns1:cubicBezTo>
                  <ns1:pt x="2" y="81"/>
                  <ns1:pt x="2" y="81"/>
                  <ns1:pt x="2" y="81"/>
                </ns1:cubicBezTo>
                <ns1:cubicBezTo>
                  <ns1:pt x="1" y="81"/>
                  <ns1:pt x="0" y="83"/>
                  <ns1:pt x="0" y="84"/>
                </ns1:cubicBezTo>
                <ns1:cubicBezTo>
                  <ns1:pt x="0" y="86"/>
                  <ns1:pt x="1" y="87"/>
                  <ns1:pt x="3" y="88"/>
                </ns1:cubicBezTo>
                <ns1:cubicBezTo>
                  <ns1:pt x="34" y="100"/>
                  <ns1:pt x="34" y="100"/>
                  <ns1:pt x="34" y="100"/>
                </ns1:cubicBezTo>
                <ns1:cubicBezTo>
                  <ns1:pt x="49" y="126"/>
                  <ns1:pt x="49" y="126"/>
                  <ns1:pt x="49" y="126"/>
                </ns1:cubicBezTo>
                <ns1:cubicBezTo>
                  <ns1:pt x="49" y="127"/>
                  <ns1:pt x="51" y="128"/>
                  <ns1:pt x="52" y="128"/>
                </ns1:cubicBezTo>
                <ns1:cubicBezTo>
                  <ns1:pt x="52" y="128"/>
                  <ns1:pt x="52" y="128"/>
                  <ns1:pt x="52" y="128"/>
                </ns1:cubicBezTo>
                <ns1:cubicBezTo>
                  <ns1:pt x="53" y="128"/>
                  <ns1:pt x="55" y="127"/>
                  <ns1:pt x="55" y="126"/>
                </ns1:cubicBezTo>
                <ns1:cubicBezTo>
                  <ns1:pt x="64" y="112"/>
                  <ns1:pt x="64" y="112"/>
                  <ns1:pt x="64" y="112"/>
                </ns1:cubicBezTo>
                <ns1:cubicBezTo>
                  <ns1:pt x="103" y="128"/>
                  <ns1:pt x="103" y="128"/>
                  <ns1:pt x="103" y="128"/>
                </ns1:cubicBezTo>
                <ns1:cubicBezTo>
                  <ns1:pt x="103" y="128"/>
                  <ns1:pt x="103" y="128"/>
                  <ns1:pt x="104" y="128"/>
                </ns1:cubicBezTo>
                <ns1:cubicBezTo>
                  <ns1:pt x="105" y="128"/>
                  <ns1:pt x="105" y="128"/>
                  <ns1:pt x="106" y="127"/>
                </ns1:cubicBezTo>
                <ns1:cubicBezTo>
                  <ns1:pt x="107" y="127"/>
                  <ns1:pt x="108" y="126"/>
                  <ns1:pt x="108" y="125"/>
                </ns1:cubicBezTo>
                <ns1:cubicBezTo>
                  <ns1:pt x="128" y="5"/>
                  <ns1:pt x="128" y="5"/>
                  <ns1:pt x="128" y="5"/>
                </ns1:cubicBezTo>
                <ns1:cubicBezTo>
                  <ns1:pt x="128" y="3"/>
                  <ns1:pt x="128" y="2"/>
                  <ns1:pt x="126" y="1"/>
                </ns1:cubicBezTo>
                <ns1:close/>
                <ns1:moveTo>
                  <ns1:pt x="13" y="83"/>
                </ns1:moveTo>
                <ns1:cubicBezTo>
                  <ns1:pt x="105" y="21"/>
                  <ns1:pt x="105" y="21"/>
                  <ns1:pt x="105" y="21"/>
                </ns1:cubicBezTo>
                <ns1:cubicBezTo>
                  <ns1:pt x="38" y="93"/>
                  <ns1:pt x="38" y="93"/>
                  <ns1:pt x="38" y="93"/>
                </ns1:cubicBezTo>
                <ns1:cubicBezTo>
                  <ns1:pt x="37" y="93"/>
                  <ns1:pt x="37" y="93"/>
                  <ns1:pt x="37" y="93"/>
                </ns1:cubicBezTo>
                <ns1:lnTo>
                  <ns1:pt x="13" y="83"/>
                </ns1:lnTo>
                <ns1:close/>
                <ns1:moveTo>
                  <ns1:pt x="41" y="96"/>
                </ns1:moveTo>
                <ns1:cubicBezTo>
                  <ns1:pt x="41" y="96"/>
                  <ns1:pt x="41" y="96"/>
                  <ns1:pt x="41" y="96"/>
                </ns1:cubicBezTo>
                <ns1:cubicBezTo>
                  <ns1:pt x="117" y="15"/>
                  <ns1:pt x="117" y="15"/>
                  <ns1:pt x="117" y="15"/>
                </ns1:cubicBezTo>
                <ns1:cubicBezTo>
                  <ns1:pt x="52" y="116"/>
                  <ns1:pt x="52" y="116"/>
                  <ns1:pt x="52" y="116"/>
                </ns1:cubicBezTo>
                <ns1:lnTo>
                  <ns1:pt x="41" y="96"/>
                </ns1:lnTo>
                <ns1:close/>
                <ns1:moveTo>
                  <ns1:pt x="101" y="118"/>
                </ns1:moveTo>
                <ns1:cubicBezTo>
                  <ns1:pt x="67" y="105"/>
                  <ns1:pt x="67" y="105"/>
                  <ns1:pt x="67" y="105"/>
                </ns1:cubicBezTo>
                <ns1:cubicBezTo>
                  <ns1:pt x="66" y="104"/>
                  <ns1:pt x="65" y="104"/>
                  <ns1:pt x="64" y="104"/>
                </ns1:cubicBezTo>
                <ns1:cubicBezTo>
                  <ns1:pt x="117" y="23"/>
                  <ns1:pt x="117" y="23"/>
                  <ns1:pt x="117" y="23"/>
                </ns1:cubicBezTo>
                <ns1:lnTo>
                  <ns1:pt x="101" y="118"/>
                </ns1:lnTo>
                <ns1:close/>
              </ns1:path>
            </ns1:pathLst>
          </ns1:custGeom>
          <ns1:solidFill>
            <ns1:schemeClr val="tx1"/>
          </ns1:solidFill>
          <ns1:ln>
            <ns1:noFill/>
          </ns1:ln>
          <ns1:extLst/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id-ID" sz="2700"/>
          </ns1:p>
        </ns0:txBody>
      </ns0:sp>
      <ns0:grpSp>
        <ns0:nvGrpSpPr>
          <ns0:cNvPr id="111" name="Group 110"/>
          <ns0:cNvGrpSpPr/>
          <ns0:nvPr/>
        </ns0:nvGrpSpPr>
        <ns0:grpSpPr>
          <ns1:xfrm>
            <ns1:off x="8557536" y="370542"/>
            <ns1:ext cx="400024" cy="400024"/>
            <ns1:chOff x="837205" y="3542332"/>
            <ns1:chExt cx="400024" cy="400024"/>
          </ns1:xfrm>
          <ns1:solidFill>
            <ns1:schemeClr val="tx1"/>
          </ns1:solidFill>
        </ns0:grpSpPr>
        <ns0:sp>
          <ns0:nvSpPr>
            <ns0:cNvPr id="112" name="Freeform 85"/>
            <ns0:cNvSpPr>
              <ns1:spLocks noEditPoints="1"/>
            </ns0:cNvSpPr>
            <ns0:nvPr/>
          </ns0:nvSpPr>
          <ns0:spPr bwMode="auto">
            <ns1:xfrm>
              <ns1:off x="837205" y="3542332"/>
              <ns1:ext cx="400024" cy="400024"/>
            </ns1:xfrm>
            <ns1:custGeom>
              <ns1:avLst/>
              <ns1:gdLst>
                <ns1:gd name="T0" fmla="*/ 116 w 128"/>
                <ns1:gd name="T1" fmla="*/ 0 h 128"/>
                <ns1:gd name="T2" fmla="*/ 28 w 128"/>
                <ns1:gd name="T3" fmla="*/ 0 h 128"/>
                <ns1:gd name="T4" fmla="*/ 16 w 128"/>
                <ns1:gd name="T5" fmla="*/ 12 h 128"/>
                <ns1:gd name="T6" fmla="*/ 16 w 128"/>
                <ns1:gd name="T7" fmla="*/ 20 h 128"/>
                <ns1:gd name="T8" fmla="*/ 12 w 128"/>
                <ns1:gd name="T9" fmla="*/ 20 h 128"/>
                <ns1:gd name="T10" fmla="*/ 0 w 128"/>
                <ns1:gd name="T11" fmla="*/ 32 h 128"/>
                <ns1:gd name="T12" fmla="*/ 0 w 128"/>
                <ns1:gd name="T13" fmla="*/ 112 h 128"/>
                <ns1:gd name="T14" fmla="*/ 16 w 128"/>
                <ns1:gd name="T15" fmla="*/ 128 h 128"/>
                <ns1:gd name="T16" fmla="*/ 112 w 128"/>
                <ns1:gd name="T17" fmla="*/ 128 h 128"/>
                <ns1:gd name="T18" fmla="*/ 128 w 128"/>
                <ns1:gd name="T19" fmla="*/ 112 h 128"/>
                <ns1:gd name="T20" fmla="*/ 128 w 128"/>
                <ns1:gd name="T21" fmla="*/ 12 h 128"/>
                <ns1:gd name="T22" fmla="*/ 116 w 128"/>
                <ns1:gd name="T23" fmla="*/ 0 h 128"/>
                <ns1:gd name="T24" fmla="*/ 120 w 128"/>
                <ns1:gd name="T25" fmla="*/ 112 h 128"/>
                <ns1:gd name="T26" fmla="*/ 112 w 128"/>
                <ns1:gd name="T27" fmla="*/ 120 h 128"/>
                <ns1:gd name="T28" fmla="*/ 16 w 128"/>
                <ns1:gd name="T29" fmla="*/ 120 h 128"/>
                <ns1:gd name="T30" fmla="*/ 8 w 128"/>
                <ns1:gd name="T31" fmla="*/ 112 h 128"/>
                <ns1:gd name="T32" fmla="*/ 8 w 128"/>
                <ns1:gd name="T33" fmla="*/ 32 h 128"/>
                <ns1:gd name="T34" fmla="*/ 12 w 128"/>
                <ns1:gd name="T35" fmla="*/ 28 h 128"/>
                <ns1:gd name="T36" fmla="*/ 16 w 128"/>
                <ns1:gd name="T37" fmla="*/ 28 h 128"/>
                <ns1:gd name="T38" fmla="*/ 16 w 128"/>
                <ns1:gd name="T39" fmla="*/ 108 h 128"/>
                <ns1:gd name="T40" fmla="*/ 20 w 128"/>
                <ns1:gd name="T41" fmla="*/ 112 h 128"/>
                <ns1:gd name="T42" fmla="*/ 24 w 128"/>
                <ns1:gd name="T43" fmla="*/ 108 h 128"/>
                <ns1:gd name="T44" fmla="*/ 24 w 128"/>
                <ns1:gd name="T45" fmla="*/ 12 h 128"/>
                <ns1:gd name="T46" fmla="*/ 28 w 128"/>
                <ns1:gd name="T47" fmla="*/ 8 h 128"/>
                <ns1:gd name="T48" fmla="*/ 116 w 128"/>
                <ns1:gd name="T49" fmla="*/ 8 h 128"/>
                <ns1:gd name="T50" fmla="*/ 120 w 128"/>
                <ns1:gd name="T51" fmla="*/ 12 h 128"/>
                <ns1:gd name="T52" fmla="*/ 120 w 128"/>
                <ns1:gd name="T53" fmla="*/ 112 h 128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  <ns1:cxn ang="0">
                  <ns1:pos x="T30" y="T31"/>
                </ns1:cxn>
                <ns1:cxn ang="0">
                  <ns1:pos x="T32" y="T33"/>
                </ns1:cxn>
                <ns1:cxn ang="0">
                  <ns1:pos x="T34" y="T35"/>
                </ns1:cxn>
                <ns1:cxn ang="0">
                  <ns1:pos x="T36" y="T37"/>
                </ns1:cxn>
                <ns1:cxn ang="0">
                  <ns1:pos x="T38" y="T39"/>
                </ns1:cxn>
                <ns1:cxn ang="0">
                  <ns1:pos x="T40" y="T41"/>
                </ns1:cxn>
                <ns1:cxn ang="0">
                  <ns1:pos x="T42" y="T43"/>
                </ns1:cxn>
                <ns1:cxn ang="0">
                  <ns1:pos x="T44" y="T45"/>
                </ns1:cxn>
                <ns1:cxn ang="0">
                  <ns1:pos x="T46" y="T47"/>
                </ns1:cxn>
                <ns1:cxn ang="0">
                  <ns1:pos x="T48" y="T49"/>
                </ns1:cxn>
                <ns1:cxn ang="0">
                  <ns1:pos x="T50" y="T51"/>
                </ns1:cxn>
                <ns1:cxn ang="0">
                  <ns1:pos x="T52" y="T53"/>
                </ns1:cxn>
              </ns1:cxnLst>
              <ns1:rect l="0" t="0" r="r" b="b"/>
              <ns1:pathLst>
                <ns1:path w="128" h="128">
                  <ns1:moveTo>
                    <ns1:pt x="116" y="0"/>
                  </ns1:moveTo>
                  <ns1:cubicBezTo>
                    <ns1:pt x="28" y="0"/>
                    <ns1:pt x="28" y="0"/>
                    <ns1:pt x="28" y="0"/>
                  </ns1:cubicBezTo>
                  <ns1:cubicBezTo>
                    <ns1:pt x="21" y="0"/>
                    <ns1:pt x="16" y="5"/>
                    <ns1:pt x="16" y="12"/>
                  </ns1:cubicBezTo>
                  <ns1:cubicBezTo>
                    <ns1:pt x="16" y="20"/>
                    <ns1:pt x="16" y="20"/>
                    <ns1:pt x="16" y="20"/>
                  </ns1:cubicBezTo>
                  <ns1:cubicBezTo>
                    <ns1:pt x="12" y="20"/>
                    <ns1:pt x="12" y="20"/>
                    <ns1:pt x="12" y="20"/>
                  </ns1:cubicBezTo>
                  <ns1:cubicBezTo>
                    <ns1:pt x="5" y="20"/>
                    <ns1:pt x="0" y="25"/>
                    <ns1:pt x="0" y="32"/>
                  </ns1:cubicBezTo>
                  <ns1:cubicBezTo>
                    <ns1:pt x="0" y="112"/>
                    <ns1:pt x="0" y="112"/>
                    <ns1:pt x="0" y="112"/>
                  </ns1:cubicBezTo>
                  <ns1:cubicBezTo>
                    <ns1:pt x="0" y="121"/>
                    <ns1:pt x="7" y="128"/>
                    <ns1:pt x="16" y="128"/>
                  </ns1:cubicBezTo>
                  <ns1:cubicBezTo>
                    <ns1:pt x="112" y="128"/>
                    <ns1:pt x="112" y="128"/>
                    <ns1:pt x="112" y="128"/>
                  </ns1:cubicBezTo>
                  <ns1:cubicBezTo>
                    <ns1:pt x="121" y="128"/>
                    <ns1:pt x="128" y="121"/>
                    <ns1:pt x="128" y="112"/>
                  </ns1:cubicBezTo>
                  <ns1:cubicBezTo>
                    <ns1:pt x="128" y="12"/>
                    <ns1:pt x="128" y="12"/>
                    <ns1:pt x="128" y="12"/>
                  </ns1:cubicBezTo>
                  <ns1:cubicBezTo>
                    <ns1:pt x="128" y="5"/>
                    <ns1:pt x="123" y="0"/>
                    <ns1:pt x="116" y="0"/>
                  </ns1:cubicBezTo>
                  <ns1:close/>
                  <ns1:moveTo>
                    <ns1:pt x="120" y="112"/>
                  </ns1:moveTo>
                  <ns1:cubicBezTo>
                    <ns1:pt x="120" y="116"/>
                    <ns1:pt x="116" y="120"/>
                    <ns1:pt x="112" y="120"/>
                  </ns1:cubicBezTo>
                  <ns1:cubicBezTo>
                    <ns1:pt x="16" y="120"/>
                    <ns1:pt x="16" y="120"/>
                    <ns1:pt x="16" y="120"/>
                  </ns1:cubicBezTo>
                  <ns1:cubicBezTo>
                    <ns1:pt x="12" y="120"/>
                    <ns1:pt x="8" y="116"/>
                    <ns1:pt x="8" y="112"/>
                  </ns1:cubicBezTo>
                  <ns1:cubicBezTo>
                    <ns1:pt x="8" y="32"/>
                    <ns1:pt x="8" y="32"/>
                    <ns1:pt x="8" y="32"/>
                  </ns1:cubicBezTo>
                  <ns1:cubicBezTo>
                    <ns1:pt x="8" y="30"/>
                    <ns1:pt x="10" y="28"/>
                    <ns1:pt x="12" y="28"/>
                  </ns1:cubicBezTo>
                  <ns1:cubicBezTo>
                    <ns1:pt x="16" y="28"/>
                    <ns1:pt x="16" y="28"/>
                    <ns1:pt x="16" y="28"/>
                  </ns1:cubicBezTo>
                  <ns1:cubicBezTo>
                    <ns1:pt x="16" y="108"/>
                    <ns1:pt x="16" y="108"/>
                    <ns1:pt x="16" y="108"/>
                  </ns1:cubicBezTo>
                  <ns1:cubicBezTo>
                    <ns1:pt x="16" y="110"/>
                    <ns1:pt x="18" y="112"/>
                    <ns1:pt x="20" y="112"/>
                  </ns1:cubicBezTo>
                  <ns1:cubicBezTo>
                    <ns1:pt x="22" y="112"/>
                    <ns1:pt x="24" y="110"/>
                    <ns1:pt x="24" y="108"/>
                  </ns1:cubicBezTo>
                  <ns1:cubicBezTo>
                    <ns1:pt x="24" y="12"/>
                    <ns1:pt x="24" y="12"/>
                    <ns1:pt x="24" y="12"/>
                  </ns1:cubicBezTo>
                  <ns1:cubicBezTo>
                    <ns1:pt x="24" y="10"/>
                    <ns1:pt x="26" y="8"/>
                    <ns1:pt x="28" y="8"/>
                  </ns1:cubicBezTo>
                  <ns1:cubicBezTo>
                    <ns1:pt x="116" y="8"/>
                    <ns1:pt x="116" y="8"/>
                    <ns1:pt x="116" y="8"/>
                  </ns1:cubicBezTo>
                  <ns1:cubicBezTo>
                    <ns1:pt x="118" y="8"/>
                    <ns1:pt x="120" y="10"/>
                    <ns1:pt x="120" y="12"/>
                  </ns1:cubicBezTo>
                  <ns1:lnTo>
                    <ns1:pt x="120" y="112"/>
                  </ns1:ln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113" name="Freeform 86"/>
            <ns0:cNvSpPr>
              <ns1:spLocks/>
            </ns0:cNvSpPr>
            <ns0:nvPr/>
          </ns0:nvSpPr>
          <ns0:spPr bwMode="auto">
            <ns1:xfrm>
              <ns1:off x="1074843" y="3692836"/>
              <ns1:ext cx="112218" cy="11882"/>
            </ns1:xfrm>
            <ns1:custGeom>
              <ns1:avLst/>
              <ns1:gdLst>
                <ns1:gd name="T0" fmla="*/ 2 w 36"/>
                <ns1:gd name="T1" fmla="*/ 4 h 4"/>
                <ns1:gd name="T2" fmla="*/ 34 w 36"/>
                <ns1:gd name="T3" fmla="*/ 4 h 4"/>
                <ns1:gd name="T4" fmla="*/ 36 w 36"/>
                <ns1:gd name="T5" fmla="*/ 2 h 4"/>
                <ns1:gd name="T6" fmla="*/ 34 w 36"/>
                <ns1:gd name="T7" fmla="*/ 0 h 4"/>
                <ns1:gd name="T8" fmla="*/ 2 w 36"/>
                <ns1:gd name="T9" fmla="*/ 0 h 4"/>
                <ns1:gd name="T10" fmla="*/ 0 w 36"/>
                <ns1:gd name="T11" fmla="*/ 2 h 4"/>
                <ns1:gd name="T12" fmla="*/ 2 w 36"/>
                <ns1:gd name="T13" fmla="*/ 4 h 4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</ns1:cxnLst>
              <ns1:rect l="0" t="0" r="r" b="b"/>
              <ns1:pathLst>
                <ns1:path w="36" h="4">
                  <ns1:moveTo>
                    <ns1:pt x="2" y="4"/>
                  </ns1:moveTo>
                  <ns1:cubicBezTo>
                    <ns1:pt x="34" y="4"/>
                    <ns1:pt x="34" y="4"/>
                    <ns1:pt x="34" y="4"/>
                  </ns1:cubicBezTo>
                  <ns1:cubicBezTo>
                    <ns1:pt x="35" y="4"/>
                    <ns1:pt x="36" y="3"/>
                    <ns1:pt x="36" y="2"/>
                  </ns1:cubicBezTo>
                  <ns1:cubicBezTo>
                    <ns1:pt x="36" y="1"/>
                    <ns1:pt x="35" y="0"/>
                    <ns1:pt x="34" y="0"/>
                  </ns1:cubicBezTo>
                  <ns1:cubicBezTo>
                    <ns1:pt x="2" y="0"/>
                    <ns1:pt x="2" y="0"/>
                    <ns1:pt x="2" y="0"/>
                  </ns1:cubicBezTo>
                  <ns1:cubicBezTo>
                    <ns1:pt x="1" y="0"/>
                    <ns1:pt x="0" y="1"/>
                    <ns1:pt x="0" y="2"/>
                  </ns1:cubicBezTo>
                  <ns1:cubicBezTo>
                    <ns1:pt x="0" y="3"/>
                    <ns1:pt x="1" y="4"/>
                    <ns1:pt x="2" y="4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114" name="Freeform 87"/>
            <ns0:cNvSpPr>
              <ns1:spLocks/>
            </ns0:cNvSpPr>
            <ns0:nvPr/>
          </ns0:nvSpPr>
          <ns0:spPr bwMode="auto">
            <ns1:xfrm>
              <ns1:off x="1074843" y="3655870"/>
              <ns1:ext cx="112218" cy="11882"/>
            </ns1:xfrm>
            <ns1:custGeom>
              <ns1:avLst/>
              <ns1:gdLst>
                <ns1:gd name="T0" fmla="*/ 2 w 36"/>
                <ns1:gd name="T1" fmla="*/ 4 h 4"/>
                <ns1:gd name="T2" fmla="*/ 34 w 36"/>
                <ns1:gd name="T3" fmla="*/ 4 h 4"/>
                <ns1:gd name="T4" fmla="*/ 36 w 36"/>
                <ns1:gd name="T5" fmla="*/ 2 h 4"/>
                <ns1:gd name="T6" fmla="*/ 34 w 36"/>
                <ns1:gd name="T7" fmla="*/ 0 h 4"/>
                <ns1:gd name="T8" fmla="*/ 2 w 36"/>
                <ns1:gd name="T9" fmla="*/ 0 h 4"/>
                <ns1:gd name="T10" fmla="*/ 0 w 36"/>
                <ns1:gd name="T11" fmla="*/ 2 h 4"/>
                <ns1:gd name="T12" fmla="*/ 2 w 36"/>
                <ns1:gd name="T13" fmla="*/ 4 h 4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</ns1:cxnLst>
              <ns1:rect l="0" t="0" r="r" b="b"/>
              <ns1:pathLst>
                <ns1:path w="36" h="4">
                  <ns1:moveTo>
                    <ns1:pt x="2" y="4"/>
                  </ns1:moveTo>
                  <ns1:cubicBezTo>
                    <ns1:pt x="34" y="4"/>
                    <ns1:pt x="34" y="4"/>
                    <ns1:pt x="34" y="4"/>
                  </ns1:cubicBezTo>
                  <ns1:cubicBezTo>
                    <ns1:pt x="35" y="4"/>
                    <ns1:pt x="36" y="3"/>
                    <ns1:pt x="36" y="2"/>
                  </ns1:cubicBezTo>
                  <ns1:cubicBezTo>
                    <ns1:pt x="36" y="1"/>
                    <ns1:pt x="35" y="0"/>
                    <ns1:pt x="34" y="0"/>
                  </ns1:cubicBezTo>
                  <ns1:cubicBezTo>
                    <ns1:pt x="2" y="0"/>
                    <ns1:pt x="2" y="0"/>
                    <ns1:pt x="2" y="0"/>
                  </ns1:cubicBezTo>
                  <ns1:cubicBezTo>
                    <ns1:pt x="1" y="0"/>
                    <ns1:pt x="0" y="1"/>
                    <ns1:pt x="0" y="2"/>
                  </ns1:cubicBezTo>
                  <ns1:cubicBezTo>
                    <ns1:pt x="0" y="3"/>
                    <ns1:pt x="1" y="4"/>
                    <ns1:pt x="2" y="4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115" name="Freeform 88"/>
            <ns0:cNvSpPr>
              <ns1:spLocks/>
            </ns0:cNvSpPr>
            <ns0:nvPr/>
          </ns0:nvSpPr>
          <ns0:spPr bwMode="auto">
            <ns1:xfrm>
              <ns1:off x="1074843" y="3617583"/>
              <ns1:ext cx="112218" cy="13202"/>
            </ns1:xfrm>
            <ns1:custGeom>
              <ns1:avLst/>
              <ns1:gdLst>
                <ns1:gd name="T0" fmla="*/ 2 w 36"/>
                <ns1:gd name="T1" fmla="*/ 4 h 4"/>
                <ns1:gd name="T2" fmla="*/ 34 w 36"/>
                <ns1:gd name="T3" fmla="*/ 4 h 4"/>
                <ns1:gd name="T4" fmla="*/ 36 w 36"/>
                <ns1:gd name="T5" fmla="*/ 2 h 4"/>
                <ns1:gd name="T6" fmla="*/ 34 w 36"/>
                <ns1:gd name="T7" fmla="*/ 0 h 4"/>
                <ns1:gd name="T8" fmla="*/ 2 w 36"/>
                <ns1:gd name="T9" fmla="*/ 0 h 4"/>
                <ns1:gd name="T10" fmla="*/ 0 w 36"/>
                <ns1:gd name="T11" fmla="*/ 2 h 4"/>
                <ns1:gd name="T12" fmla="*/ 2 w 36"/>
                <ns1:gd name="T13" fmla="*/ 4 h 4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</ns1:cxnLst>
              <ns1:rect l="0" t="0" r="r" b="b"/>
              <ns1:pathLst>
                <ns1:path w="36" h="4">
                  <ns1:moveTo>
                    <ns1:pt x="2" y="4"/>
                  </ns1:moveTo>
                  <ns1:cubicBezTo>
                    <ns1:pt x="34" y="4"/>
                    <ns1:pt x="34" y="4"/>
                    <ns1:pt x="34" y="4"/>
                  </ns1:cubicBezTo>
                  <ns1:cubicBezTo>
                    <ns1:pt x="35" y="4"/>
                    <ns1:pt x="36" y="3"/>
                    <ns1:pt x="36" y="2"/>
                  </ns1:cubicBezTo>
                  <ns1:cubicBezTo>
                    <ns1:pt x="36" y="1"/>
                    <ns1:pt x="35" y="0"/>
                    <ns1:pt x="34" y="0"/>
                  </ns1:cubicBezTo>
                  <ns1:cubicBezTo>
                    <ns1:pt x="2" y="0"/>
                    <ns1:pt x="2" y="0"/>
                    <ns1:pt x="2" y="0"/>
                  </ns1:cubicBezTo>
                  <ns1:cubicBezTo>
                    <ns1:pt x="1" y="0"/>
                    <ns1:pt x="0" y="1"/>
                    <ns1:pt x="0" y="2"/>
                  </ns1:cubicBezTo>
                  <ns1:cubicBezTo>
                    <ns1:pt x="0" y="3"/>
                    <ns1:pt x="1" y="4"/>
                    <ns1:pt x="2" y="4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116" name="Freeform 89"/>
            <ns0:cNvSpPr>
              <ns1:spLocks/>
            </ns0:cNvSpPr>
            <ns0:nvPr/>
          </ns0:nvSpPr>
          <ns0:spPr bwMode="auto">
            <ns1:xfrm>
              <ns1:off x="937541" y="3880306"/>
              <ns1:ext cx="112218" cy="11882"/>
            </ns1:xfrm>
            <ns1:custGeom>
              <ns1:avLst/>
              <ns1:gdLst>
                <ns1:gd name="T0" fmla="*/ 34 w 36"/>
                <ns1:gd name="T1" fmla="*/ 0 h 4"/>
                <ns1:gd name="T2" fmla="*/ 2 w 36"/>
                <ns1:gd name="T3" fmla="*/ 0 h 4"/>
                <ns1:gd name="T4" fmla="*/ 0 w 36"/>
                <ns1:gd name="T5" fmla="*/ 2 h 4"/>
                <ns1:gd name="T6" fmla="*/ 2 w 36"/>
                <ns1:gd name="T7" fmla="*/ 4 h 4"/>
                <ns1:gd name="T8" fmla="*/ 34 w 36"/>
                <ns1:gd name="T9" fmla="*/ 4 h 4"/>
                <ns1:gd name="T10" fmla="*/ 36 w 36"/>
                <ns1:gd name="T11" fmla="*/ 2 h 4"/>
                <ns1:gd name="T12" fmla="*/ 34 w 36"/>
                <ns1:gd name="T13" fmla="*/ 0 h 4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</ns1:cxnLst>
              <ns1:rect l="0" t="0" r="r" b="b"/>
              <ns1:pathLst>
                <ns1:path w="36" h="4">
                  <ns1:moveTo>
                    <ns1:pt x="34" y="0"/>
                  </ns1:moveTo>
                  <ns1:cubicBezTo>
                    <ns1:pt x="2" y="0"/>
                    <ns1:pt x="2" y="0"/>
                    <ns1:pt x="2" y="0"/>
                  </ns1:cubicBezTo>
                  <ns1:cubicBezTo>
                    <ns1:pt x="1" y="0"/>
                    <ns1:pt x="0" y="1"/>
                    <ns1:pt x="0" y="2"/>
                  </ns1:cubicBezTo>
                  <ns1:cubicBezTo>
                    <ns1:pt x="0" y="3"/>
                    <ns1:pt x="1" y="4"/>
                    <ns1:pt x="2" y="4"/>
                  </ns1:cubicBezTo>
                  <ns1:cubicBezTo>
                    <ns1:pt x="34" y="4"/>
                    <ns1:pt x="34" y="4"/>
                    <ns1:pt x="34" y="4"/>
                  </ns1:cubicBezTo>
                  <ns1:cubicBezTo>
                    <ns1:pt x="35" y="4"/>
                    <ns1:pt x="36" y="3"/>
                    <ns1:pt x="36" y="2"/>
                  </ns1:cubicBezTo>
                  <ns1:cubicBezTo>
                    <ns1:pt x="36" y="1"/>
                    <ns1:pt x="35" y="0"/>
                    <ns1:pt x="34" y="0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117" name="Freeform 90"/>
            <ns0:cNvSpPr>
              <ns1:spLocks/>
            </ns0:cNvSpPr>
            <ns0:nvPr/>
          </ns0:nvSpPr>
          <ns0:spPr bwMode="auto">
            <ns1:xfrm>
              <ns1:off x="937541" y="3843340"/>
              <ns1:ext cx="112218" cy="11882"/>
            </ns1:xfrm>
            <ns1:custGeom>
              <ns1:avLst/>
              <ns1:gdLst>
                <ns1:gd name="T0" fmla="*/ 34 w 36"/>
                <ns1:gd name="T1" fmla="*/ 0 h 4"/>
                <ns1:gd name="T2" fmla="*/ 2 w 36"/>
                <ns1:gd name="T3" fmla="*/ 0 h 4"/>
                <ns1:gd name="T4" fmla="*/ 0 w 36"/>
                <ns1:gd name="T5" fmla="*/ 2 h 4"/>
                <ns1:gd name="T6" fmla="*/ 2 w 36"/>
                <ns1:gd name="T7" fmla="*/ 4 h 4"/>
                <ns1:gd name="T8" fmla="*/ 34 w 36"/>
                <ns1:gd name="T9" fmla="*/ 4 h 4"/>
                <ns1:gd name="T10" fmla="*/ 36 w 36"/>
                <ns1:gd name="T11" fmla="*/ 2 h 4"/>
                <ns1:gd name="T12" fmla="*/ 34 w 36"/>
                <ns1:gd name="T13" fmla="*/ 0 h 4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</ns1:cxnLst>
              <ns1:rect l="0" t="0" r="r" b="b"/>
              <ns1:pathLst>
                <ns1:path w="36" h="4">
                  <ns1:moveTo>
                    <ns1:pt x="34" y="0"/>
                  </ns1:moveTo>
                  <ns1:cubicBezTo>
                    <ns1:pt x="2" y="0"/>
                    <ns1:pt x="2" y="0"/>
                    <ns1:pt x="2" y="0"/>
                  </ns1:cubicBezTo>
                  <ns1:cubicBezTo>
                    <ns1:pt x="1" y="0"/>
                    <ns1:pt x="0" y="1"/>
                    <ns1:pt x="0" y="2"/>
                  </ns1:cubicBezTo>
                  <ns1:cubicBezTo>
                    <ns1:pt x="0" y="3"/>
                    <ns1:pt x="1" y="4"/>
                    <ns1:pt x="2" y="4"/>
                  </ns1:cubicBezTo>
                  <ns1:cubicBezTo>
                    <ns1:pt x="34" y="4"/>
                    <ns1:pt x="34" y="4"/>
                    <ns1:pt x="34" y="4"/>
                  </ns1:cubicBezTo>
                  <ns1:cubicBezTo>
                    <ns1:pt x="35" y="4"/>
                    <ns1:pt x="36" y="3"/>
                    <ns1:pt x="36" y="2"/>
                  </ns1:cubicBezTo>
                  <ns1:cubicBezTo>
                    <ns1:pt x="36" y="1"/>
                    <ns1:pt x="35" y="0"/>
                    <ns1:pt x="34" y="0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118" name="Freeform 91"/>
            <ns0:cNvSpPr>
              <ns1:spLocks/>
            </ns0:cNvSpPr>
            <ns0:nvPr/>
          </ns0:nvSpPr>
          <ns0:spPr bwMode="auto">
            <ns1:xfrm>
              <ns1:off x="937541" y="3805053"/>
              <ns1:ext cx="112218" cy="13202"/>
            </ns1:xfrm>
            <ns1:custGeom>
              <ns1:avLst/>
              <ns1:gdLst>
                <ns1:gd name="T0" fmla="*/ 34 w 36"/>
                <ns1:gd name="T1" fmla="*/ 0 h 4"/>
                <ns1:gd name="T2" fmla="*/ 2 w 36"/>
                <ns1:gd name="T3" fmla="*/ 0 h 4"/>
                <ns1:gd name="T4" fmla="*/ 0 w 36"/>
                <ns1:gd name="T5" fmla="*/ 2 h 4"/>
                <ns1:gd name="T6" fmla="*/ 2 w 36"/>
                <ns1:gd name="T7" fmla="*/ 4 h 4"/>
                <ns1:gd name="T8" fmla="*/ 34 w 36"/>
                <ns1:gd name="T9" fmla="*/ 4 h 4"/>
                <ns1:gd name="T10" fmla="*/ 36 w 36"/>
                <ns1:gd name="T11" fmla="*/ 2 h 4"/>
                <ns1:gd name="T12" fmla="*/ 34 w 36"/>
                <ns1:gd name="T13" fmla="*/ 0 h 4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</ns1:cxnLst>
              <ns1:rect l="0" t="0" r="r" b="b"/>
              <ns1:pathLst>
                <ns1:path w="36" h="4">
                  <ns1:moveTo>
                    <ns1:pt x="34" y="0"/>
                  </ns1:moveTo>
                  <ns1:cubicBezTo>
                    <ns1:pt x="2" y="0"/>
                    <ns1:pt x="2" y="0"/>
                    <ns1:pt x="2" y="0"/>
                  </ns1:cubicBezTo>
                  <ns1:cubicBezTo>
                    <ns1:pt x="1" y="0"/>
                    <ns1:pt x="0" y="1"/>
                    <ns1:pt x="0" y="2"/>
                  </ns1:cubicBezTo>
                  <ns1:cubicBezTo>
                    <ns1:pt x="0" y="3"/>
                    <ns1:pt x="1" y="4"/>
                    <ns1:pt x="2" y="4"/>
                  </ns1:cubicBezTo>
                  <ns1:cubicBezTo>
                    <ns1:pt x="34" y="4"/>
                    <ns1:pt x="34" y="4"/>
                    <ns1:pt x="34" y="4"/>
                  </ns1:cubicBezTo>
                  <ns1:cubicBezTo>
                    <ns1:pt x="35" y="4"/>
                    <ns1:pt x="36" y="3"/>
                    <ns1:pt x="36" y="2"/>
                  </ns1:cubicBezTo>
                  <ns1:cubicBezTo>
                    <ns1:pt x="36" y="1"/>
                    <ns1:pt x="35" y="0"/>
                    <ns1:pt x="34" y="0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119" name="Freeform 92"/>
            <ns0:cNvSpPr>
              <ns1:spLocks/>
            </ns0:cNvSpPr>
            <ns0:nvPr/>
          </ns0:nvSpPr>
          <ns0:spPr bwMode="auto">
            <ns1:xfrm>
              <ns1:off x="1074843" y="3880306"/>
              <ns1:ext cx="112218" cy="11882"/>
            </ns1:xfrm>
            <ns1:custGeom>
              <ns1:avLst/>
              <ns1:gdLst>
                <ns1:gd name="T0" fmla="*/ 34 w 36"/>
                <ns1:gd name="T1" fmla="*/ 0 h 4"/>
                <ns1:gd name="T2" fmla="*/ 2 w 36"/>
                <ns1:gd name="T3" fmla="*/ 0 h 4"/>
                <ns1:gd name="T4" fmla="*/ 0 w 36"/>
                <ns1:gd name="T5" fmla="*/ 2 h 4"/>
                <ns1:gd name="T6" fmla="*/ 2 w 36"/>
                <ns1:gd name="T7" fmla="*/ 4 h 4"/>
                <ns1:gd name="T8" fmla="*/ 34 w 36"/>
                <ns1:gd name="T9" fmla="*/ 4 h 4"/>
                <ns1:gd name="T10" fmla="*/ 36 w 36"/>
                <ns1:gd name="T11" fmla="*/ 2 h 4"/>
                <ns1:gd name="T12" fmla="*/ 34 w 36"/>
                <ns1:gd name="T13" fmla="*/ 0 h 4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</ns1:cxnLst>
              <ns1:rect l="0" t="0" r="r" b="b"/>
              <ns1:pathLst>
                <ns1:path w="36" h="4">
                  <ns1:moveTo>
                    <ns1:pt x="34" y="0"/>
                  </ns1:moveTo>
                  <ns1:cubicBezTo>
                    <ns1:pt x="2" y="0"/>
                    <ns1:pt x="2" y="0"/>
                    <ns1:pt x="2" y="0"/>
                  </ns1:cubicBezTo>
                  <ns1:cubicBezTo>
                    <ns1:pt x="1" y="0"/>
                    <ns1:pt x="0" y="1"/>
                    <ns1:pt x="0" y="2"/>
                  </ns1:cubicBezTo>
                  <ns1:cubicBezTo>
                    <ns1:pt x="0" y="3"/>
                    <ns1:pt x="1" y="4"/>
                    <ns1:pt x="2" y="4"/>
                  </ns1:cubicBezTo>
                  <ns1:cubicBezTo>
                    <ns1:pt x="34" y="4"/>
                    <ns1:pt x="34" y="4"/>
                    <ns1:pt x="34" y="4"/>
                  </ns1:cubicBezTo>
                  <ns1:cubicBezTo>
                    <ns1:pt x="35" y="4"/>
                    <ns1:pt x="36" y="3"/>
                    <ns1:pt x="36" y="2"/>
                  </ns1:cubicBezTo>
                  <ns1:cubicBezTo>
                    <ns1:pt x="36" y="1"/>
                    <ns1:pt x="35" y="0"/>
                    <ns1:pt x="34" y="0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120" name="Freeform 93"/>
            <ns0:cNvSpPr>
              <ns1:spLocks/>
            </ns0:cNvSpPr>
            <ns0:nvPr/>
          </ns0:nvSpPr>
          <ns0:spPr bwMode="auto">
            <ns1:xfrm>
              <ns1:off x="1074843" y="3843340"/>
              <ns1:ext cx="112218" cy="11882"/>
            </ns1:xfrm>
            <ns1:custGeom>
              <ns1:avLst/>
              <ns1:gdLst>
                <ns1:gd name="T0" fmla="*/ 34 w 36"/>
                <ns1:gd name="T1" fmla="*/ 0 h 4"/>
                <ns1:gd name="T2" fmla="*/ 2 w 36"/>
                <ns1:gd name="T3" fmla="*/ 0 h 4"/>
                <ns1:gd name="T4" fmla="*/ 0 w 36"/>
                <ns1:gd name="T5" fmla="*/ 2 h 4"/>
                <ns1:gd name="T6" fmla="*/ 2 w 36"/>
                <ns1:gd name="T7" fmla="*/ 4 h 4"/>
                <ns1:gd name="T8" fmla="*/ 34 w 36"/>
                <ns1:gd name="T9" fmla="*/ 4 h 4"/>
                <ns1:gd name="T10" fmla="*/ 36 w 36"/>
                <ns1:gd name="T11" fmla="*/ 2 h 4"/>
                <ns1:gd name="T12" fmla="*/ 34 w 36"/>
                <ns1:gd name="T13" fmla="*/ 0 h 4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</ns1:cxnLst>
              <ns1:rect l="0" t="0" r="r" b="b"/>
              <ns1:pathLst>
                <ns1:path w="36" h="4">
                  <ns1:moveTo>
                    <ns1:pt x="34" y="0"/>
                  </ns1:moveTo>
                  <ns1:cubicBezTo>
                    <ns1:pt x="2" y="0"/>
                    <ns1:pt x="2" y="0"/>
                    <ns1:pt x="2" y="0"/>
                  </ns1:cubicBezTo>
                  <ns1:cubicBezTo>
                    <ns1:pt x="1" y="0"/>
                    <ns1:pt x="0" y="1"/>
                    <ns1:pt x="0" y="2"/>
                  </ns1:cubicBezTo>
                  <ns1:cubicBezTo>
                    <ns1:pt x="0" y="3"/>
                    <ns1:pt x="1" y="4"/>
                    <ns1:pt x="2" y="4"/>
                  </ns1:cubicBezTo>
                  <ns1:cubicBezTo>
                    <ns1:pt x="34" y="4"/>
                    <ns1:pt x="34" y="4"/>
                    <ns1:pt x="34" y="4"/>
                  </ns1:cubicBezTo>
                  <ns1:cubicBezTo>
                    <ns1:pt x="35" y="4"/>
                    <ns1:pt x="36" y="3"/>
                    <ns1:pt x="36" y="2"/>
                  </ns1:cubicBezTo>
                  <ns1:cubicBezTo>
                    <ns1:pt x="36" y="1"/>
                    <ns1:pt x="35" y="0"/>
                    <ns1:pt x="34" y="0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121" name="Freeform 94"/>
            <ns0:cNvSpPr>
              <ns1:spLocks/>
            </ns0:cNvSpPr>
            <ns0:nvPr/>
          </ns0:nvSpPr>
          <ns0:spPr bwMode="auto">
            <ns1:xfrm>
              <ns1:off x="1074843" y="3805053"/>
              <ns1:ext cx="112218" cy="13202"/>
            </ns1:xfrm>
            <ns1:custGeom>
              <ns1:avLst/>
              <ns1:gdLst>
                <ns1:gd name="T0" fmla="*/ 34 w 36"/>
                <ns1:gd name="T1" fmla="*/ 0 h 4"/>
                <ns1:gd name="T2" fmla="*/ 2 w 36"/>
                <ns1:gd name="T3" fmla="*/ 0 h 4"/>
                <ns1:gd name="T4" fmla="*/ 0 w 36"/>
                <ns1:gd name="T5" fmla="*/ 2 h 4"/>
                <ns1:gd name="T6" fmla="*/ 2 w 36"/>
                <ns1:gd name="T7" fmla="*/ 4 h 4"/>
                <ns1:gd name="T8" fmla="*/ 34 w 36"/>
                <ns1:gd name="T9" fmla="*/ 4 h 4"/>
                <ns1:gd name="T10" fmla="*/ 36 w 36"/>
                <ns1:gd name="T11" fmla="*/ 2 h 4"/>
                <ns1:gd name="T12" fmla="*/ 34 w 36"/>
                <ns1:gd name="T13" fmla="*/ 0 h 4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</ns1:cxnLst>
              <ns1:rect l="0" t="0" r="r" b="b"/>
              <ns1:pathLst>
                <ns1:path w="36" h="4">
                  <ns1:moveTo>
                    <ns1:pt x="34" y="0"/>
                  </ns1:moveTo>
                  <ns1:cubicBezTo>
                    <ns1:pt x="2" y="0"/>
                    <ns1:pt x="2" y="0"/>
                    <ns1:pt x="2" y="0"/>
                  </ns1:cubicBezTo>
                  <ns1:cubicBezTo>
                    <ns1:pt x="1" y="0"/>
                    <ns1:pt x="0" y="1"/>
                    <ns1:pt x="0" y="2"/>
                  </ns1:cubicBezTo>
                  <ns1:cubicBezTo>
                    <ns1:pt x="0" y="3"/>
                    <ns1:pt x="1" y="4"/>
                    <ns1:pt x="2" y="4"/>
                  </ns1:cubicBezTo>
                  <ns1:cubicBezTo>
                    <ns1:pt x="34" y="4"/>
                    <ns1:pt x="34" y="4"/>
                    <ns1:pt x="34" y="4"/>
                  </ns1:cubicBezTo>
                  <ns1:cubicBezTo>
                    <ns1:pt x="35" y="4"/>
                    <ns1:pt x="36" y="3"/>
                    <ns1:pt x="36" y="2"/>
                  </ns1:cubicBezTo>
                  <ns1:cubicBezTo>
                    <ns1:pt x="36" y="1"/>
                    <ns1:pt x="35" y="0"/>
                    <ns1:pt x="34" y="0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122" name="Freeform 95"/>
            <ns0:cNvSpPr>
              <ns1:spLocks/>
            </ns0:cNvSpPr>
            <ns0:nvPr/>
          </ns0:nvSpPr>
          <ns0:spPr bwMode="auto">
            <ns1:xfrm>
              <ns1:off x="937541" y="3729802"/>
              <ns1:ext cx="249520" cy="13202"/>
            </ns1:xfrm>
            <ns1:custGeom>
              <ns1:avLst/>
              <ns1:gdLst>
                <ns1:gd name="T0" fmla="*/ 78 w 80"/>
                <ns1:gd name="T1" fmla="*/ 0 h 4"/>
                <ns1:gd name="T2" fmla="*/ 2 w 80"/>
                <ns1:gd name="T3" fmla="*/ 0 h 4"/>
                <ns1:gd name="T4" fmla="*/ 0 w 80"/>
                <ns1:gd name="T5" fmla="*/ 2 h 4"/>
                <ns1:gd name="T6" fmla="*/ 2 w 80"/>
                <ns1:gd name="T7" fmla="*/ 4 h 4"/>
                <ns1:gd name="T8" fmla="*/ 78 w 80"/>
                <ns1:gd name="T9" fmla="*/ 4 h 4"/>
                <ns1:gd name="T10" fmla="*/ 80 w 80"/>
                <ns1:gd name="T11" fmla="*/ 2 h 4"/>
                <ns1:gd name="T12" fmla="*/ 78 w 80"/>
                <ns1:gd name="T13" fmla="*/ 0 h 4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</ns1:cxnLst>
              <ns1:rect l="0" t="0" r="r" b="b"/>
              <ns1:pathLst>
                <ns1:path w="80" h="4">
                  <ns1:moveTo>
                    <ns1:pt x="78" y="0"/>
                  </ns1:moveTo>
                  <ns1:cubicBezTo>
                    <ns1:pt x="2" y="0"/>
                    <ns1:pt x="2" y="0"/>
                    <ns1:pt x="2" y="0"/>
                  </ns1:cubicBezTo>
                  <ns1:cubicBezTo>
                    <ns1:pt x="1" y="0"/>
                    <ns1:pt x="0" y="1"/>
                    <ns1:pt x="0" y="2"/>
                  </ns1:cubicBezTo>
                  <ns1:cubicBezTo>
                    <ns1:pt x="0" y="3"/>
                    <ns1:pt x="1" y="4"/>
                    <ns1:pt x="2" y="4"/>
                  </ns1:cubicBezTo>
                  <ns1:cubicBezTo>
                    <ns1:pt x="78" y="4"/>
                    <ns1:pt x="78" y="4"/>
                    <ns1:pt x="78" y="4"/>
                  </ns1:cubicBezTo>
                  <ns1:cubicBezTo>
                    <ns1:pt x="79" y="4"/>
                    <ns1:pt x="80" y="3"/>
                    <ns1:pt x="80" y="2"/>
                  </ns1:cubicBezTo>
                  <ns1:cubicBezTo>
                    <ns1:pt x="80" y="1"/>
                    <ns1:pt x="79" y="0"/>
                    <ns1:pt x="78" y="0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123" name="Freeform 96"/>
            <ns0:cNvSpPr>
              <ns1:spLocks/>
            </ns0:cNvSpPr>
            <ns0:nvPr/>
          </ns0:nvSpPr>
          <ns0:spPr bwMode="auto">
            <ns1:xfrm>
              <ns1:off x="937541" y="3768087"/>
              <ns1:ext cx="249520" cy="11882"/>
            </ns1:xfrm>
            <ns1:custGeom>
              <ns1:avLst/>
              <ns1:gdLst>
                <ns1:gd name="T0" fmla="*/ 78 w 80"/>
                <ns1:gd name="T1" fmla="*/ 0 h 4"/>
                <ns1:gd name="T2" fmla="*/ 2 w 80"/>
                <ns1:gd name="T3" fmla="*/ 0 h 4"/>
                <ns1:gd name="T4" fmla="*/ 0 w 80"/>
                <ns1:gd name="T5" fmla="*/ 2 h 4"/>
                <ns1:gd name="T6" fmla="*/ 2 w 80"/>
                <ns1:gd name="T7" fmla="*/ 4 h 4"/>
                <ns1:gd name="T8" fmla="*/ 78 w 80"/>
                <ns1:gd name="T9" fmla="*/ 4 h 4"/>
                <ns1:gd name="T10" fmla="*/ 80 w 80"/>
                <ns1:gd name="T11" fmla="*/ 2 h 4"/>
                <ns1:gd name="T12" fmla="*/ 78 w 80"/>
                <ns1:gd name="T13" fmla="*/ 0 h 4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</ns1:cxnLst>
              <ns1:rect l="0" t="0" r="r" b="b"/>
              <ns1:pathLst>
                <ns1:path w="80" h="4">
                  <ns1:moveTo>
                    <ns1:pt x="78" y="0"/>
                  </ns1:moveTo>
                  <ns1:cubicBezTo>
                    <ns1:pt x="2" y="0"/>
                    <ns1:pt x="2" y="0"/>
                    <ns1:pt x="2" y="0"/>
                  </ns1:cubicBezTo>
                  <ns1:cubicBezTo>
                    <ns1:pt x="1" y="0"/>
                    <ns1:pt x="0" y="1"/>
                    <ns1:pt x="0" y="2"/>
                  </ns1:cubicBezTo>
                  <ns1:cubicBezTo>
                    <ns1:pt x="0" y="3"/>
                    <ns1:pt x="1" y="4"/>
                    <ns1:pt x="2" y="4"/>
                  </ns1:cubicBezTo>
                  <ns1:cubicBezTo>
                    <ns1:pt x="78" y="4"/>
                    <ns1:pt x="78" y="4"/>
                    <ns1:pt x="78" y="4"/>
                  </ns1:cubicBezTo>
                  <ns1:cubicBezTo>
                    <ns1:pt x="79" y="4"/>
                    <ns1:pt x="80" y="3"/>
                    <ns1:pt x="80" y="2"/>
                  </ns1:cubicBezTo>
                  <ns1:cubicBezTo>
                    <ns1:pt x="80" y="1"/>
                    <ns1:pt x="79" y="0"/>
                    <ns1:pt x="78" y="0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124" name="Freeform 97"/>
            <ns0:cNvSpPr>
              <ns1:spLocks noEditPoints="1"/>
            </ns0:cNvSpPr>
            <ns0:nvPr/>
          </ns0:nvSpPr>
          <ns0:spPr bwMode="auto">
            <ns1:xfrm>
              <ns1:off x="937541" y="3592500"/>
              <ns1:ext cx="112218" cy="112218"/>
            </ns1:xfrm>
            <ns1:custGeom>
              <ns1:avLst/>
              <ns1:gdLst>
                <ns1:gd name="T0" fmla="*/ 4 w 36"/>
                <ns1:gd name="T1" fmla="*/ 36 h 36"/>
                <ns1:gd name="T2" fmla="*/ 32 w 36"/>
                <ns1:gd name="T3" fmla="*/ 36 h 36"/>
                <ns1:gd name="T4" fmla="*/ 36 w 36"/>
                <ns1:gd name="T5" fmla="*/ 32 h 36"/>
                <ns1:gd name="T6" fmla="*/ 36 w 36"/>
                <ns1:gd name="T7" fmla="*/ 4 h 36"/>
                <ns1:gd name="T8" fmla="*/ 32 w 36"/>
                <ns1:gd name="T9" fmla="*/ 0 h 36"/>
                <ns1:gd name="T10" fmla="*/ 4 w 36"/>
                <ns1:gd name="T11" fmla="*/ 0 h 36"/>
                <ns1:gd name="T12" fmla="*/ 0 w 36"/>
                <ns1:gd name="T13" fmla="*/ 4 h 36"/>
                <ns1:gd name="T14" fmla="*/ 0 w 36"/>
                <ns1:gd name="T15" fmla="*/ 32 h 36"/>
                <ns1:gd name="T16" fmla="*/ 4 w 36"/>
                <ns1:gd name="T17" fmla="*/ 36 h 36"/>
                <ns1:gd name="T18" fmla="*/ 8 w 36"/>
                <ns1:gd name="T19" fmla="*/ 8 h 36"/>
                <ns1:gd name="T20" fmla="*/ 28 w 36"/>
                <ns1:gd name="T21" fmla="*/ 8 h 36"/>
                <ns1:gd name="T22" fmla="*/ 28 w 36"/>
                <ns1:gd name="T23" fmla="*/ 28 h 36"/>
                <ns1:gd name="T24" fmla="*/ 8 w 36"/>
                <ns1:gd name="T25" fmla="*/ 28 h 36"/>
                <ns1:gd name="T26" fmla="*/ 8 w 36"/>
                <ns1:gd name="T27" fmla="*/ 8 h 36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</ns1:cxnLst>
              <ns1:rect l="0" t="0" r="r" b="b"/>
              <ns1:pathLst>
                <ns1:path w="36" h="36">
                  <ns1:moveTo>
                    <ns1:pt x="4" y="36"/>
                  </ns1:moveTo>
                  <ns1:cubicBezTo>
                    <ns1:pt x="32" y="36"/>
                    <ns1:pt x="32" y="36"/>
                    <ns1:pt x="32" y="36"/>
                  </ns1:cubicBezTo>
                  <ns1:cubicBezTo>
                    <ns1:pt x="34" y="36"/>
                    <ns1:pt x="36" y="34"/>
                    <ns1:pt x="36" y="32"/>
                  </ns1:cubicBezTo>
                  <ns1:cubicBezTo>
                    <ns1:pt x="36" y="4"/>
                    <ns1:pt x="36" y="4"/>
                    <ns1:pt x="36" y="4"/>
                  </ns1:cubicBezTo>
                  <ns1:cubicBezTo>
                    <ns1:pt x="36" y="2"/>
                    <ns1:pt x="34" y="0"/>
                    <ns1:pt x="32" y="0"/>
                  </ns1:cubicBezTo>
                  <ns1:cubicBezTo>
                    <ns1:pt x="4" y="0"/>
                    <ns1:pt x="4" y="0"/>
                    <ns1:pt x="4" y="0"/>
                  </ns1:cubicBezTo>
                  <ns1:cubicBezTo>
                    <ns1:pt x="2" y="0"/>
                    <ns1:pt x="0" y="2"/>
                    <ns1:pt x="0" y="4"/>
                  </ns1:cubicBezTo>
                  <ns1:cubicBezTo>
                    <ns1:pt x="0" y="32"/>
                    <ns1:pt x="0" y="32"/>
                    <ns1:pt x="0" y="32"/>
                  </ns1:cubicBezTo>
                  <ns1:cubicBezTo>
                    <ns1:pt x="0" y="34"/>
                    <ns1:pt x="2" y="36"/>
                    <ns1:pt x="4" y="36"/>
                  </ns1:cubicBezTo>
                  <ns1:close/>
                  <ns1:moveTo>
                    <ns1:pt x="8" y="8"/>
                  </ns1:moveTo>
                  <ns1:cubicBezTo>
                    <ns1:pt x="28" y="8"/>
                    <ns1:pt x="28" y="8"/>
                    <ns1:pt x="28" y="8"/>
                  </ns1:cubicBezTo>
                  <ns1:cubicBezTo>
                    <ns1:pt x="28" y="28"/>
                    <ns1:pt x="28" y="28"/>
                    <ns1:pt x="28" y="28"/>
                  </ns1:cubicBezTo>
                  <ns1:cubicBezTo>
                    <ns1:pt x="8" y="28"/>
                    <ns1:pt x="8" y="28"/>
                    <ns1:pt x="8" y="28"/>
                  </ns1:cubicBezTo>
                  <ns1:lnTo>
                    <ns1:pt x="8" y="8"/>
                  </ns1:ln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</ns0:grpSp>
      <ns0:grpSp>
        <ns0:nvGrpSpPr>
          <ns0:cNvPr id="125" name="Group 124"/>
          <ns0:cNvGrpSpPr/>
          <ns0:nvPr/>
        </ns0:nvGrpSpPr>
        <ns0:grpSpPr>
          <ns1:xfrm>
            <ns1:off x="8554237" y="1215607"/>
            <ns1:ext cx="406625" cy="400024"/>
            <ns1:chOff x="2433339" y="4342379"/>
            <ns1:chExt cx="406625" cy="400024"/>
          </ns1:xfrm>
          <ns1:solidFill>
            <ns1:schemeClr val="tx1"/>
          </ns1:solidFill>
        </ns0:grpSpPr>
        <ns0:sp>
          <ns0:nvSpPr>
            <ns0:cNvPr id="126" name="Freeform 53"/>
            <ns0:cNvSpPr>
              <ns1:spLocks noEditPoints="1"/>
            </ns0:cNvSpPr>
            <ns0:nvPr/>
          </ns0:nvSpPr>
          <ns0:spPr bwMode="auto">
            <ns1:xfrm>
              <ns1:off x="2433339" y="4342379"/>
              <ns1:ext cx="406625" cy="400024"/>
            </ns1:xfrm>
            <ns1:custGeom>
              <ns1:avLst/>
              <ns1:gdLst>
                <ns1:gd name="T0" fmla="*/ 127 w 130"/>
                <ns1:gd name="T1" fmla="*/ 42 h 128"/>
                <ns1:gd name="T2" fmla="*/ 87 w 130"/>
                <ns1:gd name="T3" fmla="*/ 2 h 128"/>
                <ns1:gd name="T4" fmla="*/ 79 w 130"/>
                <ns1:gd name="T5" fmla="*/ 0 h 128"/>
                <ns1:gd name="T6" fmla="*/ 75 w 130"/>
                <ns1:gd name="T7" fmla="*/ 2 h 128"/>
                <ns1:gd name="T8" fmla="*/ 73 w 130"/>
                <ns1:gd name="T9" fmla="*/ 6 h 128"/>
                <ns1:gd name="T10" fmla="*/ 64 w 130"/>
                <ns1:gd name="T11" fmla="*/ 21 h 128"/>
                <ns1:gd name="T12" fmla="*/ 41 w 130"/>
                <ns1:gd name="T13" fmla="*/ 37 h 128"/>
                <ns1:gd name="T14" fmla="*/ 15 w 130"/>
                <ns1:gd name="T15" fmla="*/ 55 h 128"/>
                <ns1:gd name="T16" fmla="*/ 1 w 130"/>
                <ns1:gd name="T17" fmla="*/ 78 h 128"/>
                <ns1:gd name="T18" fmla="*/ 3 w 130"/>
                <ns1:gd name="T19" fmla="*/ 86 h 128"/>
                <ns1:gd name="T20" fmla="*/ 43 w 130"/>
                <ns1:gd name="T21" fmla="*/ 126 h 128"/>
                <ns1:gd name="T22" fmla="*/ 51 w 130"/>
                <ns1:gd name="T23" fmla="*/ 128 h 128"/>
                <ns1:gd name="T24" fmla="*/ 55 w 130"/>
                <ns1:gd name="T25" fmla="*/ 126 h 128"/>
                <ns1:gd name="T26" fmla="*/ 57 w 130"/>
                <ns1:gd name="T27" fmla="*/ 122 h 128"/>
                <ns1:gd name="T28" fmla="*/ 66 w 130"/>
                <ns1:gd name="T29" fmla="*/ 107 h 128"/>
                <ns1:gd name="T30" fmla="*/ 89 w 130"/>
                <ns1:gd name="T31" fmla="*/ 91 h 128"/>
                <ns1:gd name="T32" fmla="*/ 115 w 130"/>
                <ns1:gd name="T33" fmla="*/ 73 h 128"/>
                <ns1:gd name="T34" fmla="*/ 129 w 130"/>
                <ns1:gd name="T35" fmla="*/ 50 h 128"/>
                <ns1:gd name="T36" fmla="*/ 127 w 130"/>
                <ns1:gd name="T37" fmla="*/ 42 h 128"/>
                <ns1:gd name="T38" fmla="*/ 49 w 130"/>
                <ns1:gd name="T39" fmla="*/ 120 h 128"/>
                <ns1:gd name="T40" fmla="*/ 9 w 130"/>
                <ns1:gd name="T41" fmla="*/ 80 h 128"/>
                <ns1:gd name="T42" fmla="*/ 81 w 130"/>
                <ns1:gd name="T43" fmla="*/ 8 h 128"/>
                <ns1:gd name="T44" fmla="*/ 121 w 130"/>
                <ns1:gd name="T45" fmla="*/ 48 h 128"/>
                <ns1:gd name="T46" fmla="*/ 49 w 130"/>
                <ns1:gd name="T47" fmla="*/ 120 h 128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  <ns1:cxn ang="0">
                  <ns1:pos x="T30" y="T31"/>
                </ns1:cxn>
                <ns1:cxn ang="0">
                  <ns1:pos x="T32" y="T33"/>
                </ns1:cxn>
                <ns1:cxn ang="0">
                  <ns1:pos x="T34" y="T35"/>
                </ns1:cxn>
                <ns1:cxn ang="0">
                  <ns1:pos x="T36" y="T37"/>
                </ns1:cxn>
                <ns1:cxn ang="0">
                  <ns1:pos x="T38" y="T39"/>
                </ns1:cxn>
                <ns1:cxn ang="0">
                  <ns1:pos x="T40" y="T41"/>
                </ns1:cxn>
                <ns1:cxn ang="0">
                  <ns1:pos x="T42" y="T43"/>
                </ns1:cxn>
                <ns1:cxn ang="0">
                  <ns1:pos x="T44" y="T45"/>
                </ns1:cxn>
                <ns1:cxn ang="0">
                  <ns1:pos x="T46" y="T47"/>
                </ns1:cxn>
              </ns1:cxnLst>
              <ns1:rect l="0" t="0" r="r" b="b"/>
              <ns1:pathLst>
                <ns1:path w="130" h="128">
                  <ns1:moveTo>
                    <ns1:pt x="127" y="42"/>
                  </ns1:moveTo>
                  <ns1:cubicBezTo>
                    <ns1:pt x="87" y="2"/>
                    <ns1:pt x="87" y="2"/>
                    <ns1:pt x="87" y="2"/>
                  </ns1:cubicBezTo>
                  <ns1:cubicBezTo>
                    <ns1:pt x="85" y="0"/>
                    <ns1:pt x="82" y="0"/>
                    <ns1:pt x="79" y="0"/>
                  </ns1:cubicBezTo>
                  <ns1:cubicBezTo>
                    <ns1:pt x="78" y="1"/>
                    <ns1:pt x="76" y="1"/>
                    <ns1:pt x="75" y="2"/>
                  </ns1:cubicBezTo>
                  <ns1:cubicBezTo>
                    <ns1:pt x="74" y="3"/>
                    <ns1:pt x="74" y="4"/>
                    <ns1:pt x="73" y="6"/>
                  </ns1:cubicBezTo>
                  <ns1:cubicBezTo>
                    <ns1:pt x="72" y="12"/>
                    <ns1:pt x="68" y="17"/>
                    <ns1:pt x="64" y="21"/>
                  </ns1:cubicBezTo>
                  <ns1:cubicBezTo>
                    <ns1:pt x="58" y="27"/>
                    <ns1:pt x="50" y="32"/>
                    <ns1:pt x="41" y="37"/>
                  </ns1:cubicBezTo>
                  <ns1:cubicBezTo>
                    <ns1:pt x="32" y="42"/>
                    <ns1:pt x="23" y="48"/>
                    <ns1:pt x="15" y="55"/>
                  </ns1:cubicBezTo>
                  <ns1:cubicBezTo>
                    <ns1:pt x="8" y="62"/>
                    <ns1:pt x="4" y="69"/>
                    <ns1:pt x="1" y="78"/>
                  </ns1:cubicBezTo>
                  <ns1:cubicBezTo>
                    <ns1:pt x="0" y="80"/>
                    <ns1:pt x="1" y="84"/>
                    <ns1:pt x="3" y="86"/>
                  </ns1:cubicBezTo>
                  <ns1:cubicBezTo>
                    <ns1:pt x="43" y="126"/>
                    <ns1:pt x="43" y="126"/>
                    <ns1:pt x="43" y="126"/>
                  </ns1:cubicBezTo>
                  <ns1:cubicBezTo>
                    <ns1:pt x="45" y="128"/>
                    <ns1:pt x="48" y="128"/>
                    <ns1:pt x="51" y="128"/>
                  </ns1:cubicBezTo>
                  <ns1:cubicBezTo>
                    <ns1:pt x="52" y="127"/>
                    <ns1:pt x="54" y="127"/>
                    <ns1:pt x="55" y="126"/>
                  </ns1:cubicBezTo>
                  <ns1:cubicBezTo>
                    <ns1:pt x="56" y="125"/>
                    <ns1:pt x="56" y="124"/>
                    <ns1:pt x="57" y="122"/>
                  </ns1:cubicBezTo>
                  <ns1:cubicBezTo>
                    <ns1:pt x="58" y="116"/>
                    <ns1:pt x="62" y="111"/>
                    <ns1:pt x="66" y="107"/>
                  </ns1:cubicBezTo>
                  <ns1:cubicBezTo>
                    <ns1:pt x="72" y="101"/>
                    <ns1:pt x="80" y="96"/>
                    <ns1:pt x="89" y="91"/>
                  </ns1:cubicBezTo>
                  <ns1:cubicBezTo>
                    <ns1:pt x="98" y="86"/>
                    <ns1:pt x="107" y="80"/>
                    <ns1:pt x="115" y="73"/>
                  </ns1:cubicBezTo>
                  <ns1:cubicBezTo>
                    <ns1:pt x="122" y="66"/>
                    <ns1:pt x="126" y="59"/>
                    <ns1:pt x="129" y="50"/>
                  </ns1:cubicBezTo>
                  <ns1:cubicBezTo>
                    <ns1:pt x="130" y="48"/>
                    <ns1:pt x="129" y="44"/>
                    <ns1:pt x="127" y="42"/>
                  </ns1:cubicBezTo>
                  <ns1:close/>
                  <ns1:moveTo>
                    <ns1:pt x="49" y="120"/>
                  </ns1:moveTo>
                  <ns1:cubicBezTo>
                    <ns1:pt x="36" y="107"/>
                    <ns1:pt x="22" y="93"/>
                    <ns1:pt x="9" y="80"/>
                  </ns1:cubicBezTo>
                  <ns1:cubicBezTo>
                    <ns1:pt x="20" y="43"/>
                    <ns1:pt x="70" y="45"/>
                    <ns1:pt x="81" y="8"/>
                  </ns1:cubicBezTo>
                  <ns1:cubicBezTo>
                    <ns1:pt x="94" y="21"/>
                    <ns1:pt x="108" y="35"/>
                    <ns1:pt x="121" y="48"/>
                  </ns1:cubicBezTo>
                  <ns1:cubicBezTo>
                    <ns1:pt x="110" y="85"/>
                    <ns1:pt x="60" y="83"/>
                    <ns1:pt x="49" y="120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127" name="Freeform 54"/>
            <ns0:cNvSpPr>
              <ns1:spLocks noEditPoints="1"/>
            </ns0:cNvSpPr>
            <ns0:nvPr/>
          </ns0:nvSpPr>
          <ns0:spPr bwMode="auto">
            <ns1:xfrm>
              <ns1:off x="2581203" y="4482321"/>
              <ns1:ext cx="108257" cy="113538"/>
            </ns1:xfrm>
            <ns1:custGeom>
              <ns1:avLst/>
              <ns1:gdLst>
                <ns1:gd name="T0" fmla="*/ 28 w 35"/>
                <ns1:gd name="T1" fmla="*/ 12 h 36"/>
                <ns1:gd name="T2" fmla="*/ 20 w 35"/>
                <ns1:gd name="T3" fmla="*/ 13 h 36"/>
                <ns1:gd name="T4" fmla="*/ 10 w 35"/>
                <ns1:gd name="T5" fmla="*/ 7 h 36"/>
                <ns1:gd name="T6" fmla="*/ 15 w 35"/>
                <ns1:gd name="T7" fmla="*/ 6 h 36"/>
                <ns1:gd name="T8" fmla="*/ 19 w 35"/>
                <ns1:gd name="T9" fmla="*/ 6 h 36"/>
                <ns1:gd name="T10" fmla="*/ 20 w 35"/>
                <ns1:gd name="T11" fmla="*/ 2 h 36"/>
                <ns1:gd name="T12" fmla="*/ 13 w 35"/>
                <ns1:gd name="T13" fmla="*/ 1 h 36"/>
                <ns1:gd name="T14" fmla="*/ 6 w 35"/>
                <ns1:gd name="T15" fmla="*/ 4 h 36"/>
                <ns1:gd name="T16" fmla="*/ 5 w 35"/>
                <ns1:gd name="T17" fmla="*/ 3 h 36"/>
                <ns1:gd name="T18" fmla="*/ 3 w 35"/>
                <ns1:gd name="T19" fmla="*/ 5 h 36"/>
                <ns1:gd name="T20" fmla="*/ 4 w 35"/>
                <ns1:gd name="T21" fmla="*/ 6 h 36"/>
                <ns1:gd name="T22" fmla="*/ 1 w 35"/>
                <ns1:gd name="T23" fmla="*/ 15 h 36"/>
                <ns1:gd name="T24" fmla="*/ 3 w 35"/>
                <ns1:gd name="T25" fmla="*/ 22 h 36"/>
                <ns1:gd name="T26" fmla="*/ 18 w 35"/>
                <ns1:gd name="T27" fmla="*/ 21 h 36"/>
                <ns1:gd name="T28" fmla="*/ 23 w 35"/>
                <ns1:gd name="T29" fmla="*/ 31 h 36"/>
                <ns1:gd name="T30" fmla="*/ 19 w 35"/>
                <ns1:gd name="T31" fmla="*/ 30 h 36"/>
                <ns1:gd name="T32" fmla="*/ 16 w 35"/>
                <ns1:gd name="T33" fmla="*/ 28 h 36"/>
                <ns1:gd name="T34" fmla="*/ 13 w 35"/>
                <ns1:gd name="T35" fmla="*/ 31 h 36"/>
                <ns1:gd name="T36" fmla="*/ 17 w 35"/>
                <ns1:gd name="T37" fmla="*/ 35 h 36"/>
                <ns1:gd name="T38" fmla="*/ 25 w 35"/>
                <ns1:gd name="T39" fmla="*/ 36 h 36"/>
                <ns1:gd name="T40" fmla="*/ 31 w 35"/>
                <ns1:gd name="T41" fmla="*/ 35 h 36"/>
                <ns1:gd name="T42" fmla="*/ 33 w 35"/>
                <ns1:gd name="T43" fmla="*/ 34 h 36"/>
                <ns1:gd name="T44" fmla="*/ 33 w 35"/>
                <ns1:gd name="T45" fmla="*/ 32 h 36"/>
                <ns1:gd name="T46" fmla="*/ 34 w 35"/>
                <ns1:gd name="T47" fmla="*/ 26 h 36"/>
                <ns1:gd name="T48" fmla="*/ 35 w 35"/>
                <ns1:gd name="T49" fmla="*/ 18 h 36"/>
                <ns1:gd name="T50" fmla="*/ 10 w 35"/>
                <ns1:gd name="T51" fmla="*/ 17 h 36"/>
                <ns1:gd name="T52" fmla="*/ 6 w 35"/>
                <ns1:gd name="T53" fmla="*/ 15 h 36"/>
                <ns1:gd name="T54" fmla="*/ 7 w 35"/>
                <ns1:gd name="T55" fmla="*/ 11 h 36"/>
                <ns1:gd name="T56" fmla="*/ 14 w 35"/>
                <ns1:gd name="T57" fmla="*/ 16 h 36"/>
                <ns1:gd name="T58" fmla="*/ 29 w 35"/>
                <ns1:gd name="T59" fmla="*/ 25 h 36"/>
                <ns1:gd name="T60" fmla="*/ 21 w 35"/>
                <ns1:gd name="T61" fmla="*/ 20 h 36"/>
                <ns1:gd name="T62" fmla="*/ 25 w 35"/>
                <ns1:gd name="T63" fmla="*/ 18 h 36"/>
                <ns1:gd name="T64" fmla="*/ 28 w 35"/>
                <ns1:gd name="T65" fmla="*/ 20 h 36"/>
                <ns1:gd name="T66" fmla="*/ 29 w 35"/>
                <ns1:gd name="T67" fmla="*/ 23 h 36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  <ns1:cxn ang="0">
                  <ns1:pos x="T30" y="T31"/>
                </ns1:cxn>
                <ns1:cxn ang="0">
                  <ns1:pos x="T32" y="T33"/>
                </ns1:cxn>
                <ns1:cxn ang="0">
                  <ns1:pos x="T34" y="T35"/>
                </ns1:cxn>
                <ns1:cxn ang="0">
                  <ns1:pos x="T36" y="T37"/>
                </ns1:cxn>
                <ns1:cxn ang="0">
                  <ns1:pos x="T38" y="T39"/>
                </ns1:cxn>
                <ns1:cxn ang="0">
                  <ns1:pos x="T40" y="T41"/>
                </ns1:cxn>
                <ns1:cxn ang="0">
                  <ns1:pos x="T42" y="T43"/>
                </ns1:cxn>
                <ns1:cxn ang="0">
                  <ns1:pos x="T44" y="T45"/>
                </ns1:cxn>
                <ns1:cxn ang="0">
                  <ns1:pos x="T46" y="T47"/>
                </ns1:cxn>
                <ns1:cxn ang="0">
                  <ns1:pos x="T48" y="T49"/>
                </ns1:cxn>
                <ns1:cxn ang="0">
                  <ns1:pos x="T50" y="T51"/>
                </ns1:cxn>
                <ns1:cxn ang="0">
                  <ns1:pos x="T52" y="T53"/>
                </ns1:cxn>
                <ns1:cxn ang="0">
                  <ns1:pos x="T54" y="T55"/>
                </ns1:cxn>
                <ns1:cxn ang="0">
                  <ns1:pos x="T56" y="T57"/>
                </ns1:cxn>
                <ns1:cxn ang="0">
                  <ns1:pos x="T58" y="T59"/>
                </ns1:cxn>
                <ns1:cxn ang="0">
                  <ns1:pos x="T60" y="T61"/>
                </ns1:cxn>
                <ns1:cxn ang="0">
                  <ns1:pos x="T62" y="T63"/>
                </ns1:cxn>
                <ns1:cxn ang="0">
                  <ns1:pos x="T64" y="T65"/>
                </ns1:cxn>
                <ns1:cxn ang="0">
                  <ns1:pos x="T66" y="T67"/>
                </ns1:cxn>
              </ns1:cxnLst>
              <ns1:rect l="0" t="0" r="r" b="b"/>
              <ns1:pathLst>
                <ns1:path w="35" h="36">
                  <ns1:moveTo>
                    <ns1:pt x="32" y="15"/>
                  </ns1:moveTo>
                  <ns1:cubicBezTo>
                    <ns1:pt x="31" y="14"/>
                    <ns1:pt x="30" y="13"/>
                    <ns1:pt x="28" y="12"/>
                  </ns1:cubicBezTo>
                  <ns1:cubicBezTo>
                    <ns1:pt x="27" y="12"/>
                    <ns1:pt x="26" y="12"/>
                    <ns1:pt x="24" y="12"/>
                  </ns1:cubicBezTo>
                  <ns1:cubicBezTo>
                    <ns1:pt x="23" y="12"/>
                    <ns1:pt x="22" y="12"/>
                    <ns1:pt x="20" y="13"/>
                  </ns1:cubicBezTo>
                  <ns1:cubicBezTo>
                    <ns1:pt x="19" y="13"/>
                    <ns1:pt x="18" y="14"/>
                    <ns1:pt x="16" y="15"/>
                  </ns1:cubicBezTo>
                  <ns1:cubicBezTo>
                    <ns1:pt x="14" y="12"/>
                    <ns1:pt x="12" y="10"/>
                    <ns1:pt x="10" y="7"/>
                  </ns1:cubicBezTo>
                  <ns1:cubicBezTo>
                    <ns1:pt x="11" y="7"/>
                    <ns1:pt x="12" y="6"/>
                    <ns1:pt x="13" y="6"/>
                  </ns1:cubicBezTo>
                  <ns1:cubicBezTo>
                    <ns1:pt x="14" y="6"/>
                    <ns1:pt x="14" y="6"/>
                    <ns1:pt x="15" y="6"/>
                  </ns1:cubicBezTo>
                  <ns1:cubicBezTo>
                    <ns1:pt x="16" y="7"/>
                    <ns1:pt x="17" y="7"/>
                    <ns1:pt x="18" y="7"/>
                  </ns1:cubicBezTo>
                  <ns1:cubicBezTo>
                    <ns1:pt x="18" y="7"/>
                    <ns1:pt x="19" y="7"/>
                    <ns1:pt x="19" y="6"/>
                  </ns1:cubicBezTo>
                  <ns1:cubicBezTo>
                    <ns1:pt x="20" y="6"/>
                    <ns1:pt x="20" y="5"/>
                    <ns1:pt x="20" y="5"/>
                  </ns1:cubicBezTo>
                  <ns1:cubicBezTo>
                    <ns1:pt x="20" y="4"/>
                    <ns1:pt x="20" y="3"/>
                    <ns1:pt x="20" y="2"/>
                  </ns1:cubicBezTo>
                  <ns1:cubicBezTo>
                    <ns1:pt x="19" y="1"/>
                    <ns1:pt x="18" y="1"/>
                    <ns1:pt x="16" y="0"/>
                  </ns1:cubicBezTo>
                  <ns1:cubicBezTo>
                    <ns1:pt x="15" y="0"/>
                    <ns1:pt x="14" y="0"/>
                    <ns1:pt x="13" y="1"/>
                  </ns1:cubicBezTo>
                  <ns1:cubicBezTo>
                    <ns1:pt x="11" y="1"/>
                    <ns1:pt x="10" y="1"/>
                    <ns1:pt x="9" y="2"/>
                  </ns1:cubicBezTo>
                  <ns1:cubicBezTo>
                    <ns1:pt x="8" y="3"/>
                    <ns1:pt x="7" y="3"/>
                    <ns1:pt x="6" y="4"/>
                  </ns1:cubicBezTo>
                  <ns1:cubicBezTo>
                    <ns1:pt x="6" y="4"/>
                    <ns1:pt x="6" y="3"/>
                    <ns1:pt x="6" y="3"/>
                  </ns1:cubicBezTo>
                  <ns1:cubicBezTo>
                    <ns1:pt x="5" y="3"/>
                    <ns1:pt x="5" y="3"/>
                    <ns1:pt x="5" y="3"/>
                  </ns1:cubicBezTo>
                  <ns1:cubicBezTo>
                    <ns1:pt x="4" y="3"/>
                    <ns1:pt x="4" y="3"/>
                    <ns1:pt x="3" y="3"/>
                  </ns1:cubicBezTo>
                  <ns1:cubicBezTo>
                    <ns1:pt x="3" y="4"/>
                    <ns1:pt x="3" y="4"/>
                    <ns1:pt x="3" y="5"/>
                  </ns1:cubicBezTo>
                  <ns1:cubicBezTo>
                    <ns1:pt x="3" y="5"/>
                    <ns1:pt x="3" y="5"/>
                    <ns1:pt x="4" y="6"/>
                  </ns1:cubicBezTo>
                  <ns1:cubicBezTo>
                    <ns1:pt x="4" y="6"/>
                    <ns1:pt x="4" y="6"/>
                    <ns1:pt x="4" y="6"/>
                  </ns1:cubicBezTo>
                  <ns1:cubicBezTo>
                    <ns1:pt x="3" y="7"/>
                    <ns1:pt x="2" y="9"/>
                    <ns1:pt x="2" y="10"/>
                  </ns1:cubicBezTo>
                  <ns1:cubicBezTo>
                    <ns1:pt x="1" y="12"/>
                    <ns1:pt x="1" y="13"/>
                    <ns1:pt x="1" y="15"/>
                  </ns1:cubicBezTo>
                  <ns1:cubicBezTo>
                    <ns1:pt x="0" y="16"/>
                    <ns1:pt x="1" y="17"/>
                    <ns1:pt x="1" y="18"/>
                  </ns1:cubicBezTo>
                  <ns1:cubicBezTo>
                    <ns1:pt x="1" y="20"/>
                    <ns1:pt x="2" y="21"/>
                    <ns1:pt x="3" y="22"/>
                  </ns1:cubicBezTo>
                  <ns1:cubicBezTo>
                    <ns1:pt x="5" y="23"/>
                    <ns1:pt x="8" y="24"/>
                    <ns1:pt x="10" y="24"/>
                  </ns1:cubicBezTo>
                  <ns1:cubicBezTo>
                    <ns1:pt x="13" y="23"/>
                    <ns1:pt x="15" y="23"/>
                    <ns1:pt x="18" y="21"/>
                  </ns1:cubicBezTo>
                  <ns1:cubicBezTo>
                    <ns1:pt x="21" y="24"/>
                    <ns1:pt x="23" y="27"/>
                    <ns1:pt x="25" y="29"/>
                  </ns1:cubicBezTo>
                  <ns1:cubicBezTo>
                    <ns1:pt x="24" y="30"/>
                    <ns1:pt x="24" y="30"/>
                    <ns1:pt x="23" y="31"/>
                  </ns1:cubicBezTo>
                  <ns1:cubicBezTo>
                    <ns1:pt x="22" y="31"/>
                    <ns1:pt x="21" y="31"/>
                    <ns1:pt x="21" y="31"/>
                  </ns1:cubicBezTo>
                  <ns1:cubicBezTo>
                    <ns1:pt x="20" y="30"/>
                    <ns1:pt x="20" y="30"/>
                    <ns1:pt x="19" y="30"/>
                  </ns1:cubicBezTo>
                  <ns1:cubicBezTo>
                    <ns1:pt x="18" y="29"/>
                    <ns1:pt x="18" y="29"/>
                    <ns1:pt x="17" y="29"/>
                  </ns1:cubicBezTo>
                  <ns1:cubicBezTo>
                    <ns1:pt x="17" y="28"/>
                    <ns1:pt x="16" y="28"/>
                    <ns1:pt x="16" y="28"/>
                  </ns1:cubicBezTo>
                  <ns1:cubicBezTo>
                    <ns1:pt x="15" y="28"/>
                    <ns1:pt x="15" y="29"/>
                    <ns1:pt x="14" y="29"/>
                  </ns1:cubicBezTo>
                  <ns1:cubicBezTo>
                    <ns1:pt x="13" y="30"/>
                    <ns1:pt x="13" y="30"/>
                    <ns1:pt x="13" y="31"/>
                  </ns1:cubicBezTo>
                  <ns1:cubicBezTo>
                    <ns1:pt x="13" y="32"/>
                    <ns1:pt x="13" y="33"/>
                    <ns1:pt x="14" y="33"/>
                  </ns1:cubicBezTo>
                  <ns1:cubicBezTo>
                    <ns1:pt x="15" y="34"/>
                    <ns1:pt x="16" y="35"/>
                    <ns1:pt x="17" y="35"/>
                  </ns1:cubicBezTo>
                  <ns1:cubicBezTo>
                    <ns1:pt x="18" y="36"/>
                    <ns1:pt x="19" y="36"/>
                    <ns1:pt x="20" y="36"/>
                  </ns1:cubicBezTo>
                  <ns1:cubicBezTo>
                    <ns1:pt x="22" y="36"/>
                    <ns1:pt x="23" y="36"/>
                    <ns1:pt x="25" y="36"/>
                  </ns1:cubicBezTo>
                  <ns1:cubicBezTo>
                    <ns1:pt x="26" y="35"/>
                    <ns1:pt x="27" y="34"/>
                    <ns1:pt x="29" y="33"/>
                  </ns1:cubicBezTo>
                  <ns1:cubicBezTo>
                    <ns1:pt x="30" y="33"/>
                    <ns1:pt x="30" y="34"/>
                    <ns1:pt x="31" y="35"/>
                  </ns1:cubicBezTo>
                  <ns1:cubicBezTo>
                    <ns1:pt x="31" y="35"/>
                    <ns1:pt x="32" y="35"/>
                    <ns1:pt x="32" y="35"/>
                  </ns1:cubicBezTo>
                  <ns1:cubicBezTo>
                    <ns1:pt x="33" y="35"/>
                    <ns1:pt x="33" y="35"/>
                    <ns1:pt x="33" y="34"/>
                  </ns1:cubicBezTo>
                  <ns1:cubicBezTo>
                    <ns1:pt x="33" y="34"/>
                    <ns1:pt x="34" y="34"/>
                    <ns1:pt x="34" y="33"/>
                  </ns1:cubicBezTo>
                  <ns1:cubicBezTo>
                    <ns1:pt x="34" y="33"/>
                    <ns1:pt x="33" y="32"/>
                    <ns1:pt x="33" y="32"/>
                  </ns1:cubicBezTo>
                  <ns1:cubicBezTo>
                    <ns1:pt x="32" y="32"/>
                    <ns1:pt x="32" y="31"/>
                    <ns1:pt x="31" y="30"/>
                  </ns1:cubicBezTo>
                  <ns1:cubicBezTo>
                    <ns1:pt x="32" y="29"/>
                    <ns1:pt x="33" y="27"/>
                    <ns1:pt x="34" y="26"/>
                  </ns1:cubicBezTo>
                  <ns1:cubicBezTo>
                    <ns1:pt x="35" y="24"/>
                    <ns1:pt x="35" y="23"/>
                    <ns1:pt x="35" y="21"/>
                  </ns1:cubicBezTo>
                  <ns1:cubicBezTo>
                    <ns1:pt x="35" y="20"/>
                    <ns1:pt x="35" y="19"/>
                    <ns1:pt x="35" y="18"/>
                  </ns1:cubicBezTo>
                  <ns1:cubicBezTo>
                    <ns1:pt x="34" y="17"/>
                    <ns1:pt x="33" y="16"/>
                    <ns1:pt x="32" y="15"/>
                  </ns1:cubicBezTo>
                  <ns1:close/>
                  <ns1:moveTo>
                    <ns1:pt x="10" y="17"/>
                  </ns1:moveTo>
                  <ns1:cubicBezTo>
                    <ns1:pt x="9" y="17"/>
                    <ns1:pt x="8" y="17"/>
                    <ns1:pt x="7" y="16"/>
                  </ns1:cubicBezTo>
                  <ns1:cubicBezTo>
                    <ns1:pt x="7" y="16"/>
                    <ns1:pt x="6" y="15"/>
                    <ns1:pt x="6" y="15"/>
                  </ns1:cubicBezTo>
                  <ns1:cubicBezTo>
                    <ns1:pt x="6" y="14"/>
                    <ns1:pt x="6" y="14"/>
                    <ns1:pt x="6" y="13"/>
                  </ns1:cubicBezTo>
                  <ns1:cubicBezTo>
                    <ns1:pt x="6" y="13"/>
                    <ns1:pt x="6" y="12"/>
                    <ns1:pt x="7" y="11"/>
                  </ns1:cubicBezTo>
                  <ns1:cubicBezTo>
                    <ns1:pt x="7" y="11"/>
                    <ns1:pt x="7" y="10"/>
                    <ns1:pt x="8" y="9"/>
                  </ns1:cubicBezTo>
                  <ns1:cubicBezTo>
                    <ns1:pt x="10" y="11"/>
                    <ns1:pt x="12" y="14"/>
                    <ns1:pt x="14" y="16"/>
                  </ns1:cubicBezTo>
                  <ns1:cubicBezTo>
                    <ns1:pt x="12" y="17"/>
                    <ns1:pt x="11" y="17"/>
                    <ns1:pt x="10" y="17"/>
                  </ns1:cubicBezTo>
                  <ns1:close/>
                  <ns1:moveTo>
                    <ns1:pt x="29" y="25"/>
                  </ns1:moveTo>
                  <ns1:cubicBezTo>
                    <ns1:pt x="28" y="26"/>
                    <ns1:pt x="28" y="27"/>
                    <ns1:pt x="27" y="27"/>
                  </ns1:cubicBezTo>
                  <ns1:cubicBezTo>
                    <ns1:pt x="25" y="25"/>
                    <ns1:pt x="23" y="22"/>
                    <ns1:pt x="21" y="20"/>
                  </ns1:cubicBezTo>
                  <ns1:cubicBezTo>
                    <ns1:pt x="21" y="20"/>
                    <ns1:pt x="22" y="19"/>
                    <ns1:pt x="23" y="19"/>
                  </ns1:cubicBezTo>
                  <ns1:cubicBezTo>
                    <ns1:pt x="23" y="19"/>
                    <ns1:pt x="24" y="19"/>
                    <ns1:pt x="25" y="18"/>
                  </ns1:cubicBezTo>
                  <ns1:cubicBezTo>
                    <ns1:pt x="25" y="18"/>
                    <ns1:pt x="26" y="18"/>
                    <ns1:pt x="27" y="19"/>
                  </ns1:cubicBezTo>
                  <ns1:cubicBezTo>
                    <ns1:pt x="27" y="19"/>
                    <ns1:pt x="28" y="19"/>
                    <ns1:pt x="28" y="20"/>
                  </ns1:cubicBezTo>
                  <ns1:cubicBezTo>
                    <ns1:pt x="29" y="20"/>
                    <ns1:pt x="29" y="21"/>
                    <ns1:pt x="29" y="21"/>
                  </ns1:cubicBezTo>
                  <ns1:cubicBezTo>
                    <ns1:pt x="30" y="22"/>
                    <ns1:pt x="30" y="23"/>
                    <ns1:pt x="29" y="23"/>
                  </ns1:cubicBezTo>
                  <ns1:cubicBezTo>
                    <ns1:pt x="29" y="24"/>
                    <ns1:pt x="29" y="25"/>
                    <ns1:pt x="29" y="25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128" name="Freeform 55"/>
            <ns0:cNvSpPr>
              <ns1:spLocks/>
            </ns0:cNvSpPr>
            <ns0:nvPr/>
          </ns0:nvSpPr>
          <ns0:spPr bwMode="auto">
            <ns1:xfrm>
              <ns1:off x="2571961" y="4616983"/>
              <ns1:ext cx="59410" cy="66011"/>
            </ns1:xfrm>
            <ns1:custGeom>
              <ns1:avLst/>
              <ns1:gdLst>
                <ns1:gd name="T0" fmla="*/ 16 w 19"/>
                <ns1:gd name="T1" fmla="*/ 1 h 21"/>
                <ns1:gd name="T2" fmla="*/ 16 w 19"/>
                <ns1:gd name="T3" fmla="*/ 1 h 21"/>
                <ns1:gd name="T4" fmla="*/ 9 w 19"/>
                <ns1:gd name="T5" fmla="*/ 7 h 21"/>
                <ns1:gd name="T6" fmla="*/ 3 w 19"/>
                <ns1:gd name="T7" fmla="*/ 14 h 21"/>
                <ns1:gd name="T8" fmla="*/ 0 w 19"/>
                <ns1:gd name="T9" fmla="*/ 17 h 21"/>
                <ns1:gd name="T10" fmla="*/ 0 w 19"/>
                <ns1:gd name="T11" fmla="*/ 17 h 21"/>
                <ns1:gd name="T12" fmla="*/ 0 w 19"/>
                <ns1:gd name="T13" fmla="*/ 20 h 21"/>
                <ns1:gd name="T14" fmla="*/ 3 w 19"/>
                <ns1:gd name="T15" fmla="*/ 20 h 21"/>
                <ns1:gd name="T16" fmla="*/ 3 w 19"/>
                <ns1:gd name="T17" fmla="*/ 20 h 21"/>
                <ns1:gd name="T18" fmla="*/ 6 w 19"/>
                <ns1:gd name="T19" fmla="*/ 16 h 21"/>
                <ns1:gd name="T20" fmla="*/ 11 w 19"/>
                <ns1:gd name="T21" fmla="*/ 10 h 21"/>
                <ns1:gd name="T22" fmla="*/ 18 w 19"/>
                <ns1:gd name="T23" fmla="*/ 4 h 21"/>
                <ns1:gd name="T24" fmla="*/ 18 w 19"/>
                <ns1:gd name="T25" fmla="*/ 4 h 21"/>
                <ns1:gd name="T26" fmla="*/ 19 w 19"/>
                <ns1:gd name="T27" fmla="*/ 4 h 21"/>
                <ns1:gd name="T28" fmla="*/ 19 w 19"/>
                <ns1:gd name="T29" fmla="*/ 1 h 21"/>
                <ns1:gd name="T30" fmla="*/ 16 w 19"/>
                <ns1:gd name="T31" fmla="*/ 1 h 21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  <ns1:cxn ang="0">
                  <ns1:pos x="T30" y="T31"/>
                </ns1:cxn>
              </ns1:cxnLst>
              <ns1:rect l="0" t="0" r="r" b="b"/>
              <ns1:pathLst>
                <ns1:path w="19" h="21">
                  <ns1:moveTo>
                    <ns1:pt x="16" y="1"/>
                  </ns1:moveTo>
                  <ns1:cubicBezTo>
                    <ns1:pt x="16" y="1"/>
                    <ns1:pt x="16" y="1"/>
                    <ns1:pt x="16" y="1"/>
                  </ns1:cubicBezTo>
                  <ns1:cubicBezTo>
                    <ns1:pt x="13" y="3"/>
                    <ns1:pt x="11" y="5"/>
                    <ns1:pt x="9" y="7"/>
                  </ns1:cubicBezTo>
                  <ns1:cubicBezTo>
                    <ns1:pt x="6" y="9"/>
                    <ns1:pt x="5" y="11"/>
                    <ns1:pt x="3" y="14"/>
                  </ns1:cubicBezTo>
                  <ns1:cubicBezTo>
                    <ns1:pt x="0" y="17"/>
                    <ns1:pt x="0" y="17"/>
                    <ns1:pt x="0" y="17"/>
                  </ns1:cubicBezTo>
                  <ns1:cubicBezTo>
                    <ns1:pt x="0" y="17"/>
                    <ns1:pt x="0" y="17"/>
                    <ns1:pt x="0" y="17"/>
                  </ns1:cubicBezTo>
                  <ns1:cubicBezTo>
                    <ns1:pt x="0" y="18"/>
                    <ns1:pt x="0" y="19"/>
                    <ns1:pt x="0" y="20"/>
                  </ns1:cubicBezTo>
                  <ns1:cubicBezTo>
                    <ns1:pt x="1" y="21"/>
                    <ns1:pt x="2" y="21"/>
                    <ns1:pt x="3" y="20"/>
                  </ns1:cubicBezTo>
                  <ns1:cubicBezTo>
                    <ns1:pt x="3" y="20"/>
                    <ns1:pt x="3" y="20"/>
                    <ns1:pt x="3" y="20"/>
                  </ns1:cubicBezTo>
                  <ns1:cubicBezTo>
                    <ns1:pt x="6" y="16"/>
                    <ns1:pt x="6" y="16"/>
                    <ns1:pt x="6" y="16"/>
                  </ns1:cubicBezTo>
                  <ns1:cubicBezTo>
                    <ns1:pt x="8" y="14"/>
                    <ns1:pt x="9" y="12"/>
                    <ns1:pt x="11" y="10"/>
                  </ns1:cubicBezTo>
                  <ns1:cubicBezTo>
                    <ns1:pt x="14" y="8"/>
                    <ns1:pt x="16" y="6"/>
                    <ns1:pt x="18" y="4"/>
                  </ns1:cubicBezTo>
                  <ns1:cubicBezTo>
                    <ns1:pt x="18" y="4"/>
                    <ns1:pt x="18" y="4"/>
                    <ns1:pt x="18" y="4"/>
                  </ns1:cubicBezTo>
                  <ns1:cubicBezTo>
                    <ns1:pt x="18" y="4"/>
                    <ns1:pt x="18" y="4"/>
                    <ns1:pt x="19" y="4"/>
                  </ns1:cubicBezTo>
                  <ns1:cubicBezTo>
                    <ns1:pt x="19" y="3"/>
                    <ns1:pt x="19" y="2"/>
                    <ns1:pt x="19" y="1"/>
                  </ns1:cubicBezTo>
                  <ns1:cubicBezTo>
                    <ns1:pt x="18" y="0"/>
                    <ns1:pt x="17" y="0"/>
                    <ns1:pt x="16" y="1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129" name="Freeform 56"/>
            <ns0:cNvSpPr>
              <ns1:spLocks/>
            </ns0:cNvSpPr>
            <ns0:nvPr/>
          </ns0:nvSpPr>
          <ns0:spPr bwMode="auto">
            <ns1:xfrm>
              <ns1:off x="2643252" y="4404429"/>
              <ns1:ext cx="62050" cy="66011"/>
            </ns1:xfrm>
            <ns1:custGeom>
              <ns1:avLst/>
              <ns1:gdLst>
                <ns1:gd name="T0" fmla="*/ 8 w 20"/>
                <ns1:gd name="T1" fmla="*/ 11 h 21"/>
                <ns1:gd name="T2" fmla="*/ 1 w 20"/>
                <ns1:gd name="T3" fmla="*/ 17 h 21"/>
                <ns1:gd name="T4" fmla="*/ 0 w 20"/>
                <ns1:gd name="T5" fmla="*/ 17 h 21"/>
                <ns1:gd name="T6" fmla="*/ 0 w 20"/>
                <ns1:gd name="T7" fmla="*/ 20 h 21"/>
                <ns1:gd name="T8" fmla="*/ 3 w 20"/>
                <ns1:gd name="T9" fmla="*/ 20 h 21"/>
                <ns1:gd name="T10" fmla="*/ 3 w 20"/>
                <ns1:gd name="T11" fmla="*/ 20 h 21"/>
                <ns1:gd name="T12" fmla="*/ 10 w 20"/>
                <ns1:gd name="T13" fmla="*/ 14 h 21"/>
                <ns1:gd name="T14" fmla="*/ 16 w 20"/>
                <ns1:gd name="T15" fmla="*/ 7 h 21"/>
                <ns1:gd name="T16" fmla="*/ 19 w 20"/>
                <ns1:gd name="T17" fmla="*/ 3 h 21"/>
                <ns1:gd name="T18" fmla="*/ 19 w 20"/>
                <ns1:gd name="T19" fmla="*/ 3 h 21"/>
                <ns1:gd name="T20" fmla="*/ 19 w 20"/>
                <ns1:gd name="T21" fmla="*/ 0 h 21"/>
                <ns1:gd name="T22" fmla="*/ 16 w 20"/>
                <ns1:gd name="T23" fmla="*/ 0 h 21"/>
                <ns1:gd name="T24" fmla="*/ 16 w 20"/>
                <ns1:gd name="T25" fmla="*/ 1 h 21"/>
                <ns1:gd name="T26" fmla="*/ 13 w 20"/>
                <ns1:gd name="T27" fmla="*/ 5 h 21"/>
                <ns1:gd name="T28" fmla="*/ 8 w 20"/>
                <ns1:gd name="T29" fmla="*/ 11 h 21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</ns1:cxnLst>
              <ns1:rect l="0" t="0" r="r" b="b"/>
              <ns1:pathLst>
                <ns1:path w="20" h="21">
                  <ns1:moveTo>
                    <ns1:pt x="8" y="11"/>
                  </ns1:moveTo>
                  <ns1:cubicBezTo>
                    <ns1:pt x="5" y="13"/>
                    <ns1:pt x="3" y="15"/>
                    <ns1:pt x="1" y="17"/>
                  </ns1:cubicBezTo>
                  <ns1:cubicBezTo>
                    <ns1:pt x="1" y="17"/>
                    <ns1:pt x="0" y="17"/>
                    <ns1:pt x="0" y="17"/>
                  </ns1:cubicBezTo>
                  <ns1:cubicBezTo>
                    <ns1:pt x="0" y="18"/>
                    <ns1:pt x="0" y="19"/>
                    <ns1:pt x="0" y="20"/>
                  </ns1:cubicBezTo>
                  <ns1:cubicBezTo>
                    <ns1:pt x="1" y="21"/>
                    <ns1:pt x="2" y="21"/>
                    <ns1:pt x="3" y="20"/>
                  </ns1:cubicBezTo>
                  <ns1:cubicBezTo>
                    <ns1:pt x="3" y="20"/>
                    <ns1:pt x="3" y="20"/>
                    <ns1:pt x="3" y="20"/>
                  </ns1:cubicBezTo>
                  <ns1:cubicBezTo>
                    <ns1:pt x="6" y="18"/>
                    <ns1:pt x="8" y="16"/>
                    <ns1:pt x="10" y="14"/>
                  </ns1:cubicBezTo>
                  <ns1:cubicBezTo>
                    <ns1:pt x="13" y="12"/>
                    <ns1:pt x="14" y="9"/>
                    <ns1:pt x="16" y="7"/>
                  </ns1:cubicBezTo>
                  <ns1:cubicBezTo>
                    <ns1:pt x="19" y="3"/>
                    <ns1:pt x="19" y="3"/>
                    <ns1:pt x="19" y="3"/>
                  </ns1:cubicBezTo>
                  <ns1:cubicBezTo>
                    <ns1:pt x="19" y="3"/>
                    <ns1:pt x="19" y="3"/>
                    <ns1:pt x="19" y="3"/>
                  </ns1:cubicBezTo>
                  <ns1:cubicBezTo>
                    <ns1:pt x="20" y="2"/>
                    <ns1:pt x="20" y="1"/>
                    <ns1:pt x="19" y="0"/>
                  </ns1:cubicBezTo>
                  <ns1:cubicBezTo>
                    <ns1:pt x="18" y="0"/>
                    <ns1:pt x="17" y="0"/>
                    <ns1:pt x="16" y="0"/>
                  </ns1:cubicBezTo>
                  <ns1:cubicBezTo>
                    <ns1:pt x="16" y="1"/>
                    <ns1:pt x="16" y="1"/>
                    <ns1:pt x="16" y="1"/>
                  </ns1:cubicBezTo>
                  <ns1:cubicBezTo>
                    <ns1:pt x="13" y="5"/>
                    <ns1:pt x="13" y="5"/>
                    <ns1:pt x="13" y="5"/>
                  </ns1:cubicBezTo>
                  <ns1:cubicBezTo>
                    <ns1:pt x="11" y="7"/>
                    <ns1:pt x="10" y="9"/>
                    <ns1:pt x="8" y="11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</ns0:grpSp>
      <ns0:grpSp>
        <ns0:nvGrpSpPr>
          <ns0:cNvPr id="130" name="Group 129"/>
          <ns0:cNvGrpSpPr/>
          <ns0:nvPr/>
        </ns0:nvGrpSpPr>
        <ns0:grpSpPr>
          <ns1:xfrm>
            <ns1:off x="10500628" y="1253233"/>
            <ns1:ext cx="400024" cy="324772"/>
            <ns1:chOff x="4037394" y="5979440"/>
            <ns1:chExt cx="400024" cy="324772"/>
          </ns1:xfrm>
          <ns1:solidFill>
            <ns1:schemeClr val="tx1"/>
          </ns1:solidFill>
        </ns0:grpSpPr>
        <ns0:sp>
          <ns0:nvSpPr>
            <ns0:cNvPr id="131" name="Freeform 6"/>
            <ns0:cNvSpPr>
              <ns1:spLocks noEditPoints="1"/>
            </ns0:cNvSpPr>
            <ns0:nvPr/>
          </ns0:nvSpPr>
          <ns0:spPr bwMode="auto">
            <ns1:xfrm>
              <ns1:off x="4311998" y="6078455"/>
              <ns1:ext cx="75252" cy="100336"/>
            </ns1:xfrm>
            <ns1:custGeom>
              <ns1:avLst/>
              <ns1:gdLst>
                <ns1:gd name="T0" fmla="*/ 11 w 24"/>
                <ns1:gd name="T1" fmla="*/ 2 h 32"/>
                <ns1:gd name="T2" fmla="*/ 8 w 24"/>
                <ns1:gd name="T3" fmla="*/ 0 h 32"/>
                <ns1:gd name="T4" fmla="*/ 4 w 24"/>
                <ns1:gd name="T5" fmla="*/ 0 h 32"/>
                <ns1:gd name="T6" fmla="*/ 0 w 24"/>
                <ns1:gd name="T7" fmla="*/ 4 h 32"/>
                <ns1:gd name="T8" fmla="*/ 0 w 24"/>
                <ns1:gd name="T9" fmla="*/ 28 h 32"/>
                <ns1:gd name="T10" fmla="*/ 4 w 24"/>
                <ns1:gd name="T11" fmla="*/ 32 h 32"/>
                <ns1:gd name="T12" fmla="*/ 20 w 24"/>
                <ns1:gd name="T13" fmla="*/ 32 h 32"/>
                <ns1:gd name="T14" fmla="*/ 24 w 24"/>
                <ns1:gd name="T15" fmla="*/ 28 h 32"/>
                <ns1:gd name="T16" fmla="*/ 24 w 24"/>
                <ns1:gd name="T17" fmla="*/ 22 h 32"/>
                <ns1:gd name="T18" fmla="*/ 23 w 24"/>
                <ns1:gd name="T19" fmla="*/ 20 h 32"/>
                <ns1:gd name="T20" fmla="*/ 11 w 24"/>
                <ns1:gd name="T21" fmla="*/ 2 h 32"/>
                <ns1:gd name="T22" fmla="*/ 20 w 24"/>
                <ns1:gd name="T23" fmla="*/ 28 h 32"/>
                <ns1:gd name="T24" fmla="*/ 4 w 24"/>
                <ns1:gd name="T25" fmla="*/ 28 h 32"/>
                <ns1:gd name="T26" fmla="*/ 4 w 24"/>
                <ns1:gd name="T27" fmla="*/ 4 h 32"/>
                <ns1:gd name="T28" fmla="*/ 8 w 24"/>
                <ns1:gd name="T29" fmla="*/ 4 h 32"/>
                <ns1:gd name="T30" fmla="*/ 20 w 24"/>
                <ns1:gd name="T31" fmla="*/ 22 h 32"/>
                <ns1:gd name="T32" fmla="*/ 20 w 24"/>
                <ns1:gd name="T33" fmla="*/ 28 h 32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  <ns1:cxn ang="0">
                  <ns1:pos x="T30" y="T31"/>
                </ns1:cxn>
                <ns1:cxn ang="0">
                  <ns1:pos x="T32" y="T33"/>
                </ns1:cxn>
              </ns1:cxnLst>
              <ns1:rect l="0" t="0" r="r" b="b"/>
              <ns1:pathLst>
                <ns1:path w="24" h="32">
                  <ns1:moveTo>
                    <ns1:pt x="11" y="2"/>
                  </ns1:moveTo>
                  <ns1:cubicBezTo>
                    <ns1:pt x="11" y="1"/>
                    <ns1:pt x="9" y="0"/>
                    <ns1:pt x="8" y="0"/>
                  </ns1:cubicBezTo>
                  <ns1:cubicBezTo>
                    <ns1:pt x="4" y="0"/>
                    <ns1:pt x="4" y="0"/>
                    <ns1:pt x="4" y="0"/>
                  </ns1:cubicBezTo>
                  <ns1:cubicBezTo>
                    <ns1:pt x="2" y="0"/>
                    <ns1:pt x="0" y="2"/>
                    <ns1:pt x="0" y="4"/>
                  </ns1:cubicBezTo>
                  <ns1:cubicBezTo>
                    <ns1:pt x="0" y="28"/>
                    <ns1:pt x="0" y="28"/>
                    <ns1:pt x="0" y="28"/>
                  </ns1:cubicBezTo>
                  <ns1:cubicBezTo>
                    <ns1:pt x="0" y="30"/>
                    <ns1:pt x="2" y="32"/>
                    <ns1:pt x="4" y="32"/>
                  </ns1:cubicBezTo>
                  <ns1:cubicBezTo>
                    <ns1:pt x="20" y="32"/>
                    <ns1:pt x="20" y="32"/>
                    <ns1:pt x="20" y="32"/>
                  </ns1:cubicBezTo>
                  <ns1:cubicBezTo>
                    <ns1:pt x="22" y="32"/>
                    <ns1:pt x="24" y="30"/>
                    <ns1:pt x="24" y="28"/>
                  </ns1:cubicBezTo>
                  <ns1:cubicBezTo>
                    <ns1:pt x="24" y="22"/>
                    <ns1:pt x="24" y="22"/>
                    <ns1:pt x="24" y="22"/>
                  </ns1:cubicBezTo>
                  <ns1:cubicBezTo>
                    <ns1:pt x="24" y="21"/>
                    <ns1:pt x="24" y="20"/>
                    <ns1:pt x="23" y="20"/>
                  </ns1:cubicBezTo>
                  <ns1:lnTo>
                    <ns1:pt x="11" y="2"/>
                  </ns1:lnTo>
                  <ns1:close/>
                  <ns1:moveTo>
                    <ns1:pt x="20" y="28"/>
                  </ns1:moveTo>
                  <ns1:cubicBezTo>
                    <ns1:pt x="4" y="28"/>
                    <ns1:pt x="4" y="28"/>
                    <ns1:pt x="4" y="28"/>
                  </ns1:cubicBezTo>
                  <ns1:cubicBezTo>
                    <ns1:pt x="4" y="4"/>
                    <ns1:pt x="4" y="4"/>
                    <ns1:pt x="4" y="4"/>
                  </ns1:cubicBezTo>
                  <ns1:cubicBezTo>
                    <ns1:pt x="8" y="4"/>
                    <ns1:pt x="8" y="4"/>
                    <ns1:pt x="8" y="4"/>
                  </ns1:cubicBezTo>
                  <ns1:cubicBezTo>
                    <ns1:pt x="20" y="22"/>
                    <ns1:pt x="20" y="22"/>
                    <ns1:pt x="20" y="22"/>
                  </ns1:cubicBezTo>
                  <ns1:lnTo>
                    <ns1:pt x="20" y="28"/>
                  </ns1:ln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132" name="Freeform 7"/>
            <ns0:cNvSpPr>
              <ns1:spLocks noEditPoints="1"/>
            </ns0:cNvSpPr>
            <ns0:nvPr/>
          </ns0:nvSpPr>
          <ns0:spPr bwMode="auto">
            <ns1:xfrm>
              <ns1:off x="4037394" y="5979440"/>
              <ns1:ext cx="400024" cy="324772"/>
            </ns1:xfrm>
            <ns1:custGeom>
              <ns1:avLst/>
              <ns1:gdLst>
                <ns1:gd name="T0" fmla="*/ 126 w 128"/>
                <ns1:gd name="T1" fmla="*/ 49 h 104"/>
                <ns1:gd name="T2" fmla="*/ 110 w 128"/>
                <ns1:gd name="T3" fmla="*/ 25 h 104"/>
                <ns1:gd name="T4" fmla="*/ 100 w 128"/>
                <ns1:gd name="T5" fmla="*/ 20 h 104"/>
                <ns1:gd name="T6" fmla="*/ 84 w 128"/>
                <ns1:gd name="T7" fmla="*/ 20 h 104"/>
                <ns1:gd name="T8" fmla="*/ 84 w 128"/>
                <ns1:gd name="T9" fmla="*/ 12 h 104"/>
                <ns1:gd name="T10" fmla="*/ 72 w 128"/>
                <ns1:gd name="T11" fmla="*/ 0 h 104"/>
                <ns1:gd name="T12" fmla="*/ 12 w 128"/>
                <ns1:gd name="T13" fmla="*/ 0 h 104"/>
                <ns1:gd name="T14" fmla="*/ 0 w 128"/>
                <ns1:gd name="T15" fmla="*/ 12 h 104"/>
                <ns1:gd name="T16" fmla="*/ 0 w 128"/>
                <ns1:gd name="T17" fmla="*/ 56 h 104"/>
                <ns1:gd name="T18" fmla="*/ 12 w 128"/>
                <ns1:gd name="T19" fmla="*/ 68 h 104"/>
                <ns1:gd name="T20" fmla="*/ 12 w 128"/>
                <ns1:gd name="T21" fmla="*/ 68 h 104"/>
                <ns1:gd name="T22" fmla="*/ 12 w 128"/>
                <ns1:gd name="T23" fmla="*/ 80 h 104"/>
                <ns1:gd name="T24" fmla="*/ 24 w 128"/>
                <ns1:gd name="T25" fmla="*/ 92 h 104"/>
                <ns1:gd name="T26" fmla="*/ 29 w 128"/>
                <ns1:gd name="T27" fmla="*/ 92 h 104"/>
                <ns1:gd name="T28" fmla="*/ 44 w 128"/>
                <ns1:gd name="T29" fmla="*/ 104 h 104"/>
                <ns1:gd name="T30" fmla="*/ 59 w 128"/>
                <ns1:gd name="T31" fmla="*/ 92 h 104"/>
                <ns1:gd name="T32" fmla="*/ 81 w 128"/>
                <ns1:gd name="T33" fmla="*/ 92 h 104"/>
                <ns1:gd name="T34" fmla="*/ 96 w 128"/>
                <ns1:gd name="T35" fmla="*/ 104 h 104"/>
                <ns1:gd name="T36" fmla="*/ 111 w 128"/>
                <ns1:gd name="T37" fmla="*/ 92 h 104"/>
                <ns1:gd name="T38" fmla="*/ 116 w 128"/>
                <ns1:gd name="T39" fmla="*/ 92 h 104"/>
                <ns1:gd name="T40" fmla="*/ 128 w 128"/>
                <ns1:gd name="T41" fmla="*/ 80 h 104"/>
                <ns1:gd name="T42" fmla="*/ 128 w 128"/>
                <ns1:gd name="T43" fmla="*/ 56 h 104"/>
                <ns1:gd name="T44" fmla="*/ 126 w 128"/>
                <ns1:gd name="T45" fmla="*/ 49 h 104"/>
                <ns1:gd name="T46" fmla="*/ 12 w 128"/>
                <ns1:gd name="T47" fmla="*/ 60 h 104"/>
                <ns1:gd name="T48" fmla="*/ 8 w 128"/>
                <ns1:gd name="T49" fmla="*/ 56 h 104"/>
                <ns1:gd name="T50" fmla="*/ 8 w 128"/>
                <ns1:gd name="T51" fmla="*/ 12 h 104"/>
                <ns1:gd name="T52" fmla="*/ 12 w 128"/>
                <ns1:gd name="T53" fmla="*/ 8 h 104"/>
                <ns1:gd name="T54" fmla="*/ 72 w 128"/>
                <ns1:gd name="T55" fmla="*/ 8 h 104"/>
                <ns1:gd name="T56" fmla="*/ 76 w 128"/>
                <ns1:gd name="T57" fmla="*/ 12 h 104"/>
                <ns1:gd name="T58" fmla="*/ 76 w 128"/>
                <ns1:gd name="T59" fmla="*/ 20 h 104"/>
                <ns1:gd name="T60" fmla="*/ 76 w 128"/>
                <ns1:gd name="T61" fmla="*/ 28 h 104"/>
                <ns1:gd name="T62" fmla="*/ 76 w 128"/>
                <ns1:gd name="T63" fmla="*/ 56 h 104"/>
                <ns1:gd name="T64" fmla="*/ 72 w 128"/>
                <ns1:gd name="T65" fmla="*/ 60 h 104"/>
                <ns1:gd name="T66" fmla="*/ 12 w 128"/>
                <ns1:gd name="T67" fmla="*/ 60 h 104"/>
                <ns1:gd name="T68" fmla="*/ 44 w 128"/>
                <ns1:gd name="T69" fmla="*/ 96 h 104"/>
                <ns1:gd name="T70" fmla="*/ 36 w 128"/>
                <ns1:gd name="T71" fmla="*/ 88 h 104"/>
                <ns1:gd name="T72" fmla="*/ 44 w 128"/>
                <ns1:gd name="T73" fmla="*/ 80 h 104"/>
                <ns1:gd name="T74" fmla="*/ 52 w 128"/>
                <ns1:gd name="T75" fmla="*/ 88 h 104"/>
                <ns1:gd name="T76" fmla="*/ 44 w 128"/>
                <ns1:gd name="T77" fmla="*/ 96 h 104"/>
                <ns1:gd name="T78" fmla="*/ 96 w 128"/>
                <ns1:gd name="T79" fmla="*/ 96 h 104"/>
                <ns1:gd name="T80" fmla="*/ 88 w 128"/>
                <ns1:gd name="T81" fmla="*/ 88 h 104"/>
                <ns1:gd name="T82" fmla="*/ 96 w 128"/>
                <ns1:gd name="T83" fmla="*/ 80 h 104"/>
                <ns1:gd name="T84" fmla="*/ 104 w 128"/>
                <ns1:gd name="T85" fmla="*/ 88 h 104"/>
                <ns1:gd name="T86" fmla="*/ 96 w 128"/>
                <ns1:gd name="T87" fmla="*/ 96 h 104"/>
                <ns1:gd name="T88" fmla="*/ 120 w 128"/>
                <ns1:gd name="T89" fmla="*/ 80 h 104"/>
                <ns1:gd name="T90" fmla="*/ 116 w 128"/>
                <ns1:gd name="T91" fmla="*/ 84 h 104"/>
                <ns1:gd name="T92" fmla="*/ 111 w 128"/>
                <ns1:gd name="T93" fmla="*/ 84 h 104"/>
                <ns1:gd name="T94" fmla="*/ 96 w 128"/>
                <ns1:gd name="T95" fmla="*/ 72 h 104"/>
                <ns1:gd name="T96" fmla="*/ 81 w 128"/>
                <ns1:gd name="T97" fmla="*/ 84 h 104"/>
                <ns1:gd name="T98" fmla="*/ 59 w 128"/>
                <ns1:gd name="T99" fmla="*/ 84 h 104"/>
                <ns1:gd name="T100" fmla="*/ 44 w 128"/>
                <ns1:gd name="T101" fmla="*/ 72 h 104"/>
                <ns1:gd name="T102" fmla="*/ 29 w 128"/>
                <ns1:gd name="T103" fmla="*/ 84 h 104"/>
                <ns1:gd name="T104" fmla="*/ 24 w 128"/>
                <ns1:gd name="T105" fmla="*/ 84 h 104"/>
                <ns1:gd name="T106" fmla="*/ 20 w 128"/>
                <ns1:gd name="T107" fmla="*/ 80 h 104"/>
                <ns1:gd name="T108" fmla="*/ 20 w 128"/>
                <ns1:gd name="T109" fmla="*/ 68 h 104"/>
                <ns1:gd name="T110" fmla="*/ 72 w 128"/>
                <ns1:gd name="T111" fmla="*/ 68 h 104"/>
                <ns1:gd name="T112" fmla="*/ 84 w 128"/>
                <ns1:gd name="T113" fmla="*/ 56 h 104"/>
                <ns1:gd name="T114" fmla="*/ 84 w 128"/>
                <ns1:gd name="T115" fmla="*/ 28 h 104"/>
                <ns1:gd name="T116" fmla="*/ 100 w 128"/>
                <ns1:gd name="T117" fmla="*/ 28 h 104"/>
                <ns1:gd name="T118" fmla="*/ 103 w 128"/>
                <ns1:gd name="T119" fmla="*/ 30 h 104"/>
                <ns1:gd name="T120" fmla="*/ 119 w 128"/>
                <ns1:gd name="T121" fmla="*/ 54 h 104"/>
                <ns1:gd name="T122" fmla="*/ 120 w 128"/>
                <ns1:gd name="T123" fmla="*/ 56 h 104"/>
                <ns1:gd name="T124" fmla="*/ 120 w 128"/>
                <ns1:gd name="T125" fmla="*/ 80 h 104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  <ns1:cxn ang="0">
                  <ns1:pos x="T30" y="T31"/>
                </ns1:cxn>
                <ns1:cxn ang="0">
                  <ns1:pos x="T32" y="T33"/>
                </ns1:cxn>
                <ns1:cxn ang="0">
                  <ns1:pos x="T34" y="T35"/>
                </ns1:cxn>
                <ns1:cxn ang="0">
                  <ns1:pos x="T36" y="T37"/>
                </ns1:cxn>
                <ns1:cxn ang="0">
                  <ns1:pos x="T38" y="T39"/>
                </ns1:cxn>
                <ns1:cxn ang="0">
                  <ns1:pos x="T40" y="T41"/>
                </ns1:cxn>
                <ns1:cxn ang="0">
                  <ns1:pos x="T42" y="T43"/>
                </ns1:cxn>
                <ns1:cxn ang="0">
                  <ns1:pos x="T44" y="T45"/>
                </ns1:cxn>
                <ns1:cxn ang="0">
                  <ns1:pos x="T46" y="T47"/>
                </ns1:cxn>
                <ns1:cxn ang="0">
                  <ns1:pos x="T48" y="T49"/>
                </ns1:cxn>
                <ns1:cxn ang="0">
                  <ns1:pos x="T50" y="T51"/>
                </ns1:cxn>
                <ns1:cxn ang="0">
                  <ns1:pos x="T52" y="T53"/>
                </ns1:cxn>
                <ns1:cxn ang="0">
                  <ns1:pos x="T54" y="T55"/>
                </ns1:cxn>
                <ns1:cxn ang="0">
                  <ns1:pos x="T56" y="T57"/>
                </ns1:cxn>
                <ns1:cxn ang="0">
                  <ns1:pos x="T58" y="T59"/>
                </ns1:cxn>
                <ns1:cxn ang="0">
                  <ns1:pos x="T60" y="T61"/>
                </ns1:cxn>
                <ns1:cxn ang="0">
                  <ns1:pos x="T62" y="T63"/>
                </ns1:cxn>
                <ns1:cxn ang="0">
                  <ns1:pos x="T64" y="T65"/>
                </ns1:cxn>
                <ns1:cxn ang="0">
                  <ns1:pos x="T66" y="T67"/>
                </ns1:cxn>
                <ns1:cxn ang="0">
                  <ns1:pos x="T68" y="T69"/>
                </ns1:cxn>
                <ns1:cxn ang="0">
                  <ns1:pos x="T70" y="T71"/>
                </ns1:cxn>
                <ns1:cxn ang="0">
                  <ns1:pos x="T72" y="T73"/>
                </ns1:cxn>
                <ns1:cxn ang="0">
                  <ns1:pos x="T74" y="T75"/>
                </ns1:cxn>
                <ns1:cxn ang="0">
                  <ns1:pos x="T76" y="T77"/>
                </ns1:cxn>
                <ns1:cxn ang="0">
                  <ns1:pos x="T78" y="T79"/>
                </ns1:cxn>
                <ns1:cxn ang="0">
                  <ns1:pos x="T80" y="T81"/>
                </ns1:cxn>
                <ns1:cxn ang="0">
                  <ns1:pos x="T82" y="T83"/>
                </ns1:cxn>
                <ns1:cxn ang="0">
                  <ns1:pos x="T84" y="T85"/>
                </ns1:cxn>
                <ns1:cxn ang="0">
                  <ns1:pos x="T86" y="T87"/>
                </ns1:cxn>
                <ns1:cxn ang="0">
                  <ns1:pos x="T88" y="T89"/>
                </ns1:cxn>
                <ns1:cxn ang="0">
                  <ns1:pos x="T90" y="T91"/>
                </ns1:cxn>
                <ns1:cxn ang="0">
                  <ns1:pos x="T92" y="T93"/>
                </ns1:cxn>
                <ns1:cxn ang="0">
                  <ns1:pos x="T94" y="T95"/>
                </ns1:cxn>
                <ns1:cxn ang="0">
                  <ns1:pos x="T96" y="T97"/>
                </ns1:cxn>
                <ns1:cxn ang="0">
                  <ns1:pos x="T98" y="T99"/>
                </ns1:cxn>
                <ns1:cxn ang="0">
                  <ns1:pos x="T100" y="T101"/>
                </ns1:cxn>
                <ns1:cxn ang="0">
                  <ns1:pos x="T102" y="T103"/>
                </ns1:cxn>
                <ns1:cxn ang="0">
                  <ns1:pos x="T104" y="T105"/>
                </ns1:cxn>
                <ns1:cxn ang="0">
                  <ns1:pos x="T106" y="T107"/>
                </ns1:cxn>
                <ns1:cxn ang="0">
                  <ns1:pos x="T108" y="T109"/>
                </ns1:cxn>
                <ns1:cxn ang="0">
                  <ns1:pos x="T110" y="T111"/>
                </ns1:cxn>
                <ns1:cxn ang="0">
                  <ns1:pos x="T112" y="T113"/>
                </ns1:cxn>
                <ns1:cxn ang="0">
                  <ns1:pos x="T114" y="T115"/>
                </ns1:cxn>
                <ns1:cxn ang="0">
                  <ns1:pos x="T116" y="T117"/>
                </ns1:cxn>
                <ns1:cxn ang="0">
                  <ns1:pos x="T118" y="T119"/>
                </ns1:cxn>
                <ns1:cxn ang="0">
                  <ns1:pos x="T120" y="T121"/>
                </ns1:cxn>
                <ns1:cxn ang="0">
                  <ns1:pos x="T122" y="T123"/>
                </ns1:cxn>
                <ns1:cxn ang="0">
                  <ns1:pos x="T124" y="T125"/>
                </ns1:cxn>
              </ns1:cxnLst>
              <ns1:rect l="0" t="0" r="r" b="b"/>
              <ns1:pathLst>
                <ns1:path w="128" h="104">
                  <ns1:moveTo>
                    <ns1:pt x="126" y="49"/>
                  </ns1:moveTo>
                  <ns1:cubicBezTo>
                    <ns1:pt x="110" y="25"/>
                    <ns1:pt x="110" y="25"/>
                    <ns1:pt x="110" y="25"/>
                  </ns1:cubicBezTo>
                  <ns1:cubicBezTo>
                    <ns1:pt x="108" y="22"/>
                    <ns1:pt x="104" y="20"/>
                    <ns1:pt x="100" y="20"/>
                  </ns1:cubicBezTo>
                  <ns1:cubicBezTo>
                    <ns1:pt x="84" y="20"/>
                    <ns1:pt x="84" y="20"/>
                    <ns1:pt x="84" y="20"/>
                  </ns1:cubicBezTo>
                  <ns1:cubicBezTo>
                    <ns1:pt x="84" y="12"/>
                    <ns1:pt x="84" y="12"/>
                    <ns1:pt x="84" y="12"/>
                  </ns1:cubicBezTo>
                  <ns1:cubicBezTo>
                    <ns1:pt x="84" y="5"/>
                    <ns1:pt x="79" y="0"/>
                    <ns1:pt x="72" y="0"/>
                  </ns1:cubicBezTo>
                  <ns1:cubicBezTo>
                    <ns1:pt x="12" y="0"/>
                    <ns1:pt x="12" y="0"/>
                    <ns1:pt x="12" y="0"/>
                  </ns1:cubicBezTo>
                  <ns1:cubicBezTo>
                    <ns1:pt x="5" y="0"/>
                    <ns1:pt x="0" y="5"/>
                    <ns1:pt x="0" y="12"/>
                  </ns1:cubicBezTo>
                  <ns1:cubicBezTo>
                    <ns1:pt x="0" y="56"/>
                    <ns1:pt x="0" y="56"/>
                    <ns1:pt x="0" y="56"/>
                  </ns1:cubicBezTo>
                  <ns1:cubicBezTo>
                    <ns1:pt x="0" y="63"/>
                    <ns1:pt x="5" y="68"/>
                    <ns1:pt x="12" y="68"/>
                  </ns1:cubicBezTo>
                  <ns1:cubicBezTo>
                    <ns1:pt x="12" y="68"/>
                    <ns1:pt x="12" y="68"/>
                    <ns1:pt x="12" y="68"/>
                  </ns1:cubicBezTo>
                  <ns1:cubicBezTo>
                    <ns1:pt x="12" y="80"/>
                    <ns1:pt x="12" y="80"/>
                    <ns1:pt x="12" y="80"/>
                  </ns1:cubicBezTo>
                  <ns1:cubicBezTo>
                    <ns1:pt x="12" y="87"/>
                    <ns1:pt x="17" y="92"/>
                    <ns1:pt x="24" y="92"/>
                  </ns1:cubicBezTo>
                  <ns1:cubicBezTo>
                    <ns1:pt x="29" y="92"/>
                    <ns1:pt x="29" y="92"/>
                    <ns1:pt x="29" y="92"/>
                  </ns1:cubicBezTo>
                  <ns1:cubicBezTo>
                    <ns1:pt x="30" y="99"/>
                    <ns1:pt x="37" y="104"/>
                    <ns1:pt x="44" y="104"/>
                  </ns1:cubicBezTo>
                  <ns1:cubicBezTo>
                    <ns1:pt x="51" y="104"/>
                    <ns1:pt x="58" y="99"/>
                    <ns1:pt x="59" y="92"/>
                  </ns1:cubicBezTo>
                  <ns1:cubicBezTo>
                    <ns1:pt x="81" y="92"/>
                    <ns1:pt x="81" y="92"/>
                    <ns1:pt x="81" y="92"/>
                  </ns1:cubicBezTo>
                  <ns1:cubicBezTo>
                    <ns1:pt x="82" y="99"/>
                    <ns1:pt x="89" y="104"/>
                    <ns1:pt x="96" y="104"/>
                  </ns1:cubicBezTo>
                  <ns1:cubicBezTo>
                    <ns1:pt x="103" y="104"/>
                    <ns1:pt x="110" y="99"/>
                    <ns1:pt x="111" y="92"/>
                  </ns1:cubicBezTo>
                  <ns1:cubicBezTo>
                    <ns1:pt x="116" y="92"/>
                    <ns1:pt x="116" y="92"/>
                    <ns1:pt x="116" y="92"/>
                  </ns1:cubicBezTo>
                  <ns1:cubicBezTo>
                    <ns1:pt x="123" y="92"/>
                    <ns1:pt x="128" y="87"/>
                    <ns1:pt x="128" y="80"/>
                  </ns1:cubicBezTo>
                  <ns1:cubicBezTo>
                    <ns1:pt x="128" y="56"/>
                    <ns1:pt x="128" y="56"/>
                    <ns1:pt x="128" y="56"/>
                  </ns1:cubicBezTo>
                  <ns1:cubicBezTo>
                    <ns1:pt x="128" y="54"/>
                    <ns1:pt x="127" y="51"/>
                    <ns1:pt x="126" y="49"/>
                  </ns1:cubicBezTo>
                  <ns1:close/>
                  <ns1:moveTo>
                    <ns1:pt x="12" y="60"/>
                  </ns1:moveTo>
                  <ns1:cubicBezTo>
                    <ns1:pt x="10" y="60"/>
                    <ns1:pt x="8" y="58"/>
                    <ns1:pt x="8" y="56"/>
                  </ns1:cubicBezTo>
                  <ns1:cubicBezTo>
                    <ns1:pt x="8" y="12"/>
                    <ns1:pt x="8" y="12"/>
                    <ns1:pt x="8" y="12"/>
                  </ns1:cubicBezTo>
                  <ns1:cubicBezTo>
                    <ns1:pt x="8" y="10"/>
                    <ns1:pt x="10" y="8"/>
                    <ns1:pt x="12" y="8"/>
                  </ns1:cubicBezTo>
                  <ns1:cubicBezTo>
                    <ns1:pt x="72" y="8"/>
                    <ns1:pt x="72" y="8"/>
                    <ns1:pt x="72" y="8"/>
                  </ns1:cubicBezTo>
                  <ns1:cubicBezTo>
                    <ns1:pt x="74" y="8"/>
                    <ns1:pt x="76" y="10"/>
                    <ns1:pt x="76" y="12"/>
                  </ns1:cubicBezTo>
                  <ns1:cubicBezTo>
                    <ns1:pt x="76" y="20"/>
                    <ns1:pt x="76" y="20"/>
                    <ns1:pt x="76" y="20"/>
                  </ns1:cubicBezTo>
                  <ns1:cubicBezTo>
                    <ns1:pt x="76" y="28"/>
                    <ns1:pt x="76" y="28"/>
                    <ns1:pt x="76" y="28"/>
                  </ns1:cubicBezTo>
                  <ns1:cubicBezTo>
                    <ns1:pt x="76" y="56"/>
                    <ns1:pt x="76" y="56"/>
                    <ns1:pt x="76" y="56"/>
                  </ns1:cubicBezTo>
                  <ns1:cubicBezTo>
                    <ns1:pt x="76" y="58"/>
                    <ns1:pt x="74" y="60"/>
                    <ns1:pt x="72" y="60"/>
                  </ns1:cubicBezTo>
                  <ns1:lnTo>
                    <ns1:pt x="12" y="60"/>
                  </ns1:lnTo>
                  <ns1:close/>
                  <ns1:moveTo>
                    <ns1:pt x="44" y="96"/>
                  </ns1:moveTo>
                  <ns1:cubicBezTo>
                    <ns1:pt x="40" y="96"/>
                    <ns1:pt x="36" y="92"/>
                    <ns1:pt x="36" y="88"/>
                  </ns1:cubicBezTo>
                  <ns1:cubicBezTo>
                    <ns1:pt x="36" y="84"/>
                    <ns1:pt x="40" y="80"/>
                    <ns1:pt x="44" y="80"/>
                  </ns1:cubicBezTo>
                  <ns1:cubicBezTo>
                    <ns1:pt x="48" y="80"/>
                    <ns1:pt x="52" y="84"/>
                    <ns1:pt x="52" y="88"/>
                  </ns1:cubicBezTo>
                  <ns1:cubicBezTo>
                    <ns1:pt x="52" y="92"/>
                    <ns1:pt x="48" y="96"/>
                    <ns1:pt x="44" y="96"/>
                  </ns1:cubicBezTo>
                  <ns1:close/>
                  <ns1:moveTo>
                    <ns1:pt x="96" y="96"/>
                  </ns1:moveTo>
                  <ns1:cubicBezTo>
                    <ns1:pt x="92" y="96"/>
                    <ns1:pt x="88" y="92"/>
                    <ns1:pt x="88" y="88"/>
                  </ns1:cubicBezTo>
                  <ns1:cubicBezTo>
                    <ns1:pt x="88" y="84"/>
                    <ns1:pt x="92" y="80"/>
                    <ns1:pt x="96" y="80"/>
                  </ns1:cubicBezTo>
                  <ns1:cubicBezTo>
                    <ns1:pt x="100" y="80"/>
                    <ns1:pt x="104" y="84"/>
                    <ns1:pt x="104" y="88"/>
                  </ns1:cubicBezTo>
                  <ns1:cubicBezTo>
                    <ns1:pt x="104" y="92"/>
                    <ns1:pt x="100" y="96"/>
                    <ns1:pt x="96" y="96"/>
                  </ns1:cubicBezTo>
                  <ns1:close/>
                  <ns1:moveTo>
                    <ns1:pt x="120" y="80"/>
                  </ns1:moveTo>
                  <ns1:cubicBezTo>
                    <ns1:pt x="120" y="82"/>
                    <ns1:pt x="118" y="84"/>
                    <ns1:pt x="116" y="84"/>
                  </ns1:cubicBezTo>
                  <ns1:cubicBezTo>
                    <ns1:pt x="111" y="84"/>
                    <ns1:pt x="111" y="84"/>
                    <ns1:pt x="111" y="84"/>
                  </ns1:cubicBezTo>
                  <ns1:cubicBezTo>
                    <ns1:pt x="110" y="77"/>
                    <ns1:pt x="103" y="72"/>
                    <ns1:pt x="96" y="72"/>
                  </ns1:cubicBezTo>
                  <ns1:cubicBezTo>
                    <ns1:pt x="89" y="72"/>
                    <ns1:pt x="82" y="77"/>
                    <ns1:pt x="81" y="84"/>
                  </ns1:cubicBezTo>
                  <ns1:cubicBezTo>
                    <ns1:pt x="59" y="84"/>
                    <ns1:pt x="59" y="84"/>
                    <ns1:pt x="59" y="84"/>
                  </ns1:cubicBezTo>
                  <ns1:cubicBezTo>
                    <ns1:pt x="58" y="77"/>
                    <ns1:pt x="51" y="72"/>
                    <ns1:pt x="44" y="72"/>
                  </ns1:cubicBezTo>
                  <ns1:cubicBezTo>
                    <ns1:pt x="37" y="72"/>
                    <ns1:pt x="30" y="77"/>
                    <ns1:pt x="29" y="84"/>
                  </ns1:cubicBezTo>
                  <ns1:cubicBezTo>
                    <ns1:pt x="24" y="84"/>
                    <ns1:pt x="24" y="84"/>
                    <ns1:pt x="24" y="84"/>
                  </ns1:cubicBezTo>
                  <ns1:cubicBezTo>
                    <ns1:pt x="22" y="84"/>
                    <ns1:pt x="20" y="82"/>
                    <ns1:pt x="20" y="80"/>
                  </ns1:cubicBezTo>
                  <ns1:cubicBezTo>
                    <ns1:pt x="20" y="68"/>
                    <ns1:pt x="20" y="68"/>
                    <ns1:pt x="20" y="68"/>
                  </ns1:cubicBezTo>
                  <ns1:cubicBezTo>
                    <ns1:pt x="72" y="68"/>
                    <ns1:pt x="72" y="68"/>
                    <ns1:pt x="72" y="68"/>
                  </ns1:cubicBezTo>
                  <ns1:cubicBezTo>
                    <ns1:pt x="79" y="68"/>
                    <ns1:pt x="84" y="63"/>
                    <ns1:pt x="84" y="56"/>
                  </ns1:cubicBezTo>
                  <ns1:cubicBezTo>
                    <ns1:pt x="84" y="28"/>
                    <ns1:pt x="84" y="28"/>
                    <ns1:pt x="84" y="28"/>
                  </ns1:cubicBezTo>
                  <ns1:cubicBezTo>
                    <ns1:pt x="100" y="28"/>
                    <ns1:pt x="100" y="28"/>
                    <ns1:pt x="100" y="28"/>
                  </ns1:cubicBezTo>
                  <ns1:cubicBezTo>
                    <ns1:pt x="101" y="28"/>
                    <ns1:pt x="103" y="29"/>
                    <ns1:pt x="103" y="30"/>
                  </ns1:cubicBezTo>
                  <ns1:cubicBezTo>
                    <ns1:pt x="119" y="54"/>
                    <ns1:pt x="119" y="54"/>
                    <ns1:pt x="119" y="54"/>
                  </ns1:cubicBezTo>
                  <ns1:cubicBezTo>
                    <ns1:pt x="120" y="54"/>
                    <ns1:pt x="120" y="55"/>
                    <ns1:pt x="120" y="56"/>
                  </ns1:cubicBezTo>
                  <ns1:lnTo>
                    <ns1:pt x="120" y="80"/>
                  </ns1:ln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</ns0:grpSp>
      <ns0:sp>
        <ns0:nvSpPr>
          <ns0:cNvPr id="133" name="Freeform 47"/>
          <ns0:cNvSpPr>
            <ns1:spLocks noEditPoints="1"/>
          </ns0:cNvSpPr>
          <ns0:nvPr/>
        </ns0:nvSpPr>
        <ns0:spPr bwMode="auto">
          <ns1:xfrm>
            <ns1:off x="5422544" y="3614859"/>
            <ns1:ext cx="400024" cy="400024"/>
          </ns1:xfrm>
          <ns1:custGeom>
            <ns1:avLst/>
            <ns1:gdLst>
              <ns1:gd name="T0" fmla="*/ 81 w 128"/>
              <ns1:gd name="T1" fmla="*/ 14 h 128"/>
              <ns1:gd name="T2" fmla="*/ 53 w 128"/>
              <ns1:gd name="T3" fmla="*/ 36 h 128"/>
              <ns1:gd name="T4" fmla="*/ 33 w 128"/>
              <ns1:gd name="T5" fmla="*/ 36 h 128"/>
              <ns1:gd name="T6" fmla="*/ 0 w 128"/>
              <ns1:gd name="T7" fmla="*/ 56 h 128"/>
              <ns1:gd name="T8" fmla="*/ 24 w 128"/>
              <ns1:gd name="T9" fmla="*/ 84 h 128"/>
              <ns1:gd name="T10" fmla="*/ 32 w 128"/>
              <ns1:gd name="T11" fmla="*/ 128 h 128"/>
              <ns1:gd name="T12" fmla="*/ 56 w 128"/>
              <ns1:gd name="T13" fmla="*/ 120 h 128"/>
              <ns1:gd name="T14" fmla="*/ 52 w 128"/>
              <ns1:gd name="T15" fmla="*/ 108 h 128"/>
              <ns1:gd name="T16" fmla="*/ 52 w 128"/>
              <ns1:gd name="T17" fmla="*/ 80 h 128"/>
              <ns1:gd name="T18" fmla="*/ 53 w 128"/>
              <ns1:gd name="T19" fmla="*/ 78 h 128"/>
              <ns1:gd name="T20" fmla="*/ 54 w 128"/>
              <ns1:gd name="T21" fmla="*/ 77 h 128"/>
              <ns1:gd name="T22" fmla="*/ 55 w 128"/>
              <ns1:gd name="T23" fmla="*/ 76 h 128"/>
              <ns1:gd name="T24" fmla="*/ 81 w 128"/>
              <ns1:gd name="T25" fmla="*/ 98 h 128"/>
              <ns1:gd name="T26" fmla="*/ 128 w 128"/>
              <ns1:gd name="T27" fmla="*/ 56 h 128"/>
              <ns1:gd name="T28" fmla="*/ 80 w 128"/>
              <ns1:gd name="T29" fmla="*/ 56 h 128"/>
              <ns1:gd name="T30" fmla="*/ 92 w 128"/>
              <ns1:gd name="T31" fmla="*/ 44 h 128"/>
              <ns1:gd name="T32" fmla="*/ 92 w 128"/>
              <ns1:gd name="T33" fmla="*/ 68 h 128"/>
              <ns1:gd name="T34" fmla="*/ 80 w 128"/>
              <ns1:gd name="T35" fmla="*/ 56 h 128"/>
              <ns1:gd name="T36" fmla="*/ 16 w 128"/>
              <ns1:gd name="T37" fmla="*/ 44 h 128"/>
              <ns1:gd name="T38" fmla="*/ 40 w 128"/>
              <ns1:gd name="T39" fmla="*/ 56 h 128"/>
              <ns1:gd name="T40" fmla="*/ 16 w 128"/>
              <ns1:gd name="T41" fmla="*/ 68 h 128"/>
              <ns1:gd name="T42" fmla="*/ 48 w 128"/>
              <ns1:gd name="T43" fmla="*/ 120 h 128"/>
              <ns1:gd name="T44" fmla="*/ 32 w 128"/>
              <ns1:gd name="T45" fmla="*/ 84 h 128"/>
              <ns1:gd name="T46" fmla="*/ 33 w 128"/>
              <ns1:gd name="T47" fmla="*/ 76 h 128"/>
              <ns1:gd name="T48" fmla="*/ 45 w 128"/>
              <ns1:gd name="T49" fmla="*/ 76 h 128"/>
              <ns1:gd name="T50" fmla="*/ 44 w 128"/>
              <ns1:gd name="T51" fmla="*/ 108 h 128"/>
              <ns1:gd name="T52" fmla="*/ 48 w 128"/>
              <ns1:gd name="T53" fmla="*/ 117 h 128"/>
              <ns1:gd name="T54" fmla="*/ 53 w 128"/>
              <ns1:gd name="T55" fmla="*/ 68 h 128"/>
              <ns1:gd name="T56" fmla="*/ 52 w 128"/>
              <ns1:gd name="T57" fmla="*/ 68 h 128"/>
              <ns1:gd name="T58" fmla="*/ 52 w 128"/>
              <ns1:gd name="T59" fmla="*/ 44 h 128"/>
              <ns1:gd name="T60" fmla="*/ 74 w 128"/>
              <ns1:gd name="T61" fmla="*/ 36 h 128"/>
              <ns1:gd name="T62" fmla="*/ 74 w 128"/>
              <ns1:gd name="T63" fmla="*/ 76 h 128"/>
              <ns1:gd name="T64" fmla="*/ 100 w 128"/>
              <ns1:gd name="T65" fmla="*/ 104 h 128"/>
              <ns1:gd name="T66" fmla="*/ 92 w 128"/>
              <ns1:gd name="T67" fmla="*/ 76 h 128"/>
              <ns1:gd name="T68" fmla="*/ 92 w 128"/>
              <ns1:gd name="T69" fmla="*/ 36 h 128"/>
              <ns1:gd name="T70" fmla="*/ 100 w 128"/>
              <ns1:gd name="T71" fmla="*/ 8 h 128"/>
              <ns1:gd name="T72" fmla="*/ 100 w 128"/>
              <ns1:gd name="T73" fmla="*/ 104 h 128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  <ns1:cxn ang="0">
                <ns1:pos x="T32" y="T33"/>
              </ns1:cxn>
              <ns1:cxn ang="0">
                <ns1:pos x="T34" y="T35"/>
              </ns1:cxn>
              <ns1:cxn ang="0">
                <ns1:pos x="T36" y="T37"/>
              </ns1:cxn>
              <ns1:cxn ang="0">
                <ns1:pos x="T38" y="T39"/>
              </ns1:cxn>
              <ns1:cxn ang="0">
                <ns1:pos x="T40" y="T41"/>
              </ns1:cxn>
              <ns1:cxn ang="0">
                <ns1:pos x="T42" y="T43"/>
              </ns1:cxn>
              <ns1:cxn ang="0">
                <ns1:pos x="T44" y="T45"/>
              </ns1:cxn>
              <ns1:cxn ang="0">
                <ns1:pos x="T46" y="T47"/>
              </ns1:cxn>
              <ns1:cxn ang="0">
                <ns1:pos x="T48" y="T49"/>
              </ns1:cxn>
              <ns1:cxn ang="0">
                <ns1:pos x="T50" y="T51"/>
              </ns1:cxn>
              <ns1:cxn ang="0">
                <ns1:pos x="T52" y="T53"/>
              </ns1:cxn>
              <ns1:cxn ang="0">
                <ns1:pos x="T54" y="T55"/>
              </ns1:cxn>
              <ns1:cxn ang="0">
                <ns1:pos x="T56" y="T57"/>
              </ns1:cxn>
              <ns1:cxn ang="0">
                <ns1:pos x="T58" y="T59"/>
              </ns1:cxn>
              <ns1:cxn ang="0">
                <ns1:pos x="T60" y="T61"/>
              </ns1:cxn>
              <ns1:cxn ang="0">
                <ns1:pos x="T62" y="T63"/>
              </ns1:cxn>
              <ns1:cxn ang="0">
                <ns1:pos x="T64" y="T65"/>
              </ns1:cxn>
              <ns1:cxn ang="0">
                <ns1:pos x="T66" y="T67"/>
              </ns1:cxn>
              <ns1:cxn ang="0">
                <ns1:pos x="T68" y="T69"/>
              </ns1:cxn>
              <ns1:cxn ang="0">
                <ns1:pos x="T70" y="T71"/>
              </ns1:cxn>
              <ns1:cxn ang="0">
                <ns1:pos x="T72" y="T73"/>
              </ns1:cxn>
            </ns1:cxnLst>
            <ns1:rect l="0" t="0" r="r" b="b"/>
            <ns1:pathLst>
              <ns1:path w="128" h="128">
                <ns1:moveTo>
                  <ns1:pt x="100" y="0"/>
                </ns1:moveTo>
                <ns1:cubicBezTo>
                  <ns1:pt x="92" y="0"/>
                  <ns1:pt x="85" y="6"/>
                  <ns1:pt x="81" y="14"/>
                </ns1:cubicBezTo>
                <ns1:cubicBezTo>
                  <ns1:pt x="81" y="14"/>
                  <ns1:pt x="81" y="14"/>
                  <ns1:pt x="81" y="14"/>
                </ns1:cubicBezTo>
                <ns1:cubicBezTo>
                  <ns1:pt x="74" y="27"/>
                  <ns1:pt x="64" y="36"/>
                  <ns1:pt x="53" y="36"/>
                </ns1:cubicBezTo>
                <ns1:cubicBezTo>
                  <ns1:pt x="50" y="36"/>
                  <ns1:pt x="50" y="36"/>
                  <ns1:pt x="50" y="36"/>
                </ns1:cubicBezTo>
                <ns1:cubicBezTo>
                  <ns1:pt x="33" y="36"/>
                  <ns1:pt x="33" y="36"/>
                  <ns1:pt x="33" y="36"/>
                </ns1:cubicBezTo>
                <ns1:cubicBezTo>
                  <ns1:pt x="16" y="36"/>
                  <ns1:pt x="16" y="36"/>
                  <ns1:pt x="16" y="36"/>
                </ns1:cubicBezTo>
                <ns1:cubicBezTo>
                  <ns1:pt x="7" y="36"/>
                  <ns1:pt x="0" y="45"/>
                  <ns1:pt x="0" y="56"/>
                </ns1:cubicBezTo>
                <ns1:cubicBezTo>
                  <ns1:pt x="0" y="67"/>
                  <ns1:pt x="7" y="76"/>
                  <ns1:pt x="16" y="76"/>
                </ns1:cubicBezTo>
                <ns1:cubicBezTo>
                  <ns1:pt x="20" y="76"/>
                  <ns1:pt x="24" y="80"/>
                  <ns1:pt x="24" y="84"/>
                </ns1:cubicBezTo>
                <ns1:cubicBezTo>
                  <ns1:pt x="24" y="120"/>
                  <ns1:pt x="24" y="120"/>
                  <ns1:pt x="24" y="120"/>
                </ns1:cubicBezTo>
                <ns1:cubicBezTo>
                  <ns1:pt x="24" y="124"/>
                  <ns1:pt x="28" y="128"/>
                  <ns1:pt x="32" y="128"/>
                </ns1:cubicBezTo>
                <ns1:cubicBezTo>
                  <ns1:pt x="48" y="128"/>
                  <ns1:pt x="48" y="128"/>
                  <ns1:pt x="48" y="128"/>
                </ns1:cubicBezTo>
                <ns1:cubicBezTo>
                  <ns1:pt x="52" y="128"/>
                  <ns1:pt x="56" y="124"/>
                  <ns1:pt x="56" y="120"/>
                </ns1:cubicBezTo>
                <ns1:cubicBezTo>
                  <ns1:pt x="56" y="116"/>
                  <ns1:pt x="56" y="116"/>
                  <ns1:pt x="56" y="116"/>
                </ns1:cubicBezTo>
                <ns1:cubicBezTo>
                  <ns1:pt x="56" y="112"/>
                  <ns1:pt x="52" y="110"/>
                  <ns1:pt x="52" y="108"/>
                </ns1:cubicBezTo>
                <ns1:cubicBezTo>
                  <ns1:pt x="52" y="80"/>
                  <ns1:pt x="52" y="80"/>
                  <ns1:pt x="52" y="80"/>
                </ns1:cubicBezTo>
                <ns1:cubicBezTo>
                  <ns1:pt x="52" y="80"/>
                  <ns1:pt x="52" y="80"/>
                  <ns1:pt x="52" y="80"/>
                </ns1:cubicBezTo>
                <ns1:cubicBezTo>
                  <ns1:pt x="52" y="79"/>
                  <ns1:pt x="52" y="79"/>
                  <ns1:pt x="53" y="78"/>
                </ns1:cubicBezTo>
                <ns1:cubicBezTo>
                  <ns1:pt x="53" y="78"/>
                  <ns1:pt x="53" y="78"/>
                  <ns1:pt x="53" y="78"/>
                </ns1:cubicBezTo>
                <ns1:cubicBezTo>
                  <ns1:pt x="53" y="77"/>
                  <ns1:pt x="53" y="77"/>
                  <ns1:pt x="54" y="77"/>
                </ns1:cubicBezTo>
                <ns1:cubicBezTo>
                  <ns1:pt x="54" y="77"/>
                  <ns1:pt x="54" y="77"/>
                  <ns1:pt x="54" y="77"/>
                </ns1:cubicBezTo>
                <ns1:cubicBezTo>
                  <ns1:pt x="54" y="77"/>
                  <ns1:pt x="54" y="77"/>
                  <ns1:pt x="54" y="77"/>
                </ns1:cubicBezTo>
                <ns1:cubicBezTo>
                  <ns1:pt x="54" y="76"/>
                  <ns1:pt x="55" y="76"/>
                  <ns1:pt x="55" y="76"/>
                </ns1:cubicBezTo>
                <ns1:cubicBezTo>
                  <ns1:pt x="65" y="77"/>
                  <ns1:pt x="74" y="85"/>
                  <ns1:pt x="81" y="98"/>
                </ns1:cubicBezTo>
                <ns1:cubicBezTo>
                  <ns1:pt x="81" y="98"/>
                  <ns1:pt x="81" y="98"/>
                  <ns1:pt x="81" y="98"/>
                </ns1:cubicBezTo>
                <ns1:cubicBezTo>
                  <ns1:pt x="85" y="106"/>
                  <ns1:pt x="92" y="112"/>
                  <ns1:pt x="100" y="112"/>
                </ns1:cubicBezTo>
                <ns1:cubicBezTo>
                  <ns1:pt x="118" y="112"/>
                  <ns1:pt x="128" y="84"/>
                  <ns1:pt x="128" y="56"/>
                </ns1:cubicBezTo>
                <ns1:cubicBezTo>
                  <ns1:pt x="128" y="28"/>
                  <ns1:pt x="118" y="0"/>
                  <ns1:pt x="100" y="0"/>
                </ns1:cubicBezTo>
                <ns1:close/>
                <ns1:moveTo>
                  <ns1:pt x="80" y="56"/>
                </ns1:moveTo>
                <ns1:cubicBezTo>
                  <ns1:pt x="80" y="52"/>
                  <ns1:pt x="80" y="48"/>
                  <ns1:pt x="81" y="44"/>
                </ns1:cubicBezTo>
                <ns1:cubicBezTo>
                  <ns1:pt x="92" y="44"/>
                  <ns1:pt x="92" y="44"/>
                  <ns1:pt x="92" y="44"/>
                </ns1:cubicBezTo>
                <ns1:cubicBezTo>
                  <ns1:pt x="96" y="44"/>
                  <ns1:pt x="100" y="49"/>
                  <ns1:pt x="100" y="56"/>
                </ns1:cubicBezTo>
                <ns1:cubicBezTo>
                  <ns1:pt x="100" y="63"/>
                  <ns1:pt x="96" y="68"/>
                  <ns1:pt x="92" y="68"/>
                </ns1:cubicBezTo>
                <ns1:cubicBezTo>
                  <ns1:pt x="81" y="68"/>
                  <ns1:pt x="81" y="68"/>
                  <ns1:pt x="81" y="68"/>
                </ns1:cubicBezTo>
                <ns1:cubicBezTo>
                  <ns1:pt x="80" y="64"/>
                  <ns1:pt x="80" y="60"/>
                  <ns1:pt x="80" y="56"/>
                </ns1:cubicBezTo>
                <ns1:close/>
                <ns1:moveTo>
                  <ns1:pt x="8" y="56"/>
                </ns1:moveTo>
                <ns1:cubicBezTo>
                  <ns1:pt x="8" y="49"/>
                  <ns1:pt x="12" y="44"/>
                  <ns1:pt x="16" y="44"/>
                </ns1:cubicBezTo>
                <ns1:cubicBezTo>
                  <ns1:pt x="44" y="44"/>
                  <ns1:pt x="44" y="44"/>
                  <ns1:pt x="44" y="44"/>
                </ns1:cubicBezTo>
                <ns1:cubicBezTo>
                  <ns1:pt x="42" y="47"/>
                  <ns1:pt x="40" y="51"/>
                  <ns1:pt x="40" y="56"/>
                </ns1:cubicBezTo>
                <ns1:cubicBezTo>
                  <ns1:pt x="40" y="61"/>
                  <ns1:pt x="42" y="65"/>
                  <ns1:pt x="44" y="68"/>
                </ns1:cubicBezTo>
                <ns1:cubicBezTo>
                  <ns1:pt x="16" y="68"/>
                  <ns1:pt x="16" y="68"/>
                  <ns1:pt x="16" y="68"/>
                </ns1:cubicBezTo>
                <ns1:cubicBezTo>
                  <ns1:pt x="12" y="68"/>
                  <ns1:pt x="8" y="63"/>
                  <ns1:pt x="8" y="56"/>
                </ns1:cubicBezTo>
                <ns1:close/>
                <ns1:moveTo>
                  <ns1:pt x="48" y="120"/>
                </ns1:moveTo>
                <ns1:cubicBezTo>
                  <ns1:pt x="32" y="120"/>
                  <ns1:pt x="32" y="120"/>
                  <ns1:pt x="32" y="120"/>
                </ns1:cubicBezTo>
                <ns1:cubicBezTo>
                  <ns1:pt x="32" y="84"/>
                  <ns1:pt x="32" y="84"/>
                  <ns1:pt x="32" y="84"/>
                </ns1:cubicBezTo>
                <ns1:cubicBezTo>
                  <ns1:pt x="32" y="81"/>
                  <ns1:pt x="31" y="78"/>
                  <ns1:pt x="30" y="76"/>
                </ns1:cubicBezTo>
                <ns1:cubicBezTo>
                  <ns1:pt x="33" y="76"/>
                  <ns1:pt x="33" y="76"/>
                  <ns1:pt x="33" y="76"/>
                </ns1:cubicBezTo>
                <ns1:cubicBezTo>
                  <ns1:pt x="33" y="76"/>
                  <ns1:pt x="33" y="76"/>
                  <ns1:pt x="33" y="76"/>
                </ns1:cubicBezTo>
                <ns1:cubicBezTo>
                  <ns1:pt x="45" y="76"/>
                  <ns1:pt x="45" y="76"/>
                  <ns1:pt x="45" y="76"/>
                </ns1:cubicBezTo>
                <ns1:cubicBezTo>
                  <ns1:pt x="44" y="77"/>
                  <ns1:pt x="44" y="79"/>
                  <ns1:pt x="44" y="80"/>
                </ns1:cubicBezTo>
                <ns1:cubicBezTo>
                  <ns1:pt x="44" y="108"/>
                  <ns1:pt x="44" y="108"/>
                  <ns1:pt x="44" y="108"/>
                </ns1:cubicBezTo>
                <ns1:cubicBezTo>
                  <ns1:pt x="44" y="112"/>
                  <ns1:pt x="46" y="114"/>
                  <ns1:pt x="47" y="116"/>
                </ns1:cubicBezTo>
                <ns1:cubicBezTo>
                  <ns1:pt x="48" y="116"/>
                  <ns1:pt x="48" y="116"/>
                  <ns1:pt x="48" y="117"/>
                </ns1:cubicBezTo>
                <ns1:lnTo>
                  <ns1:pt x="48" y="120"/>
                </ns1:lnTo>
                <ns1:close/>
                <ns1:moveTo>
                  <ns1:pt x="53" y="68"/>
                </ns1:moveTo>
                <ns1:cubicBezTo>
                  <ns1:pt x="52" y="68"/>
                  <ns1:pt x="52" y="68"/>
                  <ns1:pt x="52" y="68"/>
                </ns1:cubicBezTo>
                <ns1:cubicBezTo>
                  <ns1:pt x="52" y="68"/>
                  <ns1:pt x="52" y="68"/>
                  <ns1:pt x="52" y="68"/>
                </ns1:cubicBezTo>
                <ns1:cubicBezTo>
                  <ns1:pt x="48" y="68"/>
                  <ns1:pt x="44" y="63"/>
                  <ns1:pt x="44" y="56"/>
                </ns1:cubicBezTo>
                <ns1:cubicBezTo>
                  <ns1:pt x="44" y="49"/>
                  <ns1:pt x="48" y="44"/>
                  <ns1:pt x="52" y="44"/>
                </ns1:cubicBezTo>
                <ns1:cubicBezTo>
                  <ns1:pt x="53" y="44"/>
                  <ns1:pt x="53" y="44"/>
                  <ns1:pt x="53" y="44"/>
                </ns1:cubicBezTo>
                <ns1:cubicBezTo>
                  <ns1:pt x="60" y="44"/>
                  <ns1:pt x="68" y="41"/>
                  <ns1:pt x="74" y="36"/>
                </ns1:cubicBezTo>
                <ns1:cubicBezTo>
                  <ns1:pt x="73" y="42"/>
                  <ns1:pt x="72" y="49"/>
                  <ns1:pt x="72" y="56"/>
                </ns1:cubicBezTo>
                <ns1:cubicBezTo>
                  <ns1:pt x="72" y="63"/>
                  <ns1:pt x="73" y="70"/>
                  <ns1:pt x="74" y="76"/>
                </ns1:cubicBezTo>
                <ns1:cubicBezTo>
                  <ns1:pt x="68" y="71"/>
                  <ns1:pt x="60" y="68"/>
                  <ns1:pt x="53" y="68"/>
                </ns1:cubicBezTo>
                <ns1:close/>
                <ns1:moveTo>
                  <ns1:pt x="100" y="104"/>
                </ns1:moveTo>
                <ns1:cubicBezTo>
                  <ns1:pt x="92" y="104"/>
                  <ns1:pt x="85" y="93"/>
                  <ns1:pt x="82" y="76"/>
                </ns1:cubicBezTo>
                <ns1:cubicBezTo>
                  <ns1:pt x="92" y="76"/>
                  <ns1:pt x="92" y="76"/>
                  <ns1:pt x="92" y="76"/>
                </ns1:cubicBezTo>
                <ns1:cubicBezTo>
                  <ns1:pt x="101" y="76"/>
                  <ns1:pt x="108" y="67"/>
                  <ns1:pt x="108" y="56"/>
                </ns1:cubicBezTo>
                <ns1:cubicBezTo>
                  <ns1:pt x="108" y="45"/>
                  <ns1:pt x="101" y="36"/>
                  <ns1:pt x="92" y="36"/>
                </ns1:cubicBezTo>
                <ns1:cubicBezTo>
                  <ns1:pt x="82" y="36"/>
                  <ns1:pt x="82" y="36"/>
                  <ns1:pt x="82" y="36"/>
                </ns1:cubicBezTo>
                <ns1:cubicBezTo>
                  <ns1:pt x="85" y="19"/>
                  <ns1:pt x="92" y="8"/>
                  <ns1:pt x="100" y="8"/>
                </ns1:cubicBezTo>
                <ns1:cubicBezTo>
                  <ns1:pt x="111" y="8"/>
                  <ns1:pt x="120" y="29"/>
                  <ns1:pt x="120" y="56"/>
                </ns1:cubicBezTo>
                <ns1:cubicBezTo>
                  <ns1:pt x="120" y="83"/>
                  <ns1:pt x="111" y="104"/>
                  <ns1:pt x="100" y="104"/>
                </ns1:cubicBezTo>
                <ns1:close/>
              </ns1:path>
            </ns1:pathLst>
          </ns1:custGeom>
          <ns1:solidFill>
            <ns1:schemeClr val="tx1"/>
          </ns1:solidFill>
          <ns1:ln>
            <ns1:noFill/>
          </ns1:ln>
          <ns1:extLst/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id-ID" sz="2700"/>
          </ns1:p>
        </ns0:txBody>
      </ns0:sp>
      <ns0:grpSp>
        <ns0:nvGrpSpPr>
          <ns0:cNvPr id="134" name="Group 133"/>
          <ns0:cNvGrpSpPr/>
          <ns0:nvPr/>
        </ns0:nvGrpSpPr>
        <ns0:grpSpPr>
          <ns1:xfrm>
            <ns1:off x="1262246" y="1983398"/>
            <ns1:ext cx="411732" cy="405933"/>
            <ns1:chOff x="9934575" y="-392112"/>
            <ns1:chExt cx="450850" cy="444500"/>
          </ns1:xfrm>
          <ns1:solidFill>
            <ns1:schemeClr val="tx1"/>
          </ns1:solidFill>
        </ns0:grpSpPr>
        <ns0:sp>
          <ns0:nvSpPr>
            <ns0:cNvPr id="135" name="Freeform 5"/>
            <ns0:cNvSpPr>
              <ns1:spLocks noEditPoints="1"/>
            </ns0:cNvSpPr>
            <ns0:nvPr/>
          </ns0:nvSpPr>
          <ns0:spPr bwMode="auto">
            <ns1:xfrm>
              <ns1:off x="9934575" y="-392112"/>
              <ns1:ext cx="450850" cy="444500"/>
            </ns1:xfrm>
            <ns1:custGeom>
              <ns1:avLst/>
              <ns1:gdLst>
                <ns1:gd name="T0" fmla="*/ 111 w 120"/>
                <ns1:gd name="T1" fmla="*/ 0 h 118"/>
                <ns1:gd name="T2" fmla="*/ 9 w 120"/>
                <ns1:gd name="T3" fmla="*/ 0 h 118"/>
                <ns1:gd name="T4" fmla="*/ 0 w 120"/>
                <ns1:gd name="T5" fmla="*/ 9 h 118"/>
                <ns1:gd name="T6" fmla="*/ 0 w 120"/>
                <ns1:gd name="T7" fmla="*/ 103 h 118"/>
                <ns1:gd name="T8" fmla="*/ 9 w 120"/>
                <ns1:gd name="T9" fmla="*/ 112 h 118"/>
                <ns1:gd name="T10" fmla="*/ 16 w 120"/>
                <ns1:gd name="T11" fmla="*/ 112 h 118"/>
                <ns1:gd name="T12" fmla="*/ 16 w 120"/>
                <ns1:gd name="T13" fmla="*/ 112 h 118"/>
                <ns1:gd name="T14" fmla="*/ 22 w 120"/>
                <ns1:gd name="T15" fmla="*/ 118 h 118"/>
                <ns1:gd name="T16" fmla="*/ 28 w 120"/>
                <ns1:gd name="T17" fmla="*/ 112 h 118"/>
                <ns1:gd name="T18" fmla="*/ 28 w 120"/>
                <ns1:gd name="T19" fmla="*/ 112 h 118"/>
                <ns1:gd name="T20" fmla="*/ 92 w 120"/>
                <ns1:gd name="T21" fmla="*/ 112 h 118"/>
                <ns1:gd name="T22" fmla="*/ 92 w 120"/>
                <ns1:gd name="T23" fmla="*/ 112 h 118"/>
                <ns1:gd name="T24" fmla="*/ 98 w 120"/>
                <ns1:gd name="T25" fmla="*/ 118 h 118"/>
                <ns1:gd name="T26" fmla="*/ 104 w 120"/>
                <ns1:gd name="T27" fmla="*/ 112 h 118"/>
                <ns1:gd name="T28" fmla="*/ 104 w 120"/>
                <ns1:gd name="T29" fmla="*/ 112 h 118"/>
                <ns1:gd name="T30" fmla="*/ 111 w 120"/>
                <ns1:gd name="T31" fmla="*/ 112 h 118"/>
                <ns1:gd name="T32" fmla="*/ 120 w 120"/>
                <ns1:gd name="T33" fmla="*/ 103 h 118"/>
                <ns1:gd name="T34" fmla="*/ 120 w 120"/>
                <ns1:gd name="T35" fmla="*/ 9 h 118"/>
                <ns1:gd name="T36" fmla="*/ 111 w 120"/>
                <ns1:gd name="T37" fmla="*/ 0 h 118"/>
                <ns1:gd name="T38" fmla="*/ 112 w 120"/>
                <ns1:gd name="T39" fmla="*/ 103 h 118"/>
                <ns1:gd name="T40" fmla="*/ 111 w 120"/>
                <ns1:gd name="T41" fmla="*/ 104 h 118"/>
                <ns1:gd name="T42" fmla="*/ 9 w 120"/>
                <ns1:gd name="T43" fmla="*/ 104 h 118"/>
                <ns1:gd name="T44" fmla="*/ 8 w 120"/>
                <ns1:gd name="T45" fmla="*/ 103 h 118"/>
                <ns1:gd name="T46" fmla="*/ 8 w 120"/>
                <ns1:gd name="T47" fmla="*/ 9 h 118"/>
                <ns1:gd name="T48" fmla="*/ 9 w 120"/>
                <ns1:gd name="T49" fmla="*/ 8 h 118"/>
                <ns1:gd name="T50" fmla="*/ 111 w 120"/>
                <ns1:gd name="T51" fmla="*/ 8 h 118"/>
                <ns1:gd name="T52" fmla="*/ 112 w 120"/>
                <ns1:gd name="T53" fmla="*/ 9 h 118"/>
                <ns1:gd name="T54" fmla="*/ 112 w 120"/>
                <ns1:gd name="T55" fmla="*/ 103 h 118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  <ns1:cxn ang="0">
                  <ns1:pos x="T30" y="T31"/>
                </ns1:cxn>
                <ns1:cxn ang="0">
                  <ns1:pos x="T32" y="T33"/>
                </ns1:cxn>
                <ns1:cxn ang="0">
                  <ns1:pos x="T34" y="T35"/>
                </ns1:cxn>
                <ns1:cxn ang="0">
                  <ns1:pos x="T36" y="T37"/>
                </ns1:cxn>
                <ns1:cxn ang="0">
                  <ns1:pos x="T38" y="T39"/>
                </ns1:cxn>
                <ns1:cxn ang="0">
                  <ns1:pos x="T40" y="T41"/>
                </ns1:cxn>
                <ns1:cxn ang="0">
                  <ns1:pos x="T42" y="T43"/>
                </ns1:cxn>
                <ns1:cxn ang="0">
                  <ns1:pos x="T44" y="T45"/>
                </ns1:cxn>
                <ns1:cxn ang="0">
                  <ns1:pos x="T46" y="T47"/>
                </ns1:cxn>
                <ns1:cxn ang="0">
                  <ns1:pos x="T48" y="T49"/>
                </ns1:cxn>
                <ns1:cxn ang="0">
                  <ns1:pos x="T50" y="T51"/>
                </ns1:cxn>
                <ns1:cxn ang="0">
                  <ns1:pos x="T52" y="T53"/>
                </ns1:cxn>
                <ns1:cxn ang="0">
                  <ns1:pos x="T54" y="T55"/>
                </ns1:cxn>
              </ns1:cxnLst>
              <ns1:rect l="0" t="0" r="r" b="b"/>
              <ns1:pathLst>
                <ns1:path w="120" h="118">
                  <ns1:moveTo>
                    <ns1:pt x="111" y="0"/>
                  </ns1:moveTo>
                  <ns1:cubicBezTo>
                    <ns1:pt x="9" y="0"/>
                    <ns1:pt x="9" y="0"/>
                    <ns1:pt x="9" y="0"/>
                  </ns1:cubicBezTo>
                  <ns1:cubicBezTo>
                    <ns1:pt x="4" y="0"/>
                    <ns1:pt x="0" y="4"/>
                    <ns1:pt x="0" y="9"/>
                  </ns1:cubicBezTo>
                  <ns1:cubicBezTo>
                    <ns1:pt x="0" y="103"/>
                    <ns1:pt x="0" y="103"/>
                    <ns1:pt x="0" y="103"/>
                  </ns1:cubicBezTo>
                  <ns1:cubicBezTo>
                    <ns1:pt x="0" y="108"/>
                    <ns1:pt x="4" y="112"/>
                    <ns1:pt x="9" y="112"/>
                  </ns1:cubicBezTo>
                  <ns1:cubicBezTo>
                    <ns1:pt x="16" y="112"/>
                    <ns1:pt x="16" y="112"/>
                    <ns1:pt x="16" y="112"/>
                  </ns1:cubicBezTo>
                  <ns1:cubicBezTo>
                    <ns1:pt x="16" y="112"/>
                    <ns1:pt x="16" y="112"/>
                    <ns1:pt x="16" y="112"/>
                  </ns1:cubicBezTo>
                  <ns1:cubicBezTo>
                    <ns1:pt x="16" y="115"/>
                    <ns1:pt x="19" y="118"/>
                    <ns1:pt x="22" y="118"/>
                  </ns1:cubicBezTo>
                  <ns1:cubicBezTo>
                    <ns1:pt x="25" y="118"/>
                    <ns1:pt x="28" y="115"/>
                    <ns1:pt x="28" y="112"/>
                  </ns1:cubicBezTo>
                  <ns1:cubicBezTo>
                    <ns1:pt x="28" y="112"/>
                    <ns1:pt x="28" y="112"/>
                    <ns1:pt x="28" y="112"/>
                  </ns1:cubicBezTo>
                  <ns1:cubicBezTo>
                    <ns1:pt x="92" y="112"/>
                    <ns1:pt x="92" y="112"/>
                    <ns1:pt x="92" y="112"/>
                  </ns1:cubicBezTo>
                  <ns1:cubicBezTo>
                    <ns1:pt x="92" y="112"/>
                    <ns1:pt x="92" y="112"/>
                    <ns1:pt x="92" y="112"/>
                  </ns1:cubicBezTo>
                  <ns1:cubicBezTo>
                    <ns1:pt x="92" y="115"/>
                    <ns1:pt x="95" y="118"/>
                    <ns1:pt x="98" y="118"/>
                  </ns1:cubicBezTo>
                  <ns1:cubicBezTo>
                    <ns1:pt x="101" y="118"/>
                    <ns1:pt x="104" y="115"/>
                    <ns1:pt x="104" y="112"/>
                  </ns1:cubicBezTo>
                  <ns1:cubicBezTo>
                    <ns1:pt x="104" y="112"/>
                    <ns1:pt x="104" y="112"/>
                    <ns1:pt x="104" y="112"/>
                  </ns1:cubicBezTo>
                  <ns1:cubicBezTo>
                    <ns1:pt x="111" y="112"/>
                    <ns1:pt x="111" y="112"/>
                    <ns1:pt x="111" y="112"/>
                  </ns1:cubicBezTo>
                  <ns1:cubicBezTo>
                    <ns1:pt x="116" y="112"/>
                    <ns1:pt x="120" y="108"/>
                    <ns1:pt x="120" y="103"/>
                  </ns1:cubicBezTo>
                  <ns1:cubicBezTo>
                    <ns1:pt x="120" y="9"/>
                    <ns1:pt x="120" y="9"/>
                    <ns1:pt x="120" y="9"/>
                  </ns1:cubicBezTo>
                  <ns1:cubicBezTo>
                    <ns1:pt x="120" y="4"/>
                    <ns1:pt x="116" y="0"/>
                    <ns1:pt x="111" y="0"/>
                  </ns1:cubicBezTo>
                  <ns1:close/>
                  <ns1:moveTo>
                    <ns1:pt x="112" y="103"/>
                  </ns1:moveTo>
                  <ns1:cubicBezTo>
                    <ns1:pt x="112" y="104"/>
                    <ns1:pt x="112" y="104"/>
                    <ns1:pt x="111" y="104"/>
                  </ns1:cubicBezTo>
                  <ns1:cubicBezTo>
                    <ns1:pt x="9" y="104"/>
                    <ns1:pt x="9" y="104"/>
                    <ns1:pt x="9" y="104"/>
                  </ns1:cubicBezTo>
                  <ns1:cubicBezTo>
                    <ns1:pt x="8" y="104"/>
                    <ns1:pt x="8" y="104"/>
                    <ns1:pt x="8" y="103"/>
                  </ns1:cubicBezTo>
                  <ns1:cubicBezTo>
                    <ns1:pt x="8" y="9"/>
                    <ns1:pt x="8" y="9"/>
                    <ns1:pt x="8" y="9"/>
                  </ns1:cubicBezTo>
                  <ns1:cubicBezTo>
                    <ns1:pt x="8" y="8"/>
                    <ns1:pt x="8" y="8"/>
                    <ns1:pt x="9" y="8"/>
                  </ns1:cubicBezTo>
                  <ns1:cubicBezTo>
                    <ns1:pt x="111" y="8"/>
                    <ns1:pt x="111" y="8"/>
                    <ns1:pt x="111" y="8"/>
                  </ns1:cubicBezTo>
                  <ns1:cubicBezTo>
                    <ns1:pt x="112" y="8"/>
                    <ns1:pt x="112" y="8"/>
                    <ns1:pt x="112" y="9"/>
                  </ns1:cubicBezTo>
                  <ns1:lnTo>
                    <ns1:pt x="112" y="103"/>
                  </ns1:ln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136" name="Freeform 6"/>
            <ns0:cNvSpPr>
              <ns1:spLocks noEditPoints="1"/>
            </ns0:cNvSpPr>
            <ns0:nvPr/>
          </ns0:nvSpPr>
          <ns0:spPr bwMode="auto">
            <ns1:xfrm>
              <ns1:off x="10061575" y="-279400"/>
              <ns1:ext cx="195263" cy="196850"/>
            </ns1:xfrm>
            <ns1:custGeom>
              <ns1:avLst/>
              <ns1:gdLst>
                <ns1:gd name="T0" fmla="*/ 26 w 52"/>
                <ns1:gd name="T1" fmla="*/ 0 h 52"/>
                <ns1:gd name="T2" fmla="*/ 0 w 52"/>
                <ns1:gd name="T3" fmla="*/ 26 h 52"/>
                <ns1:gd name="T4" fmla="*/ 26 w 52"/>
                <ns1:gd name="T5" fmla="*/ 52 h 52"/>
                <ns1:gd name="T6" fmla="*/ 52 w 52"/>
                <ns1:gd name="T7" fmla="*/ 26 h 52"/>
                <ns1:gd name="T8" fmla="*/ 26 w 52"/>
                <ns1:gd name="T9" fmla="*/ 0 h 52"/>
                <ns1:gd name="T10" fmla="*/ 26 w 52"/>
                <ns1:gd name="T11" fmla="*/ 48 h 52"/>
                <ns1:gd name="T12" fmla="*/ 4 w 52"/>
                <ns1:gd name="T13" fmla="*/ 26 h 52"/>
                <ns1:gd name="T14" fmla="*/ 26 w 52"/>
                <ns1:gd name="T15" fmla="*/ 4 h 52"/>
                <ns1:gd name="T16" fmla="*/ 48 w 52"/>
                <ns1:gd name="T17" fmla="*/ 26 h 52"/>
                <ns1:gd name="T18" fmla="*/ 26 w 52"/>
                <ns1:gd name="T19" fmla="*/ 48 h 52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</ns1:cxnLst>
              <ns1:rect l="0" t="0" r="r" b="b"/>
              <ns1:pathLst>
                <ns1:path w="52" h="52">
                  <ns1:moveTo>
                    <ns1:pt x="26" y="0"/>
                  </ns1:moveTo>
                  <ns1:cubicBezTo>
                    <ns1:pt x="12" y="0"/>
                    <ns1:pt x="0" y="12"/>
                    <ns1:pt x="0" y="26"/>
                  </ns1:cubicBezTo>
                  <ns1:cubicBezTo>
                    <ns1:pt x="0" y="40"/>
                    <ns1:pt x="12" y="52"/>
                    <ns1:pt x="26" y="52"/>
                  </ns1:cubicBezTo>
                  <ns1:cubicBezTo>
                    <ns1:pt x="40" y="52"/>
                    <ns1:pt x="52" y="40"/>
                    <ns1:pt x="52" y="26"/>
                  </ns1:cubicBezTo>
                  <ns1:cubicBezTo>
                    <ns1:pt x="52" y="12"/>
                    <ns1:pt x="40" y="0"/>
                    <ns1:pt x="26" y="0"/>
                  </ns1:cubicBezTo>
                  <ns1:close/>
                  <ns1:moveTo>
                    <ns1:pt x="26" y="48"/>
                  </ns1:moveTo>
                  <ns1:cubicBezTo>
                    <ns1:pt x="14" y="48"/>
                    <ns1:pt x="4" y="38"/>
                    <ns1:pt x="4" y="26"/>
                  </ns1:cubicBezTo>
                  <ns1:cubicBezTo>
                    <ns1:pt x="4" y="14"/>
                    <ns1:pt x="14" y="4"/>
                    <ns1:pt x="26" y="4"/>
                  </ns1:cubicBezTo>
                  <ns1:cubicBezTo>
                    <ns1:pt x="38" y="4"/>
                    <ns1:pt x="48" y="14"/>
                    <ns1:pt x="48" y="26"/>
                  </ns1:cubicBezTo>
                  <ns1:cubicBezTo>
                    <ns1:pt x="48" y="38"/>
                    <ns1:pt x="38" y="48"/>
                    <ns1:pt x="26" y="48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137" name="Freeform 7"/>
            <ns0:cNvSpPr>
              <ns1:spLocks noEditPoints="1"/>
            </ns0:cNvSpPr>
            <ns0:nvPr/>
          </ns0:nvSpPr>
          <ns0:spPr bwMode="auto">
            <ns1:xfrm>
              <ns1:off x="10121900" y="-246062"/>
              <ns1:ext cx="74613" cy="103188"/>
            </ns1:xfrm>
            <ns1:custGeom>
              <ns1:avLst/>
              <ns1:gdLst>
                <ns1:gd name="T0" fmla="*/ 12 w 20"/>
                <ns1:gd name="T1" fmla="*/ 7 h 27"/>
                <ns1:gd name="T2" fmla="*/ 12 w 20"/>
                <ns1:gd name="T3" fmla="*/ 2 h 27"/>
                <ns1:gd name="T4" fmla="*/ 10 w 20"/>
                <ns1:gd name="T5" fmla="*/ 0 h 27"/>
                <ns1:gd name="T6" fmla="*/ 8 w 20"/>
                <ns1:gd name="T7" fmla="*/ 2 h 27"/>
                <ns1:gd name="T8" fmla="*/ 8 w 20"/>
                <ns1:gd name="T9" fmla="*/ 7 h 27"/>
                <ns1:gd name="T10" fmla="*/ 0 w 20"/>
                <ns1:gd name="T11" fmla="*/ 17 h 27"/>
                <ns1:gd name="T12" fmla="*/ 10 w 20"/>
                <ns1:gd name="T13" fmla="*/ 27 h 27"/>
                <ns1:gd name="T14" fmla="*/ 20 w 20"/>
                <ns1:gd name="T15" fmla="*/ 17 h 27"/>
                <ns1:gd name="T16" fmla="*/ 12 w 20"/>
                <ns1:gd name="T17" fmla="*/ 7 h 27"/>
                <ns1:gd name="T18" fmla="*/ 10 w 20"/>
                <ns1:gd name="T19" fmla="*/ 23 h 27"/>
                <ns1:gd name="T20" fmla="*/ 4 w 20"/>
                <ns1:gd name="T21" fmla="*/ 17 h 27"/>
                <ns1:gd name="T22" fmla="*/ 8 w 20"/>
                <ns1:gd name="T23" fmla="*/ 11 h 27"/>
                <ns1:gd name="T24" fmla="*/ 8 w 20"/>
                <ns1:gd name="T25" fmla="*/ 14 h 27"/>
                <ns1:gd name="T26" fmla="*/ 10 w 20"/>
                <ns1:gd name="T27" fmla="*/ 16 h 27"/>
                <ns1:gd name="T28" fmla="*/ 12 w 20"/>
                <ns1:gd name="T29" fmla="*/ 14 h 27"/>
                <ns1:gd name="T30" fmla="*/ 12 w 20"/>
                <ns1:gd name="T31" fmla="*/ 11 h 27"/>
                <ns1:gd name="T32" fmla="*/ 16 w 20"/>
                <ns1:gd name="T33" fmla="*/ 17 h 27"/>
                <ns1:gd name="T34" fmla="*/ 10 w 20"/>
                <ns1:gd name="T35" fmla="*/ 23 h 27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  <ns1:cxn ang="0">
                  <ns1:pos x="T30" y="T31"/>
                </ns1:cxn>
                <ns1:cxn ang="0">
                  <ns1:pos x="T32" y="T33"/>
                </ns1:cxn>
                <ns1:cxn ang="0">
                  <ns1:pos x="T34" y="T35"/>
                </ns1:cxn>
              </ns1:cxnLst>
              <ns1:rect l="0" t="0" r="r" b="b"/>
              <ns1:pathLst>
                <ns1:path w="20" h="27">
                  <ns1:moveTo>
                    <ns1:pt x="12" y="7"/>
                  </ns1:moveTo>
                  <ns1:cubicBezTo>
                    <ns1:pt x="12" y="2"/>
                    <ns1:pt x="12" y="2"/>
                    <ns1:pt x="12" y="2"/>
                  </ns1:cubicBezTo>
                  <ns1:cubicBezTo>
                    <ns1:pt x="12" y="1"/>
                    <ns1:pt x="11" y="0"/>
                    <ns1:pt x="10" y="0"/>
                  </ns1:cubicBezTo>
                  <ns1:cubicBezTo>
                    <ns1:pt x="9" y="0"/>
                    <ns1:pt x="8" y="1"/>
                    <ns1:pt x="8" y="2"/>
                  </ns1:cubicBezTo>
                  <ns1:cubicBezTo>
                    <ns1:pt x="8" y="7"/>
                    <ns1:pt x="8" y="7"/>
                    <ns1:pt x="8" y="7"/>
                  </ns1:cubicBezTo>
                  <ns1:cubicBezTo>
                    <ns1:pt x="3" y="8"/>
                    <ns1:pt x="0" y="12"/>
                    <ns1:pt x="0" y="17"/>
                  </ns1:cubicBezTo>
                  <ns1:cubicBezTo>
                    <ns1:pt x="0" y="23"/>
                    <ns1:pt x="4" y="27"/>
                    <ns1:pt x="10" y="27"/>
                  </ns1:cubicBezTo>
                  <ns1:cubicBezTo>
                    <ns1:pt x="16" y="27"/>
                    <ns1:pt x="20" y="23"/>
                    <ns1:pt x="20" y="17"/>
                  </ns1:cubicBezTo>
                  <ns1:cubicBezTo>
                    <ns1:pt x="20" y="12"/>
                    <ns1:pt x="17" y="8"/>
                    <ns1:pt x="12" y="7"/>
                  </ns1:cubicBezTo>
                  <ns1:close/>
                  <ns1:moveTo>
                    <ns1:pt x="10" y="23"/>
                  </ns1:moveTo>
                  <ns1:cubicBezTo>
                    <ns1:pt x="7" y="23"/>
                    <ns1:pt x="4" y="20"/>
                    <ns1:pt x="4" y="17"/>
                  </ns1:cubicBezTo>
                  <ns1:cubicBezTo>
                    <ns1:pt x="4" y="14"/>
                    <ns1:pt x="6" y="12"/>
                    <ns1:pt x="8" y="11"/>
                  </ns1:cubicBezTo>
                  <ns1:cubicBezTo>
                    <ns1:pt x="8" y="14"/>
                    <ns1:pt x="8" y="14"/>
                    <ns1:pt x="8" y="14"/>
                  </ns1:cubicBezTo>
                  <ns1:cubicBezTo>
                    <ns1:pt x="8" y="15"/>
                    <ns1:pt x="9" y="16"/>
                    <ns1:pt x="10" y="16"/>
                  </ns1:cubicBezTo>
                  <ns1:cubicBezTo>
                    <ns1:pt x="11" y="16"/>
                    <ns1:pt x="12" y="15"/>
                    <ns1:pt x="12" y="14"/>
                  </ns1:cubicBezTo>
                  <ns1:cubicBezTo>
                    <ns1:pt x="12" y="11"/>
                    <ns1:pt x="12" y="11"/>
                    <ns1:pt x="12" y="11"/>
                  </ns1:cubicBezTo>
                  <ns1:cubicBezTo>
                    <ns1:pt x="14" y="12"/>
                    <ns1:pt x="16" y="14"/>
                    <ns1:pt x="16" y="17"/>
                  </ns1:cubicBezTo>
                  <ns1:cubicBezTo>
                    <ns1:pt x="16" y="20"/>
                    <ns1:pt x="13" y="23"/>
                    <ns1:pt x="10" y="23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138" name="Freeform 8"/>
            <ns0:cNvSpPr>
              <ns1:spLocks noEditPoints="1"/>
            </ns0:cNvSpPr>
            <ns0:nvPr/>
          </ns0:nvSpPr>
          <ns0:spPr bwMode="auto">
            <ns1:xfrm>
              <ns1:off x="9994900" y="-331787"/>
              <ns1:ext cx="344488" cy="301625"/>
            </ns1:xfrm>
            <ns1:custGeom>
              <ns1:avLst/>
              <ns1:gdLst>
                <ns1:gd name="T0" fmla="*/ 88 w 92"/>
                <ns1:gd name="T1" fmla="*/ 13 h 80"/>
                <ns1:gd name="T2" fmla="*/ 88 w 92"/>
                <ns1:gd name="T3" fmla="*/ 5 h 80"/>
                <ns1:gd name="T4" fmla="*/ 83 w 92"/>
                <ns1:gd name="T5" fmla="*/ 0 h 80"/>
                <ns1:gd name="T6" fmla="*/ 5 w 92"/>
                <ns1:gd name="T7" fmla="*/ 0 h 80"/>
                <ns1:gd name="T8" fmla="*/ 0 w 92"/>
                <ns1:gd name="T9" fmla="*/ 5 h 80"/>
                <ns1:gd name="T10" fmla="*/ 0 w 92"/>
                <ns1:gd name="T11" fmla="*/ 75 h 80"/>
                <ns1:gd name="T12" fmla="*/ 5 w 92"/>
                <ns1:gd name="T13" fmla="*/ 80 h 80"/>
                <ns1:gd name="T14" fmla="*/ 83 w 92"/>
                <ns1:gd name="T15" fmla="*/ 80 h 80"/>
                <ns1:gd name="T16" fmla="*/ 88 w 92"/>
                <ns1:gd name="T17" fmla="*/ 75 h 80"/>
                <ns1:gd name="T18" fmla="*/ 88 w 92"/>
                <ns1:gd name="T19" fmla="*/ 69 h 80"/>
                <ns1:gd name="T20" fmla="*/ 92 w 92"/>
                <ns1:gd name="T21" fmla="*/ 63 h 80"/>
                <ns1:gd name="T22" fmla="*/ 92 w 92"/>
                <ns1:gd name="T23" fmla="*/ 59 h 80"/>
                <ns1:gd name="T24" fmla="*/ 88 w 92"/>
                <ns1:gd name="T25" fmla="*/ 53 h 80"/>
                <ns1:gd name="T26" fmla="*/ 88 w 92"/>
                <ns1:gd name="T27" fmla="*/ 29 h 80"/>
                <ns1:gd name="T28" fmla="*/ 92 w 92"/>
                <ns1:gd name="T29" fmla="*/ 23 h 80"/>
                <ns1:gd name="T30" fmla="*/ 92 w 92"/>
                <ns1:gd name="T31" fmla="*/ 19 h 80"/>
                <ns1:gd name="T32" fmla="*/ 88 w 92"/>
                <ns1:gd name="T33" fmla="*/ 13 h 80"/>
                <ns1:gd name="T34" fmla="*/ 83 w 92"/>
                <ns1:gd name="T35" fmla="*/ 76 h 80"/>
                <ns1:gd name="T36" fmla="*/ 5 w 92"/>
                <ns1:gd name="T37" fmla="*/ 76 h 80"/>
                <ns1:gd name="T38" fmla="*/ 4 w 92"/>
                <ns1:gd name="T39" fmla="*/ 75 h 80"/>
                <ns1:gd name="T40" fmla="*/ 4 w 92"/>
                <ns1:gd name="T41" fmla="*/ 5 h 80"/>
                <ns1:gd name="T42" fmla="*/ 5 w 92"/>
                <ns1:gd name="T43" fmla="*/ 4 h 80"/>
                <ns1:gd name="T44" fmla="*/ 83 w 92"/>
                <ns1:gd name="T45" fmla="*/ 4 h 80"/>
                <ns1:gd name="T46" fmla="*/ 84 w 92"/>
                <ns1:gd name="T47" fmla="*/ 5 h 80"/>
                <ns1:gd name="T48" fmla="*/ 84 w 92"/>
                <ns1:gd name="T49" fmla="*/ 13 h 80"/>
                <ns1:gd name="T50" fmla="*/ 80 w 92"/>
                <ns1:gd name="T51" fmla="*/ 19 h 80"/>
                <ns1:gd name="T52" fmla="*/ 80 w 92"/>
                <ns1:gd name="T53" fmla="*/ 23 h 80"/>
                <ns1:gd name="T54" fmla="*/ 84 w 92"/>
                <ns1:gd name="T55" fmla="*/ 29 h 80"/>
                <ns1:gd name="T56" fmla="*/ 84 w 92"/>
                <ns1:gd name="T57" fmla="*/ 53 h 80"/>
                <ns1:gd name="T58" fmla="*/ 80 w 92"/>
                <ns1:gd name="T59" fmla="*/ 59 h 80"/>
                <ns1:gd name="T60" fmla="*/ 80 w 92"/>
                <ns1:gd name="T61" fmla="*/ 63 h 80"/>
                <ns1:gd name="T62" fmla="*/ 84 w 92"/>
                <ns1:gd name="T63" fmla="*/ 69 h 80"/>
                <ns1:gd name="T64" fmla="*/ 84 w 92"/>
                <ns1:gd name="T65" fmla="*/ 75 h 80"/>
                <ns1:gd name="T66" fmla="*/ 83 w 92"/>
                <ns1:gd name="T67" fmla="*/ 76 h 80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  <ns1:cxn ang="0">
                  <ns1:pos x="T30" y="T31"/>
                </ns1:cxn>
                <ns1:cxn ang="0">
                  <ns1:pos x="T32" y="T33"/>
                </ns1:cxn>
                <ns1:cxn ang="0">
                  <ns1:pos x="T34" y="T35"/>
                </ns1:cxn>
                <ns1:cxn ang="0">
                  <ns1:pos x="T36" y="T37"/>
                </ns1:cxn>
                <ns1:cxn ang="0">
                  <ns1:pos x="T38" y="T39"/>
                </ns1:cxn>
                <ns1:cxn ang="0">
                  <ns1:pos x="T40" y="T41"/>
                </ns1:cxn>
                <ns1:cxn ang="0">
                  <ns1:pos x="T42" y="T43"/>
                </ns1:cxn>
                <ns1:cxn ang="0">
                  <ns1:pos x="T44" y="T45"/>
                </ns1:cxn>
                <ns1:cxn ang="0">
                  <ns1:pos x="T46" y="T47"/>
                </ns1:cxn>
                <ns1:cxn ang="0">
                  <ns1:pos x="T48" y="T49"/>
                </ns1:cxn>
                <ns1:cxn ang="0">
                  <ns1:pos x="T50" y="T51"/>
                </ns1:cxn>
                <ns1:cxn ang="0">
                  <ns1:pos x="T52" y="T53"/>
                </ns1:cxn>
                <ns1:cxn ang="0">
                  <ns1:pos x="T54" y="T55"/>
                </ns1:cxn>
                <ns1:cxn ang="0">
                  <ns1:pos x="T56" y="T57"/>
                </ns1:cxn>
                <ns1:cxn ang="0">
                  <ns1:pos x="T58" y="T59"/>
                </ns1:cxn>
                <ns1:cxn ang="0">
                  <ns1:pos x="T60" y="T61"/>
                </ns1:cxn>
                <ns1:cxn ang="0">
                  <ns1:pos x="T62" y="T63"/>
                </ns1:cxn>
                <ns1:cxn ang="0">
                  <ns1:pos x="T64" y="T65"/>
                </ns1:cxn>
                <ns1:cxn ang="0">
                  <ns1:pos x="T66" y="T67"/>
                </ns1:cxn>
              </ns1:cxnLst>
              <ns1:rect l="0" t="0" r="r" b="b"/>
              <ns1:pathLst>
                <ns1:path w="92" h="80">
                  <ns1:moveTo>
                    <ns1:pt x="88" y="13"/>
                  </ns1:moveTo>
                  <ns1:cubicBezTo>
                    <ns1:pt x="88" y="5"/>
                    <ns1:pt x="88" y="5"/>
                    <ns1:pt x="88" y="5"/>
                  </ns1:cubicBezTo>
                  <ns1:cubicBezTo>
                    <ns1:pt x="88" y="2"/>
                    <ns1:pt x="86" y="0"/>
                    <ns1:pt x="83" y="0"/>
                  </ns1:cubicBezTo>
                  <ns1:cubicBezTo>
                    <ns1:pt x="5" y="0"/>
                    <ns1:pt x="5" y="0"/>
                    <ns1:pt x="5" y="0"/>
                  </ns1:cubicBezTo>
                  <ns1:cubicBezTo>
                    <ns1:pt x="2" y="0"/>
                    <ns1:pt x="0" y="2"/>
                    <ns1:pt x="0" y="5"/>
                  </ns1:cubicBezTo>
                  <ns1:cubicBezTo>
                    <ns1:pt x="0" y="75"/>
                    <ns1:pt x="0" y="75"/>
                    <ns1:pt x="0" y="75"/>
                  </ns1:cubicBezTo>
                  <ns1:cubicBezTo>
                    <ns1:pt x="0" y="78"/>
                    <ns1:pt x="2" y="80"/>
                    <ns1:pt x="5" y="80"/>
                  </ns1:cubicBezTo>
                  <ns1:cubicBezTo>
                    <ns1:pt x="83" y="80"/>
                    <ns1:pt x="83" y="80"/>
                    <ns1:pt x="83" y="80"/>
                  </ns1:cubicBezTo>
                  <ns1:cubicBezTo>
                    <ns1:pt x="86" y="80"/>
                    <ns1:pt x="88" y="78"/>
                    <ns1:pt x="88" y="75"/>
                  </ns1:cubicBezTo>
                  <ns1:cubicBezTo>
                    <ns1:pt x="88" y="69"/>
                    <ns1:pt x="88" y="69"/>
                    <ns1:pt x="88" y="69"/>
                  </ns1:cubicBezTo>
                  <ns1:cubicBezTo>
                    <ns1:pt x="90" y="68"/>
                    <ns1:pt x="92" y="66"/>
                    <ns1:pt x="92" y="63"/>
                  </ns1:cubicBezTo>
                  <ns1:cubicBezTo>
                    <ns1:pt x="92" y="59"/>
                    <ns1:pt x="92" y="59"/>
                    <ns1:pt x="92" y="59"/>
                  </ns1:cubicBezTo>
                  <ns1:cubicBezTo>
                    <ns1:pt x="92" y="56"/>
                    <ns1:pt x="90" y="54"/>
                    <ns1:pt x="88" y="53"/>
                  </ns1:cubicBezTo>
                  <ns1:cubicBezTo>
                    <ns1:pt x="88" y="29"/>
                    <ns1:pt x="88" y="29"/>
                    <ns1:pt x="88" y="29"/>
                  </ns1:cubicBezTo>
                  <ns1:cubicBezTo>
                    <ns1:pt x="90" y="28"/>
                    <ns1:pt x="92" y="26"/>
                    <ns1:pt x="92" y="23"/>
                  </ns1:cubicBezTo>
                  <ns1:cubicBezTo>
                    <ns1:pt x="92" y="19"/>
                    <ns1:pt x="92" y="19"/>
                    <ns1:pt x="92" y="19"/>
                  </ns1:cubicBezTo>
                  <ns1:cubicBezTo>
                    <ns1:pt x="92" y="16"/>
                    <ns1:pt x="90" y="14"/>
                    <ns1:pt x="88" y="13"/>
                  </ns1:cubicBezTo>
                  <ns1:close/>
                  <ns1:moveTo>
                    <ns1:pt x="83" y="76"/>
                  </ns1:moveTo>
                  <ns1:cubicBezTo>
                    <ns1:pt x="5" y="76"/>
                    <ns1:pt x="5" y="76"/>
                    <ns1:pt x="5" y="76"/>
                  </ns1:cubicBezTo>
                  <ns1:cubicBezTo>
                    <ns1:pt x="4" y="76"/>
                    <ns1:pt x="4" y="76"/>
                    <ns1:pt x="4" y="75"/>
                  </ns1:cubicBezTo>
                  <ns1:cubicBezTo>
                    <ns1:pt x="4" y="5"/>
                    <ns1:pt x="4" y="5"/>
                    <ns1:pt x="4" y="5"/>
                  </ns1:cubicBezTo>
                  <ns1:cubicBezTo>
                    <ns1:pt x="4" y="4"/>
                    <ns1:pt x="4" y="4"/>
                    <ns1:pt x="5" y="4"/>
                  </ns1:cubicBezTo>
                  <ns1:cubicBezTo>
                    <ns1:pt x="83" y="4"/>
                    <ns1:pt x="83" y="4"/>
                    <ns1:pt x="83" y="4"/>
                  </ns1:cubicBezTo>
                  <ns1:cubicBezTo>
                    <ns1:pt x="84" y="4"/>
                    <ns1:pt x="84" y="4"/>
                    <ns1:pt x="84" y="5"/>
                  </ns1:cubicBezTo>
                  <ns1:cubicBezTo>
                    <ns1:pt x="84" y="13"/>
                    <ns1:pt x="84" y="13"/>
                    <ns1:pt x="84" y="13"/>
                  </ns1:cubicBezTo>
                  <ns1:cubicBezTo>
                    <ns1:pt x="82" y="14"/>
                    <ns1:pt x="80" y="16"/>
                    <ns1:pt x="80" y="19"/>
                  </ns1:cubicBezTo>
                  <ns1:cubicBezTo>
                    <ns1:pt x="80" y="23"/>
                    <ns1:pt x="80" y="23"/>
                    <ns1:pt x="80" y="23"/>
                  </ns1:cubicBezTo>
                  <ns1:cubicBezTo>
                    <ns1:pt x="80" y="26"/>
                    <ns1:pt x="82" y="28"/>
                    <ns1:pt x="84" y="29"/>
                  </ns1:cubicBezTo>
                  <ns1:cubicBezTo>
                    <ns1:pt x="84" y="53"/>
                    <ns1:pt x="84" y="53"/>
                    <ns1:pt x="84" y="53"/>
                  </ns1:cubicBezTo>
                  <ns1:cubicBezTo>
                    <ns1:pt x="82" y="54"/>
                    <ns1:pt x="80" y="56"/>
                    <ns1:pt x="80" y="59"/>
                  </ns1:cubicBezTo>
                  <ns1:cubicBezTo>
                    <ns1:pt x="80" y="63"/>
                    <ns1:pt x="80" y="63"/>
                    <ns1:pt x="80" y="63"/>
                  </ns1:cubicBezTo>
                  <ns1:cubicBezTo>
                    <ns1:pt x="80" y="66"/>
                    <ns1:pt x="82" y="68"/>
                    <ns1:pt x="84" y="69"/>
                  </ns1:cubicBezTo>
                  <ns1:cubicBezTo>
                    <ns1:pt x="84" y="75"/>
                    <ns1:pt x="84" y="75"/>
                    <ns1:pt x="84" y="75"/>
                  </ns1:cubicBezTo>
                  <ns1:cubicBezTo>
                    <ns1:pt x="84" y="76"/>
                    <ns1:pt x="84" y="76"/>
                    <ns1:pt x="83" y="76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</ns0:grpSp>
      <ns0:grpSp>
        <ns0:nvGrpSpPr>
          <ns0:cNvPr id="139" name="Group 138"/>
          <ns0:cNvGrpSpPr/>
          <ns0:nvPr/>
        </ns0:nvGrpSpPr>
        <ns0:grpSpPr>
          <ns1:xfrm>
            <ns1:off x="10490296" y="359418"/>
            <ns1:ext cx="420688" cy="422275"/>
            <ns1:chOff x="1298575" y="588963"/>
            <ns1:chExt cx="420688" cy="422275"/>
          </ns1:xfrm>
          <ns1:solidFill>
            <ns1:schemeClr val="tx1"/>
          </ns1:solidFill>
        </ns0:grpSpPr>
        <ns0:sp>
          <ns0:nvSpPr>
            <ns0:cNvPr id="140" name="Freeform 9"/>
            <ns0:cNvSpPr>
              <ns1:spLocks noEditPoints="1"/>
            </ns0:cNvSpPr>
            <ns0:nvPr/>
          </ns0:nvSpPr>
          <ns0:spPr bwMode="auto">
            <ns1:xfrm>
              <ns1:off x="1298575" y="588963"/>
              <ns1:ext cx="420688" cy="422275"/>
            </ns1:xfrm>
            <ns1:custGeom>
              <ns1:avLst/>
              <ns1:gdLst>
                <ns1:gd name="T0" fmla="*/ 64 w 112"/>
                <ns1:gd name="T1" fmla="*/ 12 h 112"/>
                <ns1:gd name="T2" fmla="*/ 78 w 112"/>
                <ns1:gd name="T3" fmla="*/ 23 h 112"/>
                <ns1:gd name="T4" fmla="*/ 84 w 112"/>
                <ns1:gd name="T5" fmla="*/ 18 h 112"/>
                <ns1:gd name="T6" fmla="*/ 93 w 112"/>
                <ns1:gd name="T7" fmla="*/ 25 h 112"/>
                <ns1:gd name="T8" fmla="*/ 89 w 112"/>
                <ns1:gd name="T9" fmla="*/ 34 h 112"/>
                <ns1:gd name="T10" fmla="*/ 100 w 112"/>
                <ns1:gd name="T11" fmla="*/ 48 h 112"/>
                <ns1:gd name="T12" fmla="*/ 104 w 112"/>
                <ns1:gd name="T13" fmla="*/ 60 h 112"/>
                <ns1:gd name="T14" fmla="*/ 95 w 112"/>
                <ns1:gd name="T15" fmla="*/ 64 h 112"/>
                <ns1:gd name="T16" fmla="*/ 93 w 112"/>
                <ns1:gd name="T17" fmla="*/ 81 h 112"/>
                <ns1:gd name="T18" fmla="*/ 87 w 112"/>
                <ns1:gd name="T19" fmla="*/ 93 h 112"/>
                <ns1:gd name="T20" fmla="*/ 81 w 112"/>
                <ns1:gd name="T21" fmla="*/ 93 h 112"/>
                <ns1:gd name="T22" fmla="*/ 64 w 112"/>
                <ns1:gd name="T23" fmla="*/ 95 h 112"/>
                <ns1:gd name="T24" fmla="*/ 60 w 112"/>
                <ns1:gd name="T25" fmla="*/ 104 h 112"/>
                <ns1:gd name="T26" fmla="*/ 48 w 112"/>
                <ns1:gd name="T27" fmla="*/ 100 h 112"/>
                <ns1:gd name="T28" fmla="*/ 34 w 112"/>
                <ns1:gd name="T29" fmla="*/ 89 h 112"/>
                <ns1:gd name="T30" fmla="*/ 28 w 112"/>
                <ns1:gd name="T31" fmla="*/ 94 h 112"/>
                <ns1:gd name="T32" fmla="*/ 19 w 112"/>
                <ns1:gd name="T33" fmla="*/ 87 h 112"/>
                <ns1:gd name="T34" fmla="*/ 23 w 112"/>
                <ns1:gd name="T35" fmla="*/ 78 h 112"/>
                <ns1:gd name="T36" fmla="*/ 12 w 112"/>
                <ns1:gd name="T37" fmla="*/ 64 h 112"/>
                <ns1:gd name="T38" fmla="*/ 8 w 112"/>
                <ns1:gd name="T39" fmla="*/ 52 h 112"/>
                <ns1:gd name="T40" fmla="*/ 17 w 112"/>
                <ns1:gd name="T41" fmla="*/ 48 h 112"/>
                <ns1:gd name="T42" fmla="*/ 19 w 112"/>
                <ns1:gd name="T43" fmla="*/ 31 h 112"/>
                <ns1:gd name="T44" fmla="*/ 25 w 112"/>
                <ns1:gd name="T45" fmla="*/ 19 h 112"/>
                <ns1:gd name="T46" fmla="*/ 31 w 112"/>
                <ns1:gd name="T47" fmla="*/ 19 h 112"/>
                <ns1:gd name="T48" fmla="*/ 48 w 112"/>
                <ns1:gd name="T49" fmla="*/ 17 h 112"/>
                <ns1:gd name="T50" fmla="*/ 52 w 112"/>
                <ns1:gd name="T51" fmla="*/ 8 h 112"/>
                <ns1:gd name="T52" fmla="*/ 60 w 112"/>
                <ns1:gd name="T53" fmla="*/ 0 h 112"/>
                <ns1:gd name="T54" fmla="*/ 40 w 112"/>
                <ns1:gd name="T55" fmla="*/ 11 h 112"/>
                <ns1:gd name="T56" fmla="*/ 28 w 112"/>
                <ns1:gd name="T57" fmla="*/ 10 h 112"/>
                <ns1:gd name="T58" fmla="*/ 14 w 112"/>
                <ns1:gd name="T59" fmla="*/ 19 h 112"/>
                <ns1:gd name="T60" fmla="*/ 13 w 112"/>
                <ns1:gd name="T61" fmla="*/ 35 h 112"/>
                <ns1:gd name="T62" fmla="*/ 0 w 112"/>
                <ns1:gd name="T63" fmla="*/ 52 h 112"/>
                <ns1:gd name="T64" fmla="*/ 11 w 112"/>
                <ns1:gd name="T65" fmla="*/ 72 h 112"/>
                <ns1:gd name="T66" fmla="*/ 10 w 112"/>
                <ns1:gd name="T67" fmla="*/ 84 h 112"/>
                <ns1:gd name="T68" fmla="*/ 19 w 112"/>
                <ns1:gd name="T69" fmla="*/ 98 h 112"/>
                <ns1:gd name="T70" fmla="*/ 35 w 112"/>
                <ns1:gd name="T71" fmla="*/ 99 h 112"/>
                <ns1:gd name="T72" fmla="*/ 52 w 112"/>
                <ns1:gd name="T73" fmla="*/ 112 h 112"/>
                <ns1:gd name="T74" fmla="*/ 72 w 112"/>
                <ns1:gd name="T75" fmla="*/ 101 h 112"/>
                <ns1:gd name="T76" fmla="*/ 84 w 112"/>
                <ns1:gd name="T77" fmla="*/ 102 h 112"/>
                <ns1:gd name="T78" fmla="*/ 98 w 112"/>
                <ns1:gd name="T79" fmla="*/ 93 h 112"/>
                <ns1:gd name="T80" fmla="*/ 99 w 112"/>
                <ns1:gd name="T81" fmla="*/ 77 h 112"/>
                <ns1:gd name="T82" fmla="*/ 112 w 112"/>
                <ns1:gd name="T83" fmla="*/ 60 h 112"/>
                <ns1:gd name="T84" fmla="*/ 101 w 112"/>
                <ns1:gd name="T85" fmla="*/ 40 h 112"/>
                <ns1:gd name="T86" fmla="*/ 102 w 112"/>
                <ns1:gd name="T87" fmla="*/ 28 h 112"/>
                <ns1:gd name="T88" fmla="*/ 93 w 112"/>
                <ns1:gd name="T89" fmla="*/ 14 h 112"/>
                <ns1:gd name="T90" fmla="*/ 77 w 112"/>
                <ns1:gd name="T91" fmla="*/ 13 h 112"/>
                <ns1:gd name="T92" fmla="*/ 60 w 112"/>
                <ns1:gd name="T93" fmla="*/ 0 h 112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  <ns1:cxn ang="0">
                  <ns1:pos x="T30" y="T31"/>
                </ns1:cxn>
                <ns1:cxn ang="0">
                  <ns1:pos x="T32" y="T33"/>
                </ns1:cxn>
                <ns1:cxn ang="0">
                  <ns1:pos x="T34" y="T35"/>
                </ns1:cxn>
                <ns1:cxn ang="0">
                  <ns1:pos x="T36" y="T37"/>
                </ns1:cxn>
                <ns1:cxn ang="0">
                  <ns1:pos x="T38" y="T39"/>
                </ns1:cxn>
                <ns1:cxn ang="0">
                  <ns1:pos x="T40" y="T41"/>
                </ns1:cxn>
                <ns1:cxn ang="0">
                  <ns1:pos x="T42" y="T43"/>
                </ns1:cxn>
                <ns1:cxn ang="0">
                  <ns1:pos x="T44" y="T45"/>
                </ns1:cxn>
                <ns1:cxn ang="0">
                  <ns1:pos x="T46" y="T47"/>
                </ns1:cxn>
                <ns1:cxn ang="0">
                  <ns1:pos x="T48" y="T49"/>
                </ns1:cxn>
                <ns1:cxn ang="0">
                  <ns1:pos x="T50" y="T51"/>
                </ns1:cxn>
                <ns1:cxn ang="0">
                  <ns1:pos x="T52" y="T53"/>
                </ns1:cxn>
                <ns1:cxn ang="0">
                  <ns1:pos x="T54" y="T55"/>
                </ns1:cxn>
                <ns1:cxn ang="0">
                  <ns1:pos x="T56" y="T57"/>
                </ns1:cxn>
                <ns1:cxn ang="0">
                  <ns1:pos x="T58" y="T59"/>
                </ns1:cxn>
                <ns1:cxn ang="0">
                  <ns1:pos x="T60" y="T61"/>
                </ns1:cxn>
                <ns1:cxn ang="0">
                  <ns1:pos x="T62" y="T63"/>
                </ns1:cxn>
                <ns1:cxn ang="0">
                  <ns1:pos x="T64" y="T65"/>
                </ns1:cxn>
                <ns1:cxn ang="0">
                  <ns1:pos x="T66" y="T67"/>
                </ns1:cxn>
                <ns1:cxn ang="0">
                  <ns1:pos x="T68" y="T69"/>
                </ns1:cxn>
                <ns1:cxn ang="0">
                  <ns1:pos x="T70" y="T71"/>
                </ns1:cxn>
                <ns1:cxn ang="0">
                  <ns1:pos x="T72" y="T73"/>
                </ns1:cxn>
                <ns1:cxn ang="0">
                  <ns1:pos x="T74" y="T75"/>
                </ns1:cxn>
                <ns1:cxn ang="0">
                  <ns1:pos x="T76" y="T77"/>
                </ns1:cxn>
                <ns1:cxn ang="0">
                  <ns1:pos x="T78" y="T79"/>
                </ns1:cxn>
                <ns1:cxn ang="0">
                  <ns1:pos x="T80" y="T81"/>
                </ns1:cxn>
                <ns1:cxn ang="0">
                  <ns1:pos x="T82" y="T83"/>
                </ns1:cxn>
                <ns1:cxn ang="0">
                  <ns1:pos x="T84" y="T85"/>
                </ns1:cxn>
                <ns1:cxn ang="0">
                  <ns1:pos x="T86" y="T87"/>
                </ns1:cxn>
                <ns1:cxn ang="0">
                  <ns1:pos x="T88" y="T89"/>
                </ns1:cxn>
                <ns1:cxn ang="0">
                  <ns1:pos x="T90" y="T91"/>
                </ns1:cxn>
                <ns1:cxn ang="0">
                  <ns1:pos x="T92" y="T93"/>
                </ns1:cxn>
              </ns1:cxnLst>
              <ns1:rect l="0" t="0" r="r" b="b"/>
              <ns1:pathLst>
                <ns1:path w="112" h="112">
                  <ns1:moveTo>
                    <ns1:pt x="60" y="8"/>
                  </ns1:moveTo>
                  <ns1:cubicBezTo>
                    <ns1:pt x="62" y="8"/>
                    <ns1:pt x="64" y="10"/>
                    <ns1:pt x="64" y="12"/>
                  </ns1:cubicBezTo>
                  <ns1:cubicBezTo>
                    <ns1:pt x="64" y="17"/>
                    <ns1:pt x="64" y="17"/>
                    <ns1:pt x="64" y="17"/>
                  </ns1:cubicBezTo>
                  <ns1:cubicBezTo>
                    <ns1:pt x="69" y="18"/>
                    <ns1:pt x="74" y="20"/>
                    <ns1:pt x="78" y="23"/>
                  </ns1:cubicBezTo>
                  <ns1:cubicBezTo>
                    <ns1:pt x="81" y="19"/>
                    <ns1:pt x="81" y="19"/>
                    <ns1:pt x="81" y="19"/>
                  </ns1:cubicBezTo>
                  <ns1:cubicBezTo>
                    <ns1:pt x="82" y="18"/>
                    <ns1:pt x="83" y="18"/>
                    <ns1:pt x="84" y="18"/>
                  </ns1:cubicBezTo>
                  <ns1:cubicBezTo>
                    <ns1:pt x="85" y="18"/>
                    <ns1:pt x="86" y="18"/>
                    <ns1:pt x="87" y="19"/>
                  </ns1:cubicBezTo>
                  <ns1:cubicBezTo>
                    <ns1:pt x="93" y="25"/>
                    <ns1:pt x="93" y="25"/>
                    <ns1:pt x="93" y="25"/>
                  </ns1:cubicBezTo>
                  <ns1:cubicBezTo>
                    <ns1:pt x="94" y="26"/>
                    <ns1:pt x="94" y="29"/>
                    <ns1:pt x="93" y="31"/>
                  </ns1:cubicBezTo>
                  <ns1:cubicBezTo>
                    <ns1:pt x="89" y="34"/>
                    <ns1:pt x="89" y="34"/>
                    <ns1:pt x="89" y="34"/>
                  </ns1:cubicBezTo>
                  <ns1:cubicBezTo>
                    <ns1:pt x="92" y="38"/>
                    <ns1:pt x="94" y="43"/>
                    <ns1:pt x="95" y="48"/>
                  </ns1:cubicBezTo>
                  <ns1:cubicBezTo>
                    <ns1:pt x="100" y="48"/>
                    <ns1:pt x="100" y="48"/>
                    <ns1:pt x="100" y="48"/>
                  </ns1:cubicBezTo>
                  <ns1:cubicBezTo>
                    <ns1:pt x="102" y="48"/>
                    <ns1:pt x="104" y="50"/>
                    <ns1:pt x="104" y="52"/>
                  </ns1:cubicBezTo>
                  <ns1:cubicBezTo>
                    <ns1:pt x="104" y="60"/>
                    <ns1:pt x="104" y="60"/>
                    <ns1:pt x="104" y="60"/>
                  </ns1:cubicBezTo>
                  <ns1:cubicBezTo>
                    <ns1:pt x="104" y="62"/>
                    <ns1:pt x="102" y="64"/>
                    <ns1:pt x="100" y="64"/>
                  </ns1:cubicBezTo>
                  <ns1:cubicBezTo>
                    <ns1:pt x="95" y="64"/>
                    <ns1:pt x="95" y="64"/>
                    <ns1:pt x="95" y="64"/>
                  </ns1:cubicBezTo>
                  <ns1:cubicBezTo>
                    <ns1:pt x="94" y="69"/>
                    <ns1:pt x="92" y="74"/>
                    <ns1:pt x="89" y="78"/>
                  </ns1:cubicBezTo>
                  <ns1:cubicBezTo>
                    <ns1:pt x="93" y="81"/>
                    <ns1:pt x="93" y="81"/>
                    <ns1:pt x="93" y="81"/>
                  </ns1:cubicBezTo>
                  <ns1:cubicBezTo>
                    <ns1:pt x="94" y="83"/>
                    <ns1:pt x="94" y="86"/>
                    <ns1:pt x="93" y="87"/>
                  </ns1:cubicBezTo>
                  <ns1:cubicBezTo>
                    <ns1:pt x="87" y="93"/>
                    <ns1:pt x="87" y="93"/>
                    <ns1:pt x="87" y="93"/>
                  </ns1:cubicBezTo>
                  <ns1:cubicBezTo>
                    <ns1:pt x="86" y="94"/>
                    <ns1:pt x="85" y="94"/>
                    <ns1:pt x="84" y="94"/>
                  </ns1:cubicBezTo>
                  <ns1:cubicBezTo>
                    <ns1:pt x="83" y="94"/>
                    <ns1:pt x="82" y="94"/>
                    <ns1:pt x="81" y="93"/>
                  </ns1:cubicBezTo>
                  <ns1:cubicBezTo>
                    <ns1:pt x="78" y="89"/>
                    <ns1:pt x="78" y="89"/>
                    <ns1:pt x="78" y="89"/>
                  </ns1:cubicBezTo>
                  <ns1:cubicBezTo>
                    <ns1:pt x="74" y="92"/>
                    <ns1:pt x="69" y="94"/>
                    <ns1:pt x="64" y="95"/>
                  </ns1:cubicBezTo>
                  <ns1:cubicBezTo>
                    <ns1:pt x="64" y="100"/>
                    <ns1:pt x="64" y="100"/>
                    <ns1:pt x="64" y="100"/>
                  </ns1:cubicBezTo>
                  <ns1:cubicBezTo>
                    <ns1:pt x="64" y="102"/>
                    <ns1:pt x="62" y="104"/>
                    <ns1:pt x="60" y="104"/>
                  </ns1:cubicBezTo>
                  <ns1:cubicBezTo>
                    <ns1:pt x="52" y="104"/>
                    <ns1:pt x="52" y="104"/>
                    <ns1:pt x="52" y="104"/>
                  </ns1:cubicBezTo>
                  <ns1:cubicBezTo>
                    <ns1:pt x="50" y="104"/>
                    <ns1:pt x="48" y="102"/>
                    <ns1:pt x="48" y="100"/>
                  </ns1:cubicBezTo>
                  <ns1:cubicBezTo>
                    <ns1:pt x="48" y="95"/>
                    <ns1:pt x="48" y="95"/>
                    <ns1:pt x="48" y="95"/>
                  </ns1:cubicBezTo>
                  <ns1:cubicBezTo>
                    <ns1:pt x="43" y="94"/>
                    <ns1:pt x="38" y="92"/>
                    <ns1:pt x="34" y="89"/>
                  </ns1:cubicBezTo>
                  <ns1:cubicBezTo>
                    <ns1:pt x="31" y="93"/>
                    <ns1:pt x="31" y="93"/>
                    <ns1:pt x="31" y="93"/>
                  </ns1:cubicBezTo>
                  <ns1:cubicBezTo>
                    <ns1:pt x="30" y="94"/>
                    <ns1:pt x="29" y="94"/>
                    <ns1:pt x="28" y="94"/>
                  </ns1:cubicBezTo>
                  <ns1:cubicBezTo>
                    <ns1:pt x="27" y="94"/>
                    <ns1:pt x="26" y="94"/>
                    <ns1:pt x="25" y="93"/>
                  </ns1:cubicBezTo>
                  <ns1:cubicBezTo>
                    <ns1:pt x="19" y="87"/>
                    <ns1:pt x="19" y="87"/>
                    <ns1:pt x="19" y="87"/>
                  </ns1:cubicBezTo>
                  <ns1:cubicBezTo>
                    <ns1:pt x="18" y="86"/>
                    <ns1:pt x="18" y="83"/>
                    <ns1:pt x="19" y="81"/>
                  </ns1:cubicBezTo>
                  <ns1:cubicBezTo>
                    <ns1:pt x="23" y="78"/>
                    <ns1:pt x="23" y="78"/>
                    <ns1:pt x="23" y="78"/>
                  </ns1:cubicBezTo>
                  <ns1:cubicBezTo>
                    <ns1:pt x="20" y="74"/>
                    <ns1:pt x="18" y="69"/>
                    <ns1:pt x="17" y="64"/>
                  </ns1:cubicBezTo>
                  <ns1:cubicBezTo>
                    <ns1:pt x="12" y="64"/>
                    <ns1:pt x="12" y="64"/>
                    <ns1:pt x="12" y="64"/>
                  </ns1:cubicBezTo>
                  <ns1:cubicBezTo>
                    <ns1:pt x="10" y="64"/>
                    <ns1:pt x="8" y="62"/>
                    <ns1:pt x="8" y="60"/>
                  </ns1:cubicBezTo>
                  <ns1:cubicBezTo>
                    <ns1:pt x="8" y="52"/>
                    <ns1:pt x="8" y="52"/>
                    <ns1:pt x="8" y="52"/>
                  </ns1:cubicBezTo>
                  <ns1:cubicBezTo>
                    <ns1:pt x="8" y="50"/>
                    <ns1:pt x="10" y="48"/>
                    <ns1:pt x="12" y="48"/>
                  </ns1:cubicBezTo>
                  <ns1:cubicBezTo>
                    <ns1:pt x="17" y="48"/>
                    <ns1:pt x="17" y="48"/>
                    <ns1:pt x="17" y="48"/>
                  </ns1:cubicBezTo>
                  <ns1:cubicBezTo>
                    <ns1:pt x="18" y="43"/>
                    <ns1:pt x="20" y="38"/>
                    <ns1:pt x="23" y="34"/>
                  </ns1:cubicBezTo>
                  <ns1:cubicBezTo>
                    <ns1:pt x="19" y="31"/>
                    <ns1:pt x="19" y="31"/>
                    <ns1:pt x="19" y="31"/>
                  </ns1:cubicBezTo>
                  <ns1:cubicBezTo>
                    <ns1:pt x="18" y="29"/>
                    <ns1:pt x="18" y="26"/>
                    <ns1:pt x="19" y="25"/>
                  </ns1:cubicBezTo>
                  <ns1:cubicBezTo>
                    <ns1:pt x="25" y="19"/>
                    <ns1:pt x="25" y="19"/>
                    <ns1:pt x="25" y="19"/>
                  </ns1:cubicBezTo>
                  <ns1:cubicBezTo>
                    <ns1:pt x="26" y="18"/>
                    <ns1:pt x="27" y="18"/>
                    <ns1:pt x="28" y="18"/>
                  </ns1:cubicBezTo>
                  <ns1:cubicBezTo>
                    <ns1:pt x="29" y="18"/>
                    <ns1:pt x="30" y="18"/>
                    <ns1:pt x="31" y="19"/>
                  </ns1:cubicBezTo>
                  <ns1:cubicBezTo>
                    <ns1:pt x="34" y="23"/>
                    <ns1:pt x="34" y="23"/>
                    <ns1:pt x="34" y="23"/>
                  </ns1:cubicBezTo>
                  <ns1:cubicBezTo>
                    <ns1:pt x="38" y="20"/>
                    <ns1:pt x="43" y="18"/>
                    <ns1:pt x="48" y="17"/>
                  </ns1:cubicBezTo>
                  <ns1:cubicBezTo>
                    <ns1:pt x="48" y="12"/>
                    <ns1:pt x="48" y="12"/>
                    <ns1:pt x="48" y="12"/>
                  </ns1:cubicBezTo>
                  <ns1:cubicBezTo>
                    <ns1:pt x="48" y="10"/>
                    <ns1:pt x="50" y="8"/>
                    <ns1:pt x="52" y="8"/>
                  </ns1:cubicBezTo>
                  <ns1:cubicBezTo>
                    <ns1:pt x="60" y="8"/>
                    <ns1:pt x="60" y="8"/>
                    <ns1:pt x="60" y="8"/>
                  </ns1:cubicBezTo>
                  <ns1:moveTo>
                    <ns1:pt x="60" y="0"/>
                  </ns1:moveTo>
                  <ns1:cubicBezTo>
                    <ns1:pt x="52" y="0"/>
                    <ns1:pt x="52" y="0"/>
                    <ns1:pt x="52" y="0"/>
                  </ns1:cubicBezTo>
                  <ns1:cubicBezTo>
                    <ns1:pt x="46" y="0"/>
                    <ns1:pt x="41" y="5"/>
                    <ns1:pt x="40" y="11"/>
                  </ns1:cubicBezTo>
                  <ns1:cubicBezTo>
                    <ns1:pt x="38" y="11"/>
                    <ns1:pt x="37" y="12"/>
                    <ns1:pt x="35" y="13"/>
                  </ns1:cubicBezTo>
                  <ns1:cubicBezTo>
                    <ns1:pt x="33" y="11"/>
                    <ns1:pt x="31" y="10"/>
                    <ns1:pt x="28" y="10"/>
                  </ns1:cubicBezTo>
                  <ns1:cubicBezTo>
                    <ns1:pt x="25" y="10"/>
                    <ns1:pt x="21" y="11"/>
                    <ns1:pt x="19" y="14"/>
                  </ns1:cubicBezTo>
                  <ns1:cubicBezTo>
                    <ns1:pt x="14" y="19"/>
                    <ns1:pt x="14" y="19"/>
                    <ns1:pt x="14" y="19"/>
                  </ns1:cubicBezTo>
                  <ns1:cubicBezTo>
                    <ns1:pt x="11" y="22"/>
                    <ns1:pt x="10" y="25"/>
                    <ns1:pt x="10" y="28"/>
                  </ns1:cubicBezTo>
                  <ns1:cubicBezTo>
                    <ns1:pt x="10" y="31"/>
                    <ns1:pt x="11" y="33"/>
                    <ns1:pt x="13" y="35"/>
                  </ns1:cubicBezTo>
                  <ns1:cubicBezTo>
                    <ns1:pt x="12" y="37"/>
                    <ns1:pt x="11" y="38"/>
                    <ns1:pt x="11" y="40"/>
                  </ns1:cubicBezTo>
                  <ns1:cubicBezTo>
                    <ns1:pt x="5" y="41"/>
                    <ns1:pt x="0" y="46"/>
                    <ns1:pt x="0" y="52"/>
                  </ns1:cubicBezTo>
                  <ns1:cubicBezTo>
                    <ns1:pt x="0" y="60"/>
                    <ns1:pt x="0" y="60"/>
                    <ns1:pt x="0" y="60"/>
                  </ns1:cubicBezTo>
                  <ns1:cubicBezTo>
                    <ns1:pt x="0" y="66"/>
                    <ns1:pt x="5" y="71"/>
                    <ns1:pt x="11" y="72"/>
                  </ns1:cubicBezTo>
                  <ns1:cubicBezTo>
                    <ns1:pt x="11" y="74"/>
                    <ns1:pt x="12" y="75"/>
                    <ns1:pt x="13" y="77"/>
                  </ns1:cubicBezTo>
                  <ns1:cubicBezTo>
                    <ns1:pt x="11" y="79"/>
                    <ns1:pt x="10" y="81"/>
                    <ns1:pt x="10" y="84"/>
                  </ns1:cubicBezTo>
                  <ns1:cubicBezTo>
                    <ns1:pt x="10" y="87"/>
                    <ns1:pt x="11" y="91"/>
                    <ns1:pt x="14" y="93"/>
                  </ns1:cubicBezTo>
                  <ns1:cubicBezTo>
                    <ns1:pt x="19" y="98"/>
                    <ns1:pt x="19" y="98"/>
                    <ns1:pt x="19" y="98"/>
                  </ns1:cubicBezTo>
                  <ns1:cubicBezTo>
                    <ns1:pt x="21" y="101"/>
                    <ns1:pt x="25" y="102"/>
                    <ns1:pt x="28" y="102"/>
                  </ns1:cubicBezTo>
                  <ns1:cubicBezTo>
                    <ns1:pt x="31" y="102"/>
                    <ns1:pt x="33" y="101"/>
                    <ns1:pt x="35" y="99"/>
                  </ns1:cubicBezTo>
                  <ns1:cubicBezTo>
                    <ns1:pt x="37" y="100"/>
                    <ns1:pt x="38" y="101"/>
                    <ns1:pt x="40" y="101"/>
                  </ns1:cubicBezTo>
                  <ns1:cubicBezTo>
                    <ns1:pt x="41" y="107"/>
                    <ns1:pt x="46" y="112"/>
                    <ns1:pt x="52" y="112"/>
                  </ns1:cubicBezTo>
                  <ns1:cubicBezTo>
                    <ns1:pt x="60" y="112"/>
                    <ns1:pt x="60" y="112"/>
                    <ns1:pt x="60" y="112"/>
                  </ns1:cubicBezTo>
                  <ns1:cubicBezTo>
                    <ns1:pt x="66" y="112"/>
                    <ns1:pt x="71" y="107"/>
                    <ns1:pt x="72" y="101"/>
                  </ns1:cubicBezTo>
                  <ns1:cubicBezTo>
                    <ns1:pt x="74" y="101"/>
                    <ns1:pt x="75" y="100"/>
                    <ns1:pt x="77" y="99"/>
                  </ns1:cubicBezTo>
                  <ns1:cubicBezTo>
                    <ns1:pt x="79" y="101"/>
                    <ns1:pt x="81" y="102"/>
                    <ns1:pt x="84" y="102"/>
                  </ns1:cubicBezTo>
                  <ns1:cubicBezTo>
                    <ns1:pt x="87" y="102"/>
                    <ns1:pt x="91" y="101"/>
                    <ns1:pt x="93" y="98"/>
                  </ns1:cubicBezTo>
                  <ns1:cubicBezTo>
                    <ns1:pt x="98" y="93"/>
                    <ns1:pt x="98" y="93"/>
                    <ns1:pt x="98" y="93"/>
                  </ns1:cubicBezTo>
                  <ns1:cubicBezTo>
                    <ns1:pt x="101" y="91"/>
                    <ns1:pt x="102" y="87"/>
                    <ns1:pt x="102" y="84"/>
                  </ns1:cubicBezTo>
                  <ns1:cubicBezTo>
                    <ns1:pt x="102" y="81"/>
                    <ns1:pt x="101" y="79"/>
                    <ns1:pt x="99" y="77"/>
                  </ns1:cubicBezTo>
                  <ns1:cubicBezTo>
                    <ns1:pt x="100" y="75"/>
                    <ns1:pt x="101" y="74"/>
                    <ns1:pt x="101" y="72"/>
                  </ns1:cubicBezTo>
                  <ns1:cubicBezTo>
                    <ns1:pt x="107" y="71"/>
                    <ns1:pt x="112" y="66"/>
                    <ns1:pt x="112" y="60"/>
                  </ns1:cubicBezTo>
                  <ns1:cubicBezTo>
                    <ns1:pt x="112" y="52"/>
                    <ns1:pt x="112" y="52"/>
                    <ns1:pt x="112" y="52"/>
                  </ns1:cubicBezTo>
                  <ns1:cubicBezTo>
                    <ns1:pt x="112" y="46"/>
                    <ns1:pt x="107" y="41"/>
                    <ns1:pt x="101" y="40"/>
                  </ns1:cubicBezTo>
                  <ns1:cubicBezTo>
                    <ns1:pt x="101" y="38"/>
                    <ns1:pt x="100" y="37"/>
                    <ns1:pt x="99" y="35"/>
                  </ns1:cubicBezTo>
                  <ns1:cubicBezTo>
                    <ns1:pt x="101" y="33"/>
                    <ns1:pt x="102" y="31"/>
                    <ns1:pt x="102" y="28"/>
                  </ns1:cubicBezTo>
                  <ns1:cubicBezTo>
                    <ns1:pt x="102" y="25"/>
                    <ns1:pt x="101" y="22"/>
                    <ns1:pt x="98" y="19"/>
                  </ns1:cubicBezTo>
                  <ns1:cubicBezTo>
                    <ns1:pt x="93" y="14"/>
                    <ns1:pt x="93" y="14"/>
                    <ns1:pt x="93" y="14"/>
                  </ns1:cubicBezTo>
                  <ns1:cubicBezTo>
                    <ns1:pt x="91" y="11"/>
                    <ns1:pt x="87" y="10"/>
                    <ns1:pt x="84" y="10"/>
                  </ns1:cubicBezTo>
                  <ns1:cubicBezTo>
                    <ns1:pt x="81" y="10"/>
                    <ns1:pt x="79" y="11"/>
                    <ns1:pt x="77" y="13"/>
                  </ns1:cubicBezTo>
                  <ns1:cubicBezTo>
                    <ns1:pt x="75" y="12"/>
                    <ns1:pt x="74" y="11"/>
                    <ns1:pt x="72" y="11"/>
                  </ns1:cubicBezTo>
                  <ns1:cubicBezTo>
                    <ns1:pt x="71" y="5"/>
                    <ns1:pt x="66" y="0"/>
                    <ns1:pt x="60" y="0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141" name="Freeform 10"/>
            <ns0:cNvSpPr>
              <ns1:spLocks noEditPoints="1"/>
            </ns0:cNvSpPr>
            <ns0:nvPr/>
          </ns0:nvSpPr>
          <ns0:spPr bwMode="auto">
            <ns1:xfrm>
              <ns1:off x="1411288" y="701675"/>
              <ns1:ext cx="195263" cy="196850"/>
            </ns1:xfrm>
            <ns1:custGeom>
              <ns1:avLst/>
              <ns1:gdLst>
                <ns1:gd name="T0" fmla="*/ 26 w 52"/>
                <ns1:gd name="T1" fmla="*/ 52 h 52"/>
                <ns1:gd name="T2" fmla="*/ 0 w 52"/>
                <ns1:gd name="T3" fmla="*/ 26 h 52"/>
                <ns1:gd name="T4" fmla="*/ 26 w 52"/>
                <ns1:gd name="T5" fmla="*/ 0 h 52"/>
                <ns1:gd name="T6" fmla="*/ 52 w 52"/>
                <ns1:gd name="T7" fmla="*/ 26 h 52"/>
                <ns1:gd name="T8" fmla="*/ 26 w 52"/>
                <ns1:gd name="T9" fmla="*/ 52 h 52"/>
                <ns1:gd name="T10" fmla="*/ 26 w 52"/>
                <ns1:gd name="T11" fmla="*/ 4 h 52"/>
                <ns1:gd name="T12" fmla="*/ 4 w 52"/>
                <ns1:gd name="T13" fmla="*/ 26 h 52"/>
                <ns1:gd name="T14" fmla="*/ 26 w 52"/>
                <ns1:gd name="T15" fmla="*/ 48 h 52"/>
                <ns1:gd name="T16" fmla="*/ 48 w 52"/>
                <ns1:gd name="T17" fmla="*/ 26 h 52"/>
                <ns1:gd name="T18" fmla="*/ 26 w 52"/>
                <ns1:gd name="T19" fmla="*/ 4 h 52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</ns1:cxnLst>
              <ns1:rect l="0" t="0" r="r" b="b"/>
              <ns1:pathLst>
                <ns1:path w="52" h="52">
                  <ns1:moveTo>
                    <ns1:pt x="26" y="52"/>
                  </ns1:moveTo>
                  <ns1:cubicBezTo>
                    <ns1:pt x="12" y="52"/>
                    <ns1:pt x="0" y="40"/>
                    <ns1:pt x="0" y="26"/>
                  </ns1:cubicBezTo>
                  <ns1:cubicBezTo>
                    <ns1:pt x="0" y="12"/>
                    <ns1:pt x="12" y="0"/>
                    <ns1:pt x="26" y="0"/>
                  </ns1:cubicBezTo>
                  <ns1:cubicBezTo>
                    <ns1:pt x="40" y="0"/>
                    <ns1:pt x="52" y="12"/>
                    <ns1:pt x="52" y="26"/>
                  </ns1:cubicBezTo>
                  <ns1:cubicBezTo>
                    <ns1:pt x="52" y="40"/>
                    <ns1:pt x="40" y="52"/>
                    <ns1:pt x="26" y="52"/>
                  </ns1:cubicBezTo>
                  <ns1:close/>
                  <ns1:moveTo>
                    <ns1:pt x="26" y="4"/>
                  </ns1:moveTo>
                  <ns1:cubicBezTo>
                    <ns1:pt x="14" y="4"/>
                    <ns1:pt x="4" y="14"/>
                    <ns1:pt x="4" y="26"/>
                  </ns1:cubicBezTo>
                  <ns1:cubicBezTo>
                    <ns1:pt x="4" y="38"/>
                    <ns1:pt x="14" y="48"/>
                    <ns1:pt x="26" y="48"/>
                  </ns1:cubicBezTo>
                  <ns1:cubicBezTo>
                    <ns1:pt x="38" y="48"/>
                    <ns1:pt x="48" y="38"/>
                    <ns1:pt x="48" y="26"/>
                  </ns1:cubicBezTo>
                  <ns1:cubicBezTo>
                    <ns1:pt x="48" y="14"/>
                    <ns1:pt x="38" y="4"/>
                    <ns1:pt x="26" y="4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142" name="Freeform 11"/>
            <ns0:cNvSpPr>
              <ns1:spLocks noEditPoints="1"/>
            </ns0:cNvSpPr>
            <ns0:nvPr/>
          </ns0:nvSpPr>
          <ns0:spPr bwMode="auto">
            <ns1:xfrm>
              <ns1:off x="1455738" y="747713"/>
              <ns1:ext cx="106363" cy="106363"/>
            </ns1:xfrm>
            <ns1:custGeom>
              <ns1:avLst/>
              <ns1:gdLst>
                <ns1:gd name="T0" fmla="*/ 14 w 28"/>
                <ns1:gd name="T1" fmla="*/ 28 h 28"/>
                <ns1:gd name="T2" fmla="*/ 0 w 28"/>
                <ns1:gd name="T3" fmla="*/ 14 h 28"/>
                <ns1:gd name="T4" fmla="*/ 14 w 28"/>
                <ns1:gd name="T5" fmla="*/ 0 h 28"/>
                <ns1:gd name="T6" fmla="*/ 28 w 28"/>
                <ns1:gd name="T7" fmla="*/ 14 h 28"/>
                <ns1:gd name="T8" fmla="*/ 14 w 28"/>
                <ns1:gd name="T9" fmla="*/ 28 h 28"/>
                <ns1:gd name="T10" fmla="*/ 14 w 28"/>
                <ns1:gd name="T11" fmla="*/ 4 h 28"/>
                <ns1:gd name="T12" fmla="*/ 4 w 28"/>
                <ns1:gd name="T13" fmla="*/ 14 h 28"/>
                <ns1:gd name="T14" fmla="*/ 14 w 28"/>
                <ns1:gd name="T15" fmla="*/ 24 h 28"/>
                <ns1:gd name="T16" fmla="*/ 24 w 28"/>
                <ns1:gd name="T17" fmla="*/ 14 h 28"/>
                <ns1:gd name="T18" fmla="*/ 14 w 28"/>
                <ns1:gd name="T19" fmla="*/ 4 h 28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</ns1:cxnLst>
              <ns1:rect l="0" t="0" r="r" b="b"/>
              <ns1:pathLst>
                <ns1:path w="28" h="28">
                  <ns1:moveTo>
                    <ns1:pt x="14" y="28"/>
                  </ns1:moveTo>
                  <ns1:cubicBezTo>
                    <ns1:pt x="6" y="28"/>
                    <ns1:pt x="0" y="22"/>
                    <ns1:pt x="0" y="14"/>
                  </ns1:cubicBezTo>
                  <ns1:cubicBezTo>
                    <ns1:pt x="0" y="6"/>
                    <ns1:pt x="6" y="0"/>
                    <ns1:pt x="14" y="0"/>
                  </ns1:cubicBezTo>
                  <ns1:cubicBezTo>
                    <ns1:pt x="22" y="0"/>
                    <ns1:pt x="28" y="6"/>
                    <ns1:pt x="28" y="14"/>
                  </ns1:cubicBezTo>
                  <ns1:cubicBezTo>
                    <ns1:pt x="28" y="22"/>
                    <ns1:pt x="22" y="28"/>
                    <ns1:pt x="14" y="28"/>
                  </ns1:cubicBezTo>
                  <ns1:close/>
                  <ns1:moveTo>
                    <ns1:pt x="14" y="4"/>
                  </ns1:moveTo>
                  <ns1:cubicBezTo>
                    <ns1:pt x="8" y="4"/>
                    <ns1:pt x="4" y="8"/>
                    <ns1:pt x="4" y="14"/>
                  </ns1:cubicBezTo>
                  <ns1:cubicBezTo>
                    <ns1:pt x="4" y="20"/>
                    <ns1:pt x="8" y="24"/>
                    <ns1:pt x="14" y="24"/>
                  </ns1:cubicBezTo>
                  <ns1:cubicBezTo>
                    <ns1:pt x="20" y="24"/>
                    <ns1:pt x="24" y="20"/>
                    <ns1:pt x="24" y="14"/>
                  </ns1:cubicBezTo>
                  <ns1:cubicBezTo>
                    <ns1:pt x="24" y="8"/>
                    <ns1:pt x="20" y="4"/>
                    <ns1:pt x="14" y="4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</ns0:grpSp>
      <ns0:grpSp>
        <ns0:nvGrpSpPr>
          <ns0:cNvPr id="143" name="Group 142"/>
          <ns0:cNvGrpSpPr/>
          <ns0:nvPr/>
        </ns0:nvGrpSpPr>
        <ns0:grpSpPr>
          <ns1:xfrm>
            <ns1:off x="2273270" y="3612351"/>
            <ns1:ext cx="403766" cy="405040"/>
            <ns1:chOff x="1727201" y="319088"/>
            <ns1:chExt cx="503237" cy="504825"/>
          </ns1:xfrm>
          <ns1:solidFill>
            <ns1:schemeClr val="tx1"/>
          </ns1:solidFill>
        </ns0:grpSpPr>
        <ns0:sp>
          <ns0:nvSpPr>
            <ns0:cNvPr id="144" name="Freeform 15"/>
            <ns0:cNvSpPr>
              <ns1:spLocks/>
            </ns0:cNvSpPr>
            <ns0:nvPr/>
          </ns0:nvSpPr>
          <ns0:spPr bwMode="auto">
            <ns1:xfrm>
              <ns1:off x="1812925" y="406400"/>
              <ns1:ext cx="120650" cy="119062"/>
            </ns1:xfrm>
            <ns1:custGeom>
              <ns1:avLst/>
              <ns1:gdLst>
                <ns1:gd name="T0" fmla="*/ 30 w 32"/>
                <ns1:gd name="T1" fmla="*/ 0 h 32"/>
                <ns1:gd name="T2" fmla="*/ 0 w 32"/>
                <ns1:gd name="T3" fmla="*/ 30 h 32"/>
                <ns1:gd name="T4" fmla="*/ 2 w 32"/>
                <ns1:gd name="T5" fmla="*/ 32 h 32"/>
                <ns1:gd name="T6" fmla="*/ 4 w 32"/>
                <ns1:gd name="T7" fmla="*/ 30 h 32"/>
                <ns1:gd name="T8" fmla="*/ 30 w 32"/>
                <ns1:gd name="T9" fmla="*/ 4 h 32"/>
                <ns1:gd name="T10" fmla="*/ 32 w 32"/>
                <ns1:gd name="T11" fmla="*/ 2 h 32"/>
                <ns1:gd name="T12" fmla="*/ 30 w 32"/>
                <ns1:gd name="T13" fmla="*/ 0 h 32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</ns1:cxnLst>
              <ns1:rect l="0" t="0" r="r" b="b"/>
              <ns1:pathLst>
                <ns1:path w="32" h="32">
                  <ns1:moveTo>
                    <ns1:pt x="30" y="0"/>
                  </ns1:moveTo>
                  <ns1:cubicBezTo>
                    <ns1:pt x="13" y="0"/>
                    <ns1:pt x="0" y="13"/>
                    <ns1:pt x="0" y="30"/>
                  </ns1:cubicBezTo>
                  <ns1:cubicBezTo>
                    <ns1:pt x="0" y="31"/>
                    <ns1:pt x="1" y="32"/>
                    <ns1:pt x="2" y="32"/>
                  </ns1:cubicBezTo>
                  <ns1:cubicBezTo>
                    <ns1:pt x="3" y="32"/>
                    <ns1:pt x="4" y="31"/>
                    <ns1:pt x="4" y="30"/>
                  </ns1:cubicBezTo>
                  <ns1:cubicBezTo>
                    <ns1:pt x="4" y="15"/>
                    <ns1:pt x="15" y="4"/>
                    <ns1:pt x="30" y="4"/>
                  </ns1:cubicBezTo>
                  <ns1:cubicBezTo>
                    <ns1:pt x="31" y="4"/>
                    <ns1:pt x="32" y="3"/>
                    <ns1:pt x="32" y="2"/>
                  </ns1:cubicBezTo>
                  <ns1:cubicBezTo>
                    <ns1:pt x="32" y="1"/>
                    <ns1:pt x="31" y="0"/>
                    <ns1:pt x="30" y="0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145" name="Freeform 16"/>
            <ns0:cNvSpPr>
              <ns1:spLocks noEditPoints="1"/>
            </ns0:cNvSpPr>
            <ns0:nvPr/>
          </ns0:nvSpPr>
          <ns0:spPr bwMode="auto">
            <ns1:xfrm>
              <ns1:off x="1727201" y="319088"/>
              <ns1:ext cx="503237" cy="504825"/>
            </ns1:xfrm>
            <ns1:custGeom>
              <ns1:avLst/>
              <ns1:gdLst>
                <ns1:gd name="T0" fmla="*/ 131 w 134"/>
                <ns1:gd name="T1" fmla="*/ 120 h 134"/>
                <ns1:gd name="T2" fmla="*/ 102 w 134"/>
                <ns1:gd name="T3" fmla="*/ 91 h 134"/>
                <ns1:gd name="T4" fmla="*/ 95 w 134"/>
                <ns1:gd name="T5" fmla="*/ 90 h 134"/>
                <ns1:gd name="T6" fmla="*/ 89 w 134"/>
                <ns1:gd name="T7" fmla="*/ 84 h 134"/>
                <ns1:gd name="T8" fmla="*/ 89 w 134"/>
                <ns1:gd name="T9" fmla="*/ 84 h 134"/>
                <ns1:gd name="T10" fmla="*/ 87 w 134"/>
                <ns1:gd name="T11" fmla="*/ 19 h 134"/>
                <ns1:gd name="T12" fmla="*/ 19 w 134"/>
                <ns1:gd name="T13" fmla="*/ 19 h 134"/>
                <ns1:gd name="T14" fmla="*/ 19 w 134"/>
                <ns1:gd name="T15" fmla="*/ 87 h 134"/>
                <ns1:gd name="T16" fmla="*/ 84 w 134"/>
                <ns1:gd name="T17" fmla="*/ 89 h 134"/>
                <ns1:gd name="T18" fmla="*/ 84 w 134"/>
                <ns1:gd name="T19" fmla="*/ 89 h 134"/>
                <ns1:gd name="T20" fmla="*/ 90 w 134"/>
                <ns1:gd name="T21" fmla="*/ 95 h 134"/>
                <ns1:gd name="T22" fmla="*/ 91 w 134"/>
                <ns1:gd name="T23" fmla="*/ 102 h 134"/>
                <ns1:gd name="T24" fmla="*/ 120 w 134"/>
                <ns1:gd name="T25" fmla="*/ 131 h 134"/>
                <ns1:gd name="T26" fmla="*/ 130 w 134"/>
                <ns1:gd name="T27" fmla="*/ 130 h 134"/>
                <ns1:gd name="T28" fmla="*/ 131 w 134"/>
                <ns1:gd name="T29" fmla="*/ 120 h 134"/>
                <ns1:gd name="T30" fmla="*/ 81 w 134"/>
                <ns1:gd name="T31" fmla="*/ 81 h 134"/>
                <ns1:gd name="T32" fmla="*/ 24 w 134"/>
                <ns1:gd name="T33" fmla="*/ 81 h 134"/>
                <ns1:gd name="T34" fmla="*/ 24 w 134"/>
                <ns1:gd name="T35" fmla="*/ 24 h 134"/>
                <ns1:gd name="T36" fmla="*/ 81 w 134"/>
                <ns1:gd name="T37" fmla="*/ 24 h 134"/>
                <ns1:gd name="T38" fmla="*/ 81 w 134"/>
                <ns1:gd name="T39" fmla="*/ 81 h 134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  <ns1:cxn ang="0">
                  <ns1:pos x="T30" y="T31"/>
                </ns1:cxn>
                <ns1:cxn ang="0">
                  <ns1:pos x="T32" y="T33"/>
                </ns1:cxn>
                <ns1:cxn ang="0">
                  <ns1:pos x="T34" y="T35"/>
                </ns1:cxn>
                <ns1:cxn ang="0">
                  <ns1:pos x="T36" y="T37"/>
                </ns1:cxn>
                <ns1:cxn ang="0">
                  <ns1:pos x="T38" y="T39"/>
                </ns1:cxn>
              </ns1:cxnLst>
              <ns1:rect l="0" t="0" r="r" b="b"/>
              <ns1:pathLst>
                <ns1:path w="134" h="134">
                  <ns1:moveTo>
                    <ns1:pt x="131" y="120"/>
                  </ns1:moveTo>
                  <ns1:cubicBezTo>
                    <ns1:pt x="102" y="91"/>
                    <ns1:pt x="102" y="91"/>
                    <ns1:pt x="102" y="91"/>
                  </ns1:cubicBezTo>
                  <ns1:cubicBezTo>
                    <ns1:pt x="100" y="89"/>
                    <ns1:pt x="98" y="89"/>
                    <ns1:pt x="95" y="90"/>
                  </ns1:cubicBezTo>
                  <ns1:cubicBezTo>
                    <ns1:pt x="89" y="84"/>
                    <ns1:pt x="89" y="84"/>
                    <ns1:pt x="89" y="84"/>
                  </ns1:cubicBezTo>
                  <ns1:cubicBezTo>
                    <ns1:pt x="89" y="84"/>
                    <ns1:pt x="89" y="84"/>
                    <ns1:pt x="89" y="84"/>
                  </ns1:cubicBezTo>
                  <ns1:cubicBezTo>
                    <ns1:pt x="105" y="65"/>
                    <ns1:pt x="104" y="36"/>
                    <ns1:pt x="87" y="19"/>
                  </ns1:cubicBezTo>
                  <ns1:cubicBezTo>
                    <ns1:pt x="68" y="0"/>
                    <ns1:pt x="38" y="0"/>
                    <ns1:pt x="19" y="19"/>
                  </ns1:cubicBezTo>
                  <ns1:cubicBezTo>
                    <ns1:pt x="0" y="37"/>
                    <ns1:pt x="0" y="68"/>
                    <ns1:pt x="19" y="87"/>
                  </ns1:cubicBezTo>
                  <ns1:cubicBezTo>
                    <ns1:pt x="37" y="104"/>
                    <ns1:pt x="65" y="105"/>
                    <ns1:pt x="84" y="89"/>
                  </ns1:cubicBezTo>
                  <ns1:cubicBezTo>
                    <ns1:pt x="84" y="89"/>
                    <ns1:pt x="84" y="89"/>
                    <ns1:pt x="84" y="89"/>
                  </ns1:cubicBezTo>
                  <ns1:cubicBezTo>
                    <ns1:pt x="90" y="95"/>
                    <ns1:pt x="90" y="95"/>
                    <ns1:pt x="90" y="95"/>
                  </ns1:cubicBezTo>
                  <ns1:cubicBezTo>
                    <ns1:pt x="89" y="98"/>
                    <ns1:pt x="89" y="100"/>
                    <ns1:pt x="91" y="102"/>
                  </ns1:cubicBezTo>
                  <ns1:cubicBezTo>
                    <ns1:pt x="120" y="131"/>
                    <ns1:pt x="120" y="131"/>
                    <ns1:pt x="120" y="131"/>
                  </ns1:cubicBezTo>
                  <ns1:cubicBezTo>
                    <ns1:pt x="122" y="134"/>
                    <ns1:pt x="127" y="133"/>
                    <ns1:pt x="130" y="130"/>
                  </ns1:cubicBezTo>
                  <ns1:cubicBezTo>
                    <ns1:pt x="133" y="127"/>
                    <ns1:pt x="134" y="122"/>
                    <ns1:pt x="131" y="120"/>
                  </ns1:cubicBezTo>
                  <ns1:close/>
                  <ns1:moveTo>
                    <ns1:pt x="81" y="81"/>
                  </ns1:moveTo>
                  <ns1:cubicBezTo>
                    <ns1:pt x="65" y="97"/>
                    <ns1:pt x="40" y="97"/>
                    <ns1:pt x="24" y="81"/>
                  </ns1:cubicBezTo>
                  <ns1:cubicBezTo>
                    <ns1:pt x="9" y="65"/>
                    <ns1:pt x="9" y="40"/>
                    <ns1:pt x="24" y="24"/>
                  </ns1:cubicBezTo>
                  <ns1:cubicBezTo>
                    <ns1:pt x="40" y="9"/>
                    <ns1:pt x="65" y="9"/>
                    <ns1:pt x="81" y="24"/>
                  </ns1:cubicBezTo>
                  <ns1:cubicBezTo>
                    <ns1:pt x="97" y="40"/>
                    <ns1:pt x="97" y="65"/>
                    <ns1:pt x="81" y="81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</ns0:grpSp>
      <ns0:grpSp>
        <ns0:nvGrpSpPr>
          <ns0:cNvPr id="146" name="Group 145"/>
          <ns0:cNvGrpSpPr/>
          <ns0:nvPr/>
        </ns0:nvGrpSpPr>
        <ns0:grpSpPr>
          <ns1:xfrm>
            <ns1:off x="1299934" y="4386472"/>
            <ns1:ext cx="336358" cy="336358"/>
            <ns1:chOff x="9463088" y="4214813"/>
            <ns1:chExt cx="420687" cy="420687"/>
          </ns1:xfrm>
          <ns1:solidFill>
            <ns1:schemeClr val="tx1"/>
          </ns1:solidFill>
        </ns0:grpSpPr>
        <ns0:sp>
          <ns0:nvSpPr>
            <ns0:cNvPr id="147" name="Freeform 17"/>
            <ns0:cNvSpPr>
              <ns1:spLocks noEditPoints="1"/>
            </ns0:cNvSpPr>
            <ns0:nvPr/>
          </ns0:nvSpPr>
          <ns0:spPr bwMode="auto">
            <ns1:xfrm>
              <ns1:off x="9463088" y="4214813"/>
              <ns1:ext cx="420687" cy="420687"/>
            </ns1:xfrm>
            <ns1:custGeom>
              <ns1:avLst/>
              <ns1:gdLst>
                <ns1:gd name="T0" fmla="*/ 100 w 112"/>
                <ns1:gd name="T1" fmla="*/ 8 h 112"/>
                <ns1:gd name="T2" fmla="*/ 104 w 112"/>
                <ns1:gd name="T3" fmla="*/ 12 h 112"/>
                <ns1:gd name="T4" fmla="*/ 104 w 112"/>
                <ns1:gd name="T5" fmla="*/ 100 h 112"/>
                <ns1:gd name="T6" fmla="*/ 100 w 112"/>
                <ns1:gd name="T7" fmla="*/ 104 h 112"/>
                <ns1:gd name="T8" fmla="*/ 12 w 112"/>
                <ns1:gd name="T9" fmla="*/ 104 h 112"/>
                <ns1:gd name="T10" fmla="*/ 8 w 112"/>
                <ns1:gd name="T11" fmla="*/ 100 h 112"/>
                <ns1:gd name="T12" fmla="*/ 8 w 112"/>
                <ns1:gd name="T13" fmla="*/ 12 h 112"/>
                <ns1:gd name="T14" fmla="*/ 12 w 112"/>
                <ns1:gd name="T15" fmla="*/ 8 h 112"/>
                <ns1:gd name="T16" fmla="*/ 100 w 112"/>
                <ns1:gd name="T17" fmla="*/ 8 h 112"/>
                <ns1:gd name="T18" fmla="*/ 100 w 112"/>
                <ns1:gd name="T19" fmla="*/ 0 h 112"/>
                <ns1:gd name="T20" fmla="*/ 12 w 112"/>
                <ns1:gd name="T21" fmla="*/ 0 h 112"/>
                <ns1:gd name="T22" fmla="*/ 0 w 112"/>
                <ns1:gd name="T23" fmla="*/ 12 h 112"/>
                <ns1:gd name="T24" fmla="*/ 0 w 112"/>
                <ns1:gd name="T25" fmla="*/ 100 h 112"/>
                <ns1:gd name="T26" fmla="*/ 12 w 112"/>
                <ns1:gd name="T27" fmla="*/ 112 h 112"/>
                <ns1:gd name="T28" fmla="*/ 100 w 112"/>
                <ns1:gd name="T29" fmla="*/ 112 h 112"/>
                <ns1:gd name="T30" fmla="*/ 112 w 112"/>
                <ns1:gd name="T31" fmla="*/ 100 h 112"/>
                <ns1:gd name="T32" fmla="*/ 112 w 112"/>
                <ns1:gd name="T33" fmla="*/ 12 h 112"/>
                <ns1:gd name="T34" fmla="*/ 100 w 112"/>
                <ns1:gd name="T35" fmla="*/ 0 h 112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  <ns1:cxn ang="0">
                  <ns1:pos x="T30" y="T31"/>
                </ns1:cxn>
                <ns1:cxn ang="0">
                  <ns1:pos x="T32" y="T33"/>
                </ns1:cxn>
                <ns1:cxn ang="0">
                  <ns1:pos x="T34" y="T35"/>
                </ns1:cxn>
              </ns1:cxnLst>
              <ns1:rect l="0" t="0" r="r" b="b"/>
              <ns1:pathLst>
                <ns1:path w="112" h="112">
                  <ns1:moveTo>
                    <ns1:pt x="100" y="8"/>
                  </ns1:moveTo>
                  <ns1:cubicBezTo>
                    <ns1:pt x="102" y="8"/>
                    <ns1:pt x="104" y="10"/>
                    <ns1:pt x="104" y="12"/>
                  </ns1:cubicBezTo>
                  <ns1:cubicBezTo>
                    <ns1:pt x="104" y="100"/>
                    <ns1:pt x="104" y="100"/>
                    <ns1:pt x="104" y="100"/>
                  </ns1:cubicBezTo>
                  <ns1:cubicBezTo>
                    <ns1:pt x="104" y="102"/>
                    <ns1:pt x="102" y="104"/>
                    <ns1:pt x="100" y="104"/>
                  </ns1:cubicBezTo>
                  <ns1:cubicBezTo>
                    <ns1:pt x="12" y="104"/>
                    <ns1:pt x="12" y="104"/>
                    <ns1:pt x="12" y="104"/>
                  </ns1:cubicBezTo>
                  <ns1:cubicBezTo>
                    <ns1:pt x="10" y="104"/>
                    <ns1:pt x="8" y="102"/>
                    <ns1:pt x="8" y="100"/>
                  </ns1:cubicBezTo>
                  <ns1:cubicBezTo>
                    <ns1:pt x="8" y="12"/>
                    <ns1:pt x="8" y="12"/>
                    <ns1:pt x="8" y="12"/>
                  </ns1:cubicBezTo>
                  <ns1:cubicBezTo>
                    <ns1:pt x="8" y="10"/>
                    <ns1:pt x="10" y="8"/>
                    <ns1:pt x="12" y="8"/>
                  </ns1:cubicBezTo>
                  <ns1:cubicBezTo>
                    <ns1:pt x="100" y="8"/>
                    <ns1:pt x="100" y="8"/>
                    <ns1:pt x="100" y="8"/>
                  </ns1:cubicBezTo>
                  <ns1:moveTo>
                    <ns1:pt x="100" y="0"/>
                  </ns1:moveTo>
                  <ns1:cubicBezTo>
                    <ns1:pt x="12" y="0"/>
                    <ns1:pt x="12" y="0"/>
                    <ns1:pt x="12" y="0"/>
                  </ns1:cubicBezTo>
                  <ns1:cubicBezTo>
                    <ns1:pt x="5" y="0"/>
                    <ns1:pt x="0" y="5"/>
                    <ns1:pt x="0" y="12"/>
                  </ns1:cubicBezTo>
                  <ns1:cubicBezTo>
                    <ns1:pt x="0" y="100"/>
                    <ns1:pt x="0" y="100"/>
                    <ns1:pt x="0" y="100"/>
                  </ns1:cubicBezTo>
                  <ns1:cubicBezTo>
                    <ns1:pt x="0" y="107"/>
                    <ns1:pt x="5" y="112"/>
                    <ns1:pt x="12" y="112"/>
                  </ns1:cubicBezTo>
                  <ns1:cubicBezTo>
                    <ns1:pt x="100" y="112"/>
                    <ns1:pt x="100" y="112"/>
                    <ns1:pt x="100" y="112"/>
                  </ns1:cubicBezTo>
                  <ns1:cubicBezTo>
                    <ns1:pt x="107" y="112"/>
                    <ns1:pt x="112" y="107"/>
                    <ns1:pt x="112" y="100"/>
                  </ns1:cubicBezTo>
                  <ns1:cubicBezTo>
                    <ns1:pt x="112" y="12"/>
                    <ns1:pt x="112" y="12"/>
                    <ns1:pt x="112" y="12"/>
                  </ns1:cubicBezTo>
                  <ns1:cubicBezTo>
                    <ns1:pt x="112" y="5"/>
                    <ns1:pt x="107" y="0"/>
                    <ns1:pt x="100" y="0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148" name="Freeform 18"/>
            <ns0:cNvSpPr>
              <ns1:spLocks noEditPoints="1"/>
            </ns0:cNvSpPr>
            <ns0:nvPr/>
          </ns0:nvSpPr>
          <ns0:spPr bwMode="auto">
            <ns1:xfrm>
              <ns1:off x="9537700" y="4289425"/>
              <ns1:ext cx="269875" cy="271462"/>
            </ns1:xfrm>
            <ns1:custGeom>
              <ns1:avLst/>
              <ns1:gdLst>
                <ns1:gd name="T0" fmla="*/ 104 w 170"/>
                <ns1:gd name="T1" fmla="*/ 0 h 171"/>
                <ns1:gd name="T2" fmla="*/ 128 w 170"/>
                <ns1:gd name="T3" fmla="*/ 24 h 171"/>
                <ns1:gd name="T4" fmla="*/ 95 w 170"/>
                <ns1:gd name="T5" fmla="*/ 57 h 171"/>
                <ns1:gd name="T6" fmla="*/ 114 w 170"/>
                <ns1:gd name="T7" fmla="*/ 76 h 171"/>
                <ns1:gd name="T8" fmla="*/ 147 w 170"/>
                <ns1:gd name="T9" fmla="*/ 43 h 171"/>
                <ns1:gd name="T10" fmla="*/ 170 w 170"/>
                <ns1:gd name="T11" fmla="*/ 66 h 171"/>
                <ns1:gd name="T12" fmla="*/ 170 w 170"/>
                <ns1:gd name="T13" fmla="*/ 0 h 171"/>
                <ns1:gd name="T14" fmla="*/ 104 w 170"/>
                <ns1:gd name="T15" fmla="*/ 0 h 171"/>
                <ns1:gd name="T16" fmla="*/ 57 w 170"/>
                <ns1:gd name="T17" fmla="*/ 95 h 171"/>
                <ns1:gd name="T18" fmla="*/ 24 w 170"/>
                <ns1:gd name="T19" fmla="*/ 128 h 171"/>
                <ns1:gd name="T20" fmla="*/ 0 w 170"/>
                <ns1:gd name="T21" fmla="*/ 104 h 171"/>
                <ns1:gd name="T22" fmla="*/ 0 w 170"/>
                <ns1:gd name="T23" fmla="*/ 171 h 171"/>
                <ns1:gd name="T24" fmla="*/ 66 w 170"/>
                <ns1:gd name="T25" fmla="*/ 171 h 171"/>
                <ns1:gd name="T26" fmla="*/ 43 w 170"/>
                <ns1:gd name="T27" fmla="*/ 147 h 171"/>
                <ns1:gd name="T28" fmla="*/ 76 w 170"/>
                <ns1:gd name="T29" fmla="*/ 114 h 171"/>
                <ns1:gd name="T30" fmla="*/ 57 w 170"/>
                <ns1:gd name="T31" fmla="*/ 95 h 171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  <ns1:cxn ang="0">
                  <ns1:pos x="T30" y="T31"/>
                </ns1:cxn>
              </ns1:cxnLst>
              <ns1:rect l="0" t="0" r="r" b="b"/>
              <ns1:pathLst>
                <ns1:path w="170" h="171">
                  <ns1:moveTo>
                    <ns1:pt x="104" y="0"/>
                  </ns1:moveTo>
                  <ns1:lnTo>
                    <ns1:pt x="128" y="24"/>
                  </ns1:lnTo>
                  <ns1:lnTo>
                    <ns1:pt x="95" y="57"/>
                  </ns1:lnTo>
                  <ns1:lnTo>
                    <ns1:pt x="114" y="76"/>
                  </ns1:lnTo>
                  <ns1:lnTo>
                    <ns1:pt x="147" y="43"/>
                  </ns1:lnTo>
                  <ns1:lnTo>
                    <ns1:pt x="170" y="66"/>
                  </ns1:lnTo>
                  <ns1:lnTo>
                    <ns1:pt x="170" y="0"/>
                  </ns1:lnTo>
                  <ns1:lnTo>
                    <ns1:pt x="104" y="0"/>
                  </ns1:lnTo>
                  <ns1:close/>
                  <ns1:moveTo>
                    <ns1:pt x="57" y="95"/>
                  </ns1:moveTo>
                  <ns1:lnTo>
                    <ns1:pt x="24" y="128"/>
                  </ns1:lnTo>
                  <ns1:lnTo>
                    <ns1:pt x="0" y="104"/>
                  </ns1:lnTo>
                  <ns1:lnTo>
                    <ns1:pt x="0" y="171"/>
                  </ns1:lnTo>
                  <ns1:lnTo>
                    <ns1:pt x="66" y="171"/>
                  </ns1:lnTo>
                  <ns1:lnTo>
                    <ns1:pt x="43" y="147"/>
                  </ns1:lnTo>
                  <ns1:lnTo>
                    <ns1:pt x="76" y="114"/>
                  </ns1:lnTo>
                  <ns1:lnTo>
                    <ns1:pt x="57" y="95"/>
                  </ns1:ln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</ns0:grpSp>
      <ns0:sp>
        <ns0:nvSpPr>
          <ns0:cNvPr id="149" name="Freeform 22"/>
          <ns0:cNvSpPr>
            <ns1:spLocks noEditPoints="1"/>
          </ns0:cNvSpPr>
          <ns0:nvPr/>
        </ns0:nvSpPr>
        <ns0:spPr bwMode="auto">
          <ns1:xfrm>
            <ns1:off x="8536093" y="1971257"/>
            <ns1:ext cx="442913" cy="430212"/>
          </ns1:xfrm>
          <ns1:custGeom>
            <ns1:avLst/>
            <ns1:gdLst>
              <ns1:gd name="T0" fmla="*/ 112 w 118"/>
              <ns1:gd name="T1" fmla="*/ 26 h 112"/>
              <ns1:gd name="T2" fmla="*/ 95 w 118"/>
              <ns1:gd name="T3" fmla="*/ 20 h 112"/>
              <ns1:gd name="T4" fmla="*/ 95 w 118"/>
              <ns1:gd name="T5" fmla="*/ 16 h 112"/>
              <ns1:gd name="T6" fmla="*/ 95 w 118"/>
              <ns1:gd name="T7" fmla="*/ 12 h 112"/>
              <ns1:gd name="T8" fmla="*/ 83 w 118"/>
              <ns1:gd name="T9" fmla="*/ 0 h 112"/>
              <ns1:gd name="T10" fmla="*/ 35 w 118"/>
              <ns1:gd name="T11" fmla="*/ 0 h 112"/>
              <ns1:gd name="T12" fmla="*/ 23 w 118"/>
              <ns1:gd name="T13" fmla="*/ 12 h 112"/>
              <ns1:gd name="T14" fmla="*/ 23 w 118"/>
              <ns1:gd name="T15" fmla="*/ 16 h 112"/>
              <ns1:gd name="T16" fmla="*/ 23 w 118"/>
              <ns1:gd name="T17" fmla="*/ 20 h 112"/>
              <ns1:gd name="T18" fmla="*/ 6 w 118"/>
              <ns1:gd name="T19" fmla="*/ 26 h 112"/>
              <ns1:gd name="T20" fmla="*/ 3 w 118"/>
              <ns1:gd name="T21" fmla="*/ 45 h 112"/>
              <ns1:gd name="T22" fmla="*/ 24 w 118"/>
              <ns1:gd name="T23" fmla="*/ 58 h 112"/>
              <ns1:gd name="T24" fmla="*/ 55 w 118"/>
              <ns1:gd name="T25" fmla="*/ 88 h 112"/>
              <ns1:gd name="T26" fmla="*/ 55 w 118"/>
              <ns1:gd name="T27" fmla="*/ 88 h 112"/>
              <ns1:gd name="T28" fmla="*/ 55 w 118"/>
              <ns1:gd name="T29" fmla="*/ 104 h 112"/>
              <ns1:gd name="T30" fmla="*/ 47 w 118"/>
              <ns1:gd name="T31" fmla="*/ 104 h 112"/>
              <ns1:gd name="T32" fmla="*/ 43 w 118"/>
              <ns1:gd name="T33" fmla="*/ 108 h 112"/>
              <ns1:gd name="T34" fmla="*/ 47 w 118"/>
              <ns1:gd name="T35" fmla="*/ 112 h 112"/>
              <ns1:gd name="T36" fmla="*/ 71 w 118"/>
              <ns1:gd name="T37" fmla="*/ 112 h 112"/>
              <ns1:gd name="T38" fmla="*/ 75 w 118"/>
              <ns1:gd name="T39" fmla="*/ 108 h 112"/>
              <ns1:gd name="T40" fmla="*/ 71 w 118"/>
              <ns1:gd name="T41" fmla="*/ 104 h 112"/>
              <ns1:gd name="T42" fmla="*/ 63 w 118"/>
              <ns1:gd name="T43" fmla="*/ 104 h 112"/>
              <ns1:gd name="T44" fmla="*/ 63 w 118"/>
              <ns1:gd name="T45" fmla="*/ 88 h 112"/>
              <ns1:gd name="T46" fmla="*/ 63 w 118"/>
              <ns1:gd name="T47" fmla="*/ 88 h 112"/>
              <ns1:gd name="T48" fmla="*/ 94 w 118"/>
              <ns1:gd name="T49" fmla="*/ 58 h 112"/>
              <ns1:gd name="T50" fmla="*/ 115 w 118"/>
              <ns1:gd name="T51" fmla="*/ 45 h 112"/>
              <ns1:gd name="T52" fmla="*/ 112 w 118"/>
              <ns1:gd name="T53" fmla="*/ 26 h 112"/>
              <ns1:gd name="T54" fmla="*/ 11 w 118"/>
              <ns1:gd name="T55" fmla="*/ 42 h 112"/>
              <ns1:gd name="T56" fmla="*/ 12 w 118"/>
              <ns1:gd name="T57" fmla="*/ 31 h 112"/>
              <ns1:gd name="T58" fmla="*/ 23 w 118"/>
              <ns1:gd name="T59" fmla="*/ 28 h 112"/>
              <ns1:gd name="T60" fmla="*/ 23 w 118"/>
              <ns1:gd name="T61" fmla="*/ 48 h 112"/>
              <ns1:gd name="T62" fmla="*/ 23 w 118"/>
              <ns1:gd name="T63" fmla="*/ 50 h 112"/>
              <ns1:gd name="T64" fmla="*/ 11 w 118"/>
              <ns1:gd name="T65" fmla="*/ 42 h 112"/>
              <ns1:gd name="T66" fmla="*/ 87 w 118"/>
              <ns1:gd name="T67" fmla="*/ 16 h 112"/>
              <ns1:gd name="T68" fmla="*/ 87 w 118"/>
              <ns1:gd name="T69" fmla="*/ 48 h 112"/>
              <ns1:gd name="T70" fmla="*/ 59 w 118"/>
              <ns1:gd name="T71" fmla="*/ 80 h 112"/>
              <ns1:gd name="T72" fmla="*/ 31 w 118"/>
              <ns1:gd name="T73" fmla="*/ 48 h 112"/>
              <ns1:gd name="T74" fmla="*/ 31 w 118"/>
              <ns1:gd name="T75" fmla="*/ 16 h 112"/>
              <ns1:gd name="T76" fmla="*/ 31 w 118"/>
              <ns1:gd name="T77" fmla="*/ 12 h 112"/>
              <ns1:gd name="T78" fmla="*/ 35 w 118"/>
              <ns1:gd name="T79" fmla="*/ 8 h 112"/>
              <ns1:gd name="T80" fmla="*/ 83 w 118"/>
              <ns1:gd name="T81" fmla="*/ 8 h 112"/>
              <ns1:gd name="T82" fmla="*/ 87 w 118"/>
              <ns1:gd name="T83" fmla="*/ 12 h 112"/>
              <ns1:gd name="T84" fmla="*/ 87 w 118"/>
              <ns1:gd name="T85" fmla="*/ 16 h 112"/>
              <ns1:gd name="T86" fmla="*/ 107 w 118"/>
              <ns1:gd name="T87" fmla="*/ 42 h 112"/>
              <ns1:gd name="T88" fmla="*/ 95 w 118"/>
              <ns1:gd name="T89" fmla="*/ 50 h 112"/>
              <ns1:gd name="T90" fmla="*/ 95 w 118"/>
              <ns1:gd name="T91" fmla="*/ 48 h 112"/>
              <ns1:gd name="T92" fmla="*/ 95 w 118"/>
              <ns1:gd name="T93" fmla="*/ 28 h 112"/>
              <ns1:gd name="T94" fmla="*/ 106 w 118"/>
              <ns1:gd name="T95" fmla="*/ 31 h 112"/>
              <ns1:gd name="T96" fmla="*/ 107 w 118"/>
              <ns1:gd name="T97" fmla="*/ 42 h 112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  <ns1:cxn ang="0">
                <ns1:pos x="T32" y="T33"/>
              </ns1:cxn>
              <ns1:cxn ang="0">
                <ns1:pos x="T34" y="T35"/>
              </ns1:cxn>
              <ns1:cxn ang="0">
                <ns1:pos x="T36" y="T37"/>
              </ns1:cxn>
              <ns1:cxn ang="0">
                <ns1:pos x="T38" y="T39"/>
              </ns1:cxn>
              <ns1:cxn ang="0">
                <ns1:pos x="T40" y="T41"/>
              </ns1:cxn>
              <ns1:cxn ang="0">
                <ns1:pos x="T42" y="T43"/>
              </ns1:cxn>
              <ns1:cxn ang="0">
                <ns1:pos x="T44" y="T45"/>
              </ns1:cxn>
              <ns1:cxn ang="0">
                <ns1:pos x="T46" y="T47"/>
              </ns1:cxn>
              <ns1:cxn ang="0">
                <ns1:pos x="T48" y="T49"/>
              </ns1:cxn>
              <ns1:cxn ang="0">
                <ns1:pos x="T50" y="T51"/>
              </ns1:cxn>
              <ns1:cxn ang="0">
                <ns1:pos x="T52" y="T53"/>
              </ns1:cxn>
              <ns1:cxn ang="0">
                <ns1:pos x="T54" y="T55"/>
              </ns1:cxn>
              <ns1:cxn ang="0">
                <ns1:pos x="T56" y="T57"/>
              </ns1:cxn>
              <ns1:cxn ang="0">
                <ns1:pos x="T58" y="T59"/>
              </ns1:cxn>
              <ns1:cxn ang="0">
                <ns1:pos x="T60" y="T61"/>
              </ns1:cxn>
              <ns1:cxn ang="0">
                <ns1:pos x="T62" y="T63"/>
              </ns1:cxn>
              <ns1:cxn ang="0">
                <ns1:pos x="T64" y="T65"/>
              </ns1:cxn>
              <ns1:cxn ang="0">
                <ns1:pos x="T66" y="T67"/>
              </ns1:cxn>
              <ns1:cxn ang="0">
                <ns1:pos x="T68" y="T69"/>
              </ns1:cxn>
              <ns1:cxn ang="0">
                <ns1:pos x="T70" y="T71"/>
              </ns1:cxn>
              <ns1:cxn ang="0">
                <ns1:pos x="T72" y="T73"/>
              </ns1:cxn>
              <ns1:cxn ang="0">
                <ns1:pos x="T74" y="T75"/>
              </ns1:cxn>
              <ns1:cxn ang="0">
                <ns1:pos x="T76" y="T77"/>
              </ns1:cxn>
              <ns1:cxn ang="0">
                <ns1:pos x="T78" y="T79"/>
              </ns1:cxn>
              <ns1:cxn ang="0">
                <ns1:pos x="T80" y="T81"/>
              </ns1:cxn>
              <ns1:cxn ang="0">
                <ns1:pos x="T82" y="T83"/>
              </ns1:cxn>
              <ns1:cxn ang="0">
                <ns1:pos x="T84" y="T85"/>
              </ns1:cxn>
              <ns1:cxn ang="0">
                <ns1:pos x="T86" y="T87"/>
              </ns1:cxn>
              <ns1:cxn ang="0">
                <ns1:pos x="T88" y="T89"/>
              </ns1:cxn>
              <ns1:cxn ang="0">
                <ns1:pos x="T90" y="T91"/>
              </ns1:cxn>
              <ns1:cxn ang="0">
                <ns1:pos x="T92" y="T93"/>
              </ns1:cxn>
              <ns1:cxn ang="0">
                <ns1:pos x="T94" y="T95"/>
              </ns1:cxn>
              <ns1:cxn ang="0">
                <ns1:pos x="T96" y="T97"/>
              </ns1:cxn>
            </ns1:cxnLst>
            <ns1:rect l="0" t="0" r="r" b="b"/>
            <ns1:pathLst>
              <ns1:path w="118" h="112">
                <ns1:moveTo>
                  <ns1:pt x="112" y="26"/>
                </ns1:moveTo>
                <ns1:cubicBezTo>
                  <ns1:pt x="108" y="22"/>
                  <ns1:pt x="102" y="19"/>
                  <ns1:pt x="95" y="20"/>
                </ns1:cubicBezTo>
                <ns1:cubicBezTo>
                  <ns1:pt x="95" y="16"/>
                  <ns1:pt x="95" y="16"/>
                  <ns1:pt x="95" y="16"/>
                </ns1:cubicBezTo>
                <ns1:cubicBezTo>
                  <ns1:pt x="95" y="12"/>
                  <ns1:pt x="95" y="12"/>
                  <ns1:pt x="95" y="12"/>
                </ns1:cubicBezTo>
                <ns1:cubicBezTo>
                  <ns1:pt x="95" y="5"/>
                  <ns1:pt x="90" y="0"/>
                  <ns1:pt x="83" y="0"/>
                </ns1:cubicBezTo>
                <ns1:cubicBezTo>
                  <ns1:pt x="35" y="0"/>
                  <ns1:pt x="35" y="0"/>
                  <ns1:pt x="35" y="0"/>
                </ns1:cubicBezTo>
                <ns1:cubicBezTo>
                  <ns1:pt x="28" y="0"/>
                  <ns1:pt x="23" y="5"/>
                  <ns1:pt x="23" y="12"/>
                </ns1:cubicBezTo>
                <ns1:cubicBezTo>
                  <ns1:pt x="23" y="16"/>
                  <ns1:pt x="23" y="16"/>
                  <ns1:pt x="23" y="16"/>
                </ns1:cubicBezTo>
                <ns1:cubicBezTo>
                  <ns1:pt x="23" y="20"/>
                  <ns1:pt x="23" y="20"/>
                  <ns1:pt x="23" y="20"/>
                </ns1:cubicBezTo>
                <ns1:cubicBezTo>
                  <ns1:pt x="16" y="19"/>
                  <ns1:pt x="10" y="22"/>
                  <ns1:pt x="6" y="26"/>
                </ns1:cubicBezTo>
                <ns1:cubicBezTo>
                  <ns1:pt x="1" y="32"/>
                  <ns1:pt x="0" y="39"/>
                  <ns1:pt x="3" y="45"/>
                </ns1:cubicBezTo>
                <ns1:cubicBezTo>
                  <ns1:pt x="7" y="53"/>
                  <ns1:pt x="14" y="57"/>
                  <ns1:pt x="24" y="58"/>
                </ns1:cubicBezTo>
                <ns1:cubicBezTo>
                  <ns1:pt x="28" y="74"/>
                  <ns1:pt x="40" y="86"/>
                  <ns1:pt x="55" y="88"/>
                </ns1:cubicBezTo>
                <ns1:cubicBezTo>
                  <ns1:pt x="55" y="88"/>
                  <ns1:pt x="55" y="88"/>
                  <ns1:pt x="55" y="88"/>
                </ns1:cubicBezTo>
                <ns1:cubicBezTo>
                  <ns1:pt x="55" y="104"/>
                  <ns1:pt x="55" y="104"/>
                  <ns1:pt x="55" y="104"/>
                </ns1:cubicBezTo>
                <ns1:cubicBezTo>
                  <ns1:pt x="47" y="104"/>
                  <ns1:pt x="47" y="104"/>
                  <ns1:pt x="47" y="104"/>
                </ns1:cubicBezTo>
                <ns1:cubicBezTo>
                  <ns1:pt x="45" y="104"/>
                  <ns1:pt x="43" y="106"/>
                  <ns1:pt x="43" y="108"/>
                </ns1:cubicBezTo>
                <ns1:cubicBezTo>
                  <ns1:pt x="43" y="110"/>
                  <ns1:pt x="45" y="112"/>
                  <ns1:pt x="47" y="112"/>
                </ns1:cubicBezTo>
                <ns1:cubicBezTo>
                  <ns1:pt x="71" y="112"/>
                  <ns1:pt x="71" y="112"/>
                  <ns1:pt x="71" y="112"/>
                </ns1:cubicBezTo>
                <ns1:cubicBezTo>
                  <ns1:pt x="73" y="112"/>
                  <ns1:pt x="75" y="110"/>
                  <ns1:pt x="75" y="108"/>
                </ns1:cubicBezTo>
                <ns1:cubicBezTo>
                  <ns1:pt x="75" y="106"/>
                  <ns1:pt x="73" y="104"/>
                  <ns1:pt x="71" y="104"/>
                </ns1:cubicBezTo>
                <ns1:cubicBezTo>
                  <ns1:pt x="63" y="104"/>
                  <ns1:pt x="63" y="104"/>
                  <ns1:pt x="63" y="104"/>
                </ns1:cubicBezTo>
                <ns1:cubicBezTo>
                  <ns1:pt x="63" y="88"/>
                  <ns1:pt x="63" y="88"/>
                  <ns1:pt x="63" y="88"/>
                </ns1:cubicBezTo>
                <ns1:cubicBezTo>
                  <ns1:pt x="63" y="88"/>
                  <ns1:pt x="63" y="88"/>
                  <ns1:pt x="63" y="88"/>
                </ns1:cubicBezTo>
                <ns1:cubicBezTo>
                  <ns1:pt x="78" y="86"/>
                  <ns1:pt x="90" y="74"/>
                  <ns1:pt x="94" y="58"/>
                </ns1:cubicBezTo>
                <ns1:cubicBezTo>
                  <ns1:pt x="104" y="57"/>
                  <ns1:pt x="111" y="53"/>
                  <ns1:pt x="115" y="45"/>
                </ns1:cubicBezTo>
                <ns1:cubicBezTo>
                  <ns1:pt x="118" y="39"/>
                  <ns1:pt x="117" y="32"/>
                  <ns1:pt x="112" y="26"/>
                </ns1:cubicBezTo>
                <ns1:close/>
                <ns1:moveTo>
                  <ns1:pt x="11" y="42"/>
                </ns1:moveTo>
                <ns1:cubicBezTo>
                  <ns1:pt x="9" y="39"/>
                  <ns1:pt x="9" y="34"/>
                  <ns1:pt x="12" y="31"/>
                </ns1:cubicBezTo>
                <ns1:cubicBezTo>
                  <ns1:pt x="14" y="29"/>
                  <ns1:pt x="18" y="28"/>
                  <ns1:pt x="23" y="28"/>
                </ns1:cubicBezTo>
                <ns1:cubicBezTo>
                  <ns1:pt x="23" y="48"/>
                  <ns1:pt x="23" y="48"/>
                  <ns1:pt x="23" y="48"/>
                </ns1:cubicBezTo>
                <ns1:cubicBezTo>
                  <ns1:pt x="23" y="49"/>
                  <ns1:pt x="23" y="49"/>
                  <ns1:pt x="23" y="50"/>
                </ns1:cubicBezTo>
                <ns1:cubicBezTo>
                  <ns1:pt x="17" y="49"/>
                  <ns1:pt x="13" y="46"/>
                  <ns1:pt x="11" y="42"/>
                </ns1:cubicBezTo>
                <ns1:close/>
                <ns1:moveTo>
                  <ns1:pt x="87" y="16"/>
                </ns1:moveTo>
                <ns1:cubicBezTo>
                  <ns1:pt x="87" y="48"/>
                  <ns1:pt x="87" y="48"/>
                  <ns1:pt x="87" y="48"/>
                </ns1:cubicBezTo>
                <ns1:cubicBezTo>
                  <ns1:pt x="87" y="66"/>
                  <ns1:pt x="74" y="80"/>
                  <ns1:pt x="59" y="80"/>
                </ns1:cubicBezTo>
                <ns1:cubicBezTo>
                  <ns1:pt x="44" y="80"/>
                  <ns1:pt x="31" y="66"/>
                  <ns1:pt x="31" y="48"/>
                </ns1:cubicBezTo>
                <ns1:cubicBezTo>
                  <ns1:pt x="31" y="16"/>
                  <ns1:pt x="31" y="16"/>
                  <ns1:pt x="31" y="16"/>
                </ns1:cubicBezTo>
                <ns1:cubicBezTo>
                  <ns1:pt x="31" y="12"/>
                  <ns1:pt x="31" y="12"/>
                  <ns1:pt x="31" y="12"/>
                </ns1:cubicBezTo>
                <ns1:cubicBezTo>
                  <ns1:pt x="31" y="10"/>
                  <ns1:pt x="33" y="8"/>
                  <ns1:pt x="35" y="8"/>
                </ns1:cubicBezTo>
                <ns1:cubicBezTo>
                  <ns1:pt x="83" y="8"/>
                  <ns1:pt x="83" y="8"/>
                  <ns1:pt x="83" y="8"/>
                </ns1:cubicBezTo>
                <ns1:cubicBezTo>
                  <ns1:pt x="85" y="8"/>
                  <ns1:pt x="87" y="10"/>
                  <ns1:pt x="87" y="12"/>
                </ns1:cubicBezTo>
                <ns1:lnTo>
                  <ns1:pt x="87" y="16"/>
                </ns1:lnTo>
                <ns1:close/>
                <ns1:moveTo>
                  <ns1:pt x="107" y="42"/>
                </ns1:moveTo>
                <ns1:cubicBezTo>
                  <ns1:pt x="105" y="46"/>
                  <ns1:pt x="101" y="49"/>
                  <ns1:pt x="95" y="50"/>
                </ns1:cubicBezTo>
                <ns1:cubicBezTo>
                  <ns1:pt x="95" y="49"/>
                  <ns1:pt x="95" y="49"/>
                  <ns1:pt x="95" y="48"/>
                </ns1:cubicBezTo>
                <ns1:cubicBezTo>
                  <ns1:pt x="95" y="28"/>
                  <ns1:pt x="95" y="28"/>
                  <ns1:pt x="95" y="28"/>
                </ns1:cubicBezTo>
                <ns1:cubicBezTo>
                  <ns1:pt x="100" y="28"/>
                  <ns1:pt x="104" y="29"/>
                  <ns1:pt x="106" y="31"/>
                </ns1:cubicBezTo>
                <ns1:cubicBezTo>
                  <ns1:pt x="109" y="34"/>
                  <ns1:pt x="109" y="39"/>
                  <ns1:pt x="107" y="42"/>
                </ns1:cubicBezTo>
                <ns1:close/>
              </ns1:path>
            </ns1:pathLst>
          </ns1:custGeom>
          <ns1:solidFill>
            <ns1:schemeClr val="tx1"/>
          </ns1:solidFill>
          <ns1:ln>
            <ns1:noFill/>
          </ns1:ln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id-ID" sz="2700"/>
          </ns1:p>
        </ns0:txBody>
      </ns0:sp>
      <ns0:grpSp>
        <ns0:nvGrpSpPr>
          <ns0:cNvPr id="150" name="Group 149"/>
          <ns0:cNvGrpSpPr/>
          <ns0:nvPr/>
        </ns0:nvGrpSpPr>
        <ns0:grpSpPr>
          <ns1:xfrm>
            <ns1:off x="11441276" y="3654608"/>
            <ns1:ext cx="385194" cy="320526"/>
            <ns1:chOff x="11764963" y="1333500"/>
            <ns1:chExt cx="434975" cy="361950"/>
          </ns1:xfrm>
          <ns1:solidFill>
            <ns1:schemeClr val="tx1"/>
          </ns1:solidFill>
        </ns0:grpSpPr>
        <ns0:sp>
          <ns0:nvSpPr>
            <ns0:cNvPr id="151" name="Freeform 23"/>
            <ns0:cNvSpPr>
              <ns1:spLocks noEditPoints="1"/>
            </ns0:cNvSpPr>
            <ns0:nvPr/>
          </ns0:nvSpPr>
          <ns0:spPr bwMode="auto">
            <ns1:xfrm>
              <ns1:off x="11891963" y="1603375"/>
              <ns1:ext cx="90488" cy="92075"/>
            </ns1:xfrm>
            <ns1:custGeom>
              <ns1:avLst/>
              <ns1:gdLst>
                <ns1:gd name="T0" fmla="*/ 12 w 24"/>
                <ns1:gd name="T1" fmla="*/ 24 h 24"/>
                <ns1:gd name="T2" fmla="*/ 0 w 24"/>
                <ns1:gd name="T3" fmla="*/ 12 h 24"/>
                <ns1:gd name="T4" fmla="*/ 12 w 24"/>
                <ns1:gd name="T5" fmla="*/ 0 h 24"/>
                <ns1:gd name="T6" fmla="*/ 24 w 24"/>
                <ns1:gd name="T7" fmla="*/ 12 h 24"/>
                <ns1:gd name="T8" fmla="*/ 12 w 24"/>
                <ns1:gd name="T9" fmla="*/ 24 h 24"/>
                <ns1:gd name="T10" fmla="*/ 12 w 24"/>
                <ns1:gd name="T11" fmla="*/ 8 h 24"/>
                <ns1:gd name="T12" fmla="*/ 8 w 24"/>
                <ns1:gd name="T13" fmla="*/ 12 h 24"/>
                <ns1:gd name="T14" fmla="*/ 12 w 24"/>
                <ns1:gd name="T15" fmla="*/ 16 h 24"/>
                <ns1:gd name="T16" fmla="*/ 16 w 24"/>
                <ns1:gd name="T17" fmla="*/ 12 h 24"/>
                <ns1:gd name="T18" fmla="*/ 12 w 24"/>
                <ns1:gd name="T19" fmla="*/ 8 h 24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</ns1:cxnLst>
              <ns1:rect l="0" t="0" r="r" b="b"/>
              <ns1:pathLst>
                <ns1:path w="24" h="24">
                  <ns1:moveTo>
                    <ns1:pt x="12" y="24"/>
                  </ns1:moveTo>
                  <ns1:cubicBezTo>
                    <ns1:pt x="5" y="24"/>
                    <ns1:pt x="0" y="19"/>
                    <ns1:pt x="0" y="12"/>
                  </ns1:cubicBezTo>
                  <ns1:cubicBezTo>
                    <ns1:pt x="0" y="5"/>
                    <ns1:pt x="5" y="0"/>
                    <ns1:pt x="12" y="0"/>
                  </ns1:cubicBezTo>
                  <ns1:cubicBezTo>
                    <ns1:pt x="19" y="0"/>
                    <ns1:pt x="24" y="5"/>
                    <ns1:pt x="24" y="12"/>
                  </ns1:cubicBezTo>
                  <ns1:cubicBezTo>
                    <ns1:pt x="24" y="19"/>
                    <ns1:pt x="19" y="24"/>
                    <ns1:pt x="12" y="24"/>
                  </ns1:cubicBezTo>
                  <ns1:close/>
                  <ns1:moveTo>
                    <ns1:pt x="12" y="8"/>
                  </ns1:moveTo>
                  <ns1:cubicBezTo>
                    <ns1:pt x="10" y="8"/>
                    <ns1:pt x="8" y="10"/>
                    <ns1:pt x="8" y="12"/>
                  </ns1:cubicBezTo>
                  <ns1:cubicBezTo>
                    <ns1:pt x="8" y="14"/>
                    <ns1:pt x="10" y="16"/>
                    <ns1:pt x="12" y="16"/>
                  </ns1:cubicBezTo>
                  <ns1:cubicBezTo>
                    <ns1:pt x="14" y="16"/>
                    <ns1:pt x="16" y="14"/>
                    <ns1:pt x="16" y="12"/>
                  </ns1:cubicBezTo>
                  <ns1:cubicBezTo>
                    <ns1:pt x="16" y="10"/>
                    <ns1:pt x="14" y="8"/>
                    <ns1:pt x="12" y="8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152" name="Freeform 24"/>
            <ns0:cNvSpPr>
              <ns1:spLocks noEditPoints="1"/>
            </ns0:cNvSpPr>
            <ns0:nvPr/>
          </ns0:nvSpPr>
          <ns0:spPr bwMode="auto">
            <ns1:xfrm>
              <ns1:off x="12042775" y="1603375"/>
              <ns1:ext cx="90488" cy="92075"/>
            </ns1:xfrm>
            <ns1:custGeom>
              <ns1:avLst/>
              <ns1:gdLst>
                <ns1:gd name="T0" fmla="*/ 12 w 24"/>
                <ns1:gd name="T1" fmla="*/ 8 h 24"/>
                <ns1:gd name="T2" fmla="*/ 16 w 24"/>
                <ns1:gd name="T3" fmla="*/ 12 h 24"/>
                <ns1:gd name="T4" fmla="*/ 12 w 24"/>
                <ns1:gd name="T5" fmla="*/ 16 h 24"/>
                <ns1:gd name="T6" fmla="*/ 8 w 24"/>
                <ns1:gd name="T7" fmla="*/ 12 h 24"/>
                <ns1:gd name="T8" fmla="*/ 12 w 24"/>
                <ns1:gd name="T9" fmla="*/ 8 h 24"/>
                <ns1:gd name="T10" fmla="*/ 12 w 24"/>
                <ns1:gd name="T11" fmla="*/ 0 h 24"/>
                <ns1:gd name="T12" fmla="*/ 0 w 24"/>
                <ns1:gd name="T13" fmla="*/ 12 h 24"/>
                <ns1:gd name="T14" fmla="*/ 12 w 24"/>
                <ns1:gd name="T15" fmla="*/ 24 h 24"/>
                <ns1:gd name="T16" fmla="*/ 24 w 24"/>
                <ns1:gd name="T17" fmla="*/ 12 h 24"/>
                <ns1:gd name="T18" fmla="*/ 12 w 24"/>
                <ns1:gd name="T19" fmla="*/ 0 h 24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</ns1:cxnLst>
              <ns1:rect l="0" t="0" r="r" b="b"/>
              <ns1:pathLst>
                <ns1:path w="24" h="24">
                  <ns1:moveTo>
                    <ns1:pt x="12" y="8"/>
                  </ns1:moveTo>
                  <ns1:cubicBezTo>
                    <ns1:pt x="14" y="8"/>
                    <ns1:pt x="16" y="10"/>
                    <ns1:pt x="16" y="12"/>
                  </ns1:cubicBezTo>
                  <ns1:cubicBezTo>
                    <ns1:pt x="16" y="14"/>
                    <ns1:pt x="14" y="16"/>
                    <ns1:pt x="12" y="16"/>
                  </ns1:cubicBezTo>
                  <ns1:cubicBezTo>
                    <ns1:pt x="10" y="16"/>
                    <ns1:pt x="8" y="14"/>
                    <ns1:pt x="8" y="12"/>
                  </ns1:cubicBezTo>
                  <ns1:cubicBezTo>
                    <ns1:pt x="8" y="10"/>
                    <ns1:pt x="10" y="8"/>
                    <ns1:pt x="12" y="8"/>
                  </ns1:cubicBezTo>
                  <ns1:moveTo>
                    <ns1:pt x="12" y="0"/>
                  </ns1:moveTo>
                  <ns1:cubicBezTo>
                    <ns1:pt x="5" y="0"/>
                    <ns1:pt x="0" y="5"/>
                    <ns1:pt x="0" y="12"/>
                  </ns1:cubicBezTo>
                  <ns1:cubicBezTo>
                    <ns1:pt x="0" y="19"/>
                    <ns1:pt x="5" y="24"/>
                    <ns1:pt x="12" y="24"/>
                  </ns1:cubicBezTo>
                  <ns1:cubicBezTo>
                    <ns1:pt x="19" y="24"/>
                    <ns1:pt x="24" y="19"/>
                    <ns1:pt x="24" y="12"/>
                  </ns1:cubicBezTo>
                  <ns1:cubicBezTo>
                    <ns1:pt x="24" y="5"/>
                    <ns1:pt x="19" y="0"/>
                    <ns1:pt x="12" y="0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153" name="Freeform 25"/>
            <ns0:cNvSpPr>
              <ns1:spLocks/>
            </ns0:cNvSpPr>
            <ns0:nvPr/>
          </ns0:nvSpPr>
          <ns0:spPr bwMode="auto">
            <ns1:xfrm>
              <ns1:off x="11764963" y="1333500"/>
              <ns1:ext cx="404813" cy="246062"/>
            </ns1:xfrm>
            <ns1:custGeom>
              <ns1:avLst/>
              <ns1:gdLst>
                <ns1:gd name="T0" fmla="*/ 37 w 108"/>
                <ns1:gd name="T1" fmla="*/ 56 h 64"/>
                <ns1:gd name="T2" fmla="*/ 26 w 108"/>
                <ns1:gd name="T3" fmla="*/ 0 h 64"/>
                <ns1:gd name="T4" fmla="*/ 16 w 108"/>
                <ns1:gd name="T5" fmla="*/ 0 h 64"/>
                <ns1:gd name="T6" fmla="*/ 4 w 108"/>
                <ns1:gd name="T7" fmla="*/ 0 h 64"/>
                <ns1:gd name="T8" fmla="*/ 4 w 108"/>
                <ns1:gd name="T9" fmla="*/ 0 h 64"/>
                <ns1:gd name="T10" fmla="*/ 0 w 108"/>
                <ns1:gd name="T11" fmla="*/ 4 h 64"/>
                <ns1:gd name="T12" fmla="*/ 4 w 108"/>
                <ns1:gd name="T13" fmla="*/ 8 h 64"/>
                <ns1:gd name="T14" fmla="*/ 4 w 108"/>
                <ns1:gd name="T15" fmla="*/ 8 h 64"/>
                <ns1:gd name="T16" fmla="*/ 19 w 108"/>
                <ns1:gd name="T17" fmla="*/ 8 h 64"/>
                <ns1:gd name="T18" fmla="*/ 30 w 108"/>
                <ns1:gd name="T19" fmla="*/ 64 h 64"/>
                <ns1:gd name="T20" fmla="*/ 42 w 108"/>
                <ns1:gd name="T21" fmla="*/ 64 h 64"/>
                <ns1:gd name="T22" fmla="*/ 104 w 108"/>
                <ns1:gd name="T23" fmla="*/ 64 h 64"/>
                <ns1:gd name="T24" fmla="*/ 104 w 108"/>
                <ns1:gd name="T25" fmla="*/ 64 h 64"/>
                <ns1:gd name="T26" fmla="*/ 104 w 108"/>
                <ns1:gd name="T27" fmla="*/ 64 h 64"/>
                <ns1:gd name="T28" fmla="*/ 104 w 108"/>
                <ns1:gd name="T29" fmla="*/ 64 h 64"/>
                <ns1:gd name="T30" fmla="*/ 104 w 108"/>
                <ns1:gd name="T31" fmla="*/ 64 h 64"/>
                <ns1:gd name="T32" fmla="*/ 108 w 108"/>
                <ns1:gd name="T33" fmla="*/ 60 h 64"/>
                <ns1:gd name="T34" fmla="*/ 104 w 108"/>
                <ns1:gd name="T35" fmla="*/ 56 h 64"/>
                <ns1:gd name="T36" fmla="*/ 37 w 108"/>
                <ns1:gd name="T37" fmla="*/ 56 h 64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  <ns1:cxn ang="0">
                  <ns1:pos x="T30" y="T31"/>
                </ns1:cxn>
                <ns1:cxn ang="0">
                  <ns1:pos x="T32" y="T33"/>
                </ns1:cxn>
                <ns1:cxn ang="0">
                  <ns1:pos x="T34" y="T35"/>
                </ns1:cxn>
                <ns1:cxn ang="0">
                  <ns1:pos x="T36" y="T37"/>
                </ns1:cxn>
              </ns1:cxnLst>
              <ns1:rect l="0" t="0" r="r" b="b"/>
              <ns1:pathLst>
                <ns1:path w="108" h="64">
                  <ns1:moveTo>
                    <ns1:pt x="37" y="56"/>
                  </ns1:moveTo>
                  <ns1:cubicBezTo>
                    <ns1:pt x="26" y="0"/>
                    <ns1:pt x="26" y="0"/>
                    <ns1:pt x="26" y="0"/>
                  </ns1:cubicBezTo>
                  <ns1:cubicBezTo>
                    <ns1:pt x="16" y="0"/>
                    <ns1:pt x="16" y="0"/>
                    <ns1:pt x="16" y="0"/>
                  </ns1:cubicBezTo>
                  <ns1:cubicBezTo>
                    <ns1:pt x="4" y="0"/>
                    <ns1:pt x="4" y="0"/>
                    <ns1:pt x="4" y="0"/>
                  </ns1:cubicBezTo>
                  <ns1:cubicBezTo>
                    <ns1:pt x="4" y="0"/>
                    <ns1:pt x="4" y="0"/>
                    <ns1:pt x="4" y="0"/>
                  </ns1:cubicBezTo>
                  <ns1:cubicBezTo>
                    <ns1:pt x="2" y="0"/>
                    <ns1:pt x="0" y="2"/>
                    <ns1:pt x="0" y="4"/>
                  </ns1:cubicBezTo>
                  <ns1:cubicBezTo>
                    <ns1:pt x="0" y="6"/>
                    <ns1:pt x="2" y="8"/>
                    <ns1:pt x="4" y="8"/>
                  </ns1:cubicBezTo>
                  <ns1:cubicBezTo>
                    <ns1:pt x="4" y="8"/>
                    <ns1:pt x="4" y="8"/>
                    <ns1:pt x="4" y="8"/>
                  </ns1:cubicBezTo>
                  <ns1:cubicBezTo>
                    <ns1:pt x="19" y="8"/>
                    <ns1:pt x="19" y="8"/>
                    <ns1:pt x="19" y="8"/>
                  </ns1:cubicBezTo>
                  <ns1:cubicBezTo>
                    <ns1:pt x="30" y="64"/>
                    <ns1:pt x="30" y="64"/>
                    <ns1:pt x="30" y="64"/>
                  </ns1:cubicBezTo>
                  <ns1:cubicBezTo>
                    <ns1:pt x="42" y="64"/>
                    <ns1:pt x="42" y="64"/>
                    <ns1:pt x="42" y="64"/>
                  </ns1:cubicBezTo>
                  <ns1:cubicBezTo>
                    <ns1:pt x="104" y="64"/>
                    <ns1:pt x="104" y="64"/>
                    <ns1:pt x="104" y="64"/>
                  </ns1:cubicBezTo>
                  <ns1:cubicBezTo>
                    <ns1:pt x="104" y="64"/>
                    <ns1:pt x="104" y="64"/>
                    <ns1:pt x="104" y="64"/>
                  </ns1:cubicBezTo>
                  <ns1:cubicBezTo>
                    <ns1:pt x="104" y="64"/>
                    <ns1:pt x="104" y="64"/>
                    <ns1:pt x="104" y="64"/>
                  </ns1:cubicBezTo>
                  <ns1:cubicBezTo>
                    <ns1:pt x="104" y="64"/>
                    <ns1:pt x="104" y="64"/>
                    <ns1:pt x="104" y="64"/>
                  </ns1:cubicBezTo>
                  <ns1:cubicBezTo>
                    <ns1:pt x="104" y="64"/>
                    <ns1:pt x="104" y="64"/>
                    <ns1:pt x="104" y="64"/>
                  </ns1:cubicBezTo>
                  <ns1:cubicBezTo>
                    <ns1:pt x="106" y="64"/>
                    <ns1:pt x="108" y="62"/>
                    <ns1:pt x="108" y="60"/>
                  </ns1:cubicBezTo>
                  <ns1:cubicBezTo>
                    <ns1:pt x="108" y="58"/>
                    <ns1:pt x="106" y="56"/>
                    <ns1:pt x="104" y="56"/>
                  </ns1:cubicBezTo>
                  <ns1:lnTo>
                    <ns1:pt x="37" y="56"/>
                  </ns1:ln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154" name="Freeform 26"/>
            <ns0:cNvSpPr>
              <ns1:spLocks noEditPoints="1"/>
            </ns0:cNvSpPr>
            <ns0:nvPr/>
          </ns0:nvSpPr>
          <ns0:spPr bwMode="auto">
            <ns1:xfrm>
              <ns1:off x="11899900" y="1363663"/>
              <ns1:ext cx="300038" cy="153987"/>
            </ns1:xfrm>
            <ns1:custGeom>
              <ns1:avLst/>
              <ns1:gdLst>
                <ns1:gd name="T0" fmla="*/ 68 w 80"/>
                <ns1:gd name="T1" fmla="*/ 32 h 40"/>
                <ns1:gd name="T2" fmla="*/ 12 w 80"/>
                <ns1:gd name="T3" fmla="*/ 32 h 40"/>
                <ns1:gd name="T4" fmla="*/ 8 w 80"/>
                <ns1:gd name="T5" fmla="*/ 36 h 40"/>
                <ns1:gd name="T6" fmla="*/ 12 w 80"/>
                <ns1:gd name="T7" fmla="*/ 40 h 40"/>
                <ns1:gd name="T8" fmla="*/ 68 w 80"/>
                <ns1:gd name="T9" fmla="*/ 40 h 40"/>
                <ns1:gd name="T10" fmla="*/ 72 w 80"/>
                <ns1:gd name="T11" fmla="*/ 36 h 40"/>
                <ns1:gd name="T12" fmla="*/ 68 w 80"/>
                <ns1:gd name="T13" fmla="*/ 32 h 40"/>
                <ns1:gd name="T14" fmla="*/ 72 w 80"/>
                <ns1:gd name="T15" fmla="*/ 16 h 40"/>
                <ns1:gd name="T16" fmla="*/ 8 w 80"/>
                <ns1:gd name="T17" fmla="*/ 16 h 40"/>
                <ns1:gd name="T18" fmla="*/ 4 w 80"/>
                <ns1:gd name="T19" fmla="*/ 20 h 40"/>
                <ns1:gd name="T20" fmla="*/ 8 w 80"/>
                <ns1:gd name="T21" fmla="*/ 24 h 40"/>
                <ns1:gd name="T22" fmla="*/ 72 w 80"/>
                <ns1:gd name="T23" fmla="*/ 24 h 40"/>
                <ns1:gd name="T24" fmla="*/ 76 w 80"/>
                <ns1:gd name="T25" fmla="*/ 20 h 40"/>
                <ns1:gd name="T26" fmla="*/ 72 w 80"/>
                <ns1:gd name="T27" fmla="*/ 16 h 40"/>
                <ns1:gd name="T28" fmla="*/ 76 w 80"/>
                <ns1:gd name="T29" fmla="*/ 0 h 40"/>
                <ns1:gd name="T30" fmla="*/ 4 w 80"/>
                <ns1:gd name="T31" fmla="*/ 0 h 40"/>
                <ns1:gd name="T32" fmla="*/ 0 w 80"/>
                <ns1:gd name="T33" fmla="*/ 4 h 40"/>
                <ns1:gd name="T34" fmla="*/ 4 w 80"/>
                <ns1:gd name="T35" fmla="*/ 8 h 40"/>
                <ns1:gd name="T36" fmla="*/ 76 w 80"/>
                <ns1:gd name="T37" fmla="*/ 8 h 40"/>
                <ns1:gd name="T38" fmla="*/ 80 w 80"/>
                <ns1:gd name="T39" fmla="*/ 4 h 40"/>
                <ns1:gd name="T40" fmla="*/ 76 w 80"/>
                <ns1:gd name="T41" fmla="*/ 0 h 40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  <ns1:cxn ang="0">
                  <ns1:pos x="T30" y="T31"/>
                </ns1:cxn>
                <ns1:cxn ang="0">
                  <ns1:pos x="T32" y="T33"/>
                </ns1:cxn>
                <ns1:cxn ang="0">
                  <ns1:pos x="T34" y="T35"/>
                </ns1:cxn>
                <ns1:cxn ang="0">
                  <ns1:pos x="T36" y="T37"/>
                </ns1:cxn>
                <ns1:cxn ang="0">
                  <ns1:pos x="T38" y="T39"/>
                </ns1:cxn>
                <ns1:cxn ang="0">
                  <ns1:pos x="T40" y="T41"/>
                </ns1:cxn>
              </ns1:cxnLst>
              <ns1:rect l="0" t="0" r="r" b="b"/>
              <ns1:pathLst>
                <ns1:path w="80" h="40">
                  <ns1:moveTo>
                    <ns1:pt x="68" y="32"/>
                  </ns1:moveTo>
                  <ns1:cubicBezTo>
                    <ns1:pt x="12" y="32"/>
                    <ns1:pt x="12" y="32"/>
                    <ns1:pt x="12" y="32"/>
                  </ns1:cubicBezTo>
                  <ns1:cubicBezTo>
                    <ns1:pt x="10" y="32"/>
                    <ns1:pt x="8" y="34"/>
                    <ns1:pt x="8" y="36"/>
                  </ns1:cubicBezTo>
                  <ns1:cubicBezTo>
                    <ns1:pt x="8" y="38"/>
                    <ns1:pt x="10" y="40"/>
                    <ns1:pt x="12" y="40"/>
                  </ns1:cubicBezTo>
                  <ns1:cubicBezTo>
                    <ns1:pt x="68" y="40"/>
                    <ns1:pt x="68" y="40"/>
                    <ns1:pt x="68" y="40"/>
                  </ns1:cubicBezTo>
                  <ns1:cubicBezTo>
                    <ns1:pt x="70" y="40"/>
                    <ns1:pt x="72" y="38"/>
                    <ns1:pt x="72" y="36"/>
                  </ns1:cubicBezTo>
                  <ns1:cubicBezTo>
                    <ns1:pt x="72" y="34"/>
                    <ns1:pt x="70" y="32"/>
                    <ns1:pt x="68" y="32"/>
                  </ns1:cubicBezTo>
                  <ns1:close/>
                  <ns1:moveTo>
                    <ns1:pt x="72" y="16"/>
                  </ns1:moveTo>
                  <ns1:cubicBezTo>
                    <ns1:pt x="8" y="16"/>
                    <ns1:pt x="8" y="16"/>
                    <ns1:pt x="8" y="16"/>
                  </ns1:cubicBezTo>
                  <ns1:cubicBezTo>
                    <ns1:pt x="6" y="16"/>
                    <ns1:pt x="4" y="18"/>
                    <ns1:pt x="4" y="20"/>
                  </ns1:cubicBezTo>
                  <ns1:cubicBezTo>
                    <ns1:pt x="4" y="22"/>
                    <ns1:pt x="6" y="24"/>
                    <ns1:pt x="8" y="24"/>
                  </ns1:cubicBezTo>
                  <ns1:cubicBezTo>
                    <ns1:pt x="72" y="24"/>
                    <ns1:pt x="72" y="24"/>
                    <ns1:pt x="72" y="24"/>
                  </ns1:cubicBezTo>
                  <ns1:cubicBezTo>
                    <ns1:pt x="74" y="24"/>
                    <ns1:pt x="76" y="22"/>
                    <ns1:pt x="76" y="20"/>
                  </ns1:cubicBezTo>
                  <ns1:cubicBezTo>
                    <ns1:pt x="76" y="18"/>
                    <ns1:pt x="74" y="16"/>
                    <ns1:pt x="72" y="16"/>
                  </ns1:cubicBezTo>
                  <ns1:close/>
                  <ns1:moveTo>
                    <ns1:pt x="76" y="0"/>
                  </ns1:moveTo>
                  <ns1:cubicBezTo>
                    <ns1:pt x="4" y="0"/>
                    <ns1:pt x="4" y="0"/>
                    <ns1:pt x="4" y="0"/>
                  </ns1:cubicBezTo>
                  <ns1:cubicBezTo>
                    <ns1:pt x="2" y="0"/>
                    <ns1:pt x="0" y="2"/>
                    <ns1:pt x="0" y="4"/>
                  </ns1:cubicBezTo>
                  <ns1:cubicBezTo>
                    <ns1:pt x="0" y="6"/>
                    <ns1:pt x="2" y="8"/>
                    <ns1:pt x="4" y="8"/>
                  </ns1:cubicBezTo>
                  <ns1:cubicBezTo>
                    <ns1:pt x="76" y="8"/>
                    <ns1:pt x="76" y="8"/>
                    <ns1:pt x="76" y="8"/>
                  </ns1:cubicBezTo>
                  <ns1:cubicBezTo>
                    <ns1:pt x="78" y="8"/>
                    <ns1:pt x="80" y="6"/>
                    <ns1:pt x="80" y="4"/>
                  </ns1:cubicBezTo>
                  <ns1:cubicBezTo>
                    <ns1:pt x="80" y="2"/>
                    <ns1:pt x="78" y="0"/>
                    <ns1:pt x="76" y="0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</ns0:grpSp>
      <ns0:sp>
        <ns0:nvSpPr>
          <ns0:cNvPr id="155" name="Freeform 30"/>
          <ns0:cNvSpPr>
            <ns1:spLocks noEditPoints="1"/>
          </ns0:cNvSpPr>
          <ns0:nvPr/>
        </ns0:nvSpPr>
        <ns0:spPr bwMode="auto">
          <ns1:xfrm>
            <ns1:off x="6434906" y="1970447"/>
            <ns1:ext cx="405282" cy="431835"/>
          </ns1:xfrm>
          <ns1:custGeom>
            <ns1:avLst/>
            <ns1:gdLst>
              <ns1:gd name="T0" fmla="*/ 60 w 120"/>
              <ns1:gd name="T1" fmla="*/ 0 h 128"/>
              <ns1:gd name="T2" fmla="*/ 0 w 120"/>
              <ns1:gd name="T3" fmla="*/ 60 h 128"/>
              <ns1:gd name="T4" fmla="*/ 4 w 120"/>
              <ns1:gd name="T5" fmla="*/ 64 h 128"/>
              <ns1:gd name="T6" fmla="*/ 56 w 120"/>
              <ns1:gd name="T7" fmla="*/ 64 h 128"/>
              <ns1:gd name="T8" fmla="*/ 56 w 120"/>
              <ns1:gd name="T9" fmla="*/ 111 h 128"/>
              <ns1:gd name="T10" fmla="*/ 46 w 120"/>
              <ns1:gd name="T11" fmla="*/ 120 h 128"/>
              <ns1:gd name="T12" fmla="*/ 36 w 120"/>
              <ns1:gd name="T13" fmla="*/ 111 h 128"/>
              <ns1:gd name="T14" fmla="*/ 32 w 120"/>
              <ns1:gd name="T15" fmla="*/ 107 h 128"/>
              <ns1:gd name="T16" fmla="*/ 28 w 120"/>
              <ns1:gd name="T17" fmla="*/ 111 h 128"/>
              <ns1:gd name="T18" fmla="*/ 46 w 120"/>
              <ns1:gd name="T19" fmla="*/ 128 h 128"/>
              <ns1:gd name="T20" fmla="*/ 64 w 120"/>
              <ns1:gd name="T21" fmla="*/ 111 h 128"/>
              <ns1:gd name="T22" fmla="*/ 64 w 120"/>
              <ns1:gd name="T23" fmla="*/ 64 h 128"/>
              <ns1:gd name="T24" fmla="*/ 116 w 120"/>
              <ns1:gd name="T25" fmla="*/ 64 h 128"/>
              <ns1:gd name="T26" fmla="*/ 120 w 120"/>
              <ns1:gd name="T27" fmla="*/ 60 h 128"/>
              <ns1:gd name="T28" fmla="*/ 60 w 120"/>
              <ns1:gd name="T29" fmla="*/ 0 h 128"/>
              <ns1:gd name="T30" fmla="*/ 8 w 120"/>
              <ns1:gd name="T31" fmla="*/ 56 h 128"/>
              <ns1:gd name="T32" fmla="*/ 51 w 120"/>
              <ns1:gd name="T33" fmla="*/ 9 h 128"/>
              <ns1:gd name="T34" fmla="*/ 30 w 120"/>
              <ns1:gd name="T35" fmla="*/ 56 h 128"/>
              <ns1:gd name="T36" fmla="*/ 8 w 120"/>
              <ns1:gd name="T37" fmla="*/ 56 h 128"/>
              <ns1:gd name="T38" fmla="*/ 34 w 120"/>
              <ns1:gd name="T39" fmla="*/ 56 h 128"/>
              <ns1:gd name="T40" fmla="*/ 60 w 120"/>
              <ns1:gd name="T41" fmla="*/ 9 h 128"/>
              <ns1:gd name="T42" fmla="*/ 86 w 120"/>
              <ns1:gd name="T43" fmla="*/ 56 h 128"/>
              <ns1:gd name="T44" fmla="*/ 34 w 120"/>
              <ns1:gd name="T45" fmla="*/ 56 h 128"/>
              <ns1:gd name="T46" fmla="*/ 90 w 120"/>
              <ns1:gd name="T47" fmla="*/ 56 h 128"/>
              <ns1:gd name="T48" fmla="*/ 69 w 120"/>
              <ns1:gd name="T49" fmla="*/ 9 h 128"/>
              <ns1:gd name="T50" fmla="*/ 112 w 120"/>
              <ns1:gd name="T51" fmla="*/ 56 h 128"/>
              <ns1:gd name="T52" fmla="*/ 90 w 120"/>
              <ns1:gd name="T53" fmla="*/ 56 h 128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  <ns1:cxn ang="0">
                <ns1:pos x="T32" y="T33"/>
              </ns1:cxn>
              <ns1:cxn ang="0">
                <ns1:pos x="T34" y="T35"/>
              </ns1:cxn>
              <ns1:cxn ang="0">
                <ns1:pos x="T36" y="T37"/>
              </ns1:cxn>
              <ns1:cxn ang="0">
                <ns1:pos x="T38" y="T39"/>
              </ns1:cxn>
              <ns1:cxn ang="0">
                <ns1:pos x="T40" y="T41"/>
              </ns1:cxn>
              <ns1:cxn ang="0">
                <ns1:pos x="T42" y="T43"/>
              </ns1:cxn>
              <ns1:cxn ang="0">
                <ns1:pos x="T44" y="T45"/>
              </ns1:cxn>
              <ns1:cxn ang="0">
                <ns1:pos x="T46" y="T47"/>
              </ns1:cxn>
              <ns1:cxn ang="0">
                <ns1:pos x="T48" y="T49"/>
              </ns1:cxn>
              <ns1:cxn ang="0">
                <ns1:pos x="T50" y="T51"/>
              </ns1:cxn>
              <ns1:cxn ang="0">
                <ns1:pos x="T52" y="T53"/>
              </ns1:cxn>
            </ns1:cxnLst>
            <ns1:rect l="0" t="0" r="r" b="b"/>
            <ns1:pathLst>
              <ns1:path w="120" h="128">
                <ns1:moveTo>
                  <ns1:pt x="60" y="0"/>
                </ns1:moveTo>
                <ns1:cubicBezTo>
                  <ns1:pt x="27" y="0"/>
                  <ns1:pt x="0" y="27"/>
                  <ns1:pt x="0" y="60"/>
                </ns1:cubicBezTo>
                <ns1:cubicBezTo>
                  <ns1:pt x="0" y="62"/>
                  <ns1:pt x="2" y="64"/>
                  <ns1:pt x="4" y="64"/>
                </ns1:cubicBezTo>
                <ns1:cubicBezTo>
                  <ns1:pt x="56" y="64"/>
                  <ns1:pt x="56" y="64"/>
                  <ns1:pt x="56" y="64"/>
                </ns1:cubicBezTo>
                <ns1:cubicBezTo>
                  <ns1:pt x="56" y="111"/>
                  <ns1:pt x="56" y="111"/>
                  <ns1:pt x="56" y="111"/>
                </ns1:cubicBezTo>
                <ns1:cubicBezTo>
                  <ns1:pt x="56" y="116"/>
                  <ns1:pt x="51" y="120"/>
                  <ns1:pt x="46" y="120"/>
                </ns1:cubicBezTo>
                <ns1:cubicBezTo>
                  <ns1:pt x="40" y="120"/>
                  <ns1:pt x="36" y="116"/>
                  <ns1:pt x="36" y="111"/>
                </ns1:cubicBezTo>
                <ns1:cubicBezTo>
                  <ns1:pt x="36" y="108"/>
                  <ns1:pt x="34" y="107"/>
                  <ns1:pt x="32" y="107"/>
                </ns1:cubicBezTo>
                <ns1:cubicBezTo>
                  <ns1:pt x="30" y="107"/>
                  <ns1:pt x="28" y="108"/>
                  <ns1:pt x="28" y="111"/>
                </ns1:cubicBezTo>
                <ns1:cubicBezTo>
                  <ns1:pt x="28" y="120"/>
                  <ns1:pt x="36" y="128"/>
                  <ns1:pt x="46" y="128"/>
                </ns1:cubicBezTo>
                <ns1:cubicBezTo>
                  <ns1:pt x="56" y="128"/>
                  <ns1:pt x="64" y="120"/>
                  <ns1:pt x="64" y="111"/>
                </ns1:cubicBezTo>
                <ns1:cubicBezTo>
                  <ns1:pt x="64" y="64"/>
                  <ns1:pt x="64" y="64"/>
                  <ns1:pt x="64" y="64"/>
                </ns1:cubicBezTo>
                <ns1:cubicBezTo>
                  <ns1:pt x="116" y="64"/>
                  <ns1:pt x="116" y="64"/>
                  <ns1:pt x="116" y="64"/>
                </ns1:cubicBezTo>
                <ns1:cubicBezTo>
                  <ns1:pt x="118" y="64"/>
                  <ns1:pt x="120" y="62"/>
                  <ns1:pt x="120" y="60"/>
                </ns1:cubicBezTo>
                <ns1:cubicBezTo>
                  <ns1:pt x="120" y="27"/>
                  <ns1:pt x="93" y="0"/>
                  <ns1:pt x="60" y="0"/>
                </ns1:cubicBezTo>
                <ns1:close/>
                <ns1:moveTo>
                  <ns1:pt x="8" y="56"/>
                </ns1:moveTo>
                <ns1:cubicBezTo>
                  <ns1:pt x="10" y="32"/>
                  <ns1:pt x="28" y="13"/>
                  <ns1:pt x="51" y="9"/>
                </ns1:cubicBezTo>
                <ns1:cubicBezTo>
                  <ns1:pt x="38" y="17"/>
                  <ns1:pt x="30" y="35"/>
                  <ns1:pt x="30" y="56"/>
                </ns1:cubicBezTo>
                <ns1:lnTo>
                  <ns1:pt x="8" y="56"/>
                </ns1:lnTo>
                <ns1:close/>
                <ns1:moveTo>
                  <ns1:pt x="34" y="56"/>
                </ns1:moveTo>
                <ns1:cubicBezTo>
                  <ns1:pt x="34" y="32"/>
                  <ns1:pt x="44" y="14"/>
                  <ns1:pt x="60" y="9"/>
                </ns1:cubicBezTo>
                <ns1:cubicBezTo>
                  <ns1:pt x="76" y="14"/>
                  <ns1:pt x="86" y="32"/>
                  <ns1:pt x="86" y="56"/>
                </ns1:cubicBezTo>
                <ns1:lnTo>
                  <ns1:pt x="34" y="56"/>
                </ns1:lnTo>
                <ns1:close/>
                <ns1:moveTo>
                  <ns1:pt x="90" y="56"/>
                </ns1:moveTo>
                <ns1:cubicBezTo>
                  <ns1:pt x="90" y="35"/>
                  <ns1:pt x="82" y="17"/>
                  <ns1:pt x="69" y="9"/>
                </ns1:cubicBezTo>
                <ns1:cubicBezTo>
                  <ns1:pt x="92" y="13"/>
                  <ns1:pt x="110" y="32"/>
                  <ns1:pt x="112" y="56"/>
                </ns1:cubicBezTo>
                <ns1:lnTo>
                  <ns1:pt x="90" y="56"/>
                </ns1:lnTo>
                <ns1:close/>
              </ns1:path>
            </ns1:pathLst>
          </ns1:custGeom>
          <ns1:solidFill>
            <ns1:schemeClr val="tx1"/>
          </ns1:solidFill>
          <ns1:ln>
            <ns1:noFill/>
          </ns1:ln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id-ID" sz="2700"/>
          </ns1:p>
        </ns0:txBody>
      </ns0:sp>
      <ns0:grpSp>
        <ns0:nvGrpSpPr>
          <ns0:cNvPr id="156" name="Group 155"/>
          <ns0:cNvGrpSpPr/>
          <ns0:nvPr/>
        </ns0:nvGrpSpPr>
        <ns0:grpSpPr>
          <ns1:xfrm>
            <ns1:off x="1251232" y="1208014"/>
            <ns1:ext cx="433762" cy="415213"/>
            <ns1:chOff x="9886950" y="1016001"/>
            <ns1:chExt cx="482600" cy="461963"/>
          </ns1:xfrm>
          <ns1:solidFill>
            <ns1:schemeClr val="tx1"/>
          </ns1:solidFill>
        </ns0:grpSpPr>
        <ns0:sp>
          <ns0:nvSpPr>
            <ns0:cNvPr id="157" name="Freeform 36"/>
            <ns0:cNvSpPr>
              <ns1:spLocks noEditPoints="1"/>
            </ns0:cNvSpPr>
            <ns0:nvPr/>
          </ns0:nvSpPr>
          <ns0:spPr bwMode="auto">
            <ns1:xfrm>
              <ns1:off x="9886950" y="1016001"/>
              <ns1:ext cx="482600" cy="461963"/>
            </ns1:xfrm>
            <ns1:custGeom>
              <ns1:avLst/>
              <ns1:gdLst>
                <ns1:gd name="T0" fmla="*/ 117 w 128"/>
                <ns1:gd name="T1" fmla="*/ 0 h 122"/>
                <ns1:gd name="T2" fmla="*/ 11 w 128"/>
                <ns1:gd name="T3" fmla="*/ 0 h 122"/>
                <ns1:gd name="T4" fmla="*/ 0 w 128"/>
                <ns1:gd name="T5" fmla="*/ 11 h 122"/>
                <ns1:gd name="T6" fmla="*/ 0 w 128"/>
                <ns1:gd name="T7" fmla="*/ 93 h 122"/>
                <ns1:gd name="T8" fmla="*/ 11 w 128"/>
                <ns1:gd name="T9" fmla="*/ 104 h 122"/>
                <ns1:gd name="T10" fmla="*/ 43 w 128"/>
                <ns1:gd name="T11" fmla="*/ 104 h 122"/>
                <ns1:gd name="T12" fmla="*/ 37 w 128"/>
                <ns1:gd name="T13" fmla="*/ 110 h 122"/>
                <ns1:gd name="T14" fmla="*/ 34 w 128"/>
                <ns1:gd name="T15" fmla="*/ 113 h 122"/>
                <ns1:gd name="T16" fmla="*/ 34 w 128"/>
                <ns1:gd name="T17" fmla="*/ 118 h 122"/>
                <ns1:gd name="T18" fmla="*/ 42 w 128"/>
                <ns1:gd name="T19" fmla="*/ 122 h 122"/>
                <ns1:gd name="T20" fmla="*/ 86 w 128"/>
                <ns1:gd name="T21" fmla="*/ 122 h 122"/>
                <ns1:gd name="T22" fmla="*/ 94 w 128"/>
                <ns1:gd name="T23" fmla="*/ 118 h 122"/>
                <ns1:gd name="T24" fmla="*/ 94 w 128"/>
                <ns1:gd name="T25" fmla="*/ 113 h 122"/>
                <ns1:gd name="T26" fmla="*/ 91 w 128"/>
                <ns1:gd name="T27" fmla="*/ 110 h 122"/>
                <ns1:gd name="T28" fmla="*/ 85 w 128"/>
                <ns1:gd name="T29" fmla="*/ 104 h 122"/>
                <ns1:gd name="T30" fmla="*/ 117 w 128"/>
                <ns1:gd name="T31" fmla="*/ 104 h 122"/>
                <ns1:gd name="T32" fmla="*/ 128 w 128"/>
                <ns1:gd name="T33" fmla="*/ 93 h 122"/>
                <ns1:gd name="T34" fmla="*/ 128 w 128"/>
                <ns1:gd name="T35" fmla="*/ 11 h 122"/>
                <ns1:gd name="T36" fmla="*/ 117 w 128"/>
                <ns1:gd name="T37" fmla="*/ 0 h 122"/>
                <ns1:gd name="T38" fmla="*/ 88 w 128"/>
                <ns1:gd name="T39" fmla="*/ 113 h 122"/>
                <ns1:gd name="T40" fmla="*/ 90 w 128"/>
                <ns1:gd name="T41" fmla="*/ 116 h 122"/>
                <ns1:gd name="T42" fmla="*/ 90 w 128"/>
                <ns1:gd name="T43" fmla="*/ 116 h 122"/>
                <ns1:gd name="T44" fmla="*/ 86 w 128"/>
                <ns1:gd name="T45" fmla="*/ 118 h 122"/>
                <ns1:gd name="T46" fmla="*/ 42 w 128"/>
                <ns1:gd name="T47" fmla="*/ 118 h 122"/>
                <ns1:gd name="T48" fmla="*/ 38 w 128"/>
                <ns1:gd name="T49" fmla="*/ 116 h 122"/>
                <ns1:gd name="T50" fmla="*/ 38 w 128"/>
                <ns1:gd name="T51" fmla="*/ 116 h 122"/>
                <ns1:gd name="T52" fmla="*/ 38 w 128"/>
                <ns1:gd name="T53" fmla="*/ 116 h 122"/>
                <ns1:gd name="T54" fmla="*/ 40 w 128"/>
                <ns1:gd name="T55" fmla="*/ 113 h 122"/>
                <ns1:gd name="T56" fmla="*/ 48 w 128"/>
                <ns1:gd name="T57" fmla="*/ 104 h 122"/>
                <ns1:gd name="T58" fmla="*/ 80 w 128"/>
                <ns1:gd name="T59" fmla="*/ 104 h 122"/>
                <ns1:gd name="T60" fmla="*/ 88 w 128"/>
                <ns1:gd name="T61" fmla="*/ 113 h 122"/>
                <ns1:gd name="T62" fmla="*/ 120 w 128"/>
                <ns1:gd name="T63" fmla="*/ 93 h 122"/>
                <ns1:gd name="T64" fmla="*/ 117 w 128"/>
                <ns1:gd name="T65" fmla="*/ 96 h 122"/>
                <ns1:gd name="T66" fmla="*/ 11 w 128"/>
                <ns1:gd name="T67" fmla="*/ 96 h 122"/>
                <ns1:gd name="T68" fmla="*/ 8 w 128"/>
                <ns1:gd name="T69" fmla="*/ 93 h 122"/>
                <ns1:gd name="T70" fmla="*/ 8 w 128"/>
                <ns1:gd name="T71" fmla="*/ 11 h 122"/>
                <ns1:gd name="T72" fmla="*/ 11 w 128"/>
                <ns1:gd name="T73" fmla="*/ 8 h 122"/>
                <ns1:gd name="T74" fmla="*/ 117 w 128"/>
                <ns1:gd name="T75" fmla="*/ 8 h 122"/>
                <ns1:gd name="T76" fmla="*/ 120 w 128"/>
                <ns1:gd name="T77" fmla="*/ 11 h 122"/>
                <ns1:gd name="T78" fmla="*/ 120 w 128"/>
                <ns1:gd name="T79" fmla="*/ 93 h 122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  <ns1:cxn ang="0">
                  <ns1:pos x="T30" y="T31"/>
                </ns1:cxn>
                <ns1:cxn ang="0">
                  <ns1:pos x="T32" y="T33"/>
                </ns1:cxn>
                <ns1:cxn ang="0">
                  <ns1:pos x="T34" y="T35"/>
                </ns1:cxn>
                <ns1:cxn ang="0">
                  <ns1:pos x="T36" y="T37"/>
                </ns1:cxn>
                <ns1:cxn ang="0">
                  <ns1:pos x="T38" y="T39"/>
                </ns1:cxn>
                <ns1:cxn ang="0">
                  <ns1:pos x="T40" y="T41"/>
                </ns1:cxn>
                <ns1:cxn ang="0">
                  <ns1:pos x="T42" y="T43"/>
                </ns1:cxn>
                <ns1:cxn ang="0">
                  <ns1:pos x="T44" y="T45"/>
                </ns1:cxn>
                <ns1:cxn ang="0">
                  <ns1:pos x="T46" y="T47"/>
                </ns1:cxn>
                <ns1:cxn ang="0">
                  <ns1:pos x="T48" y="T49"/>
                </ns1:cxn>
                <ns1:cxn ang="0">
                  <ns1:pos x="T50" y="T51"/>
                </ns1:cxn>
                <ns1:cxn ang="0">
                  <ns1:pos x="T52" y="T53"/>
                </ns1:cxn>
                <ns1:cxn ang="0">
                  <ns1:pos x="T54" y="T55"/>
                </ns1:cxn>
                <ns1:cxn ang="0">
                  <ns1:pos x="T56" y="T57"/>
                </ns1:cxn>
                <ns1:cxn ang="0">
                  <ns1:pos x="T58" y="T59"/>
                </ns1:cxn>
                <ns1:cxn ang="0">
                  <ns1:pos x="T60" y="T61"/>
                </ns1:cxn>
                <ns1:cxn ang="0">
                  <ns1:pos x="T62" y="T63"/>
                </ns1:cxn>
                <ns1:cxn ang="0">
                  <ns1:pos x="T64" y="T65"/>
                </ns1:cxn>
                <ns1:cxn ang="0">
                  <ns1:pos x="T66" y="T67"/>
                </ns1:cxn>
                <ns1:cxn ang="0">
                  <ns1:pos x="T68" y="T69"/>
                </ns1:cxn>
                <ns1:cxn ang="0">
                  <ns1:pos x="T70" y="T71"/>
                </ns1:cxn>
                <ns1:cxn ang="0">
                  <ns1:pos x="T72" y="T73"/>
                </ns1:cxn>
                <ns1:cxn ang="0">
                  <ns1:pos x="T74" y="T75"/>
                </ns1:cxn>
                <ns1:cxn ang="0">
                  <ns1:pos x="T76" y="T77"/>
                </ns1:cxn>
                <ns1:cxn ang="0">
                  <ns1:pos x="T78" y="T79"/>
                </ns1:cxn>
              </ns1:cxnLst>
              <ns1:rect l="0" t="0" r="r" b="b"/>
              <ns1:pathLst>
                <ns1:path w="128" h="122">
                  <ns1:moveTo>
                    <ns1:pt x="117" y="0"/>
                  </ns1:moveTo>
                  <ns1:cubicBezTo>
                    <ns1:pt x="11" y="0"/>
                    <ns1:pt x="11" y="0"/>
                    <ns1:pt x="11" y="0"/>
                  </ns1:cubicBezTo>
                  <ns1:cubicBezTo>
                    <ns1:pt x="5" y="0"/>
                    <ns1:pt x="0" y="5"/>
                    <ns1:pt x="0" y="11"/>
                  </ns1:cubicBezTo>
                  <ns1:cubicBezTo>
                    <ns1:pt x="0" y="93"/>
                    <ns1:pt x="0" y="93"/>
                    <ns1:pt x="0" y="93"/>
                  </ns1:cubicBezTo>
                  <ns1:cubicBezTo>
                    <ns1:pt x="0" y="99"/>
                    <ns1:pt x="5" y="104"/>
                    <ns1:pt x="11" y="104"/>
                  </ns1:cubicBezTo>
                  <ns1:cubicBezTo>
                    <ns1:pt x="43" y="104"/>
                    <ns1:pt x="43" y="104"/>
                    <ns1:pt x="43" y="104"/>
                  </ns1:cubicBezTo>
                  <ns1:cubicBezTo>
                    <ns1:pt x="41" y="106"/>
                    <ns1:pt x="39" y="109"/>
                    <ns1:pt x="37" y="110"/>
                  </ns1:cubicBezTo>
                  <ns1:cubicBezTo>
                    <ns1:pt x="36" y="111"/>
                    <ns1:pt x="35" y="112"/>
                    <ns1:pt x="34" y="113"/>
                  </ns1:cubicBezTo>
                  <ns1:cubicBezTo>
                    <ns1:pt x="34" y="114"/>
                    <ns1:pt x="33" y="116"/>
                    <ns1:pt x="34" y="118"/>
                  </ns1:cubicBezTo>
                  <ns1:cubicBezTo>
                    <ns1:pt x="35" y="120"/>
                    <ns1:pt x="37" y="122"/>
                    <ns1:pt x="42" y="122"/>
                  </ns1:cubicBezTo>
                  <ns1:cubicBezTo>
                    <ns1:pt x="86" y="122"/>
                    <ns1:pt x="86" y="122"/>
                    <ns1:pt x="86" y="122"/>
                  </ns1:cubicBezTo>
                  <ns1:cubicBezTo>
                    <ns1:pt x="91" y="122"/>
                    <ns1:pt x="93" y="120"/>
                    <ns1:pt x="94" y="118"/>
                  </ns1:cubicBezTo>
                  <ns1:cubicBezTo>
                    <ns1:pt x="95" y="116"/>
                    <ns1:pt x="94" y="114"/>
                    <ns1:pt x="94" y="113"/>
                  </ns1:cubicBezTo>
                  <ns1:cubicBezTo>
                    <ns1:pt x="93" y="112"/>
                    <ns1:pt x="92" y="111"/>
                    <ns1:pt x="91" y="110"/>
                  </ns1:cubicBezTo>
                  <ns1:cubicBezTo>
                    <ns1:pt x="89" y="109"/>
                    <ns1:pt x="87" y="106"/>
                    <ns1:pt x="85" y="104"/>
                  </ns1:cubicBezTo>
                  <ns1:cubicBezTo>
                    <ns1:pt x="117" y="104"/>
                    <ns1:pt x="117" y="104"/>
                    <ns1:pt x="117" y="104"/>
                  </ns1:cubicBezTo>
                  <ns1:cubicBezTo>
                    <ns1:pt x="123" y="104"/>
                    <ns1:pt x="128" y="99"/>
                    <ns1:pt x="128" y="93"/>
                  </ns1:cubicBezTo>
                  <ns1:cubicBezTo>
                    <ns1:pt x="128" y="11"/>
                    <ns1:pt x="128" y="11"/>
                    <ns1:pt x="128" y="11"/>
                  </ns1:cubicBezTo>
                  <ns1:cubicBezTo>
                    <ns1:pt x="128" y="5"/>
                    <ns1:pt x="123" y="0"/>
                    <ns1:pt x="117" y="0"/>
                  </ns1:cubicBezTo>
                  <ns1:close/>
                  <ns1:moveTo>
                    <ns1:pt x="88" y="113"/>
                  </ns1:moveTo>
                  <ns1:cubicBezTo>
                    <ns1:pt x="89" y="114"/>
                    <ns1:pt x="90" y="115"/>
                    <ns1:pt x="90" y="116"/>
                  </ns1:cubicBezTo>
                  <ns1:cubicBezTo>
                    <ns1:pt x="90" y="116"/>
                    <ns1:pt x="91" y="116"/>
                    <ns1:pt x="90" y="116"/>
                  </ns1:cubicBezTo>
                  <ns1:cubicBezTo>
                    <ns1:pt x="90" y="117"/>
                    <ns1:pt x="88" y="118"/>
                    <ns1:pt x="86" y="118"/>
                  </ns1:cubicBezTo>
                  <ns1:cubicBezTo>
                    <ns1:pt x="42" y="118"/>
                    <ns1:pt x="42" y="118"/>
                    <ns1:pt x="42" y="118"/>
                  </ns1:cubicBezTo>
                  <ns1:cubicBezTo>
                    <ns1:pt x="40" y="118"/>
                    <ns1:pt x="38" y="117"/>
                    <ns1:pt x="38" y="116"/>
                  </ns1:cubicBezTo>
                  <ns1:cubicBezTo>
                    <ns1:pt x="38" y="116"/>
                    <ns1:pt x="38" y="116"/>
                    <ns1:pt x="38" y="116"/>
                  </ns1:cubicBezTo>
                  <ns1:cubicBezTo>
                    <ns1:pt x="38" y="116"/>
                    <ns1:pt x="38" y="116"/>
                    <ns1:pt x="38" y="116"/>
                  </ns1:cubicBezTo>
                  <ns1:cubicBezTo>
                    <ns1:pt x="38" y="115"/>
                    <ns1:pt x="39" y="114"/>
                    <ns1:pt x="40" y="113"/>
                  </ns1:cubicBezTo>
                  <ns1:cubicBezTo>
                    <ns1:pt x="44" y="109"/>
                    <ns1:pt x="47" y="106"/>
                    <ns1:pt x="48" y="104"/>
                  </ns1:cubicBezTo>
                  <ns1:cubicBezTo>
                    <ns1:pt x="80" y="104"/>
                    <ns1:pt x="80" y="104"/>
                    <ns1:pt x="80" y="104"/>
                  </ns1:cubicBezTo>
                  <ns1:cubicBezTo>
                    <ns1:pt x="81" y="106"/>
                    <ns1:pt x="84" y="109"/>
                    <ns1:pt x="88" y="113"/>
                  </ns1:cubicBezTo>
                  <ns1:close/>
                  <ns1:moveTo>
                    <ns1:pt x="120" y="93"/>
                  </ns1:moveTo>
                  <ns1:cubicBezTo>
                    <ns1:pt x="120" y="95"/>
                    <ns1:pt x="119" y="96"/>
                    <ns1:pt x="117" y="96"/>
                  </ns1:cubicBezTo>
                  <ns1:cubicBezTo>
                    <ns1:pt x="11" y="96"/>
                    <ns1:pt x="11" y="96"/>
                    <ns1:pt x="11" y="96"/>
                  </ns1:cubicBezTo>
                  <ns1:cubicBezTo>
                    <ns1:pt x="9" y="96"/>
                    <ns1:pt x="8" y="95"/>
                    <ns1:pt x="8" y="93"/>
                  </ns1:cubicBezTo>
                  <ns1:cubicBezTo>
                    <ns1:pt x="8" y="11"/>
                    <ns1:pt x="8" y="11"/>
                    <ns1:pt x="8" y="11"/>
                  </ns1:cubicBezTo>
                  <ns1:cubicBezTo>
                    <ns1:pt x="8" y="9"/>
                    <ns1:pt x="9" y="8"/>
                    <ns1:pt x="11" y="8"/>
                  </ns1:cubicBezTo>
                  <ns1:cubicBezTo>
                    <ns1:pt x="117" y="8"/>
                    <ns1:pt x="117" y="8"/>
                    <ns1:pt x="117" y="8"/>
                  </ns1:cubicBezTo>
                  <ns1:cubicBezTo>
                    <ns1:pt x="119" y="8"/>
                    <ns1:pt x="120" y="9"/>
                    <ns1:pt x="120" y="11"/>
                  </ns1:cubicBezTo>
                  <ns1:lnTo>
                    <ns1:pt x="120" y="93"/>
                  </ns1:ln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158" name="Freeform 37"/>
            <ns0:cNvSpPr>
              <ns1:spLocks noEditPoints="1"/>
            </ns0:cNvSpPr>
            <ns0:nvPr/>
          </ns0:nvSpPr>
          <ns0:spPr bwMode="auto">
            <ns1:xfrm>
              <ns1:off x="9947275" y="1076326"/>
              <ns1:ext cx="361950" cy="242888"/>
            </ns1:xfrm>
            <ns1:custGeom>
              <ns1:avLst/>
              <ns1:gdLst>
                <ns1:gd name="T0" fmla="*/ 89 w 96"/>
                <ns1:gd name="T1" fmla="*/ 0 h 64"/>
                <ns1:gd name="T2" fmla="*/ 7 w 96"/>
                <ns1:gd name="T3" fmla="*/ 0 h 64"/>
                <ns1:gd name="T4" fmla="*/ 0 w 96"/>
                <ns1:gd name="T5" fmla="*/ 7 h 64"/>
                <ns1:gd name="T6" fmla="*/ 0 w 96"/>
                <ns1:gd name="T7" fmla="*/ 57 h 64"/>
                <ns1:gd name="T8" fmla="*/ 7 w 96"/>
                <ns1:gd name="T9" fmla="*/ 64 h 64"/>
                <ns1:gd name="T10" fmla="*/ 89 w 96"/>
                <ns1:gd name="T11" fmla="*/ 64 h 64"/>
                <ns1:gd name="T12" fmla="*/ 96 w 96"/>
                <ns1:gd name="T13" fmla="*/ 57 h 64"/>
                <ns1:gd name="T14" fmla="*/ 96 w 96"/>
                <ns1:gd name="T15" fmla="*/ 7 h 64"/>
                <ns1:gd name="T16" fmla="*/ 89 w 96"/>
                <ns1:gd name="T17" fmla="*/ 0 h 64"/>
                <ns1:gd name="T18" fmla="*/ 92 w 96"/>
                <ns1:gd name="T19" fmla="*/ 57 h 64"/>
                <ns1:gd name="T20" fmla="*/ 89 w 96"/>
                <ns1:gd name="T21" fmla="*/ 60 h 64"/>
                <ns1:gd name="T22" fmla="*/ 7 w 96"/>
                <ns1:gd name="T23" fmla="*/ 60 h 64"/>
                <ns1:gd name="T24" fmla="*/ 4 w 96"/>
                <ns1:gd name="T25" fmla="*/ 57 h 64"/>
                <ns1:gd name="T26" fmla="*/ 4 w 96"/>
                <ns1:gd name="T27" fmla="*/ 7 h 64"/>
                <ns1:gd name="T28" fmla="*/ 7 w 96"/>
                <ns1:gd name="T29" fmla="*/ 4 h 64"/>
                <ns1:gd name="T30" fmla="*/ 89 w 96"/>
                <ns1:gd name="T31" fmla="*/ 4 h 64"/>
                <ns1:gd name="T32" fmla="*/ 92 w 96"/>
                <ns1:gd name="T33" fmla="*/ 7 h 64"/>
                <ns1:gd name="T34" fmla="*/ 92 w 96"/>
                <ns1:gd name="T35" fmla="*/ 57 h 64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  <ns1:cxn ang="0">
                  <ns1:pos x="T30" y="T31"/>
                </ns1:cxn>
                <ns1:cxn ang="0">
                  <ns1:pos x="T32" y="T33"/>
                </ns1:cxn>
                <ns1:cxn ang="0">
                  <ns1:pos x="T34" y="T35"/>
                </ns1:cxn>
              </ns1:cxnLst>
              <ns1:rect l="0" t="0" r="r" b="b"/>
              <ns1:pathLst>
                <ns1:path w="96" h="64">
                  <ns1:moveTo>
                    <ns1:pt x="89" y="0"/>
                  </ns1:moveTo>
                  <ns1:cubicBezTo>
                    <ns1:pt x="7" y="0"/>
                    <ns1:pt x="7" y="0"/>
                    <ns1:pt x="7" y="0"/>
                  </ns1:cubicBezTo>
                  <ns1:cubicBezTo>
                    <ns1:pt x="3" y="0"/>
                    <ns1:pt x="0" y="3"/>
                    <ns1:pt x="0" y="7"/>
                  </ns1:cubicBezTo>
                  <ns1:cubicBezTo>
                    <ns1:pt x="0" y="57"/>
                    <ns1:pt x="0" y="57"/>
                    <ns1:pt x="0" y="57"/>
                  </ns1:cubicBezTo>
                  <ns1:cubicBezTo>
                    <ns1:pt x="0" y="61"/>
                    <ns1:pt x="3" y="64"/>
                    <ns1:pt x="7" y="64"/>
                  </ns1:cubicBezTo>
                  <ns1:cubicBezTo>
                    <ns1:pt x="89" y="64"/>
                    <ns1:pt x="89" y="64"/>
                    <ns1:pt x="89" y="64"/>
                  </ns1:cubicBezTo>
                  <ns1:cubicBezTo>
                    <ns1:pt x="93" y="64"/>
                    <ns1:pt x="96" y="61"/>
                    <ns1:pt x="96" y="57"/>
                  </ns1:cubicBezTo>
                  <ns1:cubicBezTo>
                    <ns1:pt x="96" y="7"/>
                    <ns1:pt x="96" y="7"/>
                    <ns1:pt x="96" y="7"/>
                  </ns1:cubicBezTo>
                  <ns1:cubicBezTo>
                    <ns1:pt x="96" y="3"/>
                    <ns1:pt x="93" y="0"/>
                    <ns1:pt x="89" y="0"/>
                  </ns1:cubicBezTo>
                  <ns1:close/>
                  <ns1:moveTo>
                    <ns1:pt x="92" y="57"/>
                  </ns1:moveTo>
                  <ns1:cubicBezTo>
                    <ns1:pt x="92" y="59"/>
                    <ns1:pt x="91" y="60"/>
                    <ns1:pt x="89" y="60"/>
                  </ns1:cubicBezTo>
                  <ns1:cubicBezTo>
                    <ns1:pt x="7" y="60"/>
                    <ns1:pt x="7" y="60"/>
                    <ns1:pt x="7" y="60"/>
                  </ns1:cubicBezTo>
                  <ns1:cubicBezTo>
                    <ns1:pt x="5" y="60"/>
                    <ns1:pt x="4" y="59"/>
                    <ns1:pt x="4" y="57"/>
                  </ns1:cubicBezTo>
                  <ns1:cubicBezTo>
                    <ns1:pt x="4" y="7"/>
                    <ns1:pt x="4" y="7"/>
                    <ns1:pt x="4" y="7"/>
                  </ns1:cubicBezTo>
                  <ns1:cubicBezTo>
                    <ns1:pt x="4" y="5"/>
                    <ns1:pt x="5" y="4"/>
                    <ns1:pt x="7" y="4"/>
                  </ns1:cubicBezTo>
                  <ns1:cubicBezTo>
                    <ns1:pt x="89" y="4"/>
                    <ns1:pt x="89" y="4"/>
                    <ns1:pt x="89" y="4"/>
                  </ns1:cubicBezTo>
                  <ns1:cubicBezTo>
                    <ns1:pt x="91" y="4"/>
                    <ns1:pt x="92" y="5"/>
                    <ns1:pt x="92" y="7"/>
                  </ns1:cubicBezTo>
                  <ns1:lnTo>
                    <ns1:pt x="92" y="57"/>
                  </ns1:ln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159" name="Freeform 38"/>
            <ns0:cNvSpPr>
              <ns1:spLocks noEditPoints="1"/>
            </ns0:cNvSpPr>
            <ns0:nvPr/>
          </ns0:nvSpPr>
          <ns0:spPr bwMode="auto">
            <ns1:xfrm>
              <ns1:off x="10104438" y="1327151"/>
              <ns1:ext cx="46037" cy="44450"/>
            </ns1:xfrm>
            <ns1:custGeom>
              <ns1:avLst/>
              <ns1:gdLst>
                <ns1:gd name="T0" fmla="*/ 6 w 12"/>
                <ns1:gd name="T1" fmla="*/ 0 h 12"/>
                <ns1:gd name="T2" fmla="*/ 0 w 12"/>
                <ns1:gd name="T3" fmla="*/ 6 h 12"/>
                <ns1:gd name="T4" fmla="*/ 6 w 12"/>
                <ns1:gd name="T5" fmla="*/ 12 h 12"/>
                <ns1:gd name="T6" fmla="*/ 12 w 12"/>
                <ns1:gd name="T7" fmla="*/ 6 h 12"/>
                <ns1:gd name="T8" fmla="*/ 6 w 12"/>
                <ns1:gd name="T9" fmla="*/ 0 h 12"/>
                <ns1:gd name="T10" fmla="*/ 6 w 12"/>
                <ns1:gd name="T11" fmla="*/ 8 h 12"/>
                <ns1:gd name="T12" fmla="*/ 4 w 12"/>
                <ns1:gd name="T13" fmla="*/ 6 h 12"/>
                <ns1:gd name="T14" fmla="*/ 6 w 12"/>
                <ns1:gd name="T15" fmla="*/ 4 h 12"/>
                <ns1:gd name="T16" fmla="*/ 8 w 12"/>
                <ns1:gd name="T17" fmla="*/ 6 h 12"/>
                <ns1:gd name="T18" fmla="*/ 6 w 12"/>
                <ns1:gd name="T19" fmla="*/ 8 h 12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</ns1:cxnLst>
              <ns1:rect l="0" t="0" r="r" b="b"/>
              <ns1:pathLst>
                <ns1:path w="12" h="12">
                  <ns1:moveTo>
                    <ns1:pt x="6" y="0"/>
                  </ns1:moveTo>
                  <ns1:cubicBezTo>
                    <ns1:pt x="3" y="0"/>
                    <ns1:pt x="0" y="3"/>
                    <ns1:pt x="0" y="6"/>
                  </ns1:cubicBezTo>
                  <ns1:cubicBezTo>
                    <ns1:pt x="0" y="9"/>
                    <ns1:pt x="3" y="12"/>
                    <ns1:pt x="6" y="12"/>
                  </ns1:cubicBezTo>
                  <ns1:cubicBezTo>
                    <ns1:pt x="9" y="12"/>
                    <ns1:pt x="12" y="9"/>
                    <ns1:pt x="12" y="6"/>
                  </ns1:cubicBezTo>
                  <ns1:cubicBezTo>
                    <ns1:pt x="12" y="3"/>
                    <ns1:pt x="9" y="0"/>
                    <ns1:pt x="6" y="0"/>
                  </ns1:cubicBezTo>
                  <ns1:close/>
                  <ns1:moveTo>
                    <ns1:pt x="6" y="8"/>
                  </ns1:moveTo>
                  <ns1:cubicBezTo>
                    <ns1:pt x="5" y="8"/>
                    <ns1:pt x="4" y="7"/>
                    <ns1:pt x="4" y="6"/>
                  </ns1:cubicBezTo>
                  <ns1:cubicBezTo>
                    <ns1:pt x="4" y="5"/>
                    <ns1:pt x="5" y="4"/>
                    <ns1:pt x="6" y="4"/>
                  </ns1:cubicBezTo>
                  <ns1:cubicBezTo>
                    <ns1:pt x="7" y="4"/>
                    <ns1:pt x="8" y="5"/>
                    <ns1:pt x="8" y="6"/>
                  </ns1:cubicBezTo>
                  <ns1:cubicBezTo>
                    <ns1:pt x="8" y="7"/>
                    <ns1:pt x="7" y="8"/>
                    <ns1:pt x="6" y="8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160" name="Freeform 39"/>
            <ns0:cNvSpPr>
              <ns1:spLocks/>
            </ns0:cNvSpPr>
            <ns0:nvPr/>
          </ns0:nvSpPr>
          <ns0:spPr bwMode="auto">
            <ns1:xfrm>
              <ns1:off x="10067925" y="1198563"/>
              <ns1:ext cx="44450" cy="90488"/>
            </ns1:xfrm>
            <ns1:custGeom>
              <ns1:avLst/>
              <ns1:gdLst>
                <ns1:gd name="T0" fmla="*/ 9 w 12"/>
                <ns1:gd name="T1" fmla="*/ 0 h 24"/>
                <ns1:gd name="T2" fmla="*/ 3 w 12"/>
                <ns1:gd name="T3" fmla="*/ 0 h 24"/>
                <ns1:gd name="T4" fmla="*/ 0 w 12"/>
                <ns1:gd name="T5" fmla="*/ 3 h 24"/>
                <ns1:gd name="T6" fmla="*/ 0 w 12"/>
                <ns1:gd name="T7" fmla="*/ 21 h 24"/>
                <ns1:gd name="T8" fmla="*/ 3 w 12"/>
                <ns1:gd name="T9" fmla="*/ 24 h 24"/>
                <ns1:gd name="T10" fmla="*/ 9 w 12"/>
                <ns1:gd name="T11" fmla="*/ 24 h 24"/>
                <ns1:gd name="T12" fmla="*/ 12 w 12"/>
                <ns1:gd name="T13" fmla="*/ 21 h 24"/>
                <ns1:gd name="T14" fmla="*/ 12 w 12"/>
                <ns1:gd name="T15" fmla="*/ 3 h 24"/>
                <ns1:gd name="T16" fmla="*/ 9 w 12"/>
                <ns1:gd name="T17" fmla="*/ 0 h 24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</ns1:cxnLst>
              <ns1:rect l="0" t="0" r="r" b="b"/>
              <ns1:pathLst>
                <ns1:path w="12" h="24">
                  <ns1:moveTo>
                    <ns1:pt x="9" y="0"/>
                  </ns1:moveTo>
                  <ns1:cubicBezTo>
                    <ns1:pt x="3" y="0"/>
                    <ns1:pt x="3" y="0"/>
                    <ns1:pt x="3" y="0"/>
                  </ns1:cubicBezTo>
                  <ns1:cubicBezTo>
                    <ns1:pt x="1" y="0"/>
                    <ns1:pt x="0" y="1"/>
                    <ns1:pt x="0" y="3"/>
                  </ns1:cubicBezTo>
                  <ns1:cubicBezTo>
                    <ns1:pt x="0" y="21"/>
                    <ns1:pt x="0" y="21"/>
                    <ns1:pt x="0" y="21"/>
                  </ns1:cubicBezTo>
                  <ns1:cubicBezTo>
                    <ns1:pt x="0" y="22"/>
                    <ns1:pt x="1" y="24"/>
                    <ns1:pt x="3" y="24"/>
                  </ns1:cubicBezTo>
                  <ns1:cubicBezTo>
                    <ns1:pt x="9" y="24"/>
                    <ns1:pt x="9" y="24"/>
                    <ns1:pt x="9" y="24"/>
                  </ns1:cubicBezTo>
                  <ns1:cubicBezTo>
                    <ns1:pt x="11" y="24"/>
                    <ns1:pt x="12" y="22"/>
                    <ns1:pt x="12" y="21"/>
                  </ns1:cubicBezTo>
                  <ns1:cubicBezTo>
                    <ns1:pt x="12" y="3"/>
                    <ns1:pt x="12" y="3"/>
                    <ns1:pt x="12" y="3"/>
                  </ns1:cubicBezTo>
                  <ns1:cubicBezTo>
                    <ns1:pt x="12" y="1"/>
                    <ns1:pt x="11" y="0"/>
                    <ns1:pt x="9" y="0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161" name="Freeform 40"/>
            <ns0:cNvSpPr>
              <ns1:spLocks/>
            </ns0:cNvSpPr>
            <ns0:nvPr/>
          </ns0:nvSpPr>
          <ns0:spPr bwMode="auto">
            <ns1:xfrm>
              <ns1:off x="10218738" y="1106488"/>
              <ns1:ext cx="44450" cy="182563"/>
            </ns1:xfrm>
            <ns1:custGeom>
              <ns1:avLst/>
              <ns1:gdLst>
                <ns1:gd name="T0" fmla="*/ 9 w 12"/>
                <ns1:gd name="T1" fmla="*/ 0 h 48"/>
                <ns1:gd name="T2" fmla="*/ 3 w 12"/>
                <ns1:gd name="T3" fmla="*/ 0 h 48"/>
                <ns1:gd name="T4" fmla="*/ 0 w 12"/>
                <ns1:gd name="T5" fmla="*/ 3 h 48"/>
                <ns1:gd name="T6" fmla="*/ 0 w 12"/>
                <ns1:gd name="T7" fmla="*/ 45 h 48"/>
                <ns1:gd name="T8" fmla="*/ 3 w 12"/>
                <ns1:gd name="T9" fmla="*/ 48 h 48"/>
                <ns1:gd name="T10" fmla="*/ 9 w 12"/>
                <ns1:gd name="T11" fmla="*/ 48 h 48"/>
                <ns1:gd name="T12" fmla="*/ 12 w 12"/>
                <ns1:gd name="T13" fmla="*/ 45 h 48"/>
                <ns1:gd name="T14" fmla="*/ 12 w 12"/>
                <ns1:gd name="T15" fmla="*/ 3 h 48"/>
                <ns1:gd name="T16" fmla="*/ 9 w 12"/>
                <ns1:gd name="T17" fmla="*/ 0 h 48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</ns1:cxnLst>
              <ns1:rect l="0" t="0" r="r" b="b"/>
              <ns1:pathLst>
                <ns1:path w="12" h="48">
                  <ns1:moveTo>
                    <ns1:pt x="9" y="0"/>
                  </ns1:moveTo>
                  <ns1:cubicBezTo>
                    <ns1:pt x="3" y="0"/>
                    <ns1:pt x="3" y="0"/>
                    <ns1:pt x="3" y="0"/>
                  </ns1:cubicBezTo>
                  <ns1:cubicBezTo>
                    <ns1:pt x="1" y="0"/>
                    <ns1:pt x="0" y="1"/>
                    <ns1:pt x="0" y="3"/>
                  </ns1:cubicBezTo>
                  <ns1:cubicBezTo>
                    <ns1:pt x="0" y="45"/>
                    <ns1:pt x="0" y="45"/>
                    <ns1:pt x="0" y="45"/>
                  </ns1:cubicBezTo>
                  <ns1:cubicBezTo>
                    <ns1:pt x="0" y="47"/>
                    <ns1:pt x="1" y="48"/>
                    <ns1:pt x="3" y="48"/>
                  </ns1:cubicBezTo>
                  <ns1:cubicBezTo>
                    <ns1:pt x="9" y="48"/>
                    <ns1:pt x="9" y="48"/>
                    <ns1:pt x="9" y="48"/>
                  </ns1:cubicBezTo>
                  <ns1:cubicBezTo>
                    <ns1:pt x="11" y="48"/>
                    <ns1:pt x="12" y="47"/>
                    <ns1:pt x="12" y="45"/>
                  </ns1:cubicBezTo>
                  <ns1:cubicBezTo>
                    <ns1:pt x="12" y="3"/>
                    <ns1:pt x="12" y="3"/>
                    <ns1:pt x="12" y="3"/>
                  </ns1:cubicBezTo>
                  <ns1:cubicBezTo>
                    <ns1:pt x="12" y="1"/>
                    <ns1:pt x="11" y="0"/>
                    <ns1:pt x="9" y="0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162" name="Freeform 41"/>
            <ns0:cNvSpPr>
              <ns1:spLocks/>
            </ns0:cNvSpPr>
            <ns0:nvPr/>
          </ns0:nvSpPr>
          <ns0:spPr bwMode="auto">
            <ns1:xfrm>
              <ns1:off x="10142538" y="1166813"/>
              <ns1:ext cx="46037" cy="122238"/>
            </ns1:xfrm>
            <ns1:custGeom>
              <ns1:avLst/>
              <ns1:gdLst>
                <ns1:gd name="T0" fmla="*/ 9 w 12"/>
                <ns1:gd name="T1" fmla="*/ 0 h 32"/>
                <ns1:gd name="T2" fmla="*/ 3 w 12"/>
                <ns1:gd name="T3" fmla="*/ 0 h 32"/>
                <ns1:gd name="T4" fmla="*/ 0 w 12"/>
                <ns1:gd name="T5" fmla="*/ 3 h 32"/>
                <ns1:gd name="T6" fmla="*/ 0 w 12"/>
                <ns1:gd name="T7" fmla="*/ 29 h 32"/>
                <ns1:gd name="T8" fmla="*/ 3 w 12"/>
                <ns1:gd name="T9" fmla="*/ 32 h 32"/>
                <ns1:gd name="T10" fmla="*/ 9 w 12"/>
                <ns1:gd name="T11" fmla="*/ 32 h 32"/>
                <ns1:gd name="T12" fmla="*/ 12 w 12"/>
                <ns1:gd name="T13" fmla="*/ 29 h 32"/>
                <ns1:gd name="T14" fmla="*/ 12 w 12"/>
                <ns1:gd name="T15" fmla="*/ 3 h 32"/>
                <ns1:gd name="T16" fmla="*/ 9 w 12"/>
                <ns1:gd name="T17" fmla="*/ 0 h 32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</ns1:cxnLst>
              <ns1:rect l="0" t="0" r="r" b="b"/>
              <ns1:pathLst>
                <ns1:path w="12" h="32">
                  <ns1:moveTo>
                    <ns1:pt x="9" y="0"/>
                  </ns1:moveTo>
                  <ns1:cubicBezTo>
                    <ns1:pt x="3" y="0"/>
                    <ns1:pt x="3" y="0"/>
                    <ns1:pt x="3" y="0"/>
                  </ns1:cubicBezTo>
                  <ns1:cubicBezTo>
                    <ns1:pt x="1" y="0"/>
                    <ns1:pt x="0" y="1"/>
                    <ns1:pt x="0" y="3"/>
                  </ns1:cubicBezTo>
                  <ns1:cubicBezTo>
                    <ns1:pt x="0" y="29"/>
                    <ns1:pt x="0" y="29"/>
                    <ns1:pt x="0" y="29"/>
                  </ns1:cubicBezTo>
                  <ns1:cubicBezTo>
                    <ns1:pt x="0" y="31"/>
                    <ns1:pt x="1" y="32"/>
                    <ns1:pt x="3" y="32"/>
                  </ns1:cubicBezTo>
                  <ns1:cubicBezTo>
                    <ns1:pt x="9" y="32"/>
                    <ns1:pt x="9" y="32"/>
                    <ns1:pt x="9" y="32"/>
                  </ns1:cubicBezTo>
                  <ns1:cubicBezTo>
                    <ns1:pt x="11" y="32"/>
                    <ns1:pt x="12" y="31"/>
                    <ns1:pt x="12" y="29"/>
                  </ns1:cubicBezTo>
                  <ns1:cubicBezTo>
                    <ns1:pt x="12" y="3"/>
                    <ns1:pt x="12" y="3"/>
                    <ns1:pt x="12" y="3"/>
                  </ns1:cubicBezTo>
                  <ns1:cubicBezTo>
                    <ns1:pt x="12" y="1"/>
                    <ns1:pt x="11" y="0"/>
                    <ns1:pt x="9" y="0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163" name="Freeform 42"/>
            <ns0:cNvSpPr>
              <ns1:spLocks/>
            </ns0:cNvSpPr>
            <ns0:nvPr/>
          </ns0:nvSpPr>
          <ns0:spPr bwMode="auto">
            <ns1:xfrm>
              <ns1:off x="9991725" y="1136651"/>
              <ns1:ext cx="46037" cy="152400"/>
            </ns1:xfrm>
            <ns1:custGeom>
              <ns1:avLst/>
              <ns1:gdLst>
                <ns1:gd name="T0" fmla="*/ 9 w 12"/>
                <ns1:gd name="T1" fmla="*/ 0 h 40"/>
                <ns1:gd name="T2" fmla="*/ 3 w 12"/>
                <ns1:gd name="T3" fmla="*/ 0 h 40"/>
                <ns1:gd name="T4" fmla="*/ 0 w 12"/>
                <ns1:gd name="T5" fmla="*/ 3 h 40"/>
                <ns1:gd name="T6" fmla="*/ 0 w 12"/>
                <ns1:gd name="T7" fmla="*/ 37 h 40"/>
                <ns1:gd name="T8" fmla="*/ 3 w 12"/>
                <ns1:gd name="T9" fmla="*/ 40 h 40"/>
                <ns1:gd name="T10" fmla="*/ 9 w 12"/>
                <ns1:gd name="T11" fmla="*/ 40 h 40"/>
                <ns1:gd name="T12" fmla="*/ 12 w 12"/>
                <ns1:gd name="T13" fmla="*/ 37 h 40"/>
                <ns1:gd name="T14" fmla="*/ 12 w 12"/>
                <ns1:gd name="T15" fmla="*/ 3 h 40"/>
                <ns1:gd name="T16" fmla="*/ 9 w 12"/>
                <ns1:gd name="T17" fmla="*/ 0 h 40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</ns1:cxnLst>
              <ns1:rect l="0" t="0" r="r" b="b"/>
              <ns1:pathLst>
                <ns1:path w="12" h="40">
                  <ns1:moveTo>
                    <ns1:pt x="9" y="0"/>
                  </ns1:moveTo>
                  <ns1:cubicBezTo>
                    <ns1:pt x="3" y="0"/>
                    <ns1:pt x="3" y="0"/>
                    <ns1:pt x="3" y="0"/>
                  </ns1:cubicBezTo>
                  <ns1:cubicBezTo>
                    <ns1:pt x="1" y="0"/>
                    <ns1:pt x="0" y="1"/>
                    <ns1:pt x="0" y="3"/>
                  </ns1:cubicBezTo>
                  <ns1:cubicBezTo>
                    <ns1:pt x="0" y="37"/>
                    <ns1:pt x="0" y="37"/>
                    <ns1:pt x="0" y="37"/>
                  </ns1:cubicBezTo>
                  <ns1:cubicBezTo>
                    <ns1:pt x="0" y="39"/>
                    <ns1:pt x="1" y="40"/>
                    <ns1:pt x="3" y="40"/>
                  </ns1:cubicBezTo>
                  <ns1:cubicBezTo>
                    <ns1:pt x="9" y="40"/>
                    <ns1:pt x="9" y="40"/>
                    <ns1:pt x="9" y="40"/>
                  </ns1:cubicBezTo>
                  <ns1:cubicBezTo>
                    <ns1:pt x="11" y="40"/>
                    <ns1:pt x="12" y="39"/>
                    <ns1:pt x="12" y="37"/>
                  </ns1:cubicBezTo>
                  <ns1:cubicBezTo>
                    <ns1:pt x="12" y="3"/>
                    <ns1:pt x="12" y="3"/>
                    <ns1:pt x="12" y="3"/>
                  </ns1:cubicBezTo>
                  <ns1:cubicBezTo>
                    <ns1:pt x="12" y="1"/>
                    <ns1:pt x="11" y="0"/>
                    <ns1:pt x="9" y="0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</ns0:grpSp>
      <ns0:grpSp>
        <ns0:nvGrpSpPr>
          <ns0:cNvPr id="164" name="Group 163"/>
          <ns0:cNvGrpSpPr/>
          <ns0:nvPr/>
        </ns0:nvGrpSpPr>
        <ns0:grpSpPr>
          <ns1:xfrm>
            <ns1:off x="1237132" y="340368"/>
            <ns1:ext cx="461962" cy="460375"/>
            <ns1:chOff x="8310563" y="882650"/>
            <ns1:chExt cx="461962" cy="460375"/>
          </ns1:xfrm>
          <ns1:solidFill>
            <ns1:schemeClr val="tx1"/>
          </ns1:solidFill>
        </ns0:grpSpPr>
        <ns0:sp>
          <ns0:nvSpPr>
            <ns0:cNvPr id="165" name="Freeform 46"/>
            <ns0:cNvSpPr>
              <ns1:spLocks noEditPoints="1"/>
            </ns0:cNvSpPr>
            <ns0:nvPr/>
          </ns0:nvSpPr>
          <ns0:spPr bwMode="auto">
            <ns1:xfrm>
              <ns1:off x="8434388" y="1004888"/>
              <ns1:ext cx="214312" cy="214313"/>
            </ns1:xfrm>
            <ns1:custGeom>
              <ns1:avLst/>
              <ns1:gdLst>
                <ns1:gd name="T0" fmla="*/ 28 w 56"/>
                <ns1:gd name="T1" fmla="*/ 8 h 56"/>
                <ns1:gd name="T2" fmla="*/ 48 w 56"/>
                <ns1:gd name="T3" fmla="*/ 28 h 56"/>
                <ns1:gd name="T4" fmla="*/ 28 w 56"/>
                <ns1:gd name="T5" fmla="*/ 48 h 56"/>
                <ns1:gd name="T6" fmla="*/ 8 w 56"/>
                <ns1:gd name="T7" fmla="*/ 28 h 56"/>
                <ns1:gd name="T8" fmla="*/ 28 w 56"/>
                <ns1:gd name="T9" fmla="*/ 8 h 56"/>
                <ns1:gd name="T10" fmla="*/ 28 w 56"/>
                <ns1:gd name="T11" fmla="*/ 0 h 56"/>
                <ns1:gd name="T12" fmla="*/ 0 w 56"/>
                <ns1:gd name="T13" fmla="*/ 28 h 56"/>
                <ns1:gd name="T14" fmla="*/ 28 w 56"/>
                <ns1:gd name="T15" fmla="*/ 56 h 56"/>
                <ns1:gd name="T16" fmla="*/ 56 w 56"/>
                <ns1:gd name="T17" fmla="*/ 28 h 56"/>
                <ns1:gd name="T18" fmla="*/ 28 w 56"/>
                <ns1:gd name="T19" fmla="*/ 0 h 56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</ns1:cxnLst>
              <ns1:rect l="0" t="0" r="r" b="b"/>
              <ns1:pathLst>
                <ns1:path w="56" h="56">
                  <ns1:moveTo>
                    <ns1:pt x="28" y="8"/>
                  </ns1:moveTo>
                  <ns1:cubicBezTo>
                    <ns1:pt x="39" y="8"/>
                    <ns1:pt x="48" y="17"/>
                    <ns1:pt x="48" y="28"/>
                  </ns1:cubicBezTo>
                  <ns1:cubicBezTo>
                    <ns1:pt x="48" y="39"/>
                    <ns1:pt x="39" y="48"/>
                    <ns1:pt x="28" y="48"/>
                  </ns1:cubicBezTo>
                  <ns1:cubicBezTo>
                    <ns1:pt x="17" y="48"/>
                    <ns1:pt x="8" y="39"/>
                    <ns1:pt x="8" y="28"/>
                  </ns1:cubicBezTo>
                  <ns1:cubicBezTo>
                    <ns1:pt x="8" y="17"/>
                    <ns1:pt x="17" y="8"/>
                    <ns1:pt x="28" y="8"/>
                  </ns1:cubicBezTo>
                  <ns1:moveTo>
                    <ns1:pt x="28" y="0"/>
                  </ns1:moveTo>
                  <ns1:cubicBezTo>
                    <ns1:pt x="13" y="0"/>
                    <ns1:pt x="0" y="13"/>
                    <ns1:pt x="0" y="28"/>
                  </ns1:cubicBezTo>
                  <ns1:cubicBezTo>
                    <ns1:pt x="0" y="43"/>
                    <ns1:pt x="13" y="56"/>
                    <ns1:pt x="28" y="56"/>
                  </ns1:cubicBezTo>
                  <ns1:cubicBezTo>
                    <ns1:pt x="43" y="56"/>
                    <ns1:pt x="56" y="43"/>
                    <ns1:pt x="56" y="28"/>
                  </ns1:cubicBezTo>
                  <ns1:cubicBezTo>
                    <ns1:pt x="56" y="13"/>
                    <ns1:pt x="43" y="0"/>
                    <ns1:pt x="28" y="0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166" name="Freeform 47"/>
            <ns0:cNvSpPr>
              <ns1:spLocks noEditPoints="1"/>
            </ns0:cNvSpPr>
            <ns0:nvPr/>
          </ns0:nvSpPr>
          <ns0:spPr bwMode="auto">
            <ns1:xfrm>
              <ns1:off x="8526463" y="882650"/>
              <ns1:ext cx="30162" cy="460375"/>
            </ns1:xfrm>
            <ns1:custGeom>
              <ns1:avLst/>
              <ns1:gdLst>
                <ns1:gd name="T0" fmla="*/ 4 w 8"/>
                <ns1:gd name="T1" fmla="*/ 0 h 120"/>
                <ns1:gd name="T2" fmla="*/ 0 w 8"/>
                <ns1:gd name="T3" fmla="*/ 5 h 120"/>
                <ns1:gd name="T4" fmla="*/ 0 w 8"/>
                <ns1:gd name="T5" fmla="*/ 19 h 120"/>
                <ns1:gd name="T6" fmla="*/ 4 w 8"/>
                <ns1:gd name="T7" fmla="*/ 24 h 120"/>
                <ns1:gd name="T8" fmla="*/ 8 w 8"/>
                <ns1:gd name="T9" fmla="*/ 19 h 120"/>
                <ns1:gd name="T10" fmla="*/ 8 w 8"/>
                <ns1:gd name="T11" fmla="*/ 5 h 120"/>
                <ns1:gd name="T12" fmla="*/ 4 w 8"/>
                <ns1:gd name="T13" fmla="*/ 0 h 120"/>
                <ns1:gd name="T14" fmla="*/ 4 w 8"/>
                <ns1:gd name="T15" fmla="*/ 96 h 120"/>
                <ns1:gd name="T16" fmla="*/ 0 w 8"/>
                <ns1:gd name="T17" fmla="*/ 101 h 120"/>
                <ns1:gd name="T18" fmla="*/ 0 w 8"/>
                <ns1:gd name="T19" fmla="*/ 115 h 120"/>
                <ns1:gd name="T20" fmla="*/ 4 w 8"/>
                <ns1:gd name="T21" fmla="*/ 120 h 120"/>
                <ns1:gd name="T22" fmla="*/ 8 w 8"/>
                <ns1:gd name="T23" fmla="*/ 115 h 120"/>
                <ns1:gd name="T24" fmla="*/ 8 w 8"/>
                <ns1:gd name="T25" fmla="*/ 101 h 120"/>
                <ns1:gd name="T26" fmla="*/ 4 w 8"/>
                <ns1:gd name="T27" fmla="*/ 96 h 120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</ns1:cxnLst>
              <ns1:rect l="0" t="0" r="r" b="b"/>
              <ns1:pathLst>
                <ns1:path w="8" h="120">
                  <ns1:moveTo>
                    <ns1:pt x="4" y="0"/>
                  </ns1:moveTo>
                  <ns1:cubicBezTo>
                    <ns1:pt x="2" y="0"/>
                    <ns1:pt x="0" y="2"/>
                    <ns1:pt x="0" y="5"/>
                  </ns1:cubicBezTo>
                  <ns1:cubicBezTo>
                    <ns1:pt x="0" y="19"/>
                    <ns1:pt x="0" y="19"/>
                    <ns1:pt x="0" y="19"/>
                  </ns1:cubicBezTo>
                  <ns1:cubicBezTo>
                    <ns1:pt x="0" y="22"/>
                    <ns1:pt x="2" y="24"/>
                    <ns1:pt x="4" y="24"/>
                  </ns1:cubicBezTo>
                  <ns1:cubicBezTo>
                    <ns1:pt x="6" y="24"/>
                    <ns1:pt x="8" y="22"/>
                    <ns1:pt x="8" y="19"/>
                  </ns1:cubicBezTo>
                  <ns1:cubicBezTo>
                    <ns1:pt x="8" y="5"/>
                    <ns1:pt x="8" y="5"/>
                    <ns1:pt x="8" y="5"/>
                  </ns1:cubicBezTo>
                  <ns1:cubicBezTo>
                    <ns1:pt x="8" y="2"/>
                    <ns1:pt x="6" y="0"/>
                    <ns1:pt x="4" y="0"/>
                  </ns1:cubicBezTo>
                  <ns1:close/>
                  <ns1:moveTo>
                    <ns1:pt x="4" y="96"/>
                  </ns1:moveTo>
                  <ns1:cubicBezTo>
                    <ns1:pt x="2" y="96"/>
                    <ns1:pt x="0" y="98"/>
                    <ns1:pt x="0" y="101"/>
                  </ns1:cubicBezTo>
                  <ns1:cubicBezTo>
                    <ns1:pt x="0" y="115"/>
                    <ns1:pt x="0" y="115"/>
                    <ns1:pt x="0" y="115"/>
                  </ns1:cubicBezTo>
                  <ns1:cubicBezTo>
                    <ns1:pt x="0" y="118"/>
                    <ns1:pt x="2" y="120"/>
                    <ns1:pt x="4" y="120"/>
                  </ns1:cubicBezTo>
                  <ns1:cubicBezTo>
                    <ns1:pt x="6" y="120"/>
                    <ns1:pt x="8" y="118"/>
                    <ns1:pt x="8" y="115"/>
                  </ns1:cubicBezTo>
                  <ns1:cubicBezTo>
                    <ns1:pt x="8" y="101"/>
                    <ns1:pt x="8" y="101"/>
                    <ns1:pt x="8" y="101"/>
                  </ns1:cubicBezTo>
                  <ns1:cubicBezTo>
                    <ns1:pt x="8" y="98"/>
                    <ns1:pt x="6" y="96"/>
                    <ns1:pt x="4" y="96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167" name="Freeform 48"/>
            <ns0:cNvSpPr>
              <ns1:spLocks noEditPoints="1"/>
            </ns0:cNvSpPr>
            <ns0:nvPr/>
          </ns0:nvSpPr>
          <ns0:spPr bwMode="auto">
            <ns1:xfrm>
              <ns1:off x="8310563" y="1096963"/>
              <ns1:ext cx="461962" cy="30163"/>
            </ns1:xfrm>
            <ns1:custGeom>
              <ns1:avLst/>
              <ns1:gdLst>
                <ns1:gd name="T0" fmla="*/ 115 w 120"/>
                <ns1:gd name="T1" fmla="*/ 0 h 8"/>
                <ns1:gd name="T2" fmla="*/ 101 w 120"/>
                <ns1:gd name="T3" fmla="*/ 0 h 8"/>
                <ns1:gd name="T4" fmla="*/ 96 w 120"/>
                <ns1:gd name="T5" fmla="*/ 4 h 8"/>
                <ns1:gd name="T6" fmla="*/ 101 w 120"/>
                <ns1:gd name="T7" fmla="*/ 8 h 8"/>
                <ns1:gd name="T8" fmla="*/ 115 w 120"/>
                <ns1:gd name="T9" fmla="*/ 8 h 8"/>
                <ns1:gd name="T10" fmla="*/ 120 w 120"/>
                <ns1:gd name="T11" fmla="*/ 4 h 8"/>
                <ns1:gd name="T12" fmla="*/ 115 w 120"/>
                <ns1:gd name="T13" fmla="*/ 0 h 8"/>
                <ns1:gd name="T14" fmla="*/ 19 w 120"/>
                <ns1:gd name="T15" fmla="*/ 0 h 8"/>
                <ns1:gd name="T16" fmla="*/ 5 w 120"/>
                <ns1:gd name="T17" fmla="*/ 0 h 8"/>
                <ns1:gd name="T18" fmla="*/ 0 w 120"/>
                <ns1:gd name="T19" fmla="*/ 4 h 8"/>
                <ns1:gd name="T20" fmla="*/ 5 w 120"/>
                <ns1:gd name="T21" fmla="*/ 8 h 8"/>
                <ns1:gd name="T22" fmla="*/ 19 w 120"/>
                <ns1:gd name="T23" fmla="*/ 8 h 8"/>
                <ns1:gd name="T24" fmla="*/ 24 w 120"/>
                <ns1:gd name="T25" fmla="*/ 4 h 8"/>
                <ns1:gd name="T26" fmla="*/ 19 w 120"/>
                <ns1:gd name="T27" fmla="*/ 0 h 8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</ns1:cxnLst>
              <ns1:rect l="0" t="0" r="r" b="b"/>
              <ns1:pathLst>
                <ns1:path w="120" h="8">
                  <ns1:moveTo>
                    <ns1:pt x="115" y="0"/>
                  </ns1:moveTo>
                  <ns1:cubicBezTo>
                    <ns1:pt x="101" y="0"/>
                    <ns1:pt x="101" y="0"/>
                    <ns1:pt x="101" y="0"/>
                  </ns1:cubicBezTo>
                  <ns1:cubicBezTo>
                    <ns1:pt x="98" y="0"/>
                    <ns1:pt x="96" y="2"/>
                    <ns1:pt x="96" y="4"/>
                  </ns1:cubicBezTo>
                  <ns1:cubicBezTo>
                    <ns1:pt x="96" y="6"/>
                    <ns1:pt x="98" y="8"/>
                    <ns1:pt x="101" y="8"/>
                  </ns1:cubicBezTo>
                  <ns1:cubicBezTo>
                    <ns1:pt x="115" y="8"/>
                    <ns1:pt x="115" y="8"/>
                    <ns1:pt x="115" y="8"/>
                  </ns1:cubicBezTo>
                  <ns1:cubicBezTo>
                    <ns1:pt x="118" y="8"/>
                    <ns1:pt x="120" y="6"/>
                    <ns1:pt x="120" y="4"/>
                  </ns1:cubicBezTo>
                  <ns1:cubicBezTo>
                    <ns1:pt x="120" y="2"/>
                    <ns1:pt x="118" y="0"/>
                    <ns1:pt x="115" y="0"/>
                  </ns1:cubicBezTo>
                  <ns1:close/>
                  <ns1:moveTo>
                    <ns1:pt x="19" y="0"/>
                  </ns1:moveTo>
                  <ns1:cubicBezTo>
                    <ns1:pt x="5" y="0"/>
                    <ns1:pt x="5" y="0"/>
                    <ns1:pt x="5" y="0"/>
                  </ns1:cubicBezTo>
                  <ns1:cubicBezTo>
                    <ns1:pt x="2" y="0"/>
                    <ns1:pt x="0" y="2"/>
                    <ns1:pt x="0" y="4"/>
                  </ns1:cubicBezTo>
                  <ns1:cubicBezTo>
                    <ns1:pt x="0" y="6"/>
                    <ns1:pt x="2" y="8"/>
                    <ns1:pt x="5" y="8"/>
                  </ns1:cubicBezTo>
                  <ns1:cubicBezTo>
                    <ns1:pt x="19" y="8"/>
                    <ns1:pt x="19" y="8"/>
                    <ns1:pt x="19" y="8"/>
                  </ns1:cubicBezTo>
                  <ns1:cubicBezTo>
                    <ns1:pt x="22" y="8"/>
                    <ns1:pt x="24" y="6"/>
                    <ns1:pt x="24" y="4"/>
                  </ns1:cubicBezTo>
                  <ns1:cubicBezTo>
                    <ns1:pt x="24" y="2"/>
                    <ns1:pt x="22" y="0"/>
                    <ns1:pt x="19" y="0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168" name="Freeform 49"/>
            <ns0:cNvSpPr>
              <ns1:spLocks noEditPoints="1"/>
            </ns0:cNvSpPr>
            <ns0:nvPr/>
          </ns0:nvSpPr>
          <ns0:spPr bwMode="auto">
            <ns1:xfrm>
              <ns1:off x="8372475" y="942975"/>
              <ns1:ext cx="338137" cy="338138"/>
            </ns1:xfrm>
            <ns1:custGeom>
              <ns1:avLst/>
              <ns1:gdLst>
                <ns1:gd name="T0" fmla="*/ 86 w 88"/>
                <ns1:gd name="T1" fmla="*/ 2 h 88"/>
                <ns1:gd name="T2" fmla="*/ 80 w 88"/>
                <ns1:gd name="T3" fmla="*/ 2 h 88"/>
                <ns1:gd name="T4" fmla="*/ 70 w 88"/>
                <ns1:gd name="T5" fmla="*/ 12 h 88"/>
                <ns1:gd name="T6" fmla="*/ 69 w 88"/>
                <ns1:gd name="T7" fmla="*/ 19 h 88"/>
                <ns1:gd name="T8" fmla="*/ 76 w 88"/>
                <ns1:gd name="T9" fmla="*/ 18 h 88"/>
                <ns1:gd name="T10" fmla="*/ 86 w 88"/>
                <ns1:gd name="T11" fmla="*/ 8 h 88"/>
                <ns1:gd name="T12" fmla="*/ 86 w 88"/>
                <ns1:gd name="T13" fmla="*/ 2 h 88"/>
                <ns1:gd name="T14" fmla="*/ 12 w 88"/>
                <ns1:gd name="T15" fmla="*/ 70 h 88"/>
                <ns1:gd name="T16" fmla="*/ 2 w 88"/>
                <ns1:gd name="T17" fmla="*/ 80 h 88"/>
                <ns1:gd name="T18" fmla="*/ 2 w 88"/>
                <ns1:gd name="T19" fmla="*/ 86 h 88"/>
                <ns1:gd name="T20" fmla="*/ 8 w 88"/>
                <ns1:gd name="T21" fmla="*/ 86 h 88"/>
                <ns1:gd name="T22" fmla="*/ 18 w 88"/>
                <ns1:gd name="T23" fmla="*/ 76 h 88"/>
                <ns1:gd name="T24" fmla="*/ 19 w 88"/>
                <ns1:gd name="T25" fmla="*/ 69 h 88"/>
                <ns1:gd name="T26" fmla="*/ 12 w 88"/>
                <ns1:gd name="T27" fmla="*/ 70 h 88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</ns1:cxnLst>
              <ns1:rect l="0" t="0" r="r" b="b"/>
              <ns1:pathLst>
                <ns1:path w="88" h="88">
                  <ns1:moveTo>
                    <ns1:pt x="86" y="2"/>
                  </ns1:moveTo>
                  <ns1:cubicBezTo>
                    <ns1:pt x="85" y="0"/>
                    <ns1:pt x="82" y="0"/>
                    <ns1:pt x="80" y="2"/>
                  </ns1:cubicBezTo>
                  <ns1:cubicBezTo>
                    <ns1:pt x="70" y="12"/>
                    <ns1:pt x="70" y="12"/>
                    <ns1:pt x="70" y="12"/>
                  </ns1:cubicBezTo>
                  <ns1:cubicBezTo>
                    <ns1:pt x="68" y="14"/>
                    <ns1:pt x="68" y="17"/>
                    <ns1:pt x="69" y="19"/>
                  </ns1:cubicBezTo>
                  <ns1:cubicBezTo>
                    <ns1:pt x="71" y="20"/>
                    <ns1:pt x="74" y="20"/>
                    <ns1:pt x="76" y="18"/>
                  </ns1:cubicBezTo>
                  <ns1:cubicBezTo>
                    <ns1:pt x="86" y="8"/>
                    <ns1:pt x="86" y="8"/>
                    <ns1:pt x="86" y="8"/>
                  </ns1:cubicBezTo>
                  <ns1:cubicBezTo>
                    <ns1:pt x="88" y="6"/>
                    <ns1:pt x="88" y="3"/>
                    <ns1:pt x="86" y="2"/>
                  </ns1:cubicBezTo>
                  <ns1:close/>
                  <ns1:moveTo>
                    <ns1:pt x="12" y="70"/>
                  </ns1:moveTo>
                  <ns1:cubicBezTo>
                    <ns1:pt x="2" y="80"/>
                    <ns1:pt x="2" y="80"/>
                    <ns1:pt x="2" y="80"/>
                  </ns1:cubicBezTo>
                  <ns1:cubicBezTo>
                    <ns1:pt x="0" y="82"/>
                    <ns1:pt x="0" y="85"/>
                    <ns1:pt x="2" y="86"/>
                  </ns1:cubicBezTo>
                  <ns1:cubicBezTo>
                    <ns1:pt x="3" y="88"/>
                    <ns1:pt x="6" y="88"/>
                    <ns1:pt x="8" y="86"/>
                  </ns1:cubicBezTo>
                  <ns1:cubicBezTo>
                    <ns1:pt x="18" y="76"/>
                    <ns1:pt x="18" y="76"/>
                    <ns1:pt x="18" y="76"/>
                  </ns1:cubicBezTo>
                  <ns1:cubicBezTo>
                    <ns1:pt x="20" y="74"/>
                    <ns1:pt x="20" y="71"/>
                    <ns1:pt x="19" y="69"/>
                  </ns1:cubicBezTo>
                  <ns1:cubicBezTo>
                    <ns1:pt x="17" y="68"/>
                    <ns1:pt x="14" y="68"/>
                    <ns1:pt x="12" y="70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169" name="Freeform 50"/>
            <ns0:cNvSpPr>
              <ns1:spLocks noEditPoints="1"/>
            </ns0:cNvSpPr>
            <ns0:nvPr/>
          </ns0:nvSpPr>
          <ns0:spPr bwMode="auto">
            <ns1:xfrm>
              <ns1:off x="8372475" y="942975"/>
              <ns1:ext cx="338137" cy="338138"/>
            </ns1:xfrm>
            <ns1:custGeom>
              <ns1:avLst/>
              <ns1:gdLst>
                <ns1:gd name="T0" fmla="*/ 86 w 88"/>
                <ns1:gd name="T1" fmla="*/ 80 h 88"/>
                <ns1:gd name="T2" fmla="*/ 76 w 88"/>
                <ns1:gd name="T3" fmla="*/ 70 h 88"/>
                <ns1:gd name="T4" fmla="*/ 69 w 88"/>
                <ns1:gd name="T5" fmla="*/ 69 h 88"/>
                <ns1:gd name="T6" fmla="*/ 70 w 88"/>
                <ns1:gd name="T7" fmla="*/ 76 h 88"/>
                <ns1:gd name="T8" fmla="*/ 80 w 88"/>
                <ns1:gd name="T9" fmla="*/ 86 h 88"/>
                <ns1:gd name="T10" fmla="*/ 86 w 88"/>
                <ns1:gd name="T11" fmla="*/ 86 h 88"/>
                <ns1:gd name="T12" fmla="*/ 86 w 88"/>
                <ns1:gd name="T13" fmla="*/ 80 h 88"/>
                <ns1:gd name="T14" fmla="*/ 8 w 88"/>
                <ns1:gd name="T15" fmla="*/ 2 h 88"/>
                <ns1:gd name="T16" fmla="*/ 2 w 88"/>
                <ns1:gd name="T17" fmla="*/ 2 h 88"/>
                <ns1:gd name="T18" fmla="*/ 2 w 88"/>
                <ns1:gd name="T19" fmla="*/ 8 h 88"/>
                <ns1:gd name="T20" fmla="*/ 12 w 88"/>
                <ns1:gd name="T21" fmla="*/ 18 h 88"/>
                <ns1:gd name="T22" fmla="*/ 19 w 88"/>
                <ns1:gd name="T23" fmla="*/ 19 h 88"/>
                <ns1:gd name="T24" fmla="*/ 18 w 88"/>
                <ns1:gd name="T25" fmla="*/ 12 h 88"/>
                <ns1:gd name="T26" fmla="*/ 8 w 88"/>
                <ns1:gd name="T27" fmla="*/ 2 h 88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</ns1:cxnLst>
              <ns1:rect l="0" t="0" r="r" b="b"/>
              <ns1:pathLst>
                <ns1:path w="88" h="88">
                  <ns1:moveTo>
                    <ns1:pt x="86" y="80"/>
                  </ns1:moveTo>
                  <ns1:cubicBezTo>
                    <ns1:pt x="76" y="70"/>
                    <ns1:pt x="76" y="70"/>
                    <ns1:pt x="76" y="70"/>
                  </ns1:cubicBezTo>
                  <ns1:cubicBezTo>
                    <ns1:pt x="74" y="68"/>
                    <ns1:pt x="71" y="68"/>
                    <ns1:pt x="69" y="69"/>
                  </ns1:cubicBezTo>
                  <ns1:cubicBezTo>
                    <ns1:pt x="68" y="71"/>
                    <ns1:pt x="68" y="74"/>
                    <ns1:pt x="70" y="76"/>
                  </ns1:cubicBezTo>
                  <ns1:cubicBezTo>
                    <ns1:pt x="80" y="86"/>
                    <ns1:pt x="80" y="86"/>
                    <ns1:pt x="80" y="86"/>
                  </ns1:cubicBezTo>
                  <ns1:cubicBezTo>
                    <ns1:pt x="82" y="88"/>
                    <ns1:pt x="85" y="88"/>
                    <ns1:pt x="86" y="86"/>
                  </ns1:cubicBezTo>
                  <ns1:cubicBezTo>
                    <ns1:pt x="88" y="85"/>
                    <ns1:pt x="88" y="82"/>
                    <ns1:pt x="86" y="80"/>
                  </ns1:cubicBezTo>
                  <ns1:close/>
                  <ns1:moveTo>
                    <ns1:pt x="8" y="2"/>
                  </ns1:moveTo>
                  <ns1:cubicBezTo>
                    <ns1:pt x="6" y="0"/>
                    <ns1:pt x="3" y="0"/>
                    <ns1:pt x="2" y="2"/>
                  </ns1:cubicBezTo>
                  <ns1:cubicBezTo>
                    <ns1:pt x="0" y="3"/>
                    <ns1:pt x="0" y="6"/>
                    <ns1:pt x="2" y="8"/>
                  </ns1:cubicBezTo>
                  <ns1:cubicBezTo>
                    <ns1:pt x="12" y="18"/>
                    <ns1:pt x="12" y="18"/>
                    <ns1:pt x="12" y="18"/>
                  </ns1:cubicBezTo>
                  <ns1:cubicBezTo>
                    <ns1:pt x="14" y="20"/>
                    <ns1:pt x="17" y="20"/>
                    <ns1:pt x="19" y="19"/>
                  </ns1:cubicBezTo>
                  <ns1:cubicBezTo>
                    <ns1:pt x="20" y="17"/>
                    <ns1:pt x="20" y="14"/>
                    <ns1:pt x="18" y="12"/>
                  </ns1:cubicBezTo>
                  <ns1:lnTo>
                    <ns1:pt x="8" y="2"/>
                  </ns1:ln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</ns0:grpSp>
      <ns0:grpSp>
        <ns0:nvGrpSpPr>
          <ns0:cNvPr id="170" name="Group 169"/>
          <ns0:cNvGrpSpPr/>
          <ns0:nvPr/>
        </ns0:nvGrpSpPr>
        <ns0:grpSpPr>
          <ns1:xfrm>
            <ns1:off x="275293" y="1999023"/>
            <ns1:ext cx="509385" cy="374680"/>
            <ns1:chOff x="5775325" y="3484563"/>
            <ns1:chExt cx="714376" cy="525462"/>
          </ns1:xfrm>
          <ns1:solidFill>
            <ns1:schemeClr val="tx1"/>
          </ns1:solidFill>
        </ns0:grpSpPr>
        <ns0:sp>
          <ns0:nvSpPr>
            <ns0:cNvPr id="171" name="Freeform 5"/>
            <ns0:cNvSpPr>
              <ns1:spLocks/>
            </ns0:cNvSpPr>
            <ns0:nvPr/>
          </ns0:nvSpPr>
          <ns0:spPr bwMode="auto">
            <ns1:xfrm>
              <ns1:off x="5775325" y="3662363"/>
              <ns1:ext cx="350838" cy="314325"/>
            </ns1:xfrm>
            <ns1:custGeom>
              <ns1:avLst/>
              <ns1:gdLst>
                <ns1:gd name="T0" fmla="*/ 0 w 52"/>
                <ns1:gd name="T1" fmla="*/ 3 h 46"/>
                <ns1:gd name="T2" fmla="*/ 13 w 52"/>
                <ns1:gd name="T3" fmla="*/ 12 h 46"/>
                <ns1:gd name="T4" fmla="*/ 23 w 52"/>
                <ns1:gd name="T5" fmla="*/ 34 h 46"/>
                <ns1:gd name="T6" fmla="*/ 42 w 52"/>
                <ns1:gd name="T7" fmla="*/ 45 h 46"/>
                <ns1:gd name="T8" fmla="*/ 27 w 52"/>
                <ns1:gd name="T9" fmla="*/ 17 h 46"/>
                <ns1:gd name="T10" fmla="*/ 45 w 52"/>
                <ns1:gd name="T11" fmla="*/ 44 h 46"/>
                <ns1:gd name="T12" fmla="*/ 50 w 52"/>
                <ns1:gd name="T13" fmla="*/ 29 h 46"/>
                <ns1:gd name="T14" fmla="*/ 0 w 52"/>
                <ns1:gd name="T15" fmla="*/ 3 h 46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</ns1:cxnLst>
              <ns1:rect l="0" t="0" r="r" b="b"/>
              <ns1:pathLst>
                <ns1:path w="52" h="46">
                  <ns1:moveTo>
                    <ns1:pt x="0" y="3"/>
                  </ns1:moveTo>
                  <ns1:cubicBezTo>
                    <ns1:pt x="6" y="5"/>
                    <ns1:pt x="10" y="7"/>
                    <ns1:pt x="13" y="12"/>
                  </ns1:cubicBezTo>
                  <ns1:cubicBezTo>
                    <ns1:pt x="18" y="20"/>
                    <ns1:pt x="19" y="26"/>
                    <ns1:pt x="23" y="34"/>
                  </ns1:cubicBezTo>
                  <ns1:cubicBezTo>
                    <ns1:pt x="28" y="44"/>
                    <ns1:pt x="38" y="46"/>
                    <ns1:pt x="42" y="45"/>
                  </ns1:cubicBezTo>
                  <ns1:cubicBezTo>
                    <ns1:pt x="42" y="36"/>
                    <ns1:pt x="36" y="24"/>
                    <ns1:pt x="27" y="17"/>
                  </ns1:cubicBezTo>
                  <ns1:cubicBezTo>
                    <ns1:pt x="38" y="24"/>
                    <ns1:pt x="44" y="33"/>
                    <ns1:pt x="45" y="44"/>
                  </ns1:cubicBezTo>
                  <ns1:cubicBezTo>
                    <ns1:pt x="45" y="44"/>
                    <ns1:pt x="52" y="39"/>
                    <ns1:pt x="50" y="29"/>
                  </ns1:cubicBezTo>
                  <ns1:cubicBezTo>
                    <ns1:pt x="46" y="5"/>
                    <ns1:pt x="18" y="0"/>
                    <ns1:pt x="0" y="3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172" name="Freeform 6"/>
            <ns0:cNvSpPr>
              <ns1:spLocks/>
            </ns0:cNvSpPr>
            <ns0:nvPr/>
          </ns0:nvSpPr>
          <ns0:spPr bwMode="auto">
            <ns1:xfrm>
              <ns1:off x="6072188" y="3484563"/>
              <ns1:ext cx="417513" cy="525462"/>
            </ns1:xfrm>
            <ns1:custGeom>
              <ns1:avLst/>
              <ns1:gdLst>
                <ns1:gd name="T0" fmla="*/ 0 w 62"/>
                <ns1:gd name="T1" fmla="*/ 38 h 77"/>
                <ns1:gd name="T2" fmla="*/ 8 w 62"/>
                <ns1:gd name="T3" fmla="*/ 56 h 77"/>
                <ns1:gd name="T4" fmla="*/ 5 w 62"/>
                <ns1:gd name="T5" fmla="*/ 70 h 77"/>
                <ns1:gd name="T6" fmla="*/ 10 w 62"/>
                <ns1:gd name="T7" fmla="*/ 74 h 77"/>
                <ns1:gd name="T8" fmla="*/ 29 w 62"/>
                <ns1:gd name="T9" fmla="*/ 29 h 77"/>
                <ns1:gd name="T10" fmla="*/ 13 w 62"/>
                <ns1:gd name="T11" fmla="*/ 75 h 77"/>
                <ns1:gd name="T12" fmla="*/ 39 w 62"/>
                <ns1:gd name="T13" fmla="*/ 52 h 77"/>
                <ns1:gd name="T14" fmla="*/ 46 w 62"/>
                <ns1:gd name="T15" fmla="*/ 18 h 77"/>
                <ns1:gd name="T16" fmla="*/ 62 w 62"/>
                <ns1:gd name="T17" fmla="*/ 0 h 77"/>
                <ns1:gd name="T18" fmla="*/ 0 w 62"/>
                <ns1:gd name="T19" fmla="*/ 38 h 77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</ns1:cxnLst>
              <ns1:rect l="0" t="0" r="r" b="b"/>
              <ns1:pathLst>
                <ns1:path w="62" h="77">
                  <ns1:moveTo>
                    <ns1:pt x="0" y="38"/>
                  </ns1:moveTo>
                  <ns1:cubicBezTo>
                    <ns1:pt x="5" y="43"/>
                    <ns1:pt x="7" y="48"/>
                    <ns1:pt x="8" y="56"/>
                  </ns1:cubicBezTo>
                  <ns1:cubicBezTo>
                    <ns1:pt x="9" y="61"/>
                    <ns1:pt x="7" y="66"/>
                    <ns1:pt x="5" y="70"/>
                  </ns1:cubicBezTo>
                  <ns1:cubicBezTo>
                    <ns1:pt x="6" y="73"/>
                    <ns1:pt x="10" y="74"/>
                    <ns1:pt x="10" y="74"/>
                  </ns1:cubicBezTo>
                  <ns1:cubicBezTo>
                    <ns1:pt x="11" y="56"/>
                    <ns1:pt x="14" y="42"/>
                    <ns1:pt x="29" y="29"/>
                  </ns1:cubicBezTo>
                  <ns1:cubicBezTo>
                    <ns1:pt x="17" y="42"/>
                    <ns1:pt x="12" y="62"/>
                    <ns1:pt x="13" y="75"/>
                  </ns1:cubicBezTo>
                  <ns1:cubicBezTo>
                    <ns1:pt x="21" y="77"/>
                    <ns1:pt x="35" y="69"/>
                    <ns1:pt x="39" y="52"/>
                  </ns1:cubicBezTo>
                  <ns1:cubicBezTo>
                    <ns1:pt x="43" y="39"/>
                    <ns1:pt x="41" y="30"/>
                    <ns1:pt x="46" y="18"/>
                  </ns1:cubicBezTo>
                  <ns1:cubicBezTo>
                    <ns1:pt x="50" y="9"/>
                    <ns1:pt x="55" y="5"/>
                    <ns1:pt x="62" y="0"/>
                  </ns1:cubicBezTo>
                  <ns1:cubicBezTo>
                    <ns1:pt x="40" y="1"/>
                    <ns1:pt x="8" y="13"/>
                    <ns1:pt x="0" y="38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</ns0:grpSp>
      <ns0:grpSp>
        <ns0:nvGrpSpPr>
          <ns0:cNvPr id="173" name="Group 172"/>
          <ns0:cNvGrpSpPr/>
          <ns0:nvPr/>
        </ns0:nvGrpSpPr>
        <ns0:grpSpPr>
          <ns1:xfrm>
            <ns1:off x="3316915" y="2035341"/>
            <ns1:ext cx="460964" cy="302047"/>
            <ns1:chOff x="5757863" y="2919413"/>
            <ns1:chExt cx="695324" cy="455612"/>
          </ns1:xfrm>
          <ns1:solidFill>
            <ns1:schemeClr val="tx1"/>
          </ns1:solidFill>
        </ns0:grpSpPr>
        <ns0:sp>
          <ns0:nvSpPr>
            <ns0:cNvPr id="174" name="Freeform 477"/>
            <ns0:cNvSpPr>
              <ns1:spLocks noEditPoints="1"/>
            </ns0:cNvSpPr>
            <ns0:nvPr/>
          </ns0:nvSpPr>
          <ns0:spPr bwMode="auto">
            <ns1:xfrm>
              <ns1:off x="5875338" y="2919413"/>
              <ns1:ext cx="468312" cy="455612"/>
            </ns1:xfrm>
            <ns1:custGeom>
              <ns1:avLst/>
              <ns1:gdLst>
                <ns1:gd name="T0" fmla="*/ 223 w 223"/>
                <ns1:gd name="T1" fmla="*/ 216 h 216"/>
                <ns1:gd name="T2" fmla="*/ 0 w 223"/>
                <ns1:gd name="T3" fmla="*/ 216 h 216"/>
                <ns1:gd name="T4" fmla="*/ 0 w 223"/>
                <ns1:gd name="T5" fmla="*/ 211 h 216"/>
                <ns1:gd name="T6" fmla="*/ 83 w 223"/>
                <ns1:gd name="T7" fmla="*/ 144 h 216"/>
                <ns1:gd name="T8" fmla="*/ 85 w 223"/>
                <ns1:gd name="T9" fmla="*/ 137 h 216"/>
                <ns1:gd name="T10" fmla="*/ 67 w 223"/>
                <ns1:gd name="T11" fmla="*/ 103 h 216"/>
                <ns1:gd name="T12" fmla="*/ 58 w 223"/>
                <ns1:gd name="T13" fmla="*/ 92 h 216"/>
                <ns1:gd name="T14" fmla="*/ 60 w 223"/>
                <ns1:gd name="T15" fmla="*/ 67 h 216"/>
                <ns1:gd name="T16" fmla="*/ 60 w 223"/>
                <ns1:gd name="T17" fmla="*/ 67 h 216"/>
                <ns1:gd name="T18" fmla="*/ 71 w 223"/>
                <ns1:gd name="T19" fmla="*/ 15 h 216"/>
                <ns1:gd name="T20" fmla="*/ 111 w 223"/>
                <ns1:gd name="T21" fmla="*/ 0 h 216"/>
                <ns1:gd name="T22" fmla="*/ 151 w 223"/>
                <ns1:gd name="T23" fmla="*/ 15 h 216"/>
                <ns1:gd name="T24" fmla="*/ 163 w 223"/>
                <ns1:gd name="T25" fmla="*/ 67 h 216"/>
                <ns1:gd name="T26" fmla="*/ 163 w 223"/>
                <ns1:gd name="T27" fmla="*/ 67 h 216"/>
                <ns1:gd name="T28" fmla="*/ 165 w 223"/>
                <ns1:gd name="T29" fmla="*/ 92 h 216"/>
                <ns1:gd name="T30" fmla="*/ 156 w 223"/>
                <ns1:gd name="T31" fmla="*/ 103 h 216"/>
                <ns1:gd name="T32" fmla="*/ 138 w 223"/>
                <ns1:gd name="T33" fmla="*/ 137 h 216"/>
                <ns1:gd name="T34" fmla="*/ 140 w 223"/>
                <ns1:gd name="T35" fmla="*/ 144 h 216"/>
                <ns1:gd name="T36" fmla="*/ 223 w 223"/>
                <ns1:gd name="T37" fmla="*/ 211 h 216"/>
                <ns1:gd name="T38" fmla="*/ 223 w 223"/>
                <ns1:gd name="T39" fmla="*/ 216 h 216"/>
                <ns1:gd name="T40" fmla="*/ 12 w 223"/>
                <ns1:gd name="T41" fmla="*/ 205 h 216"/>
                <ns1:gd name="T42" fmla="*/ 211 w 223"/>
                <ns1:gd name="T43" fmla="*/ 205 h 216"/>
                <ns1:gd name="T44" fmla="*/ 181 w 223"/>
                <ns1:gd name="T45" fmla="*/ 175 h 216"/>
                <ns1:gd name="T46" fmla="*/ 137 w 223"/>
                <ns1:gd name="T47" fmla="*/ 155 h 216"/>
                <ns1:gd name="T48" fmla="*/ 127 w 223"/>
                <ns1:gd name="T49" fmla="*/ 134 h 216"/>
                <ns1:gd name="T50" fmla="*/ 127 w 223"/>
                <ns1:gd name="T51" fmla="*/ 132 h 216"/>
                <ns1:gd name="T52" fmla="*/ 128 w 223"/>
                <ns1:gd name="T53" fmla="*/ 130 h 216"/>
                <ns1:gd name="T54" fmla="*/ 145 w 223"/>
                <ns1:gd name="T55" fmla="*/ 98 h 216"/>
                <ns1:gd name="T56" fmla="*/ 146 w 223"/>
                <ns1:gd name="T57" fmla="*/ 93 h 216"/>
                <ns1:gd name="T58" fmla="*/ 151 w 223"/>
                <ns1:gd name="T59" fmla="*/ 93 h 216"/>
                <ns1:gd name="T60" fmla="*/ 155 w 223"/>
                <ns1:gd name="T61" fmla="*/ 86 h 216"/>
                <ns1:gd name="T62" fmla="*/ 153 w 223"/>
                <ns1:gd name="T63" fmla="*/ 74 h 216"/>
                <ns1:gd name="T64" fmla="*/ 151 w 223"/>
                <ns1:gd name="T65" fmla="*/ 72 h 216"/>
                <ns1:gd name="T66" fmla="*/ 151 w 223"/>
                <ns1:gd name="T67" fmla="*/ 69 h 216"/>
                <ns1:gd name="T68" fmla="*/ 151 w 223"/>
                <ns1:gd name="T69" fmla="*/ 66 h 216"/>
                <ns1:gd name="T70" fmla="*/ 143 w 223"/>
                <ns1:gd name="T71" fmla="*/ 23 h 216"/>
                <ns1:gd name="T72" fmla="*/ 111 w 223"/>
                <ns1:gd name="T73" fmla="*/ 12 h 216"/>
                <ns1:gd name="T74" fmla="*/ 80 w 223"/>
                <ns1:gd name="T75" fmla="*/ 23 h 216"/>
                <ns1:gd name="T76" fmla="*/ 72 w 223"/>
                <ns1:gd name="T77" fmla="*/ 66 h 216"/>
                <ns1:gd name="T78" fmla="*/ 72 w 223"/>
                <ns1:gd name="T79" fmla="*/ 69 h 216"/>
                <ns1:gd name="T80" fmla="*/ 72 w 223"/>
                <ns1:gd name="T81" fmla="*/ 72 h 216"/>
                <ns1:gd name="T82" fmla="*/ 70 w 223"/>
                <ns1:gd name="T83" fmla="*/ 74 h 216"/>
                <ns1:gd name="T84" fmla="*/ 68 w 223"/>
                <ns1:gd name="T85" fmla="*/ 86 h 216"/>
                <ns1:gd name="T86" fmla="*/ 72 w 223"/>
                <ns1:gd name="T87" fmla="*/ 93 h 216"/>
                <ns1:gd name="T88" fmla="*/ 77 w 223"/>
                <ns1:gd name="T89" fmla="*/ 93 h 216"/>
                <ns1:gd name="T90" fmla="*/ 77 w 223"/>
                <ns1:gd name="T91" fmla="*/ 98 h 216"/>
                <ns1:gd name="T92" fmla="*/ 95 w 223"/>
                <ns1:gd name="T93" fmla="*/ 130 h 216"/>
                <ns1:gd name="T94" fmla="*/ 96 w 223"/>
                <ns1:gd name="T95" fmla="*/ 132 h 216"/>
                <ns1:gd name="T96" fmla="*/ 96 w 223"/>
                <ns1:gd name="T97" fmla="*/ 134 h 216"/>
                <ns1:gd name="T98" fmla="*/ 86 w 223"/>
                <ns1:gd name="T99" fmla="*/ 155 h 216"/>
                <ns1:gd name="T100" fmla="*/ 42 w 223"/>
                <ns1:gd name="T101" fmla="*/ 175 h 216"/>
                <ns1:gd name="T102" fmla="*/ 12 w 223"/>
                <ns1:gd name="T103" fmla="*/ 205 h 216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  <ns1:cxn ang="0">
                  <ns1:pos x="T30" y="T31"/>
                </ns1:cxn>
                <ns1:cxn ang="0">
                  <ns1:pos x="T32" y="T33"/>
                </ns1:cxn>
                <ns1:cxn ang="0">
                  <ns1:pos x="T34" y="T35"/>
                </ns1:cxn>
                <ns1:cxn ang="0">
                  <ns1:pos x="T36" y="T37"/>
                </ns1:cxn>
                <ns1:cxn ang="0">
                  <ns1:pos x="T38" y="T39"/>
                </ns1:cxn>
                <ns1:cxn ang="0">
                  <ns1:pos x="T40" y="T41"/>
                </ns1:cxn>
                <ns1:cxn ang="0">
                  <ns1:pos x="T42" y="T43"/>
                </ns1:cxn>
                <ns1:cxn ang="0">
                  <ns1:pos x="T44" y="T45"/>
                </ns1:cxn>
                <ns1:cxn ang="0">
                  <ns1:pos x="T46" y="T47"/>
                </ns1:cxn>
                <ns1:cxn ang="0">
                  <ns1:pos x="T48" y="T49"/>
                </ns1:cxn>
                <ns1:cxn ang="0">
                  <ns1:pos x="T50" y="T51"/>
                </ns1:cxn>
                <ns1:cxn ang="0">
                  <ns1:pos x="T52" y="T53"/>
                </ns1:cxn>
                <ns1:cxn ang="0">
                  <ns1:pos x="T54" y="T55"/>
                </ns1:cxn>
                <ns1:cxn ang="0">
                  <ns1:pos x="T56" y="T57"/>
                </ns1:cxn>
                <ns1:cxn ang="0">
                  <ns1:pos x="T58" y="T59"/>
                </ns1:cxn>
                <ns1:cxn ang="0">
                  <ns1:pos x="T60" y="T61"/>
                </ns1:cxn>
                <ns1:cxn ang="0">
                  <ns1:pos x="T62" y="T63"/>
                </ns1:cxn>
                <ns1:cxn ang="0">
                  <ns1:pos x="T64" y="T65"/>
                </ns1:cxn>
                <ns1:cxn ang="0">
                  <ns1:pos x="T66" y="T67"/>
                </ns1:cxn>
                <ns1:cxn ang="0">
                  <ns1:pos x="T68" y="T69"/>
                </ns1:cxn>
                <ns1:cxn ang="0">
                  <ns1:pos x="T70" y="T71"/>
                </ns1:cxn>
                <ns1:cxn ang="0">
                  <ns1:pos x="T72" y="T73"/>
                </ns1:cxn>
                <ns1:cxn ang="0">
                  <ns1:pos x="T74" y="T75"/>
                </ns1:cxn>
                <ns1:cxn ang="0">
                  <ns1:pos x="T76" y="T77"/>
                </ns1:cxn>
                <ns1:cxn ang="0">
                  <ns1:pos x="T78" y="T79"/>
                </ns1:cxn>
                <ns1:cxn ang="0">
                  <ns1:pos x="T80" y="T81"/>
                </ns1:cxn>
                <ns1:cxn ang="0">
                  <ns1:pos x="T82" y="T83"/>
                </ns1:cxn>
                <ns1:cxn ang="0">
                  <ns1:pos x="T84" y="T85"/>
                </ns1:cxn>
                <ns1:cxn ang="0">
                  <ns1:pos x="T86" y="T87"/>
                </ns1:cxn>
                <ns1:cxn ang="0">
                  <ns1:pos x="T88" y="T89"/>
                </ns1:cxn>
                <ns1:cxn ang="0">
                  <ns1:pos x="T90" y="T91"/>
                </ns1:cxn>
                <ns1:cxn ang="0">
                  <ns1:pos x="T92" y="T93"/>
                </ns1:cxn>
                <ns1:cxn ang="0">
                  <ns1:pos x="T94" y="T95"/>
                </ns1:cxn>
                <ns1:cxn ang="0">
                  <ns1:pos x="T96" y="T97"/>
                </ns1:cxn>
                <ns1:cxn ang="0">
                  <ns1:pos x="T98" y="T99"/>
                </ns1:cxn>
                <ns1:cxn ang="0">
                  <ns1:pos x="T100" y="T101"/>
                </ns1:cxn>
                <ns1:cxn ang="0">
                  <ns1:pos x="T102" y="T103"/>
                </ns1:cxn>
              </ns1:cxnLst>
              <ns1:rect l="0" t="0" r="r" b="b"/>
              <ns1:pathLst>
                <ns1:path w="223" h="216">
                  <ns1:moveTo>
                    <ns1:pt x="223" y="216"/>
                  </ns1:moveTo>
                  <ns1:cubicBezTo>
                    <ns1:pt x="0" y="216"/>
                    <ns1:pt x="0" y="216"/>
                    <ns1:pt x="0" y="216"/>
                  </ns1:cubicBezTo>
                  <ns1:cubicBezTo>
                    <ns1:pt x="0" y="211"/>
                    <ns1:pt x="0" y="211"/>
                    <ns1:pt x="0" y="211"/>
                  </ns1:cubicBezTo>
                  <ns1:cubicBezTo>
                    <ns1:pt x="0" y="176"/>
                    <ns1:pt x="65" y="148"/>
                    <ns1:pt x="83" y="144"/>
                  </ns1:cubicBezTo>
                  <ns1:cubicBezTo>
                    <ns1:pt x="84" y="143"/>
                    <ns1:pt x="84" y="140"/>
                    <ns1:pt x="85" y="137"/>
                  </ns1:cubicBezTo>
                  <ns1:cubicBezTo>
                    <ns1:pt x="81" y="132"/>
                    <ns1:pt x="71" y="120"/>
                    <ns1:pt x="67" y="103"/>
                  </ns1:cubicBezTo>
                  <ns1:cubicBezTo>
                    <ns1:pt x="63" y="102"/>
                    <ns1:pt x="60" y="98"/>
                    <ns1:pt x="58" y="92"/>
                  </ns1:cubicBezTo>
                  <ns1:cubicBezTo>
                    <ns1:pt x="55" y="85"/>
                    <ns1:pt x="55" y="74"/>
                    <ns1:pt x="60" y="67"/>
                  </ns1:cubicBezTo>
                  <ns1:cubicBezTo>
                    <ns1:pt x="60" y="67"/>
                    <ns1:pt x="60" y="67"/>
                    <ns1:pt x="60" y="67"/>
                  </ns1:cubicBezTo>
                  <ns1:cubicBezTo>
                    <ns1:pt x="59" y="57"/>
                    <ns1:pt x="56" y="32"/>
                    <ns1:pt x="71" y="15"/>
                  </ns1:cubicBezTo>
                  <ns1:cubicBezTo>
                    <ns1:pt x="80" y="5"/>
                    <ns1:pt x="94" y="0"/>
                    <ns1:pt x="111" y="0"/>
                  </ns1:cubicBezTo>
                  <ns1:cubicBezTo>
                    <ns1:pt x="129" y="0"/>
                    <ns1:pt x="142" y="5"/>
                    <ns1:pt x="151" y="15"/>
                  </ns1:cubicBezTo>
                  <ns1:cubicBezTo>
                    <ns1:pt x="166" y="32"/>
                    <ns1:pt x="164" y="57"/>
                    <ns1:pt x="163" y="67"/>
                  </ns1:cubicBezTo>
                  <ns1:cubicBezTo>
                    <ns1:pt x="163" y="67"/>
                    <ns1:pt x="163" y="67"/>
                    <ns1:pt x="163" y="67"/>
                  </ns1:cubicBezTo>
                  <ns1:cubicBezTo>
                    <ns1:pt x="168" y="74"/>
                    <ns1:pt x="168" y="85"/>
                    <ns1:pt x="165" y="92"/>
                  </ns1:cubicBezTo>
                  <ns1:cubicBezTo>
                    <ns1:pt x="163" y="98"/>
                    <ns1:pt x="160" y="102"/>
                    <ns1:pt x="156" y="103"/>
                  </ns1:cubicBezTo>
                  <ns1:cubicBezTo>
                    <ns1:pt x="152" y="120"/>
                    <ns1:pt x="142" y="132"/>
                    <ns1:pt x="138" y="137"/>
                  </ns1:cubicBezTo>
                  <ns1:cubicBezTo>
                    <ns1:pt x="138" y="140"/>
                    <ns1:pt x="139" y="143"/>
                    <ns1:pt x="140" y="144"/>
                  </ns1:cubicBezTo>
                  <ns1:cubicBezTo>
                    <ns1:pt x="158" y="148"/>
                    <ns1:pt x="223" y="176"/>
                    <ns1:pt x="223" y="211"/>
                  </ns1:cubicBezTo>
                  <ns1:lnTo>
                    <ns1:pt x="223" y="216"/>
                  </ns1:lnTo>
                  <ns1:close/>
                  <ns1:moveTo>
                    <ns1:pt x="12" y="205"/>
                  </ns1:moveTo>
                  <ns1:cubicBezTo>
                    <ns1:pt x="211" y="205"/>
                    <ns1:pt x="211" y="205"/>
                    <ns1:pt x="211" y="205"/>
                  </ns1:cubicBezTo>
                  <ns1:cubicBezTo>
                    <ns1:pt x="208" y="195"/>
                    <ns1:pt x="197" y="185"/>
                    <ns1:pt x="181" y="175"/>
                  </ns1:cubicBezTo>
                  <ns1:cubicBezTo>
                    <ns1:pt x="164" y="164"/>
                    <ns1:pt x="144" y="157"/>
                    <ns1:pt x="137" y="155"/>
                  </ns1:cubicBezTo>
                  <ns1:cubicBezTo>
                    <ns1:pt x="128" y="154"/>
                    <ns1:pt x="127" y="140"/>
                    <ns1:pt x="127" y="134"/>
                  </ns1:cubicBezTo>
                  <ns1:cubicBezTo>
                    <ns1:pt x="127" y="132"/>
                    <ns1:pt x="127" y="132"/>
                    <ns1:pt x="127" y="132"/>
                  </ns1:cubicBezTo>
                  <ns1:cubicBezTo>
                    <ns1:pt x="128" y="130"/>
                    <ns1:pt x="128" y="130"/>
                    <ns1:pt x="128" y="130"/>
                  </ns1:cubicBezTo>
                  <ns1:cubicBezTo>
                    <ns1:pt x="128" y="130"/>
                    <ns1:pt x="142" y="116"/>
                    <ns1:pt x="145" y="98"/>
                  </ns1:cubicBezTo>
                  <ns1:cubicBezTo>
                    <ns1:pt x="146" y="93"/>
                    <ns1:pt x="146" y="93"/>
                    <ns1:pt x="146" y="93"/>
                  </ns1:cubicBezTo>
                  <ns1:cubicBezTo>
                    <ns1:pt x="151" y="93"/>
                    <ns1:pt x="151" y="93"/>
                    <ns1:pt x="151" y="93"/>
                  </ns1:cubicBezTo>
                  <ns1:cubicBezTo>
                    <ns1:pt x="152" y="93"/>
                    <ns1:pt x="154" y="91"/>
                    <ns1:pt x="155" y="86"/>
                  </ns1:cubicBezTo>
                  <ns1:cubicBezTo>
                    <ns1:pt x="156" y="81"/>
                    <ns1:pt x="155" y="76"/>
                    <ns1:pt x="153" y="74"/>
                  </ns1:cubicBezTo>
                  <ns1:cubicBezTo>
                    <ns1:pt x="151" y="72"/>
                    <ns1:pt x="151" y="72"/>
                    <ns1:pt x="151" y="72"/>
                  </ns1:cubicBezTo>
                  <ns1:cubicBezTo>
                    <ns1:pt x="151" y="69"/>
                    <ns1:pt x="151" y="69"/>
                    <ns1:pt x="151" y="69"/>
                  </ns1:cubicBezTo>
                  <ns1:cubicBezTo>
                    <ns1:pt x="151" y="68"/>
                    <ns1:pt x="151" y="67"/>
                    <ns1:pt x="151" y="66"/>
                  </ns1:cubicBezTo>
                  <ns1:cubicBezTo>
                    <ns1:pt x="152" y="57"/>
                    <ns1:pt x="154" y="36"/>
                    <ns1:pt x="143" y="23"/>
                  </ns1:cubicBezTo>
                  <ns1:cubicBezTo>
                    <ns1:pt x="136" y="15"/>
                    <ns1:pt x="126" y="12"/>
                    <ns1:pt x="111" y="12"/>
                  </ns1:cubicBezTo>
                  <ns1:cubicBezTo>
                    <ns1:pt x="97" y="12"/>
                    <ns1:pt x="87" y="15"/>
                    <ns1:pt x="80" y="23"/>
                  </ns1:cubicBezTo>
                  <ns1:cubicBezTo>
                    <ns1:pt x="68" y="36"/>
                    <ns1:pt x="71" y="57"/>
                    <ns1:pt x="72" y="66"/>
                  </ns1:cubicBezTo>
                  <ns1:cubicBezTo>
                    <ns1:pt x="72" y="67"/>
                    <ns1:pt x="72" y="68"/>
                    <ns1:pt x="72" y="69"/>
                  </ns1:cubicBezTo>
                  <ns1:cubicBezTo>
                    <ns1:pt x="72" y="72"/>
                    <ns1:pt x="72" y="72"/>
                    <ns1:pt x="72" y="72"/>
                  </ns1:cubicBezTo>
                  <ns1:cubicBezTo>
                    <ns1:pt x="70" y="74"/>
                    <ns1:pt x="70" y="74"/>
                    <ns1:pt x="70" y="74"/>
                  </ns1:cubicBezTo>
                  <ns1:cubicBezTo>
                    <ns1:pt x="67" y="76"/>
                    <ns1:pt x="67" y="81"/>
                    <ns1:pt x="68" y="86"/>
                  </ns1:cubicBezTo>
                  <ns1:cubicBezTo>
                    <ns1:pt x="69" y="91"/>
                    <ns1:pt x="71" y="93"/>
                    <ns1:pt x="72" y="93"/>
                  </ns1:cubicBezTo>
                  <ns1:cubicBezTo>
                    <ns1:pt x="77" y="93"/>
                    <ns1:pt x="77" y="93"/>
                    <ns1:pt x="77" y="93"/>
                  </ns1:cubicBezTo>
                  <ns1:cubicBezTo>
                    <ns1:pt x="77" y="98"/>
                    <ns1:pt x="77" y="98"/>
                    <ns1:pt x="77" y="98"/>
                  </ns1:cubicBezTo>
                  <ns1:cubicBezTo>
                    <ns1:pt x="80" y="116"/>
                    <ns1:pt x="94" y="130"/>
                    <ns1:pt x="95" y="130"/>
                  </ns1:cubicBezTo>
                  <ns1:cubicBezTo>
                    <ns1:pt x="96" y="132"/>
                    <ns1:pt x="96" y="132"/>
                    <ns1:pt x="96" y="132"/>
                  </ns1:cubicBezTo>
                  <ns1:cubicBezTo>
                    <ns1:pt x="96" y="134"/>
                    <ns1:pt x="96" y="134"/>
                    <ns1:pt x="96" y="134"/>
                  </ns1:cubicBezTo>
                  <ns1:cubicBezTo>
                    <ns1:pt x="96" y="140"/>
                    <ns1:pt x="95" y="154"/>
                    <ns1:pt x="86" y="155"/>
                  </ns1:cubicBezTo>
                  <ns1:cubicBezTo>
                    <ns1:pt x="79" y="157"/>
                    <ns1:pt x="59" y="164"/>
                    <ns1:pt x="42" y="175"/>
                  </ns1:cubicBezTo>
                  <ns1:cubicBezTo>
                    <ns1:pt x="25" y="185"/>
                    <ns1:pt x="15" y="195"/>
                    <ns1:pt x="12" y="205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175" name="Freeform 478"/>
            <ns0:cNvSpPr>
              <ns1:spLocks/>
            </ns0:cNvSpPr>
            <ns0:nvPr/>
          </ns0:nvSpPr>
          <ns0:spPr bwMode="auto">
            <ns1:xfrm>
              <ns1:off x="6216650" y="2936875"/>
              <ns1:ext cx="236537" cy="381000"/>
            </ns1:xfrm>
            <ns1:custGeom>
              <ns1:avLst/>
              <ns1:gdLst>
                <ns1:gd name="T0" fmla="*/ 43 w 113"/>
                <ns1:gd name="T1" fmla="*/ 120 h 181"/>
                <ns1:gd name="T2" fmla="*/ 42 w 113"/>
                <ns1:gd name="T3" fmla="*/ 114 h 181"/>
                <ns1:gd name="T4" fmla="*/ 57 w 113"/>
                <ns1:gd name="T5" fmla="*/ 86 h 181"/>
                <ns1:gd name="T6" fmla="*/ 64 w 113"/>
                <ns1:gd name="T7" fmla="*/ 77 h 181"/>
                <ns1:gd name="T8" fmla="*/ 62 w 113"/>
                <ns1:gd name="T9" fmla="*/ 56 h 181"/>
                <ns1:gd name="T10" fmla="*/ 62 w 113"/>
                <ns1:gd name="T11" fmla="*/ 56 h 181"/>
                <ns1:gd name="T12" fmla="*/ 53 w 113"/>
                <ns1:gd name="T13" fmla="*/ 13 h 181"/>
                <ns1:gd name="T14" fmla="*/ 19 w 113"/>
                <ns1:gd name="T15" fmla="*/ 0 h 181"/>
                <ns1:gd name="T16" fmla="*/ 0 w 113"/>
                <ns1:gd name="T17" fmla="*/ 4 h 181"/>
                <ns1:gd name="T18" fmla="*/ 5 w 113"/>
                <ns1:gd name="T19" fmla="*/ 12 h 181"/>
                <ns1:gd name="T20" fmla="*/ 19 w 113"/>
                <ns1:gd name="T21" fmla="*/ 10 h 181"/>
                <ns1:gd name="T22" fmla="*/ 46 w 113"/>
                <ns1:gd name="T23" fmla="*/ 19 h 181"/>
                <ns1:gd name="T24" fmla="*/ 53 w 113"/>
                <ns1:gd name="T25" fmla="*/ 55 h 181"/>
                <ns1:gd name="T26" fmla="*/ 52 w 113"/>
                <ns1:gd name="T27" fmla="*/ 58 h 181"/>
                <ns1:gd name="T28" fmla="*/ 52 w 113"/>
                <ns1:gd name="T29" fmla="*/ 60 h 181"/>
                <ns1:gd name="T30" fmla="*/ 54 w 113"/>
                <ns1:gd name="T31" fmla="*/ 62 h 181"/>
                <ns1:gd name="T32" fmla="*/ 56 w 113"/>
                <ns1:gd name="T33" fmla="*/ 72 h 181"/>
                <ns1:gd name="T34" fmla="*/ 52 w 113"/>
                <ns1:gd name="T35" fmla="*/ 78 h 181"/>
                <ns1:gd name="T36" fmla="*/ 48 w 113"/>
                <ns1:gd name="T37" fmla="*/ 78 h 181"/>
                <ns1:gd name="T38" fmla="*/ 48 w 113"/>
                <ns1:gd name="T39" fmla="*/ 82 h 181"/>
                <ns1:gd name="T40" fmla="*/ 33 w 113"/>
                <ns1:gd name="T41" fmla="*/ 109 h 181"/>
                <ns1:gd name="T42" fmla="*/ 32 w 113"/>
                <ns1:gd name="T43" fmla="*/ 110 h 181"/>
                <ns1:gd name="T44" fmla="*/ 32 w 113"/>
                <ns1:gd name="T45" fmla="*/ 112 h 181"/>
                <ns1:gd name="T46" fmla="*/ 41 w 113"/>
                <ns1:gd name="T47" fmla="*/ 130 h 181"/>
                <ns1:gd name="T48" fmla="*/ 77 w 113"/>
                <ns1:gd name="T49" fmla="*/ 146 h 181"/>
                <ns1:gd name="T50" fmla="*/ 102 w 113"/>
                <ns1:gd name="T51" fmla="*/ 171 h 181"/>
                <ns1:gd name="T52" fmla="*/ 58 w 113"/>
                <ns1:gd name="T53" fmla="*/ 171 h 181"/>
                <ns1:gd name="T54" fmla="*/ 65 w 113"/>
                <ns1:gd name="T55" fmla="*/ 181 h 181"/>
                <ns1:gd name="T56" fmla="*/ 113 w 113"/>
                <ns1:gd name="T57" fmla="*/ 181 h 181"/>
                <ns1:gd name="T58" fmla="*/ 113 w 113"/>
                <ns1:gd name="T59" fmla="*/ 176 h 181"/>
                <ns1:gd name="T60" fmla="*/ 43 w 113"/>
                <ns1:gd name="T61" fmla="*/ 120 h 181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  <ns1:cxn ang="0">
                  <ns1:pos x="T30" y="T31"/>
                </ns1:cxn>
                <ns1:cxn ang="0">
                  <ns1:pos x="T32" y="T33"/>
                </ns1:cxn>
                <ns1:cxn ang="0">
                  <ns1:pos x="T34" y="T35"/>
                </ns1:cxn>
                <ns1:cxn ang="0">
                  <ns1:pos x="T36" y="T37"/>
                </ns1:cxn>
                <ns1:cxn ang="0">
                  <ns1:pos x="T38" y="T39"/>
                </ns1:cxn>
                <ns1:cxn ang="0">
                  <ns1:pos x="T40" y="T41"/>
                </ns1:cxn>
                <ns1:cxn ang="0">
                  <ns1:pos x="T42" y="T43"/>
                </ns1:cxn>
                <ns1:cxn ang="0">
                  <ns1:pos x="T44" y="T45"/>
                </ns1:cxn>
                <ns1:cxn ang="0">
                  <ns1:pos x="T46" y="T47"/>
                </ns1:cxn>
                <ns1:cxn ang="0">
                  <ns1:pos x="T48" y="T49"/>
                </ns1:cxn>
                <ns1:cxn ang="0">
                  <ns1:pos x="T50" y="T51"/>
                </ns1:cxn>
                <ns1:cxn ang="0">
                  <ns1:pos x="T52" y="T53"/>
                </ns1:cxn>
                <ns1:cxn ang="0">
                  <ns1:pos x="T54" y="T55"/>
                </ns1:cxn>
                <ns1:cxn ang="0">
                  <ns1:pos x="T56" y="T57"/>
                </ns1:cxn>
                <ns1:cxn ang="0">
                  <ns1:pos x="T58" y="T59"/>
                </ns1:cxn>
                <ns1:cxn ang="0">
                  <ns1:pos x="T60" y="T61"/>
                </ns1:cxn>
              </ns1:cxnLst>
              <ns1:rect l="0" t="0" r="r" b="b"/>
              <ns1:pathLst>
                <ns1:path w="113" h="181">
                  <ns1:moveTo>
                    <ns1:pt x="43" y="120"/>
                  </ns1:moveTo>
                  <ns1:cubicBezTo>
                    <ns1:pt x="42" y="119"/>
                    <ns1:pt x="42" y="117"/>
                    <ns1:pt x="42" y="114"/>
                  </ns1:cubicBezTo>
                  <ns1:cubicBezTo>
                    <ns1:pt x="45" y="110"/>
                    <ns1:pt x="53" y="100"/>
                    <ns1:pt x="57" y="86"/>
                  </ns1:cubicBezTo>
                  <ns1:cubicBezTo>
                    <ns1:pt x="60" y="85"/>
                    <ns1:pt x="62" y="82"/>
                    <ns1:pt x="64" y="77"/>
                  </ns1:cubicBezTo>
                  <ns1:cubicBezTo>
                    <ns1:pt x="66" y="71"/>
                    <ns1:pt x="67" y="62"/>
                    <ns1:pt x="62" y="56"/>
                  </ns1:cubicBezTo>
                  <ns1:cubicBezTo>
                    <ns1:pt x="62" y="56"/>
                    <ns1:pt x="62" y="56"/>
                    <ns1:pt x="62" y="56"/>
                  </ns1:cubicBezTo>
                  <ns1:cubicBezTo>
                    <ns1:pt x="63" y="48"/>
                    <ns1:pt x="65" y="27"/>
                    <ns1:pt x="53" y="13"/>
                  </ns1:cubicBezTo>
                  <ns1:cubicBezTo>
                    <ns1:pt x="45" y="5"/>
                    <ns1:pt x="34" y="0"/>
                    <ns1:pt x="19" y="0"/>
                  </ns1:cubicBezTo>
                  <ns1:cubicBezTo>
                    <ns1:pt x="12" y="0"/>
                    <ns1:pt x="5" y="2"/>
                    <ns1:pt x="0" y="4"/>
                  </ns1:cubicBezTo>
                  <ns1:cubicBezTo>
                    <ns1:pt x="2" y="6"/>
                    <ns1:pt x="3" y="9"/>
                    <ns1:pt x="5" y="12"/>
                  </ns1:cubicBezTo>
                  <ns1:cubicBezTo>
                    <ns1:pt x="9" y="11"/>
                    <ns1:pt x="14" y="10"/>
                    <ns1:pt x="19" y="10"/>
                  </ns1:cubicBezTo>
                  <ns1:cubicBezTo>
                    <ns1:pt x="31" y="10"/>
                    <ns1:pt x="40" y="13"/>
                    <ns1:pt x="46" y="19"/>
                  </ns1:cubicBezTo>
                  <ns1:cubicBezTo>
                    <ns1:pt x="55" y="30"/>
                    <ns1:pt x="53" y="48"/>
                    <ns1:pt x="53" y="55"/>
                  </ns1:cubicBezTo>
                  <ns1:cubicBezTo>
                    <ns1:pt x="52" y="56"/>
                    <ns1:pt x="52" y="57"/>
                    <ns1:pt x="52" y="58"/>
                  </ns1:cubicBezTo>
                  <ns1:cubicBezTo>
                    <ns1:pt x="52" y="60"/>
                    <ns1:pt x="52" y="60"/>
                    <ns1:pt x="52" y="60"/>
                  </ns1:cubicBezTo>
                  <ns1:cubicBezTo>
                    <ns1:pt x="54" y="62"/>
                    <ns1:pt x="54" y="62"/>
                    <ns1:pt x="54" y="62"/>
                  </ns1:cubicBezTo>
                  <ns1:cubicBezTo>
                    <ns1:pt x="56" y="63"/>
                    <ns1:pt x="57" y="68"/>
                    <ns1:pt x="56" y="72"/>
                  </ns1:cubicBezTo>
                  <ns1:cubicBezTo>
                    <ns1:pt x="55" y="76"/>
                    <ns1:pt x="53" y="78"/>
                    <ns1:pt x="52" y="78"/>
                  </ns1:cubicBezTo>
                  <ns1:cubicBezTo>
                    <ns1:pt x="48" y="78"/>
                    <ns1:pt x="48" y="78"/>
                    <ns1:pt x="48" y="78"/>
                  </ns1:cubicBezTo>
                  <ns1:cubicBezTo>
                    <ns1:pt x="48" y="82"/>
                    <ns1:pt x="48" y="82"/>
                    <ns1:pt x="48" y="82"/>
                  </ns1:cubicBezTo>
                  <ns1:cubicBezTo>
                    <ns1:pt x="45" y="97"/>
                    <ns1:pt x="34" y="109"/>
                    <ns1:pt x="33" y="109"/>
                  </ns1:cubicBezTo>
                  <ns1:cubicBezTo>
                    <ns1:pt x="32" y="110"/>
                    <ns1:pt x="32" y="110"/>
                    <ns1:pt x="32" y="110"/>
                  </ns1:cubicBezTo>
                  <ns1:cubicBezTo>
                    <ns1:pt x="32" y="112"/>
                    <ns1:pt x="32" y="112"/>
                    <ns1:pt x="32" y="112"/>
                  </ns1:cubicBezTo>
                  <ns1:cubicBezTo>
                    <ns1:pt x="32" y="117"/>
                    <ns1:pt x="33" y="129"/>
                    <ns1:pt x="41" y="130"/>
                  </ns1:cubicBezTo>
                  <ns1:cubicBezTo>
                    <ns1:pt x="47" y="131"/>
                    <ns1:pt x="63" y="137"/>
                    <ns1:pt x="77" y="146"/>
                  </ns1:cubicBezTo>
                  <ns1:cubicBezTo>
                    <ns1:pt x="91" y="154"/>
                    <ns1:pt x="100" y="163"/>
                    <ns1:pt x="102" y="171"/>
                  </ns1:cubicBezTo>
                  <ns1:cubicBezTo>
                    <ns1:pt x="58" y="171"/>
                    <ns1:pt x="58" y="171"/>
                    <ns1:pt x="58" y="171"/>
                  </ns1:cubicBezTo>
                  <ns1:cubicBezTo>
                    <ns1:pt x="60" y="174"/>
                    <ns1:pt x="63" y="177"/>
                    <ns1:pt x="65" y="181"/>
                  </ns1:cubicBezTo>
                  <ns1:cubicBezTo>
                    <ns1:pt x="113" y="181"/>
                    <ns1:pt x="113" y="181"/>
                    <ns1:pt x="113" y="181"/>
                  </ns1:cubicBezTo>
                  <ns1:cubicBezTo>
                    <ns1:pt x="113" y="176"/>
                    <ns1:pt x="113" y="176"/>
                    <ns1:pt x="113" y="176"/>
                  </ns1:cubicBezTo>
                  <ns1:cubicBezTo>
                    <ns1:pt x="113" y="147"/>
                    <ns1:pt x="58" y="123"/>
                    <ns1:pt x="43" y="120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176" name="Freeform 479"/>
            <ns0:cNvSpPr>
              <ns1:spLocks/>
            </ns0:cNvSpPr>
            <ns0:nvPr/>
          </ns0:nvSpPr>
          <ns0:spPr bwMode="auto">
            <ns1:xfrm>
              <ns1:off x="5757863" y="2936875"/>
              <ns1:ext cx="244475" cy="381000"/>
            </ns1:xfrm>
            <ns1:custGeom>
              <ns1:avLst/>
              <ns1:gdLst>
                <ns1:gd name="T0" fmla="*/ 59 w 116"/>
                <ns1:gd name="T1" fmla="*/ 171 h 181"/>
                <ns1:gd name="T2" fmla="*/ 11 w 116"/>
                <ns1:gd name="T3" fmla="*/ 171 h 181"/>
                <ns1:gd name="T4" fmla="*/ 35 w 116"/>
                <ns1:gd name="T5" fmla="*/ 146 h 181"/>
                <ns1:gd name="T6" fmla="*/ 72 w 116"/>
                <ns1:gd name="T7" fmla="*/ 130 h 181"/>
                <ns1:gd name="T8" fmla="*/ 81 w 116"/>
                <ns1:gd name="T9" fmla="*/ 112 h 181"/>
                <ns1:gd name="T10" fmla="*/ 81 w 116"/>
                <ns1:gd name="T11" fmla="*/ 110 h 181"/>
                <ns1:gd name="T12" fmla="*/ 79 w 116"/>
                <ns1:gd name="T13" fmla="*/ 109 h 181"/>
                <ns1:gd name="T14" fmla="*/ 65 w 116"/>
                <ns1:gd name="T15" fmla="*/ 82 h 181"/>
                <ns1:gd name="T16" fmla="*/ 64 w 116"/>
                <ns1:gd name="T17" fmla="*/ 78 h 181"/>
                <ns1:gd name="T18" fmla="*/ 60 w 116"/>
                <ns1:gd name="T19" fmla="*/ 78 h 181"/>
                <ns1:gd name="T20" fmla="*/ 57 w 116"/>
                <ns1:gd name="T21" fmla="*/ 72 h 181"/>
                <ns1:gd name="T22" fmla="*/ 59 w 116"/>
                <ns1:gd name="T23" fmla="*/ 62 h 181"/>
                <ns1:gd name="T24" fmla="*/ 61 w 116"/>
                <ns1:gd name="T25" fmla="*/ 60 h 181"/>
                <ns1:gd name="T26" fmla="*/ 60 w 116"/>
                <ns1:gd name="T27" fmla="*/ 58 h 181"/>
                <ns1:gd name="T28" fmla="*/ 60 w 116"/>
                <ns1:gd name="T29" fmla="*/ 55 h 181"/>
                <ns1:gd name="T30" fmla="*/ 67 w 116"/>
                <ns1:gd name="T31" fmla="*/ 19 h 181"/>
                <ns1:gd name="T32" fmla="*/ 93 w 116"/>
                <ns1:gd name="T33" fmla="*/ 10 h 181"/>
                <ns1:gd name="T34" fmla="*/ 112 w 116"/>
                <ns1:gd name="T35" fmla="*/ 13 h 181"/>
                <ns1:gd name="T36" fmla="*/ 116 w 116"/>
                <ns1:gd name="T37" fmla="*/ 5 h 181"/>
                <ns1:gd name="T38" fmla="*/ 93 w 116"/>
                <ns1:gd name="T39" fmla="*/ 0 h 181"/>
                <ns1:gd name="T40" fmla="*/ 60 w 116"/>
                <ns1:gd name="T41" fmla="*/ 13 h 181"/>
                <ns1:gd name="T42" fmla="*/ 51 w 116"/>
                <ns1:gd name="T43" fmla="*/ 56 h 181"/>
                <ns1:gd name="T44" fmla="*/ 51 w 116"/>
                <ns1:gd name="T45" fmla="*/ 56 h 181"/>
                <ns1:gd name="T46" fmla="*/ 49 w 116"/>
                <ns1:gd name="T47" fmla="*/ 77 h 181"/>
                <ns1:gd name="T48" fmla="*/ 56 w 116"/>
                <ns1:gd name="T49" fmla="*/ 86 h 181"/>
                <ns1:gd name="T50" fmla="*/ 71 w 116"/>
                <ns1:gd name="T51" fmla="*/ 114 h 181"/>
                <ns1:gd name="T52" fmla="*/ 70 w 116"/>
                <ns1:gd name="T53" fmla="*/ 120 h 181"/>
                <ns1:gd name="T54" fmla="*/ 0 w 116"/>
                <ns1:gd name="T55" fmla="*/ 176 h 181"/>
                <ns1:gd name="T56" fmla="*/ 0 w 116"/>
                <ns1:gd name="T57" fmla="*/ 181 h 181"/>
                <ns1:gd name="T58" fmla="*/ 52 w 116"/>
                <ns1:gd name="T59" fmla="*/ 181 h 181"/>
                <ns1:gd name="T60" fmla="*/ 59 w 116"/>
                <ns1:gd name="T61" fmla="*/ 171 h 181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  <ns1:cxn ang="0">
                  <ns1:pos x="T30" y="T31"/>
                </ns1:cxn>
                <ns1:cxn ang="0">
                  <ns1:pos x="T32" y="T33"/>
                </ns1:cxn>
                <ns1:cxn ang="0">
                  <ns1:pos x="T34" y="T35"/>
                </ns1:cxn>
                <ns1:cxn ang="0">
                  <ns1:pos x="T36" y="T37"/>
                </ns1:cxn>
                <ns1:cxn ang="0">
                  <ns1:pos x="T38" y="T39"/>
                </ns1:cxn>
                <ns1:cxn ang="0">
                  <ns1:pos x="T40" y="T41"/>
                </ns1:cxn>
                <ns1:cxn ang="0">
                  <ns1:pos x="T42" y="T43"/>
                </ns1:cxn>
                <ns1:cxn ang="0">
                  <ns1:pos x="T44" y="T45"/>
                </ns1:cxn>
                <ns1:cxn ang="0">
                  <ns1:pos x="T46" y="T47"/>
                </ns1:cxn>
                <ns1:cxn ang="0">
                  <ns1:pos x="T48" y="T49"/>
                </ns1:cxn>
                <ns1:cxn ang="0">
                  <ns1:pos x="T50" y="T51"/>
                </ns1:cxn>
                <ns1:cxn ang="0">
                  <ns1:pos x="T52" y="T53"/>
                </ns1:cxn>
                <ns1:cxn ang="0">
                  <ns1:pos x="T54" y="T55"/>
                </ns1:cxn>
                <ns1:cxn ang="0">
                  <ns1:pos x="T56" y="T57"/>
                </ns1:cxn>
                <ns1:cxn ang="0">
                  <ns1:pos x="T58" y="T59"/>
                </ns1:cxn>
                <ns1:cxn ang="0">
                  <ns1:pos x="T60" y="T61"/>
                </ns1:cxn>
              </ns1:cxnLst>
              <ns1:rect l="0" t="0" r="r" b="b"/>
              <ns1:pathLst>
                <ns1:path w="116" h="181">
                  <ns1:moveTo>
                    <ns1:pt x="59" y="171"/>
                  </ns1:moveTo>
                  <ns1:cubicBezTo>
                    <ns1:pt x="11" y="171"/>
                    <ns1:pt x="11" y="171"/>
                    <ns1:pt x="11" y="171"/>
                  </ns1:cubicBezTo>
                  <ns1:cubicBezTo>
                    <ns1:pt x="13" y="163"/>
                    <ns1:pt x="22" y="154"/>
                    <ns1:pt x="35" y="146"/>
                  </ns1:cubicBezTo>
                  <ns1:cubicBezTo>
                    <ns1:pt x="50" y="137"/>
                    <ns1:pt x="66" y="131"/>
                    <ns1:pt x="72" y="130"/>
                  </ns1:cubicBezTo>
                  <ns1:cubicBezTo>
                    <ns1:pt x="80" y="129"/>
                    <ns1:pt x="81" y="117"/>
                    <ns1:pt x="81" y="112"/>
                  </ns1:cubicBezTo>
                  <ns1:cubicBezTo>
                    <ns1:pt x="81" y="110"/>
                    <ns1:pt x="81" y="110"/>
                    <ns1:pt x="81" y="110"/>
                  </ns1:cubicBezTo>
                  <ns1:cubicBezTo>
                    <ns1:pt x="79" y="109"/>
                    <ns1:pt x="79" y="109"/>
                    <ns1:pt x="79" y="109"/>
                  </ns1:cubicBezTo>
                  <ns1:cubicBezTo>
                    <ns1:pt x="79" y="109"/>
                    <ns1:pt x="68" y="97"/>
                    <ns1:pt x="65" y="82"/>
                  </ns1:cubicBezTo>
                  <ns1:cubicBezTo>
                    <ns1:pt x="64" y="78"/>
                    <ns1:pt x="64" y="78"/>
                    <ns1:pt x="64" y="78"/>
                  </ns1:cubicBezTo>
                  <ns1:cubicBezTo>
                    <ns1:pt x="60" y="78"/>
                    <ns1:pt x="60" y="78"/>
                    <ns1:pt x="60" y="78"/>
                  </ns1:cubicBezTo>
                  <ns1:cubicBezTo>
                    <ns1:pt x="60" y="78"/>
                    <ns1:pt x="58" y="76"/>
                    <ns1:pt x="57" y="72"/>
                  </ns1:cubicBezTo>
                  <ns1:cubicBezTo>
                    <ns1:pt x="56" y="68"/>
                    <ns1:pt x="57" y="63"/>
                    <ns1:pt x="59" y="62"/>
                  </ns1:cubicBezTo>
                  <ns1:cubicBezTo>
                    <ns1:pt x="61" y="60"/>
                    <ns1:pt x="61" y="60"/>
                    <ns1:pt x="61" y="60"/>
                  </ns1:cubicBezTo>
                  <ns1:cubicBezTo>
                    <ns1:pt x="60" y="58"/>
                    <ns1:pt x="60" y="58"/>
                    <ns1:pt x="60" y="58"/>
                  </ns1:cubicBezTo>
                  <ns1:cubicBezTo>
                    <ns1:pt x="60" y="57"/>
                    <ns1:pt x="60" y="56"/>
                    <ns1:pt x="60" y="55"/>
                  </ns1:cubicBezTo>
                  <ns1:cubicBezTo>
                    <ns1:pt x="59" y="48"/>
                    <ns1:pt x="58" y="30"/>
                    <ns1:pt x="67" y="19"/>
                  </ns1:cubicBezTo>
                  <ns1:cubicBezTo>
                    <ns1:pt x="73" y="13"/>
                    <ns1:pt x="82" y="10"/>
                    <ns1:pt x="93" y="10"/>
                  </ns1:cubicBezTo>
                  <ns1:cubicBezTo>
                    <ns1:pt x="101" y="10"/>
                    <ns1:pt x="107" y="11"/>
                    <ns1:pt x="112" y="13"/>
                  </ns1:cubicBezTo>
                  <ns1:cubicBezTo>
                    <ns1:pt x="113" y="11"/>
                    <ns1:pt x="114" y="8"/>
                    <ns1:pt x="116" y="5"/>
                  </ns1:cubicBezTo>
                  <ns1:cubicBezTo>
                    <ns1:pt x="110" y="2"/>
                    <ns1:pt x="102" y="0"/>
                    <ns1:pt x="93" y="0"/>
                  </ns1:cubicBezTo>
                  <ns1:cubicBezTo>
                    <ns1:pt x="79" y="0"/>
                    <ns1:pt x="67" y="5"/>
                    <ns1:pt x="60" y="13"/>
                  </ns1:cubicBezTo>
                  <ns1:cubicBezTo>
                    <ns1:pt x="48" y="27"/>
                    <ns1:pt x="50" y="48"/>
                    <ns1:pt x="51" y="56"/>
                  </ns1:cubicBezTo>
                  <ns1:cubicBezTo>
                    <ns1:pt x="51" y="56"/>
                    <ns1:pt x="51" y="56"/>
                    <ns1:pt x="51" y="56"/>
                  </ns1:cubicBezTo>
                  <ns1:cubicBezTo>
                    <ns1:pt x="46" y="62"/>
                    <ns1:pt x="46" y="71"/>
                    <ns1:pt x="49" y="77"/>
                  </ns1:cubicBezTo>
                  <ns1:cubicBezTo>
                    <ns1:pt x="50" y="82"/>
                    <ns1:pt x="53" y="85"/>
                    <ns1:pt x="56" y="86"/>
                  </ns1:cubicBezTo>
                  <ns1:cubicBezTo>
                    <ns1:pt x="59" y="100"/>
                    <ns1:pt x="68" y="110"/>
                    <ns1:pt x="71" y="114"/>
                  </ns1:cubicBezTo>
                  <ns1:cubicBezTo>
                    <ns1:pt x="71" y="117"/>
                    <ns1:pt x="70" y="119"/>
                    <ns1:pt x="70" y="120"/>
                  </ns1:cubicBezTo>
                  <ns1:cubicBezTo>
                    <ns1:pt x="55" y="123"/>
                    <ns1:pt x="0" y="147"/>
                    <ns1:pt x="0" y="176"/>
                  </ns1:cubicBezTo>
                  <ns1:cubicBezTo>
                    <ns1:pt x="0" y="181"/>
                    <ns1:pt x="0" y="181"/>
                    <ns1:pt x="0" y="181"/>
                  </ns1:cubicBezTo>
                  <ns1:cubicBezTo>
                    <ns1:pt x="52" y="181"/>
                    <ns1:pt x="52" y="181"/>
                    <ns1:pt x="52" y="181"/>
                  </ns1:cubicBezTo>
                  <ns1:cubicBezTo>
                    <ns1:pt x="54" y="177"/>
                    <ns1:pt x="56" y="174"/>
                    <ns1:pt x="59" y="171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</ns0:grpSp>
      <ns0:sp>
        <ns0:nvSpPr>
          <ns0:cNvPr id="177" name="Freeform 14"/>
          <ns0:cNvSpPr>
            <ns1:spLocks noEditPoints="1"/>
          </ns0:cNvSpPr>
          <ns0:nvPr/>
        </ns0:nvSpPr>
        <ns0:spPr bwMode="auto">
          <ns1:xfrm>
            <ns1:off x="4388902" y="1207752"/>
            <ns1:ext cx="433010" cy="415737"/>
          </ns1:xfrm>
          <ns1:custGeom>
            <ns1:avLst/>
            <ns1:gdLst>
              <ns1:gd name="T0" fmla="*/ 156 w 156"/>
              <ns1:gd name="T1" fmla="*/ 150 h 150"/>
              <ns1:gd name="T2" fmla="*/ 0 w 156"/>
              <ns1:gd name="T3" fmla="*/ 150 h 150"/>
              <ns1:gd name="T4" fmla="*/ 0 w 156"/>
              <ns1:gd name="T5" fmla="*/ 146 h 150"/>
              <ns1:gd name="T6" fmla="*/ 58 w 156"/>
              <ns1:gd name="T7" fmla="*/ 100 h 150"/>
              <ns1:gd name="T8" fmla="*/ 59 w 156"/>
              <ns1:gd name="T9" fmla="*/ 95 h 150"/>
              <ns1:gd name="T10" fmla="*/ 47 w 156"/>
              <ns1:gd name="T11" fmla="*/ 72 h 150"/>
              <ns1:gd name="T12" fmla="*/ 41 w 156"/>
              <ns1:gd name="T13" fmla="*/ 64 h 150"/>
              <ns1:gd name="T14" fmla="*/ 42 w 156"/>
              <ns1:gd name="T15" fmla="*/ 46 h 150"/>
              <ns1:gd name="T16" fmla="*/ 42 w 156"/>
              <ns1:gd name="T17" fmla="*/ 46 h 150"/>
              <ns1:gd name="T18" fmla="*/ 50 w 156"/>
              <ns1:gd name="T19" fmla="*/ 10 h 150"/>
              <ns1:gd name="T20" fmla="*/ 78 w 156"/>
              <ns1:gd name="T21" fmla="*/ 0 h 150"/>
              <ns1:gd name="T22" fmla="*/ 106 w 156"/>
              <ns1:gd name="T23" fmla="*/ 10 h 150"/>
              <ns1:gd name="T24" fmla="*/ 114 w 156"/>
              <ns1:gd name="T25" fmla="*/ 46 h 150"/>
              <ns1:gd name="T26" fmla="*/ 114 w 156"/>
              <ns1:gd name="T27" fmla="*/ 46 h 150"/>
              <ns1:gd name="T28" fmla="*/ 115 w 156"/>
              <ns1:gd name="T29" fmla="*/ 64 h 150"/>
              <ns1:gd name="T30" fmla="*/ 109 w 156"/>
              <ns1:gd name="T31" fmla="*/ 72 h 150"/>
              <ns1:gd name="T32" fmla="*/ 97 w 156"/>
              <ns1:gd name="T33" fmla="*/ 95 h 150"/>
              <ns1:gd name="T34" fmla="*/ 98 w 156"/>
              <ns1:gd name="T35" fmla="*/ 100 h 150"/>
              <ns1:gd name="T36" fmla="*/ 156 w 156"/>
              <ns1:gd name="T37" fmla="*/ 146 h 150"/>
              <ns1:gd name="T38" fmla="*/ 156 w 156"/>
              <ns1:gd name="T39" fmla="*/ 150 h 150"/>
              <ns1:gd name="T40" fmla="*/ 9 w 156"/>
              <ns1:gd name="T41" fmla="*/ 142 h 150"/>
              <ns1:gd name="T42" fmla="*/ 147 w 156"/>
              <ns1:gd name="T43" fmla="*/ 142 h 150"/>
              <ns1:gd name="T44" fmla="*/ 126 w 156"/>
              <ns1:gd name="T45" fmla="*/ 121 h 150"/>
              <ns1:gd name="T46" fmla="*/ 96 w 156"/>
              <ns1:gd name="T47" fmla="*/ 108 h 150"/>
              <ns1:gd name="T48" fmla="*/ 89 w 156"/>
              <ns1:gd name="T49" fmla="*/ 93 h 150"/>
              <ns1:gd name="T50" fmla="*/ 89 w 156"/>
              <ns1:gd name="T51" fmla="*/ 92 h 150"/>
              <ns1:gd name="T52" fmla="*/ 90 w 156"/>
              <ns1:gd name="T53" fmla="*/ 90 h 150"/>
              <ns1:gd name="T54" fmla="*/ 102 w 156"/>
              <ns1:gd name="T55" fmla="*/ 68 h 150"/>
              <ns1:gd name="T56" fmla="*/ 102 w 156"/>
              <ns1:gd name="T57" fmla="*/ 64 h 150"/>
              <ns1:gd name="T58" fmla="*/ 106 w 156"/>
              <ns1:gd name="T59" fmla="*/ 64 h 150"/>
              <ns1:gd name="T60" fmla="*/ 108 w 156"/>
              <ns1:gd name="T61" fmla="*/ 60 h 150"/>
              <ns1:gd name="T62" fmla="*/ 107 w 156"/>
              <ns1:gd name="T63" fmla="*/ 51 h 150"/>
              <ns1:gd name="T64" fmla="*/ 105 w 156"/>
              <ns1:gd name="T65" fmla="*/ 50 h 150"/>
              <ns1:gd name="T66" fmla="*/ 106 w 156"/>
              <ns1:gd name="T67" fmla="*/ 48 h 150"/>
              <ns1:gd name="T68" fmla="*/ 106 w 156"/>
              <ns1:gd name="T69" fmla="*/ 45 h 150"/>
              <ns1:gd name="T70" fmla="*/ 100 w 156"/>
              <ns1:gd name="T71" fmla="*/ 15 h 150"/>
              <ns1:gd name="T72" fmla="*/ 78 w 156"/>
              <ns1:gd name="T73" fmla="*/ 8 h 150"/>
              <ns1:gd name="T74" fmla="*/ 56 w 156"/>
              <ns1:gd name="T75" fmla="*/ 15 h 150"/>
              <ns1:gd name="T76" fmla="*/ 50 w 156"/>
              <ns1:gd name="T77" fmla="*/ 45 h 150"/>
              <ns1:gd name="T78" fmla="*/ 50 w 156"/>
              <ns1:gd name="T79" fmla="*/ 48 h 150"/>
              <ns1:gd name="T80" fmla="*/ 51 w 156"/>
              <ns1:gd name="T81" fmla="*/ 50 h 150"/>
              <ns1:gd name="T82" fmla="*/ 49 w 156"/>
              <ns1:gd name="T83" fmla="*/ 51 h 150"/>
              <ns1:gd name="T84" fmla="*/ 48 w 156"/>
              <ns1:gd name="T85" fmla="*/ 60 h 150"/>
              <ns1:gd name="T86" fmla="*/ 50 w 156"/>
              <ns1:gd name="T87" fmla="*/ 64 h 150"/>
              <ns1:gd name="T88" fmla="*/ 54 w 156"/>
              <ns1:gd name="T89" fmla="*/ 64 h 150"/>
              <ns1:gd name="T90" fmla="*/ 54 w 156"/>
              <ns1:gd name="T91" fmla="*/ 68 h 150"/>
              <ns1:gd name="T92" fmla="*/ 66 w 156"/>
              <ns1:gd name="T93" fmla="*/ 90 h 150"/>
              <ns1:gd name="T94" fmla="*/ 67 w 156"/>
              <ns1:gd name="T95" fmla="*/ 92 h 150"/>
              <ns1:gd name="T96" fmla="*/ 67 w 156"/>
              <ns1:gd name="T97" fmla="*/ 93 h 150"/>
              <ns1:gd name="T98" fmla="*/ 60 w 156"/>
              <ns1:gd name="T99" fmla="*/ 108 h 150"/>
              <ns1:gd name="T100" fmla="*/ 30 w 156"/>
              <ns1:gd name="T101" fmla="*/ 121 h 150"/>
              <ns1:gd name="T102" fmla="*/ 9 w 156"/>
              <ns1:gd name="T103" fmla="*/ 142 h 150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  <ns1:cxn ang="0">
                <ns1:pos x="T32" y="T33"/>
              </ns1:cxn>
              <ns1:cxn ang="0">
                <ns1:pos x="T34" y="T35"/>
              </ns1:cxn>
              <ns1:cxn ang="0">
                <ns1:pos x="T36" y="T37"/>
              </ns1:cxn>
              <ns1:cxn ang="0">
                <ns1:pos x="T38" y="T39"/>
              </ns1:cxn>
              <ns1:cxn ang="0">
                <ns1:pos x="T40" y="T41"/>
              </ns1:cxn>
              <ns1:cxn ang="0">
                <ns1:pos x="T42" y="T43"/>
              </ns1:cxn>
              <ns1:cxn ang="0">
                <ns1:pos x="T44" y="T45"/>
              </ns1:cxn>
              <ns1:cxn ang="0">
                <ns1:pos x="T46" y="T47"/>
              </ns1:cxn>
              <ns1:cxn ang="0">
                <ns1:pos x="T48" y="T49"/>
              </ns1:cxn>
              <ns1:cxn ang="0">
                <ns1:pos x="T50" y="T51"/>
              </ns1:cxn>
              <ns1:cxn ang="0">
                <ns1:pos x="T52" y="T53"/>
              </ns1:cxn>
              <ns1:cxn ang="0">
                <ns1:pos x="T54" y="T55"/>
              </ns1:cxn>
              <ns1:cxn ang="0">
                <ns1:pos x="T56" y="T57"/>
              </ns1:cxn>
              <ns1:cxn ang="0">
                <ns1:pos x="T58" y="T59"/>
              </ns1:cxn>
              <ns1:cxn ang="0">
                <ns1:pos x="T60" y="T61"/>
              </ns1:cxn>
              <ns1:cxn ang="0">
                <ns1:pos x="T62" y="T63"/>
              </ns1:cxn>
              <ns1:cxn ang="0">
                <ns1:pos x="T64" y="T65"/>
              </ns1:cxn>
              <ns1:cxn ang="0">
                <ns1:pos x="T66" y="T67"/>
              </ns1:cxn>
              <ns1:cxn ang="0">
                <ns1:pos x="T68" y="T69"/>
              </ns1:cxn>
              <ns1:cxn ang="0">
                <ns1:pos x="T70" y="T71"/>
              </ns1:cxn>
              <ns1:cxn ang="0">
                <ns1:pos x="T72" y="T73"/>
              </ns1:cxn>
              <ns1:cxn ang="0">
                <ns1:pos x="T74" y="T75"/>
              </ns1:cxn>
              <ns1:cxn ang="0">
                <ns1:pos x="T76" y="T77"/>
              </ns1:cxn>
              <ns1:cxn ang="0">
                <ns1:pos x="T78" y="T79"/>
              </ns1:cxn>
              <ns1:cxn ang="0">
                <ns1:pos x="T80" y="T81"/>
              </ns1:cxn>
              <ns1:cxn ang="0">
                <ns1:pos x="T82" y="T83"/>
              </ns1:cxn>
              <ns1:cxn ang="0">
                <ns1:pos x="T84" y="T85"/>
              </ns1:cxn>
              <ns1:cxn ang="0">
                <ns1:pos x="T86" y="T87"/>
              </ns1:cxn>
              <ns1:cxn ang="0">
                <ns1:pos x="T88" y="T89"/>
              </ns1:cxn>
              <ns1:cxn ang="0">
                <ns1:pos x="T90" y="T91"/>
              </ns1:cxn>
              <ns1:cxn ang="0">
                <ns1:pos x="T92" y="T93"/>
              </ns1:cxn>
              <ns1:cxn ang="0">
                <ns1:pos x="T94" y="T95"/>
              </ns1:cxn>
              <ns1:cxn ang="0">
                <ns1:pos x="T96" y="T97"/>
              </ns1:cxn>
              <ns1:cxn ang="0">
                <ns1:pos x="T98" y="T99"/>
              </ns1:cxn>
              <ns1:cxn ang="0">
                <ns1:pos x="T100" y="T101"/>
              </ns1:cxn>
              <ns1:cxn ang="0">
                <ns1:pos x="T102" y="T103"/>
              </ns1:cxn>
            </ns1:cxnLst>
            <ns1:rect l="0" t="0" r="r" b="b"/>
            <ns1:pathLst>
              <ns1:path w="156" h="150">
                <ns1:moveTo>
                  <ns1:pt x="156" y="150"/>
                </ns1:moveTo>
                <ns1:cubicBezTo>
                  <ns1:pt x="0" y="150"/>
                  <ns1:pt x="0" y="150"/>
                  <ns1:pt x="0" y="150"/>
                </ns1:cubicBezTo>
                <ns1:cubicBezTo>
                  <ns1:pt x="0" y="146"/>
                  <ns1:pt x="0" y="146"/>
                  <ns1:pt x="0" y="146"/>
                </ns1:cubicBezTo>
                <ns1:cubicBezTo>
                  <ns1:pt x="0" y="122"/>
                  <ns1:pt x="46" y="103"/>
                  <ns1:pt x="58" y="100"/>
                </ns1:cubicBezTo>
                <ns1:cubicBezTo>
                  <ns1:pt x="59" y="99"/>
                  <ns1:pt x="59" y="97"/>
                  <ns1:pt x="59" y="95"/>
                </ns1:cubicBezTo>
                <ns1:cubicBezTo>
                  <ns1:pt x="56" y="92"/>
                  <ns1:pt x="50" y="83"/>
                  <ns1:pt x="47" y="72"/>
                </ns1:cubicBezTo>
                <ns1:cubicBezTo>
                  <ns1:pt x="44" y="70"/>
                  <ns1:pt x="42" y="68"/>
                  <ns1:pt x="41" y="64"/>
                </ns1:cubicBezTo>
                <ns1:cubicBezTo>
                  <ns1:pt x="39" y="58"/>
                  <ns1:pt x="39" y="51"/>
                  <ns1:pt x="42" y="46"/>
                </ns1:cubicBezTo>
                <ns1:cubicBezTo>
                  <ns1:pt x="42" y="46"/>
                  <ns1:pt x="42" y="46"/>
                  <ns1:pt x="42" y="46"/>
                </ns1:cubicBezTo>
                <ns1:cubicBezTo>
                  <ns1:pt x="42" y="39"/>
                  <ns1:pt x="40" y="22"/>
                  <ns1:pt x="50" y="10"/>
                </ns1:cubicBezTo>
                <ns1:cubicBezTo>
                  <ns1:pt x="56" y="3"/>
                  <ns1:pt x="66" y="0"/>
                  <ns1:pt x="78" y="0"/>
                </ns1:cubicBezTo>
                <ns1:cubicBezTo>
                  <ns1:pt x="90" y="0"/>
                  <ns1:pt x="100" y="3"/>
                  <ns1:pt x="106" y="10"/>
                </ns1:cubicBezTo>
                <ns1:cubicBezTo>
                  <ns1:pt x="116" y="22"/>
                  <ns1:pt x="114" y="39"/>
                  <ns1:pt x="114" y="46"/>
                </ns1:cubicBezTo>
                <ns1:cubicBezTo>
                  <ns1:pt x="114" y="46"/>
                  <ns1:pt x="114" y="46"/>
                  <ns1:pt x="114" y="46"/>
                </ns1:cubicBezTo>
                <ns1:cubicBezTo>
                  <ns1:pt x="117" y="51"/>
                  <ns1:pt x="117" y="58"/>
                  <ns1:pt x="115" y="64"/>
                </ns1:cubicBezTo>
                <ns1:cubicBezTo>
                  <ns1:pt x="114" y="68"/>
                  <ns1:pt x="112" y="70"/>
                  <ns1:pt x="109" y="72"/>
                </ns1:cubicBezTo>
                <ns1:cubicBezTo>
                  <ns1:pt x="106" y="83"/>
                  <ns1:pt x="100" y="92"/>
                  <ns1:pt x="97" y="95"/>
                </ns1:cubicBezTo>
                <ns1:cubicBezTo>
                  <ns1:pt x="97" y="97"/>
                  <ns1:pt x="97" y="99"/>
                  <ns1:pt x="98" y="100"/>
                </ns1:cubicBezTo>
                <ns1:cubicBezTo>
                  <ns1:pt x="110" y="103"/>
                  <ns1:pt x="156" y="122"/>
                  <ns1:pt x="156" y="146"/>
                </ns1:cubicBezTo>
                <ns1:lnTo>
                  <ns1:pt x="156" y="150"/>
                </ns1:lnTo>
                <ns1:close/>
                <ns1:moveTo>
                  <ns1:pt x="9" y="142"/>
                </ns1:moveTo>
                <ns1:cubicBezTo>
                  <ns1:pt x="147" y="142"/>
                  <ns1:pt x="147" y="142"/>
                  <ns1:pt x="147" y="142"/>
                </ns1:cubicBezTo>
                <ns1:cubicBezTo>
                  <ns1:pt x="145" y="136"/>
                  <ns1:pt x="138" y="128"/>
                  <ns1:pt x="126" y="121"/>
                </ns1:cubicBezTo>
                <ns1:cubicBezTo>
                  <ns1:pt x="114" y="114"/>
                  <ns1:pt x="101" y="109"/>
                  <ns1:pt x="96" y="108"/>
                </ns1:cubicBezTo>
                <ns1:cubicBezTo>
                  <ns1:pt x="89" y="107"/>
                  <ns1:pt x="89" y="97"/>
                  <ns1:pt x="89" y="93"/>
                </ns1:cubicBezTo>
                <ns1:cubicBezTo>
                  <ns1:pt x="89" y="92"/>
                  <ns1:pt x="89" y="92"/>
                  <ns1:pt x="89" y="92"/>
                </ns1:cubicBezTo>
                <ns1:cubicBezTo>
                  <ns1:pt x="90" y="90"/>
                  <ns1:pt x="90" y="90"/>
                  <ns1:pt x="90" y="90"/>
                </ns1:cubicBezTo>
                <ns1:cubicBezTo>
                  <ns1:pt x="90" y="90"/>
                  <ns1:pt x="100" y="80"/>
                  <ns1:pt x="102" y="68"/>
                </ns1:cubicBezTo>
                <ns1:cubicBezTo>
                  <ns1:pt x="102" y="64"/>
                  <ns1:pt x="102" y="64"/>
                  <ns1:pt x="102" y="64"/>
                </ns1:cubicBezTo>
                <ns1:cubicBezTo>
                  <ns1:pt x="106" y="64"/>
                  <ns1:pt x="106" y="64"/>
                  <ns1:pt x="106" y="64"/>
                </ns1:cubicBezTo>
                <ns1:cubicBezTo>
                  <ns1:pt x="106" y="64"/>
                  <ns1:pt x="107" y="63"/>
                  <ns1:pt x="108" y="60"/>
                </ns1:cubicBezTo>
                <ns1:cubicBezTo>
                  <ns1:pt x="109" y="56"/>
                  <ns1:pt x="109" y="52"/>
                  <ns1:pt x="107" y="51"/>
                </ns1:cubicBezTo>
                <ns1:cubicBezTo>
                  <ns1:pt x="105" y="50"/>
                  <ns1:pt x="105" y="50"/>
                  <ns1:pt x="105" y="50"/>
                </ns1:cubicBezTo>
                <ns1:cubicBezTo>
                  <ns1:pt x="106" y="48"/>
                  <ns1:pt x="106" y="48"/>
                  <ns1:pt x="106" y="48"/>
                </ns1:cubicBezTo>
                <ns1:cubicBezTo>
                  <ns1:pt x="106" y="47"/>
                  <ns1:pt x="106" y="46"/>
                  <ns1:pt x="106" y="45"/>
                </ns1:cubicBezTo>
                <ns1:cubicBezTo>
                  <ns1:pt x="106" y="39"/>
                  <ns1:pt x="108" y="24"/>
                  <ns1:pt x="100" y="15"/>
                </ns1:cubicBezTo>
                <ns1:cubicBezTo>
                  <ns1:pt x="95" y="10"/>
                  <ns1:pt x="88" y="8"/>
                  <ns1:pt x="78" y="8"/>
                </ns1:cubicBezTo>
                <ns1:cubicBezTo>
                  <ns1:pt x="68" y="8"/>
                  <ns1:pt x="61" y="10"/>
                  <ns1:pt x="56" y="15"/>
                </ns1:cubicBezTo>
                <ns1:cubicBezTo>
                  <ns1:pt x="48" y="24"/>
                  <ns1:pt x="50" y="39"/>
                  <ns1:pt x="50" y="45"/>
                </ns1:cubicBezTo>
                <ns1:cubicBezTo>
                  <ns1:pt x="50" y="46"/>
                  <ns1:pt x="50" y="47"/>
                  <ns1:pt x="50" y="48"/>
                </ns1:cubicBezTo>
                <ns1:cubicBezTo>
                  <ns1:pt x="51" y="50"/>
                  <ns1:pt x="51" y="50"/>
                  <ns1:pt x="51" y="50"/>
                </ns1:cubicBezTo>
                <ns1:cubicBezTo>
                  <ns1:pt x="49" y="51"/>
                  <ns1:pt x="49" y="51"/>
                  <ns1:pt x="49" y="51"/>
                </ns1:cubicBezTo>
                <ns1:cubicBezTo>
                  <ns1:pt x="47" y="52"/>
                  <ns1:pt x="47" y="56"/>
                  <ns1:pt x="48" y="60"/>
                </ns1:cubicBezTo>
                <ns1:cubicBezTo>
                  <ns1:pt x="49" y="63"/>
                  <ns1:pt x="50" y="64"/>
                  <ns1:pt x="50" y="64"/>
                </ns1:cubicBezTo>
                <ns1:cubicBezTo>
                  <ns1:pt x="54" y="64"/>
                  <ns1:pt x="54" y="64"/>
                  <ns1:pt x="54" y="64"/>
                </ns1:cubicBezTo>
                <ns1:cubicBezTo>
                  <ns1:pt x="54" y="68"/>
                  <ns1:pt x="54" y="68"/>
                  <ns1:pt x="54" y="68"/>
                </ns1:cubicBezTo>
                <ns1:cubicBezTo>
                  <ns1:pt x="56" y="80"/>
                  <ns1:pt x="66" y="90"/>
                  <ns1:pt x="66" y="90"/>
                </ns1:cubicBezTo>
                <ns1:cubicBezTo>
                  <ns1:pt x="67" y="92"/>
                  <ns1:pt x="67" y="92"/>
                  <ns1:pt x="67" y="92"/>
                </ns1:cubicBezTo>
                <ns1:cubicBezTo>
                  <ns1:pt x="67" y="93"/>
                  <ns1:pt x="67" y="93"/>
                  <ns1:pt x="67" y="93"/>
                </ns1:cubicBezTo>
                <ns1:cubicBezTo>
                  <ns1:pt x="67" y="97"/>
                  <ns1:pt x="67" y="107"/>
                  <ns1:pt x="60" y="108"/>
                </ns1:cubicBezTo>
                <ns1:cubicBezTo>
                  <ns1:pt x="55" y="109"/>
                  <ns1:pt x="42" y="114"/>
                  <ns1:pt x="30" y="121"/>
                </ns1:cubicBezTo>
                <ns1:cubicBezTo>
                  <ns1:pt x="18" y="128"/>
                  <ns1:pt x="11" y="136"/>
                  <ns1:pt x="9" y="142"/>
                </ns1:cubicBezTo>
                <ns1:close/>
              </ns1:path>
            </ns1:pathLst>
          </ns1:custGeom>
          <ns1:solidFill>
            <ns1:schemeClr val="tx1"/>
          </ns1:solidFill>
          <ns1:ln>
            <ns1:noFill/>
          </ns1:ln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id-ID" sz="2700"/>
          </ns1:p>
        </ns0:txBody>
      </ns0:sp>
      <ns0:grpSp>
        <ns0:nvGrpSpPr>
          <ns0:cNvPr id="178" name="Group 177"/>
          <ns0:cNvGrpSpPr/>
          <ns0:nvPr/>
        </ns0:nvGrpSpPr>
        <ns0:grpSpPr>
          <ns1:xfrm>
            <ns1:off x="9545339" y="3632021"/>
            <ns1:ext cx="365699" cy="365700"/>
            <ns1:chOff x="9017001" y="5008563"/>
            <ns1:chExt cx="255587" cy="255588"/>
          </ns1:xfrm>
          <ns1:solidFill>
            <ns1:schemeClr val="tx1"/>
          </ns1:solidFill>
        </ns0:grpSpPr>
        <ns0:sp>
          <ns0:nvSpPr>
            <ns0:cNvPr id="179" name="Freeform 300"/>
            <ns0:cNvSpPr>
              <ns1:spLocks noEditPoints="1"/>
            </ns0:cNvSpPr>
            <ns0:nvPr/>
          </ns0:nvSpPr>
          <ns0:spPr bwMode="auto">
            <ns1:xfrm>
              <ns1:off x="9017001" y="5024438"/>
              <ns1:ext cx="239713" cy="239713"/>
            </ns1:xfrm>
            <ns1:custGeom>
              <ns1:avLst/>
              <ns1:gdLst>
                <ns1:gd name="T0" fmla="*/ 86 w 90"/>
                <ns1:gd name="T1" fmla="*/ 60 h 90"/>
                <ns1:gd name="T2" fmla="*/ 68 w 90"/>
                <ns1:gd name="T3" fmla="*/ 60 h 90"/>
                <ns1:gd name="T4" fmla="*/ 68 w 90"/>
                <ns1:gd name="T5" fmla="*/ 31 h 90"/>
                <ns1:gd name="T6" fmla="*/ 59 w 90"/>
                <ns1:gd name="T7" fmla="*/ 22 h 90"/>
                <ns1:gd name="T8" fmla="*/ 30 w 90"/>
                <ns1:gd name="T9" fmla="*/ 22 h 90"/>
                <ns1:gd name="T10" fmla="*/ 30 w 90"/>
                <ns1:gd name="T11" fmla="*/ 4 h 90"/>
                <ns1:gd name="T12" fmla="*/ 26 w 90"/>
                <ns1:gd name="T13" fmla="*/ 0 h 90"/>
                <ns1:gd name="T14" fmla="*/ 22 w 90"/>
                <ns1:gd name="T15" fmla="*/ 4 h 90"/>
                <ns1:gd name="T16" fmla="*/ 22 w 90"/>
                <ns1:gd name="T17" fmla="*/ 22 h 90"/>
                <ns1:gd name="T18" fmla="*/ 4 w 90"/>
                <ns1:gd name="T19" fmla="*/ 22 h 90"/>
                <ns1:gd name="T20" fmla="*/ 0 w 90"/>
                <ns1:gd name="T21" fmla="*/ 26 h 90"/>
                <ns1:gd name="T22" fmla="*/ 4 w 90"/>
                <ns1:gd name="T23" fmla="*/ 30 h 90"/>
                <ns1:gd name="T24" fmla="*/ 22 w 90"/>
                <ns1:gd name="T25" fmla="*/ 30 h 90"/>
                <ns1:gd name="T26" fmla="*/ 22 w 90"/>
                <ns1:gd name="T27" fmla="*/ 59 h 90"/>
                <ns1:gd name="T28" fmla="*/ 31 w 90"/>
                <ns1:gd name="T29" fmla="*/ 68 h 90"/>
                <ns1:gd name="T30" fmla="*/ 60 w 90"/>
                <ns1:gd name="T31" fmla="*/ 68 h 90"/>
                <ns1:gd name="T32" fmla="*/ 60 w 90"/>
                <ns1:gd name="T33" fmla="*/ 86 h 90"/>
                <ns1:gd name="T34" fmla="*/ 64 w 90"/>
                <ns1:gd name="T35" fmla="*/ 90 h 90"/>
                <ns1:gd name="T36" fmla="*/ 68 w 90"/>
                <ns1:gd name="T37" fmla="*/ 86 h 90"/>
                <ns1:gd name="T38" fmla="*/ 68 w 90"/>
                <ns1:gd name="T39" fmla="*/ 68 h 90"/>
                <ns1:gd name="T40" fmla="*/ 86 w 90"/>
                <ns1:gd name="T41" fmla="*/ 68 h 90"/>
                <ns1:gd name="T42" fmla="*/ 90 w 90"/>
                <ns1:gd name="T43" fmla="*/ 64 h 90"/>
                <ns1:gd name="T44" fmla="*/ 86 w 90"/>
                <ns1:gd name="T45" fmla="*/ 60 h 90"/>
                <ns1:gd name="T46" fmla="*/ 31 w 90"/>
                <ns1:gd name="T47" fmla="*/ 60 h 90"/>
                <ns1:gd name="T48" fmla="*/ 30 w 90"/>
                <ns1:gd name="T49" fmla="*/ 59 h 90"/>
                <ns1:gd name="T50" fmla="*/ 30 w 90"/>
                <ns1:gd name="T51" fmla="*/ 30 h 90"/>
                <ns1:gd name="T52" fmla="*/ 59 w 90"/>
                <ns1:gd name="T53" fmla="*/ 30 h 90"/>
                <ns1:gd name="T54" fmla="*/ 60 w 90"/>
                <ns1:gd name="T55" fmla="*/ 31 h 90"/>
                <ns1:gd name="T56" fmla="*/ 60 w 90"/>
                <ns1:gd name="T57" fmla="*/ 60 h 90"/>
                <ns1:gd name="T58" fmla="*/ 31 w 90"/>
                <ns1:gd name="T59" fmla="*/ 60 h 90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  <ns1:cxn ang="0">
                  <ns1:pos x="T30" y="T31"/>
                </ns1:cxn>
                <ns1:cxn ang="0">
                  <ns1:pos x="T32" y="T33"/>
                </ns1:cxn>
                <ns1:cxn ang="0">
                  <ns1:pos x="T34" y="T35"/>
                </ns1:cxn>
                <ns1:cxn ang="0">
                  <ns1:pos x="T36" y="T37"/>
                </ns1:cxn>
                <ns1:cxn ang="0">
                  <ns1:pos x="T38" y="T39"/>
                </ns1:cxn>
                <ns1:cxn ang="0">
                  <ns1:pos x="T40" y="T41"/>
                </ns1:cxn>
                <ns1:cxn ang="0">
                  <ns1:pos x="T42" y="T43"/>
                </ns1:cxn>
                <ns1:cxn ang="0">
                  <ns1:pos x="T44" y="T45"/>
                </ns1:cxn>
                <ns1:cxn ang="0">
                  <ns1:pos x="T46" y="T47"/>
                </ns1:cxn>
                <ns1:cxn ang="0">
                  <ns1:pos x="T48" y="T49"/>
                </ns1:cxn>
                <ns1:cxn ang="0">
                  <ns1:pos x="T50" y="T51"/>
                </ns1:cxn>
                <ns1:cxn ang="0">
                  <ns1:pos x="T52" y="T53"/>
                </ns1:cxn>
                <ns1:cxn ang="0">
                  <ns1:pos x="T54" y="T55"/>
                </ns1:cxn>
                <ns1:cxn ang="0">
                  <ns1:pos x="T56" y="T57"/>
                </ns1:cxn>
                <ns1:cxn ang="0">
                  <ns1:pos x="T58" y="T59"/>
                </ns1:cxn>
              </ns1:cxnLst>
              <ns1:rect l="0" t="0" r="r" b="b"/>
              <ns1:pathLst>
                <ns1:path w="90" h="90">
                  <ns1:moveTo>
                    <ns1:pt x="86" y="60"/>
                  </ns1:moveTo>
                  <ns1:cubicBezTo>
                    <ns1:pt x="68" y="60"/>
                    <ns1:pt x="68" y="60"/>
                    <ns1:pt x="68" y="60"/>
                  </ns1:cubicBezTo>
                  <ns1:cubicBezTo>
                    <ns1:pt x="68" y="31"/>
                    <ns1:pt x="68" y="31"/>
                    <ns1:pt x="68" y="31"/>
                  </ns1:cubicBezTo>
                  <ns1:cubicBezTo>
                    <ns1:pt x="68" y="26"/>
                    <ns1:pt x="64" y="22"/>
                    <ns1:pt x="59" y="22"/>
                  </ns1:cubicBezTo>
                  <ns1:cubicBezTo>
                    <ns1:pt x="30" y="22"/>
                    <ns1:pt x="30" y="22"/>
                    <ns1:pt x="30" y="22"/>
                  </ns1:cubicBezTo>
                  <ns1:cubicBezTo>
                    <ns1:pt x="30" y="4"/>
                    <ns1:pt x="30" y="4"/>
                    <ns1:pt x="30" y="4"/>
                  </ns1:cubicBezTo>
                  <ns1:cubicBezTo>
                    <ns1:pt x="30" y="2"/>
                    <ns1:pt x="28" y="0"/>
                    <ns1:pt x="26" y="0"/>
                  </ns1:cubicBezTo>
                  <ns1:cubicBezTo>
                    <ns1:pt x="24" y="0"/>
                    <ns1:pt x="22" y="2"/>
                    <ns1:pt x="22" y="4"/>
                  </ns1:cubicBezTo>
                  <ns1:cubicBezTo>
                    <ns1:pt x="22" y="22"/>
                    <ns1:pt x="22" y="22"/>
                    <ns1:pt x="22" y="22"/>
                  </ns1:cubicBezTo>
                  <ns1:cubicBezTo>
                    <ns1:pt x="4" y="22"/>
                    <ns1:pt x="4" y="22"/>
                    <ns1:pt x="4" y="22"/>
                  </ns1:cubicBezTo>
                  <ns1:cubicBezTo>
                    <ns1:pt x="2" y="22"/>
                    <ns1:pt x="0" y="24"/>
                    <ns1:pt x="0" y="26"/>
                  </ns1:cubicBezTo>
                  <ns1:cubicBezTo>
                    <ns1:pt x="0" y="28"/>
                    <ns1:pt x="2" y="30"/>
                    <ns1:pt x="4" y="30"/>
                  </ns1:cubicBezTo>
                  <ns1:cubicBezTo>
                    <ns1:pt x="22" y="30"/>
                    <ns1:pt x="22" y="30"/>
                    <ns1:pt x="22" y="30"/>
                  </ns1:cubicBezTo>
                  <ns1:cubicBezTo>
                    <ns1:pt x="22" y="59"/>
                    <ns1:pt x="22" y="59"/>
                    <ns1:pt x="22" y="59"/>
                  </ns1:cubicBezTo>
                  <ns1:cubicBezTo>
                    <ns1:pt x="22" y="64"/>
                    <ns1:pt x="26" y="68"/>
                    <ns1:pt x="31" y="68"/>
                  </ns1:cubicBezTo>
                  <ns1:cubicBezTo>
                    <ns1:pt x="60" y="68"/>
                    <ns1:pt x="60" y="68"/>
                    <ns1:pt x="60" y="68"/>
                  </ns1:cubicBezTo>
                  <ns1:cubicBezTo>
                    <ns1:pt x="60" y="86"/>
                    <ns1:pt x="60" y="86"/>
                    <ns1:pt x="60" y="86"/>
                  </ns1:cubicBezTo>
                  <ns1:cubicBezTo>
                    <ns1:pt x="60" y="88"/>
                    <ns1:pt x="62" y="90"/>
                    <ns1:pt x="64" y="90"/>
                  </ns1:cubicBezTo>
                  <ns1:cubicBezTo>
                    <ns1:pt x="66" y="90"/>
                    <ns1:pt x="68" y="88"/>
                    <ns1:pt x="68" y="86"/>
                  </ns1:cubicBezTo>
                  <ns1:cubicBezTo>
                    <ns1:pt x="68" y="68"/>
                    <ns1:pt x="68" y="68"/>
                    <ns1:pt x="68" y="68"/>
                  </ns1:cubicBezTo>
                  <ns1:cubicBezTo>
                    <ns1:pt x="86" y="68"/>
                    <ns1:pt x="86" y="68"/>
                    <ns1:pt x="86" y="68"/>
                  </ns1:cubicBezTo>
                  <ns1:cubicBezTo>
                    <ns1:pt x="88" y="68"/>
                    <ns1:pt x="90" y="66"/>
                    <ns1:pt x="90" y="64"/>
                  </ns1:cubicBezTo>
                  <ns1:cubicBezTo>
                    <ns1:pt x="90" y="62"/>
                    <ns1:pt x="88" y="60"/>
                    <ns1:pt x="86" y="60"/>
                  </ns1:cubicBezTo>
                  <ns1:close/>
                  <ns1:moveTo>
                    <ns1:pt x="31" y="60"/>
                  </ns1:moveTo>
                  <ns1:cubicBezTo>
                    <ns1:pt x="31" y="60"/>
                    <ns1:pt x="30" y="59"/>
                    <ns1:pt x="30" y="59"/>
                  </ns1:cubicBezTo>
                  <ns1:cubicBezTo>
                    <ns1:pt x="30" y="30"/>
                    <ns1:pt x="30" y="30"/>
                    <ns1:pt x="30" y="30"/>
                  </ns1:cubicBezTo>
                  <ns1:cubicBezTo>
                    <ns1:pt x="59" y="30"/>
                    <ns1:pt x="59" y="30"/>
                    <ns1:pt x="59" y="30"/>
                  </ns1:cubicBezTo>
                  <ns1:cubicBezTo>
                    <ns1:pt x="59" y="30"/>
                    <ns1:pt x="60" y="31"/>
                    <ns1:pt x="60" y="31"/>
                  </ns1:cubicBezTo>
                  <ns1:cubicBezTo>
                    <ns1:pt x="60" y="60"/>
                    <ns1:pt x="60" y="60"/>
                    <ns1:pt x="60" y="60"/>
                  </ns1:cubicBezTo>
                  <ns1:lnTo>
                    <ns1:pt x="31" y="60"/>
                  </ns1:ln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180" name="Freeform 301"/>
            <ns0:cNvSpPr>
              <ns1:spLocks/>
            </ns0:cNvSpPr>
            <ns0:nvPr/>
          </ns0:nvSpPr>
          <ns0:spPr bwMode="auto">
            <ns1:xfrm>
              <ns1:off x="9102726" y="5146675"/>
              <ns1:ext cx="31750" cy="33338"/>
            </ns1:xfrm>
            <ns1:custGeom>
              <ns1:avLst/>
              <ns1:gdLst>
                <ns1:gd name="T0" fmla="*/ 5 w 12"/>
                <ns1:gd name="T1" fmla="*/ 1 h 12"/>
                <ns1:gd name="T2" fmla="*/ 1 w 12"/>
                <ns1:gd name="T3" fmla="*/ 5 h 12"/>
                <ns1:gd name="T4" fmla="*/ 1 w 12"/>
                <ns1:gd name="T5" fmla="*/ 11 h 12"/>
                <ns1:gd name="T6" fmla="*/ 4 w 12"/>
                <ns1:gd name="T7" fmla="*/ 12 h 12"/>
                <ns1:gd name="T8" fmla="*/ 7 w 12"/>
                <ns1:gd name="T9" fmla="*/ 11 h 12"/>
                <ns1:gd name="T10" fmla="*/ 11 w 12"/>
                <ns1:gd name="T11" fmla="*/ 7 h 12"/>
                <ns1:gd name="T12" fmla="*/ 11 w 12"/>
                <ns1:gd name="T13" fmla="*/ 1 h 12"/>
                <ns1:gd name="T14" fmla="*/ 5 w 12"/>
                <ns1:gd name="T15" fmla="*/ 1 h 12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</ns1:cxnLst>
              <ns1:rect l="0" t="0" r="r" b="b"/>
              <ns1:pathLst>
                <ns1:path w="12" h="12">
                  <ns1:moveTo>
                    <ns1:pt x="5" y="1"/>
                  </ns1:moveTo>
                  <ns1:cubicBezTo>
                    <ns1:pt x="1" y="5"/>
                    <ns1:pt x="1" y="5"/>
                    <ns1:pt x="1" y="5"/>
                  </ns1:cubicBezTo>
                  <ns1:cubicBezTo>
                    <ns1:pt x="0" y="7"/>
                    <ns1:pt x="0" y="9"/>
                    <ns1:pt x="1" y="11"/>
                  </ns1:cubicBezTo>
                  <ns1:cubicBezTo>
                    <ns1:pt x="2" y="12"/>
                    <ns1:pt x="3" y="12"/>
                    <ns1:pt x="4" y="12"/>
                  </ns1:cubicBezTo>
                  <ns1:cubicBezTo>
                    <ns1:pt x="5" y="12"/>
                    <ns1:pt x="6" y="12"/>
                    <ns1:pt x="7" y="11"/>
                  </ns1:cubicBezTo>
                  <ns1:cubicBezTo>
                    <ns1:pt x="11" y="7"/>
                    <ns1:pt x="11" y="7"/>
                    <ns1:pt x="11" y="7"/>
                  </ns1:cubicBezTo>
                  <ns1:cubicBezTo>
                    <ns1:pt x="12" y="5"/>
                    <ns1:pt x="12" y="3"/>
                    <ns1:pt x="11" y="1"/>
                  </ns1:cubicBezTo>
                  <ns1:cubicBezTo>
                    <ns1:pt x="9" y="0"/>
                    <ns1:pt x="7" y="0"/>
                    <ns1:pt x="5" y="1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181" name="Freeform 302"/>
            <ns0:cNvSpPr>
              <ns1:spLocks/>
            </ns0:cNvSpPr>
            <ns0:nvPr/>
          </ns0:nvSpPr>
          <ns0:spPr bwMode="auto">
            <ns1:xfrm>
              <ns1:off x="9197976" y="5046663"/>
              <ns1:ext cx="38100" cy="36513"/>
            </ns1:xfrm>
            <ns1:custGeom>
              <ns1:avLst/>
              <ns1:gdLst>
                <ns1:gd name="T0" fmla="*/ 4 w 14"/>
                <ns1:gd name="T1" fmla="*/ 14 h 14"/>
                <ns1:gd name="T2" fmla="*/ 7 w 14"/>
                <ns1:gd name="T3" fmla="*/ 13 h 14"/>
                <ns1:gd name="T4" fmla="*/ 12 w 14"/>
                <ns1:gd name="T5" fmla="*/ 8 h 14"/>
                <ns1:gd name="T6" fmla="*/ 12 w 14"/>
                <ns1:gd name="T7" fmla="*/ 2 h 14"/>
                <ns1:gd name="T8" fmla="*/ 6 w 14"/>
                <ns1:gd name="T9" fmla="*/ 2 h 14"/>
                <ns1:gd name="T10" fmla="*/ 1 w 14"/>
                <ns1:gd name="T11" fmla="*/ 7 h 14"/>
                <ns1:gd name="T12" fmla="*/ 1 w 14"/>
                <ns1:gd name="T13" fmla="*/ 13 h 14"/>
                <ns1:gd name="T14" fmla="*/ 4 w 14"/>
                <ns1:gd name="T15" fmla="*/ 14 h 14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</ns1:cxnLst>
              <ns1:rect l="0" t="0" r="r" b="b"/>
              <ns1:pathLst>
                <ns1:path w="14" h="14">
                  <ns1:moveTo>
                    <ns1:pt x="4" y="14"/>
                  </ns1:moveTo>
                  <ns1:cubicBezTo>
                    <ns1:pt x="5" y="14"/>
                    <ns1:pt x="6" y="13"/>
                    <ns1:pt x="7" y="13"/>
                  </ns1:cubicBezTo>
                  <ns1:cubicBezTo>
                    <ns1:pt x="12" y="8"/>
                    <ns1:pt x="12" y="8"/>
                    <ns1:pt x="12" y="8"/>
                  </ns1:cubicBezTo>
                  <ns1:cubicBezTo>
                    <ns1:pt x="14" y="6"/>
                    <ns1:pt x="14" y="4"/>
                    <ns1:pt x="12" y="2"/>
                  </ns1:cubicBezTo>
                  <ns1:cubicBezTo>
                    <ns1:pt x="10" y="0"/>
                    <ns1:pt x="8" y="0"/>
                    <ns1:pt x="6" y="2"/>
                  </ns1:cubicBezTo>
                  <ns1:cubicBezTo>
                    <ns1:pt x="1" y="7"/>
                    <ns1:pt x="1" y="7"/>
                    <ns1:pt x="1" y="7"/>
                  </ns1:cubicBezTo>
                  <ns1:cubicBezTo>
                    <ns1:pt x="0" y="8"/>
                    <ns1:pt x="0" y="11"/>
                    <ns1:pt x="1" y="13"/>
                  </ns1:cubicBezTo>
                  <ns1:cubicBezTo>
                    <ns1:pt x="2" y="13"/>
                    <ns1:pt x="3" y="14"/>
                    <ns1:pt x="4" y="14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182" name="Freeform 303"/>
            <ns0:cNvSpPr>
              <ns1:spLocks/>
            </ns0:cNvSpPr>
            <ns0:nvPr/>
          </ns0:nvSpPr>
          <ns0:spPr bwMode="auto">
            <ns1:xfrm>
              <ns1:off x="9136063" y="5110163"/>
              <ns1:ext cx="34925" cy="34925"/>
            </ns1:xfrm>
            <ns1:custGeom>
              <ns1:avLst/>
              <ns1:gdLst>
                <ns1:gd name="T0" fmla="*/ 6 w 13"/>
                <ns1:gd name="T1" fmla="*/ 2 h 13"/>
                <ns1:gd name="T2" fmla="*/ 1 w 13"/>
                <ns1:gd name="T3" fmla="*/ 6 h 13"/>
                <ns1:gd name="T4" fmla="*/ 1 w 13"/>
                <ns1:gd name="T5" fmla="*/ 12 h 13"/>
                <ns1:gd name="T6" fmla="*/ 4 w 13"/>
                <ns1:gd name="T7" fmla="*/ 13 h 13"/>
                <ns1:gd name="T8" fmla="*/ 7 w 13"/>
                <ns1:gd name="T9" fmla="*/ 12 h 13"/>
                <ns1:gd name="T10" fmla="*/ 11 w 13"/>
                <ns1:gd name="T11" fmla="*/ 7 h 13"/>
                <ns1:gd name="T12" fmla="*/ 11 w 13"/>
                <ns1:gd name="T13" fmla="*/ 2 h 13"/>
                <ns1:gd name="T14" fmla="*/ 6 w 13"/>
                <ns1:gd name="T15" fmla="*/ 2 h 13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</ns1:cxnLst>
              <ns1:rect l="0" t="0" r="r" b="b"/>
              <ns1:pathLst>
                <ns1:path w="13" h="13">
                  <ns1:moveTo>
                    <ns1:pt x="6" y="2"/>
                  </ns1:moveTo>
                  <ns1:cubicBezTo>
                    <ns1:pt x="1" y="6"/>
                    <ns1:pt x="1" y="6"/>
                    <ns1:pt x="1" y="6"/>
                  </ns1:cubicBezTo>
                  <ns1:cubicBezTo>
                    <ns1:pt x="0" y="8"/>
                    <ns1:pt x="0" y="10"/>
                    <ns1:pt x="1" y="12"/>
                  </ns1:cubicBezTo>
                  <ns1:cubicBezTo>
                    <ns1:pt x="2" y="12"/>
                    <ns1:pt x="3" y="13"/>
                    <ns1:pt x="4" y="13"/>
                  </ns1:cubicBezTo>
                  <ns1:cubicBezTo>
                    <ns1:pt x="5" y="13"/>
                    <ns1:pt x="6" y="12"/>
                    <ns1:pt x="7" y="12"/>
                  </ns1:cubicBezTo>
                  <ns1:cubicBezTo>
                    <ns1:pt x="11" y="7"/>
                    <ns1:pt x="11" y="7"/>
                    <ns1:pt x="11" y="7"/>
                  </ns1:cubicBezTo>
                  <ns1:cubicBezTo>
                    <ns1:pt x="13" y="6"/>
                    <ns1:pt x="13" y="3"/>
                    <ns1:pt x="11" y="2"/>
                  </ns1:cubicBezTo>
                  <ns1:cubicBezTo>
                    <ns1:pt x="10" y="0"/>
                    <ns1:pt x="7" y="0"/>
                    <ns1:pt x="6" y="2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183" name="Freeform 304"/>
            <ns0:cNvSpPr>
              <ns1:spLocks/>
            </ns0:cNvSpPr>
            <ns0:nvPr/>
          </ns0:nvSpPr>
          <ns0:spPr bwMode="auto">
            <ns1:xfrm>
              <ns1:off x="9237663" y="5008563"/>
              <ns1:ext cx="34925" cy="34925"/>
            </ns1:xfrm>
            <ns1:custGeom>
              <ns1:avLst/>
              <ns1:gdLst>
                <ns1:gd name="T0" fmla="*/ 12 w 13"/>
                <ns1:gd name="T1" fmla="*/ 1 h 13"/>
                <ns1:gd name="T2" fmla="*/ 6 w 13"/>
                <ns1:gd name="T3" fmla="*/ 1 h 13"/>
                <ns1:gd name="T4" fmla="*/ 1 w 13"/>
                <ns1:gd name="T5" fmla="*/ 6 h 13"/>
                <ns1:gd name="T6" fmla="*/ 1 w 13"/>
                <ns1:gd name="T7" fmla="*/ 12 h 13"/>
                <ns1:gd name="T8" fmla="*/ 4 w 13"/>
                <ns1:gd name="T9" fmla="*/ 13 h 13"/>
                <ns1:gd name="T10" fmla="*/ 7 w 13"/>
                <ns1:gd name="T11" fmla="*/ 12 h 13"/>
                <ns1:gd name="T12" fmla="*/ 12 w 13"/>
                <ns1:gd name="T13" fmla="*/ 7 h 13"/>
                <ns1:gd name="T14" fmla="*/ 12 w 13"/>
                <ns1:gd name="T15" fmla="*/ 1 h 13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</ns1:cxnLst>
              <ns1:rect l="0" t="0" r="r" b="b"/>
              <ns1:pathLst>
                <ns1:path w="13" h="13">
                  <ns1:moveTo>
                    <ns1:pt x="12" y="1"/>
                  </ns1:moveTo>
                  <ns1:cubicBezTo>
                    <ns1:pt x="10" y="0"/>
                    <ns1:pt x="8" y="0"/>
                    <ns1:pt x="6" y="1"/>
                  </ns1:cubicBezTo>
                  <ns1:cubicBezTo>
                    <ns1:pt x="1" y="6"/>
                    <ns1:pt x="1" y="6"/>
                    <ns1:pt x="1" y="6"/>
                  </ns1:cubicBezTo>
                  <ns1:cubicBezTo>
                    <ns1:pt x="0" y="8"/>
                    <ns1:pt x="0" y="10"/>
                    <ns1:pt x="1" y="12"/>
                  </ns1:cubicBezTo>
                  <ns1:cubicBezTo>
                    <ns1:pt x="2" y="13"/>
                    <ns1:pt x="3" y="13"/>
                    <ns1:pt x="4" y="13"/>
                  </ns1:cubicBezTo>
                  <ns1:cubicBezTo>
                    <ns1:pt x="5" y="13"/>
                    <ns1:pt x="6" y="13"/>
                    <ns1:pt x="7" y="12"/>
                  </ns1:cubicBezTo>
                  <ns1:cubicBezTo>
                    <ns1:pt x="12" y="7"/>
                    <ns1:pt x="12" y="7"/>
                    <ns1:pt x="12" y="7"/>
                  </ns1:cubicBezTo>
                  <ns1:cubicBezTo>
                    <ns1:pt x="13" y="5"/>
                    <ns1:pt x="13" y="3"/>
                    <ns1:pt x="12" y="1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</ns0:grpSp>
      <ns0:grpSp>
        <ns0:nvGrpSpPr>
          <ns0:cNvPr id="184" name="Group 183"/>
          <ns0:cNvGrpSpPr/>
          <ns0:nvPr/>
        </ns0:nvGrpSpPr>
        <ns0:grpSpPr>
          <ns1:xfrm>
            <ns1:off x="5425222" y="373220"/>
            <ns1:ext cx="394671" cy="394671"/>
            <ns1:chOff x="128589" y="4298950"/>
            <ns1:chExt cx="298450" cy="298450"/>
          </ns1:xfrm>
          <ns1:solidFill>
            <ns1:schemeClr val="tx1"/>
          </ns1:solidFill>
        </ns0:grpSpPr>
        <ns0:sp>
          <ns0:nvSpPr>
            <ns0:cNvPr id="185" name="Freeform 178"/>
            <ns0:cNvSpPr>
              <ns1:spLocks noEditPoints="1"/>
            </ns0:cNvSpPr>
            <ns0:nvPr/>
          </ns0:nvSpPr>
          <ns0:spPr bwMode="auto">
            <ns1:xfrm>
              <ns1:off x="128589" y="4298950"/>
              <ns1:ext cx="298450" cy="298450"/>
            </ns1:xfrm>
            <ns1:custGeom>
              <ns1:avLst/>
              <ns1:gdLst>
                <ns1:gd name="T0" fmla="*/ 86 w 112"/>
                <ns1:gd name="T1" fmla="*/ 0 h 112"/>
                <ns1:gd name="T2" fmla="*/ 26 w 112"/>
                <ns1:gd name="T3" fmla="*/ 0 h 112"/>
                <ns1:gd name="T4" fmla="*/ 0 w 112"/>
                <ns1:gd name="T5" fmla="*/ 26 h 112"/>
                <ns1:gd name="T6" fmla="*/ 0 w 112"/>
                <ns1:gd name="T7" fmla="*/ 86 h 112"/>
                <ns1:gd name="T8" fmla="*/ 26 w 112"/>
                <ns1:gd name="T9" fmla="*/ 112 h 112"/>
                <ns1:gd name="T10" fmla="*/ 86 w 112"/>
                <ns1:gd name="T11" fmla="*/ 112 h 112"/>
                <ns1:gd name="T12" fmla="*/ 112 w 112"/>
                <ns1:gd name="T13" fmla="*/ 86 h 112"/>
                <ns1:gd name="T14" fmla="*/ 112 w 112"/>
                <ns1:gd name="T15" fmla="*/ 26 h 112"/>
                <ns1:gd name="T16" fmla="*/ 86 w 112"/>
                <ns1:gd name="T17" fmla="*/ 0 h 112"/>
                <ns1:gd name="T18" fmla="*/ 104 w 112"/>
                <ns1:gd name="T19" fmla="*/ 86 h 112"/>
                <ns1:gd name="T20" fmla="*/ 86 w 112"/>
                <ns1:gd name="T21" fmla="*/ 104 h 112"/>
                <ns1:gd name="T22" fmla="*/ 26 w 112"/>
                <ns1:gd name="T23" fmla="*/ 104 h 112"/>
                <ns1:gd name="T24" fmla="*/ 8 w 112"/>
                <ns1:gd name="T25" fmla="*/ 86 h 112"/>
                <ns1:gd name="T26" fmla="*/ 8 w 112"/>
                <ns1:gd name="T27" fmla="*/ 26 h 112"/>
                <ns1:gd name="T28" fmla="*/ 26 w 112"/>
                <ns1:gd name="T29" fmla="*/ 8 h 112"/>
                <ns1:gd name="T30" fmla="*/ 86 w 112"/>
                <ns1:gd name="T31" fmla="*/ 8 h 112"/>
                <ns1:gd name="T32" fmla="*/ 104 w 112"/>
                <ns1:gd name="T33" fmla="*/ 26 h 112"/>
                <ns1:gd name="T34" fmla="*/ 104 w 112"/>
                <ns1:gd name="T35" fmla="*/ 86 h 112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  <ns1:cxn ang="0">
                  <ns1:pos x="T30" y="T31"/>
                </ns1:cxn>
                <ns1:cxn ang="0">
                  <ns1:pos x="T32" y="T33"/>
                </ns1:cxn>
                <ns1:cxn ang="0">
                  <ns1:pos x="T34" y="T35"/>
                </ns1:cxn>
              </ns1:cxnLst>
              <ns1:rect l="0" t="0" r="r" b="b"/>
              <ns1:pathLst>
                <ns1:path w="112" h="112">
                  <ns1:moveTo>
                    <ns1:pt x="86" y="0"/>
                  </ns1:moveTo>
                  <ns1:cubicBezTo>
                    <ns1:pt x="26" y="0"/>
                    <ns1:pt x="26" y="0"/>
                    <ns1:pt x="26" y="0"/>
                  </ns1:cubicBezTo>
                  <ns1:cubicBezTo>
                    <ns1:pt x="12" y="0"/>
                    <ns1:pt x="0" y="12"/>
                    <ns1:pt x="0" y="26"/>
                  </ns1:cubicBezTo>
                  <ns1:cubicBezTo>
                    <ns1:pt x="0" y="86"/>
                    <ns1:pt x="0" y="86"/>
                    <ns1:pt x="0" y="86"/>
                  </ns1:cubicBezTo>
                  <ns1:cubicBezTo>
                    <ns1:pt x="0" y="100"/>
                    <ns1:pt x="12" y="112"/>
                    <ns1:pt x="26" y="112"/>
                  </ns1:cubicBezTo>
                  <ns1:cubicBezTo>
                    <ns1:pt x="86" y="112"/>
                    <ns1:pt x="86" y="112"/>
                    <ns1:pt x="86" y="112"/>
                  </ns1:cubicBezTo>
                  <ns1:cubicBezTo>
                    <ns1:pt x="100" y="112"/>
                    <ns1:pt x="112" y="100"/>
                    <ns1:pt x="112" y="86"/>
                  </ns1:cubicBezTo>
                  <ns1:cubicBezTo>
                    <ns1:pt x="112" y="26"/>
                    <ns1:pt x="112" y="26"/>
                    <ns1:pt x="112" y="26"/>
                  </ns1:cubicBezTo>
                  <ns1:cubicBezTo>
                    <ns1:pt x="112" y="12"/>
                    <ns1:pt x="100" y="0"/>
                    <ns1:pt x="86" y="0"/>
                  </ns1:cubicBezTo>
                  <ns1:close/>
                  <ns1:moveTo>
                    <ns1:pt x="104" y="86"/>
                  </ns1:moveTo>
                  <ns1:cubicBezTo>
                    <ns1:pt x="104" y="96"/>
                    <ns1:pt x="96" y="104"/>
                    <ns1:pt x="86" y="104"/>
                  </ns1:cubicBezTo>
                  <ns1:cubicBezTo>
                    <ns1:pt x="26" y="104"/>
                    <ns1:pt x="26" y="104"/>
                    <ns1:pt x="26" y="104"/>
                  </ns1:cubicBezTo>
                  <ns1:cubicBezTo>
                    <ns1:pt x="16" y="104"/>
                    <ns1:pt x="8" y="96"/>
                    <ns1:pt x="8" y="86"/>
                  </ns1:cubicBezTo>
                  <ns1:cubicBezTo>
                    <ns1:pt x="8" y="26"/>
                    <ns1:pt x="8" y="26"/>
                    <ns1:pt x="8" y="26"/>
                  </ns1:cubicBezTo>
                  <ns1:cubicBezTo>
                    <ns1:pt x="8" y="16"/>
                    <ns1:pt x="16" y="8"/>
                    <ns1:pt x="26" y="8"/>
                  </ns1:cubicBezTo>
                  <ns1:cubicBezTo>
                    <ns1:pt x="86" y="8"/>
                    <ns1:pt x="86" y="8"/>
                    <ns1:pt x="86" y="8"/>
                  </ns1:cubicBezTo>
                  <ns1:cubicBezTo>
                    <ns1:pt x="96" y="8"/>
                    <ns1:pt x="104" y="16"/>
                    <ns1:pt x="104" y="26"/>
                  </ns1:cubicBezTo>
                  <ns1:lnTo>
                    <ns1:pt x="104" y="86"/>
                  </ns1:ln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186" name="Freeform 179"/>
            <ns0:cNvSpPr>
              <ns1:spLocks noEditPoints="1"/>
            </ns0:cNvSpPr>
            <ns0:nvPr/>
          </ns0:nvSpPr>
          <ns0:spPr bwMode="auto">
            <ns1:xfrm>
              <ns1:off x="180976" y="4351338"/>
              <ns1:ext cx="65088" cy="65088"/>
            </ns1:xfrm>
            <ns1:custGeom>
              <ns1:avLst/>
              <ns1:gdLst>
                <ns1:gd name="T0" fmla="*/ 12 w 24"/>
                <ns1:gd name="T1" fmla="*/ 4 h 24"/>
                <ns1:gd name="T2" fmla="*/ 20 w 24"/>
                <ns1:gd name="T3" fmla="*/ 12 h 24"/>
                <ns1:gd name="T4" fmla="*/ 12 w 24"/>
                <ns1:gd name="T5" fmla="*/ 20 h 24"/>
                <ns1:gd name="T6" fmla="*/ 4 w 24"/>
                <ns1:gd name="T7" fmla="*/ 12 h 24"/>
                <ns1:gd name="T8" fmla="*/ 12 w 24"/>
                <ns1:gd name="T9" fmla="*/ 4 h 24"/>
                <ns1:gd name="T10" fmla="*/ 12 w 24"/>
                <ns1:gd name="T11" fmla="*/ 0 h 24"/>
                <ns1:gd name="T12" fmla="*/ 0 w 24"/>
                <ns1:gd name="T13" fmla="*/ 12 h 24"/>
                <ns1:gd name="T14" fmla="*/ 12 w 24"/>
                <ns1:gd name="T15" fmla="*/ 24 h 24"/>
                <ns1:gd name="T16" fmla="*/ 24 w 24"/>
                <ns1:gd name="T17" fmla="*/ 12 h 24"/>
                <ns1:gd name="T18" fmla="*/ 12 w 24"/>
                <ns1:gd name="T19" fmla="*/ 0 h 24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</ns1:cxnLst>
              <ns1:rect l="0" t="0" r="r" b="b"/>
              <ns1:pathLst>
                <ns1:path w="24" h="24">
                  <ns1:moveTo>
                    <ns1:pt x="12" y="4"/>
                  </ns1:moveTo>
                  <ns1:cubicBezTo>
                    <ns1:pt x="16" y="4"/>
                    <ns1:pt x="20" y="8"/>
                    <ns1:pt x="20" y="12"/>
                  </ns1:cubicBezTo>
                  <ns1:cubicBezTo>
                    <ns1:pt x="20" y="16"/>
                    <ns1:pt x="16" y="20"/>
                    <ns1:pt x="12" y="20"/>
                  </ns1:cubicBezTo>
                  <ns1:cubicBezTo>
                    <ns1:pt x="8" y="20"/>
                    <ns1:pt x="4" y="16"/>
                    <ns1:pt x="4" y="12"/>
                  </ns1:cubicBezTo>
                  <ns1:cubicBezTo>
                    <ns1:pt x="4" y="8"/>
                    <ns1:pt x="8" y="4"/>
                    <ns1:pt x="12" y="4"/>
                  </ns1:cubicBezTo>
                  <ns1:moveTo>
                    <ns1:pt x="12" y="0"/>
                  </ns1:moveTo>
                  <ns1:cubicBezTo>
                    <ns1:pt x="5" y="0"/>
                    <ns1:pt x="0" y="5"/>
                    <ns1:pt x="0" y="12"/>
                  </ns1:cubicBezTo>
                  <ns1:cubicBezTo>
                    <ns1:pt x="0" y="19"/>
                    <ns1:pt x="5" y="24"/>
                    <ns1:pt x="12" y="24"/>
                  </ns1:cubicBezTo>
                  <ns1:cubicBezTo>
                    <ns1:pt x="19" y="24"/>
                    <ns1:pt x="24" y="19"/>
                    <ns1:pt x="24" y="12"/>
                  </ns1:cubicBezTo>
                  <ns1:cubicBezTo>
                    <ns1:pt x="24" y="5"/>
                    <ns1:pt x="19" y="0"/>
                    <ns1:pt x="12" y="0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187" name="Freeform 180"/>
            <ns0:cNvSpPr>
              <ns1:spLocks noEditPoints="1"/>
            </ns0:cNvSpPr>
            <ns0:nvPr/>
          </ns0:nvSpPr>
          <ns0:spPr bwMode="auto">
            <ns1:xfrm>
              <ns1:off x="246064" y="4416425"/>
              <ns1:ext cx="63500" cy="63500"/>
            </ns1:xfrm>
            <ns1:custGeom>
              <ns1:avLst/>
              <ns1:gdLst>
                <ns1:gd name="T0" fmla="*/ 12 w 24"/>
                <ns1:gd name="T1" fmla="*/ 4 h 24"/>
                <ns1:gd name="T2" fmla="*/ 20 w 24"/>
                <ns1:gd name="T3" fmla="*/ 12 h 24"/>
                <ns1:gd name="T4" fmla="*/ 12 w 24"/>
                <ns1:gd name="T5" fmla="*/ 20 h 24"/>
                <ns1:gd name="T6" fmla="*/ 4 w 24"/>
                <ns1:gd name="T7" fmla="*/ 12 h 24"/>
                <ns1:gd name="T8" fmla="*/ 12 w 24"/>
                <ns1:gd name="T9" fmla="*/ 4 h 24"/>
                <ns1:gd name="T10" fmla="*/ 12 w 24"/>
                <ns1:gd name="T11" fmla="*/ 0 h 24"/>
                <ns1:gd name="T12" fmla="*/ 0 w 24"/>
                <ns1:gd name="T13" fmla="*/ 12 h 24"/>
                <ns1:gd name="T14" fmla="*/ 12 w 24"/>
                <ns1:gd name="T15" fmla="*/ 24 h 24"/>
                <ns1:gd name="T16" fmla="*/ 24 w 24"/>
                <ns1:gd name="T17" fmla="*/ 12 h 24"/>
                <ns1:gd name="T18" fmla="*/ 12 w 24"/>
                <ns1:gd name="T19" fmla="*/ 0 h 24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</ns1:cxnLst>
              <ns1:rect l="0" t="0" r="r" b="b"/>
              <ns1:pathLst>
                <ns1:path w="24" h="24">
                  <ns1:moveTo>
                    <ns1:pt x="12" y="4"/>
                  </ns1:moveTo>
                  <ns1:cubicBezTo>
                    <ns1:pt x="16" y="4"/>
                    <ns1:pt x="20" y="8"/>
                    <ns1:pt x="20" y="12"/>
                  </ns1:cubicBezTo>
                  <ns1:cubicBezTo>
                    <ns1:pt x="20" y="16"/>
                    <ns1:pt x="16" y="20"/>
                    <ns1:pt x="12" y="20"/>
                  </ns1:cubicBezTo>
                  <ns1:cubicBezTo>
                    <ns1:pt x="8" y="20"/>
                    <ns1:pt x="4" y="16"/>
                    <ns1:pt x="4" y="12"/>
                  </ns1:cubicBezTo>
                  <ns1:cubicBezTo>
                    <ns1:pt x="4" y="8"/>
                    <ns1:pt x="8" y="4"/>
                    <ns1:pt x="12" y="4"/>
                  </ns1:cubicBezTo>
                  <ns1:moveTo>
                    <ns1:pt x="12" y="0"/>
                  </ns1:moveTo>
                  <ns1:cubicBezTo>
                    <ns1:pt x="5" y="0"/>
                    <ns1:pt x="0" y="5"/>
                    <ns1:pt x="0" y="12"/>
                  </ns1:cubicBezTo>
                  <ns1:cubicBezTo>
                    <ns1:pt x="0" y="19"/>
                    <ns1:pt x="5" y="24"/>
                    <ns1:pt x="12" y="24"/>
                  </ns1:cubicBezTo>
                  <ns1:cubicBezTo>
                    <ns1:pt x="19" y="24"/>
                    <ns1:pt x="24" y="19"/>
                    <ns1:pt x="24" y="12"/>
                  </ns1:cubicBezTo>
                  <ns1:cubicBezTo>
                    <ns1:pt x="24" y="5"/>
                    <ns1:pt x="19" y="0"/>
                    <ns1:pt x="12" y="0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188" name="Freeform 181"/>
            <ns0:cNvSpPr>
              <ns1:spLocks noEditPoints="1"/>
            </ns0:cNvSpPr>
            <ns0:nvPr/>
          </ns0:nvSpPr>
          <ns0:spPr bwMode="auto">
            <ns1:xfrm>
              <ns1:off x="309564" y="4351338"/>
              <ns1:ext cx="63500" cy="65088"/>
            </ns1:xfrm>
            <ns1:custGeom>
              <ns1:avLst/>
              <ns1:gdLst>
                <ns1:gd name="T0" fmla="*/ 12 w 24"/>
                <ns1:gd name="T1" fmla="*/ 4 h 24"/>
                <ns1:gd name="T2" fmla="*/ 20 w 24"/>
                <ns1:gd name="T3" fmla="*/ 12 h 24"/>
                <ns1:gd name="T4" fmla="*/ 12 w 24"/>
                <ns1:gd name="T5" fmla="*/ 20 h 24"/>
                <ns1:gd name="T6" fmla="*/ 4 w 24"/>
                <ns1:gd name="T7" fmla="*/ 12 h 24"/>
                <ns1:gd name="T8" fmla="*/ 12 w 24"/>
                <ns1:gd name="T9" fmla="*/ 4 h 24"/>
                <ns1:gd name="T10" fmla="*/ 12 w 24"/>
                <ns1:gd name="T11" fmla="*/ 0 h 24"/>
                <ns1:gd name="T12" fmla="*/ 0 w 24"/>
                <ns1:gd name="T13" fmla="*/ 12 h 24"/>
                <ns1:gd name="T14" fmla="*/ 12 w 24"/>
                <ns1:gd name="T15" fmla="*/ 24 h 24"/>
                <ns1:gd name="T16" fmla="*/ 24 w 24"/>
                <ns1:gd name="T17" fmla="*/ 12 h 24"/>
                <ns1:gd name="T18" fmla="*/ 12 w 24"/>
                <ns1:gd name="T19" fmla="*/ 0 h 24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</ns1:cxnLst>
              <ns1:rect l="0" t="0" r="r" b="b"/>
              <ns1:pathLst>
                <ns1:path w="24" h="24">
                  <ns1:moveTo>
                    <ns1:pt x="12" y="4"/>
                  </ns1:moveTo>
                  <ns1:cubicBezTo>
                    <ns1:pt x="16" y="4"/>
                    <ns1:pt x="20" y="8"/>
                    <ns1:pt x="20" y="12"/>
                  </ns1:cubicBezTo>
                  <ns1:cubicBezTo>
                    <ns1:pt x="20" y="16"/>
                    <ns1:pt x="16" y="20"/>
                    <ns1:pt x="12" y="20"/>
                  </ns1:cubicBezTo>
                  <ns1:cubicBezTo>
                    <ns1:pt x="8" y="20"/>
                    <ns1:pt x="4" y="16"/>
                    <ns1:pt x="4" y="12"/>
                  </ns1:cubicBezTo>
                  <ns1:cubicBezTo>
                    <ns1:pt x="4" y="8"/>
                    <ns1:pt x="8" y="4"/>
                    <ns1:pt x="12" y="4"/>
                  </ns1:cubicBezTo>
                  <ns1:moveTo>
                    <ns1:pt x="12" y="0"/>
                  </ns1:moveTo>
                  <ns1:cubicBezTo>
                    <ns1:pt x="5" y="0"/>
                    <ns1:pt x="0" y="5"/>
                    <ns1:pt x="0" y="12"/>
                  </ns1:cubicBezTo>
                  <ns1:cubicBezTo>
                    <ns1:pt x="0" y="19"/>
                    <ns1:pt x="5" y="24"/>
                    <ns1:pt x="12" y="24"/>
                  </ns1:cubicBezTo>
                  <ns1:cubicBezTo>
                    <ns1:pt x="19" y="24"/>
                    <ns1:pt x="24" y="19"/>
                    <ns1:pt x="24" y="12"/>
                  </ns1:cubicBezTo>
                  <ns1:cubicBezTo>
                    <ns1:pt x="24" y="5"/>
                    <ns1:pt x="19" y="0"/>
                    <ns1:pt x="12" y="0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189" name="Freeform 182"/>
            <ns0:cNvSpPr>
              <ns1:spLocks noEditPoints="1"/>
            </ns0:cNvSpPr>
            <ns0:nvPr/>
          </ns0:nvSpPr>
          <ns0:spPr bwMode="auto">
            <ns1:xfrm>
              <ns1:off x="180976" y="4479925"/>
              <ns1:ext cx="65088" cy="63500"/>
            </ns1:xfrm>
            <ns1:custGeom>
              <ns1:avLst/>
              <ns1:gdLst>
                <ns1:gd name="T0" fmla="*/ 12 w 24"/>
                <ns1:gd name="T1" fmla="*/ 4 h 24"/>
                <ns1:gd name="T2" fmla="*/ 20 w 24"/>
                <ns1:gd name="T3" fmla="*/ 12 h 24"/>
                <ns1:gd name="T4" fmla="*/ 12 w 24"/>
                <ns1:gd name="T5" fmla="*/ 20 h 24"/>
                <ns1:gd name="T6" fmla="*/ 4 w 24"/>
                <ns1:gd name="T7" fmla="*/ 12 h 24"/>
                <ns1:gd name="T8" fmla="*/ 12 w 24"/>
                <ns1:gd name="T9" fmla="*/ 4 h 24"/>
                <ns1:gd name="T10" fmla="*/ 12 w 24"/>
                <ns1:gd name="T11" fmla="*/ 0 h 24"/>
                <ns1:gd name="T12" fmla="*/ 0 w 24"/>
                <ns1:gd name="T13" fmla="*/ 12 h 24"/>
                <ns1:gd name="T14" fmla="*/ 12 w 24"/>
                <ns1:gd name="T15" fmla="*/ 24 h 24"/>
                <ns1:gd name="T16" fmla="*/ 24 w 24"/>
                <ns1:gd name="T17" fmla="*/ 12 h 24"/>
                <ns1:gd name="T18" fmla="*/ 12 w 24"/>
                <ns1:gd name="T19" fmla="*/ 0 h 24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</ns1:cxnLst>
              <ns1:rect l="0" t="0" r="r" b="b"/>
              <ns1:pathLst>
                <ns1:path w="24" h="24">
                  <ns1:moveTo>
                    <ns1:pt x="12" y="4"/>
                  </ns1:moveTo>
                  <ns1:cubicBezTo>
                    <ns1:pt x="16" y="4"/>
                    <ns1:pt x="20" y="8"/>
                    <ns1:pt x="20" y="12"/>
                  </ns1:cubicBezTo>
                  <ns1:cubicBezTo>
                    <ns1:pt x="20" y="16"/>
                    <ns1:pt x="16" y="20"/>
                    <ns1:pt x="12" y="20"/>
                  </ns1:cubicBezTo>
                  <ns1:cubicBezTo>
                    <ns1:pt x="8" y="20"/>
                    <ns1:pt x="4" y="16"/>
                    <ns1:pt x="4" y="12"/>
                  </ns1:cubicBezTo>
                  <ns1:cubicBezTo>
                    <ns1:pt x="4" y="8"/>
                    <ns1:pt x="8" y="4"/>
                    <ns1:pt x="12" y="4"/>
                  </ns1:cubicBezTo>
                  <ns1:moveTo>
                    <ns1:pt x="12" y="0"/>
                  </ns1:moveTo>
                  <ns1:cubicBezTo>
                    <ns1:pt x="5" y="0"/>
                    <ns1:pt x="0" y="5"/>
                    <ns1:pt x="0" y="12"/>
                  </ns1:cubicBezTo>
                  <ns1:cubicBezTo>
                    <ns1:pt x="0" y="19"/>
                    <ns1:pt x="5" y="24"/>
                    <ns1:pt x="12" y="24"/>
                  </ns1:cubicBezTo>
                  <ns1:cubicBezTo>
                    <ns1:pt x="19" y="24"/>
                    <ns1:pt x="24" y="19"/>
                    <ns1:pt x="24" y="12"/>
                  </ns1:cubicBezTo>
                  <ns1:cubicBezTo>
                    <ns1:pt x="24" y="5"/>
                    <ns1:pt x="19" y="0"/>
                    <ns1:pt x="12" y="0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190" name="Freeform 183"/>
            <ns0:cNvSpPr>
              <ns1:spLocks noEditPoints="1"/>
            </ns0:cNvSpPr>
            <ns0:nvPr/>
          </ns0:nvSpPr>
          <ns0:spPr bwMode="auto">
            <ns1:xfrm>
              <ns1:off x="309564" y="4479925"/>
              <ns1:ext cx="63500" cy="63500"/>
            </ns1:xfrm>
            <ns1:custGeom>
              <ns1:avLst/>
              <ns1:gdLst>
                <ns1:gd name="T0" fmla="*/ 12 w 24"/>
                <ns1:gd name="T1" fmla="*/ 4 h 24"/>
                <ns1:gd name="T2" fmla="*/ 20 w 24"/>
                <ns1:gd name="T3" fmla="*/ 12 h 24"/>
                <ns1:gd name="T4" fmla="*/ 12 w 24"/>
                <ns1:gd name="T5" fmla="*/ 20 h 24"/>
                <ns1:gd name="T6" fmla="*/ 4 w 24"/>
                <ns1:gd name="T7" fmla="*/ 12 h 24"/>
                <ns1:gd name="T8" fmla="*/ 12 w 24"/>
                <ns1:gd name="T9" fmla="*/ 4 h 24"/>
                <ns1:gd name="T10" fmla="*/ 12 w 24"/>
                <ns1:gd name="T11" fmla="*/ 0 h 24"/>
                <ns1:gd name="T12" fmla="*/ 0 w 24"/>
                <ns1:gd name="T13" fmla="*/ 12 h 24"/>
                <ns1:gd name="T14" fmla="*/ 12 w 24"/>
                <ns1:gd name="T15" fmla="*/ 24 h 24"/>
                <ns1:gd name="T16" fmla="*/ 24 w 24"/>
                <ns1:gd name="T17" fmla="*/ 12 h 24"/>
                <ns1:gd name="T18" fmla="*/ 12 w 24"/>
                <ns1:gd name="T19" fmla="*/ 0 h 24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</ns1:cxnLst>
              <ns1:rect l="0" t="0" r="r" b="b"/>
              <ns1:pathLst>
                <ns1:path w="24" h="24">
                  <ns1:moveTo>
                    <ns1:pt x="12" y="4"/>
                  </ns1:moveTo>
                  <ns1:cubicBezTo>
                    <ns1:pt x="16" y="4"/>
                    <ns1:pt x="20" y="8"/>
                    <ns1:pt x="20" y="12"/>
                  </ns1:cubicBezTo>
                  <ns1:cubicBezTo>
                    <ns1:pt x="20" y="16"/>
                    <ns1:pt x="16" y="20"/>
                    <ns1:pt x="12" y="20"/>
                  </ns1:cubicBezTo>
                  <ns1:cubicBezTo>
                    <ns1:pt x="8" y="20"/>
                    <ns1:pt x="4" y="16"/>
                    <ns1:pt x="4" y="12"/>
                  </ns1:cubicBezTo>
                  <ns1:cubicBezTo>
                    <ns1:pt x="4" y="8"/>
                    <ns1:pt x="8" y="4"/>
                    <ns1:pt x="12" y="4"/>
                  </ns1:cubicBezTo>
                  <ns1:moveTo>
                    <ns1:pt x="12" y="0"/>
                  </ns1:moveTo>
                  <ns1:cubicBezTo>
                    <ns1:pt x="5" y="0"/>
                    <ns1:pt x="0" y="5"/>
                    <ns1:pt x="0" y="12"/>
                  </ns1:cubicBezTo>
                  <ns1:cubicBezTo>
                    <ns1:pt x="0" y="19"/>
                    <ns1:pt x="5" y="24"/>
                    <ns1:pt x="12" y="24"/>
                  </ns1:cubicBezTo>
                  <ns1:cubicBezTo>
                    <ns1:pt x="19" y="24"/>
                    <ns1:pt x="24" y="19"/>
                    <ns1:pt x="24" y="12"/>
                  </ns1:cubicBezTo>
                  <ns1:cubicBezTo>
                    <ns1:pt x="24" y="5"/>
                    <ns1:pt x="19" y="0"/>
                    <ns1:pt x="12" y="0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</ns0:grpSp>
      <ns0:grpSp>
        <ns0:nvGrpSpPr>
          <ns0:cNvPr id="191" name="Group 190"/>
          <ns0:cNvGrpSpPr/>
          <ns0:nvPr/>
        </ns0:nvGrpSpPr>
        <ns0:grpSpPr>
          <ns1:xfrm>
            <ns1:off x="379924" y="2828064"/>
            <ns1:ext cx="300123" cy="340741"/>
            <ns1:chOff x="2641601" y="5472113"/>
            <ns1:chExt cx="211138" cy="239713"/>
          </ns1:xfrm>
          <ns1:solidFill>
            <ns1:schemeClr val="tx1"/>
          </ns1:solidFill>
        </ns0:grpSpPr>
        <ns0:sp>
          <ns0:nvSpPr>
            <ns0:cNvPr id="192" name="Freeform 245"/>
            <ns0:cNvSpPr>
              <ns1:spLocks noEditPoints="1"/>
            </ns0:cNvSpPr>
            <ns0:nvPr/>
          </ns0:nvSpPr>
          <ns0:spPr bwMode="auto">
            <ns1:xfrm>
              <ns1:off x="2641601" y="5516563"/>
              <ns1:ext cx="211138" cy="195263"/>
            </ns1:xfrm>
            <ns1:custGeom>
              <ns1:avLst/>
              <ns1:gdLst>
                <ns1:gd name="T0" fmla="*/ 28 w 56"/>
                <ns1:gd name="T1" fmla="*/ 8 h 52"/>
                <ns1:gd name="T2" fmla="*/ 0 w 56"/>
                <ns1:gd name="T3" fmla="*/ 24 h 52"/>
                <ns1:gd name="T4" fmla="*/ 20 w 56"/>
                <ns1:gd name="T5" fmla="*/ 52 h 52"/>
                <ns1:gd name="T6" fmla="*/ 28 w 56"/>
                <ns1:gd name="T7" fmla="*/ 48 h 52"/>
                <ns1:gd name="T8" fmla="*/ 36 w 56"/>
                <ns1:gd name="T9" fmla="*/ 52 h 52"/>
                <ns1:gd name="T10" fmla="*/ 56 w 56"/>
                <ns1:gd name="T11" fmla="*/ 24 h 52"/>
                <ns1:gd name="T12" fmla="*/ 28 w 56"/>
                <ns1:gd name="T13" fmla="*/ 8 h 52"/>
                <ns1:gd name="T14" fmla="*/ 12 w 56"/>
                <ns1:gd name="T15" fmla="*/ 40 h 52"/>
                <ns1:gd name="T16" fmla="*/ 12 w 56"/>
                <ns1:gd name="T17" fmla="*/ 12 h 52"/>
                <ns1:gd name="T18" fmla="*/ 20 w 56"/>
                <ns1:gd name="T19" fmla="*/ 12 h 52"/>
                <ns1:gd name="T20" fmla="*/ 12 w 56"/>
                <ns1:gd name="T21" fmla="*/ 40 h 52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</ns1:cxnLst>
              <ns1:rect l="0" t="0" r="r" b="b"/>
              <ns1:pathLst>
                <ns1:path w="56" h="52">
                  <ns1:moveTo>
                    <ns1:pt x="28" y="8"/>
                  </ns1:moveTo>
                  <ns1:cubicBezTo>
                    <ns1:pt x="7" y="0"/>
                    <ns1:pt x="0" y="12"/>
                    <ns1:pt x="0" y="24"/>
                  </ns1:cubicBezTo>
                  <ns1:cubicBezTo>
                    <ns1:pt x="0" y="36"/>
                    <ns1:pt x="14" y="52"/>
                    <ns1:pt x="20" y="52"/>
                  </ns1:cubicBezTo>
                  <ns1:cubicBezTo>
                    <ns1:pt x="28" y="52"/>
                    <ns1:pt x="28" y="48"/>
                    <ns1:pt x="28" y="48"/>
                  </ns1:cubicBezTo>
                  <ns1:cubicBezTo>
                    <ns1:pt x="28" y="48"/>
                    <ns1:pt x="28" y="52"/>
                    <ns1:pt x="36" y="52"/>
                  </ns1:cubicBezTo>
                  <ns1:cubicBezTo>
                    <ns1:pt x="42" y="52"/>
                    <ns1:pt x="56" y="36"/>
                    <ns1:pt x="56" y="24"/>
                  </ns1:cubicBezTo>
                  <ns1:cubicBezTo>
                    <ns1:pt x="56" y="12"/>
                    <ns1:pt x="49" y="0"/>
                    <ns1:pt x="28" y="8"/>
                  </ns1:cubicBezTo>
                  <ns1:close/>
                  <ns1:moveTo>
                    <ns1:pt x="12" y="40"/>
                  </ns1:moveTo>
                  <ns1:cubicBezTo>
                    <ns1:pt x="0" y="24"/>
                    <ns1:pt x="12" y="12"/>
                    <ns1:pt x="12" y="12"/>
                  </ns1:cubicBezTo>
                  <ns1:cubicBezTo>
                    <ns1:pt x="20" y="12"/>
                    <ns1:pt x="20" y="12"/>
                    <ns1:pt x="20" y="12"/>
                  </ns1:cubicBezTo>
                  <ns1:cubicBezTo>
                    <ns1:pt x="20" y="12"/>
                    <ns1:pt x="12" y="20"/>
                    <ns1:pt x="12" y="40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193" name="Freeform 246"/>
            <ns0:cNvSpPr>
              <ns1:spLocks/>
            </ns0:cNvSpPr>
            <ns0:nvPr/>
          </ns0:nvSpPr>
          <ns0:spPr bwMode="auto">
            <ns1:xfrm>
              <ns1:off x="2687638" y="5472113"/>
              <ns1:ext cx="60325" cy="60325"/>
            </ns1:xfrm>
            <ns1:custGeom>
              <ns1:avLst/>
              <ns1:gdLst>
                <ns1:gd name="T0" fmla="*/ 16 w 16"/>
                <ns1:gd name="T1" fmla="*/ 16 h 16"/>
                <ns1:gd name="T2" fmla="*/ 8 w 16"/>
                <ns1:gd name="T3" fmla="*/ 0 h 16"/>
                <ns1:gd name="T4" fmla="*/ 0 w 16"/>
                <ns1:gd name="T5" fmla="*/ 0 h 16"/>
                <ns1:gd name="T6" fmla="*/ 12 w 16"/>
                <ns1:gd name="T7" fmla="*/ 16 h 16"/>
                <ns1:gd name="T8" fmla="*/ 16 w 16"/>
                <ns1:gd name="T9" fmla="*/ 16 h 16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</ns1:cxnLst>
              <ns1:rect l="0" t="0" r="r" b="b"/>
              <ns1:pathLst>
                <ns1:path w="16" h="16">
                  <ns1:moveTo>
                    <ns1:pt x="16" y="16"/>
                  </ns1:moveTo>
                  <ns1:cubicBezTo>
                    <ns1:pt x="12" y="8"/>
                    <ns1:pt x="8" y="0"/>
                    <ns1:pt x="8" y="0"/>
                  </ns1:cubicBezTo>
                  <ns1:cubicBezTo>
                    <ns1:pt x="0" y="0"/>
                    <ns1:pt x="0" y="0"/>
                    <ns1:pt x="0" y="0"/>
                  </ns1:cubicBezTo>
                  <ns1:cubicBezTo>
                    <ns1:pt x="12" y="16"/>
                    <ns1:pt x="12" y="16"/>
                    <ns1:pt x="12" y="16"/>
                  </ns1:cubicBezTo>
                  <ns1:lnTo>
                    <ns1:pt x="16" y="16"/>
                  </ns1:ln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194" name="Freeform 247"/>
            <ns0:cNvSpPr>
              <ns1:spLocks/>
            </ns0:cNvSpPr>
            <ns0:nvPr/>
          </ns0:nvSpPr>
          <ns0:spPr bwMode="auto">
            <ns1:xfrm>
              <ns1:off x="2747963" y="5472113"/>
              <ns1:ext cx="74613" cy="60325"/>
            </ns1:xfrm>
            <ns1:custGeom>
              <ns1:avLst/>
              <ns1:gdLst>
                <ns1:gd name="T0" fmla="*/ 20 w 20"/>
                <ns1:gd name="T1" fmla="*/ 0 h 16"/>
                <ns1:gd name="T2" fmla="*/ 0 w 20"/>
                <ns1:gd name="T3" fmla="*/ 16 h 16"/>
                <ns1:gd name="T4" fmla="*/ 20 w 20"/>
                <ns1:gd name="T5" fmla="*/ 0 h 16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</ns1:cxnLst>
              <ns1:rect l="0" t="0" r="r" b="b"/>
              <ns1:pathLst>
                <ns1:path w="20" h="16">
                  <ns1:moveTo>
                    <ns1:pt x="20" y="0"/>
                  </ns1:moveTo>
                  <ns1:cubicBezTo>
                    <ns1:pt x="20" y="0"/>
                    <ns1:pt x="0" y="0"/>
                    <ns1:pt x="0" y="16"/>
                  </ns1:cubicBezTo>
                  <ns1:cubicBezTo>
                    <ns1:pt x="0" y="16"/>
                    <ns1:pt x="20" y="16"/>
                    <ns1:pt x="20" y="0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</ns0:grpSp>
      <ns0:grpSp>
        <ns0:nvGrpSpPr>
          <ns0:cNvPr id="195" name="Group 194"/>
          <ns0:cNvGrpSpPr/>
          <ns0:nvPr/>
        </ns0:nvGrpSpPr>
        <ns0:grpSpPr>
          <ns1:xfrm>
            <ns1:off x="1318052" y="2847378"/>
            <ns1:ext cx="300123" cy="302110"/>
            <ns1:chOff x="5016501" y="1625601"/>
            <ns1:chExt cx="239713" cy="241300"/>
          </ns1:xfrm>
          <ns1:solidFill>
            <ns1:schemeClr val="tx1"/>
          </ns1:solidFill>
        </ns0:grpSpPr>
        <ns0:sp>
          <ns0:nvSpPr>
            <ns0:cNvPr id="196" name="Oval 116"/>
            <ns0:cNvSpPr>
              <ns1:spLocks noChangeArrowheads="1"/>
            </ns0:cNvSpPr>
            <ns0:nvPr/>
          </ns0:nvSpPr>
          <ns0:spPr bwMode="auto">
            <ns1:xfrm>
              <ns1:off x="5016501" y="1803401"/>
              <ns1:ext cx="63500" cy="63500"/>
            </ns1:xfrm>
            <ns1:prstGeom prst="ellipse">
              <ns1:avLst/>
            </ns1:pr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197" name="Freeform 117"/>
            <ns0:cNvSpPr>
              <ns1:spLocks/>
            </ns0:cNvSpPr>
            <ns0:nvPr/>
          </ns0:nvSpPr>
          <ns0:spPr bwMode="auto">
            <ns1:xfrm>
              <ns1:off x="5019676" y="1709738"/>
              <ns1:ext cx="153988" cy="157163"/>
            </ns1:xfrm>
            <ns1:custGeom>
              <ns1:avLst/>
              <ns1:gdLst>
                <ns1:gd name="T0" fmla="*/ 0 w 41"/>
                <ns1:gd name="T1" fmla="*/ 0 h 42"/>
                <ns1:gd name="T2" fmla="*/ 0 w 41"/>
                <ns1:gd name="T3" fmla="*/ 11 h 42"/>
                <ns1:gd name="T4" fmla="*/ 21 w 41"/>
                <ns1:gd name="T5" fmla="*/ 20 h 42"/>
                <ns1:gd name="T6" fmla="*/ 30 w 41"/>
                <ns1:gd name="T7" fmla="*/ 42 h 42"/>
                <ns1:gd name="T8" fmla="*/ 41 w 41"/>
                <ns1:gd name="T9" fmla="*/ 42 h 42"/>
                <ns1:gd name="T10" fmla="*/ 0 w 41"/>
                <ns1:gd name="T11" fmla="*/ 0 h 42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</ns1:cxnLst>
              <ns1:rect l="0" t="0" r="r" b="b"/>
              <ns1:pathLst>
                <ns1:path w="41" h="42">
                  <ns1:moveTo>
                    <ns1:pt x="0" y="0"/>
                  </ns1:moveTo>
                  <ns1:cubicBezTo>
                    <ns1:pt x="0" y="11"/>
                    <ns1:pt x="0" y="11"/>
                    <ns1:pt x="0" y="11"/>
                  </ns1:cubicBezTo>
                  <ns1:cubicBezTo>
                    <ns1:pt x="8" y="11"/>
                    <ns1:pt x="15" y="15"/>
                    <ns1:pt x="21" y="20"/>
                  </ns1:cubicBezTo>
                  <ns1:cubicBezTo>
                    <ns1:pt x="26" y="26"/>
                    <ns1:pt x="30" y="33"/>
                    <ns1:pt x="30" y="42"/>
                  </ns1:cubicBezTo>
                  <ns1:cubicBezTo>
                    <ns1:pt x="41" y="42"/>
                    <ns1:pt x="41" y="42"/>
                    <ns1:pt x="41" y="42"/>
                  </ns1:cubicBezTo>
                  <ns1:cubicBezTo>
                    <ns1:pt x="41" y="19"/>
                    <ns1:pt x="22" y="0"/>
                    <ns1:pt x="0" y="0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198" name="Freeform 118"/>
            <ns0:cNvSpPr>
              <ns1:spLocks/>
            </ns0:cNvSpPr>
            <ns0:nvPr/>
          </ns0:nvSpPr>
          <ns0:spPr bwMode="auto">
            <ns1:xfrm>
              <ns1:off x="5019676" y="1625601"/>
              <ns1:ext cx="236538" cy="241300"/>
            </ns1:xfrm>
            <ns1:custGeom>
              <ns1:avLst/>
              <ns1:gdLst>
                <ns1:gd name="T0" fmla="*/ 0 w 63"/>
                <ns1:gd name="T1" fmla="*/ 0 h 64"/>
                <ns1:gd name="T2" fmla="*/ 0 w 63"/>
                <ns1:gd name="T3" fmla="*/ 11 h 64"/>
                <ns1:gd name="T4" fmla="*/ 52 w 63"/>
                <ns1:gd name="T5" fmla="*/ 64 h 64"/>
                <ns1:gd name="T6" fmla="*/ 63 w 63"/>
                <ns1:gd name="T7" fmla="*/ 64 h 64"/>
                <ns1:gd name="T8" fmla="*/ 0 w 63"/>
                <ns1:gd name="T9" fmla="*/ 0 h 64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</ns1:cxnLst>
              <ns1:rect l="0" t="0" r="r" b="b"/>
              <ns1:pathLst>
                <ns1:path w="63" h="64">
                  <ns1:moveTo>
                    <ns1:pt x="0" y="0"/>
                  </ns1:moveTo>
                  <ns1:cubicBezTo>
                    <ns1:pt x="0" y="11"/>
                    <ns1:pt x="0" y="11"/>
                    <ns1:pt x="0" y="11"/>
                  </ns1:cubicBezTo>
                  <ns1:cubicBezTo>
                    <ns1:pt x="28" y="12"/>
                    <ns1:pt x="51" y="35"/>
                    <ns1:pt x="52" y="64"/>
                  </ns1:cubicBezTo>
                  <ns1:cubicBezTo>
                    <ns1:pt x="63" y="64"/>
                    <ns1:pt x="63" y="64"/>
                    <ns1:pt x="63" y="64"/>
                  </ns1:cubicBezTo>
                  <ns1:cubicBezTo>
                    <ns1:pt x="63" y="29"/>
                    <ns1:pt x="34" y="0"/>
                    <ns1:pt x="0" y="0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</ns0:grpSp>
      <ns0:grpSp>
        <ns0:nvGrpSpPr>
          <ns0:cNvPr id="199" name="Group 198"/>
          <ns0:cNvGrpSpPr/>
          <ns0:nvPr/>
        </ns0:nvGrpSpPr>
        <ns0:grpSpPr>
          <ns1:xfrm>
            <ns1:off x="5433884" y="2868100"/>
            <ns1:ext cx="377344" cy="260666"/>
            <ns1:chOff x="3092451" y="1625601"/>
            <ns1:chExt cx="241300" cy="166688"/>
          </ns1:xfrm>
          <ns1:solidFill>
            <ns1:schemeClr val="tx1"/>
          </ns1:solidFill>
        </ns0:grpSpPr>
        <ns0:sp>
          <ns0:nvSpPr>
            <ns0:cNvPr id="200" name="Freeform 112"/>
            <ns0:cNvSpPr>
              <ns1:spLocks/>
            </ns0:cNvSpPr>
            <ns0:nvPr/>
          </ns0:nvSpPr>
          <ns0:spPr bwMode="auto">
            <ns1:xfrm>
              <ns1:off x="3092451" y="1625601"/>
              <ns1:ext cx="165100" cy="166688"/>
            </ns1:xfrm>
            <ns1:custGeom>
              <ns1:avLst/>
              <ns1:gdLst>
                <ns1:gd name="T0" fmla="*/ 40 w 44"/>
                <ns1:gd name="T1" fmla="*/ 0 h 44"/>
                <ns1:gd name="T2" fmla="*/ 4 w 44"/>
                <ns1:gd name="T3" fmla="*/ 0 h 44"/>
                <ns1:gd name="T4" fmla="*/ 0 w 44"/>
                <ns1:gd name="T5" fmla="*/ 4 h 44"/>
                <ns1:gd name="T6" fmla="*/ 0 w 44"/>
                <ns1:gd name="T7" fmla="*/ 40 h 44"/>
                <ns1:gd name="T8" fmla="*/ 4 w 44"/>
                <ns1:gd name="T9" fmla="*/ 44 h 44"/>
                <ns1:gd name="T10" fmla="*/ 40 w 44"/>
                <ns1:gd name="T11" fmla="*/ 44 h 44"/>
                <ns1:gd name="T12" fmla="*/ 44 w 44"/>
                <ns1:gd name="T13" fmla="*/ 40 h 44"/>
                <ns1:gd name="T14" fmla="*/ 44 w 44"/>
                <ns1:gd name="T15" fmla="*/ 4 h 44"/>
                <ns1:gd name="T16" fmla="*/ 40 w 44"/>
                <ns1:gd name="T17" fmla="*/ 0 h 44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</ns1:cxnLst>
              <ns1:rect l="0" t="0" r="r" b="b"/>
              <ns1:pathLst>
                <ns1:path w="44" h="44">
                  <ns1:moveTo>
                    <ns1:pt x="40" y="0"/>
                  </ns1:moveTo>
                  <ns1:cubicBezTo>
                    <ns1:pt x="4" y="0"/>
                    <ns1:pt x="4" y="0"/>
                    <ns1:pt x="4" y="0"/>
                  </ns1:cubicBezTo>
                  <ns1:cubicBezTo>
                    <ns1:pt x="2" y="0"/>
                    <ns1:pt x="0" y="2"/>
                    <ns1:pt x="0" y="4"/>
                  </ns1:cubicBezTo>
                  <ns1:cubicBezTo>
                    <ns1:pt x="0" y="40"/>
                    <ns1:pt x="0" y="40"/>
                    <ns1:pt x="0" y="40"/>
                  </ns1:cubicBezTo>
                  <ns1:cubicBezTo>
                    <ns1:pt x="0" y="42"/>
                    <ns1:pt x="2" y="44"/>
                    <ns1:pt x="4" y="44"/>
                  </ns1:cubicBezTo>
                  <ns1:cubicBezTo>
                    <ns1:pt x="40" y="44"/>
                    <ns1:pt x="40" y="44"/>
                    <ns1:pt x="40" y="44"/>
                  </ns1:cubicBezTo>
                  <ns1:cubicBezTo>
                    <ns1:pt x="42" y="44"/>
                    <ns1:pt x="44" y="42"/>
                    <ns1:pt x="44" y="40"/>
                  </ns1:cubicBezTo>
                  <ns1:cubicBezTo>
                    <ns1:pt x="44" y="4"/>
                    <ns1:pt x="44" y="4"/>
                    <ns1:pt x="44" y="4"/>
                  </ns1:cubicBezTo>
                  <ns1:cubicBezTo>
                    <ns1:pt x="44" y="2"/>
                    <ns1:pt x="42" y="0"/>
                    <ns1:pt x="40" y="0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201" name="Freeform 113"/>
            <ns0:cNvSpPr>
              <ns1:spLocks/>
            </ns0:cNvSpPr>
            <ns0:nvPr/>
          </ns0:nvSpPr>
          <ns0:spPr bwMode="auto">
            <ns1:xfrm>
              <ns1:off x="3273426" y="1649413"/>
              <ns1:ext cx="60325" cy="119063"/>
            </ns1:xfrm>
            <ns1:custGeom>
              <ns1:avLst/>
              <ns1:gdLst>
                <ns1:gd name="T0" fmla="*/ 13 w 16"/>
                <ns1:gd name="T1" fmla="*/ 1 h 32"/>
                <ns1:gd name="T2" fmla="*/ 5 w 16"/>
                <ns1:gd name="T3" fmla="*/ 5 h 32"/>
                <ns1:gd name="T4" fmla="*/ 0 w 16"/>
                <ns1:gd name="T5" fmla="*/ 8 h 32"/>
                <ns1:gd name="T6" fmla="*/ 0 w 16"/>
                <ns1:gd name="T7" fmla="*/ 23 h 32"/>
                <ns1:gd name="T8" fmla="*/ 5 w 16"/>
                <ns1:gd name="T9" fmla="*/ 27 h 32"/>
                <ns1:gd name="T10" fmla="*/ 13 w 16"/>
                <ns1:gd name="T11" fmla="*/ 31 h 32"/>
                <ns1:gd name="T12" fmla="*/ 16 w 16"/>
                <ns1:gd name="T13" fmla="*/ 29 h 32"/>
                <ns1:gd name="T14" fmla="*/ 16 w 16"/>
                <ns1:gd name="T15" fmla="*/ 3 h 32"/>
                <ns1:gd name="T16" fmla="*/ 13 w 16"/>
                <ns1:gd name="T17" fmla="*/ 1 h 32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</ns1:cxnLst>
              <ns1:rect l="0" t="0" r="r" b="b"/>
              <ns1:pathLst>
                <ns1:path w="16" h="32">
                  <ns1:moveTo>
                    <ns1:pt x="13" y="1"/>
                  </ns1:moveTo>
                  <ns1:cubicBezTo>
                    <ns1:pt x="5" y="5"/>
                    <ns1:pt x="5" y="5"/>
                    <ns1:pt x="5" y="5"/>
                  </ns1:cubicBezTo>
                  <ns1:cubicBezTo>
                    <ns1:pt x="4" y="6"/>
                    <ns1:pt x="2" y="7"/>
                    <ns1:pt x="0" y="8"/>
                  </ns1:cubicBezTo>
                  <ns1:cubicBezTo>
                    <ns1:pt x="0" y="23"/>
                    <ns1:pt x="0" y="23"/>
                    <ns1:pt x="0" y="23"/>
                  </ns1:cubicBezTo>
                  <ns1:cubicBezTo>
                    <ns1:pt x="2" y="24"/>
                    <ns1:pt x="4" y="26"/>
                    <ns1:pt x="5" y="27"/>
                  </ns1:cubicBezTo>
                  <ns1:cubicBezTo>
                    <ns1:pt x="13" y="31"/>
                    <ns1:pt x="13" y="31"/>
                    <ns1:pt x="13" y="31"/>
                  </ns1:cubicBezTo>
                  <ns1:cubicBezTo>
                    <ns1:pt x="14" y="32"/>
                    <ns1:pt x="16" y="31"/>
                    <ns1:pt x="16" y="29"/>
                  </ns1:cubicBezTo>
                  <ns1:cubicBezTo>
                    <ns1:pt x="16" y="3"/>
                    <ns1:pt x="16" y="3"/>
                    <ns1:pt x="16" y="3"/>
                  </ns1:cubicBezTo>
                  <ns1:cubicBezTo>
                    <ns1:pt x="16" y="1"/>
                    <ns1:pt x="14" y="0"/>
                    <ns1:pt x="13" y="1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</ns0:grpSp>
      <ns0:sp>
        <ns0:nvSpPr>
          <ns0:cNvPr id="202" name="Freeform 153"/>
          <ns0:cNvSpPr>
            <ns1:spLocks/>
          </ns0:cNvSpPr>
          <ns0:nvPr/>
        </ns0:nvSpPr>
        <ns0:spPr bwMode="auto">
          <ns1:xfrm>
            <ns1:off x="3364931" y="2815967"/>
            <ns1:ext cx="364932" cy="364932"/>
          </ns1:xfrm>
          <ns1:custGeom>
            <ns1:avLst/>
            <ns1:gdLst>
              <ns1:gd name="T0" fmla="*/ 50 w 62"/>
              <ns1:gd name="T1" fmla="*/ 49 h 62"/>
              <ns1:gd name="T2" fmla="*/ 44 w 62"/>
              <ns1:gd name="T3" fmla="*/ 54 h 62"/>
              <ns1:gd name="T4" fmla="*/ 24 w 62"/>
              <ns1:gd name="T5" fmla="*/ 54 h 62"/>
              <ns1:gd name="T6" fmla="*/ 21 w 62"/>
              <ns1:gd name="T7" fmla="*/ 50 h 62"/>
              <ns1:gd name="T8" fmla="*/ 24 w 62"/>
              <ns1:gd name="T9" fmla="*/ 42 h 62"/>
              <ns1:gd name="T10" fmla="*/ 56 w 62"/>
              <ns1:gd name="T11" fmla="*/ 42 h 62"/>
              <ns1:gd name="T12" fmla="*/ 62 w 62"/>
              <ns1:gd name="T13" fmla="*/ 14 h 62"/>
              <ns1:gd name="T14" fmla="*/ 11 w 62"/>
              <ns1:gd name="T15" fmla="*/ 7 h 62"/>
              <ns1:gd name="T16" fmla="*/ 7 w 62"/>
              <ns1:gd name="T17" fmla="*/ 5 h 62"/>
              <ns1:gd name="T18" fmla="*/ 7 w 62"/>
              <ns1:gd name="T19" fmla="*/ 4 h 62"/>
              <ns1:gd name="T20" fmla="*/ 4 w 62"/>
              <ns1:gd name="T21" fmla="*/ 0 h 62"/>
              <ns1:gd name="T22" fmla="*/ 0 w 62"/>
              <ns1:gd name="T23" fmla="*/ 4 h 62"/>
              <ns1:gd name="T24" fmla="*/ 4 w 62"/>
              <ns1:gd name="T25" fmla="*/ 8 h 62"/>
              <ns1:gd name="T26" fmla="*/ 4 w 62"/>
              <ns1:gd name="T27" fmla="*/ 8 h 62"/>
              <ns1:gd name="T28" fmla="*/ 9 w 62"/>
              <ns1:gd name="T29" fmla="*/ 11 h 62"/>
              <ns1:gd name="T30" fmla="*/ 17 w 62"/>
              <ns1:gd name="T31" fmla="*/ 42 h 62"/>
              <ns1:gd name="T32" fmla="*/ 19 w 62"/>
              <ns1:gd name="T33" fmla="*/ 42 h 62"/>
              <ns1:gd name="T34" fmla="*/ 17 w 62"/>
              <ns1:gd name="T35" fmla="*/ 49 h 62"/>
              <ns1:gd name="T36" fmla="*/ 17 w 62"/>
              <ns1:gd name="T37" fmla="*/ 49 h 62"/>
              <ns1:gd name="T38" fmla="*/ 10 w 62"/>
              <ns1:gd name="T39" fmla="*/ 55 h 62"/>
              <ns1:gd name="T40" fmla="*/ 17 w 62"/>
              <ns1:gd name="T41" fmla="*/ 62 h 62"/>
              <ns1:gd name="T42" fmla="*/ 23 w 62"/>
              <ns1:gd name="T43" fmla="*/ 58 h 62"/>
              <ns1:gd name="T44" fmla="*/ 44 w 62"/>
              <ns1:gd name="T45" fmla="*/ 58 h 62"/>
              <ns1:gd name="T46" fmla="*/ 50 w 62"/>
              <ns1:gd name="T47" fmla="*/ 62 h 62"/>
              <ns1:gd name="T48" fmla="*/ 57 w 62"/>
              <ns1:gd name="T49" fmla="*/ 55 h 62"/>
              <ns1:gd name="T50" fmla="*/ 50 w 62"/>
              <ns1:gd name="T51" fmla="*/ 49 h 62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  <ns1:cxn ang="0">
                <ns1:pos x="T32" y="T33"/>
              </ns1:cxn>
              <ns1:cxn ang="0">
                <ns1:pos x="T34" y="T35"/>
              </ns1:cxn>
              <ns1:cxn ang="0">
                <ns1:pos x="T36" y="T37"/>
              </ns1:cxn>
              <ns1:cxn ang="0">
                <ns1:pos x="T38" y="T39"/>
              </ns1:cxn>
              <ns1:cxn ang="0">
                <ns1:pos x="T40" y="T41"/>
              </ns1:cxn>
              <ns1:cxn ang="0">
                <ns1:pos x="T42" y="T43"/>
              </ns1:cxn>
              <ns1:cxn ang="0">
                <ns1:pos x="T44" y="T45"/>
              </ns1:cxn>
              <ns1:cxn ang="0">
                <ns1:pos x="T46" y="T47"/>
              </ns1:cxn>
              <ns1:cxn ang="0">
                <ns1:pos x="T48" y="T49"/>
              </ns1:cxn>
              <ns1:cxn ang="0">
                <ns1:pos x="T50" y="T51"/>
              </ns1:cxn>
            </ns1:cxnLst>
            <ns1:rect l="0" t="0" r="r" b="b"/>
            <ns1:pathLst>
              <ns1:path w="62" h="62">
                <ns1:moveTo>
                  <ns1:pt x="50" y="49"/>
                </ns1:moveTo>
                <ns1:cubicBezTo>
                  <ns1:pt x="47" y="49"/>
                  <ns1:pt x="45" y="51"/>
                  <ns1:pt x="44" y="54"/>
                </ns1:cubicBezTo>
                <ns1:cubicBezTo>
                  <ns1:pt x="24" y="54"/>
                  <ns1:pt x="24" y="54"/>
                  <ns1:pt x="24" y="54"/>
                </ns1:cubicBezTo>
                <ns1:cubicBezTo>
                  <ns1:pt x="23" y="52"/>
                  <ns1:pt x="22" y="51"/>
                  <ns1:pt x="21" y="50"/>
                </ns1:cubicBezTo>
                <ns1:cubicBezTo>
                  <ns1:pt x="24" y="42"/>
                  <ns1:pt x="24" y="42"/>
                  <ns1:pt x="24" y="42"/>
                </ns1:cubicBezTo>
                <ns1:cubicBezTo>
                  <ns1:pt x="56" y="42"/>
                  <ns1:pt x="56" y="42"/>
                  <ns1:pt x="56" y="42"/>
                </ns1:cubicBezTo>
                <ns1:cubicBezTo>
                  <ns1:pt x="62" y="14"/>
                  <ns1:pt x="62" y="14"/>
                  <ns1:pt x="62" y="14"/>
                </ns1:cubicBezTo>
                <ns1:cubicBezTo>
                  <ns1:pt x="11" y="7"/>
                  <ns1:pt x="11" y="7"/>
                  <ns1:pt x="11" y="7"/>
                </ns1:cubicBezTo>
                <ns1:cubicBezTo>
                  <ns1:pt x="7" y="5"/>
                  <ns1:pt x="7" y="5"/>
                  <ns1:pt x="7" y="5"/>
                </ns1:cubicBezTo>
                <ns1:cubicBezTo>
                  <ns1:pt x="7" y="4"/>
                  <ns1:pt x="7" y="4"/>
                  <ns1:pt x="7" y="4"/>
                </ns1:cubicBezTo>
                <ns1:cubicBezTo>
                  <ns1:pt x="7" y="2"/>
                  <ns1:pt x="6" y="0"/>
                  <ns1:pt x="4" y="0"/>
                </ns1:cubicBezTo>
                <ns1:cubicBezTo>
                  <ns1:pt x="1" y="0"/>
                  <ns1:pt x="0" y="2"/>
                  <ns1:pt x="0" y="4"/>
                </ns1:cubicBezTo>
                <ns1:cubicBezTo>
                  <ns1:pt x="0" y="6"/>
                  <ns1:pt x="1" y="8"/>
                  <ns1:pt x="4" y="8"/>
                </ns1:cubicBezTo>
                <ns1:cubicBezTo>
                  <ns1:pt x="4" y="8"/>
                  <ns1:pt x="4" y="8"/>
                  <ns1:pt x="4" y="8"/>
                </ns1:cubicBezTo>
                <ns1:cubicBezTo>
                  <ns1:pt x="9" y="11"/>
                  <ns1:pt x="9" y="11"/>
                  <ns1:pt x="9" y="11"/>
                </ns1:cubicBezTo>
                <ns1:cubicBezTo>
                  <ns1:pt x="17" y="42"/>
                  <ns1:pt x="17" y="42"/>
                  <ns1:pt x="17" y="42"/>
                </ns1:cubicBezTo>
                <ns1:cubicBezTo>
                  <ns1:pt x="19" y="42"/>
                  <ns1:pt x="19" y="42"/>
                  <ns1:pt x="19" y="42"/>
                </ns1:cubicBezTo>
                <ns1:cubicBezTo>
                  <ns1:pt x="17" y="49"/>
                  <ns1:pt x="17" y="49"/>
                  <ns1:pt x="17" y="49"/>
                </ns1:cubicBezTo>
                <ns1:cubicBezTo>
                  <ns1:pt x="17" y="49"/>
                  <ns1:pt x="17" y="49"/>
                  <ns1:pt x="17" y="49"/>
                </ns1:cubicBezTo>
                <ns1:cubicBezTo>
                  <ns1:pt x="13" y="49"/>
                  <ns1:pt x="10" y="52"/>
                  <ns1:pt x="10" y="55"/>
                </ns1:cubicBezTo>
                <ns1:cubicBezTo>
                  <ns1:pt x="10" y="59"/>
                  <ns1:pt x="13" y="62"/>
                  <ns1:pt x="17" y="62"/>
                </ns1:cubicBezTo>
                <ns1:cubicBezTo>
                  <ns1:pt x="20" y="62"/>
                  <ns1:pt x="22" y="60"/>
                  <ns1:pt x="23" y="58"/>
                </ns1:cubicBezTo>
                <ns1:cubicBezTo>
                  <ns1:pt x="44" y="58"/>
                  <ns1:pt x="44" y="58"/>
                  <ns1:pt x="44" y="58"/>
                </ns1:cubicBezTo>
                <ns1:cubicBezTo>
                  <ns1:pt x="45" y="60"/>
                  <ns1:pt x="47" y="62"/>
                  <ns1:pt x="50" y="62"/>
                </ns1:cubicBezTo>
                <ns1:cubicBezTo>
                  <ns1:pt x="54" y="62"/>
                  <ns1:pt x="57" y="59"/>
                  <ns1:pt x="57" y="55"/>
                </ns1:cubicBezTo>
                <ns1:cubicBezTo>
                  <ns1:pt x="57" y="52"/>
                  <ns1:pt x="54" y="49"/>
                  <ns1:pt x="50" y="49"/>
                </ns1:cubicBezTo>
                <ns1:close/>
              </ns1:path>
            </ns1:pathLst>
          </ns1:custGeom>
          <ns1:solidFill>
            <ns1:schemeClr val="tx1"/>
          </ns1:solidFill>
          <ns1:ln>
            <ns1:noFill/>
          </ns1:ln>
          <ns1:extLst/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id-ID" sz="2700"/>
          </ns1:p>
        </ns0:txBody>
      </ns0:sp>
      <ns0:sp>
        <ns0:nvSpPr>
          <ns0:cNvPr id="203" name="Freeform 322"/>
          <ns0:cNvSpPr>
            <ns1:spLocks/>
          </ns0:cNvSpPr>
          <ns0:nvPr/>
        </ns0:nvSpPr>
        <ns0:spPr bwMode="auto">
          <ns1:xfrm>
            <ns1:off x="2298894" y="2811002"/>
            <ns1:ext cx="352518" cy="374862"/>
          </ns1:xfrm>
          <ns1:custGeom>
            <ns1:avLst/>
            <ns1:gdLst>
              <ns1:gd name="T0" fmla="*/ 32 w 60"/>
              <ns1:gd name="T1" fmla="*/ 4 h 64"/>
              <ns1:gd name="T2" fmla="*/ 32 w 60"/>
              <ns1:gd name="T3" fmla="*/ 2 h 64"/>
              <ns1:gd name="T4" fmla="*/ 30 w 60"/>
              <ns1:gd name="T5" fmla="*/ 0 h 64"/>
              <ns1:gd name="T6" fmla="*/ 28 w 60"/>
              <ns1:gd name="T7" fmla="*/ 2 h 64"/>
              <ns1:gd name="T8" fmla="*/ 28 w 60"/>
              <ns1:gd name="T9" fmla="*/ 4 h 64"/>
              <ns1:gd name="T10" fmla="*/ 0 w 60"/>
              <ns1:gd name="T11" fmla="*/ 34 h 64"/>
              <ns1:gd name="T12" fmla="*/ 0 w 60"/>
              <ns1:gd name="T13" fmla="*/ 36 h 64"/>
              <ns1:gd name="T14" fmla="*/ 0 w 60"/>
              <ns1:gd name="T15" fmla="*/ 36 h 64"/>
              <ns1:gd name="T16" fmla="*/ 10 w 60"/>
              <ns1:gd name="T17" fmla="*/ 28 h 64"/>
              <ns1:gd name="T18" fmla="*/ 20 w 60"/>
              <ns1:gd name="T19" fmla="*/ 36 h 64"/>
              <ns1:gd name="T20" fmla="*/ 20 w 60"/>
              <ns1:gd name="T21" fmla="*/ 36 h 64"/>
              <ns1:gd name="T22" fmla="*/ 28 w 60"/>
              <ns1:gd name="T23" fmla="*/ 28 h 64"/>
              <ns1:gd name="T24" fmla="*/ 28 w 60"/>
              <ns1:gd name="T25" fmla="*/ 50 h 64"/>
              <ns1:gd name="T26" fmla="*/ 22 w 60"/>
              <ns1:gd name="T27" fmla="*/ 60 h 64"/>
              <ns1:gd name="T28" fmla="*/ 16 w 60"/>
              <ns1:gd name="T29" fmla="*/ 54 h 64"/>
              <ns1:gd name="T30" fmla="*/ 14 w 60"/>
              <ns1:gd name="T31" fmla="*/ 52 h 64"/>
              <ns1:gd name="T32" fmla="*/ 12 w 60"/>
              <ns1:gd name="T33" fmla="*/ 54 h 64"/>
              <ns1:gd name="T34" fmla="*/ 22 w 60"/>
              <ns1:gd name="T35" fmla="*/ 64 h 64"/>
              <ns1:gd name="T36" fmla="*/ 32 w 60"/>
              <ns1:gd name="T37" fmla="*/ 50 h 64"/>
              <ns1:gd name="T38" fmla="*/ 32 w 60"/>
              <ns1:gd name="T39" fmla="*/ 28 h 64"/>
              <ns1:gd name="T40" fmla="*/ 40 w 60"/>
              <ns1:gd name="T41" fmla="*/ 36 h 64"/>
              <ns1:gd name="T42" fmla="*/ 40 w 60"/>
              <ns1:gd name="T43" fmla="*/ 36 h 64"/>
              <ns1:gd name="T44" fmla="*/ 50 w 60"/>
              <ns1:gd name="T45" fmla="*/ 28 h 64"/>
              <ns1:gd name="T46" fmla="*/ 60 w 60"/>
              <ns1:gd name="T47" fmla="*/ 36 h 64"/>
              <ns1:gd name="T48" fmla="*/ 60 w 60"/>
              <ns1:gd name="T49" fmla="*/ 36 h 64"/>
              <ns1:gd name="T50" fmla="*/ 60 w 60"/>
              <ns1:gd name="T51" fmla="*/ 34 h 64"/>
              <ns1:gd name="T52" fmla="*/ 32 w 60"/>
              <ns1:gd name="T53" fmla="*/ 4 h 64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  <ns1:cxn ang="0">
                <ns1:pos x="T32" y="T33"/>
              </ns1:cxn>
              <ns1:cxn ang="0">
                <ns1:pos x="T34" y="T35"/>
              </ns1:cxn>
              <ns1:cxn ang="0">
                <ns1:pos x="T36" y="T37"/>
              </ns1:cxn>
              <ns1:cxn ang="0">
                <ns1:pos x="T38" y="T39"/>
              </ns1:cxn>
              <ns1:cxn ang="0">
                <ns1:pos x="T40" y="T41"/>
              </ns1:cxn>
              <ns1:cxn ang="0">
                <ns1:pos x="T42" y="T43"/>
              </ns1:cxn>
              <ns1:cxn ang="0">
                <ns1:pos x="T44" y="T45"/>
              </ns1:cxn>
              <ns1:cxn ang="0">
                <ns1:pos x="T46" y="T47"/>
              </ns1:cxn>
              <ns1:cxn ang="0">
                <ns1:pos x="T48" y="T49"/>
              </ns1:cxn>
              <ns1:cxn ang="0">
                <ns1:pos x="T50" y="T51"/>
              </ns1:cxn>
              <ns1:cxn ang="0">
                <ns1:pos x="T52" y="T53"/>
              </ns1:cxn>
            </ns1:cxnLst>
            <ns1:rect l="0" t="0" r="r" b="b"/>
            <ns1:pathLst>
              <ns1:path w="60" h="64">
                <ns1:moveTo>
                  <ns1:pt x="32" y="4"/>
                </ns1:moveTo>
                <ns1:cubicBezTo>
                  <ns1:pt x="32" y="2"/>
                  <ns1:pt x="32" y="2"/>
                  <ns1:pt x="32" y="2"/>
                </ns1:cubicBezTo>
                <ns1:cubicBezTo>
                  <ns1:pt x="32" y="1"/>
                  <ns1:pt x="31" y="0"/>
                  <ns1:pt x="30" y="0"/>
                </ns1:cubicBezTo>
                <ns1:cubicBezTo>
                  <ns1:pt x="29" y="0"/>
                  <ns1:pt x="28" y="1"/>
                  <ns1:pt x="28" y="2"/>
                </ns1:cubicBezTo>
                <ns1:cubicBezTo>
                  <ns1:pt x="28" y="4"/>
                  <ns1:pt x="28" y="4"/>
                  <ns1:pt x="28" y="4"/>
                </ns1:cubicBezTo>
                <ns1:cubicBezTo>
                  <ns1:pt x="12" y="5"/>
                  <ns1:pt x="0" y="18"/>
                  <ns1:pt x="0" y="34"/>
                </ns1:cubicBezTo>
                <ns1:cubicBezTo>
                  <ns1:pt x="0" y="35"/>
                  <ns1:pt x="0" y="35"/>
                  <ns1:pt x="0" y="36"/>
                </ns1:cubicBezTo>
                <ns1:cubicBezTo>
                  <ns1:pt x="0" y="36"/>
                  <ns1:pt x="0" y="36"/>
                  <ns1:pt x="0" y="36"/>
                </ns1:cubicBezTo>
                <ns1:cubicBezTo>
                  <ns1:pt x="1" y="31"/>
                  <ns1:pt x="5" y="28"/>
                  <ns1:pt x="10" y="28"/>
                </ns1:cubicBezTo>
                <ns1:cubicBezTo>
                  <ns1:pt x="15" y="28"/>
                  <ns1:pt x="19" y="31"/>
                  <ns1:pt x="20" y="36"/>
                </ns1:cubicBezTo>
                <ns1:cubicBezTo>
                  <ns1:pt x="20" y="36"/>
                  <ns1:pt x="20" y="36"/>
                  <ns1:pt x="20" y="36"/>
                </ns1:cubicBezTo>
                <ns1:cubicBezTo>
                  <ns1:pt x="21" y="32"/>
                  <ns1:pt x="24" y="29"/>
                  <ns1:pt x="28" y="28"/>
                </ns1:cubicBezTo>
                <ns1:cubicBezTo>
                  <ns1:pt x="28" y="50"/>
                  <ns1:pt x="28" y="50"/>
                  <ns1:pt x="28" y="50"/>
                </ns1:cubicBezTo>
                <ns1:cubicBezTo>
                  <ns1:pt x="28" y="60"/>
                  <ns1:pt x="26" y="60"/>
                  <ns1:pt x="22" y="60"/>
                </ns1:cubicBezTo>
                <ns1:cubicBezTo>
                  <ns1:pt x="16" y="60"/>
                  <ns1:pt x="16" y="58"/>
                  <ns1:pt x="16" y="54"/>
                </ns1:cubicBezTo>
                <ns1:cubicBezTo>
                  <ns1:pt x="16" y="53"/>
                  <ns1:pt x="15" y="52"/>
                  <ns1:pt x="14" y="52"/>
                </ns1:cubicBezTo>
                <ns1:cubicBezTo>
                  <ns1:pt x="13" y="52"/>
                  <ns1:pt x="12" y="53"/>
                  <ns1:pt x="12" y="54"/>
                </ns1:cubicBezTo>
                <ns1:cubicBezTo>
                  <ns1:pt x="12" y="58"/>
                  <ns1:pt x="12" y="64"/>
                  <ns1:pt x="22" y="64"/>
                </ns1:cubicBezTo>
                <ns1:cubicBezTo>
                  <ns1:pt x="27" y="64"/>
                  <ns1:pt x="32" y="63"/>
                  <ns1:pt x="32" y="50"/>
                </ns1:cubicBezTo>
                <ns1:cubicBezTo>
                  <ns1:pt x="32" y="28"/>
                  <ns1:pt x="32" y="28"/>
                  <ns1:pt x="32" y="28"/>
                </ns1:cubicBezTo>
                <ns1:cubicBezTo>
                  <ns1:pt x="36" y="29"/>
                  <ns1:pt x="39" y="32"/>
                  <ns1:pt x="40" y="36"/>
                </ns1:cubicBezTo>
                <ns1:cubicBezTo>
                  <ns1:pt x="40" y="36"/>
                  <ns1:pt x="40" y="36"/>
                  <ns1:pt x="40" y="36"/>
                </ns1:cubicBezTo>
                <ns1:cubicBezTo>
                  <ns1:pt x="41" y="31"/>
                  <ns1:pt x="45" y="28"/>
                  <ns1:pt x="50" y="28"/>
                </ns1:cubicBezTo>
                <ns1:cubicBezTo>
                  <ns1:pt x="55" y="28"/>
                  <ns1:pt x="59" y="31"/>
                  <ns1:pt x="60" y="36"/>
                </ns1:cubicBezTo>
                <ns1:cubicBezTo>
                  <ns1:pt x="60" y="36"/>
                  <ns1:pt x="60" y="36"/>
                  <ns1:pt x="60" y="36"/>
                </ns1:cubicBezTo>
                <ns1:cubicBezTo>
                  <ns1:pt x="60" y="35"/>
                  <ns1:pt x="60" y="35"/>
                  <ns1:pt x="60" y="34"/>
                </ns1:cubicBezTo>
                <ns1:cubicBezTo>
                  <ns1:pt x="60" y="18"/>
                  <ns1:pt x="48" y="5"/>
                  <ns1:pt x="32" y="4"/>
                </ns1:cubicBezTo>
                <ns1:close/>
              </ns1:path>
            </ns1:pathLst>
          </ns1:custGeom>
          <ns1:solidFill>
            <ns1:schemeClr val="tx1"/>
          </ns1:solidFill>
          <ns1:ln>
            <ns1:noFill/>
          </ns1:ln>
          <ns1:extLst/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id-ID" sz="2700"/>
          </ns1:p>
        </ns0:txBody>
      </ns0:sp>
      <ns0:sp>
        <ns0:nvSpPr>
          <ns0:cNvPr id="204" name="Freeform 344"/>
          <ns0:cNvSpPr>
            <ns1:spLocks noEditPoints="1"/>
          </ns0:cNvSpPr>
          <ns0:nvPr/>
        </ns0:nvSpPr>
        <ns0:spPr bwMode="auto">
          <ns1:xfrm>
            <ns1:off x="4435932" y="2828959"/>
            <ns1:ext cx="338951" cy="338951"/>
          </ns1:xfrm>
          <ns1:custGeom>
            <ns1:avLst/>
            <ns1:gdLst>
              <ns1:gd name="T0" fmla="*/ 60 w 64"/>
              <ns1:gd name="T1" fmla="*/ 5 h 64"/>
              <ns1:gd name="T2" fmla="*/ 32 w 64"/>
              <ns1:gd name="T3" fmla="*/ 0 h 64"/>
              <ns1:gd name="T4" fmla="*/ 4 w 64"/>
              <ns1:gd name="T5" fmla="*/ 5 h 64"/>
              <ns1:gd name="T6" fmla="*/ 0 w 64"/>
              <ns1:gd name="T7" fmla="*/ 10 h 64"/>
              <ns1:gd name="T8" fmla="*/ 0 w 64"/>
              <ns1:gd name="T9" fmla="*/ 54 h 64"/>
              <ns1:gd name="T10" fmla="*/ 4 w 64"/>
              <ns1:gd name="T11" fmla="*/ 59 h 64"/>
              <ns1:gd name="T12" fmla="*/ 32 w 64"/>
              <ns1:gd name="T13" fmla="*/ 64 h 64"/>
              <ns1:gd name="T14" fmla="*/ 60 w 64"/>
              <ns1:gd name="T15" fmla="*/ 59 h 64"/>
              <ns1:gd name="T16" fmla="*/ 64 w 64"/>
              <ns1:gd name="T17" fmla="*/ 54 h 64"/>
              <ns1:gd name="T18" fmla="*/ 64 w 64"/>
              <ns1:gd name="T19" fmla="*/ 10 h 64"/>
              <ns1:gd name="T20" fmla="*/ 60 w 64"/>
              <ns1:gd name="T21" fmla="*/ 5 h 64"/>
              <ns1:gd name="T22" fmla="*/ 32 w 64"/>
              <ns1:gd name="T23" fmla="*/ 4 h 64"/>
              <ns1:gd name="T24" fmla="*/ 60 w 64"/>
              <ns1:gd name="T25" fmla="*/ 10 h 64"/>
              <ns1:gd name="T26" fmla="*/ 32 w 64"/>
              <ns1:gd name="T27" fmla="*/ 16 h 64"/>
              <ns1:gd name="T28" fmla="*/ 4 w 64"/>
              <ns1:gd name="T29" fmla="*/ 10 h 64"/>
              <ns1:gd name="T30" fmla="*/ 32 w 64"/>
              <ns1:gd name="T31" fmla="*/ 4 h 64"/>
              <ns1:gd name="T32" fmla="*/ 32 w 64"/>
              <ns1:gd name="T33" fmla="*/ 20 h 64"/>
              <ns1:gd name="T34" fmla="*/ 60 w 64"/>
              <ns1:gd name="T35" fmla="*/ 15 h 64"/>
              <ns1:gd name="T36" fmla="*/ 60 w 64"/>
              <ns1:gd name="T37" fmla="*/ 24 h 64"/>
              <ns1:gd name="T38" fmla="*/ 60 w 64"/>
              <ns1:gd name="T39" fmla="*/ 24 h 64"/>
              <ns1:gd name="T40" fmla="*/ 32 w 64"/>
              <ns1:gd name="T41" fmla="*/ 30 h 64"/>
              <ns1:gd name="T42" fmla="*/ 4 w 64"/>
              <ns1:gd name="T43" fmla="*/ 24 h 64"/>
              <ns1:gd name="T44" fmla="*/ 4 w 64"/>
              <ns1:gd name="T45" fmla="*/ 24 h 64"/>
              <ns1:gd name="T46" fmla="*/ 4 w 64"/>
              <ns1:gd name="T47" fmla="*/ 15 h 64"/>
              <ns1:gd name="T48" fmla="*/ 32 w 64"/>
              <ns1:gd name="T49" fmla="*/ 20 h 64"/>
              <ns1:gd name="T50" fmla="*/ 60 w 64"/>
              <ns1:gd name="T51" fmla="*/ 54 h 64"/>
              <ns1:gd name="T52" fmla="*/ 60 w 64"/>
              <ns1:gd name="T53" fmla="*/ 54 h 64"/>
              <ns1:gd name="T54" fmla="*/ 32 w 64"/>
              <ns1:gd name="T55" fmla="*/ 60 h 64"/>
              <ns1:gd name="T56" fmla="*/ 4 w 64"/>
              <ns1:gd name="T57" fmla="*/ 54 h 64"/>
              <ns1:gd name="T58" fmla="*/ 4 w 64"/>
              <ns1:gd name="T59" fmla="*/ 54 h 64"/>
              <ns1:gd name="T60" fmla="*/ 4 w 64"/>
              <ns1:gd name="T61" fmla="*/ 43 h 64"/>
              <ns1:gd name="T62" fmla="*/ 32 w 64"/>
              <ns1:gd name="T63" fmla="*/ 48 h 64"/>
              <ns1:gd name="T64" fmla="*/ 60 w 64"/>
              <ns1:gd name="T65" fmla="*/ 43 h 64"/>
              <ns1:gd name="T66" fmla="*/ 60 w 64"/>
              <ns1:gd name="T67" fmla="*/ 54 h 64"/>
              <ns1:gd name="T68" fmla="*/ 60 w 64"/>
              <ns1:gd name="T69" fmla="*/ 38 h 64"/>
              <ns1:gd name="T70" fmla="*/ 60 w 64"/>
              <ns1:gd name="T71" fmla="*/ 38 h 64"/>
              <ns1:gd name="T72" fmla="*/ 32 w 64"/>
              <ns1:gd name="T73" fmla="*/ 44 h 64"/>
              <ns1:gd name="T74" fmla="*/ 4 w 64"/>
              <ns1:gd name="T75" fmla="*/ 38 h 64"/>
              <ns1:gd name="T76" fmla="*/ 4 w 64"/>
              <ns1:gd name="T77" fmla="*/ 38 h 64"/>
              <ns1:gd name="T78" fmla="*/ 4 w 64"/>
              <ns1:gd name="T79" fmla="*/ 29 h 64"/>
              <ns1:gd name="T80" fmla="*/ 32 w 64"/>
              <ns1:gd name="T81" fmla="*/ 34 h 64"/>
              <ns1:gd name="T82" fmla="*/ 60 w 64"/>
              <ns1:gd name="T83" fmla="*/ 29 h 64"/>
              <ns1:gd name="T84" fmla="*/ 60 w 64"/>
              <ns1:gd name="T85" fmla="*/ 38 h 64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  <ns1:cxn ang="0">
                <ns1:pos x="T32" y="T33"/>
              </ns1:cxn>
              <ns1:cxn ang="0">
                <ns1:pos x="T34" y="T35"/>
              </ns1:cxn>
              <ns1:cxn ang="0">
                <ns1:pos x="T36" y="T37"/>
              </ns1:cxn>
              <ns1:cxn ang="0">
                <ns1:pos x="T38" y="T39"/>
              </ns1:cxn>
              <ns1:cxn ang="0">
                <ns1:pos x="T40" y="T41"/>
              </ns1:cxn>
              <ns1:cxn ang="0">
                <ns1:pos x="T42" y="T43"/>
              </ns1:cxn>
              <ns1:cxn ang="0">
                <ns1:pos x="T44" y="T45"/>
              </ns1:cxn>
              <ns1:cxn ang="0">
                <ns1:pos x="T46" y="T47"/>
              </ns1:cxn>
              <ns1:cxn ang="0">
                <ns1:pos x="T48" y="T49"/>
              </ns1:cxn>
              <ns1:cxn ang="0">
                <ns1:pos x="T50" y="T51"/>
              </ns1:cxn>
              <ns1:cxn ang="0">
                <ns1:pos x="T52" y="T53"/>
              </ns1:cxn>
              <ns1:cxn ang="0">
                <ns1:pos x="T54" y="T55"/>
              </ns1:cxn>
              <ns1:cxn ang="0">
                <ns1:pos x="T56" y="T57"/>
              </ns1:cxn>
              <ns1:cxn ang="0">
                <ns1:pos x="T58" y="T59"/>
              </ns1:cxn>
              <ns1:cxn ang="0">
                <ns1:pos x="T60" y="T61"/>
              </ns1:cxn>
              <ns1:cxn ang="0">
                <ns1:pos x="T62" y="T63"/>
              </ns1:cxn>
              <ns1:cxn ang="0">
                <ns1:pos x="T64" y="T65"/>
              </ns1:cxn>
              <ns1:cxn ang="0">
                <ns1:pos x="T66" y="T67"/>
              </ns1:cxn>
              <ns1:cxn ang="0">
                <ns1:pos x="T68" y="T69"/>
              </ns1:cxn>
              <ns1:cxn ang="0">
                <ns1:pos x="T70" y="T71"/>
              </ns1:cxn>
              <ns1:cxn ang="0">
                <ns1:pos x="T72" y="T73"/>
              </ns1:cxn>
              <ns1:cxn ang="0">
                <ns1:pos x="T74" y="T75"/>
              </ns1:cxn>
              <ns1:cxn ang="0">
                <ns1:pos x="T76" y="T77"/>
              </ns1:cxn>
              <ns1:cxn ang="0">
                <ns1:pos x="T78" y="T79"/>
              </ns1:cxn>
              <ns1:cxn ang="0">
                <ns1:pos x="T80" y="T81"/>
              </ns1:cxn>
              <ns1:cxn ang="0">
                <ns1:pos x="T82" y="T83"/>
              </ns1:cxn>
              <ns1:cxn ang="0">
                <ns1:pos x="T84" y="T85"/>
              </ns1:cxn>
            </ns1:cxnLst>
            <ns1:rect l="0" t="0" r="r" b="b"/>
            <ns1:pathLst>
              <ns1:path w="64" h="64">
                <ns1:moveTo>
                  <ns1:pt x="60" y="5"/>
                </ns1:moveTo>
                <ns1:cubicBezTo>
                  <ns1:pt x="55" y="2"/>
                  <ns1:pt x="44" y="0"/>
                  <ns1:pt x="32" y="0"/>
                </ns1:cubicBezTo>
                <ns1:cubicBezTo>
                  <ns1:pt x="20" y="0"/>
                  <ns1:pt x="9" y="2"/>
                  <ns1:pt x="4" y="5"/>
                </ns1:cubicBezTo>
                <ns1:cubicBezTo>
                  <ns1:pt x="1" y="7"/>
                  <ns1:pt x="0" y="8"/>
                  <ns1:pt x="0" y="10"/>
                </ns1:cubicBezTo>
                <ns1:cubicBezTo>
                  <ns1:pt x="0" y="54"/>
                  <ns1:pt x="0" y="54"/>
                  <ns1:pt x="0" y="54"/>
                </ns1:cubicBezTo>
                <ns1:cubicBezTo>
                  <ns1:pt x="0" y="56"/>
                  <ns1:pt x="1" y="57"/>
                  <ns1:pt x="4" y="59"/>
                </ns1:cubicBezTo>
                <ns1:cubicBezTo>
                  <ns1:pt x="9" y="62"/>
                  <ns1:pt x="20" y="64"/>
                  <ns1:pt x="32" y="64"/>
                </ns1:cubicBezTo>
                <ns1:cubicBezTo>
                  <ns1:pt x="44" y="64"/>
                  <ns1:pt x="55" y="62"/>
                  <ns1:pt x="60" y="59"/>
                </ns1:cubicBezTo>
                <ns1:cubicBezTo>
                  <ns1:pt x="63" y="57"/>
                  <ns1:pt x="64" y="56"/>
                  <ns1:pt x="64" y="54"/>
                </ns1:cubicBezTo>
                <ns1:cubicBezTo>
                  <ns1:pt x="64" y="10"/>
                  <ns1:pt x="64" y="10"/>
                  <ns1:pt x="64" y="10"/>
                </ns1:cubicBezTo>
                <ns1:cubicBezTo>
                  <ns1:pt x="64" y="8"/>
                  <ns1:pt x="63" y="7"/>
                  <ns1:pt x="60" y="5"/>
                </ns1:cubicBezTo>
                <ns1:close/>
                <ns1:moveTo>
                  <ns1:pt x="32" y="4"/>
                </ns1:moveTo>
                <ns1:cubicBezTo>
                  <ns1:pt x="49" y="4"/>
                  <ns1:pt x="58" y="8"/>
                  <ns1:pt x="60" y="10"/>
                </ns1:cubicBezTo>
                <ns1:cubicBezTo>
                  <ns1:pt x="58" y="12"/>
                  <ns1:pt x="49" y="16"/>
                  <ns1:pt x="32" y="16"/>
                </ns1:cubicBezTo>
                <ns1:cubicBezTo>
                  <ns1:pt x="15" y="16"/>
                  <ns1:pt x="6" y="12"/>
                  <ns1:pt x="4" y="10"/>
                </ns1:cubicBezTo>
                <ns1:cubicBezTo>
                  <ns1:pt x="6" y="8"/>
                  <ns1:pt x="15" y="4"/>
                  <ns1:pt x="32" y="4"/>
                </ns1:cubicBezTo>
                <ns1:close/>
                <ns1:moveTo>
                  <ns1:pt x="32" y="20"/>
                </ns1:moveTo>
                <ns1:cubicBezTo>
                  <ns1:pt x="44" y="20"/>
                  <ns1:pt x="55" y="18"/>
                  <ns1:pt x="60" y="15"/>
                </ns1:cubicBezTo>
                <ns1:cubicBezTo>
                  <ns1:pt x="60" y="24"/>
                  <ns1:pt x="60" y="24"/>
                  <ns1:pt x="60" y="24"/>
                </ns1:cubicBezTo>
                <ns1:cubicBezTo>
                  <ns1:pt x="60" y="24"/>
                  <ns1:pt x="60" y="24"/>
                  <ns1:pt x="60" y="24"/>
                </ns1:cubicBezTo>
                <ns1:cubicBezTo>
                  <ns1:pt x="58" y="26"/>
                  <ns1:pt x="49" y="30"/>
                  <ns1:pt x="32" y="30"/>
                </ns1:cubicBezTo>
                <ns1:cubicBezTo>
                  <ns1:pt x="15" y="30"/>
                  <ns1:pt x="6" y="26"/>
                  <ns1:pt x="4" y="24"/>
                </ns1:cubicBezTo>
                <ns1:cubicBezTo>
                  <ns1:pt x="4" y="24"/>
                  <ns1:pt x="4" y="24"/>
                  <ns1:pt x="4" y="24"/>
                </ns1:cubicBezTo>
                <ns1:cubicBezTo>
                  <ns1:pt x="4" y="15"/>
                  <ns1:pt x="4" y="15"/>
                  <ns1:pt x="4" y="15"/>
                </ns1:cubicBezTo>
                <ns1:cubicBezTo>
                  <ns1:pt x="9" y="18"/>
                  <ns1:pt x="20" y="20"/>
                  <ns1:pt x="32" y="20"/>
                </ns1:cubicBezTo>
                <ns1:close/>
                <ns1:moveTo>
                  <ns1:pt x="60" y="54"/>
                </ns1:moveTo>
                <ns1:cubicBezTo>
                  <ns1:pt x="60" y="54"/>
                  <ns1:pt x="60" y="54"/>
                  <ns1:pt x="60" y="54"/>
                </ns1:cubicBezTo>
                <ns1:cubicBezTo>
                  <ns1:pt x="58" y="56"/>
                  <ns1:pt x="49" y="60"/>
                  <ns1:pt x="32" y="60"/>
                </ns1:cubicBezTo>
                <ns1:cubicBezTo>
                  <ns1:pt x="15" y="60"/>
                  <ns1:pt x="6" y="56"/>
                  <ns1:pt x="4" y="54"/>
                </ns1:cubicBezTo>
                <ns1:cubicBezTo>
                  <ns1:pt x="4" y="54"/>
                  <ns1:pt x="4" y="54"/>
                  <ns1:pt x="4" y="54"/>
                </ns1:cubicBezTo>
                <ns1:cubicBezTo>
                  <ns1:pt x="4" y="43"/>
                  <ns1:pt x="4" y="43"/>
                  <ns1:pt x="4" y="43"/>
                </ns1:cubicBezTo>
                <ns1:cubicBezTo>
                  <ns1:pt x="9" y="46"/>
                  <ns1:pt x="20" y="48"/>
                  <ns1:pt x="32" y="48"/>
                </ns1:cubicBezTo>
                <ns1:cubicBezTo>
                  <ns1:pt x="44" y="48"/>
                  <ns1:pt x="55" y="46"/>
                  <ns1:pt x="60" y="43"/>
                </ns1:cubicBezTo>
                <ns1:lnTo>
                  <ns1:pt x="60" y="54"/>
                </ns1:lnTo>
                <ns1:close/>
                <ns1:moveTo>
                  <ns1:pt x="60" y="38"/>
                </ns1:moveTo>
                <ns1:cubicBezTo>
                  <ns1:pt x="60" y="38"/>
                  <ns1:pt x="60" y="38"/>
                  <ns1:pt x="60" y="38"/>
                </ns1:cubicBezTo>
                <ns1:cubicBezTo>
                  <ns1:pt x="58" y="40"/>
                  <ns1:pt x="49" y="44"/>
                  <ns1:pt x="32" y="44"/>
                </ns1:cubicBezTo>
                <ns1:cubicBezTo>
                  <ns1:pt x="15" y="44"/>
                  <ns1:pt x="6" y="40"/>
                  <ns1:pt x="4" y="38"/>
                </ns1:cubicBezTo>
                <ns1:cubicBezTo>
                  <ns1:pt x="4" y="38"/>
                  <ns1:pt x="4" y="38"/>
                  <ns1:pt x="4" y="38"/>
                </ns1:cubicBezTo>
                <ns1:cubicBezTo>
                  <ns1:pt x="4" y="29"/>
                  <ns1:pt x="4" y="29"/>
                  <ns1:pt x="4" y="29"/>
                </ns1:cubicBezTo>
                <ns1:cubicBezTo>
                  <ns1:pt x="9" y="32"/>
                  <ns1:pt x="20" y="34"/>
                  <ns1:pt x="32" y="34"/>
                </ns1:cubicBezTo>
                <ns1:cubicBezTo>
                  <ns1:pt x="44" y="34"/>
                  <ns1:pt x="55" y="32"/>
                  <ns1:pt x="60" y="29"/>
                </ns1:cubicBezTo>
                <ns1:lnTo>
                  <ns1:pt x="60" y="38"/>
                </ns1:lnTo>
                <ns1:close/>
              </ns1:path>
            </ns1:pathLst>
          </ns1:custGeom>
          <ns1:solidFill>
            <ns1:schemeClr val="tx1"/>
          </ns1:solidFill>
          <ns1:ln>
            <ns1:noFill/>
          </ns1:ln>
          <ns1:extLst/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id-ID" sz="2700"/>
          </ns1:p>
        </ns0:txBody>
      </ns0:sp>
      <ns0:grpSp>
        <ns0:nvGrpSpPr>
          <ns0:cNvPr id="205" name="Group 204"/>
          <ns0:cNvGrpSpPr/>
          <ns0:nvPr/>
        </ns0:nvGrpSpPr>
        <ns0:grpSpPr>
          <ns1:xfrm>
            <ns1:off x="368284" y="3681665"/>
            <ns1:ext cx="323402" cy="266415"/>
            <ns1:chOff x="9120188" y="247650"/>
            <ns1:chExt cx="720725" cy="593725"/>
          </ns1:xfrm>
          <ns1:solidFill>
            <ns1:schemeClr val="tx1"/>
          </ns1:solidFill>
        </ns0:grpSpPr>
        <ns0:sp>
          <ns0:nvSpPr>
            <ns0:cNvPr id="206" name="Freeform 5"/>
            <ns0:cNvSpPr>
              <ns1:spLocks noEditPoints="1"/>
            </ns0:cNvSpPr>
            <ns0:nvPr/>
          </ns0:nvSpPr>
          <ns0:spPr bwMode="auto">
            <ns1:xfrm>
              <ns1:off x="9120188" y="247650"/>
              <ns1:ext cx="720725" cy="593725"/>
            </ns1:xfrm>
            <ns1:custGeom>
              <ns1:avLst/>
              <ns1:gdLst>
                <ns1:gd name="T0" fmla="*/ 1401 w 1518"/>
                <ns1:gd name="T1" fmla="*/ 273 h 1251"/>
                <ns1:gd name="T2" fmla="*/ 1066 w 1518"/>
                <ns1:gd name="T3" fmla="*/ 273 h 1251"/>
                <ns1:gd name="T4" fmla="*/ 1014 w 1518"/>
                <ns1:gd name="T5" fmla="*/ 38 h 1251"/>
                <ns1:gd name="T6" fmla="*/ 974 w 1518"/>
                <ns1:gd name="T7" fmla="*/ 0 h 1251"/>
                <ns1:gd name="T8" fmla="*/ 558 w 1518"/>
                <ns1:gd name="T9" fmla="*/ 0 h 1251"/>
                <ns1:gd name="T10" fmla="*/ 518 w 1518"/>
                <ns1:gd name="T11" fmla="*/ 37 h 1251"/>
                <ns1:gd name="T12" fmla="*/ 466 w 1518"/>
                <ns1:gd name="T13" fmla="*/ 273 h 1251"/>
                <ns1:gd name="T14" fmla="*/ 118 w 1518"/>
                <ns1:gd name="T15" fmla="*/ 273 h 1251"/>
                <ns1:gd name="T16" fmla="*/ 0 w 1518"/>
                <ns1:gd name="T17" fmla="*/ 381 h 1251"/>
                <ns1:gd name="T18" fmla="*/ 0 w 1518"/>
                <ns1:gd name="T19" fmla="*/ 1127 h 1251"/>
                <ns1:gd name="T20" fmla="*/ 118 w 1518"/>
                <ns1:gd name="T21" fmla="*/ 1251 h 1251"/>
                <ns1:gd name="T22" fmla="*/ 1401 w 1518"/>
                <ns1:gd name="T23" fmla="*/ 1251 h 1251"/>
                <ns1:gd name="T24" fmla="*/ 1518 w 1518"/>
                <ns1:gd name="T25" fmla="*/ 1127 h 1251"/>
                <ns1:gd name="T26" fmla="*/ 1518 w 1518"/>
                <ns1:gd name="T27" fmla="*/ 381 h 1251"/>
                <ns1:gd name="T28" fmla="*/ 1401 w 1518"/>
                <ns1:gd name="T29" fmla="*/ 273 h 1251"/>
                <ns1:gd name="T30" fmla="*/ 766 w 1518"/>
                <ns1:gd name="T31" fmla="*/ 1127 h 1251"/>
                <ns1:gd name="T32" fmla="*/ 380 w 1518"/>
                <ns1:gd name="T33" fmla="*/ 740 h 1251"/>
                <ns1:gd name="T34" fmla="*/ 766 w 1518"/>
                <ns1:gd name="T35" fmla="*/ 354 h 1251"/>
                <ns1:gd name="T36" fmla="*/ 1153 w 1518"/>
                <ns1:gd name="T37" fmla="*/ 740 h 1251"/>
                <ns1:gd name="T38" fmla="*/ 766 w 1518"/>
                <ns1:gd name="T39" fmla="*/ 1127 h 1251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  <ns1:cxn ang="0">
                  <ns1:pos x="T30" y="T31"/>
                </ns1:cxn>
                <ns1:cxn ang="0">
                  <ns1:pos x="T32" y="T33"/>
                </ns1:cxn>
                <ns1:cxn ang="0">
                  <ns1:pos x="T34" y="T35"/>
                </ns1:cxn>
                <ns1:cxn ang="0">
                  <ns1:pos x="T36" y="T37"/>
                </ns1:cxn>
                <ns1:cxn ang="0">
                  <ns1:pos x="T38" y="T39"/>
                </ns1:cxn>
              </ns1:cxnLst>
              <ns1:rect l="0" t="0" r="r" b="b"/>
              <ns1:pathLst>
                <ns1:path w="1518" h="1251">
                  <ns1:moveTo>
                    <ns1:pt x="1401" y="273"/>
                  </ns1:moveTo>
                  <ns1:cubicBezTo>
                    <ns1:pt x="1066" y="273"/>
                    <ns1:pt x="1066" y="273"/>
                    <ns1:pt x="1066" y="273"/>
                  </ns1:cubicBezTo>
                  <ns1:cubicBezTo>
                    <ns1:pt x="1014" y="38"/>
                    <ns1:pt x="1014" y="38"/>
                    <ns1:pt x="1014" y="38"/>
                  </ns1:cubicBezTo>
                  <ns1:cubicBezTo>
                    <ns1:pt x="1010" y="20"/>
                    <ns1:pt x="992" y="0"/>
                    <ns1:pt x="974" y="0"/>
                  </ns1:cubicBezTo>
                  <ns1:cubicBezTo>
                    <ns1:pt x="558" y="0"/>
                    <ns1:pt x="558" y="0"/>
                    <ns1:pt x="558" y="0"/>
                  </ns1:cubicBezTo>
                  <ns1:cubicBezTo>
                    <ns1:pt x="540" y="0"/>
                    <ns1:pt x="522" y="19"/>
                    <ns1:pt x="518" y="37"/>
                  </ns1:cubicBezTo>
                  <ns1:cubicBezTo>
                    <ns1:pt x="466" y="273"/>
                    <ns1:pt x="466" y="273"/>
                    <ns1:pt x="466" y="273"/>
                  </ns1:cubicBezTo>
                  <ns1:cubicBezTo>
                    <ns1:pt x="118" y="273"/>
                    <ns1:pt x="118" y="273"/>
                    <ns1:pt x="118" y="273"/>
                  </ns1:cubicBezTo>
                  <ns1:cubicBezTo>
                    <ns1:pt x="53" y="273"/>
                    <ns1:pt x="0" y="317"/>
                    <ns1:pt x="0" y="381"/>
                  </ns1:cubicBezTo>
                  <ns1:cubicBezTo>
                    <ns1:pt x="0" y="1127"/>
                    <ns1:pt x="0" y="1127"/>
                    <ns1:pt x="0" y="1127"/>
                  </ns1:cubicBezTo>
                  <ns1:cubicBezTo>
                    <ns1:pt x="0" y="1191"/>
                    <ns1:pt x="53" y="1251"/>
                    <ns1:pt x="118" y="1251"/>
                  </ns1:cubicBezTo>
                  <ns1:cubicBezTo>
                    <ns1:pt x="1401" y="1251"/>
                    <ns1:pt x="1401" y="1251"/>
                    <ns1:pt x="1401" y="1251"/>
                  </ns1:cubicBezTo>
                  <ns1:cubicBezTo>
                    <ns1:pt x="1466" y="1251"/>
                    <ns1:pt x="1518" y="1191"/>
                    <ns1:pt x="1518" y="1127"/>
                  </ns1:cubicBezTo>
                  <ns1:cubicBezTo>
                    <ns1:pt x="1518" y="381"/>
                    <ns1:pt x="1518" y="381"/>
                    <ns1:pt x="1518" y="381"/>
                  </ns1:cubicBezTo>
                  <ns1:cubicBezTo>
                    <ns1:pt x="1518" y="317"/>
                    <ns1:pt x="1466" y="273"/>
                    <ns1:pt x="1401" y="273"/>
                  </ns1:cubicBezTo>
                  <ns1:close/>
                  <ns1:moveTo>
                    <ns1:pt x="766" y="1127"/>
                  </ns1:moveTo>
                  <ns1:cubicBezTo>
                    <ns1:pt x="553" y="1127"/>
                    <ns1:pt x="380" y="954"/>
                    <ns1:pt x="380" y="740"/>
                  </ns1:cubicBezTo>
                  <ns1:cubicBezTo>
                    <ns1:pt x="380" y="527"/>
                    <ns1:pt x="553" y="354"/>
                    <ns1:pt x="766" y="354"/>
                  </ns1:cubicBezTo>
                  <ns1:cubicBezTo>
                    <ns1:pt x="980" y="354"/>
                    <ns1:pt x="1153" y="527"/>
                    <ns1:pt x="1153" y="740"/>
                  </ns1:cubicBezTo>
                  <ns1:cubicBezTo>
                    <ns1:pt x="1153" y="954"/>
                    <ns1:pt x="980" y="1127"/>
                    <ns1:pt x="766" y="1127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207" name="Oval 6"/>
            <ns0:cNvSpPr>
              <ns1:spLocks noChangeArrowheads="1"/>
            </ns0:cNvSpPr>
            <ns0:nvPr/>
          </ns0:nvSpPr>
          <ns0:spPr bwMode="auto">
            <ns1:xfrm>
              <ns1:off x="9356726" y="471488"/>
              <ns1:ext cx="254000" cy="254000"/>
            </ns1:xfrm>
            <ns1:prstGeom prst="ellipse">
              <ns1:avLst/>
            </ns1:pr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</ns0:grpSp>
      <ns0:grpSp>
        <ns0:nvGrpSpPr>
          <ns0:cNvPr id="208" name="Group 207"/>
          <ns0:cNvGrpSpPr/>
          <ns0:nvPr/>
        </ns0:nvGrpSpPr>
        <ns0:grpSpPr>
          <ns1:xfrm>
            <ns1:off x="7524829" y="2792207"/>
            <ns1:ext cx="364587" cy="412452"/>
            <ns1:chOff x="8366125" y="614363"/>
            <ns1:chExt cx="568325" cy="642938"/>
          </ns1:xfrm>
          <ns1:solidFill>
            <ns1:schemeClr val="tx1"/>
          </ns1:solidFill>
        </ns0:grpSpPr>
        <ns0:sp>
          <ns0:nvSpPr>
            <ns0:cNvPr id="209" name="Freeform 10"/>
            <ns0:cNvSpPr>
              <ns1:spLocks/>
            </ns0:cNvSpPr>
            <ns0:nvPr/>
          </ns0:nvSpPr>
          <ns0:spPr bwMode="auto">
            <ns1:xfrm>
              <ns1:off x="8439150" y="833438"/>
              <ns1:ext cx="422275" cy="269875"/>
            </ns1:xfrm>
            <ns1:custGeom>
              <ns1:avLst/>
              <ns1:gdLst>
                <ns1:gd name="T0" fmla="*/ 582 w 592"/>
                <ns1:gd name="T1" fmla="*/ 18 h 380"/>
                <ns1:gd name="T2" fmla="*/ 295 w 592"/>
                <ns1:gd name="T3" fmla="*/ 264 h 380"/>
                <ns1:gd name="T4" fmla="*/ 112 w 592"/>
                <ns1:gd name="T5" fmla="*/ 115 h 380"/>
                <ns1:gd name="T6" fmla="*/ 0 w 592"/>
                <ns1:gd name="T7" fmla="*/ 191 h 380"/>
                <ns1:gd name="T8" fmla="*/ 0 w 592"/>
                <ns1:gd name="T9" fmla="*/ 342 h 380"/>
                <ns1:gd name="T10" fmla="*/ 33 w 592"/>
                <ns1:gd name="T11" fmla="*/ 380 h 380"/>
                <ns1:gd name="T12" fmla="*/ 553 w 592"/>
                <ns1:gd name="T13" fmla="*/ 380 h 380"/>
                <ns1:gd name="T14" fmla="*/ 592 w 592"/>
                <ns1:gd name="T15" fmla="*/ 342 h 380"/>
                <ns1:gd name="T16" fmla="*/ 592 w 592"/>
                <ns1:gd name="T17" fmla="*/ 20 h 380"/>
                <ns1:gd name="T18" fmla="*/ 582 w 592"/>
                <ns1:gd name="T19" fmla="*/ 18 h 380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</ns1:cxnLst>
              <ns1:rect l="0" t="0" r="r" b="b"/>
              <ns1:pathLst>
                <ns1:path w="592" h="380">
                  <ns1:moveTo>
                    <ns1:pt x="582" y="18"/>
                  </ns1:moveTo>
                  <ns1:cubicBezTo>
                    <ns1:pt x="463" y="0"/>
                    <ns1:pt x="375" y="251"/>
                    <ns1:pt x="295" y="264"/>
                  </ns1:cubicBezTo>
                  <ns1:cubicBezTo>
                    <ns1:pt x="215" y="277"/>
                    <ns1:pt x="190" y="119"/>
                    <ns1:pt x="112" y="115"/>
                  </ns1:cubicBezTo>
                  <ns1:cubicBezTo>
                    <ns1:pt x="70" y="113"/>
                    <ns1:pt x="28" y="153"/>
                    <ns1:pt x="0" y="191"/>
                  </ns1:cubicBezTo>
                  <ns1:cubicBezTo>
                    <ns1:pt x="0" y="342"/>
                    <ns1:pt x="0" y="342"/>
                    <ns1:pt x="0" y="342"/>
                  </ns1:cubicBezTo>
                  <ns1:cubicBezTo>
                    <ns1:pt x="0" y="363"/>
                    <ns1:pt x="13" y="380"/>
                    <ns1:pt x="33" y="380"/>
                  </ns1:cubicBezTo>
                  <ns1:cubicBezTo>
                    <ns1:pt x="553" y="380"/>
                    <ns1:pt x="553" y="380"/>
                    <ns1:pt x="553" y="380"/>
                  </ns1:cubicBezTo>
                  <ns1:cubicBezTo>
                    <ns1:pt x="573" y="380"/>
                    <ns1:pt x="592" y="363"/>
                    <ns1:pt x="592" y="342"/>
                  </ns1:cubicBezTo>
                  <ns1:cubicBezTo>
                    <ns1:pt x="592" y="20"/>
                    <ns1:pt x="592" y="20"/>
                    <ns1:pt x="592" y="20"/>
                  </ns1:cubicBezTo>
                  <ns1:cubicBezTo>
                    <ns1:pt x="592" y="19"/>
                    <ns1:pt x="585" y="19"/>
                    <ns1:pt x="582" y="18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210" name="Freeform 11"/>
            <ns0:cNvSpPr>
              <ns1:spLocks/>
            </ns0:cNvSpPr>
            <ns0:nvPr/>
          </ns0:nvSpPr>
          <ns0:spPr bwMode="auto">
            <ns1:xfrm>
              <ns1:off x="8439150" y="687388"/>
              <ns1:ext cx="114300" cy="125413"/>
            </ns1:xfrm>
            <ns1:custGeom>
              <ns1:avLst/>
              <ns1:gdLst>
                <ns1:gd name="T0" fmla="*/ 161 w 161"/>
                <ns1:gd name="T1" fmla="*/ 81 h 177"/>
                <ns1:gd name="T2" fmla="*/ 117 w 161"/>
                <ns1:gd name="T3" fmla="*/ 0 h 177"/>
                <ns1:gd name="T4" fmla="*/ 37 w 161"/>
                <ns1:gd name="T5" fmla="*/ 0 h 177"/>
                <ns1:gd name="T6" fmla="*/ 0 w 161"/>
                <ns1:gd name="T7" fmla="*/ 40 h 177"/>
                <ns1:gd name="T8" fmla="*/ 0 w 161"/>
                <ns1:gd name="T9" fmla="*/ 149 h 177"/>
                <ns1:gd name="T10" fmla="*/ 67 w 161"/>
                <ns1:gd name="T11" fmla="*/ 177 h 177"/>
                <ns1:gd name="T12" fmla="*/ 161 w 161"/>
                <ns1:gd name="T13" fmla="*/ 81 h 177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</ns1:cxnLst>
              <ns1:rect l="0" t="0" r="r" b="b"/>
              <ns1:pathLst>
                <ns1:path w="161" h="177">
                  <ns1:moveTo>
                    <ns1:pt x="161" y="81"/>
                  </ns1:moveTo>
                  <ns1:cubicBezTo>
                    <ns1:pt x="161" y="47"/>
                    <ns1:pt x="143" y="16"/>
                    <ns1:pt x="117" y="0"/>
                  </ns1:cubicBezTo>
                  <ns1:cubicBezTo>
                    <ns1:pt x="37" y="0"/>
                    <ns1:pt x="37" y="0"/>
                    <ns1:pt x="37" y="0"/>
                  </ns1:cubicBezTo>
                  <ns1:cubicBezTo>
                    <ns1:pt x="15" y="0"/>
                    <ns1:pt x="0" y="18"/>
                    <ns1:pt x="0" y="40"/>
                  </ns1:cubicBezTo>
                  <ns1:cubicBezTo>
                    <ns1:pt x="0" y="149"/>
                    <ns1:pt x="0" y="149"/>
                    <ns1:pt x="0" y="149"/>
                  </ns1:cubicBezTo>
                  <ns1:cubicBezTo>
                    <ns1:pt x="16" y="166"/>
                    <ns1:pt x="40" y="177"/>
                    <ns1:pt x="67" y="177"/>
                  </ns1:cubicBezTo>
                  <ns1:cubicBezTo>
                    <ns1:pt x="120" y="177"/>
                    <ns1:pt x="161" y="134"/>
                    <ns1:pt x="161" y="81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211" name="Freeform 12"/>
            <ns0:cNvSpPr>
              <ns1:spLocks noEditPoints="1"/>
            </ns0:cNvSpPr>
            <ns0:nvPr/>
          </ns0:nvSpPr>
          <ns0:spPr bwMode="auto">
            <ns1:xfrm>
              <ns1:off x="8366125" y="614363"/>
              <ns1:ext cx="568325" cy="642938"/>
            </ns1:xfrm>
            <ns1:custGeom>
              <ns1:avLst/>
              <ns1:gdLst>
                <ns1:gd name="T0" fmla="*/ 757 w 800"/>
                <ns1:gd name="T1" fmla="*/ 0 h 904"/>
                <ns1:gd name="T2" fmla="*/ 37 w 800"/>
                <ns1:gd name="T3" fmla="*/ 0 h 904"/>
                <ns1:gd name="T4" fmla="*/ 0 w 800"/>
                <ns1:gd name="T5" fmla="*/ 40 h 904"/>
                <ns1:gd name="T6" fmla="*/ 0 w 800"/>
                <ns1:gd name="T7" fmla="*/ 864 h 904"/>
                <ns1:gd name="T8" fmla="*/ 37 w 800"/>
                <ns1:gd name="T9" fmla="*/ 904 h 904"/>
                <ns1:gd name="T10" fmla="*/ 757 w 800"/>
                <ns1:gd name="T11" fmla="*/ 904 h 904"/>
                <ns1:gd name="T12" fmla="*/ 800 w 800"/>
                <ns1:gd name="T13" fmla="*/ 864 h 904"/>
                <ns1:gd name="T14" fmla="*/ 800 w 800"/>
                <ns1:gd name="T15" fmla="*/ 693 h 904"/>
                <ns1:gd name="T16" fmla="*/ 800 w 800"/>
                <ns1:gd name="T17" fmla="*/ 375 h 904"/>
                <ns1:gd name="T18" fmla="*/ 800 w 800"/>
                <ns1:gd name="T19" fmla="*/ 40 h 904"/>
                <ns1:gd name="T20" fmla="*/ 757 w 800"/>
                <ns1:gd name="T21" fmla="*/ 0 h 904"/>
                <ns1:gd name="T22" fmla="*/ 724 w 800"/>
                <ns1:gd name="T23" fmla="*/ 323 h 904"/>
                <ns1:gd name="T24" fmla="*/ 724 w 800"/>
                <ns1:gd name="T25" fmla="*/ 676 h 904"/>
                <ns1:gd name="T26" fmla="*/ 681 w 800"/>
                <ns1:gd name="T27" fmla="*/ 716 h 904"/>
                <ns1:gd name="T28" fmla="*/ 113 w 800"/>
                <ns1:gd name="T29" fmla="*/ 716 h 904"/>
                <ns1:gd name="T30" fmla="*/ 76 w 800"/>
                <ns1:gd name="T31" fmla="*/ 676 h 904"/>
                <ns1:gd name="T32" fmla="*/ 76 w 800"/>
                <ns1:gd name="T33" fmla="*/ 511 h 904"/>
                <ns1:gd name="T34" fmla="*/ 76 w 800"/>
                <ns1:gd name="T35" fmla="*/ 116 h 904"/>
                <ns1:gd name="T36" fmla="*/ 113 w 800"/>
                <ns1:gd name="T37" fmla="*/ 76 h 904"/>
                <ns1:gd name="T38" fmla="*/ 681 w 800"/>
                <ns1:gd name="T39" fmla="*/ 76 h 904"/>
                <ns1:gd name="T40" fmla="*/ 724 w 800"/>
                <ns1:gd name="T41" fmla="*/ 116 h 904"/>
                <ns1:gd name="T42" fmla="*/ 724 w 800"/>
                <ns1:gd name="T43" fmla="*/ 323 h 904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  <ns1:cxn ang="0">
                  <ns1:pos x="T30" y="T31"/>
                </ns1:cxn>
                <ns1:cxn ang="0">
                  <ns1:pos x="T32" y="T33"/>
                </ns1:cxn>
                <ns1:cxn ang="0">
                  <ns1:pos x="T34" y="T35"/>
                </ns1:cxn>
                <ns1:cxn ang="0">
                  <ns1:pos x="T36" y="T37"/>
                </ns1:cxn>
                <ns1:cxn ang="0">
                  <ns1:pos x="T38" y="T39"/>
                </ns1:cxn>
                <ns1:cxn ang="0">
                  <ns1:pos x="T40" y="T41"/>
                </ns1:cxn>
                <ns1:cxn ang="0">
                  <ns1:pos x="T42" y="T43"/>
                </ns1:cxn>
              </ns1:cxnLst>
              <ns1:rect l="0" t="0" r="r" b="b"/>
              <ns1:pathLst>
                <ns1:path w="800" h="904">
                  <ns1:moveTo>
                    <ns1:pt x="757" y="0"/>
                  </ns1:moveTo>
                  <ns1:cubicBezTo>
                    <ns1:pt x="37" y="0"/>
                    <ns1:pt x="37" y="0"/>
                    <ns1:pt x="37" y="0"/>
                  </ns1:cubicBezTo>
                  <ns1:cubicBezTo>
                    <ns1:pt x="15" y="0"/>
                    <ns1:pt x="0" y="18"/>
                    <ns1:pt x="0" y="40"/>
                  </ns1:cubicBezTo>
                  <ns1:cubicBezTo>
                    <ns1:pt x="0" y="864"/>
                    <ns1:pt x="0" y="864"/>
                    <ns1:pt x="0" y="864"/>
                  </ns1:cubicBezTo>
                  <ns1:cubicBezTo>
                    <ns1:pt x="0" y="886"/>
                    <ns1:pt x="15" y="904"/>
                    <ns1:pt x="37" y="904"/>
                  </ns1:cubicBezTo>
                  <ns1:cubicBezTo>
                    <ns1:pt x="757" y="904"/>
                    <ns1:pt x="757" y="904"/>
                    <ns1:pt x="757" y="904"/>
                  </ns1:cubicBezTo>
                  <ns1:cubicBezTo>
                    <ns1:pt x="779" y="904"/>
                    <ns1:pt x="800" y="886"/>
                    <ns1:pt x="800" y="864"/>
                  </ns1:cubicBezTo>
                  <ns1:cubicBezTo>
                    <ns1:pt x="800" y="693"/>
                    <ns1:pt x="800" y="693"/>
                    <ns1:pt x="800" y="693"/>
                  </ns1:cubicBezTo>
                  <ns1:cubicBezTo>
                    <ns1:pt x="800" y="375"/>
                    <ns1:pt x="800" y="375"/>
                    <ns1:pt x="800" y="375"/>
                  </ns1:cubicBezTo>
                  <ns1:cubicBezTo>
                    <ns1:pt x="800" y="40"/>
                    <ns1:pt x="800" y="40"/>
                    <ns1:pt x="800" y="40"/>
                  </ns1:cubicBezTo>
                  <ns1:cubicBezTo>
                    <ns1:pt x="800" y="18"/>
                    <ns1:pt x="779" y="0"/>
                    <ns1:pt x="757" y="0"/>
                  </ns1:cubicBezTo>
                  <ns1:close/>
                  <ns1:moveTo>
                    <ns1:pt x="724" y="323"/>
                  </ns1:moveTo>
                  <ns1:cubicBezTo>
                    <ns1:pt x="724" y="676"/>
                    <ns1:pt x="724" y="676"/>
                    <ns1:pt x="724" y="676"/>
                  </ns1:cubicBezTo>
                  <ns1:cubicBezTo>
                    <ns1:pt x="724" y="698"/>
                    <ns1:pt x="703" y="716"/>
                    <ns1:pt x="681" y="716"/>
                  </ns1:cubicBezTo>
                  <ns1:cubicBezTo>
                    <ns1:pt x="113" y="716"/>
                    <ns1:pt x="113" y="716"/>
                    <ns1:pt x="113" y="716"/>
                  </ns1:cubicBezTo>
                  <ns1:cubicBezTo>
                    <ns1:pt x="91" y="716"/>
                    <ns1:pt x="76" y="698"/>
                    <ns1:pt x="76" y="676"/>
                  </ns1:cubicBezTo>
                  <ns1:cubicBezTo>
                    <ns1:pt x="76" y="511"/>
                    <ns1:pt x="76" y="511"/>
                    <ns1:pt x="76" y="511"/>
                  </ns1:cubicBezTo>
                  <ns1:cubicBezTo>
                    <ns1:pt x="76" y="116"/>
                    <ns1:pt x="76" y="116"/>
                    <ns1:pt x="76" y="116"/>
                  </ns1:cubicBezTo>
                  <ns1:cubicBezTo>
                    <ns1:pt x="76" y="94"/>
                    <ns1:pt x="91" y="76"/>
                    <ns1:pt x="113" y="76"/>
                  </ns1:cubicBezTo>
                  <ns1:cubicBezTo>
                    <ns1:pt x="681" y="76"/>
                    <ns1:pt x="681" y="76"/>
                    <ns1:pt x="681" y="76"/>
                  </ns1:cubicBezTo>
                  <ns1:cubicBezTo>
                    <ns1:pt x="703" y="76"/>
                    <ns1:pt x="724" y="94"/>
                    <ns1:pt x="724" y="116"/>
                  </ns1:cubicBezTo>
                  <ns1:lnTo>
                    <ns1:pt x="724" y="323"/>
                  </ns1:ln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</ns0:grpSp>
      <ns0:sp>
        <ns0:nvSpPr>
          <ns0:cNvPr id="212" name="Freeform 16"/>
          <ns0:cNvSpPr>
            <ns1:spLocks noEditPoints="1"/>
          </ns0:cNvSpPr>
          <ns0:nvPr/>
        </ns0:nvSpPr>
        <ns0:spPr bwMode="auto">
          <ns1:xfrm>
            <ns1:off x="6397836" y="2832541"/>
            <ns1:ext cx="479425" cy="331787"/>
          </ns1:xfrm>
          <ns1:custGeom>
            <ns1:avLst/>
            <ns1:gdLst>
              <ns1:gd name="T0" fmla="*/ 835 w 896"/>
              <ns1:gd name="T1" fmla="*/ 273 h 620"/>
              <ns1:gd name="T2" fmla="*/ 833 w 896"/>
              <ns1:gd name="T3" fmla="*/ 273 h 620"/>
              <ns1:gd name="T4" fmla="*/ 706 w 896"/>
              <ns1:gd name="T5" fmla="*/ 51 h 620"/>
              <ns1:gd name="T6" fmla="*/ 606 w 896"/>
              <ns1:gd name="T7" fmla="*/ 0 h 620"/>
              <ns1:gd name="T8" fmla="*/ 595 w 896"/>
              <ns1:gd name="T9" fmla="*/ 0 h 620"/>
              <ns1:gd name="T10" fmla="*/ 505 w 896"/>
              <ns1:gd name="T11" fmla="*/ 0 h 620"/>
              <ns1:gd name="T12" fmla="*/ 385 w 896"/>
              <ns1:gd name="T13" fmla="*/ 0 h 620"/>
              <ns1:gd name="T14" fmla="*/ 296 w 896"/>
              <ns1:gd name="T15" fmla="*/ 0 h 620"/>
              <ns1:gd name="T16" fmla="*/ 284 w 896"/>
              <ns1:gd name="T17" fmla="*/ 0 h 620"/>
              <ns1:gd name="T18" fmla="*/ 185 w 896"/>
              <ns1:gd name="T19" fmla="*/ 51 h 620"/>
              <ns1:gd name="T20" fmla="*/ 58 w 896"/>
              <ns1:gd name="T21" fmla="*/ 273 h 620"/>
              <ns1:gd name="T22" fmla="*/ 59 w 896"/>
              <ns1:gd name="T23" fmla="*/ 274 h 620"/>
              <ns1:gd name="T24" fmla="*/ 0 w 896"/>
              <ns1:gd name="T25" fmla="*/ 382 h 620"/>
              <ns1:gd name="T26" fmla="*/ 0 w 896"/>
              <ns1:gd name="T27" fmla="*/ 492 h 620"/>
              <ns1:gd name="T28" fmla="*/ 68 w 896"/>
              <ns1:gd name="T29" fmla="*/ 492 h 620"/>
              <ns1:gd name="T30" fmla="*/ 68 w 896"/>
              <ns1:gd name="T31" fmla="*/ 556 h 620"/>
              <ns1:gd name="T32" fmla="*/ 134 w 896"/>
              <ns1:gd name="T33" fmla="*/ 620 h 620"/>
              <ns1:gd name="T34" fmla="*/ 200 w 896"/>
              <ns1:gd name="T35" fmla="*/ 556 h 620"/>
              <ns1:gd name="T36" fmla="*/ 200 w 896"/>
              <ns1:gd name="T37" fmla="*/ 492 h 620"/>
              <ns1:gd name="T38" fmla="*/ 385 w 896"/>
              <ns1:gd name="T39" fmla="*/ 492 h 620"/>
              <ns1:gd name="T40" fmla="*/ 505 w 896"/>
              <ns1:gd name="T41" fmla="*/ 492 h 620"/>
              <ns1:gd name="T42" fmla="*/ 696 w 896"/>
              <ns1:gd name="T43" fmla="*/ 492 h 620"/>
              <ns1:gd name="T44" fmla="*/ 696 w 896"/>
              <ns1:gd name="T45" fmla="*/ 556 h 620"/>
              <ns1:gd name="T46" fmla="*/ 762 w 896"/>
              <ns1:gd name="T47" fmla="*/ 620 h 620"/>
              <ns1:gd name="T48" fmla="*/ 828 w 896"/>
              <ns1:gd name="T49" fmla="*/ 556 h 620"/>
              <ns1:gd name="T50" fmla="*/ 828 w 896"/>
              <ns1:gd name="T51" fmla="*/ 492 h 620"/>
              <ns1:gd name="T52" fmla="*/ 896 w 896"/>
              <ns1:gd name="T53" fmla="*/ 492 h 620"/>
              <ns1:gd name="T54" fmla="*/ 896 w 896"/>
              <ns1:gd name="T55" fmla="*/ 382 h 620"/>
              <ns1:gd name="T56" fmla="*/ 835 w 896"/>
              <ns1:gd name="T57" fmla="*/ 273 h 620"/>
              <ns1:gd name="T58" fmla="*/ 196 w 896"/>
              <ns1:gd name="T59" fmla="*/ 399 h 620"/>
              <ns1:gd name="T60" fmla="*/ 132 w 896"/>
              <ns1:gd name="T61" fmla="*/ 449 h 620"/>
              <ns1:gd name="T62" fmla="*/ 68 w 896"/>
              <ns1:gd name="T63" fmla="*/ 385 h 620"/>
              <ns1:gd name="T64" fmla="*/ 132 w 896"/>
              <ns1:gd name="T65" fmla="*/ 320 h 620"/>
              <ns1:gd name="T66" fmla="*/ 160 w 896"/>
              <ns1:gd name="T67" fmla="*/ 326 h 620"/>
              <ns1:gd name="T68" fmla="*/ 197 w 896"/>
              <ns1:gd name="T69" fmla="*/ 385 h 620"/>
              <ns1:gd name="T70" fmla="*/ 196 w 896"/>
              <ns1:gd name="T71" fmla="*/ 399 h 620"/>
              <ns1:gd name="T72" fmla="*/ 165 w 896"/>
              <ns1:gd name="T73" fmla="*/ 256 h 620"/>
              <ns1:gd name="T74" fmla="*/ 246 w 896"/>
              <ns1:gd name="T75" fmla="*/ 113 h 620"/>
              <ns1:gd name="T76" fmla="*/ 325 w 896"/>
              <ns1:gd name="T77" fmla="*/ 72 h 620"/>
              <ns1:gd name="T78" fmla="*/ 334 w 896"/>
              <ns1:gd name="T79" fmla="*/ 72 h 620"/>
              <ns1:gd name="T80" fmla="*/ 556 w 896"/>
              <ns1:gd name="T81" fmla="*/ 72 h 620"/>
              <ns1:gd name="T82" fmla="*/ 565 w 896"/>
              <ns1:gd name="T83" fmla="*/ 72 h 620"/>
              <ns1:gd name="T84" fmla="*/ 644 w 896"/>
              <ns1:gd name="T85" fmla="*/ 113 h 620"/>
              <ns1:gd name="T86" fmla="*/ 725 w 896"/>
              <ns1:gd name="T87" fmla="*/ 256 h 620"/>
              <ns1:gd name="T88" fmla="*/ 165 w 896"/>
              <ns1:gd name="T89" fmla="*/ 256 h 620"/>
              <ns1:gd name="T90" fmla="*/ 758 w 896"/>
              <ns1:gd name="T91" fmla="*/ 449 h 620"/>
              <ns1:gd name="T92" fmla="*/ 695 w 896"/>
              <ns1:gd name="T93" fmla="*/ 399 h 620"/>
              <ns1:gd name="T94" fmla="*/ 693 w 896"/>
              <ns1:gd name="T95" fmla="*/ 385 h 620"/>
              <ns1:gd name="T96" fmla="*/ 730 w 896"/>
              <ns1:gd name="T97" fmla="*/ 326 h 620"/>
              <ns1:gd name="T98" fmla="*/ 758 w 896"/>
              <ns1:gd name="T99" fmla="*/ 320 h 620"/>
              <ns1:gd name="T100" fmla="*/ 823 w 896"/>
              <ns1:gd name="T101" fmla="*/ 385 h 620"/>
              <ns1:gd name="T102" fmla="*/ 758 w 896"/>
              <ns1:gd name="T103" fmla="*/ 449 h 620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  <ns1:cxn ang="0">
                <ns1:pos x="T32" y="T33"/>
              </ns1:cxn>
              <ns1:cxn ang="0">
                <ns1:pos x="T34" y="T35"/>
              </ns1:cxn>
              <ns1:cxn ang="0">
                <ns1:pos x="T36" y="T37"/>
              </ns1:cxn>
              <ns1:cxn ang="0">
                <ns1:pos x="T38" y="T39"/>
              </ns1:cxn>
              <ns1:cxn ang="0">
                <ns1:pos x="T40" y="T41"/>
              </ns1:cxn>
              <ns1:cxn ang="0">
                <ns1:pos x="T42" y="T43"/>
              </ns1:cxn>
              <ns1:cxn ang="0">
                <ns1:pos x="T44" y="T45"/>
              </ns1:cxn>
              <ns1:cxn ang="0">
                <ns1:pos x="T46" y="T47"/>
              </ns1:cxn>
              <ns1:cxn ang="0">
                <ns1:pos x="T48" y="T49"/>
              </ns1:cxn>
              <ns1:cxn ang="0">
                <ns1:pos x="T50" y="T51"/>
              </ns1:cxn>
              <ns1:cxn ang="0">
                <ns1:pos x="T52" y="T53"/>
              </ns1:cxn>
              <ns1:cxn ang="0">
                <ns1:pos x="T54" y="T55"/>
              </ns1:cxn>
              <ns1:cxn ang="0">
                <ns1:pos x="T56" y="T57"/>
              </ns1:cxn>
              <ns1:cxn ang="0">
                <ns1:pos x="T58" y="T59"/>
              </ns1:cxn>
              <ns1:cxn ang="0">
                <ns1:pos x="T60" y="T61"/>
              </ns1:cxn>
              <ns1:cxn ang="0">
                <ns1:pos x="T62" y="T63"/>
              </ns1:cxn>
              <ns1:cxn ang="0">
                <ns1:pos x="T64" y="T65"/>
              </ns1:cxn>
              <ns1:cxn ang="0">
                <ns1:pos x="T66" y="T67"/>
              </ns1:cxn>
              <ns1:cxn ang="0">
                <ns1:pos x="T68" y="T69"/>
              </ns1:cxn>
              <ns1:cxn ang="0">
                <ns1:pos x="T70" y="T71"/>
              </ns1:cxn>
              <ns1:cxn ang="0">
                <ns1:pos x="T72" y="T73"/>
              </ns1:cxn>
              <ns1:cxn ang="0">
                <ns1:pos x="T74" y="T75"/>
              </ns1:cxn>
              <ns1:cxn ang="0">
                <ns1:pos x="T76" y="T77"/>
              </ns1:cxn>
              <ns1:cxn ang="0">
                <ns1:pos x="T78" y="T79"/>
              </ns1:cxn>
              <ns1:cxn ang="0">
                <ns1:pos x="T80" y="T81"/>
              </ns1:cxn>
              <ns1:cxn ang="0">
                <ns1:pos x="T82" y="T83"/>
              </ns1:cxn>
              <ns1:cxn ang="0">
                <ns1:pos x="T84" y="T85"/>
              </ns1:cxn>
              <ns1:cxn ang="0">
                <ns1:pos x="T86" y="T87"/>
              </ns1:cxn>
              <ns1:cxn ang="0">
                <ns1:pos x="T88" y="T89"/>
              </ns1:cxn>
              <ns1:cxn ang="0">
                <ns1:pos x="T90" y="T91"/>
              </ns1:cxn>
              <ns1:cxn ang="0">
                <ns1:pos x="T92" y="T93"/>
              </ns1:cxn>
              <ns1:cxn ang="0">
                <ns1:pos x="T94" y="T95"/>
              </ns1:cxn>
              <ns1:cxn ang="0">
                <ns1:pos x="T96" y="T97"/>
              </ns1:cxn>
              <ns1:cxn ang="0">
                <ns1:pos x="T98" y="T99"/>
              </ns1:cxn>
              <ns1:cxn ang="0">
                <ns1:pos x="T100" y="T101"/>
              </ns1:cxn>
              <ns1:cxn ang="0">
                <ns1:pos x="T102" y="T103"/>
              </ns1:cxn>
            </ns1:cxnLst>
            <ns1:rect l="0" t="0" r="r" b="b"/>
            <ns1:pathLst>
              <ns1:path w="896" h="620">
                <ns1:moveTo>
                  <ns1:pt x="835" y="273"/>
                </ns1:moveTo>
                <ns1:cubicBezTo>
                  <ns1:pt x="834" y="273"/>
                  <ns1:pt x="834" y="273"/>
                  <ns1:pt x="833" y="273"/>
                </ns1:cubicBezTo>
                <ns1:cubicBezTo>
                  <ns1:pt x="706" y="51"/>
                  <ns1:pt x="706" y="51"/>
                  <ns1:pt x="706" y="51"/>
                </ns1:cubicBezTo>
                <ns1:cubicBezTo>
                  <ns1:pt x="689" y="21"/>
                  <ns1:pt x="644" y="0"/>
                  <ns1:pt x="606" y="0"/>
                </ns1:cubicBezTo>
                <ns1:cubicBezTo>
                  <ns1:pt x="595" y="0"/>
                  <ns1:pt x="595" y="0"/>
                  <ns1:pt x="595" y="0"/>
                </ns1:cubicBezTo>
                <ns1:cubicBezTo>
                  <ns1:pt x="505" y="0"/>
                  <ns1:pt x="505" y="0"/>
                  <ns1:pt x="505" y="0"/>
                </ns1:cubicBezTo>
                <ns1:cubicBezTo>
                  <ns1:pt x="385" y="0"/>
                  <ns1:pt x="385" y="0"/>
                  <ns1:pt x="385" y="0"/>
                </ns1:cubicBezTo>
                <ns1:cubicBezTo>
                  <ns1:pt x="296" y="0"/>
                  <ns1:pt x="296" y="0"/>
                  <ns1:pt x="296" y="0"/>
                </ns1:cubicBezTo>
                <ns1:cubicBezTo>
                  <ns1:pt x="284" y="0"/>
                  <ns1:pt x="284" y="0"/>
                  <ns1:pt x="284" y="0"/>
                </ns1:cubicBezTo>
                <ns1:cubicBezTo>
                  <ns1:pt x="246" y="0"/>
                  <ns1:pt x="202" y="21"/>
                  <ns1:pt x="185" y="51"/>
                </ns1:cubicBezTo>
                <ns1:cubicBezTo>
                  <ns1:pt x="58" y="273"/>
                  <ns1:pt x="58" y="273"/>
                  <ns1:pt x="58" y="273"/>
                </ns1:cubicBezTo>
                <ns1:cubicBezTo>
                  <ns1:pt x="58" y="274"/>
                  <ns1:pt x="59" y="274"/>
                  <ns1:pt x="59" y="274"/>
                </ns1:cubicBezTo>
                <ns1:cubicBezTo>
                  <ns1:pt x="23" y="296"/>
                  <ns1:pt x="0" y="336"/>
                  <ns1:pt x="0" y="382"/>
                </ns1:cubicBezTo>
                <ns1:cubicBezTo>
                  <ns1:pt x="0" y="492"/>
                  <ns1:pt x="0" y="492"/>
                  <ns1:pt x="0" y="492"/>
                </ns1:cubicBezTo>
                <ns1:cubicBezTo>
                  <ns1:pt x="68" y="492"/>
                  <ns1:pt x="68" y="492"/>
                  <ns1:pt x="68" y="492"/>
                </ns1:cubicBezTo>
                <ns1:cubicBezTo>
                  <ns1:pt x="68" y="556"/>
                  <ns1:pt x="68" y="556"/>
                  <ns1:pt x="68" y="556"/>
                </ns1:cubicBezTo>
                <ns1:cubicBezTo>
                  <ns1:pt x="68" y="591"/>
                  <ns1:pt x="98" y="620"/>
                  <ns1:pt x="134" y="620"/>
                </ns1:cubicBezTo>
                <ns1:cubicBezTo>
                  <ns1:pt x="170" y="620"/>
                  <ns1:pt x="200" y="591"/>
                  <ns1:pt x="200" y="556"/>
                </ns1:cubicBezTo>
                <ns1:cubicBezTo>
                  <ns1:pt x="200" y="492"/>
                  <ns1:pt x="200" y="492"/>
                  <ns1:pt x="200" y="492"/>
                </ns1:cubicBezTo>
                <ns1:cubicBezTo>
                  <ns1:pt x="385" y="492"/>
                  <ns1:pt x="385" y="492"/>
                  <ns1:pt x="385" y="492"/>
                </ns1:cubicBezTo>
                <ns1:cubicBezTo>
                  <ns1:pt x="505" y="492"/>
                  <ns1:pt x="505" y="492"/>
                  <ns1:pt x="505" y="492"/>
                </ns1:cubicBezTo>
                <ns1:cubicBezTo>
                  <ns1:pt x="696" y="492"/>
                  <ns1:pt x="696" y="492"/>
                  <ns1:pt x="696" y="492"/>
                </ns1:cubicBezTo>
                <ns1:cubicBezTo>
                  <ns1:pt x="696" y="556"/>
                  <ns1:pt x="696" y="556"/>
                  <ns1:pt x="696" y="556"/>
                </ns1:cubicBezTo>
                <ns1:cubicBezTo>
                  <ns1:pt x="696" y="591"/>
                  <ns1:pt x="726" y="620"/>
                  <ns1:pt x="762" y="620"/>
                </ns1:cubicBezTo>
                <ns1:cubicBezTo>
                  <ns1:pt x="798" y="620"/>
                  <ns1:pt x="828" y="591"/>
                  <ns1:pt x="828" y="556"/>
                </ns1:cubicBezTo>
                <ns1:cubicBezTo>
                  <ns1:pt x="828" y="492"/>
                  <ns1:pt x="828" y="492"/>
                  <ns1:pt x="828" y="492"/>
                </ns1:cubicBezTo>
                <ns1:cubicBezTo>
                  <ns1:pt x="896" y="492"/>
                  <ns1:pt x="896" y="492"/>
                  <ns1:pt x="896" y="492"/>
                </ns1:cubicBezTo>
                <ns1:cubicBezTo>
                  <ns1:pt x="896" y="382"/>
                  <ns1:pt x="896" y="382"/>
                  <ns1:pt x="896" y="382"/>
                </ns1:cubicBezTo>
                <ns1:cubicBezTo>
                  <ns1:pt x="896" y="336"/>
                  <ns1:pt x="870" y="296"/>
                  <ns1:pt x="835" y="273"/>
                </ns1:cubicBezTo>
                <ns1:close/>
                <ns1:moveTo>
                  <ns1:pt x="196" y="399"/>
                </ns1:moveTo>
                <ns1:cubicBezTo>
                  <ns1:pt x="189" y="428"/>
                  <ns1:pt x="163" y="449"/>
                  <ns1:pt x="132" y="449"/>
                </ns1:cubicBezTo>
                <ns1:cubicBezTo>
                  <ns1:pt x="97" y="449"/>
                  <ns1:pt x="68" y="420"/>
                  <ns1:pt x="68" y="385"/>
                </ns1:cubicBezTo>
                <ns1:cubicBezTo>
                  <ns1:pt x="68" y="349"/>
                  <ns1:pt x="97" y="320"/>
                  <ns1:pt x="132" y="320"/>
                </ns1:cubicBezTo>
                <ns1:cubicBezTo>
                  <ns1:pt x="142" y="320"/>
                  <ns1:pt x="152" y="322"/>
                  <ns1:pt x="160" y="326"/>
                </ns1:cubicBezTo>
                <ns1:cubicBezTo>
                  <ns1:pt x="182" y="337"/>
                  <ns1:pt x="197" y="359"/>
                  <ns1:pt x="197" y="385"/>
                </ns1:cubicBezTo>
                <ns1:cubicBezTo>
                  <ns1:pt x="197" y="389"/>
                  <ns1:pt x="197" y="394"/>
                  <ns1:pt x="196" y="399"/>
                </ns1:cubicBezTo>
                <ns1:close/>
                <ns1:moveTo>
                  <ns1:pt x="165" y="256"/>
                </ns1:moveTo>
                <ns1:cubicBezTo>
                  <ns1:pt x="246" y="113"/>
                  <ns1:pt x="246" y="113"/>
                  <ns1:pt x="246" y="113"/>
                </ns1:cubicBezTo>
                <ns1:cubicBezTo>
                  <ns1:pt x="260" y="90"/>
                  <ns1:pt x="295" y="72"/>
                  <ns1:pt x="325" y="72"/>
                </ns1:cubicBezTo>
                <ns1:cubicBezTo>
                  <ns1:pt x="334" y="72"/>
                  <ns1:pt x="334" y="72"/>
                  <ns1:pt x="334" y="72"/>
                </ns1:cubicBezTo>
                <ns1:cubicBezTo>
                  <ns1:pt x="556" y="72"/>
                  <ns1:pt x="556" y="72"/>
                  <ns1:pt x="556" y="72"/>
                </ns1:cubicBezTo>
                <ns1:cubicBezTo>
                  <ns1:pt x="565" y="72"/>
                  <ns1:pt x="565" y="72"/>
                  <ns1:pt x="565" y="72"/>
                </ns1:cubicBezTo>
                <ns1:cubicBezTo>
                  <ns1:pt x="595" y="72"/>
                  <ns1:pt x="630" y="90"/>
                  <ns1:pt x="644" y="113"/>
                </ns1:cubicBezTo>
                <ns1:cubicBezTo>
                  <ns1:pt x="725" y="256"/>
                  <ns1:pt x="725" y="256"/>
                  <ns1:pt x="725" y="256"/>
                </ns1:cubicBezTo>
                <ns1:lnTo>
                  <ns1:pt x="165" y="256"/>
                </ns1:lnTo>
                <ns1:close/>
                <ns1:moveTo>
                  <ns1:pt x="758" y="449"/>
                </ns1:moveTo>
                <ns1:cubicBezTo>
                  <ns1:pt x="727" y="449"/>
                  <ns1:pt x="701" y="428"/>
                  <ns1:pt x="695" y="399"/>
                </ns1:cubicBezTo>
                <ns1:cubicBezTo>
                  <ns1:pt x="694" y="394"/>
                  <ns1:pt x="693" y="389"/>
                  <ns1:pt x="693" y="385"/>
                </ns1:cubicBezTo>
                <ns1:cubicBezTo>
                  <ns1:pt x="693" y="359"/>
                  <ns1:pt x="708" y="337"/>
                  <ns1:pt x="730" y="326"/>
                </ns1:cubicBezTo>
                <ns1:cubicBezTo>
                  <ns1:pt x="739" y="322"/>
                  <ns1:pt x="748" y="320"/>
                  <ns1:pt x="758" y="320"/>
                </ns1:cubicBezTo>
                <ns1:cubicBezTo>
                  <ns1:pt x="794" y="320"/>
                  <ns1:pt x="823" y="349"/>
                  <ns1:pt x="823" y="385"/>
                </ns1:cubicBezTo>
                <ns1:cubicBezTo>
                  <ns1:pt x="823" y="420"/>
                  <ns1:pt x="794" y="449"/>
                  <ns1:pt x="758" y="449"/>
                </ns1:cubicBezTo>
                <ns1:close/>
              </ns1:path>
            </ns1:pathLst>
          </ns1:custGeom>
          <ns1:solidFill>
            <ns1:schemeClr val="tx1"/>
          </ns1:solidFill>
          <ns1:ln>
            <ns1:noFill/>
          </ns1:ln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id-ID" sz="2700"/>
          </ns1:p>
        </ns0:txBody>
      </ns0:sp>
      <ns0:grpSp>
        <ns0:nvGrpSpPr>
          <ns0:cNvPr id="213" name="Group 212"/>
          <ns0:cNvGrpSpPr/>
          <ns0:nvPr/>
        </ns0:nvGrpSpPr>
        <ns0:grpSpPr>
          <ns1:xfrm>
            <ns1:off x="1289558" y="3638797"/>
            <ns1:ext cx="357108" cy="352148"/>
            <ns1:chOff x="5978526" y="184151"/>
            <ns1:chExt cx="228600" cy="225425"/>
          </ns1:xfrm>
          <ns1:solidFill>
            <ns1:schemeClr val="tx1"/>
          </ns1:solidFill>
        </ns0:grpSpPr>
        <ns0:sp>
          <ns0:nvSpPr>
            <ns0:cNvPr id="214" name="Freeform 14"/>
            <ns0:cNvSpPr>
              <ns1:spLocks/>
            </ns0:cNvSpPr>
            <ns0:nvPr/>
          </ns0:nvSpPr>
          <ns0:spPr bwMode="auto">
            <ns1:xfrm>
              <ns1:off x="5978526" y="334963"/>
              <ns1:ext cx="74613" cy="74613"/>
            </ns1:xfrm>
            <ns1:custGeom>
              <ns1:avLst/>
              <ns1:gdLst>
                <ns1:gd name="T0" fmla="*/ 7 w 47"/>
                <ns1:gd name="T1" fmla="*/ 0 h 47"/>
                <ns1:gd name="T2" fmla="*/ 2 w 47"/>
                <ns1:gd name="T3" fmla="*/ 23 h 47"/>
                <ns1:gd name="T4" fmla="*/ 0 w 47"/>
                <ns1:gd name="T5" fmla="*/ 47 h 47"/>
                <ns1:gd name="T6" fmla="*/ 23 w 47"/>
                <ns1:gd name="T7" fmla="*/ 45 h 47"/>
                <ns1:gd name="T8" fmla="*/ 47 w 47"/>
                <ns1:gd name="T9" fmla="*/ 40 h 47"/>
                <ns1:gd name="T10" fmla="*/ 26 w 47"/>
                <ns1:gd name="T11" fmla="*/ 21 h 47"/>
                <ns1:gd name="T12" fmla="*/ 7 w 47"/>
                <ns1:gd name="T13" fmla="*/ 0 h 47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</ns1:cxnLst>
              <ns1:rect l="0" t="0" r="r" b="b"/>
              <ns1:pathLst>
                <ns1:path w="47" h="47">
                  <ns1:moveTo>
                    <ns1:pt x="7" y="0"/>
                  </ns1:moveTo>
                  <ns1:lnTo>
                    <ns1:pt x="2" y="23"/>
                  </ns1:lnTo>
                  <ns1:lnTo>
                    <ns1:pt x="0" y="47"/>
                  </ns1:lnTo>
                  <ns1:lnTo>
                    <ns1:pt x="23" y="45"/>
                  </ns1:lnTo>
                  <ns1:lnTo>
                    <ns1:pt x="47" y="40"/>
                  </ns1:lnTo>
                  <ns1:lnTo>
                    <ns1:pt x="26" y="21"/>
                  </ns1:lnTo>
                  <ns1:lnTo>
                    <ns1:pt x="7" y="0"/>
                  </ns1:ln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215" name="Freeform 15"/>
            <ns0:cNvSpPr>
              <ns1:spLocks/>
            </ns0:cNvSpPr>
            <ns0:nvPr/>
          </ns0:nvSpPr>
          <ns0:spPr bwMode="auto">
            <ns1:xfrm>
              <ns1:off x="6000751" y="217488"/>
              <ns1:ext cx="165100" cy="169863"/>
            </ns1:xfrm>
            <ns1:custGeom>
              <ns1:avLst/>
              <ns1:gdLst>
                <ns1:gd name="T0" fmla="*/ 38 w 104"/>
                <ns1:gd name="T1" fmla="*/ 95 h 107"/>
                <ns1:gd name="T2" fmla="*/ 33 w 104"/>
                <ns1:gd name="T3" fmla="*/ 88 h 107"/>
                <ns1:gd name="T4" fmla="*/ 92 w 104"/>
                <ns1:gd name="T5" fmla="*/ 29 h 107"/>
                <ns1:gd name="T6" fmla="*/ 78 w 104"/>
                <ns1:gd name="T7" fmla="*/ 15 h 107"/>
                <ns1:gd name="T8" fmla="*/ 19 w 104"/>
                <ns1:gd name="T9" fmla="*/ 74 h 107"/>
                <ns1:gd name="T10" fmla="*/ 12 w 104"/>
                <ns1:gd name="T11" fmla="*/ 67 h 107"/>
                <ns1:gd name="T12" fmla="*/ 71 w 104"/>
                <ns1:gd name="T13" fmla="*/ 7 h 107"/>
                <ns1:gd name="T14" fmla="*/ 66 w 104"/>
                <ns1:gd name="T15" fmla="*/ 0 h 107"/>
                <ns1:gd name="T16" fmla="*/ 0 w 104"/>
                <ns1:gd name="T17" fmla="*/ 67 h 107"/>
                <ns1:gd name="T18" fmla="*/ 38 w 104"/>
                <ns1:gd name="T19" fmla="*/ 107 h 107"/>
                <ns1:gd name="T20" fmla="*/ 104 w 104"/>
                <ns1:gd name="T21" fmla="*/ 41 h 107"/>
                <ns1:gd name="T22" fmla="*/ 99 w 104"/>
                <ns1:gd name="T23" fmla="*/ 33 h 107"/>
                <ns1:gd name="T24" fmla="*/ 38 w 104"/>
                <ns1:gd name="T25" fmla="*/ 95 h 107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</ns1:cxnLst>
              <ns1:rect l="0" t="0" r="r" b="b"/>
              <ns1:pathLst>
                <ns1:path w="104" h="107">
                  <ns1:moveTo>
                    <ns1:pt x="38" y="95"/>
                  </ns1:moveTo>
                  <ns1:lnTo>
                    <ns1:pt x="33" y="88"/>
                  </ns1:lnTo>
                  <ns1:lnTo>
                    <ns1:pt x="92" y="29"/>
                  </ns1:lnTo>
                  <ns1:lnTo>
                    <ns1:pt x="78" y="15"/>
                  </ns1:lnTo>
                  <ns1:lnTo>
                    <ns1:pt x="19" y="74"/>
                  </ns1:lnTo>
                  <ns1:lnTo>
                    <ns1:pt x="12" y="67"/>
                  </ns1:lnTo>
                  <ns1:lnTo>
                    <ns1:pt x="71" y="7"/>
                  </ns1:lnTo>
                  <ns1:lnTo>
                    <ns1:pt x="66" y="0"/>
                  </ns1:lnTo>
                  <ns1:lnTo>
                    <ns1:pt x="0" y="67"/>
                  </ns1:lnTo>
                  <ns1:lnTo>
                    <ns1:pt x="38" y="107"/>
                  </ns1:lnTo>
                  <ns1:lnTo>
                    <ns1:pt x="104" y="41"/>
                  </ns1:lnTo>
                  <ns1:lnTo>
                    <ns1:pt x="99" y="33"/>
                  </ns1:lnTo>
                  <ns1:lnTo>
                    <ns1:pt x="38" y="95"/>
                  </ns1:ln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216" name="Freeform 16"/>
            <ns0:cNvSpPr>
              <ns1:spLocks/>
            </ns0:cNvSpPr>
            <ns0:nvPr/>
          </ns0:nvSpPr>
          <ns0:spPr bwMode="auto">
            <ns1:xfrm>
              <ns1:off x="6116638" y="184151"/>
              <ns1:ext cx="90488" cy="90488"/>
            </ns1:xfrm>
            <ns1:custGeom>
              <ns1:avLst/>
              <ns1:gdLst>
                <ns1:gd name="T0" fmla="*/ 22 w 24"/>
                <ns1:gd name="T1" fmla="*/ 12 h 24"/>
                <ns1:gd name="T2" fmla="*/ 11 w 24"/>
                <ns1:gd name="T3" fmla="*/ 1 h 24"/>
                <ns1:gd name="T4" fmla="*/ 5 w 24"/>
                <ns1:gd name="T5" fmla="*/ 1 h 24"/>
                <ns1:gd name="T6" fmla="*/ 5 w 24"/>
                <ns1:gd name="T7" fmla="*/ 1 h 24"/>
                <ns1:gd name="T8" fmla="*/ 5 w 24"/>
                <ns1:gd name="T9" fmla="*/ 1 h 24"/>
                <ns1:gd name="T10" fmla="*/ 0 w 24"/>
                <ns1:gd name="T11" fmla="*/ 7 h 24"/>
                <ns1:gd name="T12" fmla="*/ 17 w 24"/>
                <ns1:gd name="T13" fmla="*/ 24 h 24"/>
                <ns1:gd name="T14" fmla="*/ 22 w 24"/>
                <ns1:gd name="T15" fmla="*/ 18 h 24"/>
                <ns1:gd name="T16" fmla="*/ 22 w 24"/>
                <ns1:gd name="T17" fmla="*/ 18 h 24"/>
                <ns1:gd name="T18" fmla="*/ 22 w 24"/>
                <ns1:gd name="T19" fmla="*/ 18 h 24"/>
                <ns1:gd name="T20" fmla="*/ 22 w 24"/>
                <ns1:gd name="T21" fmla="*/ 12 h 24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</ns1:cxnLst>
              <ns1:rect l="0" t="0" r="r" b="b"/>
              <ns1:pathLst>
                <ns1:path w="24" h="24">
                  <ns1:moveTo>
                    <ns1:pt x="22" y="12"/>
                  </ns1:moveTo>
                  <ns1:cubicBezTo>
                    <ns1:pt x="11" y="1"/>
                    <ns1:pt x="11" y="1"/>
                    <ns1:pt x="11" y="1"/>
                  </ns1:cubicBezTo>
                  <ns1:cubicBezTo>
                    <ns1:pt x="9" y="0"/>
                    <ns1:pt x="7" y="0"/>
                    <ns1:pt x="5" y="1"/>
                  </ns1:cubicBezTo>
                  <ns1:cubicBezTo>
                    <ns1:pt x="5" y="1"/>
                    <ns1:pt x="5" y="1"/>
                    <ns1:pt x="5" y="1"/>
                  </ns1:cubicBezTo>
                  <ns1:cubicBezTo>
                    <ns1:pt x="5" y="1"/>
                    <ns1:pt x="5" y="1"/>
                    <ns1:pt x="5" y="1"/>
                  </ns1:cubicBezTo>
                  <ns1:cubicBezTo>
                    <ns1:pt x="0" y="7"/>
                    <ns1:pt x="0" y="7"/>
                    <ns1:pt x="0" y="7"/>
                  </ns1:cubicBezTo>
                  <ns1:cubicBezTo>
                    <ns1:pt x="17" y="24"/>
                    <ns1:pt x="17" y="24"/>
                    <ns1:pt x="17" y="24"/>
                  </ns1:cubicBezTo>
                  <ns1:cubicBezTo>
                    <ns1:pt x="22" y="18"/>
                    <ns1:pt x="22" y="18"/>
                    <ns1:pt x="22" y="18"/>
                  </ns1:cubicBezTo>
                  <ns1:cubicBezTo>
                    <ns1:pt x="22" y="18"/>
                    <ns1:pt x="22" y="18"/>
                    <ns1:pt x="22" y="18"/>
                  </ns1:cubicBezTo>
                  <ns1:cubicBezTo>
                    <ns1:pt x="22" y="18"/>
                    <ns1:pt x="22" y="18"/>
                    <ns1:pt x="22" y="18"/>
                  </ns1:cubicBezTo>
                  <ns1:cubicBezTo>
                    <ns1:pt x="24" y="16"/>
                    <ns1:pt x="24" y="14"/>
                    <ns1:pt x="22" y="12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</ns0:grpSp>
      <ns0:sp>
        <ns0:nvSpPr>
          <ns0:cNvPr id="217" name="Freeform 17"/>
          <ns0:cNvSpPr>
            <ns1:spLocks/>
          </ns0:cNvSpPr>
          <ns0:nvPr/>
        </ns0:nvSpPr>
        <ns0:spPr bwMode="auto">
          <ns1:xfrm>
            <ns1:off x="4416790" y="3652076"/>
            <ns1:ext cx="377235" cy="325590"/>
          </ns1:xfrm>
          <ns1:custGeom>
            <ns1:avLst/>
            <ns1:gdLst>
              <ns1:gd name="T0" fmla="*/ 19 w 71"/>
              <ns1:gd name="T1" fmla="*/ 61 h 61"/>
              <ns1:gd name="T2" fmla="*/ 12 w 71"/>
              <ns1:gd name="T3" fmla="*/ 57 h 61"/>
              <ns1:gd name="T4" fmla="*/ 12 w 71"/>
              <ns1:gd name="T5" fmla="*/ 57 h 61"/>
              <ns1:gd name="T6" fmla="*/ 12 w 71"/>
              <ns1:gd name="T7" fmla="*/ 35 h 61"/>
              <ns1:gd name="T8" fmla="*/ 30 w 71"/>
              <ns1:gd name="T9" fmla="*/ 18 h 61"/>
              <ns1:gd name="T10" fmla="*/ 41 w 71"/>
              <ns1:gd name="T11" fmla="*/ 6 h 61"/>
              <ns1:gd name="T12" fmla="*/ 61 w 71"/>
              <ns1:gd name="T13" fmla="*/ 8 h 61"/>
              <ns1:gd name="T14" fmla="*/ 68 w 71"/>
              <ns1:gd name="T15" fmla="*/ 30 h 61"/>
              <ns1:gd name="T16" fmla="*/ 42 w 71"/>
              <ns1:gd name="T17" fmla="*/ 57 h 61"/>
              <ns1:gd name="T18" fmla="*/ 37 w 71"/>
              <ns1:gd name="T19" fmla="*/ 57 h 61"/>
              <ns1:gd name="T20" fmla="*/ 37 w 71"/>
              <ns1:gd name="T21" fmla="*/ 53 h 61"/>
              <ns1:gd name="T22" fmla="*/ 63 w 71"/>
              <ns1:gd name="T23" fmla="*/ 27 h 61"/>
              <ns1:gd name="T24" fmla="*/ 57 w 71"/>
              <ns1:gd name="T25" fmla="*/ 13 h 61"/>
              <ns1:gd name="T26" fmla="*/ 45 w 71"/>
              <ns1:gd name="T27" fmla="*/ 10 h 61"/>
              <ns1:gd name="T28" fmla="*/ 34 w 71"/>
              <ns1:gd name="T29" fmla="*/ 22 h 61"/>
              <ns1:gd name="T30" fmla="*/ 16 w 71"/>
              <ns1:gd name="T31" fmla="*/ 39 h 61"/>
              <ns1:gd name="T32" fmla="*/ 16 w 71"/>
              <ns1:gd name="T33" fmla="*/ 53 h 61"/>
              <ns1:gd name="T34" fmla="*/ 16 w 71"/>
              <ns1:gd name="T35" fmla="*/ 53 h 61"/>
              <ns1:gd name="T36" fmla="*/ 23 w 71"/>
              <ns1:gd name="T37" fmla="*/ 53 h 61"/>
              <ns1:gd name="T38" fmla="*/ 28 w 71"/>
              <ns1:gd name="T39" fmla="*/ 48 h 61"/>
              <ns1:gd name="T40" fmla="*/ 48 w 71"/>
              <ns1:gd name="T41" fmla="*/ 28 h 61"/>
              <ns1:gd name="T42" fmla="*/ 49 w 71"/>
              <ns1:gd name="T43" fmla="*/ 24 h 61"/>
              <ns1:gd name="T44" fmla="*/ 44 w 71"/>
              <ns1:gd name="T45" fmla="*/ 26 h 61"/>
              <ns1:gd name="T46" fmla="*/ 25 w 71"/>
              <ns1:gd name="T47" fmla="*/ 45 h 61"/>
              <ns1:gd name="T48" fmla="*/ 21 w 71"/>
              <ns1:gd name="T49" fmla="*/ 45 h 61"/>
              <ns1:gd name="T50" fmla="*/ 21 w 71"/>
              <ns1:gd name="T51" fmla="*/ 41 h 61"/>
              <ns1:gd name="T52" fmla="*/ 40 w 71"/>
              <ns1:gd name="T53" fmla="*/ 22 h 61"/>
              <ns1:gd name="T54" fmla="*/ 53 w 71"/>
              <ns1:gd name="T55" fmla="*/ 20 h 61"/>
              <ns1:gd name="T56" fmla="*/ 52 w 71"/>
              <ns1:gd name="T57" fmla="*/ 32 h 61"/>
              <ns1:gd name="T58" fmla="*/ 32 w 71"/>
              <ns1:gd name="T59" fmla="*/ 52 h 61"/>
              <ns1:gd name="T60" fmla="*/ 27 w 71"/>
              <ns1:gd name="T61" fmla="*/ 57 h 61"/>
              <ns1:gd name="T62" fmla="*/ 19 w 71"/>
              <ns1:gd name="T63" fmla="*/ 61 h 61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  <ns1:cxn ang="0">
                <ns1:pos x="T32" y="T33"/>
              </ns1:cxn>
              <ns1:cxn ang="0">
                <ns1:pos x="T34" y="T35"/>
              </ns1:cxn>
              <ns1:cxn ang="0">
                <ns1:pos x="T36" y="T37"/>
              </ns1:cxn>
              <ns1:cxn ang="0">
                <ns1:pos x="T38" y="T39"/>
              </ns1:cxn>
              <ns1:cxn ang="0">
                <ns1:pos x="T40" y="T41"/>
              </ns1:cxn>
              <ns1:cxn ang="0">
                <ns1:pos x="T42" y="T43"/>
              </ns1:cxn>
              <ns1:cxn ang="0">
                <ns1:pos x="T44" y="T45"/>
              </ns1:cxn>
              <ns1:cxn ang="0">
                <ns1:pos x="T46" y="T47"/>
              </ns1:cxn>
              <ns1:cxn ang="0">
                <ns1:pos x="T48" y="T49"/>
              </ns1:cxn>
              <ns1:cxn ang="0">
                <ns1:pos x="T50" y="T51"/>
              </ns1:cxn>
              <ns1:cxn ang="0">
                <ns1:pos x="T52" y="T53"/>
              </ns1:cxn>
              <ns1:cxn ang="0">
                <ns1:pos x="T54" y="T55"/>
              </ns1:cxn>
              <ns1:cxn ang="0">
                <ns1:pos x="T56" y="T57"/>
              </ns1:cxn>
              <ns1:cxn ang="0">
                <ns1:pos x="T58" y="T59"/>
              </ns1:cxn>
              <ns1:cxn ang="0">
                <ns1:pos x="T60" y="T61"/>
              </ns1:cxn>
              <ns1:cxn ang="0">
                <ns1:pos x="T62" y="T63"/>
              </ns1:cxn>
            </ns1:cxnLst>
            <ns1:rect l="0" t="0" r="r" b="b"/>
            <ns1:pathLst>
              <ns1:path w="71" h="61">
                <ns1:moveTo>
                  <ns1:pt x="19" y="61"/>
                </ns1:moveTo>
                <ns1:cubicBezTo>
                  <ns1:pt x="17" y="61"/>
                  <ns1:pt x="15" y="60"/>
                  <ns1:pt x="12" y="57"/>
                </ns1:cubicBezTo>
                <ns1:cubicBezTo>
                  <ns1:pt x="12" y="57"/>
                  <ns1:pt x="12" y="57"/>
                  <ns1:pt x="12" y="57"/>
                </ns1:cubicBezTo>
                <ns1:cubicBezTo>
                  <ns1:pt x="10" y="55"/>
                  <ns1:pt x="0" y="47"/>
                  <ns1:pt x="12" y="35"/>
                </ns1:cubicBezTo>
                <ns1:cubicBezTo>
                  <ns1:pt x="17" y="31"/>
                  <ns1:pt x="23" y="24"/>
                  <ns1:pt x="30" y="18"/>
                </ns1:cubicBezTo>
                <ns1:cubicBezTo>
                  <ns1:pt x="33" y="14"/>
                  <ns1:pt x="37" y="10"/>
                  <ns1:pt x="41" y="6"/>
                </ns1:cubicBezTo>
                <ns1:cubicBezTo>
                  <ns1:pt x="48" y="0"/>
                  <ns1:pt x="53" y="1"/>
                  <ns1:pt x="61" y="8"/>
                </ns1:cubicBezTo>
                <ns1:cubicBezTo>
                  <ns1:pt x="70" y="17"/>
                  <ns1:pt x="71" y="26"/>
                  <ns1:pt x="68" y="30"/>
                </ns1:cubicBezTo>
                <ns1:cubicBezTo>
                  <ns1:pt x="62" y="36"/>
                  <ns1:pt x="42" y="56"/>
                  <ns1:pt x="42" y="57"/>
                </ns1:cubicBezTo>
                <ns1:cubicBezTo>
                  <ns1:pt x="40" y="58"/>
                  <ns1:pt x="39" y="58"/>
                  <ns1:pt x="37" y="57"/>
                </ns1:cubicBezTo>
                <ns1:cubicBezTo>
                  <ns1:pt x="36" y="56"/>
                  <ns1:pt x="36" y="54"/>
                  <ns1:pt x="37" y="53"/>
                </ns1:cubicBezTo>
                <ns1:cubicBezTo>
                  <ns1:pt x="38" y="53"/>
                  <ns1:pt x="58" y="32"/>
                  <ns1:pt x="63" y="27"/>
                </ns1:cubicBezTo>
                <ns1:cubicBezTo>
                  <ns1:pt x="64" y="25"/>
                  <ns1:pt x="65" y="20"/>
                  <ns1:pt x="57" y="13"/>
                </ns1:cubicBezTo>
                <ns1:cubicBezTo>
                  <ns1:pt x="52" y="8"/>
                  <ns1:pt x="51" y="5"/>
                  <ns1:pt x="45" y="10"/>
                </ns1:cubicBezTo>
                <ns1:cubicBezTo>
                  <ns1:pt x="41" y="14"/>
                  <ns1:pt x="37" y="18"/>
                  <ns1:pt x="34" y="22"/>
                </ns1:cubicBezTo>
                <ns1:cubicBezTo>
                  <ns1:pt x="27" y="28"/>
                  <ns1:pt x="21" y="35"/>
                  <ns1:pt x="16" y="39"/>
                </ns1:cubicBezTo>
                <ns1:cubicBezTo>
                  <ns1:pt x="9" y="47"/>
                  <ns1:pt x="13" y="51"/>
                  <ns1:pt x="16" y="53"/>
                </ns1:cubicBezTo>
                <ns1:cubicBezTo>
                  <ns1:pt x="16" y="53"/>
                  <ns1:pt x="16" y="53"/>
                  <ns1:pt x="16" y="53"/>
                </ns1:cubicBezTo>
                <ns1:cubicBezTo>
                  <ns1:pt x="18" y="55"/>
                  <ns1:pt x="20" y="56"/>
                  <ns1:pt x="23" y="53"/>
                </ns1:cubicBezTo>
                <ns1:cubicBezTo>
                  <ns1:pt x="24" y="52"/>
                  <ns1:pt x="26" y="50"/>
                  <ns1:pt x="28" y="48"/>
                </ns1:cubicBezTo>
                <ns1:cubicBezTo>
                  <ns1:pt x="34" y="42"/>
                  <ns1:pt x="46" y="31"/>
                  <ns1:pt x="48" y="28"/>
                </ns1:cubicBezTo>
                <ns1:cubicBezTo>
                  <ns1:pt x="49" y="27"/>
                  <ns1:pt x="50" y="25"/>
                  <ns1:pt x="49" y="24"/>
                </ns1:cubicBezTo>
                <ns1:cubicBezTo>
                  <ns1:pt x="47" y="23"/>
                  <ns1:pt x="45" y="25"/>
                  <ns1:pt x="44" y="26"/>
                </ns1:cubicBezTo>
                <ns1:cubicBezTo>
                  <ns1:pt x="36" y="35"/>
                  <ns1:pt x="25" y="45"/>
                  <ns1:pt x="25" y="45"/>
                </ns1:cubicBezTo>
                <ns1:cubicBezTo>
                  <ns1:pt x="24" y="46"/>
                  <ns1:pt x="22" y="46"/>
                  <ns1:pt x="21" y="45"/>
                </ns1:cubicBezTo>
                <ns1:cubicBezTo>
                  <ns1:pt x="20" y="44"/>
                  <ns1:pt x="20" y="42"/>
                  <ns1:pt x="21" y="41"/>
                </ns1:cubicBezTo>
                <ns1:cubicBezTo>
                  <ns1:pt x="21" y="41"/>
                  <ns1:pt x="32" y="31"/>
                  <ns1:pt x="40" y="22"/>
                </ns1:cubicBezTo>
                <ns1:cubicBezTo>
                  <ns1:pt x="45" y="17"/>
                  <ns1:pt x="50" y="17"/>
                  <ns1:pt x="53" y="20"/>
                </ns1:cubicBezTo>
                <ns1:cubicBezTo>
                  <ns1:pt x="56" y="23"/>
                  <ns1:pt x="55" y="28"/>
                  <ns1:pt x="52" y="32"/>
                </ns1:cubicBezTo>
                <ns1:cubicBezTo>
                  <ns1:pt x="50" y="35"/>
                  <ns1:pt x="41" y="43"/>
                  <ns1:pt x="32" y="52"/>
                </ns1:cubicBezTo>
                <ns1:cubicBezTo>
                  <ns1:pt x="30" y="54"/>
                  <ns1:pt x="28" y="56"/>
                  <ns1:pt x="27" y="57"/>
                </ns1:cubicBezTo>
                <ns1:cubicBezTo>
                  <ns1:pt x="25" y="60"/>
                  <ns1:pt x="22" y="61"/>
                  <ns1:pt x="19" y="61"/>
                </ns1:cubicBezTo>
                <ns1:close/>
              </ns1:path>
            </ns1:pathLst>
          </ns1:custGeom>
          <ns1:solidFill>
            <ns1:schemeClr val="tx1"/>
          </ns1:solidFill>
          <ns1:ln>
            <ns1:noFill/>
          </ns1:ln>
          <ns1:extLst/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id-ID" sz="2700"/>
          </ns1:p>
        </ns0:txBody>
      </ns0:sp>
      <ns0:grpSp>
        <ns0:nvGrpSpPr>
          <ns0:cNvPr id="218" name="Group 217"/>
          <ns0:cNvGrpSpPr/>
          <ns0:nvPr/>
        </ns0:nvGrpSpPr>
        <ns0:grpSpPr>
          <ns1:xfrm>
            <ns1:off x="8550170" y="2789681"/>
            <ns1:ext cx="414758" cy="417504"/>
            <ns1:chOff x="9344026" y="2587626"/>
            <ns1:chExt cx="239713" cy="241300"/>
          </ns1:xfrm>
          <ns1:solidFill>
            <ns1:schemeClr val="tx1"/>
          </ns1:solidFill>
        </ns0:grpSpPr>
        <ns0:sp>
          <ns0:nvSpPr>
            <ns0:cNvPr id="219" name="Oval 339"/>
            <ns0:cNvSpPr>
              <ns1:spLocks noChangeArrowheads="1"/>
            </ns0:cNvSpPr>
            <ns0:nvPr/>
          </ns0:nvSpPr>
          <ns0:spPr bwMode="auto">
            <ns1:xfrm>
              <ns1:off x="9380538" y="2614613"/>
              <ns1:ext cx="22225" cy="22225"/>
            </ns1:xfrm>
            <ns1:prstGeom prst="ellipse">
              <ns1:avLst/>
            </ns1:pr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220" name="Oval 340"/>
            <ns0:cNvSpPr>
              <ns1:spLocks noChangeArrowheads="1"/>
            </ns0:cNvSpPr>
            <ns0:nvPr/>
          </ns0:nvSpPr>
          <ns0:spPr bwMode="auto">
            <ns1:xfrm>
              <ns1:off x="9410701" y="2614613"/>
              <ns1:ext cx="22225" cy="22225"/>
            </ns1:xfrm>
            <ns1:prstGeom prst="ellipse">
              <ns1:avLst/>
            </ns1:pr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221" name="Oval 341"/>
            <ns0:cNvSpPr>
              <ns1:spLocks noChangeArrowheads="1"/>
            </ns0:cNvSpPr>
            <ns0:nvPr/>
          </ns0:nvSpPr>
          <ns0:spPr bwMode="auto">
            <ns1:xfrm>
              <ns1:off x="9440863" y="2614613"/>
              <ns1:ext cx="22225" cy="22225"/>
            </ns1:xfrm>
            <ns1:prstGeom prst="ellipse">
              <ns1:avLst/>
            </ns1:pr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222" name="Freeform 342"/>
            <ns0:cNvSpPr>
              <ns1:spLocks noEditPoints="1"/>
            </ns0:cNvSpPr>
            <ns0:nvPr/>
          </ns0:nvSpPr>
          <ns0:spPr bwMode="auto">
            <ns1:xfrm>
              <ns1:off x="9344026" y="2587626"/>
              <ns1:ext cx="239713" cy="241300"/>
            </ns1:xfrm>
            <ns1:custGeom>
              <ns1:avLst/>
              <ns1:gdLst>
                <ns1:gd name="T0" fmla="*/ 56 w 64"/>
                <ns1:gd name="T1" fmla="*/ 12 h 64"/>
                <ns1:gd name="T2" fmla="*/ 52 w 64"/>
                <ns1:gd name="T3" fmla="*/ 12 h 64"/>
                <ns1:gd name="T4" fmla="*/ 52 w 64"/>
                <ns1:gd name="T5" fmla="*/ 8 h 64"/>
                <ns1:gd name="T6" fmla="*/ 44 w 64"/>
                <ns1:gd name="T7" fmla="*/ 0 h 64"/>
                <ns1:gd name="T8" fmla="*/ 8 w 64"/>
                <ns1:gd name="T9" fmla="*/ 0 h 64"/>
                <ns1:gd name="T10" fmla="*/ 0 w 64"/>
                <ns1:gd name="T11" fmla="*/ 8 h 64"/>
                <ns1:gd name="T12" fmla="*/ 0 w 64"/>
                <ns1:gd name="T13" fmla="*/ 44 h 64"/>
                <ns1:gd name="T14" fmla="*/ 8 w 64"/>
                <ns1:gd name="T15" fmla="*/ 52 h 64"/>
                <ns1:gd name="T16" fmla="*/ 12 w 64"/>
                <ns1:gd name="T17" fmla="*/ 52 h 64"/>
                <ns1:gd name="T18" fmla="*/ 12 w 64"/>
                <ns1:gd name="T19" fmla="*/ 56 h 64"/>
                <ns1:gd name="T20" fmla="*/ 20 w 64"/>
                <ns1:gd name="T21" fmla="*/ 64 h 64"/>
                <ns1:gd name="T22" fmla="*/ 56 w 64"/>
                <ns1:gd name="T23" fmla="*/ 64 h 64"/>
                <ns1:gd name="T24" fmla="*/ 64 w 64"/>
                <ns1:gd name="T25" fmla="*/ 56 h 64"/>
                <ns1:gd name="T26" fmla="*/ 64 w 64"/>
                <ns1:gd name="T27" fmla="*/ 20 h 64"/>
                <ns1:gd name="T28" fmla="*/ 56 w 64"/>
                <ns1:gd name="T29" fmla="*/ 12 h 64"/>
                <ns1:gd name="T30" fmla="*/ 4 w 64"/>
                <ns1:gd name="T31" fmla="*/ 8 h 64"/>
                <ns1:gd name="T32" fmla="*/ 8 w 64"/>
                <ns1:gd name="T33" fmla="*/ 4 h 64"/>
                <ns1:gd name="T34" fmla="*/ 44 w 64"/>
                <ns1:gd name="T35" fmla="*/ 4 h 64"/>
                <ns1:gd name="T36" fmla="*/ 48 w 64"/>
                <ns1:gd name="T37" fmla="*/ 8 h 64"/>
                <ns1:gd name="T38" fmla="*/ 48 w 64"/>
                <ns1:gd name="T39" fmla="*/ 16 h 64"/>
                <ns1:gd name="T40" fmla="*/ 4 w 64"/>
                <ns1:gd name="T41" fmla="*/ 16 h 64"/>
                <ns1:gd name="T42" fmla="*/ 4 w 64"/>
                <ns1:gd name="T43" fmla="*/ 8 h 64"/>
                <ns1:gd name="T44" fmla="*/ 8 w 64"/>
                <ns1:gd name="T45" fmla="*/ 48 h 64"/>
                <ns1:gd name="T46" fmla="*/ 4 w 64"/>
                <ns1:gd name="T47" fmla="*/ 44 h 64"/>
                <ns1:gd name="T48" fmla="*/ 4 w 64"/>
                <ns1:gd name="T49" fmla="*/ 20 h 64"/>
                <ns1:gd name="T50" fmla="*/ 48 w 64"/>
                <ns1:gd name="T51" fmla="*/ 20 h 64"/>
                <ns1:gd name="T52" fmla="*/ 48 w 64"/>
                <ns1:gd name="T53" fmla="*/ 44 h 64"/>
                <ns1:gd name="T54" fmla="*/ 44 w 64"/>
                <ns1:gd name="T55" fmla="*/ 48 h 64"/>
                <ns1:gd name="T56" fmla="*/ 8 w 64"/>
                <ns1:gd name="T57" fmla="*/ 48 h 64"/>
                <ns1:gd name="T58" fmla="*/ 60 w 64"/>
                <ns1:gd name="T59" fmla="*/ 56 h 64"/>
                <ns1:gd name="T60" fmla="*/ 56 w 64"/>
                <ns1:gd name="T61" fmla="*/ 60 h 64"/>
                <ns1:gd name="T62" fmla="*/ 20 w 64"/>
                <ns1:gd name="T63" fmla="*/ 60 h 64"/>
                <ns1:gd name="T64" fmla="*/ 16 w 64"/>
                <ns1:gd name="T65" fmla="*/ 56 h 64"/>
                <ns1:gd name="T66" fmla="*/ 16 w 64"/>
                <ns1:gd name="T67" fmla="*/ 52 h 64"/>
                <ns1:gd name="T68" fmla="*/ 44 w 64"/>
                <ns1:gd name="T69" fmla="*/ 52 h 64"/>
                <ns1:gd name="T70" fmla="*/ 52 w 64"/>
                <ns1:gd name="T71" fmla="*/ 44 h 64"/>
                <ns1:gd name="T72" fmla="*/ 52 w 64"/>
                <ns1:gd name="T73" fmla="*/ 28 h 64"/>
                <ns1:gd name="T74" fmla="*/ 60 w 64"/>
                <ns1:gd name="T75" fmla="*/ 28 h 64"/>
                <ns1:gd name="T76" fmla="*/ 60 w 64"/>
                <ns1:gd name="T77" fmla="*/ 56 h 64"/>
                <ns1:gd name="T78" fmla="*/ 60 w 64"/>
                <ns1:gd name="T79" fmla="*/ 24 h 64"/>
                <ns1:gd name="T80" fmla="*/ 52 w 64"/>
                <ns1:gd name="T81" fmla="*/ 24 h 64"/>
                <ns1:gd name="T82" fmla="*/ 52 w 64"/>
                <ns1:gd name="T83" fmla="*/ 16 h 64"/>
                <ns1:gd name="T84" fmla="*/ 56 w 64"/>
                <ns1:gd name="T85" fmla="*/ 16 h 64"/>
                <ns1:gd name="T86" fmla="*/ 60 w 64"/>
                <ns1:gd name="T87" fmla="*/ 20 h 64"/>
                <ns1:gd name="T88" fmla="*/ 60 w 64"/>
                <ns1:gd name="T89" fmla="*/ 24 h 64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  <ns1:cxn ang="0">
                  <ns1:pos x="T30" y="T31"/>
                </ns1:cxn>
                <ns1:cxn ang="0">
                  <ns1:pos x="T32" y="T33"/>
                </ns1:cxn>
                <ns1:cxn ang="0">
                  <ns1:pos x="T34" y="T35"/>
                </ns1:cxn>
                <ns1:cxn ang="0">
                  <ns1:pos x="T36" y="T37"/>
                </ns1:cxn>
                <ns1:cxn ang="0">
                  <ns1:pos x="T38" y="T39"/>
                </ns1:cxn>
                <ns1:cxn ang="0">
                  <ns1:pos x="T40" y="T41"/>
                </ns1:cxn>
                <ns1:cxn ang="0">
                  <ns1:pos x="T42" y="T43"/>
                </ns1:cxn>
                <ns1:cxn ang="0">
                  <ns1:pos x="T44" y="T45"/>
                </ns1:cxn>
                <ns1:cxn ang="0">
                  <ns1:pos x="T46" y="T47"/>
                </ns1:cxn>
                <ns1:cxn ang="0">
                  <ns1:pos x="T48" y="T49"/>
                </ns1:cxn>
                <ns1:cxn ang="0">
                  <ns1:pos x="T50" y="T51"/>
                </ns1:cxn>
                <ns1:cxn ang="0">
                  <ns1:pos x="T52" y="T53"/>
                </ns1:cxn>
                <ns1:cxn ang="0">
                  <ns1:pos x="T54" y="T55"/>
                </ns1:cxn>
                <ns1:cxn ang="0">
                  <ns1:pos x="T56" y="T57"/>
                </ns1:cxn>
                <ns1:cxn ang="0">
                  <ns1:pos x="T58" y="T59"/>
                </ns1:cxn>
                <ns1:cxn ang="0">
                  <ns1:pos x="T60" y="T61"/>
                </ns1:cxn>
                <ns1:cxn ang="0">
                  <ns1:pos x="T62" y="T63"/>
                </ns1:cxn>
                <ns1:cxn ang="0">
                  <ns1:pos x="T64" y="T65"/>
                </ns1:cxn>
                <ns1:cxn ang="0">
                  <ns1:pos x="T66" y="T67"/>
                </ns1:cxn>
                <ns1:cxn ang="0">
                  <ns1:pos x="T68" y="T69"/>
                </ns1:cxn>
                <ns1:cxn ang="0">
                  <ns1:pos x="T70" y="T71"/>
                </ns1:cxn>
                <ns1:cxn ang="0">
                  <ns1:pos x="T72" y="T73"/>
                </ns1:cxn>
                <ns1:cxn ang="0">
                  <ns1:pos x="T74" y="T75"/>
                </ns1:cxn>
                <ns1:cxn ang="0">
                  <ns1:pos x="T76" y="T77"/>
                </ns1:cxn>
                <ns1:cxn ang="0">
                  <ns1:pos x="T78" y="T79"/>
                </ns1:cxn>
                <ns1:cxn ang="0">
                  <ns1:pos x="T80" y="T81"/>
                </ns1:cxn>
                <ns1:cxn ang="0">
                  <ns1:pos x="T82" y="T83"/>
                </ns1:cxn>
                <ns1:cxn ang="0">
                  <ns1:pos x="T84" y="T85"/>
                </ns1:cxn>
                <ns1:cxn ang="0">
                  <ns1:pos x="T86" y="T87"/>
                </ns1:cxn>
                <ns1:cxn ang="0">
                  <ns1:pos x="T88" y="T89"/>
                </ns1:cxn>
              </ns1:cxnLst>
              <ns1:rect l="0" t="0" r="r" b="b"/>
              <ns1:pathLst>
                <ns1:path w="64" h="64">
                  <ns1:moveTo>
                    <ns1:pt x="56" y="12"/>
                  </ns1:moveTo>
                  <ns1:cubicBezTo>
                    <ns1:pt x="52" y="12"/>
                    <ns1:pt x="52" y="12"/>
                    <ns1:pt x="52" y="12"/>
                  </ns1:cubicBezTo>
                  <ns1:cubicBezTo>
                    <ns1:pt x="52" y="8"/>
                    <ns1:pt x="52" y="8"/>
                    <ns1:pt x="52" y="8"/>
                  </ns1:cubicBezTo>
                  <ns1:cubicBezTo>
                    <ns1:pt x="52" y="4"/>
                    <ns1:pt x="48" y="0"/>
                    <ns1:pt x="44" y="0"/>
                  </ns1:cubicBezTo>
                  <ns1:cubicBezTo>
                    <ns1:pt x="8" y="0"/>
                    <ns1:pt x="8" y="0"/>
                    <ns1:pt x="8" y="0"/>
                  </ns1:cubicBezTo>
                  <ns1:cubicBezTo>
                    <ns1:pt x="4" y="0"/>
                    <ns1:pt x="0" y="4"/>
                    <ns1:pt x="0" y="8"/>
                  </ns1:cubicBezTo>
                  <ns1:cubicBezTo>
                    <ns1:pt x="0" y="44"/>
                    <ns1:pt x="0" y="44"/>
                    <ns1:pt x="0" y="44"/>
                  </ns1:cubicBezTo>
                  <ns1:cubicBezTo>
                    <ns1:pt x="0" y="48"/>
                    <ns1:pt x="4" y="52"/>
                    <ns1:pt x="8" y="52"/>
                  </ns1:cubicBezTo>
                  <ns1:cubicBezTo>
                    <ns1:pt x="12" y="52"/>
                    <ns1:pt x="12" y="52"/>
                    <ns1:pt x="12" y="52"/>
                  </ns1:cubicBezTo>
                  <ns1:cubicBezTo>
                    <ns1:pt x="12" y="56"/>
                    <ns1:pt x="12" y="56"/>
                    <ns1:pt x="12" y="56"/>
                  </ns1:cubicBezTo>
                  <ns1:cubicBezTo>
                    <ns1:pt x="12" y="60"/>
                    <ns1:pt x="16" y="64"/>
                    <ns1:pt x="20" y="64"/>
                  </ns1:cubicBezTo>
                  <ns1:cubicBezTo>
                    <ns1:pt x="56" y="64"/>
                    <ns1:pt x="56" y="64"/>
                    <ns1:pt x="56" y="64"/>
                  </ns1:cubicBezTo>
                  <ns1:cubicBezTo>
                    <ns1:pt x="60" y="64"/>
                    <ns1:pt x="64" y="60"/>
                    <ns1:pt x="64" y="56"/>
                  </ns1:cubicBezTo>
                  <ns1:cubicBezTo>
                    <ns1:pt x="64" y="20"/>
                    <ns1:pt x="64" y="20"/>
                    <ns1:pt x="64" y="20"/>
                  </ns1:cubicBezTo>
                  <ns1:cubicBezTo>
                    <ns1:pt x="64" y="16"/>
                    <ns1:pt x="60" y="12"/>
                    <ns1:pt x="56" y="12"/>
                  </ns1:cubicBezTo>
                  <ns1:close/>
                  <ns1:moveTo>
                    <ns1:pt x="4" y="8"/>
                  </ns1:moveTo>
                  <ns1:cubicBezTo>
                    <ns1:pt x="4" y="6"/>
                    <ns1:pt x="6" y="4"/>
                    <ns1:pt x="8" y="4"/>
                  </ns1:cubicBezTo>
                  <ns1:cubicBezTo>
                    <ns1:pt x="44" y="4"/>
                    <ns1:pt x="44" y="4"/>
                    <ns1:pt x="44" y="4"/>
                  </ns1:cubicBezTo>
                  <ns1:cubicBezTo>
                    <ns1:pt x="46" y="4"/>
                    <ns1:pt x="48" y="6"/>
                    <ns1:pt x="48" y="8"/>
                  </ns1:cubicBezTo>
                  <ns1:cubicBezTo>
                    <ns1:pt x="48" y="16"/>
                    <ns1:pt x="48" y="16"/>
                    <ns1:pt x="48" y="16"/>
                  </ns1:cubicBezTo>
                  <ns1:cubicBezTo>
                    <ns1:pt x="4" y="16"/>
                    <ns1:pt x="4" y="16"/>
                    <ns1:pt x="4" y="16"/>
                  </ns1:cubicBezTo>
                  <ns1:lnTo>
                    <ns1:pt x="4" y="8"/>
                  </ns1:lnTo>
                  <ns1:close/>
                  <ns1:moveTo>
                    <ns1:pt x="8" y="48"/>
                  </ns1:moveTo>
                  <ns1:cubicBezTo>
                    <ns1:pt x="6" y="48"/>
                    <ns1:pt x="4" y="46"/>
                    <ns1:pt x="4" y="44"/>
                  </ns1:cubicBezTo>
                  <ns1:cubicBezTo>
                    <ns1:pt x="4" y="20"/>
                    <ns1:pt x="4" y="20"/>
                    <ns1:pt x="4" y="20"/>
                  </ns1:cubicBezTo>
                  <ns1:cubicBezTo>
                    <ns1:pt x="48" y="20"/>
                    <ns1:pt x="48" y="20"/>
                    <ns1:pt x="48" y="20"/>
                  </ns1:cubicBezTo>
                  <ns1:cubicBezTo>
                    <ns1:pt x="48" y="44"/>
                    <ns1:pt x="48" y="44"/>
                    <ns1:pt x="48" y="44"/>
                  </ns1:cubicBezTo>
                  <ns1:cubicBezTo>
                    <ns1:pt x="48" y="46"/>
                    <ns1:pt x="46" y="48"/>
                    <ns1:pt x="44" y="48"/>
                  </ns1:cubicBezTo>
                  <ns1:lnTo>
                    <ns1:pt x="8" y="48"/>
                  </ns1:lnTo>
                  <ns1:close/>
                  <ns1:moveTo>
                    <ns1:pt x="60" y="56"/>
                  </ns1:moveTo>
                  <ns1:cubicBezTo>
                    <ns1:pt x="60" y="58"/>
                    <ns1:pt x="58" y="60"/>
                    <ns1:pt x="56" y="60"/>
                  </ns1:cubicBezTo>
                  <ns1:cubicBezTo>
                    <ns1:pt x="20" y="60"/>
                    <ns1:pt x="20" y="60"/>
                    <ns1:pt x="20" y="60"/>
                  </ns1:cubicBezTo>
                  <ns1:cubicBezTo>
                    <ns1:pt x="18" y="60"/>
                    <ns1:pt x="16" y="58"/>
                    <ns1:pt x="16" y="56"/>
                  </ns1:cubicBezTo>
                  <ns1:cubicBezTo>
                    <ns1:pt x="16" y="52"/>
                    <ns1:pt x="16" y="52"/>
                    <ns1:pt x="16" y="52"/>
                  </ns1:cubicBezTo>
                  <ns1:cubicBezTo>
                    <ns1:pt x="44" y="52"/>
                    <ns1:pt x="44" y="52"/>
                    <ns1:pt x="44" y="52"/>
                  </ns1:cubicBezTo>
                  <ns1:cubicBezTo>
                    <ns1:pt x="48" y="52"/>
                    <ns1:pt x="52" y="48"/>
                    <ns1:pt x="52" y="44"/>
                  </ns1:cubicBezTo>
                  <ns1:cubicBezTo>
                    <ns1:pt x="52" y="28"/>
                    <ns1:pt x="52" y="28"/>
                    <ns1:pt x="52" y="28"/>
                  </ns1:cubicBezTo>
                  <ns1:cubicBezTo>
                    <ns1:pt x="60" y="28"/>
                    <ns1:pt x="60" y="28"/>
                    <ns1:pt x="60" y="28"/>
                  </ns1:cubicBezTo>
                  <ns1:lnTo>
                    <ns1:pt x="60" y="56"/>
                  </ns1:lnTo>
                  <ns1:close/>
                  <ns1:moveTo>
                    <ns1:pt x="60" y="24"/>
                  </ns1:moveTo>
                  <ns1:cubicBezTo>
                    <ns1:pt x="52" y="24"/>
                    <ns1:pt x="52" y="24"/>
                    <ns1:pt x="52" y="24"/>
                  </ns1:cubicBezTo>
                  <ns1:cubicBezTo>
                    <ns1:pt x="52" y="16"/>
                    <ns1:pt x="52" y="16"/>
                    <ns1:pt x="52" y="16"/>
                  </ns1:cubicBezTo>
                  <ns1:cubicBezTo>
                    <ns1:pt x="56" y="16"/>
                    <ns1:pt x="56" y="16"/>
                    <ns1:pt x="56" y="16"/>
                  </ns1:cubicBezTo>
                  <ns1:cubicBezTo>
                    <ns1:pt x="58" y="16"/>
                    <ns1:pt x="60" y="18"/>
                    <ns1:pt x="60" y="20"/>
                  </ns1:cubicBezTo>
                  <ns1:lnTo>
                    <ns1:pt x="60" y="24"/>
                  </ns1:ln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</ns0:grpSp>
      <ns0:grpSp>
        <ns0:nvGrpSpPr>
          <ns0:cNvPr id="223" name="Group 222"/>
          <ns0:cNvGrpSpPr/>
          <ns0:nvPr/>
        </ns0:nvGrpSpPr>
        <ns0:grpSpPr>
          <ns1:xfrm>
            <ns1:off x="10458268" y="2755527"/>
            <ns1:ext cx="484747" cy="485815"/>
            <ns1:chOff x="7305675" y="2468563"/>
            <ns1:chExt cx="720725" cy="722313"/>
          </ns1:xfrm>
          <ns1:solidFill>
            <ns1:schemeClr val="tx1"/>
          </ns1:solidFill>
        </ns0:grpSpPr>
        <ns0:sp>
          <ns0:nvSpPr>
            <ns0:cNvPr id="224" name="Freeform 132"/>
            <ns0:cNvSpPr>
              <ns1:spLocks noEditPoints="1"/>
            </ns0:cNvSpPr>
            <ns0:nvPr/>
          </ns0:nvSpPr>
          <ns0:spPr bwMode="auto">
            <ns1:xfrm>
              <ns1:off x="7556500" y="2719388"/>
              <ns1:ext cx="217488" cy="219075"/>
            </ns1:xfrm>
            <ns1:custGeom>
              <ns1:avLst/>
              <ns1:gdLst>
                <ns1:gd name="T0" fmla="*/ 29 w 58"/>
                <ns1:gd name="T1" fmla="*/ 0 h 58"/>
                <ns1:gd name="T2" fmla="*/ 0 w 58"/>
                <ns1:gd name="T3" fmla="*/ 29 h 58"/>
                <ns1:gd name="T4" fmla="*/ 29 w 58"/>
                <ns1:gd name="T5" fmla="*/ 58 h 58"/>
                <ns1:gd name="T6" fmla="*/ 58 w 58"/>
                <ns1:gd name="T7" fmla="*/ 29 h 58"/>
                <ns1:gd name="T8" fmla="*/ 29 w 58"/>
                <ns1:gd name="T9" fmla="*/ 0 h 58"/>
                <ns1:gd name="T10" fmla="*/ 29 w 58"/>
                <ns1:gd name="T11" fmla="*/ 50 h 58"/>
                <ns1:gd name="T12" fmla="*/ 8 w 58"/>
                <ns1:gd name="T13" fmla="*/ 29 h 58"/>
                <ns1:gd name="T14" fmla="*/ 29 w 58"/>
                <ns1:gd name="T15" fmla="*/ 8 h 58"/>
                <ns1:gd name="T16" fmla="*/ 50 w 58"/>
                <ns1:gd name="T17" fmla="*/ 29 h 58"/>
                <ns1:gd name="T18" fmla="*/ 29 w 58"/>
                <ns1:gd name="T19" fmla="*/ 50 h 58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</ns1:cxnLst>
              <ns1:rect l="0" t="0" r="r" b="b"/>
              <ns1:pathLst>
                <ns1:path w="58" h="58">
                  <ns1:moveTo>
                    <ns1:pt x="29" y="0"/>
                  </ns1:moveTo>
                  <ns1:cubicBezTo>
                    <ns1:pt x="13" y="0"/>
                    <ns1:pt x="0" y="13"/>
                    <ns1:pt x="0" y="29"/>
                  </ns1:cubicBezTo>
                  <ns1:cubicBezTo>
                    <ns1:pt x="0" y="45"/>
                    <ns1:pt x="13" y="58"/>
                    <ns1:pt x="29" y="58"/>
                  </ns1:cubicBezTo>
                  <ns1:cubicBezTo>
                    <ns1:pt x="45" y="58"/>
                    <ns1:pt x="58" y="45"/>
                    <ns1:pt x="58" y="29"/>
                  </ns1:cubicBezTo>
                  <ns1:cubicBezTo>
                    <ns1:pt x="58" y="13"/>
                    <ns1:pt x="45" y="0"/>
                    <ns1:pt x="29" y="0"/>
                  </ns1:cubicBezTo>
                  <ns1:close/>
                  <ns1:moveTo>
                    <ns1:pt x="29" y="50"/>
                  </ns1:moveTo>
                  <ns1:cubicBezTo>
                    <ns1:pt x="18" y="50"/>
                    <ns1:pt x="8" y="40"/>
                    <ns1:pt x="8" y="29"/>
                  </ns1:cubicBezTo>
                  <ns1:cubicBezTo>
                    <ns1:pt x="8" y="18"/>
                    <ns1:pt x="18" y="8"/>
                    <ns1:pt x="29" y="8"/>
                  </ns1:cubicBezTo>
                  <ns1:cubicBezTo>
                    <ns1:pt x="40" y="8"/>
                    <ns1:pt x="50" y="18"/>
                    <ns1:pt x="50" y="29"/>
                  </ns1:cubicBezTo>
                  <ns1:cubicBezTo>
                    <ns1:pt x="50" y="40"/>
                    <ns1:pt x="40" y="50"/>
                    <ns1:pt x="29" y="50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225" name="Freeform 133"/>
            <ns0:cNvSpPr>
              <ns1:spLocks noEditPoints="1"/>
            </ns0:cNvSpPr>
            <ns0:nvPr/>
          </ns0:nvSpPr>
          <ns0:spPr bwMode="auto">
            <ns1:xfrm>
              <ns1:off x="7305675" y="2468563"/>
              <ns1:ext cx="720725" cy="722313"/>
            </ns1:xfrm>
            <ns1:custGeom>
              <ns1:avLst/>
              <ns1:gdLst>
                <ns1:gd name="T0" fmla="*/ 192 w 192"/>
                <ns1:gd name="T1" fmla="*/ 90 h 192"/>
                <ns1:gd name="T2" fmla="*/ 167 w 192"/>
                <ns1:gd name="T3" fmla="*/ 90 h 192"/>
                <ns1:gd name="T4" fmla="*/ 102 w 192"/>
                <ns1:gd name="T5" fmla="*/ 25 h 192"/>
                <ns1:gd name="T6" fmla="*/ 102 w 192"/>
                <ns1:gd name="T7" fmla="*/ 0 h 192"/>
                <ns1:gd name="T8" fmla="*/ 90 w 192"/>
                <ns1:gd name="T9" fmla="*/ 0 h 192"/>
                <ns1:gd name="T10" fmla="*/ 90 w 192"/>
                <ns1:gd name="T11" fmla="*/ 25 h 192"/>
                <ns1:gd name="T12" fmla="*/ 25 w 192"/>
                <ns1:gd name="T13" fmla="*/ 90 h 192"/>
                <ns1:gd name="T14" fmla="*/ 0 w 192"/>
                <ns1:gd name="T15" fmla="*/ 90 h 192"/>
                <ns1:gd name="T16" fmla="*/ 0 w 192"/>
                <ns1:gd name="T17" fmla="*/ 102 h 192"/>
                <ns1:gd name="T18" fmla="*/ 25 w 192"/>
                <ns1:gd name="T19" fmla="*/ 102 h 192"/>
                <ns1:gd name="T20" fmla="*/ 90 w 192"/>
                <ns1:gd name="T21" fmla="*/ 167 h 192"/>
                <ns1:gd name="T22" fmla="*/ 90 w 192"/>
                <ns1:gd name="T23" fmla="*/ 192 h 192"/>
                <ns1:gd name="T24" fmla="*/ 102 w 192"/>
                <ns1:gd name="T25" fmla="*/ 192 h 192"/>
                <ns1:gd name="T26" fmla="*/ 102 w 192"/>
                <ns1:gd name="T27" fmla="*/ 167 h 192"/>
                <ns1:gd name="T28" fmla="*/ 167 w 192"/>
                <ns1:gd name="T29" fmla="*/ 102 h 192"/>
                <ns1:gd name="T30" fmla="*/ 192 w 192"/>
                <ns1:gd name="T31" fmla="*/ 102 h 192"/>
                <ns1:gd name="T32" fmla="*/ 192 w 192"/>
                <ns1:gd name="T33" fmla="*/ 90 h 192"/>
                <ns1:gd name="T34" fmla="*/ 102 w 192"/>
                <ns1:gd name="T35" fmla="*/ 151 h 192"/>
                <ns1:gd name="T36" fmla="*/ 102 w 192"/>
                <ns1:gd name="T37" fmla="*/ 140 h 192"/>
                <ns1:gd name="T38" fmla="*/ 97 w 192"/>
                <ns1:gd name="T39" fmla="*/ 135 h 192"/>
                <ns1:gd name="T40" fmla="*/ 95 w 192"/>
                <ns1:gd name="T41" fmla="*/ 135 h 192"/>
                <ns1:gd name="T42" fmla="*/ 90 w 192"/>
                <ns1:gd name="T43" fmla="*/ 140 h 192"/>
                <ns1:gd name="T44" fmla="*/ 90 w 192"/>
                <ns1:gd name="T45" fmla="*/ 151 h 192"/>
                <ns1:gd name="T46" fmla="*/ 41 w 192"/>
                <ns1:gd name="T47" fmla="*/ 102 h 192"/>
                <ns1:gd name="T48" fmla="*/ 52 w 192"/>
                <ns1:gd name="T49" fmla="*/ 102 h 192"/>
                <ns1:gd name="T50" fmla="*/ 57 w 192"/>
                <ns1:gd name="T51" fmla="*/ 97 h 192"/>
                <ns1:gd name="T52" fmla="*/ 57 w 192"/>
                <ns1:gd name="T53" fmla="*/ 95 h 192"/>
                <ns1:gd name="T54" fmla="*/ 52 w 192"/>
                <ns1:gd name="T55" fmla="*/ 90 h 192"/>
                <ns1:gd name="T56" fmla="*/ 41 w 192"/>
                <ns1:gd name="T57" fmla="*/ 90 h 192"/>
                <ns1:gd name="T58" fmla="*/ 90 w 192"/>
                <ns1:gd name="T59" fmla="*/ 41 h 192"/>
                <ns1:gd name="T60" fmla="*/ 90 w 192"/>
                <ns1:gd name="T61" fmla="*/ 52 h 192"/>
                <ns1:gd name="T62" fmla="*/ 95 w 192"/>
                <ns1:gd name="T63" fmla="*/ 57 h 192"/>
                <ns1:gd name="T64" fmla="*/ 97 w 192"/>
                <ns1:gd name="T65" fmla="*/ 57 h 192"/>
                <ns1:gd name="T66" fmla="*/ 102 w 192"/>
                <ns1:gd name="T67" fmla="*/ 52 h 192"/>
                <ns1:gd name="T68" fmla="*/ 102 w 192"/>
                <ns1:gd name="T69" fmla="*/ 41 h 192"/>
                <ns1:gd name="T70" fmla="*/ 151 w 192"/>
                <ns1:gd name="T71" fmla="*/ 90 h 192"/>
                <ns1:gd name="T72" fmla="*/ 140 w 192"/>
                <ns1:gd name="T73" fmla="*/ 90 h 192"/>
                <ns1:gd name="T74" fmla="*/ 135 w 192"/>
                <ns1:gd name="T75" fmla="*/ 95 h 192"/>
                <ns1:gd name="T76" fmla="*/ 135 w 192"/>
                <ns1:gd name="T77" fmla="*/ 97 h 192"/>
                <ns1:gd name="T78" fmla="*/ 140 w 192"/>
                <ns1:gd name="T79" fmla="*/ 102 h 192"/>
                <ns1:gd name="T80" fmla="*/ 151 w 192"/>
                <ns1:gd name="T81" fmla="*/ 102 h 192"/>
                <ns1:gd name="T82" fmla="*/ 102 w 192"/>
                <ns1:gd name="T83" fmla="*/ 151 h 192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  <ns1:cxn ang="0">
                  <ns1:pos x="T30" y="T31"/>
                </ns1:cxn>
                <ns1:cxn ang="0">
                  <ns1:pos x="T32" y="T33"/>
                </ns1:cxn>
                <ns1:cxn ang="0">
                  <ns1:pos x="T34" y="T35"/>
                </ns1:cxn>
                <ns1:cxn ang="0">
                  <ns1:pos x="T36" y="T37"/>
                </ns1:cxn>
                <ns1:cxn ang="0">
                  <ns1:pos x="T38" y="T39"/>
                </ns1:cxn>
                <ns1:cxn ang="0">
                  <ns1:pos x="T40" y="T41"/>
                </ns1:cxn>
                <ns1:cxn ang="0">
                  <ns1:pos x="T42" y="T43"/>
                </ns1:cxn>
                <ns1:cxn ang="0">
                  <ns1:pos x="T44" y="T45"/>
                </ns1:cxn>
                <ns1:cxn ang="0">
                  <ns1:pos x="T46" y="T47"/>
                </ns1:cxn>
                <ns1:cxn ang="0">
                  <ns1:pos x="T48" y="T49"/>
                </ns1:cxn>
                <ns1:cxn ang="0">
                  <ns1:pos x="T50" y="T51"/>
                </ns1:cxn>
                <ns1:cxn ang="0">
                  <ns1:pos x="T52" y="T53"/>
                </ns1:cxn>
                <ns1:cxn ang="0">
                  <ns1:pos x="T54" y="T55"/>
                </ns1:cxn>
                <ns1:cxn ang="0">
                  <ns1:pos x="T56" y="T57"/>
                </ns1:cxn>
                <ns1:cxn ang="0">
                  <ns1:pos x="T58" y="T59"/>
                </ns1:cxn>
                <ns1:cxn ang="0">
                  <ns1:pos x="T60" y="T61"/>
                </ns1:cxn>
                <ns1:cxn ang="0">
                  <ns1:pos x="T62" y="T63"/>
                </ns1:cxn>
                <ns1:cxn ang="0">
                  <ns1:pos x="T64" y="T65"/>
                </ns1:cxn>
                <ns1:cxn ang="0">
                  <ns1:pos x="T66" y="T67"/>
                </ns1:cxn>
                <ns1:cxn ang="0">
                  <ns1:pos x="T68" y="T69"/>
                </ns1:cxn>
                <ns1:cxn ang="0">
                  <ns1:pos x="T70" y="T71"/>
                </ns1:cxn>
                <ns1:cxn ang="0">
                  <ns1:pos x="T72" y="T73"/>
                </ns1:cxn>
                <ns1:cxn ang="0">
                  <ns1:pos x="T74" y="T75"/>
                </ns1:cxn>
                <ns1:cxn ang="0">
                  <ns1:pos x="T76" y="T77"/>
                </ns1:cxn>
                <ns1:cxn ang="0">
                  <ns1:pos x="T78" y="T79"/>
                </ns1:cxn>
                <ns1:cxn ang="0">
                  <ns1:pos x="T80" y="T81"/>
                </ns1:cxn>
                <ns1:cxn ang="0">
                  <ns1:pos x="T82" y="T83"/>
                </ns1:cxn>
              </ns1:cxnLst>
              <ns1:rect l="0" t="0" r="r" b="b"/>
              <ns1:pathLst>
                <ns1:path w="192" h="192">
                  <ns1:moveTo>
                    <ns1:pt x="192" y="90"/>
                  </ns1:moveTo>
                  <ns1:cubicBezTo>
                    <ns1:pt x="167" y="90"/>
                    <ns1:pt x="167" y="90"/>
                    <ns1:pt x="167" y="90"/>
                  </ns1:cubicBezTo>
                  <ns1:cubicBezTo>
                    <ns1:pt x="164" y="55"/>
                    <ns1:pt x="137" y="28"/>
                    <ns1:pt x="102" y="25"/>
                  </ns1:cubicBezTo>
                  <ns1:cubicBezTo>
                    <ns1:pt x="102" y="0"/>
                    <ns1:pt x="102" y="0"/>
                    <ns1:pt x="102" y="0"/>
                  </ns1:cubicBezTo>
                  <ns1:cubicBezTo>
                    <ns1:pt x="90" y="0"/>
                    <ns1:pt x="90" y="0"/>
                    <ns1:pt x="90" y="0"/>
                  </ns1:cubicBezTo>
                  <ns1:cubicBezTo>
                    <ns1:pt x="90" y="25"/>
                    <ns1:pt x="90" y="25"/>
                    <ns1:pt x="90" y="25"/>
                  </ns1:cubicBezTo>
                  <ns1:cubicBezTo>
                    <ns1:pt x="55" y="28"/>
                    <ns1:pt x="28" y="55"/>
                    <ns1:pt x="25" y="90"/>
                  </ns1:cubicBezTo>
                  <ns1:cubicBezTo>
                    <ns1:pt x="0" y="90"/>
                    <ns1:pt x="0" y="90"/>
                    <ns1:pt x="0" y="90"/>
                  </ns1:cubicBezTo>
                  <ns1:cubicBezTo>
                    <ns1:pt x="0" y="102"/>
                    <ns1:pt x="0" y="102"/>
                    <ns1:pt x="0" y="102"/>
                  </ns1:cubicBezTo>
                  <ns1:cubicBezTo>
                    <ns1:pt x="25" y="102"/>
                    <ns1:pt x="25" y="102"/>
                    <ns1:pt x="25" y="102"/>
                  </ns1:cubicBezTo>
                  <ns1:cubicBezTo>
                    <ns1:pt x="28" y="137"/>
                    <ns1:pt x="55" y="164"/>
                    <ns1:pt x="90" y="167"/>
                  </ns1:cubicBezTo>
                  <ns1:cubicBezTo>
                    <ns1:pt x="90" y="192"/>
                    <ns1:pt x="90" y="192"/>
                    <ns1:pt x="90" y="192"/>
                  </ns1:cubicBezTo>
                  <ns1:cubicBezTo>
                    <ns1:pt x="102" y="192"/>
                    <ns1:pt x="102" y="192"/>
                    <ns1:pt x="102" y="192"/>
                  </ns1:cubicBezTo>
                  <ns1:cubicBezTo>
                    <ns1:pt x="102" y="167"/>
                    <ns1:pt x="102" y="167"/>
                    <ns1:pt x="102" y="167"/>
                  </ns1:cubicBezTo>
                  <ns1:cubicBezTo>
                    <ns1:pt x="137" y="164"/>
                    <ns1:pt x="164" y="137"/>
                    <ns1:pt x="167" y="102"/>
                  </ns1:cubicBezTo>
                  <ns1:cubicBezTo>
                    <ns1:pt x="192" y="102"/>
                    <ns1:pt x="192" y="102"/>
                    <ns1:pt x="192" y="102"/>
                  </ns1:cubicBezTo>
                  <ns1:lnTo>
                    <ns1:pt x="192" y="90"/>
                  </ns1:lnTo>
                  <ns1:close/>
                  <ns1:moveTo>
                    <ns1:pt x="102" y="151"/>
                  </ns1:moveTo>
                  <ns1:cubicBezTo>
                    <ns1:pt x="102" y="140"/>
                    <ns1:pt x="102" y="140"/>
                    <ns1:pt x="102" y="140"/>
                  </ns1:cubicBezTo>
                  <ns1:cubicBezTo>
                    <ns1:pt x="102" y="137"/>
                    <ns1:pt x="100" y="135"/>
                    <ns1:pt x="97" y="135"/>
                  </ns1:cubicBezTo>
                  <ns1:cubicBezTo>
                    <ns1:pt x="95" y="135"/>
                    <ns1:pt x="95" y="135"/>
                    <ns1:pt x="95" y="135"/>
                  </ns1:cubicBezTo>
                  <ns1:cubicBezTo>
                    <ns1:pt x="92" y="135"/>
                    <ns1:pt x="90" y="137"/>
                    <ns1:pt x="90" y="140"/>
                  </ns1:cubicBezTo>
                  <ns1:cubicBezTo>
                    <ns1:pt x="90" y="151"/>
                    <ns1:pt x="90" y="151"/>
                    <ns1:pt x="90" y="151"/>
                  </ns1:cubicBezTo>
                  <ns1:cubicBezTo>
                    <ns1:pt x="64" y="148"/>
                    <ns1:pt x="44" y="128"/>
                    <ns1:pt x="41" y="102"/>
                  </ns1:cubicBezTo>
                  <ns1:cubicBezTo>
                    <ns1:pt x="52" y="102"/>
                    <ns1:pt x="52" y="102"/>
                    <ns1:pt x="52" y="102"/>
                  </ns1:cubicBezTo>
                  <ns1:cubicBezTo>
                    <ns1:pt x="55" y="102"/>
                    <ns1:pt x="57" y="100"/>
                    <ns1:pt x="57" y="97"/>
                  </ns1:cubicBezTo>
                  <ns1:cubicBezTo>
                    <ns1:pt x="57" y="95"/>
                    <ns1:pt x="57" y="95"/>
                    <ns1:pt x="57" y="95"/>
                  </ns1:cubicBezTo>
                  <ns1:cubicBezTo>
                    <ns1:pt x="57" y="92"/>
                    <ns1:pt x="55" y="90"/>
                    <ns1:pt x="52" y="90"/>
                  </ns1:cubicBezTo>
                  <ns1:cubicBezTo>
                    <ns1:pt x="41" y="90"/>
                    <ns1:pt x="41" y="90"/>
                    <ns1:pt x="41" y="90"/>
                  </ns1:cubicBezTo>
                  <ns1:cubicBezTo>
                    <ns1:pt x="44" y="64"/>
                    <ns1:pt x="64" y="44"/>
                    <ns1:pt x="90" y="41"/>
                  </ns1:cubicBezTo>
                  <ns1:cubicBezTo>
                    <ns1:pt x="90" y="52"/>
                    <ns1:pt x="90" y="52"/>
                    <ns1:pt x="90" y="52"/>
                  </ns1:cubicBezTo>
                  <ns1:cubicBezTo>
                    <ns1:pt x="90" y="55"/>
                    <ns1:pt x="92" y="57"/>
                    <ns1:pt x="95" y="57"/>
                  </ns1:cubicBezTo>
                  <ns1:cubicBezTo>
                    <ns1:pt x="97" y="57"/>
                    <ns1:pt x="97" y="57"/>
                    <ns1:pt x="97" y="57"/>
                  </ns1:cubicBezTo>
                  <ns1:cubicBezTo>
                    <ns1:pt x="100" y="57"/>
                    <ns1:pt x="102" y="55"/>
                    <ns1:pt x="102" y="52"/>
                  </ns1:cubicBezTo>
                  <ns1:cubicBezTo>
                    <ns1:pt x="102" y="41"/>
                    <ns1:pt x="102" y="41"/>
                    <ns1:pt x="102" y="41"/>
                  </ns1:cubicBezTo>
                  <ns1:cubicBezTo>
                    <ns1:pt x="128" y="44"/>
                    <ns1:pt x="148" y="64"/>
                    <ns1:pt x="151" y="90"/>
                  </ns1:cubicBezTo>
                  <ns1:cubicBezTo>
                    <ns1:pt x="140" y="90"/>
                    <ns1:pt x="140" y="90"/>
                    <ns1:pt x="140" y="90"/>
                  </ns1:cubicBezTo>
                  <ns1:cubicBezTo>
                    <ns1:pt x="137" y="90"/>
                    <ns1:pt x="135" y="92"/>
                    <ns1:pt x="135" y="95"/>
                  </ns1:cubicBezTo>
                  <ns1:cubicBezTo>
                    <ns1:pt x="135" y="97"/>
                    <ns1:pt x="135" y="97"/>
                    <ns1:pt x="135" y="97"/>
                  </ns1:cubicBezTo>
                  <ns1:cubicBezTo>
                    <ns1:pt x="135" y="100"/>
                    <ns1:pt x="137" y="102"/>
                    <ns1:pt x="140" y="102"/>
                  </ns1:cubicBezTo>
                  <ns1:cubicBezTo>
                    <ns1:pt x="151" y="102"/>
                    <ns1:pt x="151" y="102"/>
                    <ns1:pt x="151" y="102"/>
                  </ns1:cubicBezTo>
                  <ns1:cubicBezTo>
                    <ns1:pt x="148" y="128"/>
                    <ns1:pt x="128" y="148"/>
                    <ns1:pt x="102" y="151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</ns0:grpSp>
      <ns0:sp>
        <ns0:nvSpPr>
          <ns0:cNvPr id="226" name="Freeform 213"/>
          <ns0:cNvSpPr>
            <ns1:spLocks noEditPoints="1"/>
          </ns0:cNvSpPr>
          <ns0:nvPr/>
        </ns0:nvSpPr>
        <ns0:spPr bwMode="auto">
          <ns1:xfrm>
            <ns1:off x="9568892" y="2815004"/>
            <ns1:ext cx="318590" cy="366861"/>
          </ns1:xfrm>
          <ns1:custGeom>
            <ns1:avLst/>
            <ns1:gdLst>
              <ns1:gd name="T0" fmla="*/ 90 w 132"/>
              <ns1:gd name="T1" fmla="*/ 0 h 152"/>
              <ns1:gd name="T2" fmla="*/ 0 w 132"/>
              <ns1:gd name="T3" fmla="*/ 0 h 152"/>
              <ns1:gd name="T4" fmla="*/ 0 w 132"/>
              <ns1:gd name="T5" fmla="*/ 152 h 152"/>
              <ns1:gd name="T6" fmla="*/ 132 w 132"/>
              <ns1:gd name="T7" fmla="*/ 152 h 152"/>
              <ns1:gd name="T8" fmla="*/ 132 w 132"/>
              <ns1:gd name="T9" fmla="*/ 43 h 152"/>
              <ns1:gd name="T10" fmla="*/ 90 w 132"/>
              <ns1:gd name="T11" fmla="*/ 0 h 152"/>
              <ns1:gd name="T12" fmla="*/ 113 w 132"/>
              <ns1:gd name="T13" fmla="*/ 133 h 152"/>
              <ns1:gd name="T14" fmla="*/ 19 w 132"/>
              <ns1:gd name="T15" fmla="*/ 133 h 152"/>
              <ns1:gd name="T16" fmla="*/ 19 w 132"/>
              <ns1:gd name="T17" fmla="*/ 19 h 152"/>
              <ns1:gd name="T18" fmla="*/ 38 w 132"/>
              <ns1:gd name="T19" fmla="*/ 19 h 152"/>
              <ns1:gd name="T20" fmla="*/ 38 w 132"/>
              <ns1:gd name="T21" fmla="*/ 104 h 152"/>
              <ns1:gd name="T22" fmla="*/ 57 w 132"/>
              <ns1:gd name="T23" fmla="*/ 76 h 152"/>
              <ns1:gd name="T24" fmla="*/ 76 w 132"/>
              <ns1:gd name="T25" fmla="*/ 104 h 152"/>
              <ns1:gd name="T26" fmla="*/ 76 w 132"/>
              <ns1:gd name="T27" fmla="*/ 19 h 152"/>
              <ns1:gd name="T28" fmla="*/ 80 w 132"/>
              <ns1:gd name="T29" fmla="*/ 19 h 152"/>
              <ns1:gd name="T30" fmla="*/ 113 w 132"/>
              <ns1:gd name="T31" fmla="*/ 52 h 152"/>
              <ns1:gd name="T32" fmla="*/ 113 w 132"/>
              <ns1:gd name="T33" fmla="*/ 133 h 152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  <ns1:cxn ang="0">
                <ns1:pos x="T32" y="T33"/>
              </ns1:cxn>
            </ns1:cxnLst>
            <ns1:rect l="0" t="0" r="r" b="b"/>
            <ns1:pathLst>
              <ns1:path w="132" h="152">
                <ns1:moveTo>
                  <ns1:pt x="90" y="0"/>
                </ns1:moveTo>
                <ns1:lnTo>
                  <ns1:pt x="0" y="0"/>
                </ns1:lnTo>
                <ns1:lnTo>
                  <ns1:pt x="0" y="152"/>
                </ns1:lnTo>
                <ns1:lnTo>
                  <ns1:pt x="132" y="152"/>
                </ns1:lnTo>
                <ns1:lnTo>
                  <ns1:pt x="132" y="43"/>
                </ns1:lnTo>
                <ns1:lnTo>
                  <ns1:pt x="90" y="0"/>
                </ns1:lnTo>
                <ns1:close/>
                <ns1:moveTo>
                  <ns1:pt x="113" y="133"/>
                </ns1:moveTo>
                <ns1:lnTo>
                  <ns1:pt x="19" y="133"/>
                </ns1:lnTo>
                <ns1:lnTo>
                  <ns1:pt x="19" y="19"/>
                </ns1:lnTo>
                <ns1:lnTo>
                  <ns1:pt x="38" y="19"/>
                </ns1:lnTo>
                <ns1:lnTo>
                  <ns1:pt x="38" y="104"/>
                </ns1:lnTo>
                <ns1:lnTo>
                  <ns1:pt x="57" y="76"/>
                </ns1:lnTo>
                <ns1:lnTo>
                  <ns1:pt x="76" y="104"/>
                </ns1:lnTo>
                <ns1:lnTo>
                  <ns1:pt x="76" y="19"/>
                </ns1:lnTo>
                <ns1:lnTo>
                  <ns1:pt x="80" y="19"/>
                </ns1:lnTo>
                <ns1:lnTo>
                  <ns1:pt x="113" y="52"/>
                </ns1:lnTo>
                <ns1:lnTo>
                  <ns1:pt x="113" y="133"/>
                </ns1:lnTo>
                <ns1:close/>
              </ns1:path>
            </ns1:pathLst>
          </ns1:custGeom>
          <ns1:solidFill>
            <ns1:schemeClr val="tx1"/>
          </ns1:solidFill>
          <ns1:ln>
            <ns1:noFill/>
          </ns1:ln>
          <ns1:extLst/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id-ID" sz="2700"/>
          </ns1:p>
        </ns0:txBody>
      </ns0:sp>
      <ns0:sp>
        <ns0:nvSpPr>
          <ns0:cNvPr id="227" name="Freeform 248"/>
          <ns0:cNvSpPr>
            <ns1:spLocks noEditPoints="1"/>
          </ns0:cNvSpPr>
          <ns0:nvPr/>
        </ns0:nvSpPr>
        <ns0:spPr bwMode="auto">
          <ns1:xfrm>
            <ns1:off x="11474579" y="2816210"/>
            <ns1:ext cx="318591" cy="364449"/>
          </ns1:xfrm>
          <ns1:custGeom>
            <ns1:avLst/>
            <ns1:gdLst>
              <ns1:gd name="T0" fmla="*/ 48 w 56"/>
              <ns1:gd name="T1" fmla="*/ 60 h 64"/>
              <ns1:gd name="T2" fmla="*/ 45 w 56"/>
              <ns1:gd name="T3" fmla="*/ 60 h 64"/>
              <ns1:gd name="T4" fmla="*/ 56 w 56"/>
              <ns1:gd name="T5" fmla="*/ 40 h 64"/>
              <ns1:gd name="T6" fmla="*/ 38 w 56"/>
              <ns1:gd name="T7" fmla="*/ 17 h 64"/>
              <ns1:gd name="T8" fmla="*/ 42 w 56"/>
              <ns1:gd name="T9" fmla="*/ 8 h 64"/>
              <ns1:gd name="T10" fmla="*/ 42 w 56"/>
              <ns1:gd name="T11" fmla="*/ 5 h 64"/>
              <ns1:gd name="T12" fmla="*/ 31 w 56"/>
              <ns1:gd name="T13" fmla="*/ 0 h 64"/>
              <ns1:gd name="T14" fmla="*/ 29 w 56"/>
              <ns1:gd name="T15" fmla="*/ 0 h 64"/>
              <ns1:gd name="T16" fmla="*/ 28 w 56"/>
              <ns1:gd name="T17" fmla="*/ 1 h 64"/>
              <ns1:gd name="T18" fmla="*/ 15 w 56"/>
              <ns1:gd name="T19" fmla="*/ 25 h 64"/>
              <ns1:gd name="T20" fmla="*/ 17 w 56"/>
              <ns1:gd name="T21" fmla="*/ 31 h 64"/>
              <ns1:gd name="T22" fmla="*/ 15 w 56"/>
              <ns1:gd name="T23" fmla="*/ 35 h 64"/>
              <ns1:gd name="T24" fmla="*/ 22 w 56"/>
              <ns1:gd name="T25" fmla="*/ 38 h 64"/>
              <ns1:gd name="T26" fmla="*/ 24 w 56"/>
              <ns1:gd name="T27" fmla="*/ 35 h 64"/>
              <ns1:gd name="T28" fmla="*/ 24 w 56"/>
              <ns1:gd name="T29" fmla="*/ 35 h 64"/>
              <ns1:gd name="T30" fmla="*/ 30 w 56"/>
              <ns1:gd name="T31" fmla="*/ 32 h 64"/>
              <ns1:gd name="T32" fmla="*/ 34 w 56"/>
              <ns1:gd name="T33" fmla="*/ 24 h 64"/>
              <ns1:gd name="T34" fmla="*/ 48 w 56"/>
              <ns1:gd name="T35" fmla="*/ 40 h 64"/>
              <ns1:gd name="T36" fmla="*/ 32 w 56"/>
              <ns1:gd name="T37" fmla="*/ 56 h 64"/>
              <ns1:gd name="T38" fmla="*/ 20 w 56"/>
              <ns1:gd name="T39" fmla="*/ 52 h 64"/>
              <ns1:gd name="T40" fmla="*/ 20 w 56"/>
              <ns1:gd name="T41" fmla="*/ 50 h 64"/>
              <ns1:gd name="T42" fmla="*/ 22 w 56"/>
              <ns1:gd name="T43" fmla="*/ 48 h 64"/>
              <ns1:gd name="T44" fmla="*/ 32 w 56"/>
              <ns1:gd name="T45" fmla="*/ 48 h 64"/>
              <ns1:gd name="T46" fmla="*/ 32 w 56"/>
              <ns1:gd name="T47" fmla="*/ 44 h 64"/>
              <ns1:gd name="T48" fmla="*/ 17 w 56"/>
              <ns1:gd name="T49" fmla="*/ 44 h 64"/>
              <ns1:gd name="T50" fmla="*/ 8 w 56"/>
              <ns1:gd name="T51" fmla="*/ 44 h 64"/>
              <ns1:gd name="T52" fmla="*/ 0 w 56"/>
              <ns1:gd name="T53" fmla="*/ 44 h 64"/>
              <ns1:gd name="T54" fmla="*/ 0 w 56"/>
              <ns1:gd name="T55" fmla="*/ 48 h 64"/>
              <ns1:gd name="T56" fmla="*/ 9 w 56"/>
              <ns1:gd name="T57" fmla="*/ 48 h 64"/>
              <ns1:gd name="T58" fmla="*/ 10 w 56"/>
              <ns1:gd name="T59" fmla="*/ 48 h 64"/>
              <ns1:gd name="T60" fmla="*/ 12 w 56"/>
              <ns1:gd name="T61" fmla="*/ 50 h 64"/>
              <ns1:gd name="T62" fmla="*/ 12 w 56"/>
              <ns1:gd name="T63" fmla="*/ 52 h 64"/>
              <ns1:gd name="T64" fmla="*/ 12 w 56"/>
              <ns1:gd name="T65" fmla="*/ 60 h 64"/>
              <ns1:gd name="T66" fmla="*/ 4 w 56"/>
              <ns1:gd name="T67" fmla="*/ 64 h 64"/>
              <ns1:gd name="T68" fmla="*/ 56 w 56"/>
              <ns1:gd name="T69" fmla="*/ 64 h 64"/>
              <ns1:gd name="T70" fmla="*/ 48 w 56"/>
              <ns1:gd name="T71" fmla="*/ 60 h 64"/>
              <ns1:gd name="T72" fmla="*/ 34 w 56"/>
              <ns1:gd name="T73" fmla="*/ 5 h 64"/>
              <ns1:gd name="T74" fmla="*/ 33 w 56"/>
              <ns1:gd name="T75" fmla="*/ 7 h 64"/>
              <ns1:gd name="T76" fmla="*/ 24 w 56"/>
              <ns1:gd name="T77" fmla="*/ 24 h 64"/>
              <ns1:gd name="T78" fmla="*/ 20 w 56"/>
              <ns1:gd name="T79" fmla="*/ 22 h 64"/>
              <ns1:gd name="T80" fmla="*/ 20 w 56"/>
              <ns1:gd name="T81" fmla="*/ 22 h 64"/>
              <ns1:gd name="T82" fmla="*/ 29 w 56"/>
              <ns1:gd name="T83" fmla="*/ 5 h 64"/>
              <ns1:gd name="T84" fmla="*/ 30 w 56"/>
              <ns1:gd name="T85" fmla="*/ 4 h 64"/>
              <ns1:gd name="T86" fmla="*/ 32 w 56"/>
              <ns1:gd name="T87" fmla="*/ 4 h 64"/>
              <ns1:gd name="T88" fmla="*/ 34 w 56"/>
              <ns1:gd name="T89" fmla="*/ 5 h 64"/>
              <ns1:gd name="T90" fmla="*/ 34 w 56"/>
              <ns1:gd name="T91" fmla="*/ 5 h 64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  <ns1:cxn ang="0">
                <ns1:pos x="T32" y="T33"/>
              </ns1:cxn>
              <ns1:cxn ang="0">
                <ns1:pos x="T34" y="T35"/>
              </ns1:cxn>
              <ns1:cxn ang="0">
                <ns1:pos x="T36" y="T37"/>
              </ns1:cxn>
              <ns1:cxn ang="0">
                <ns1:pos x="T38" y="T39"/>
              </ns1:cxn>
              <ns1:cxn ang="0">
                <ns1:pos x="T40" y="T41"/>
              </ns1:cxn>
              <ns1:cxn ang="0">
                <ns1:pos x="T42" y="T43"/>
              </ns1:cxn>
              <ns1:cxn ang="0">
                <ns1:pos x="T44" y="T45"/>
              </ns1:cxn>
              <ns1:cxn ang="0">
                <ns1:pos x="T46" y="T47"/>
              </ns1:cxn>
              <ns1:cxn ang="0">
                <ns1:pos x="T48" y="T49"/>
              </ns1:cxn>
              <ns1:cxn ang="0">
                <ns1:pos x="T50" y="T51"/>
              </ns1:cxn>
              <ns1:cxn ang="0">
                <ns1:pos x="T52" y="T53"/>
              </ns1:cxn>
              <ns1:cxn ang="0">
                <ns1:pos x="T54" y="T55"/>
              </ns1:cxn>
              <ns1:cxn ang="0">
                <ns1:pos x="T56" y="T57"/>
              </ns1:cxn>
              <ns1:cxn ang="0">
                <ns1:pos x="T58" y="T59"/>
              </ns1:cxn>
              <ns1:cxn ang="0">
                <ns1:pos x="T60" y="T61"/>
              </ns1:cxn>
              <ns1:cxn ang="0">
                <ns1:pos x="T62" y="T63"/>
              </ns1:cxn>
              <ns1:cxn ang="0">
                <ns1:pos x="T64" y="T65"/>
              </ns1:cxn>
              <ns1:cxn ang="0">
                <ns1:pos x="T66" y="T67"/>
              </ns1:cxn>
              <ns1:cxn ang="0">
                <ns1:pos x="T68" y="T69"/>
              </ns1:cxn>
              <ns1:cxn ang="0">
                <ns1:pos x="T70" y="T71"/>
              </ns1:cxn>
              <ns1:cxn ang="0">
                <ns1:pos x="T72" y="T73"/>
              </ns1:cxn>
              <ns1:cxn ang="0">
                <ns1:pos x="T74" y="T75"/>
              </ns1:cxn>
              <ns1:cxn ang="0">
                <ns1:pos x="T76" y="T77"/>
              </ns1:cxn>
              <ns1:cxn ang="0">
                <ns1:pos x="T78" y="T79"/>
              </ns1:cxn>
              <ns1:cxn ang="0">
                <ns1:pos x="T80" y="T81"/>
              </ns1:cxn>
              <ns1:cxn ang="0">
                <ns1:pos x="T82" y="T83"/>
              </ns1:cxn>
              <ns1:cxn ang="0">
                <ns1:pos x="T84" y="T85"/>
              </ns1:cxn>
              <ns1:cxn ang="0">
                <ns1:pos x="T86" y="T87"/>
              </ns1:cxn>
              <ns1:cxn ang="0">
                <ns1:pos x="T88" y="T89"/>
              </ns1:cxn>
              <ns1:cxn ang="0">
                <ns1:pos x="T90" y="T91"/>
              </ns1:cxn>
            </ns1:cxnLst>
            <ns1:rect l="0" t="0" r="r" b="b"/>
            <ns1:pathLst>
              <ns1:path w="56" h="64">
                <ns1:moveTo>
                  <ns1:pt x="48" y="60"/>
                </ns1:moveTo>
                <ns1:cubicBezTo>
                  <ns1:pt x="45" y="60"/>
                  <ns1:pt x="45" y="60"/>
                  <ns1:pt x="45" y="60"/>
                </ns1:cubicBezTo>
                <ns1:cubicBezTo>
                  <ns1:pt x="52" y="56"/>
                  <ns1:pt x="56" y="48"/>
                  <ns1:pt x="56" y="40"/>
                </ns1:cubicBezTo>
                <ns1:cubicBezTo>
                  <ns1:pt x="56" y="29"/>
                  <ns1:pt x="48" y="19"/>
                  <ns1:pt x="38" y="17"/>
                </ns1:cubicBezTo>
                <ns1:cubicBezTo>
                  <ns1:pt x="42" y="8"/>
                  <ns1:pt x="42" y="8"/>
                  <ns1:pt x="42" y="8"/>
                </ns1:cubicBezTo>
                <ns1:cubicBezTo>
                  <ns1:pt x="43" y="7"/>
                  <ns1:pt x="43" y="6"/>
                  <ns1:pt x="42" y="5"/>
                </ns1:cubicBezTo>
                <ns1:cubicBezTo>
                  <ns1:pt x="31" y="0"/>
                  <ns1:pt x="31" y="0"/>
                  <ns1:pt x="31" y="0"/>
                </ns1:cubicBezTo>
                <ns1:cubicBezTo>
                  <ns1:pt x="30" y="0"/>
                  <ns1:pt x="30" y="0"/>
                  <ns1:pt x="29" y="0"/>
                </ns1:cubicBezTo>
                <ns1:cubicBezTo>
                  <ns1:pt x="29" y="0"/>
                  <ns1:pt x="28" y="1"/>
                  <ns1:pt x="28" y="1"/>
                </ns1:cubicBezTo>
                <ns1:cubicBezTo>
                  <ns1:pt x="15" y="25"/>
                  <ns1:pt x="15" y="25"/>
                  <ns1:pt x="15" y="25"/>
                </ns1:cubicBezTo>
                <ns1:cubicBezTo>
                  <ns1:pt x="14" y="28"/>
                  <ns1:pt x="15" y="30"/>
                  <ns1:pt x="17" y="31"/>
                </ns1:cubicBezTo>
                <ns1:cubicBezTo>
                  <ns1:pt x="15" y="35"/>
                  <ns1:pt x="15" y="35"/>
                  <ns1:pt x="15" y="35"/>
                </ns1:cubicBezTo>
                <ns1:cubicBezTo>
                  <ns1:pt x="22" y="38"/>
                  <ns1:pt x="22" y="38"/>
                  <ns1:pt x="22" y="38"/>
                </ns1:cubicBezTo>
                <ns1:cubicBezTo>
                  <ns1:pt x="24" y="35"/>
                  <ns1:pt x="24" y="35"/>
                  <ns1:pt x="24" y="35"/>
                </ns1:cubicBezTo>
                <ns1:cubicBezTo>
                  <ns1:pt x="24" y="35"/>
                  <ns1:pt x="24" y="35"/>
                  <ns1:pt x="24" y="35"/>
                </ns1:cubicBezTo>
                <ns1:cubicBezTo>
                  <ns1:pt x="26" y="35"/>
                  <ns1:pt x="29" y="35"/>
                  <ns1:pt x="30" y="32"/>
                </ns1:cubicBezTo>
                <ns1:cubicBezTo>
                  <ns1:pt x="34" y="24"/>
                  <ns1:pt x="34" y="24"/>
                  <ns1:pt x="34" y="24"/>
                </ns1:cubicBezTo>
                <ns1:cubicBezTo>
                  <ns1:pt x="42" y="25"/>
                  <ns1:pt x="48" y="32"/>
                  <ns1:pt x="48" y="40"/>
                </ns1:cubicBezTo>
                <ns1:cubicBezTo>
                  <ns1:pt x="48" y="49"/>
                  <ns1:pt x="41" y="56"/>
                  <ns1:pt x="32" y="56"/>
                </ns1:cubicBezTo>
                <ns1:cubicBezTo>
                  <ns1:pt x="28" y="56"/>
                  <ns1:pt x="23" y="54"/>
                  <ns1:pt x="20" y="52"/>
                </ns1:cubicBezTo>
                <ns1:cubicBezTo>
                  <ns1:pt x="20" y="50"/>
                  <ns1:pt x="20" y="50"/>
                  <ns1:pt x="20" y="50"/>
                </ns1:cubicBezTo>
                <ns1:cubicBezTo>
                  <ns1:pt x="20" y="49"/>
                  <ns1:pt x="21" y="48"/>
                  <ns1:pt x="22" y="48"/>
                </ns1:cubicBezTo>
                <ns1:cubicBezTo>
                  <ns1:pt x="32" y="48"/>
                  <ns1:pt x="32" y="48"/>
                  <ns1:pt x="32" y="48"/>
                </ns1:cubicBezTo>
                <ns1:cubicBezTo>
                  <ns1:pt x="32" y="44"/>
                  <ns1:pt x="32" y="44"/>
                  <ns1:pt x="32" y="44"/>
                </ns1:cubicBezTo>
                <ns1:cubicBezTo>
                  <ns1:pt x="17" y="44"/>
                  <ns1:pt x="17" y="44"/>
                  <ns1:pt x="17" y="44"/>
                </ns1:cubicBezTo>
                <ns1:cubicBezTo>
                  <ns1:pt x="8" y="44"/>
                  <ns1:pt x="8" y="44"/>
                  <ns1:pt x="8" y="44"/>
                </ns1:cubicBezTo>
                <ns1:cubicBezTo>
                  <ns1:pt x="0" y="44"/>
                  <ns1:pt x="0" y="44"/>
                  <ns1:pt x="0" y="44"/>
                </ns1:cubicBezTo>
                <ns1:cubicBezTo>
                  <ns1:pt x="0" y="48"/>
                  <ns1:pt x="0" y="48"/>
                  <ns1:pt x="0" y="48"/>
                </ns1:cubicBezTo>
                <ns1:cubicBezTo>
                  <ns1:pt x="9" y="48"/>
                  <ns1:pt x="9" y="48"/>
                  <ns1:pt x="9" y="48"/>
                </ns1:cubicBezTo>
                <ns1:cubicBezTo>
                  <ns1:pt x="10" y="48"/>
                  <ns1:pt x="10" y="48"/>
                  <ns1:pt x="10" y="48"/>
                </ns1:cubicBezTo>
                <ns1:cubicBezTo>
                  <ns1:pt x="11" y="48"/>
                  <ns1:pt x="12" y="49"/>
                  <ns1:pt x="12" y="50"/>
                </ns1:cubicBezTo>
                <ns1:cubicBezTo>
                  <ns1:pt x="12" y="52"/>
                  <ns1:pt x="12" y="52"/>
                  <ns1:pt x="12" y="52"/>
                </ns1:cubicBezTo>
                <ns1:cubicBezTo>
                  <ns1:pt x="12" y="60"/>
                  <ns1:pt x="12" y="60"/>
                  <ns1:pt x="12" y="60"/>
                </ns1:cubicBezTo>
                <ns1:cubicBezTo>
                  <ns1:pt x="8" y="60"/>
                  <ns1:pt x="4" y="60"/>
                  <ns1:pt x="4" y="64"/>
                </ns1:cubicBezTo>
                <ns1:cubicBezTo>
                  <ns1:pt x="56" y="64"/>
                  <ns1:pt x="56" y="64"/>
                  <ns1:pt x="56" y="64"/>
                </ns1:cubicBezTo>
                <ns1:cubicBezTo>
                  <ns1:pt x="56" y="60"/>
                  <ns1:pt x="52" y="60"/>
                  <ns1:pt x="48" y="60"/>
                </ns1:cubicBezTo>
                <ns1:close/>
                <ns1:moveTo>
                  <ns1:pt x="34" y="5"/>
                </ns1:moveTo>
                <ns1:cubicBezTo>
                  <ns1:pt x="33" y="6"/>
                  <ns1:pt x="33" y="6"/>
                  <ns1:pt x="33" y="7"/>
                </ns1:cubicBezTo>
                <ns1:cubicBezTo>
                  <ns1:pt x="24" y="24"/>
                  <ns1:pt x="24" y="24"/>
                  <ns1:pt x="24" y="24"/>
                </ns1:cubicBezTo>
                <ns1:cubicBezTo>
                  <ns1:pt x="20" y="22"/>
                  <ns1:pt x="20" y="22"/>
                  <ns1:pt x="20" y="22"/>
                </ns1:cubicBezTo>
                <ns1:cubicBezTo>
                  <ns1:pt x="20" y="22"/>
                  <ns1:pt x="20" y="22"/>
                  <ns1:pt x="20" y="22"/>
                </ns1:cubicBezTo>
                <ns1:cubicBezTo>
                  <ns1:pt x="29" y="5"/>
                  <ns1:pt x="29" y="5"/>
                  <ns1:pt x="29" y="5"/>
                </ns1:cubicBezTo>
                <ns1:cubicBezTo>
                  <ns1:pt x="29" y="5"/>
                  <ns1:pt x="30" y="4"/>
                  <ns1:pt x="30" y="4"/>
                </ns1:cubicBezTo>
                <ns1:cubicBezTo>
                  <ns1:pt x="31" y="4"/>
                  <ns1:pt x="31" y="4"/>
                  <ns1:pt x="32" y="4"/>
                </ns1:cubicBezTo>
                <ns1:cubicBezTo>
                  <ns1:pt x="34" y="5"/>
                  <ns1:pt x="34" y="5"/>
                  <ns1:pt x="34" y="5"/>
                </ns1:cubicBezTo>
                <ns1:cubicBezTo>
                  <ns1:pt x="34" y="5"/>
                  <ns1:pt x="34" y="5"/>
                  <ns1:pt x="34" y="5"/>
                </ns1:cubicBezTo>
                <ns1:close/>
              </ns1:path>
            </ns1:pathLst>
          </ns1:custGeom>
          <ns1:solidFill>
            <ns1:schemeClr val="tx1"/>
          </ns1:solidFill>
          <ns1:ln>
            <ns1:noFill/>
          </ns1:ln>
          <ns1:extLst/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id-ID" sz="2700"/>
          </ns1:p>
        </ns0:txBody>
      </ns0:sp>
      <ns0:grpSp>
        <ns0:nvGrpSpPr>
          <ns0:cNvPr id="228" name="Group 227"/>
          <ns0:cNvGrpSpPr/>
          <ns0:nvPr/>
        </ns0:nvGrpSpPr>
        <ns0:grpSpPr>
          <ns1:xfrm>
            <ns1:off x="3345786" y="4405912"/>
            <ns1:ext cx="403225" cy="439738"/>
            <ns1:chOff x="9217025" y="1244600"/>
            <ns1:chExt cx="403225" cy="439738"/>
          </ns1:xfrm>
          <ns1:solidFill>
            <ns1:schemeClr val="tx1"/>
          </ns1:solidFill>
        </ns0:grpSpPr>
        <ns0:sp>
          <ns0:nvSpPr>
            <ns0:cNvPr id="229" name="Rectangle 5"/>
            <ns0:cNvSpPr>
              <ns1:spLocks noChangeArrowheads="1"/>
            </ns0:cNvSpPr>
            <ns0:nvPr/>
          </ns0:nvSpPr>
          <ns0:spPr bwMode="auto">
            <ns1:xfrm>
              <ns1:off x="9278938" y="1422400"/>
              <ns1:ext cx="46038" cy="46038"/>
            </ns1:xfrm>
            <ns1:prstGeom prst="rect">
              <ns1:avLst/>
            </ns1:pr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miter lim="800000"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230" name="Rectangle 6"/>
            <ns0:cNvSpPr>
              <ns1:spLocks noChangeArrowheads="1"/>
            </ns0:cNvSpPr>
            <ns0:nvPr/>
          </ns0:nvSpPr>
          <ns0:spPr bwMode="auto">
            <ns1:xfrm>
              <ns1:off x="9278938" y="1498600"/>
              <ns1:ext cx="46038" cy="46038"/>
            </ns1:xfrm>
            <ns1:prstGeom prst="rect">
              <ns1:avLst/>
            </ns1:pr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miter lim="800000"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231" name="Rectangle 7"/>
            <ns0:cNvSpPr>
              <ns1:spLocks noChangeArrowheads="1"/>
            </ns0:cNvSpPr>
            <ns0:nvPr/>
          </ns0:nvSpPr>
          <ns0:spPr bwMode="auto">
            <ns1:xfrm>
              <ns1:off x="9278938" y="1576388"/>
              <ns1:ext cx="46038" cy="46038"/>
            </ns1:xfrm>
            <ns1:prstGeom prst="rect">
              <ns1:avLst/>
            </ns1:pr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miter lim="800000"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232" name="Rectangle 8"/>
            <ns0:cNvSpPr>
              <ns1:spLocks noChangeArrowheads="1"/>
            </ns0:cNvSpPr>
            <ns0:nvPr/>
          </ns0:nvSpPr>
          <ns0:spPr bwMode="auto">
            <ns1:xfrm>
              <ns1:off x="9356725" y="1452563"/>
              <ns1:ext cx="201613" cy="15875"/>
            </ns1:xfrm>
            <ns1:prstGeom prst="rect">
              <ns1:avLst/>
            </ns1:pr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miter lim="800000"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233" name="Rectangle 9"/>
            <ns0:cNvSpPr>
              <ns1:spLocks noChangeArrowheads="1"/>
            </ns0:cNvSpPr>
            <ns0:nvPr/>
          </ns0:nvSpPr>
          <ns0:spPr bwMode="auto">
            <ns1:xfrm>
              <ns1:off x="9356725" y="1530350"/>
              <ns1:ext cx="201613" cy="14288"/>
            </ns1:xfrm>
            <ns1:prstGeom prst="rect">
              <ns1:avLst/>
            </ns1:pr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miter lim="800000"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234" name="Rectangle 10"/>
            <ns0:cNvSpPr>
              <ns1:spLocks noChangeArrowheads="1"/>
            </ns0:cNvSpPr>
            <ns0:nvPr/>
          </ns0:nvSpPr>
          <ns0:spPr bwMode="auto">
            <ns1:xfrm>
              <ns1:off x="9356725" y="1606550"/>
              <ns1:ext cx="201613" cy="15875"/>
            </ns1:xfrm>
            <ns1:prstGeom prst="rect">
              <ns1:avLst/>
            </ns1:pr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miter lim="800000"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235" name="Freeform 11"/>
            <ns0:cNvSpPr>
              <ns1:spLocks noEditPoints="1"/>
            </ns0:cNvSpPr>
            <ns0:nvPr/>
          </ns0:nvSpPr>
          <ns0:spPr bwMode="auto">
            <ns1:xfrm>
              <ns1:off x="9217025" y="1290638"/>
              <ns1:ext cx="403225" cy="393700"/>
            </ns1:xfrm>
            <ns1:custGeom>
              <ns1:avLst/>
              <ns1:gdLst>
                <ns1:gd name="T0" fmla="*/ 92 w 104"/>
                <ns1:gd name="T1" fmla="*/ 0 h 102"/>
                <ns1:gd name="T2" fmla="*/ 84 w 104"/>
                <ns1:gd name="T3" fmla="*/ 0 h 102"/>
                <ns1:gd name="T4" fmla="*/ 84 w 104"/>
                <ns1:gd name="T5" fmla="*/ 16 h 102"/>
                <ns1:gd name="T6" fmla="*/ 80 w 104"/>
                <ns1:gd name="T7" fmla="*/ 20 h 102"/>
                <ns1:gd name="T8" fmla="*/ 72 w 104"/>
                <ns1:gd name="T9" fmla="*/ 20 h 102"/>
                <ns1:gd name="T10" fmla="*/ 68 w 104"/>
                <ns1:gd name="T11" fmla="*/ 16 h 102"/>
                <ns1:gd name="T12" fmla="*/ 68 w 104"/>
                <ns1:gd name="T13" fmla="*/ 0 h 102"/>
                <ns1:gd name="T14" fmla="*/ 36 w 104"/>
                <ns1:gd name="T15" fmla="*/ 0 h 102"/>
                <ns1:gd name="T16" fmla="*/ 36 w 104"/>
                <ns1:gd name="T17" fmla="*/ 16 h 102"/>
                <ns1:gd name="T18" fmla="*/ 32 w 104"/>
                <ns1:gd name="T19" fmla="*/ 20 h 102"/>
                <ns1:gd name="T20" fmla="*/ 24 w 104"/>
                <ns1:gd name="T21" fmla="*/ 20 h 102"/>
                <ns1:gd name="T22" fmla="*/ 20 w 104"/>
                <ns1:gd name="T23" fmla="*/ 16 h 102"/>
                <ns1:gd name="T24" fmla="*/ 20 w 104"/>
                <ns1:gd name="T25" fmla="*/ 0 h 102"/>
                <ns1:gd name="T26" fmla="*/ 12 w 104"/>
                <ns1:gd name="T27" fmla="*/ 0 h 102"/>
                <ns1:gd name="T28" fmla="*/ 0 w 104"/>
                <ns1:gd name="T29" fmla="*/ 12 h 102"/>
                <ns1:gd name="T30" fmla="*/ 0 w 104"/>
                <ns1:gd name="T31" fmla="*/ 20 h 102"/>
                <ns1:gd name="T32" fmla="*/ 0 w 104"/>
                <ns1:gd name="T33" fmla="*/ 24 h 102"/>
                <ns1:gd name="T34" fmla="*/ 0 w 104"/>
                <ns1:gd name="T35" fmla="*/ 28 h 102"/>
                <ns1:gd name="T36" fmla="*/ 0 w 104"/>
                <ns1:gd name="T37" fmla="*/ 91 h 102"/>
                <ns1:gd name="T38" fmla="*/ 12 w 104"/>
                <ns1:gd name="T39" fmla="*/ 102 h 102"/>
                <ns1:gd name="T40" fmla="*/ 92 w 104"/>
                <ns1:gd name="T41" fmla="*/ 102 h 102"/>
                <ns1:gd name="T42" fmla="*/ 104 w 104"/>
                <ns1:gd name="T43" fmla="*/ 91 h 102"/>
                <ns1:gd name="T44" fmla="*/ 104 w 104"/>
                <ns1:gd name="T45" fmla="*/ 28 h 102"/>
                <ns1:gd name="T46" fmla="*/ 104 w 104"/>
                <ns1:gd name="T47" fmla="*/ 24 h 102"/>
                <ns1:gd name="T48" fmla="*/ 104 w 104"/>
                <ns1:gd name="T49" fmla="*/ 20 h 102"/>
                <ns1:gd name="T50" fmla="*/ 104 w 104"/>
                <ns1:gd name="T51" fmla="*/ 12 h 102"/>
                <ns1:gd name="T52" fmla="*/ 92 w 104"/>
                <ns1:gd name="T53" fmla="*/ 0 h 102"/>
                <ns1:gd name="T54" fmla="*/ 96 w 104"/>
                <ns1:gd name="T55" fmla="*/ 91 h 102"/>
                <ns1:gd name="T56" fmla="*/ 92 w 104"/>
                <ns1:gd name="T57" fmla="*/ 94 h 102"/>
                <ns1:gd name="T58" fmla="*/ 12 w 104"/>
                <ns1:gd name="T59" fmla="*/ 94 h 102"/>
                <ns1:gd name="T60" fmla="*/ 8 w 104"/>
                <ns1:gd name="T61" fmla="*/ 91 h 102"/>
                <ns1:gd name="T62" fmla="*/ 8 w 104"/>
                <ns1:gd name="T63" fmla="*/ 28 h 102"/>
                <ns1:gd name="T64" fmla="*/ 96 w 104"/>
                <ns1:gd name="T65" fmla="*/ 28 h 102"/>
                <ns1:gd name="T66" fmla="*/ 96 w 104"/>
                <ns1:gd name="T67" fmla="*/ 91 h 102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  <ns1:cxn ang="0">
                  <ns1:pos x="T30" y="T31"/>
                </ns1:cxn>
                <ns1:cxn ang="0">
                  <ns1:pos x="T32" y="T33"/>
                </ns1:cxn>
                <ns1:cxn ang="0">
                  <ns1:pos x="T34" y="T35"/>
                </ns1:cxn>
                <ns1:cxn ang="0">
                  <ns1:pos x="T36" y="T37"/>
                </ns1:cxn>
                <ns1:cxn ang="0">
                  <ns1:pos x="T38" y="T39"/>
                </ns1:cxn>
                <ns1:cxn ang="0">
                  <ns1:pos x="T40" y="T41"/>
                </ns1:cxn>
                <ns1:cxn ang="0">
                  <ns1:pos x="T42" y="T43"/>
                </ns1:cxn>
                <ns1:cxn ang="0">
                  <ns1:pos x="T44" y="T45"/>
                </ns1:cxn>
                <ns1:cxn ang="0">
                  <ns1:pos x="T46" y="T47"/>
                </ns1:cxn>
                <ns1:cxn ang="0">
                  <ns1:pos x="T48" y="T49"/>
                </ns1:cxn>
                <ns1:cxn ang="0">
                  <ns1:pos x="T50" y="T51"/>
                </ns1:cxn>
                <ns1:cxn ang="0">
                  <ns1:pos x="T52" y="T53"/>
                </ns1:cxn>
                <ns1:cxn ang="0">
                  <ns1:pos x="T54" y="T55"/>
                </ns1:cxn>
                <ns1:cxn ang="0">
                  <ns1:pos x="T56" y="T57"/>
                </ns1:cxn>
                <ns1:cxn ang="0">
                  <ns1:pos x="T58" y="T59"/>
                </ns1:cxn>
                <ns1:cxn ang="0">
                  <ns1:pos x="T60" y="T61"/>
                </ns1:cxn>
                <ns1:cxn ang="0">
                  <ns1:pos x="T62" y="T63"/>
                </ns1:cxn>
                <ns1:cxn ang="0">
                  <ns1:pos x="T64" y="T65"/>
                </ns1:cxn>
                <ns1:cxn ang="0">
                  <ns1:pos x="T66" y="T67"/>
                </ns1:cxn>
              </ns1:cxnLst>
              <ns1:rect l="0" t="0" r="r" b="b"/>
              <ns1:pathLst>
                <ns1:path w="104" h="102">
                  <ns1:moveTo>
                    <ns1:pt x="92" y="0"/>
                  </ns1:moveTo>
                  <ns1:cubicBezTo>
                    <ns1:pt x="84" y="0"/>
                    <ns1:pt x="84" y="0"/>
                    <ns1:pt x="84" y="0"/>
                  </ns1:cubicBezTo>
                  <ns1:cubicBezTo>
                    <ns1:pt x="84" y="16"/>
                    <ns1:pt x="84" y="16"/>
                    <ns1:pt x="84" y="16"/>
                  </ns1:cubicBezTo>
                  <ns1:cubicBezTo>
                    <ns1:pt x="84" y="18"/>
                    <ns1:pt x="82" y="20"/>
                    <ns1:pt x="80" y="20"/>
                  </ns1:cubicBezTo>
                  <ns1:cubicBezTo>
                    <ns1:pt x="72" y="20"/>
                    <ns1:pt x="72" y="20"/>
                    <ns1:pt x="72" y="20"/>
                  </ns1:cubicBezTo>
                  <ns1:cubicBezTo>
                    <ns1:pt x="70" y="20"/>
                    <ns1:pt x="68" y="18"/>
                    <ns1:pt x="68" y="16"/>
                  </ns1:cubicBezTo>
                  <ns1:cubicBezTo>
                    <ns1:pt x="68" y="0"/>
                    <ns1:pt x="68" y="0"/>
                    <ns1:pt x="68" y="0"/>
                  </ns1:cubicBezTo>
                  <ns1:cubicBezTo>
                    <ns1:pt x="36" y="0"/>
                    <ns1:pt x="36" y="0"/>
                    <ns1:pt x="36" y="0"/>
                  </ns1:cubicBezTo>
                  <ns1:cubicBezTo>
                    <ns1:pt x="36" y="16"/>
                    <ns1:pt x="36" y="16"/>
                    <ns1:pt x="36" y="16"/>
                  </ns1:cubicBezTo>
                  <ns1:cubicBezTo>
                    <ns1:pt x="36" y="18"/>
                    <ns1:pt x="34" y="20"/>
                    <ns1:pt x="32" y="20"/>
                  </ns1:cubicBezTo>
                  <ns1:cubicBezTo>
                    <ns1:pt x="24" y="20"/>
                    <ns1:pt x="24" y="20"/>
                    <ns1:pt x="24" y="20"/>
                  </ns1:cubicBezTo>
                  <ns1:cubicBezTo>
                    <ns1:pt x="22" y="20"/>
                    <ns1:pt x="20" y="18"/>
                    <ns1:pt x="20" y="16"/>
                  </ns1:cubicBezTo>
                  <ns1:cubicBezTo>
                    <ns1:pt x="20" y="0"/>
                    <ns1:pt x="20" y="0"/>
                    <ns1:pt x="20" y="0"/>
                  </ns1:cubicBezTo>
                  <ns1:cubicBezTo>
                    <ns1:pt x="12" y="0"/>
                    <ns1:pt x="12" y="0"/>
                    <ns1:pt x="12" y="0"/>
                  </ns1:cubicBezTo>
                  <ns1:cubicBezTo>
                    <ns1:pt x="5" y="0"/>
                    <ns1:pt x="0" y="5"/>
                    <ns1:pt x="0" y="12"/>
                  </ns1:cubicBezTo>
                  <ns1:cubicBezTo>
                    <ns1:pt x="0" y="20"/>
                    <ns1:pt x="0" y="20"/>
                    <ns1:pt x="0" y="20"/>
                  </ns1:cubicBezTo>
                  <ns1:cubicBezTo>
                    <ns1:pt x="0" y="24"/>
                    <ns1:pt x="0" y="24"/>
                    <ns1:pt x="0" y="24"/>
                  </ns1:cubicBezTo>
                  <ns1:cubicBezTo>
                    <ns1:pt x="0" y="28"/>
                    <ns1:pt x="0" y="28"/>
                    <ns1:pt x="0" y="28"/>
                  </ns1:cubicBezTo>
                  <ns1:cubicBezTo>
                    <ns1:pt x="0" y="91"/>
                    <ns1:pt x="0" y="91"/>
                    <ns1:pt x="0" y="91"/>
                  </ns1:cubicBezTo>
                  <ns1:cubicBezTo>
                    <ns1:pt x="0" y="97"/>
                    <ns1:pt x="5" y="102"/>
                    <ns1:pt x="12" y="102"/>
                  </ns1:cubicBezTo>
                  <ns1:cubicBezTo>
                    <ns1:pt x="92" y="102"/>
                    <ns1:pt x="92" y="102"/>
                    <ns1:pt x="92" y="102"/>
                  </ns1:cubicBezTo>
                  <ns1:cubicBezTo>
                    <ns1:pt x="99" y="102"/>
                    <ns1:pt x="104" y="97"/>
                    <ns1:pt x="104" y="91"/>
                  </ns1:cubicBezTo>
                  <ns1:cubicBezTo>
                    <ns1:pt x="104" y="28"/>
                    <ns1:pt x="104" y="28"/>
                    <ns1:pt x="104" y="28"/>
                  </ns1:cubicBezTo>
                  <ns1:cubicBezTo>
                    <ns1:pt x="104" y="24"/>
                    <ns1:pt x="104" y="24"/>
                    <ns1:pt x="104" y="24"/>
                  </ns1:cubicBezTo>
                  <ns1:cubicBezTo>
                    <ns1:pt x="104" y="20"/>
                    <ns1:pt x="104" y="20"/>
                    <ns1:pt x="104" y="20"/>
                  </ns1:cubicBezTo>
                  <ns1:cubicBezTo>
                    <ns1:pt x="104" y="12"/>
                    <ns1:pt x="104" y="12"/>
                    <ns1:pt x="104" y="12"/>
                  </ns1:cubicBezTo>
                  <ns1:cubicBezTo>
                    <ns1:pt x="104" y="5"/>
                    <ns1:pt x="99" y="0"/>
                    <ns1:pt x="92" y="0"/>
                  </ns1:cubicBezTo>
                  <ns1:close/>
                  <ns1:moveTo>
                    <ns1:pt x="96" y="91"/>
                  </ns1:moveTo>
                  <ns1:cubicBezTo>
                    <ns1:pt x="96" y="92"/>
                    <ns1:pt x="94" y="94"/>
                    <ns1:pt x="92" y="94"/>
                  </ns1:cubicBezTo>
                  <ns1:cubicBezTo>
                    <ns1:pt x="12" y="94"/>
                    <ns1:pt x="12" y="94"/>
                    <ns1:pt x="12" y="94"/>
                  </ns1:cubicBezTo>
                  <ns1:cubicBezTo>
                    <ns1:pt x="10" y="94"/>
                    <ns1:pt x="8" y="92"/>
                    <ns1:pt x="8" y="91"/>
                  </ns1:cubicBezTo>
                  <ns1:cubicBezTo>
                    <ns1:pt x="8" y="28"/>
                    <ns1:pt x="8" y="28"/>
                    <ns1:pt x="8" y="28"/>
                  </ns1:cubicBezTo>
                  <ns1:cubicBezTo>
                    <ns1:pt x="96" y="28"/>
                    <ns1:pt x="96" y="28"/>
                    <ns1:pt x="96" y="28"/>
                  </ns1:cubicBezTo>
                  <ns1:lnTo>
                    <ns1:pt x="96" y="91"/>
                  </ns1:ln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236" name="Freeform 12"/>
            <ns0:cNvSpPr>
              <ns1:spLocks/>
            </ns0:cNvSpPr>
            <ns0:nvPr/>
          </ns0:nvSpPr>
          <ns0:spPr bwMode="auto">
            <ns1:xfrm>
              <ns1:off x="9310688" y="1244600"/>
              <ns1:ext cx="30163" cy="107950"/>
            </ns1:xfrm>
            <ns1:custGeom>
              <ns1:avLst/>
              <ns1:gdLst>
                <ns1:gd name="T0" fmla="*/ 4 w 8"/>
                <ns1:gd name="T1" fmla="*/ 28 h 28"/>
                <ns1:gd name="T2" fmla="*/ 8 w 8"/>
                <ns1:gd name="T3" fmla="*/ 24 h 28"/>
                <ns1:gd name="T4" fmla="*/ 8 w 8"/>
                <ns1:gd name="T5" fmla="*/ 4 h 28"/>
                <ns1:gd name="T6" fmla="*/ 4 w 8"/>
                <ns1:gd name="T7" fmla="*/ 0 h 28"/>
                <ns1:gd name="T8" fmla="*/ 0 w 8"/>
                <ns1:gd name="T9" fmla="*/ 4 h 28"/>
                <ns1:gd name="T10" fmla="*/ 0 w 8"/>
                <ns1:gd name="T11" fmla="*/ 24 h 28"/>
                <ns1:gd name="T12" fmla="*/ 4 w 8"/>
                <ns1:gd name="T13" fmla="*/ 28 h 28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</ns1:cxnLst>
              <ns1:rect l="0" t="0" r="r" b="b"/>
              <ns1:pathLst>
                <ns1:path w="8" h="28">
                  <ns1:moveTo>
                    <ns1:pt x="4" y="28"/>
                  </ns1:moveTo>
                  <ns1:cubicBezTo>
                    <ns1:pt x="6" y="28"/>
                    <ns1:pt x="8" y="26"/>
                    <ns1:pt x="8" y="24"/>
                  </ns1:cubicBezTo>
                  <ns1:cubicBezTo>
                    <ns1:pt x="8" y="4"/>
                    <ns1:pt x="8" y="4"/>
                    <ns1:pt x="8" y="4"/>
                  </ns1:cubicBezTo>
                  <ns1:cubicBezTo>
                    <ns1:pt x="8" y="2"/>
                    <ns1:pt x="6" y="0"/>
                    <ns1:pt x="4" y="0"/>
                  </ns1:cubicBezTo>
                  <ns1:cubicBezTo>
                    <ns1:pt x="2" y="0"/>
                    <ns1:pt x="0" y="2"/>
                    <ns1:pt x="0" y="4"/>
                  </ns1:cubicBezTo>
                  <ns1:cubicBezTo>
                    <ns1:pt x="0" y="24"/>
                    <ns1:pt x="0" y="24"/>
                    <ns1:pt x="0" y="24"/>
                  </ns1:cubicBezTo>
                  <ns1:cubicBezTo>
                    <ns1:pt x="0" y="26"/>
                    <ns1:pt x="2" y="28"/>
                    <ns1:pt x="4" y="28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237" name="Freeform 13"/>
            <ns0:cNvSpPr>
              <ns1:spLocks/>
            </ns0:cNvSpPr>
            <ns0:nvPr/>
          </ns0:nvSpPr>
          <ns0:spPr bwMode="auto">
            <ns1:xfrm>
              <ns1:off x="9496425" y="1244600"/>
              <ns1:ext cx="30163" cy="107950"/>
            </ns1:xfrm>
            <ns1:custGeom>
              <ns1:avLst/>
              <ns1:gdLst>
                <ns1:gd name="T0" fmla="*/ 4 w 8"/>
                <ns1:gd name="T1" fmla="*/ 28 h 28"/>
                <ns1:gd name="T2" fmla="*/ 8 w 8"/>
                <ns1:gd name="T3" fmla="*/ 24 h 28"/>
                <ns1:gd name="T4" fmla="*/ 8 w 8"/>
                <ns1:gd name="T5" fmla="*/ 4 h 28"/>
                <ns1:gd name="T6" fmla="*/ 4 w 8"/>
                <ns1:gd name="T7" fmla="*/ 0 h 28"/>
                <ns1:gd name="T8" fmla="*/ 0 w 8"/>
                <ns1:gd name="T9" fmla="*/ 4 h 28"/>
                <ns1:gd name="T10" fmla="*/ 0 w 8"/>
                <ns1:gd name="T11" fmla="*/ 24 h 28"/>
                <ns1:gd name="T12" fmla="*/ 4 w 8"/>
                <ns1:gd name="T13" fmla="*/ 28 h 28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</ns1:cxnLst>
              <ns1:rect l="0" t="0" r="r" b="b"/>
              <ns1:pathLst>
                <ns1:path w="8" h="28">
                  <ns1:moveTo>
                    <ns1:pt x="4" y="28"/>
                  </ns1:moveTo>
                  <ns1:cubicBezTo>
                    <ns1:pt x="6" y="28"/>
                    <ns1:pt x="8" y="26"/>
                    <ns1:pt x="8" y="24"/>
                  </ns1:cubicBezTo>
                  <ns1:cubicBezTo>
                    <ns1:pt x="8" y="4"/>
                    <ns1:pt x="8" y="4"/>
                    <ns1:pt x="8" y="4"/>
                  </ns1:cubicBezTo>
                  <ns1:cubicBezTo>
                    <ns1:pt x="8" y="2"/>
                    <ns1:pt x="6" y="0"/>
                    <ns1:pt x="4" y="0"/>
                  </ns1:cubicBezTo>
                  <ns1:cubicBezTo>
                    <ns1:pt x="2" y="0"/>
                    <ns1:pt x="0" y="2"/>
                    <ns1:pt x="0" y="4"/>
                  </ns1:cubicBezTo>
                  <ns1:cubicBezTo>
                    <ns1:pt x="0" y="24"/>
                    <ns1:pt x="0" y="24"/>
                    <ns1:pt x="0" y="24"/>
                  </ns1:cubicBezTo>
                  <ns1:cubicBezTo>
                    <ns1:pt x="0" y="26"/>
                    <ns1:pt x="2" y="28"/>
                    <ns1:pt x="4" y="28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</ns0:grpSp>
      <ns0:sp>
        <ns0:nvSpPr>
          <ns0:cNvPr id="238" name="Freeform 25"/>
          <ns0:cNvSpPr>
            <ns1:spLocks noEditPoints="1"/>
          </ns0:cNvSpPr>
          <ns0:nvPr/>
        </ns0:nvSpPr>
        <ns0:spPr bwMode="auto">
          <ns1:xfrm rot="2700000">
            <ns1:off x="2338538" y="4440149"/>
            <ns1:ext cx="273233" cy="404995"/>
          </ns1:xfrm>
          <ns1:custGeom>
            <ns1:avLst/>
            <ns1:gdLst>
              <ns1:gd name="T0" fmla="*/ 163 w 164"/>
              <ns1:gd name="T1" fmla="*/ 109 h 244"/>
              <ns1:gd name="T2" fmla="*/ 125 w 164"/>
              <ns1:gd name="T3" fmla="*/ 46 h 244"/>
              <ns1:gd name="T4" fmla="*/ 143 w 164"/>
              <ns1:gd name="T5" fmla="*/ 9 h 244"/>
              <ns1:gd name="T6" fmla="*/ 143 w 164"/>
              <ns1:gd name="T7" fmla="*/ 3 h 244"/>
              <ns1:gd name="T8" fmla="*/ 138 w 164"/>
              <ns1:gd name="T9" fmla="*/ 0 h 244"/>
              <ns1:gd name="T10" fmla="*/ 22 w 164"/>
              <ns1:gd name="T11" fmla="*/ 0 h 244"/>
              <ns1:gd name="T12" fmla="*/ 17 w 164"/>
              <ns1:gd name="T13" fmla="*/ 3 h 244"/>
              <ns1:gd name="T14" fmla="*/ 17 w 164"/>
              <ns1:gd name="T15" fmla="*/ 9 h 244"/>
              <ns1:gd name="T16" fmla="*/ 39 w 164"/>
              <ns1:gd name="T17" fmla="*/ 46 h 244"/>
              <ns1:gd name="T18" fmla="*/ 2 w 164"/>
              <ns1:gd name="T19" fmla="*/ 109 h 244"/>
              <ns1:gd name="T20" fmla="*/ 1 w 164"/>
              <ns1:gd name="T21" fmla="*/ 114 h 244"/>
              <ns1:gd name="T22" fmla="*/ 61 w 164"/>
              <ns1:gd name="T23" fmla="*/ 241 h 244"/>
              <ns1:gd name="T24" fmla="*/ 66 w 164"/>
              <ns1:gd name="T25" fmla="*/ 244 h 244"/>
              <ns1:gd name="T26" fmla="*/ 98 w 164"/>
              <ns1:gd name="T27" fmla="*/ 244 h 244"/>
              <ns1:gd name="T28" fmla="*/ 103 w 164"/>
              <ns1:gd name="T29" fmla="*/ 241 h 244"/>
              <ns1:gd name="T30" fmla="*/ 163 w 164"/>
              <ns1:gd name="T31" fmla="*/ 114 h 244"/>
              <ns1:gd name="T32" fmla="*/ 163 w 164"/>
              <ns1:gd name="T33" fmla="*/ 109 h 244"/>
              <ns1:gd name="T34" fmla="*/ 128 w 164"/>
              <ns1:gd name="T35" fmla="*/ 12 h 244"/>
              <ns1:gd name="T36" fmla="*/ 114 w 164"/>
              <ns1:gd name="T37" fmla="*/ 40 h 244"/>
              <ns1:gd name="T38" fmla="*/ 49 w 164"/>
              <ns1:gd name="T39" fmla="*/ 40 h 244"/>
              <ns1:gd name="T40" fmla="*/ 33 w 164"/>
              <ns1:gd name="T41" fmla="*/ 12 h 244"/>
              <ns1:gd name="T42" fmla="*/ 128 w 164"/>
              <ns1:gd name="T43" fmla="*/ 12 h 244"/>
              <ns1:gd name="T44" fmla="*/ 82 w 164"/>
              <ns1:gd name="T45" fmla="*/ 120 h 244"/>
              <ns1:gd name="T46" fmla="*/ 68 w 164"/>
              <ns1:gd name="T47" fmla="*/ 106 h 244"/>
              <ns1:gd name="T48" fmla="*/ 82 w 164"/>
              <ns1:gd name="T49" fmla="*/ 92 h 244"/>
              <ns1:gd name="T50" fmla="*/ 96 w 164"/>
              <ns1:gd name="T51" fmla="*/ 106 h 244"/>
              <ns1:gd name="T52" fmla="*/ 82 w 164"/>
              <ns1:gd name="T53" fmla="*/ 120 h 244"/>
              <ns1:gd name="T54" fmla="*/ 94 w 164"/>
              <ns1:gd name="T55" fmla="*/ 232 h 244"/>
              <ns1:gd name="T56" fmla="*/ 88 w 164"/>
              <ns1:gd name="T57" fmla="*/ 232 h 244"/>
              <ns1:gd name="T58" fmla="*/ 88 w 164"/>
              <ns1:gd name="T59" fmla="*/ 131 h 244"/>
              <ns1:gd name="T60" fmla="*/ 108 w 164"/>
              <ns1:gd name="T61" fmla="*/ 106 h 244"/>
              <ns1:gd name="T62" fmla="*/ 82 w 164"/>
              <ns1:gd name="T63" fmla="*/ 80 h 244"/>
              <ns1:gd name="T64" fmla="*/ 56 w 164"/>
              <ns1:gd name="T65" fmla="*/ 106 h 244"/>
              <ns1:gd name="T66" fmla="*/ 76 w 164"/>
              <ns1:gd name="T67" fmla="*/ 131 h 244"/>
              <ns1:gd name="T68" fmla="*/ 76 w 164"/>
              <ns1:gd name="T69" fmla="*/ 232 h 244"/>
              <ns1:gd name="T70" fmla="*/ 70 w 164"/>
              <ns1:gd name="T71" fmla="*/ 232 h 244"/>
              <ns1:gd name="T72" fmla="*/ 13 w 164"/>
              <ns1:gd name="T73" fmla="*/ 112 h 244"/>
              <ns1:gd name="T74" fmla="*/ 49 w 164"/>
              <ns1:gd name="T75" fmla="*/ 52 h 244"/>
              <ns1:gd name="T76" fmla="*/ 115 w 164"/>
              <ns1:gd name="T77" fmla="*/ 52 h 244"/>
              <ns1:gd name="T78" fmla="*/ 151 w 164"/>
              <ns1:gd name="T79" fmla="*/ 112 h 244"/>
              <ns1:gd name="T80" fmla="*/ 94 w 164"/>
              <ns1:gd name="T81" fmla="*/ 232 h 244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  <ns1:cxn ang="0">
                <ns1:pos x="T32" y="T33"/>
              </ns1:cxn>
              <ns1:cxn ang="0">
                <ns1:pos x="T34" y="T35"/>
              </ns1:cxn>
              <ns1:cxn ang="0">
                <ns1:pos x="T36" y="T37"/>
              </ns1:cxn>
              <ns1:cxn ang="0">
                <ns1:pos x="T38" y="T39"/>
              </ns1:cxn>
              <ns1:cxn ang="0">
                <ns1:pos x="T40" y="T41"/>
              </ns1:cxn>
              <ns1:cxn ang="0">
                <ns1:pos x="T42" y="T43"/>
              </ns1:cxn>
              <ns1:cxn ang="0">
                <ns1:pos x="T44" y="T45"/>
              </ns1:cxn>
              <ns1:cxn ang="0">
                <ns1:pos x="T46" y="T47"/>
              </ns1:cxn>
              <ns1:cxn ang="0">
                <ns1:pos x="T48" y="T49"/>
              </ns1:cxn>
              <ns1:cxn ang="0">
                <ns1:pos x="T50" y="T51"/>
              </ns1:cxn>
              <ns1:cxn ang="0">
                <ns1:pos x="T52" y="T53"/>
              </ns1:cxn>
              <ns1:cxn ang="0">
                <ns1:pos x="T54" y="T55"/>
              </ns1:cxn>
              <ns1:cxn ang="0">
                <ns1:pos x="T56" y="T57"/>
              </ns1:cxn>
              <ns1:cxn ang="0">
                <ns1:pos x="T58" y="T59"/>
              </ns1:cxn>
              <ns1:cxn ang="0">
                <ns1:pos x="T60" y="T61"/>
              </ns1:cxn>
              <ns1:cxn ang="0">
                <ns1:pos x="T62" y="T63"/>
              </ns1:cxn>
              <ns1:cxn ang="0">
                <ns1:pos x="T64" y="T65"/>
              </ns1:cxn>
              <ns1:cxn ang="0">
                <ns1:pos x="T66" y="T67"/>
              </ns1:cxn>
              <ns1:cxn ang="0">
                <ns1:pos x="T68" y="T69"/>
              </ns1:cxn>
              <ns1:cxn ang="0">
                <ns1:pos x="T70" y="T71"/>
              </ns1:cxn>
              <ns1:cxn ang="0">
                <ns1:pos x="T72" y="T73"/>
              </ns1:cxn>
              <ns1:cxn ang="0">
                <ns1:pos x="T74" y="T75"/>
              </ns1:cxn>
              <ns1:cxn ang="0">
                <ns1:pos x="T76" y="T77"/>
              </ns1:cxn>
              <ns1:cxn ang="0">
                <ns1:pos x="T78" y="T79"/>
              </ns1:cxn>
              <ns1:cxn ang="0">
                <ns1:pos x="T80" y="T81"/>
              </ns1:cxn>
            </ns1:cxnLst>
            <ns1:rect l="0" t="0" r="r" b="b"/>
            <ns1:pathLst>
              <ns1:path w="164" h="244">
                <ns1:moveTo>
                  <ns1:pt x="163" y="109"/>
                </ns1:moveTo>
                <ns1:cubicBezTo>
                  <ns1:pt x="125" y="46"/>
                  <ns1:pt x="125" y="46"/>
                  <ns1:pt x="125" y="46"/>
                </ns1:cubicBezTo>
                <ns1:cubicBezTo>
                  <ns1:pt x="143" y="9"/>
                  <ns1:pt x="143" y="9"/>
                  <ns1:pt x="143" y="9"/>
                </ns1:cubicBezTo>
                <ns1:cubicBezTo>
                  <ns1:pt x="144" y="7"/>
                  <ns1:pt x="144" y="5"/>
                  <ns1:pt x="143" y="3"/>
                </ns1:cubicBezTo>
                <ns1:cubicBezTo>
                  <ns1:pt x="142" y="1"/>
                  <ns1:pt x="140" y="0"/>
                  <ns1:pt x="138" y="0"/>
                </ns1:cubicBezTo>
                <ns1:cubicBezTo>
                  <ns1:pt x="22" y="0"/>
                  <ns1:pt x="22" y="0"/>
                  <ns1:pt x="22" y="0"/>
                </ns1:cubicBezTo>
                <ns1:cubicBezTo>
                  <ns1:pt x="20" y="0"/>
                  <ns1:pt x="18" y="1"/>
                  <ns1:pt x="17" y="3"/>
                </ns1:cubicBezTo>
                <ns1:cubicBezTo>
                  <ns1:pt x="16" y="5"/>
                  <ns1:pt x="16" y="7"/>
                  <ns1:pt x="17" y="9"/>
                </ns1:cubicBezTo>
                <ns1:cubicBezTo>
                  <ns1:pt x="39" y="46"/>
                  <ns1:pt x="39" y="46"/>
                  <ns1:pt x="39" y="46"/>
                </ns1:cubicBezTo>
                <ns1:cubicBezTo>
                  <ns1:pt x="2" y="109"/>
                  <ns1:pt x="2" y="109"/>
                  <ns1:pt x="2" y="109"/>
                </ns1:cubicBezTo>
                <ns1:cubicBezTo>
                  <ns1:pt x="1" y="111"/>
                  <ns1:pt x="0" y="113"/>
                  <ns1:pt x="1" y="114"/>
                </ns1:cubicBezTo>
                <ns1:cubicBezTo>
                  <ns1:pt x="61" y="241"/>
                  <ns1:pt x="61" y="241"/>
                  <ns1:pt x="61" y="241"/>
                </ns1:cubicBezTo>
                <ns1:cubicBezTo>
                  <ns1:pt x="62" y="243"/>
                  <ns1:pt x="64" y="244"/>
                  <ns1:pt x="66" y="244"/>
                </ns1:cubicBezTo>
                <ns1:cubicBezTo>
                  <ns1:pt x="98" y="244"/>
                  <ns1:pt x="98" y="244"/>
                  <ns1:pt x="98" y="244"/>
                </ns1:cubicBezTo>
                <ns1:cubicBezTo>
                  <ns1:pt x="100" y="244"/>
                  <ns1:pt x="102" y="243"/>
                  <ns1:pt x="103" y="241"/>
                </ns1:cubicBezTo>
                <ns1:cubicBezTo>
                  <ns1:pt x="163" y="114"/>
                  <ns1:pt x="163" y="114"/>
                  <ns1:pt x="163" y="114"/>
                </ns1:cubicBezTo>
                <ns1:cubicBezTo>
                  <ns1:pt x="164" y="113"/>
                  <ns1:pt x="164" y="111"/>
                  <ns1:pt x="163" y="109"/>
                </ns1:cubicBezTo>
                <ns1:close/>
                <ns1:moveTo>
                  <ns1:pt x="128" y="12"/>
                </ns1:moveTo>
                <ns1:cubicBezTo>
                  <ns1:pt x="114" y="40"/>
                  <ns1:pt x="114" y="40"/>
                  <ns1:pt x="114" y="40"/>
                </ns1:cubicBezTo>
                <ns1:cubicBezTo>
                  <ns1:pt x="49" y="40"/>
                  <ns1:pt x="49" y="40"/>
                  <ns1:pt x="49" y="40"/>
                </ns1:cubicBezTo>
                <ns1:cubicBezTo>
                  <ns1:pt x="33" y="12"/>
                  <ns1:pt x="33" y="12"/>
                  <ns1:pt x="33" y="12"/>
                </ns1:cubicBezTo>
                <ns1:lnTo>
                  <ns1:pt x="128" y="12"/>
                </ns1:lnTo>
                <ns1:close/>
                <ns1:moveTo>
                  <ns1:pt x="82" y="120"/>
                </ns1:moveTo>
                <ns1:cubicBezTo>
                  <ns1:pt x="74" y="120"/>
                  <ns1:pt x="68" y="114"/>
                  <ns1:pt x="68" y="106"/>
                </ns1:cubicBezTo>
                <ns1:cubicBezTo>
                  <ns1:pt x="68" y="98"/>
                  <ns1:pt x="74" y="92"/>
                  <ns1:pt x="82" y="92"/>
                </ns1:cubicBezTo>
                <ns1:cubicBezTo>
                  <ns1:pt x="90" y="92"/>
                  <ns1:pt x="96" y="98"/>
                  <ns1:pt x="96" y="106"/>
                </ns1:cubicBezTo>
                <ns1:cubicBezTo>
                  <ns1:pt x="96" y="114"/>
                  <ns1:pt x="90" y="120"/>
                  <ns1:pt x="82" y="120"/>
                </ns1:cubicBezTo>
                <ns1:close/>
                <ns1:moveTo>
                  <ns1:pt x="94" y="232"/>
                </ns1:moveTo>
                <ns1:cubicBezTo>
                  <ns1:pt x="88" y="232"/>
                  <ns1:pt x="88" y="232"/>
                  <ns1:pt x="88" y="232"/>
                </ns1:cubicBezTo>
                <ns1:cubicBezTo>
                  <ns1:pt x="88" y="131"/>
                  <ns1:pt x="88" y="131"/>
                  <ns1:pt x="88" y="131"/>
                </ns1:cubicBezTo>
                <ns1:cubicBezTo>
                  <ns1:pt x="99" y="129"/>
                  <ns1:pt x="108" y="118"/>
                  <ns1:pt x="108" y="106"/>
                </ns1:cubicBezTo>
                <ns1:cubicBezTo>
                  <ns1:pt x="108" y="92"/>
                  <ns1:pt x="96" y="80"/>
                  <ns1:pt x="82" y="80"/>
                </ns1:cubicBezTo>
                <ns1:cubicBezTo>
                  <ns1:pt x="68" y="80"/>
                  <ns1:pt x="56" y="92"/>
                  <ns1:pt x="56" y="106"/>
                </ns1:cubicBezTo>
                <ns1:cubicBezTo>
                  <ns1:pt x="56" y="118"/>
                  <ns1:pt x="65" y="129"/>
                  <ns1:pt x="76" y="131"/>
                </ns1:cubicBezTo>
                <ns1:cubicBezTo>
                  <ns1:pt x="76" y="232"/>
                  <ns1:pt x="76" y="232"/>
                  <ns1:pt x="76" y="232"/>
                </ns1:cubicBezTo>
                <ns1:cubicBezTo>
                  <ns1:pt x="70" y="232"/>
                  <ns1:pt x="70" y="232"/>
                  <ns1:pt x="70" y="232"/>
                </ns1:cubicBezTo>
                <ns1:cubicBezTo>
                  <ns1:pt x="13" y="112"/>
                  <ns1:pt x="13" y="112"/>
                  <ns1:pt x="13" y="112"/>
                </ns1:cubicBezTo>
                <ns1:cubicBezTo>
                  <ns1:pt x="49" y="52"/>
                  <ns1:pt x="49" y="52"/>
                  <ns1:pt x="49" y="52"/>
                </ns1:cubicBezTo>
                <ns1:cubicBezTo>
                  <ns1:pt x="115" y="52"/>
                  <ns1:pt x="115" y="52"/>
                  <ns1:pt x="115" y="52"/>
                </ns1:cubicBezTo>
                <ns1:cubicBezTo>
                  <ns1:pt x="151" y="112"/>
                  <ns1:pt x="151" y="112"/>
                  <ns1:pt x="151" y="112"/>
                </ns1:cubicBezTo>
                <ns1:lnTo>
                  <ns1:pt x="94" y="232"/>
                </ns1:lnTo>
                <ns1:close/>
              </ns1:path>
            </ns1:pathLst>
          </ns1:custGeom>
          <ns1:solidFill>
            <ns1:schemeClr val="tx1"/>
          </ns1:solidFill>
          <ns1:ln>
            <ns1:noFill/>
          </ns1:ln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id-ID" sz="2700"/>
          </ns1:p>
        </ns0:txBody>
      </ns0:sp>
      <ns0:grpSp>
        <ns0:nvGrpSpPr>
          <ns0:cNvPr id="239" name="Group 238"/>
          <ns0:cNvGrpSpPr/>
          <ns0:nvPr/>
        </ns0:nvGrpSpPr>
        <ns0:grpSpPr>
          <ns1:xfrm>
            <ns1:off x="5420020" y="4396960"/>
            <ns1:ext cx="405074" cy="331166"/>
            <ns1:chOff x="8497888" y="1333500"/>
            <ns1:chExt cx="452438" cy="369888"/>
          </ns1:xfrm>
          <ns1:solidFill>
            <ns1:schemeClr val="tx1"/>
          </ns1:solidFill>
        </ns0:grpSpPr>
        <ns0:sp>
          <ns0:nvSpPr>
            <ns0:cNvPr id="240" name="Freeform 17"/>
            <ns0:cNvSpPr>
              <ns1:spLocks noEditPoints="1"/>
            </ns0:cNvSpPr>
            <ns0:nvPr/>
          </ns0:nvSpPr>
          <ns0:spPr bwMode="auto">
            <ns1:xfrm>
              <ns1:off x="8497888" y="1333500"/>
              <ns1:ext cx="452438" cy="369888"/>
            </ns1:xfrm>
            <ns1:custGeom>
              <ns1:avLst/>
              <ns1:gdLst>
                <ns1:gd name="T0" fmla="*/ 112 w 120"/>
                <ns1:gd name="T1" fmla="*/ 16 h 96"/>
                <ns1:gd name="T2" fmla="*/ 59 w 120"/>
                <ns1:gd name="T3" fmla="*/ 16 h 96"/>
                <ns1:gd name="T4" fmla="*/ 56 w 120"/>
                <ns1:gd name="T5" fmla="*/ 7 h 96"/>
                <ns1:gd name="T6" fmla="*/ 48 w 120"/>
                <ns1:gd name="T7" fmla="*/ 0 h 96"/>
                <ns1:gd name="T8" fmla="*/ 16 w 120"/>
                <ns1:gd name="T9" fmla="*/ 0 h 96"/>
                <ns1:gd name="T10" fmla="*/ 8 w 120"/>
                <ns1:gd name="T11" fmla="*/ 7 h 96"/>
                <ns1:gd name="T12" fmla="*/ 5 w 120"/>
                <ns1:gd name="T13" fmla="*/ 17 h 96"/>
                <ns1:gd name="T14" fmla="*/ 0 w 120"/>
                <ns1:gd name="T15" fmla="*/ 24 h 96"/>
                <ns1:gd name="T16" fmla="*/ 4 w 120"/>
                <ns1:gd name="T17" fmla="*/ 88 h 96"/>
                <ns1:gd name="T18" fmla="*/ 12 w 120"/>
                <ns1:gd name="T19" fmla="*/ 96 h 96"/>
                <ns1:gd name="T20" fmla="*/ 108 w 120"/>
                <ns1:gd name="T21" fmla="*/ 96 h 96"/>
                <ns1:gd name="T22" fmla="*/ 116 w 120"/>
                <ns1:gd name="T23" fmla="*/ 88 h 96"/>
                <ns1:gd name="T24" fmla="*/ 120 w 120"/>
                <ns1:gd name="T25" fmla="*/ 24 h 96"/>
                <ns1:gd name="T26" fmla="*/ 112 w 120"/>
                <ns1:gd name="T27" fmla="*/ 16 h 96"/>
                <ns1:gd name="T28" fmla="*/ 16 w 120"/>
                <ns1:gd name="T29" fmla="*/ 9 h 96"/>
                <ns1:gd name="T30" fmla="*/ 16 w 120"/>
                <ns1:gd name="T31" fmla="*/ 8 h 96"/>
                <ns1:gd name="T32" fmla="*/ 48 w 120"/>
                <ns1:gd name="T33" fmla="*/ 8 h 96"/>
                <ns1:gd name="T34" fmla="*/ 48 w 120"/>
                <ns1:gd name="T35" fmla="*/ 9 h 96"/>
                <ns1:gd name="T36" fmla="*/ 52 w 120"/>
                <ns1:gd name="T37" fmla="*/ 20 h 96"/>
                <ns1:gd name="T38" fmla="*/ 12 w 120"/>
                <ns1:gd name="T39" fmla="*/ 20 h 96"/>
                <ns1:gd name="T40" fmla="*/ 16 w 120"/>
                <ns1:gd name="T41" fmla="*/ 9 h 96"/>
                <ns1:gd name="T42" fmla="*/ 108 w 120"/>
                <ns1:gd name="T43" fmla="*/ 88 h 96"/>
                <ns1:gd name="T44" fmla="*/ 12 w 120"/>
                <ns1:gd name="T45" fmla="*/ 88 h 96"/>
                <ns1:gd name="T46" fmla="*/ 8 w 120"/>
                <ns1:gd name="T47" fmla="*/ 24 h 96"/>
                <ns1:gd name="T48" fmla="*/ 8 w 120"/>
                <ns1:gd name="T49" fmla="*/ 24 h 96"/>
                <ns1:gd name="T50" fmla="*/ 56 w 120"/>
                <ns1:gd name="T51" fmla="*/ 24 h 96"/>
                <ns1:gd name="T52" fmla="*/ 112 w 120"/>
                <ns1:gd name="T53" fmla="*/ 24 h 96"/>
                <ns1:gd name="T54" fmla="*/ 108 w 120"/>
                <ns1:gd name="T55" fmla="*/ 88 h 96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  <ns1:cxn ang="0">
                  <ns1:pos x="T30" y="T31"/>
                </ns1:cxn>
                <ns1:cxn ang="0">
                  <ns1:pos x="T32" y="T33"/>
                </ns1:cxn>
                <ns1:cxn ang="0">
                  <ns1:pos x="T34" y="T35"/>
                </ns1:cxn>
                <ns1:cxn ang="0">
                  <ns1:pos x="T36" y="T37"/>
                </ns1:cxn>
                <ns1:cxn ang="0">
                  <ns1:pos x="T38" y="T39"/>
                </ns1:cxn>
                <ns1:cxn ang="0">
                  <ns1:pos x="T40" y="T41"/>
                </ns1:cxn>
                <ns1:cxn ang="0">
                  <ns1:pos x="T42" y="T43"/>
                </ns1:cxn>
                <ns1:cxn ang="0">
                  <ns1:pos x="T44" y="T45"/>
                </ns1:cxn>
                <ns1:cxn ang="0">
                  <ns1:pos x="T46" y="T47"/>
                </ns1:cxn>
                <ns1:cxn ang="0">
                  <ns1:pos x="T48" y="T49"/>
                </ns1:cxn>
                <ns1:cxn ang="0">
                  <ns1:pos x="T50" y="T51"/>
                </ns1:cxn>
                <ns1:cxn ang="0">
                  <ns1:pos x="T52" y="T53"/>
                </ns1:cxn>
                <ns1:cxn ang="0">
                  <ns1:pos x="T54" y="T55"/>
                </ns1:cxn>
              </ns1:cxnLst>
              <ns1:rect l="0" t="0" r="r" b="b"/>
              <ns1:pathLst>
                <ns1:path w="120" h="96">
                  <ns1:moveTo>
                    <ns1:pt x="112" y="16"/>
                  </ns1:moveTo>
                  <ns1:cubicBezTo>
                    <ns1:pt x="59" y="16"/>
                    <ns1:pt x="59" y="16"/>
                    <ns1:pt x="59" y="16"/>
                  </ns1:cubicBezTo>
                  <ns1:cubicBezTo>
                    <ns1:pt x="56" y="7"/>
                    <ns1:pt x="56" y="7"/>
                    <ns1:pt x="56" y="7"/>
                  </ns1:cubicBezTo>
                  <ns1:cubicBezTo>
                    <ns1:pt x="56" y="3"/>
                    <ns1:pt x="52" y="0"/>
                    <ns1:pt x="48" y="0"/>
                  </ns1:cubicBezTo>
                  <ns1:cubicBezTo>
                    <ns1:pt x="16" y="0"/>
                    <ns1:pt x="16" y="0"/>
                    <ns1:pt x="16" y="0"/>
                  </ns1:cubicBezTo>
                  <ns1:cubicBezTo>
                    <ns1:pt x="12" y="0"/>
                    <ns1:pt x="8" y="3"/>
                    <ns1:pt x="8" y="7"/>
                  </ns1:cubicBezTo>
                  <ns1:cubicBezTo>
                    <ns1:pt x="5" y="17"/>
                    <ns1:pt x="5" y="17"/>
                    <ns1:pt x="5" y="17"/>
                  </ns1:cubicBezTo>
                  <ns1:cubicBezTo>
                    <ns1:pt x="2" y="18"/>
                    <ns1:pt x="0" y="21"/>
                    <ns1:pt x="0" y="24"/>
                  </ns1:cubicBezTo>
                  <ns1:cubicBezTo>
                    <ns1:pt x="4" y="88"/>
                    <ns1:pt x="4" y="88"/>
                    <ns1:pt x="4" y="88"/>
                  </ns1:cubicBezTo>
                  <ns1:cubicBezTo>
                    <ns1:pt x="4" y="92"/>
                    <ns1:pt x="8" y="96"/>
                    <ns1:pt x="12" y="96"/>
                  </ns1:cubicBezTo>
                  <ns1:cubicBezTo>
                    <ns1:pt x="108" y="96"/>
                    <ns1:pt x="108" y="96"/>
                    <ns1:pt x="108" y="96"/>
                  </ns1:cubicBezTo>
                  <ns1:cubicBezTo>
                    <ns1:pt x="112" y="96"/>
                    <ns1:pt x="116" y="92"/>
                    <ns1:pt x="116" y="88"/>
                  </ns1:cubicBezTo>
                  <ns1:cubicBezTo>
                    <ns1:pt x="120" y="24"/>
                    <ns1:pt x="120" y="24"/>
                    <ns1:pt x="120" y="24"/>
                  </ns1:cubicBezTo>
                  <ns1:cubicBezTo>
                    <ns1:pt x="120" y="20"/>
                    <ns1:pt x="116" y="16"/>
                    <ns1:pt x="112" y="16"/>
                  </ns1:cubicBezTo>
                  <ns1:close/>
                  <ns1:moveTo>
                    <ns1:pt x="16" y="9"/>
                  </ns1:moveTo>
                  <ns1:cubicBezTo>
                    <ns1:pt x="16" y="9"/>
                    <ns1:pt x="16" y="8"/>
                    <ns1:pt x="16" y="8"/>
                  </ns1:cubicBezTo>
                  <ns1:cubicBezTo>
                    <ns1:pt x="48" y="8"/>
                    <ns1:pt x="48" y="8"/>
                    <ns1:pt x="48" y="8"/>
                  </ns1:cubicBezTo>
                  <ns1:cubicBezTo>
                    <ns1:pt x="48" y="8"/>
                    <ns1:pt x="48" y="9"/>
                    <ns1:pt x="48" y="9"/>
                  </ns1:cubicBezTo>
                  <ns1:cubicBezTo>
                    <ns1:pt x="52" y="20"/>
                    <ns1:pt x="52" y="20"/>
                    <ns1:pt x="52" y="20"/>
                  </ns1:cubicBezTo>
                  <ns1:cubicBezTo>
                    <ns1:pt x="12" y="20"/>
                    <ns1:pt x="12" y="20"/>
                    <ns1:pt x="12" y="20"/>
                  </ns1:cubicBezTo>
                  <ns1:lnTo>
                    <ns1:pt x="16" y="9"/>
                  </ns1:lnTo>
                  <ns1:close/>
                  <ns1:moveTo>
                    <ns1:pt x="108" y="88"/>
                  </ns1:moveTo>
                  <ns1:cubicBezTo>
                    <ns1:pt x="12" y="88"/>
                    <ns1:pt x="12" y="88"/>
                    <ns1:pt x="12" y="88"/>
                  </ns1:cubicBezTo>
                  <ns1:cubicBezTo>
                    <ns1:pt x="8" y="24"/>
                    <ns1:pt x="8" y="24"/>
                    <ns1:pt x="8" y="24"/>
                  </ns1:cubicBezTo>
                  <ns1:cubicBezTo>
                    <ns1:pt x="8" y="24"/>
                    <ns1:pt x="8" y="24"/>
                    <ns1:pt x="8" y="24"/>
                  </ns1:cubicBezTo>
                  <ns1:cubicBezTo>
                    <ns1:pt x="56" y="24"/>
                    <ns1:pt x="56" y="24"/>
                    <ns1:pt x="56" y="24"/>
                  </ns1:cubicBezTo>
                  <ns1:cubicBezTo>
                    <ns1:pt x="112" y="24"/>
                    <ns1:pt x="112" y="24"/>
                    <ns1:pt x="112" y="24"/>
                  </ns1:cubicBezTo>
                  <ns1:lnTo>
                    <ns1:pt x="108" y="88"/>
                  </ns1:ln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241" name="Freeform 18"/>
            <ns0:cNvSpPr>
              <ns1:spLocks/>
            </ns0:cNvSpPr>
            <ns0:nvPr/>
          </ns0:nvSpPr>
          <ns0:spPr bwMode="auto">
            <ns1:xfrm>
              <ns1:off x="8664576" y="1487488"/>
              <ns1:ext cx="120650" cy="123825"/>
            </ns1:xfrm>
            <ns1:custGeom>
              <ns1:avLst/>
              <ns1:gdLst>
                <ns1:gd name="T0" fmla="*/ 4 w 32"/>
                <ns1:gd name="T1" fmla="*/ 12 h 32"/>
                <ns1:gd name="T2" fmla="*/ 0 w 32"/>
                <ns1:gd name="T3" fmla="*/ 16 h 32"/>
                <ns1:gd name="T4" fmla="*/ 4 w 32"/>
                <ns1:gd name="T5" fmla="*/ 20 h 32"/>
                <ns1:gd name="T6" fmla="*/ 12 w 32"/>
                <ns1:gd name="T7" fmla="*/ 20 h 32"/>
                <ns1:gd name="T8" fmla="*/ 12 w 32"/>
                <ns1:gd name="T9" fmla="*/ 28 h 32"/>
                <ns1:gd name="T10" fmla="*/ 16 w 32"/>
                <ns1:gd name="T11" fmla="*/ 32 h 32"/>
                <ns1:gd name="T12" fmla="*/ 20 w 32"/>
                <ns1:gd name="T13" fmla="*/ 28 h 32"/>
                <ns1:gd name="T14" fmla="*/ 20 w 32"/>
                <ns1:gd name="T15" fmla="*/ 20 h 32"/>
                <ns1:gd name="T16" fmla="*/ 28 w 32"/>
                <ns1:gd name="T17" fmla="*/ 20 h 32"/>
                <ns1:gd name="T18" fmla="*/ 32 w 32"/>
                <ns1:gd name="T19" fmla="*/ 16 h 32"/>
                <ns1:gd name="T20" fmla="*/ 28 w 32"/>
                <ns1:gd name="T21" fmla="*/ 12 h 32"/>
                <ns1:gd name="T22" fmla="*/ 20 w 32"/>
                <ns1:gd name="T23" fmla="*/ 12 h 32"/>
                <ns1:gd name="T24" fmla="*/ 20 w 32"/>
                <ns1:gd name="T25" fmla="*/ 4 h 32"/>
                <ns1:gd name="T26" fmla="*/ 16 w 32"/>
                <ns1:gd name="T27" fmla="*/ 0 h 32"/>
                <ns1:gd name="T28" fmla="*/ 12 w 32"/>
                <ns1:gd name="T29" fmla="*/ 4 h 32"/>
                <ns1:gd name="T30" fmla="*/ 12 w 32"/>
                <ns1:gd name="T31" fmla="*/ 12 h 32"/>
                <ns1:gd name="T32" fmla="*/ 4 w 32"/>
                <ns1:gd name="T33" fmla="*/ 12 h 32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  <ns1:cxn ang="0">
                  <ns1:pos x="T30" y="T31"/>
                </ns1:cxn>
                <ns1:cxn ang="0">
                  <ns1:pos x="T32" y="T33"/>
                </ns1:cxn>
              </ns1:cxnLst>
              <ns1:rect l="0" t="0" r="r" b="b"/>
              <ns1:pathLst>
                <ns1:path w="32" h="32">
                  <ns1:moveTo>
                    <ns1:pt x="4" y="12"/>
                  </ns1:moveTo>
                  <ns1:cubicBezTo>
                    <ns1:pt x="2" y="12"/>
                    <ns1:pt x="0" y="14"/>
                    <ns1:pt x="0" y="16"/>
                  </ns1:cubicBezTo>
                  <ns1:cubicBezTo>
                    <ns1:pt x="0" y="18"/>
                    <ns1:pt x="2" y="20"/>
                    <ns1:pt x="4" y="20"/>
                  </ns1:cubicBezTo>
                  <ns1:cubicBezTo>
                    <ns1:pt x="12" y="20"/>
                    <ns1:pt x="12" y="20"/>
                    <ns1:pt x="12" y="20"/>
                  </ns1:cubicBezTo>
                  <ns1:cubicBezTo>
                    <ns1:pt x="12" y="28"/>
                    <ns1:pt x="12" y="28"/>
                    <ns1:pt x="12" y="28"/>
                  </ns1:cubicBezTo>
                  <ns1:cubicBezTo>
                    <ns1:pt x="12" y="30"/>
                    <ns1:pt x="14" y="32"/>
                    <ns1:pt x="16" y="32"/>
                  </ns1:cubicBezTo>
                  <ns1:cubicBezTo>
                    <ns1:pt x="18" y="32"/>
                    <ns1:pt x="20" y="30"/>
                    <ns1:pt x="20" y="28"/>
                  </ns1:cubicBezTo>
                  <ns1:cubicBezTo>
                    <ns1:pt x="20" y="20"/>
                    <ns1:pt x="20" y="20"/>
                    <ns1:pt x="20" y="20"/>
                  </ns1:cubicBezTo>
                  <ns1:cubicBezTo>
                    <ns1:pt x="28" y="20"/>
                    <ns1:pt x="28" y="20"/>
                    <ns1:pt x="28" y="20"/>
                  </ns1:cubicBezTo>
                  <ns1:cubicBezTo>
                    <ns1:pt x="30" y="20"/>
                    <ns1:pt x="32" y="18"/>
                    <ns1:pt x="32" y="16"/>
                  </ns1:cubicBezTo>
                  <ns1:cubicBezTo>
                    <ns1:pt x="32" y="14"/>
                    <ns1:pt x="30" y="12"/>
                    <ns1:pt x="28" y="12"/>
                  </ns1:cubicBezTo>
                  <ns1:cubicBezTo>
                    <ns1:pt x="20" y="12"/>
                    <ns1:pt x="20" y="12"/>
                    <ns1:pt x="20" y="12"/>
                  </ns1:cubicBezTo>
                  <ns1:cubicBezTo>
                    <ns1:pt x="20" y="4"/>
                    <ns1:pt x="20" y="4"/>
                    <ns1:pt x="20" y="4"/>
                  </ns1:cubicBezTo>
                  <ns1:cubicBezTo>
                    <ns1:pt x="20" y="2"/>
                    <ns1:pt x="18" y="0"/>
                    <ns1:pt x="16" y="0"/>
                  </ns1:cubicBezTo>
                  <ns1:cubicBezTo>
                    <ns1:pt x="14" y="0"/>
                    <ns1:pt x="12" y="2"/>
                    <ns1:pt x="12" y="4"/>
                  </ns1:cubicBezTo>
                  <ns1:cubicBezTo>
                    <ns1:pt x="12" y="12"/>
                    <ns1:pt x="12" y="12"/>
                    <ns1:pt x="12" y="12"/>
                  </ns1:cubicBezTo>
                  <ns1:lnTo>
                    <ns1:pt x="4" y="12"/>
                  </ns1:ln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</ns0:grpSp>
      <ns0:grpSp>
        <ns0:nvGrpSpPr>
          <ns0:cNvPr id="242" name="Group 241"/>
          <ns0:cNvGrpSpPr/>
          <ns0:nvPr/>
        </ns0:nvGrpSpPr>
        <ns0:grpSpPr>
          <ns1:xfrm>
            <ns1:off x="4391930" y="4400221"/>
            <ns1:ext cx="426954" cy="382413"/>
            <ns1:chOff x="5326063" y="2705101"/>
            <ns1:chExt cx="1506538" cy="1349374"/>
          </ns1:xfrm>
          <ns1:solidFill>
            <ns1:schemeClr val="tx1"/>
          </ns1:solidFill>
        </ns0:grpSpPr>
        <ns0:sp>
          <ns0:nvSpPr>
            <ns0:cNvPr id="243" name="Freeform 5"/>
            <ns0:cNvSpPr>
              <ns1:spLocks noEditPoints="1"/>
            </ns0:cNvSpPr>
            <ns0:nvPr/>
          </ns0:nvSpPr>
          <ns0:spPr bwMode="auto">
            <ns1:xfrm>
              <ns1:off x="5326063" y="2705101"/>
              <ns1:ext cx="1506538" cy="1349374"/>
            </ns1:xfrm>
            <ns1:custGeom>
              <ns1:avLst/>
              <ns1:gdLst>
                <ns1:gd name="T0" fmla="*/ 109 w 112"/>
                <ns1:gd name="T1" fmla="*/ 4 h 100"/>
                <ns1:gd name="T2" fmla="*/ 83 w 112"/>
                <ns1:gd name="T3" fmla="*/ 0 h 100"/>
                <ns1:gd name="T4" fmla="*/ 67 w 112"/>
                <ns1:gd name="T5" fmla="*/ 3 h 100"/>
                <ns1:gd name="T6" fmla="*/ 56 w 112"/>
                <ns1:gd name="T7" fmla="*/ 10 h 100"/>
                <ns1:gd name="T8" fmla="*/ 45 w 112"/>
                <ns1:gd name="T9" fmla="*/ 3 h 100"/>
                <ns1:gd name="T10" fmla="*/ 29 w 112"/>
                <ns1:gd name="T11" fmla="*/ 0 h 100"/>
                <ns1:gd name="T12" fmla="*/ 3 w 112"/>
                <ns1:gd name="T13" fmla="*/ 4 h 100"/>
                <ns1:gd name="T14" fmla="*/ 0 w 112"/>
                <ns1:gd name="T15" fmla="*/ 5 h 100"/>
                <ns1:gd name="T16" fmla="*/ 0 w 112"/>
                <ns1:gd name="T17" fmla="*/ 92 h 100"/>
                <ns1:gd name="T18" fmla="*/ 5 w 112"/>
                <ns1:gd name="T19" fmla="*/ 91 h 100"/>
                <ns1:gd name="T20" fmla="*/ 41 w 112"/>
                <ns1:gd name="T21" fmla="*/ 91 h 100"/>
                <ns1:gd name="T22" fmla="*/ 56 w 112"/>
                <ns1:gd name="T23" fmla="*/ 100 h 100"/>
                <ns1:gd name="T24" fmla="*/ 71 w 112"/>
                <ns1:gd name="T25" fmla="*/ 91 h 100"/>
                <ns1:gd name="T26" fmla="*/ 107 w 112"/>
                <ns1:gd name="T27" fmla="*/ 91 h 100"/>
                <ns1:gd name="T28" fmla="*/ 112 w 112"/>
                <ns1:gd name="T29" fmla="*/ 92 h 100"/>
                <ns1:gd name="T30" fmla="*/ 112 w 112"/>
                <ns1:gd name="T31" fmla="*/ 5 h 100"/>
                <ns1:gd name="T32" fmla="*/ 109 w 112"/>
                <ns1:gd name="T33" fmla="*/ 4 h 100"/>
                <ns1:gd name="T34" fmla="*/ 52 w 112"/>
                <ns1:gd name="T35" fmla="*/ 87 h 100"/>
                <ns1:gd name="T36" fmla="*/ 44 w 112"/>
                <ns1:gd name="T37" fmla="*/ 83 h 100"/>
                <ns1:gd name="T38" fmla="*/ 27 w 112"/>
                <ns1:gd name="T39" fmla="*/ 81 h 100"/>
                <ns1:gd name="T40" fmla="*/ 8 w 112"/>
                <ns1:gd name="T41" fmla="*/ 82 h 100"/>
                <ns1:gd name="T42" fmla="*/ 8 w 112"/>
                <ns1:gd name="T43" fmla="*/ 11 h 100"/>
                <ns1:gd name="T44" fmla="*/ 29 w 112"/>
                <ns1:gd name="T45" fmla="*/ 8 h 100"/>
                <ns1:gd name="T46" fmla="*/ 42 w 112"/>
                <ns1:gd name="T47" fmla="*/ 11 h 100"/>
                <ns1:gd name="T48" fmla="*/ 52 w 112"/>
                <ns1:gd name="T49" fmla="*/ 20 h 100"/>
                <ns1:gd name="T50" fmla="*/ 52 w 112"/>
                <ns1:gd name="T51" fmla="*/ 21 h 100"/>
                <ns1:gd name="T52" fmla="*/ 52 w 112"/>
                <ns1:gd name="T53" fmla="*/ 84 h 100"/>
                <ns1:gd name="T54" fmla="*/ 52 w 112"/>
                <ns1:gd name="T55" fmla="*/ 84 h 100"/>
                <ns1:gd name="T56" fmla="*/ 52 w 112"/>
                <ns1:gd name="T57" fmla="*/ 87 h 100"/>
                <ns1:gd name="T58" fmla="*/ 104 w 112"/>
                <ns1:gd name="T59" fmla="*/ 82 h 100"/>
                <ns1:gd name="T60" fmla="*/ 85 w 112"/>
                <ns1:gd name="T61" fmla="*/ 81 h 100"/>
                <ns1:gd name="T62" fmla="*/ 68 w 112"/>
                <ns1:gd name="T63" fmla="*/ 83 h 100"/>
                <ns1:gd name="T64" fmla="*/ 60 w 112"/>
                <ns1:gd name="T65" fmla="*/ 87 h 100"/>
                <ns1:gd name="T66" fmla="*/ 60 w 112"/>
                <ns1:gd name="T67" fmla="*/ 84 h 100"/>
                <ns1:gd name="T68" fmla="*/ 60 w 112"/>
                <ns1:gd name="T69" fmla="*/ 84 h 100"/>
                <ns1:gd name="T70" fmla="*/ 60 w 112"/>
                <ns1:gd name="T71" fmla="*/ 21 h 100"/>
                <ns1:gd name="T72" fmla="*/ 60 w 112"/>
                <ns1:gd name="T73" fmla="*/ 20 h 100"/>
                <ns1:gd name="T74" fmla="*/ 70 w 112"/>
                <ns1:gd name="T75" fmla="*/ 11 h 100"/>
                <ns1:gd name="T76" fmla="*/ 83 w 112"/>
                <ns1:gd name="T77" fmla="*/ 8 h 100"/>
                <ns1:gd name="T78" fmla="*/ 104 w 112"/>
                <ns1:gd name="T79" fmla="*/ 11 h 100"/>
                <ns1:gd name="T80" fmla="*/ 104 w 112"/>
                <ns1:gd name="T81" fmla="*/ 82 h 100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  <ns1:cxn ang="0">
                  <ns1:pos x="T30" y="T31"/>
                </ns1:cxn>
                <ns1:cxn ang="0">
                  <ns1:pos x="T32" y="T33"/>
                </ns1:cxn>
                <ns1:cxn ang="0">
                  <ns1:pos x="T34" y="T35"/>
                </ns1:cxn>
                <ns1:cxn ang="0">
                  <ns1:pos x="T36" y="T37"/>
                </ns1:cxn>
                <ns1:cxn ang="0">
                  <ns1:pos x="T38" y="T39"/>
                </ns1:cxn>
                <ns1:cxn ang="0">
                  <ns1:pos x="T40" y="T41"/>
                </ns1:cxn>
                <ns1:cxn ang="0">
                  <ns1:pos x="T42" y="T43"/>
                </ns1:cxn>
                <ns1:cxn ang="0">
                  <ns1:pos x="T44" y="T45"/>
                </ns1:cxn>
                <ns1:cxn ang="0">
                  <ns1:pos x="T46" y="T47"/>
                </ns1:cxn>
                <ns1:cxn ang="0">
                  <ns1:pos x="T48" y="T49"/>
                </ns1:cxn>
                <ns1:cxn ang="0">
                  <ns1:pos x="T50" y="T51"/>
                </ns1:cxn>
                <ns1:cxn ang="0">
                  <ns1:pos x="T52" y="T53"/>
                </ns1:cxn>
                <ns1:cxn ang="0">
                  <ns1:pos x="T54" y="T55"/>
                </ns1:cxn>
                <ns1:cxn ang="0">
                  <ns1:pos x="T56" y="T57"/>
                </ns1:cxn>
                <ns1:cxn ang="0">
                  <ns1:pos x="T58" y="T59"/>
                </ns1:cxn>
                <ns1:cxn ang="0">
                  <ns1:pos x="T60" y="T61"/>
                </ns1:cxn>
                <ns1:cxn ang="0">
                  <ns1:pos x="T62" y="T63"/>
                </ns1:cxn>
                <ns1:cxn ang="0">
                  <ns1:pos x="T64" y="T65"/>
                </ns1:cxn>
                <ns1:cxn ang="0">
                  <ns1:pos x="T66" y="T67"/>
                </ns1:cxn>
                <ns1:cxn ang="0">
                  <ns1:pos x="T68" y="T69"/>
                </ns1:cxn>
                <ns1:cxn ang="0">
                  <ns1:pos x="T70" y="T71"/>
                </ns1:cxn>
                <ns1:cxn ang="0">
                  <ns1:pos x="T72" y="T73"/>
                </ns1:cxn>
                <ns1:cxn ang="0">
                  <ns1:pos x="T74" y="T75"/>
                </ns1:cxn>
                <ns1:cxn ang="0">
                  <ns1:pos x="T76" y="T77"/>
                </ns1:cxn>
                <ns1:cxn ang="0">
                  <ns1:pos x="T78" y="T79"/>
                </ns1:cxn>
                <ns1:cxn ang="0">
                  <ns1:pos x="T80" y="T81"/>
                </ns1:cxn>
              </ns1:cxnLst>
              <ns1:rect l="0" t="0" r="r" b="b"/>
              <ns1:pathLst>
                <ns1:path w="112" h="100">
                  <ns1:moveTo>
                    <ns1:pt x="109" y="4"/>
                  </ns1:moveTo>
                  <ns1:cubicBezTo>
                    <ns1:pt x="109" y="4"/>
                    <ns1:pt x="96" y="0"/>
                    <ns1:pt x="83" y="0"/>
                  </ns1:cubicBezTo>
                  <ns1:cubicBezTo>
                    <ns1:pt x="77" y="0"/>
                    <ns1:pt x="71" y="1"/>
                    <ns1:pt x="67" y="3"/>
                  </ns1:cubicBezTo>
                  <ns1:cubicBezTo>
                    <ns1:pt x="62" y="5"/>
                    <ns1:pt x="58" y="7"/>
                    <ns1:pt x="56" y="10"/>
                  </ns1:cubicBezTo>
                  <ns1:cubicBezTo>
                    <ns1:pt x="54" y="7"/>
                    <ns1:pt x="50" y="5"/>
                    <ns1:pt x="45" y="3"/>
                  </ns1:cubicBezTo>
                  <ns1:cubicBezTo>
                    <ns1:pt x="41" y="1"/>
                    <ns1:pt x="35" y="0"/>
                    <ns1:pt x="29" y="0"/>
                  </ns1:cubicBezTo>
                  <ns1:cubicBezTo>
                    <ns1:pt x="16" y="0"/>
                    <ns1:pt x="3" y="4"/>
                    <ns1:pt x="3" y="4"/>
                  </ns1:cubicBezTo>
                  <ns1:cubicBezTo>
                    <ns1:pt x="0" y="5"/>
                    <ns1:pt x="0" y="5"/>
                    <ns1:pt x="0" y="5"/>
                  </ns1:cubicBezTo>
                  <ns1:cubicBezTo>
                    <ns1:pt x="0" y="92"/>
                    <ns1:pt x="0" y="92"/>
                    <ns1:pt x="0" y="92"/>
                  </ns1:cubicBezTo>
                  <ns1:cubicBezTo>
                    <ns1:pt x="5" y="91"/>
                    <ns1:pt x="5" y="91"/>
                    <ns1:pt x="5" y="91"/>
                  </ns1:cubicBezTo>
                  <ns1:cubicBezTo>
                    <ns1:pt x="19" y="88"/>
                    <ns1:pt x="28" y="88"/>
                    <ns1:pt x="41" y="91"/>
                  </ns1:cubicBezTo>
                  <ns1:cubicBezTo>
                    <ns1:pt x="41" y="91"/>
                    <ns1:pt x="52" y="92"/>
                    <ns1:pt x="56" y="100"/>
                  </ns1:cubicBezTo>
                  <ns1:cubicBezTo>
                    <ns1:pt x="60" y="92"/>
                    <ns1:pt x="71" y="91"/>
                    <ns1:pt x="71" y="91"/>
                  </ns1:cubicBezTo>
                  <ns1:cubicBezTo>
                    <ns1:pt x="84" y="88"/>
                    <ns1:pt x="93" y="88"/>
                    <ns1:pt x="107" y="91"/>
                  </ns1:cubicBezTo>
                  <ns1:cubicBezTo>
                    <ns1:pt x="112" y="92"/>
                    <ns1:pt x="112" y="92"/>
                    <ns1:pt x="112" y="92"/>
                  </ns1:cubicBezTo>
                  <ns1:cubicBezTo>
                    <ns1:pt x="112" y="5"/>
                    <ns1:pt x="112" y="5"/>
                    <ns1:pt x="112" y="5"/>
                  </ns1:cubicBezTo>
                  <ns1:lnTo>
                    <ns1:pt x="109" y="4"/>
                  </ns1:lnTo>
                  <ns1:close/>
                  <ns1:moveTo>
                    <ns1:pt x="52" y="87"/>
                  </ns1:moveTo>
                  <ns1:cubicBezTo>
                    <ns1:pt x="49" y="85"/>
                    <ns1:pt x="47" y="84"/>
                    <ns1:pt x="44" y="83"/>
                  </ns1:cubicBezTo>
                  <ns1:cubicBezTo>
                    <ns1:pt x="39" y="81"/>
                    <ns1:pt x="32" y="81"/>
                    <ns1:pt x="27" y="81"/>
                  </ns1:cubicBezTo>
                  <ns1:cubicBezTo>
                    <ns1:pt x="21" y="81"/>
                    <ns1:pt x="15" y="81"/>
                    <ns1:pt x="8" y="82"/>
                  </ns1:cubicBezTo>
                  <ns1:cubicBezTo>
                    <ns1:pt x="8" y="11"/>
                    <ns1:pt x="8" y="11"/>
                    <ns1:pt x="8" y="11"/>
                  </ns1:cubicBezTo>
                  <ns1:cubicBezTo>
                    <ns1:pt x="12" y="10"/>
                    <ns1:pt x="20" y="8"/>
                    <ns1:pt x="29" y="8"/>
                  </ns1:cubicBezTo>
                  <ns1:cubicBezTo>
                    <ns1:pt x="34" y="8"/>
                    <ns1:pt x="39" y="9"/>
                    <ns1:pt x="42" y="11"/>
                  </ns1:cubicBezTo>
                  <ns1:cubicBezTo>
                    <ns1:pt x="50" y="13"/>
                    <ns1:pt x="52" y="17"/>
                    <ns1:pt x="52" y="20"/>
                  </ns1:cubicBezTo>
                  <ns1:cubicBezTo>
                    <ns1:pt x="52" y="20"/>
                    <ns1:pt x="52" y="21"/>
                    <ns1:pt x="52" y="21"/>
                  </ns1:cubicBezTo>
                  <ns1:cubicBezTo>
                    <ns1:pt x="52" y="84"/>
                    <ns1:pt x="52" y="84"/>
                    <ns1:pt x="52" y="84"/>
                  </ns1:cubicBezTo>
                  <ns1:cubicBezTo>
                    <ns1:pt x="52" y="84"/>
                    <ns1:pt x="52" y="84"/>
                    <ns1:pt x="52" y="84"/>
                  </ns1:cubicBezTo>
                  <ns1:lnTo>
                    <ns1:pt x="52" y="87"/>
                  </ns1:lnTo>
                  <ns1:close/>
                  <ns1:moveTo>
                    <ns1:pt x="104" y="82"/>
                  </ns1:moveTo>
                  <ns1:cubicBezTo>
                    <ns1:pt x="97" y="81"/>
                    <ns1:pt x="91" y="81"/>
                    <ns1:pt x="85" y="81"/>
                  </ns1:cubicBezTo>
                  <ns1:cubicBezTo>
                    <ns1:pt x="80" y="81"/>
                    <ns1:pt x="73" y="81"/>
                    <ns1:pt x="68" y="83"/>
                  </ns1:cubicBezTo>
                  <ns1:cubicBezTo>
                    <ns1:pt x="65" y="84"/>
                    <ns1:pt x="63" y="85"/>
                    <ns1:pt x="60" y="87"/>
                  </ns1:cubicBezTo>
                  <ns1:cubicBezTo>
                    <ns1:pt x="60" y="84"/>
                    <ns1:pt x="60" y="84"/>
                    <ns1:pt x="60" y="84"/>
                  </ns1:cubicBezTo>
                  <ns1:cubicBezTo>
                    <ns1:pt x="60" y="84"/>
                    <ns1:pt x="60" y="84"/>
                    <ns1:pt x="60" y="84"/>
                  </ns1:cubicBezTo>
                  <ns1:cubicBezTo>
                    <ns1:pt x="60" y="21"/>
                    <ns1:pt x="60" y="21"/>
                    <ns1:pt x="60" y="21"/>
                  </ns1:cubicBezTo>
                  <ns1:cubicBezTo>
                    <ns1:pt x="60" y="21"/>
                    <ns1:pt x="60" y="20"/>
                    <ns1:pt x="60" y="20"/>
                  </ns1:cubicBezTo>
                  <ns1:cubicBezTo>
                    <ns1:pt x="60" y="17"/>
                    <ns1:pt x="62" y="13"/>
                    <ns1:pt x="70" y="11"/>
                  </ns1:cubicBezTo>
                  <ns1:cubicBezTo>
                    <ns1:pt x="73" y="9"/>
                    <ns1:pt x="78" y="8"/>
                    <ns1:pt x="83" y="8"/>
                  </ns1:cubicBezTo>
                  <ns1:cubicBezTo>
                    <ns1:pt x="91" y="8"/>
                    <ns1:pt x="100" y="10"/>
                    <ns1:pt x="104" y="11"/>
                  </ns1:cubicBezTo>
                  <ns1:lnTo>
                    <ns1:pt x="104" y="82"/>
                  </ns1:ln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244" name="Freeform 6"/>
            <ns0:cNvSpPr>
              <ns1:spLocks/>
            </ns0:cNvSpPr>
            <ns0:nvPr/>
          </ns0:nvSpPr>
          <ns0:spPr bwMode="auto">
            <ns1:xfrm>
              <ns1:off x="5514975" y="2921000"/>
              <ns1:ext cx="430213" cy="161925"/>
            </ns1:xfrm>
            <ns1:custGeom>
              <ns1:avLst/>
              <ns1:gdLst>
                <ns1:gd name="T0" fmla="*/ 1 w 32"/>
                <ns1:gd name="T1" fmla="*/ 4 h 12"/>
                <ns1:gd name="T2" fmla="*/ 0 w 32"/>
                <ns1:gd name="T3" fmla="*/ 7 h 12"/>
                <ns1:gd name="T4" fmla="*/ 3 w 32"/>
                <ns1:gd name="T5" fmla="*/ 8 h 12"/>
                <ns1:gd name="T6" fmla="*/ 29 w 32"/>
                <ns1:gd name="T7" fmla="*/ 12 h 12"/>
                <ns1:gd name="T8" fmla="*/ 30 w 32"/>
                <ns1:gd name="T9" fmla="*/ 12 h 12"/>
                <ns1:gd name="T10" fmla="*/ 31 w 32"/>
                <ns1:gd name="T11" fmla="*/ 12 h 12"/>
                <ns1:gd name="T12" fmla="*/ 31 w 32"/>
                <ns1:gd name="T13" fmla="*/ 9 h 12"/>
                <ns1:gd name="T14" fmla="*/ 1 w 32"/>
                <ns1:gd name="T15" fmla="*/ 4 h 12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</ns1:cxnLst>
              <ns1:rect l="0" t="0" r="r" b="b"/>
              <ns1:pathLst>
                <ns1:path w="32" h="12">
                  <ns1:moveTo>
                    <ns1:pt x="1" y="4"/>
                  </ns1:moveTo>
                  <ns1:cubicBezTo>
                    <ns1:pt x="0" y="5"/>
                    <ns1:pt x="0" y="6"/>
                    <ns1:pt x="0" y="7"/>
                  </ns1:cubicBezTo>
                  <ns1:cubicBezTo>
                    <ns1:pt x="1" y="8"/>
                    <ns1:pt x="2" y="9"/>
                    <ns1:pt x="3" y="8"/>
                  </ns1:cubicBezTo>
                  <ns1:cubicBezTo>
                    <ns1:pt x="10" y="5"/>
                    <ns1:pt x="21" y="4"/>
                    <ns1:pt x="29" y="12"/>
                  </ns1:cubicBezTo>
                  <ns1:cubicBezTo>
                    <ns1:pt x="29" y="12"/>
                    <ns1:pt x="29" y="12"/>
                    <ns1:pt x="30" y="12"/>
                  </ns1:cubicBezTo>
                  <ns1:cubicBezTo>
                    <ns1:pt x="30" y="12"/>
                    <ns1:pt x="31" y="12"/>
                    <ns1:pt x="31" y="12"/>
                  </ns1:cubicBezTo>
                  <ns1:cubicBezTo>
                    <ns1:pt x="32" y="11"/>
                    <ns1:pt x="32" y="10"/>
                    <ns1:pt x="31" y="9"/>
                  </ns1:cubicBezTo>
                  <ns1:cubicBezTo>
                    <ns1:pt x="23" y="0"/>
                    <ns1:pt x="10" y="1"/>
                    <ns1:pt x="1" y="4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245" name="Freeform 7"/>
            <ns0:cNvSpPr>
              <ns1:spLocks/>
            </ns0:cNvSpPr>
            <ns0:nvPr/>
          </ns0:nvSpPr>
          <ns0:spPr bwMode="auto">
            <ns1:xfrm>
              <ns1:off x="5514975" y="3082925"/>
              <ns1:ext cx="430213" cy="161925"/>
            </ns1:xfrm>
            <ns1:custGeom>
              <ns1:avLst/>
              <ns1:gdLst>
                <ns1:gd name="T0" fmla="*/ 1 w 32"/>
                <ns1:gd name="T1" fmla="*/ 4 h 12"/>
                <ns1:gd name="T2" fmla="*/ 0 w 32"/>
                <ns1:gd name="T3" fmla="*/ 7 h 12"/>
                <ns1:gd name="T4" fmla="*/ 3 w 32"/>
                <ns1:gd name="T5" fmla="*/ 8 h 12"/>
                <ns1:gd name="T6" fmla="*/ 29 w 32"/>
                <ns1:gd name="T7" fmla="*/ 11 h 12"/>
                <ns1:gd name="T8" fmla="*/ 30 w 32"/>
                <ns1:gd name="T9" fmla="*/ 12 h 12"/>
                <ns1:gd name="T10" fmla="*/ 31 w 32"/>
                <ns1:gd name="T11" fmla="*/ 11 h 12"/>
                <ns1:gd name="T12" fmla="*/ 31 w 32"/>
                <ns1:gd name="T13" fmla="*/ 8 h 12"/>
                <ns1:gd name="T14" fmla="*/ 1 w 32"/>
                <ns1:gd name="T15" fmla="*/ 4 h 12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</ns1:cxnLst>
              <ns1:rect l="0" t="0" r="r" b="b"/>
              <ns1:pathLst>
                <ns1:path w="32" h="12">
                  <ns1:moveTo>
                    <ns1:pt x="1" y="4"/>
                  </ns1:moveTo>
                  <ns1:cubicBezTo>
                    <ns1:pt x="0" y="4"/>
                    <ns1:pt x="0" y="6"/>
                    <ns1:pt x="0" y="7"/>
                  </ns1:cubicBezTo>
                  <ns1:cubicBezTo>
                    <ns1:pt x="1" y="8"/>
                    <ns1:pt x="2" y="8"/>
                    <ns1:pt x="3" y="8"/>
                  </ns1:cubicBezTo>
                  <ns1:cubicBezTo>
                    <ns1:pt x="10" y="5"/>
                    <ns1:pt x="21" y="4"/>
                    <ns1:pt x="29" y="11"/>
                  </ns1:cubicBezTo>
                  <ns1:cubicBezTo>
                    <ns1:pt x="29" y="12"/>
                    <ns1:pt x="29" y="12"/>
                    <ns1:pt x="30" y="12"/>
                  </ns1:cubicBezTo>
                  <ns1:cubicBezTo>
                    <ns1:pt x="30" y="12"/>
                    <ns1:pt x="31" y="12"/>
                    <ns1:pt x="31" y="11"/>
                  </ns1:cubicBezTo>
                  <ns1:cubicBezTo>
                    <ns1:pt x="32" y="10"/>
                    <ns1:pt x="32" y="9"/>
                    <ns1:pt x="31" y="8"/>
                  </ns1:cubicBezTo>
                  <ns1:cubicBezTo>
                    <ns1:pt x="23" y="0"/>
                    <ns1:pt x="10" y="0"/>
                    <ns1:pt x="1" y="4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246" name="Freeform 8"/>
            <ns0:cNvSpPr>
              <ns1:spLocks/>
            </ns0:cNvSpPr>
            <ns0:nvPr/>
          </ns0:nvSpPr>
          <ns0:spPr bwMode="auto">
            <ns1:xfrm>
              <ns1:off x="5514975" y="3232150"/>
              <ns1:ext cx="430213" cy="161925"/>
            </ns1:xfrm>
            <ns1:custGeom>
              <ns1:avLst/>
              <ns1:gdLst>
                <ns1:gd name="T0" fmla="*/ 1 w 32"/>
                <ns1:gd name="T1" fmla="*/ 5 h 12"/>
                <ns1:gd name="T2" fmla="*/ 0 w 32"/>
                <ns1:gd name="T3" fmla="*/ 7 h 12"/>
                <ns1:gd name="T4" fmla="*/ 3 w 32"/>
                <ns1:gd name="T5" fmla="*/ 8 h 12"/>
                <ns1:gd name="T6" fmla="*/ 29 w 32"/>
                <ns1:gd name="T7" fmla="*/ 12 h 12"/>
                <ns1:gd name="T8" fmla="*/ 30 w 32"/>
                <ns1:gd name="T9" fmla="*/ 12 h 12"/>
                <ns1:gd name="T10" fmla="*/ 31 w 32"/>
                <ns1:gd name="T11" fmla="*/ 12 h 12"/>
                <ns1:gd name="T12" fmla="*/ 31 w 32"/>
                <ns1:gd name="T13" fmla="*/ 9 h 12"/>
                <ns1:gd name="T14" fmla="*/ 1 w 32"/>
                <ns1:gd name="T15" fmla="*/ 5 h 12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</ns1:cxnLst>
              <ns1:rect l="0" t="0" r="r" b="b"/>
              <ns1:pathLst>
                <ns1:path w="32" h="12">
                  <ns1:moveTo>
                    <ns1:pt x="1" y="5"/>
                  </ns1:moveTo>
                  <ns1:cubicBezTo>
                    <ns1:pt x="0" y="5"/>
                    <ns1:pt x="0" y="6"/>
                    <ns1:pt x="0" y="7"/>
                  </ns1:cubicBezTo>
                  <ns1:cubicBezTo>
                    <ns1:pt x="1" y="8"/>
                    <ns1:pt x="2" y="9"/>
                    <ns1:pt x="3" y="8"/>
                  </ns1:cubicBezTo>
                  <ns1:cubicBezTo>
                    <ns1:pt x="10" y="5"/>
                    <ns1:pt x="21" y="5"/>
                    <ns1:pt x="29" y="12"/>
                  </ns1:cubicBezTo>
                  <ns1:cubicBezTo>
                    <ns1:pt x="29" y="12"/>
                    <ns1:pt x="29" y="12"/>
                    <ns1:pt x="30" y="12"/>
                  </ns1:cubicBezTo>
                  <ns1:cubicBezTo>
                    <ns1:pt x="30" y="12"/>
                    <ns1:pt x="31" y="12"/>
                    <ns1:pt x="31" y="12"/>
                  </ns1:cubicBezTo>
                  <ns1:cubicBezTo>
                    <ns1:pt x="32" y="11"/>
                    <ns1:pt x="32" y="10"/>
                    <ns1:pt x="31" y="9"/>
                  </ns1:cubicBezTo>
                  <ns1:cubicBezTo>
                    <ns1:pt x="23" y="0"/>
                    <ns1:pt x="10" y="1"/>
                    <ns1:pt x="1" y="5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247" name="Freeform 9"/>
            <ns0:cNvSpPr>
              <ns1:spLocks/>
            </ns0:cNvSpPr>
            <ns0:nvPr/>
          </ns0:nvSpPr>
          <ns0:spPr bwMode="auto">
            <ns1:xfrm>
              <ns1:off x="5514975" y="3394075"/>
              <ns1:ext cx="430213" cy="161925"/>
            </ns1:xfrm>
            <ns1:custGeom>
              <ns1:avLst/>
              <ns1:gdLst>
                <ns1:gd name="T0" fmla="*/ 1 w 32"/>
                <ns1:gd name="T1" fmla="*/ 4 h 12"/>
                <ns1:gd name="T2" fmla="*/ 0 w 32"/>
                <ns1:gd name="T3" fmla="*/ 7 h 12"/>
                <ns1:gd name="T4" fmla="*/ 3 w 32"/>
                <ns1:gd name="T5" fmla="*/ 8 h 12"/>
                <ns1:gd name="T6" fmla="*/ 29 w 32"/>
                <ns1:gd name="T7" fmla="*/ 11 h 12"/>
                <ns1:gd name="T8" fmla="*/ 30 w 32"/>
                <ns1:gd name="T9" fmla="*/ 12 h 12"/>
                <ns1:gd name="T10" fmla="*/ 31 w 32"/>
                <ns1:gd name="T11" fmla="*/ 11 h 12"/>
                <ns1:gd name="T12" fmla="*/ 31 w 32"/>
                <ns1:gd name="T13" fmla="*/ 9 h 12"/>
                <ns1:gd name="T14" fmla="*/ 1 w 32"/>
                <ns1:gd name="T15" fmla="*/ 4 h 12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</ns1:cxnLst>
              <ns1:rect l="0" t="0" r="r" b="b"/>
              <ns1:pathLst>
                <ns1:path w="32" h="12">
                  <ns1:moveTo>
                    <ns1:pt x="1" y="4"/>
                  </ns1:moveTo>
                  <ns1:cubicBezTo>
                    <ns1:pt x="0" y="4"/>
                    <ns1:pt x="0" y="6"/>
                    <ns1:pt x="0" y="7"/>
                  </ns1:cubicBezTo>
                  <ns1:cubicBezTo>
                    <ns1:pt x="1" y="8"/>
                    <ns1:pt x="2" y="8"/>
                    <ns1:pt x="3" y="8"/>
                  </ns1:cubicBezTo>
                  <ns1:cubicBezTo>
                    <ns1:pt x="10" y="5"/>
                    <ns1:pt x="21" y="4"/>
                    <ns1:pt x="29" y="11"/>
                  </ns1:cubicBezTo>
                  <ns1:cubicBezTo>
                    <ns1:pt x="29" y="12"/>
                    <ns1:pt x="29" y="12"/>
                    <ns1:pt x="30" y="12"/>
                  </ns1:cubicBezTo>
                  <ns1:cubicBezTo>
                    <ns1:pt x="30" y="12"/>
                    <ns1:pt x="31" y="12"/>
                    <ns1:pt x="31" y="11"/>
                  </ns1:cubicBezTo>
                  <ns1:cubicBezTo>
                    <ns1:pt x="32" y="11"/>
                    <ns1:pt x="32" y="9"/>
                    <ns1:pt x="31" y="9"/>
                  </ns1:cubicBezTo>
                  <ns1:cubicBezTo>
                    <ns1:pt x="23" y="0"/>
                    <ns1:pt x="10" y="1"/>
                    <ns1:pt x="1" y="4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248" name="Freeform 10"/>
            <ns0:cNvSpPr>
              <ns1:spLocks/>
            </ns0:cNvSpPr>
            <ns0:nvPr/>
          </ns0:nvSpPr>
          <ns0:spPr bwMode="auto">
            <ns1:xfrm>
              <ns1:off x="5514975" y="3556000"/>
              <ns1:ext cx="430213" cy="161925"/>
            </ns1:xfrm>
            <ns1:custGeom>
              <ns1:avLst/>
              <ns1:gdLst>
                <ns1:gd name="T0" fmla="*/ 1 w 32"/>
                <ns1:gd name="T1" fmla="*/ 4 h 12"/>
                <ns1:gd name="T2" fmla="*/ 0 w 32"/>
                <ns1:gd name="T3" fmla="*/ 6 h 12"/>
                <ns1:gd name="T4" fmla="*/ 3 w 32"/>
                <ns1:gd name="T5" fmla="*/ 7 h 12"/>
                <ns1:gd name="T6" fmla="*/ 29 w 32"/>
                <ns1:gd name="T7" fmla="*/ 11 h 12"/>
                <ns1:gd name="T8" fmla="*/ 30 w 32"/>
                <ns1:gd name="T9" fmla="*/ 12 h 12"/>
                <ns1:gd name="T10" fmla="*/ 31 w 32"/>
                <ns1:gd name="T11" fmla="*/ 11 h 12"/>
                <ns1:gd name="T12" fmla="*/ 31 w 32"/>
                <ns1:gd name="T13" fmla="*/ 8 h 12"/>
                <ns1:gd name="T14" fmla="*/ 1 w 32"/>
                <ns1:gd name="T15" fmla="*/ 4 h 12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</ns1:cxnLst>
              <ns1:rect l="0" t="0" r="r" b="b"/>
              <ns1:pathLst>
                <ns1:path w="32" h="12">
                  <ns1:moveTo>
                    <ns1:pt x="1" y="4"/>
                  </ns1:moveTo>
                  <ns1:cubicBezTo>
                    <ns1:pt x="0" y="4"/>
                    <ns1:pt x="0" y="5"/>
                    <ns1:pt x="0" y="6"/>
                  </ns1:cubicBezTo>
                  <ns1:cubicBezTo>
                    <ns1:pt x="1" y="7"/>
                    <ns1:pt x="2" y="8"/>
                    <ns1:pt x="3" y="7"/>
                  </ns1:cubicBezTo>
                  <ns1:cubicBezTo>
                    <ns1:pt x="10" y="4"/>
                    <ns1:pt x="21" y="4"/>
                    <ns1:pt x="29" y="11"/>
                  </ns1:cubicBezTo>
                  <ns1:cubicBezTo>
                    <ns1:pt x="29" y="11"/>
                    <ns1:pt x="29" y="12"/>
                    <ns1:pt x="30" y="12"/>
                  </ns1:cubicBezTo>
                  <ns1:cubicBezTo>
                    <ns1:pt x="30" y="12"/>
                    <ns1:pt x="31" y="11"/>
                    <ns1:pt x="31" y="11"/>
                  </ns1:cubicBezTo>
                  <ns1:cubicBezTo>
                    <ns1:pt x="32" y="10"/>
                    <ns1:pt x="32" y="9"/>
                    <ns1:pt x="31" y="8"/>
                  </ns1:cubicBezTo>
                  <ns1:cubicBezTo>
                    <ns1:pt x="23" y="0"/>
                    <ns1:pt x="10" y="0"/>
                    <ns1:pt x="1" y="4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249" name="Freeform 11"/>
            <ns0:cNvSpPr>
              <ns1:spLocks/>
            </ns0:cNvSpPr>
            <ns0:nvPr/>
          </ns0:nvSpPr>
          <ns0:spPr bwMode="auto">
            <ns1:xfrm>
              <ns1:off x="6213475" y="2921000"/>
              <ns1:ext cx="430213" cy="161925"/>
            </ns1:xfrm>
            <ns1:custGeom>
              <ns1:avLst/>
              <ns1:gdLst>
                <ns1:gd name="T0" fmla="*/ 1 w 32"/>
                <ns1:gd name="T1" fmla="*/ 12 h 12"/>
                <ns1:gd name="T2" fmla="*/ 2 w 32"/>
                <ns1:gd name="T3" fmla="*/ 12 h 12"/>
                <ns1:gd name="T4" fmla="*/ 3 w 32"/>
                <ns1:gd name="T5" fmla="*/ 12 h 12"/>
                <ns1:gd name="T6" fmla="*/ 29 w 32"/>
                <ns1:gd name="T7" fmla="*/ 8 h 12"/>
                <ns1:gd name="T8" fmla="*/ 32 w 32"/>
                <ns1:gd name="T9" fmla="*/ 7 h 12"/>
                <ns1:gd name="T10" fmla="*/ 31 w 32"/>
                <ns1:gd name="T11" fmla="*/ 4 h 12"/>
                <ns1:gd name="T12" fmla="*/ 1 w 32"/>
                <ns1:gd name="T13" fmla="*/ 9 h 12"/>
                <ns1:gd name="T14" fmla="*/ 1 w 32"/>
                <ns1:gd name="T15" fmla="*/ 12 h 12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</ns1:cxnLst>
              <ns1:rect l="0" t="0" r="r" b="b"/>
              <ns1:pathLst>
                <ns1:path w="32" h="12">
                  <ns1:moveTo>
                    <ns1:pt x="1" y="12"/>
                  </ns1:moveTo>
                  <ns1:cubicBezTo>
                    <ns1:pt x="1" y="12"/>
                    <ns1:pt x="1" y="12"/>
                    <ns1:pt x="2" y="12"/>
                  </ns1:cubicBezTo>
                  <ns1:cubicBezTo>
                    <ns1:pt x="2" y="12"/>
                    <ns1:pt x="3" y="12"/>
                    <ns1:pt x="3" y="12"/>
                  </ns1:cubicBezTo>
                  <ns1:cubicBezTo>
                    <ns1:pt x="11" y="4"/>
                    <ns1:pt x="21" y="5"/>
                    <ns1:pt x="29" y="8"/>
                  </ns1:cubicBezTo>
                  <ns1:cubicBezTo>
                    <ns1:pt x="30" y="9"/>
                    <ns1:pt x="31" y="8"/>
                    <ns1:pt x="32" y="7"/>
                  </ns1:cubicBezTo>
                  <ns1:cubicBezTo>
                    <ns1:pt x="32" y="6"/>
                    <ns1:pt x="32" y="5"/>
                    <ns1:pt x="31" y="4"/>
                  </ns1:cubicBezTo>
                  <ns1:cubicBezTo>
                    <ns1:pt x="22" y="1"/>
                    <ns1:pt x="9" y="0"/>
                    <ns1:pt x="1" y="9"/>
                  </ns1:cubicBezTo>
                  <ns1:cubicBezTo>
                    <ns1:pt x="0" y="10"/>
                    <ns1:pt x="0" y="11"/>
                    <ns1:pt x="1" y="12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250" name="Freeform 12"/>
            <ns0:cNvSpPr>
              <ns1:spLocks/>
            </ns0:cNvSpPr>
            <ns0:nvPr/>
          </ns0:nvSpPr>
          <ns0:spPr bwMode="auto">
            <ns1:xfrm>
              <ns1:off x="6213475" y="3082925"/>
              <ns1:ext cx="430213" cy="161925"/>
            </ns1:xfrm>
            <ns1:custGeom>
              <ns1:avLst/>
              <ns1:gdLst>
                <ns1:gd name="T0" fmla="*/ 31 w 32"/>
                <ns1:gd name="T1" fmla="*/ 4 h 12"/>
                <ns1:gd name="T2" fmla="*/ 1 w 32"/>
                <ns1:gd name="T3" fmla="*/ 8 h 12"/>
                <ns1:gd name="T4" fmla="*/ 1 w 32"/>
                <ns1:gd name="T5" fmla="*/ 11 h 12"/>
                <ns1:gd name="T6" fmla="*/ 2 w 32"/>
                <ns1:gd name="T7" fmla="*/ 12 h 12"/>
                <ns1:gd name="T8" fmla="*/ 3 w 32"/>
                <ns1:gd name="T9" fmla="*/ 11 h 12"/>
                <ns1:gd name="T10" fmla="*/ 29 w 32"/>
                <ns1:gd name="T11" fmla="*/ 8 h 12"/>
                <ns1:gd name="T12" fmla="*/ 32 w 32"/>
                <ns1:gd name="T13" fmla="*/ 7 h 12"/>
                <ns1:gd name="T14" fmla="*/ 31 w 32"/>
                <ns1:gd name="T15" fmla="*/ 4 h 12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</ns1:cxnLst>
              <ns1:rect l="0" t="0" r="r" b="b"/>
              <ns1:pathLst>
                <ns1:path w="32" h="12">
                  <ns1:moveTo>
                    <ns1:pt x="31" y="4"/>
                  </ns1:moveTo>
                  <ns1:cubicBezTo>
                    <ns1:pt x="22" y="0"/>
                    <ns1:pt x="9" y="0"/>
                    <ns1:pt x="1" y="8"/>
                  </ns1:cubicBezTo>
                  <ns1:cubicBezTo>
                    <ns1:pt x="0" y="9"/>
                    <ns1:pt x="0" y="10"/>
                    <ns1:pt x="1" y="11"/>
                  </ns1:cubicBezTo>
                  <ns1:cubicBezTo>
                    <ns1:pt x="1" y="12"/>
                    <ns1:pt x="1" y="12"/>
                    <ns1:pt x="2" y="12"/>
                  </ns1:cubicBezTo>
                  <ns1:cubicBezTo>
                    <ns1:pt x="2" y="12"/>
                    <ns1:pt x="3" y="12"/>
                    <ns1:pt x="3" y="11"/>
                  </ns1:cubicBezTo>
                  <ns1:cubicBezTo>
                    <ns1:pt x="11" y="4"/>
                    <ns1:pt x="21" y="5"/>
                    <ns1:pt x="29" y="8"/>
                  </ns1:cubicBezTo>
                  <ns1:cubicBezTo>
                    <ns1:pt x="30" y="8"/>
                    <ns1:pt x="31" y="8"/>
                    <ns1:pt x="32" y="7"/>
                  </ns1:cubicBezTo>
                  <ns1:cubicBezTo>
                    <ns1:pt x="32" y="6"/>
                    <ns1:pt x="32" y="4"/>
                    <ns1:pt x="31" y="4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251" name="Freeform 13"/>
            <ns0:cNvSpPr>
              <ns1:spLocks/>
            </ns0:cNvSpPr>
            <ns0:nvPr/>
          </ns0:nvSpPr>
          <ns0:spPr bwMode="auto">
            <ns1:xfrm>
              <ns1:off x="6213475" y="3232150"/>
              <ns1:ext cx="430213" cy="161925"/>
            </ns1:xfrm>
            <ns1:custGeom>
              <ns1:avLst/>
              <ns1:gdLst>
                <ns1:gd name="T0" fmla="*/ 31 w 32"/>
                <ns1:gd name="T1" fmla="*/ 5 h 12"/>
                <ns1:gd name="T2" fmla="*/ 1 w 32"/>
                <ns1:gd name="T3" fmla="*/ 9 h 12"/>
                <ns1:gd name="T4" fmla="*/ 1 w 32"/>
                <ns1:gd name="T5" fmla="*/ 12 h 12"/>
                <ns1:gd name="T6" fmla="*/ 2 w 32"/>
                <ns1:gd name="T7" fmla="*/ 12 h 12"/>
                <ns1:gd name="T8" fmla="*/ 3 w 32"/>
                <ns1:gd name="T9" fmla="*/ 12 h 12"/>
                <ns1:gd name="T10" fmla="*/ 29 w 32"/>
                <ns1:gd name="T11" fmla="*/ 8 h 12"/>
                <ns1:gd name="T12" fmla="*/ 32 w 32"/>
                <ns1:gd name="T13" fmla="*/ 7 h 12"/>
                <ns1:gd name="T14" fmla="*/ 31 w 32"/>
                <ns1:gd name="T15" fmla="*/ 5 h 12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</ns1:cxnLst>
              <ns1:rect l="0" t="0" r="r" b="b"/>
              <ns1:pathLst>
                <ns1:path w="32" h="12">
                  <ns1:moveTo>
                    <ns1:pt x="31" y="5"/>
                  </ns1:moveTo>
                  <ns1:cubicBezTo>
                    <ns1:pt x="22" y="1"/>
                    <ns1:pt x="9" y="0"/>
                    <ns1:pt x="1" y="9"/>
                  </ns1:cubicBezTo>
                  <ns1:cubicBezTo>
                    <ns1:pt x="0" y="10"/>
                    <ns1:pt x="0" y="11"/>
                    <ns1:pt x="1" y="12"/>
                  </ns1:cubicBezTo>
                  <ns1:cubicBezTo>
                    <ns1:pt x="1" y="12"/>
                    <ns1:pt x="1" y="12"/>
                    <ns1:pt x="2" y="12"/>
                  </ns1:cubicBezTo>
                  <ns1:cubicBezTo>
                    <ns1:pt x="2" y="12"/>
                    <ns1:pt x="3" y="12"/>
                    <ns1:pt x="3" y="12"/>
                  </ns1:cubicBezTo>
                  <ns1:cubicBezTo>
                    <ns1:pt x="11" y="5"/>
                    <ns1:pt x="21" y="5"/>
                    <ns1:pt x="29" y="8"/>
                  </ns1:cubicBezTo>
                  <ns1:cubicBezTo>
                    <ns1:pt x="30" y="9"/>
                    <ns1:pt x="31" y="8"/>
                    <ns1:pt x="32" y="7"/>
                  </ns1:cubicBezTo>
                  <ns1:cubicBezTo>
                    <ns1:pt x="32" y="6"/>
                    <ns1:pt x="32" y="5"/>
                    <ns1:pt x="31" y="5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252" name="Freeform 14"/>
            <ns0:cNvSpPr>
              <ns1:spLocks/>
            </ns0:cNvSpPr>
            <ns0:nvPr/>
          </ns0:nvSpPr>
          <ns0:spPr bwMode="auto">
            <ns1:xfrm>
              <ns1:off x="6213475" y="3394075"/>
              <ns1:ext cx="430213" cy="161925"/>
            </ns1:xfrm>
            <ns1:custGeom>
              <ns1:avLst/>
              <ns1:gdLst>
                <ns1:gd name="T0" fmla="*/ 31 w 32"/>
                <ns1:gd name="T1" fmla="*/ 4 h 12"/>
                <ns1:gd name="T2" fmla="*/ 1 w 32"/>
                <ns1:gd name="T3" fmla="*/ 9 h 12"/>
                <ns1:gd name="T4" fmla="*/ 1 w 32"/>
                <ns1:gd name="T5" fmla="*/ 11 h 12"/>
                <ns1:gd name="T6" fmla="*/ 2 w 32"/>
                <ns1:gd name="T7" fmla="*/ 12 h 12"/>
                <ns1:gd name="T8" fmla="*/ 3 w 32"/>
                <ns1:gd name="T9" fmla="*/ 11 h 12"/>
                <ns1:gd name="T10" fmla="*/ 29 w 32"/>
                <ns1:gd name="T11" fmla="*/ 8 h 12"/>
                <ns1:gd name="T12" fmla="*/ 32 w 32"/>
                <ns1:gd name="T13" fmla="*/ 7 h 12"/>
                <ns1:gd name="T14" fmla="*/ 31 w 32"/>
                <ns1:gd name="T15" fmla="*/ 4 h 12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</ns1:cxnLst>
              <ns1:rect l="0" t="0" r="r" b="b"/>
              <ns1:pathLst>
                <ns1:path w="32" h="12">
                  <ns1:moveTo>
                    <ns1:pt x="31" y="4"/>
                  </ns1:moveTo>
                  <ns1:cubicBezTo>
                    <ns1:pt x="22" y="1"/>
                    <ns1:pt x="9" y="0"/>
                    <ns1:pt x="1" y="9"/>
                  </ns1:cubicBezTo>
                  <ns1:cubicBezTo>
                    <ns1:pt x="0" y="9"/>
                    <ns1:pt x="0" y="11"/>
                    <ns1:pt x="1" y="11"/>
                  </ns1:cubicBezTo>
                  <ns1:cubicBezTo>
                    <ns1:pt x="1" y="12"/>
                    <ns1:pt x="1" y="12"/>
                    <ns1:pt x="2" y="12"/>
                  </ns1:cubicBezTo>
                  <ns1:cubicBezTo>
                    <ns1:pt x="2" y="12"/>
                    <ns1:pt x="3" y="12"/>
                    <ns1:pt x="3" y="11"/>
                  </ns1:cubicBezTo>
                  <ns1:cubicBezTo>
                    <ns1:pt x="11" y="4"/>
                    <ns1:pt x="21" y="5"/>
                    <ns1:pt x="29" y="8"/>
                  </ns1:cubicBezTo>
                  <ns1:cubicBezTo>
                    <ns1:pt x="30" y="8"/>
                    <ns1:pt x="31" y="8"/>
                    <ns1:pt x="32" y="7"/>
                  </ns1:cubicBezTo>
                  <ns1:cubicBezTo>
                    <ns1:pt x="32" y="6"/>
                    <ns1:pt x="32" y="4"/>
                    <ns1:pt x="31" y="4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</ns0:grpSp>
      <ns0:grpSp>
        <ns0:nvGrpSpPr>
          <ns0:cNvPr id="253" name="Group 252"/>
          <ns0:cNvGrpSpPr/>
          <ns0:nvPr/>
        </ns0:nvGrpSpPr>
        <ns0:grpSpPr>
          <ns1:xfrm>
            <ns1:off x="11417691" y="4427053"/>
            <ns1:ext cx="432364" cy="330459"/>
            <ns1:chOff x="5516563" y="84138"/>
            <ns1:chExt cx="1414463" cy="1081087"/>
          </ns1:xfrm>
          <ns1:solidFill>
            <ns1:schemeClr val="tx1"/>
          </ns1:solidFill>
        </ns0:grpSpPr>
        <ns0:sp>
          <ns0:nvSpPr>
            <ns0:cNvPr id="254" name="Freeform 13"/>
            <ns0:cNvSpPr>
              <ns1:spLocks noEditPoints="1"/>
            </ns0:cNvSpPr>
            <ns0:nvPr/>
          </ns0:nvSpPr>
          <ns0:spPr bwMode="auto">
            <ns1:xfrm>
              <ns1:off x="5688013" y="249238"/>
              <ns1:ext cx="896938" cy="698500"/>
            </ns1:xfrm>
            <ns1:custGeom>
              <ns1:avLst/>
              <ns1:gdLst>
                <ns1:gd name="T0" fmla="*/ 214 w 239"/>
                <ns1:gd name="T1" fmla="*/ 9 h 186"/>
                <ns1:gd name="T2" fmla="*/ 120 w 239"/>
                <ns1:gd name="T3" fmla="*/ 0 h 186"/>
                <ns1:gd name="T4" fmla="*/ 26 w 239"/>
                <ns1:gd name="T5" fmla="*/ 9 h 186"/>
                <ns1:gd name="T6" fmla="*/ 17 w 239"/>
                <ns1:gd name="T7" fmla="*/ 17 h 186"/>
                <ns1:gd name="T8" fmla="*/ 17 w 239"/>
                <ns1:gd name="T9" fmla="*/ 169 h 186"/>
                <ns1:gd name="T10" fmla="*/ 26 w 239"/>
                <ns1:gd name="T11" fmla="*/ 177 h 186"/>
                <ns1:gd name="T12" fmla="*/ 120 w 239"/>
                <ns1:gd name="T13" fmla="*/ 186 h 186"/>
                <ns1:gd name="T14" fmla="*/ 214 w 239"/>
                <ns1:gd name="T15" fmla="*/ 177 h 186"/>
                <ns1:gd name="T16" fmla="*/ 222 w 239"/>
                <ns1:gd name="T17" fmla="*/ 169 h 186"/>
                <ns1:gd name="T18" fmla="*/ 222 w 239"/>
                <ns1:gd name="T19" fmla="*/ 17 h 186"/>
                <ns1:gd name="T20" fmla="*/ 214 w 239"/>
                <ns1:gd name="T21" fmla="*/ 9 h 186"/>
                <ns1:gd name="T22" fmla="*/ 211 w 239"/>
                <ns1:gd name="T23" fmla="*/ 165 h 186"/>
                <ns1:gd name="T24" fmla="*/ 28 w 239"/>
                <ns1:gd name="T25" fmla="*/ 165 h 186"/>
                <ns1:gd name="T26" fmla="*/ 28 w 239"/>
                <ns1:gd name="T27" fmla="*/ 21 h 186"/>
                <ns1:gd name="T28" fmla="*/ 211 w 239"/>
                <ns1:gd name="T29" fmla="*/ 21 h 186"/>
                <ns1:gd name="T30" fmla="*/ 211 w 239"/>
                <ns1:gd name="T31" fmla="*/ 165 h 186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  <ns1:cxn ang="0">
                  <ns1:pos x="T30" y="T31"/>
                </ns1:cxn>
              </ns1:cxnLst>
              <ns1:rect l="0" t="0" r="r" b="b"/>
              <ns1:pathLst>
                <ns1:path w="239" h="186">
                  <ns1:moveTo>
                    <ns1:pt x="214" y="9"/>
                  </ns1:moveTo>
                  <ns1:cubicBezTo>
                    <ns1:pt x="182" y="3"/>
                    <ns1:pt x="151" y="0"/>
                    <ns1:pt x="120" y="0"/>
                  </ns1:cubicBezTo>
                  <ns1:cubicBezTo>
                    <ns1:pt x="88" y="0"/>
                    <ns1:pt x="57" y="3"/>
                    <ns1:pt x="26" y="9"/>
                  </ns1:cubicBezTo>
                  <ns1:cubicBezTo>
                    <ns1:pt x="22" y="10"/>
                    <ns1:pt x="18" y="13"/>
                    <ns1:pt x="17" y="17"/>
                  </ns1:cubicBezTo>
                  <ns1:cubicBezTo>
                    <ns1:pt x="0" y="67"/>
                    <ns1:pt x="0" y="118"/>
                    <ns1:pt x="17" y="169"/>
                  </ns1:cubicBezTo>
                  <ns1:cubicBezTo>
                    <ns1:pt x="18" y="173"/>
                    <ns1:pt x="22" y="176"/>
                    <ns1:pt x="26" y="177"/>
                  </ns1:cubicBezTo>
                  <ns1:cubicBezTo>
                    <ns1:pt x="57" y="183"/>
                    <ns1:pt x="88" y="186"/>
                    <ns1:pt x="120" y="186"/>
                  </ns1:cubicBezTo>
                  <ns1:cubicBezTo>
                    <ns1:pt x="151" y="186"/>
                    <ns1:pt x="182" y="183"/>
                    <ns1:pt x="214" y="177"/>
                  </ns1:cubicBezTo>
                  <ns1:cubicBezTo>
                    <ns1:pt x="218" y="176"/>
                    <ns1:pt x="221" y="173"/>
                    <ns1:pt x="222" y="169"/>
                  </ns1:cubicBezTo>
                  <ns1:cubicBezTo>
                    <ns1:pt x="239" y="118"/>
                    <ns1:pt x="239" y="67"/>
                    <ns1:pt x="222" y="17"/>
                  </ns1:cubicBezTo>
                  <ns1:cubicBezTo>
                    <ns1:pt x="221" y="13"/>
                    <ns1:pt x="218" y="10"/>
                    <ns1:pt x="214" y="9"/>
                  </ns1:cubicBezTo>
                  <ns1:close/>
                  <ns1:moveTo>
                    <ns1:pt x="211" y="165"/>
                  </ns1:moveTo>
                  <ns1:cubicBezTo>
                    <ns1:pt x="150" y="178"/>
                    <ns1:pt x="89" y="178"/>
                    <ns1:pt x="28" y="165"/>
                  </ns1:cubicBezTo>
                  <ns1:cubicBezTo>
                    <ns1:pt x="12" y="117"/>
                    <ns1:pt x="12" y="69"/>
                    <ns1:pt x="28" y="21"/>
                  </ns1:cubicBezTo>
                  <ns1:cubicBezTo>
                    <ns1:pt x="89" y="8"/>
                    <ns1:pt x="150" y="8"/>
                    <ns1:pt x="211" y="21"/>
                  </ns1:cubicBezTo>
                  <ns1:cubicBezTo>
                    <ns1:pt x="227" y="69"/>
                    <ns1:pt x="227" y="117"/>
                    <ns1:pt x="211" y="165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255" name="Freeform 14"/>
            <ns0:cNvSpPr>
              <ns1:spLocks noEditPoints="1"/>
            </ns0:cNvSpPr>
            <ns0:nvPr/>
          </ns0:nvSpPr>
          <ns0:spPr bwMode="auto">
            <ns1:xfrm>
              <ns1:off x="5516563" y="84138"/>
              <ns1:ext cx="1414463" cy="1081087"/>
            </ns1:xfrm>
            <ns1:custGeom>
              <ns1:avLst/>
              <ns1:gdLst>
                <ns1:gd name="T0" fmla="*/ 359 w 377"/>
                <ns1:gd name="T1" fmla="*/ 27 h 288"/>
                <ns1:gd name="T2" fmla="*/ 340 w 377"/>
                <ns1:gd name="T3" fmla="*/ 9 h 288"/>
                <ns1:gd name="T4" fmla="*/ 189 w 377"/>
                <ns1:gd name="T5" fmla="*/ 0 h 288"/>
                <ns1:gd name="T6" fmla="*/ 37 w 377"/>
                <ns1:gd name="T7" fmla="*/ 9 h 288"/>
                <ns1:gd name="T8" fmla="*/ 18 w 377"/>
                <ns1:gd name="T9" fmla="*/ 27 h 288"/>
                <ns1:gd name="T10" fmla="*/ 18 w 377"/>
                <ns1:gd name="T11" fmla="*/ 250 h 288"/>
                <ns1:gd name="T12" fmla="*/ 37 w 377"/>
                <ns1:gd name="T13" fmla="*/ 267 h 288"/>
                <ns1:gd name="T14" fmla="*/ 110 w 377"/>
                <ns1:gd name="T15" fmla="*/ 274 h 288"/>
                <ns1:gd name="T16" fmla="*/ 108 w 377"/>
                <ns1:gd name="T17" fmla="*/ 276 h 288"/>
                <ns1:gd name="T18" fmla="*/ 189 w 377"/>
                <ns1:gd name="T19" fmla="*/ 288 h 288"/>
                <ns1:gd name="T20" fmla="*/ 269 w 377"/>
                <ns1:gd name="T21" fmla="*/ 276 h 288"/>
                <ns1:gd name="T22" fmla="*/ 267 w 377"/>
                <ns1:gd name="T23" fmla="*/ 274 h 288"/>
                <ns1:gd name="T24" fmla="*/ 340 w 377"/>
                <ns1:gd name="T25" fmla="*/ 267 h 288"/>
                <ns1:gd name="T26" fmla="*/ 359 w 377"/>
                <ns1:gd name="T27" fmla="*/ 250 h 288"/>
                <ns1:gd name="T28" fmla="*/ 359 w 377"/>
                <ns1:gd name="T29" fmla="*/ 27 h 288"/>
                <ns1:gd name="T30" fmla="*/ 337 w 377"/>
                <ns1:gd name="T31" fmla="*/ 244 h 288"/>
                <ns1:gd name="T32" fmla="*/ 40 w 377"/>
                <ns1:gd name="T33" fmla="*/ 244 h 288"/>
                <ns1:gd name="T34" fmla="*/ 40 w 377"/>
                <ns1:gd name="T35" fmla="*/ 32 h 288"/>
                <ns1:gd name="T36" fmla="*/ 337 w 377"/>
                <ns1:gd name="T37" fmla="*/ 32 h 288"/>
                <ns1:gd name="T38" fmla="*/ 337 w 377"/>
                <ns1:gd name="T39" fmla="*/ 244 h 288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  <ns1:cxn ang="0">
                  <ns1:pos x="T30" y="T31"/>
                </ns1:cxn>
                <ns1:cxn ang="0">
                  <ns1:pos x="T32" y="T33"/>
                </ns1:cxn>
                <ns1:cxn ang="0">
                  <ns1:pos x="T34" y="T35"/>
                </ns1:cxn>
                <ns1:cxn ang="0">
                  <ns1:pos x="T36" y="T37"/>
                </ns1:cxn>
                <ns1:cxn ang="0">
                  <ns1:pos x="T38" y="T39"/>
                </ns1:cxn>
              </ns1:cxnLst>
              <ns1:rect l="0" t="0" r="r" b="b"/>
              <ns1:pathLst>
                <ns1:path w="377" h="288">
                  <ns1:moveTo>
                    <ns1:pt x="359" y="27"/>
                  </ns1:moveTo>
                  <ns1:cubicBezTo>
                    <ns1:pt x="357" y="17"/>
                    <ns1:pt x="349" y="10"/>
                    <ns1:pt x="340" y="9"/>
                  </ns1:cubicBezTo>
                  <ns1:cubicBezTo>
                    <ns1:pt x="290" y="3"/>
                    <ns1:pt x="239" y="0"/>
                    <ns1:pt x="189" y="0"/>
                  </ns1:cubicBezTo>
                  <ns1:cubicBezTo>
                    <ns1:pt x="138" y="0"/>
                    <ns1:pt x="87" y="3"/>
                    <ns1:pt x="37" y="9"/>
                  </ns1:cubicBezTo>
                  <ns1:cubicBezTo>
                    <ns1:pt x="28" y="10"/>
                    <ns1:pt x="20" y="17"/>
                    <ns1:pt x="18" y="27"/>
                  </ns1:cubicBezTo>
                  <ns1:cubicBezTo>
                    <ns1:pt x="0" y="101"/>
                    <ns1:pt x="0" y="176"/>
                    <ns1:pt x="18" y="250"/>
                  </ns1:cubicBezTo>
                  <ns1:cubicBezTo>
                    <ns1:pt x="20" y="259"/>
                    <ns1:pt x="28" y="266"/>
                    <ns1:pt x="37" y="267"/>
                  </ns1:cubicBezTo>
                  <ns1:cubicBezTo>
                    <ns1:pt x="61" y="270"/>
                    <ns1:pt x="86" y="272"/>
                    <ns1:pt x="110" y="274"/>
                  </ns1:cubicBezTo>
                  <ns1:cubicBezTo>
                    <ns1:pt x="109" y="275"/>
                    <ns1:pt x="108" y="275"/>
                    <ns1:pt x="108" y="276"/>
                  </ns1:cubicBezTo>
                  <ns1:cubicBezTo>
                    <ns1:pt x="108" y="283"/>
                    <ns1:pt x="144" y="288"/>
                    <ns1:pt x="189" y="288"/>
                  </ns1:cubicBezTo>
                  <ns1:cubicBezTo>
                    <ns1:pt x="233" y="288"/>
                    <ns1:pt x="269" y="283"/>
                    <ns1:pt x="269" y="276"/>
                  </ns1:cubicBezTo>
                  <ns1:cubicBezTo>
                    <ns1:pt x="269" y="275"/>
                    <ns1:pt x="268" y="275"/>
                    <ns1:pt x="267" y="274"/>
                  </ns1:cubicBezTo>
                  <ns1:cubicBezTo>
                    <ns1:pt x="291" y="272"/>
                    <ns1:pt x="316" y="270"/>
                    <ns1:pt x="340" y="267"/>
                  </ns1:cubicBezTo>
                  <ns1:cubicBezTo>
                    <ns1:pt x="349" y="266"/>
                    <ns1:pt x="357" y="259"/>
                    <ns1:pt x="359" y="250"/>
                  </ns1:cubicBezTo>
                  <ns1:cubicBezTo>
                    <ns1:pt x="377" y="176"/>
                    <ns1:pt x="377" y="101"/>
                    <ns1:pt x="359" y="27"/>
                  </ns1:cubicBezTo>
                  <ns1:close/>
                  <ns1:moveTo>
                    <ns1:pt x="337" y="244"/>
                  </ns1:moveTo>
                  <ns1:cubicBezTo>
                    <ns1:pt x="238" y="256"/>
                    <ns1:pt x="139" y="256"/>
                    <ns1:pt x="40" y="244"/>
                  </ns1:cubicBezTo>
                  <ns1:cubicBezTo>
                    <ns1:pt x="23" y="174"/>
                    <ns1:pt x="23" y="103"/>
                    <ns1:pt x="40" y="32"/>
                  </ns1:cubicBezTo>
                  <ns1:cubicBezTo>
                    <ns1:pt x="139" y="20"/>
                    <ns1:pt x="238" y="20"/>
                    <ns1:pt x="337" y="32"/>
                  </ns1:cubicBezTo>
                  <ns1:cubicBezTo>
                    <ns1:pt x="354" y="103"/>
                    <ns1:pt x="354" y="174"/>
                    <ns1:pt x="337" y="244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256" name="Freeform 15"/>
            <ns0:cNvSpPr>
              <ns1:spLocks noEditPoints="1"/>
            </ns0:cNvSpPr>
            <ns0:nvPr/>
          </ns0:nvSpPr>
          <ns0:spPr bwMode="auto">
            <ns1:xfrm>
              <ns1:off x="6611938" y="301625"/>
              <ns1:ext cx="131763" cy="128587"/>
            </ns1:xfrm>
            <ns1:custGeom>
              <ns1:avLst/>
              <ns1:gdLst>
                <ns1:gd name="T0" fmla="*/ 17 w 35"/>
                <ns1:gd name="T1" fmla="*/ 34 h 34"/>
                <ns1:gd name="T2" fmla="*/ 35 w 35"/>
                <ns1:gd name="T3" fmla="*/ 17 h 34"/>
                <ns1:gd name="T4" fmla="*/ 17 w 35"/>
                <ns1:gd name="T5" fmla="*/ 0 h 34"/>
                <ns1:gd name="T6" fmla="*/ 0 w 35"/>
                <ns1:gd name="T7" fmla="*/ 17 h 34"/>
                <ns1:gd name="T8" fmla="*/ 17 w 35"/>
                <ns1:gd name="T9" fmla="*/ 34 h 34"/>
                <ns1:gd name="T10" fmla="*/ 17 w 35"/>
                <ns1:gd name="T11" fmla="*/ 11 h 34"/>
                <ns1:gd name="T12" fmla="*/ 23 w 35"/>
                <ns1:gd name="T13" fmla="*/ 17 h 34"/>
                <ns1:gd name="T14" fmla="*/ 17 w 35"/>
                <ns1:gd name="T15" fmla="*/ 23 h 34"/>
                <ns1:gd name="T16" fmla="*/ 12 w 35"/>
                <ns1:gd name="T17" fmla="*/ 17 h 34"/>
                <ns1:gd name="T18" fmla="*/ 17 w 35"/>
                <ns1:gd name="T19" fmla="*/ 11 h 34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</ns1:cxnLst>
              <ns1:rect l="0" t="0" r="r" b="b"/>
              <ns1:pathLst>
                <ns1:path w="35" h="34">
                  <ns1:moveTo>
                    <ns1:pt x="17" y="34"/>
                  </ns1:moveTo>
                  <ns1:cubicBezTo>
                    <ns1:pt x="27" y="34"/>
                    <ns1:pt x="35" y="26"/>
                    <ns1:pt x="35" y="17"/>
                  </ns1:cubicBezTo>
                  <ns1:cubicBezTo>
                    <ns1:pt x="35" y="7"/>
                    <ns1:pt x="27" y="0"/>
                    <ns1:pt x="17" y="0"/>
                  </ns1:cubicBezTo>
                  <ns1:cubicBezTo>
                    <ns1:pt x="8" y="0"/>
                    <ns1:pt x="0" y="7"/>
                    <ns1:pt x="0" y="17"/>
                  </ns1:cubicBezTo>
                  <ns1:cubicBezTo>
                    <ns1:pt x="0" y="26"/>
                    <ns1:pt x="8" y="34"/>
                    <ns1:pt x="17" y="34"/>
                  </ns1:cubicBezTo>
                  <ns1:close/>
                  <ns1:moveTo>
                    <ns1:pt x="17" y="11"/>
                  </ns1:moveTo>
                  <ns1:cubicBezTo>
                    <ns1:pt x="21" y="11"/>
                    <ns1:pt x="23" y="14"/>
                    <ns1:pt x="23" y="17"/>
                  </ns1:cubicBezTo>
                  <ns1:cubicBezTo>
                    <ns1:pt x="23" y="20"/>
                    <ns1:pt x="21" y="23"/>
                    <ns1:pt x="17" y="23"/>
                  </ns1:cubicBezTo>
                  <ns1:cubicBezTo>
                    <ns1:pt x="14" y="23"/>
                    <ns1:pt x="12" y="20"/>
                    <ns1:pt x="12" y="17"/>
                  </ns1:cubicBezTo>
                  <ns1:cubicBezTo>
                    <ns1:pt x="12" y="14"/>
                    <ns1:pt x="14" y="11"/>
                    <ns1:pt x="17" y="11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257" name="Freeform 16"/>
            <ns0:cNvSpPr>
              <ns1:spLocks/>
            </ns0:cNvSpPr>
            <ns0:nvPr/>
          </ns0:nvSpPr>
          <ns0:spPr bwMode="auto">
            <ns1:xfrm>
              <ns1:off x="6570663" y="860425"/>
              <ns1:ext cx="173038" cy="46037"/>
            </ns1:xfrm>
            <ns1:custGeom>
              <ns1:avLst/>
              <ns1:gdLst>
                <ns1:gd name="T0" fmla="*/ 40 w 46"/>
                <ns1:gd name="T1" fmla="*/ 0 h 12"/>
                <ns1:gd name="T2" fmla="*/ 5 w 46"/>
                <ns1:gd name="T3" fmla="*/ 0 h 12"/>
                <ns1:gd name="T4" fmla="*/ 0 w 46"/>
                <ns1:gd name="T5" fmla="*/ 6 h 12"/>
                <ns1:gd name="T6" fmla="*/ 5 w 46"/>
                <ns1:gd name="T7" fmla="*/ 12 h 12"/>
                <ns1:gd name="T8" fmla="*/ 40 w 46"/>
                <ns1:gd name="T9" fmla="*/ 12 h 12"/>
                <ns1:gd name="T10" fmla="*/ 46 w 46"/>
                <ns1:gd name="T11" fmla="*/ 6 h 12"/>
                <ns1:gd name="T12" fmla="*/ 40 w 46"/>
                <ns1:gd name="T13" fmla="*/ 0 h 12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</ns1:cxnLst>
              <ns1:rect l="0" t="0" r="r" b="b"/>
              <ns1:pathLst>
                <ns1:path w="46" h="12">
                  <ns1:moveTo>
                    <ns1:pt x="40" y="0"/>
                  </ns1:moveTo>
                  <ns1:cubicBezTo>
                    <ns1:pt x="5" y="0"/>
                    <ns1:pt x="5" y="0"/>
                    <ns1:pt x="5" y="0"/>
                  </ns1:cubicBezTo>
                  <ns1:cubicBezTo>
                    <ns1:pt x="2" y="0"/>
                    <ns1:pt x="0" y="3"/>
                    <ns1:pt x="0" y="6"/>
                  </ns1:cubicBezTo>
                  <ns1:cubicBezTo>
                    <ns1:pt x="0" y="9"/>
                    <ns1:pt x="2" y="12"/>
                    <ns1:pt x="5" y="12"/>
                  </ns1:cubicBezTo>
                  <ns1:cubicBezTo>
                    <ns1:pt x="40" y="12"/>
                    <ns1:pt x="40" y="12"/>
                    <ns1:pt x="40" y="12"/>
                  </ns1:cubicBezTo>
                  <ns1:cubicBezTo>
                    <ns1:pt x="43" y="12"/>
                    <ns1:pt x="46" y="9"/>
                    <ns1:pt x="46" y="6"/>
                  </ns1:cubicBezTo>
                  <ns1:cubicBezTo>
                    <ns1:pt x="46" y="3"/>
                    <ns1:pt x="43" y="0"/>
                    <ns1:pt x="40" y="0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258" name="Freeform 17"/>
            <ns0:cNvSpPr>
              <ns1:spLocks/>
            </ns0:cNvSpPr>
            <ns0:nvPr/>
          </ns0:nvSpPr>
          <ns0:spPr bwMode="auto">
            <ns1:xfrm>
              <ns1:off x="6611938" y="733425"/>
              <ns1:ext cx="173038" cy="41275"/>
            </ns1:xfrm>
            <ns1:custGeom>
              <ns1:avLst/>
              <ns1:gdLst>
                <ns1:gd name="T0" fmla="*/ 40 w 46"/>
                <ns1:gd name="T1" fmla="*/ 0 h 11"/>
                <ns1:gd name="T2" fmla="*/ 6 w 46"/>
                <ns1:gd name="T3" fmla="*/ 0 h 11"/>
                <ns1:gd name="T4" fmla="*/ 0 w 46"/>
                <ns1:gd name="T5" fmla="*/ 5 h 11"/>
                <ns1:gd name="T6" fmla="*/ 6 w 46"/>
                <ns1:gd name="T7" fmla="*/ 11 h 11"/>
                <ns1:gd name="T8" fmla="*/ 40 w 46"/>
                <ns1:gd name="T9" fmla="*/ 11 h 11"/>
                <ns1:gd name="T10" fmla="*/ 46 w 46"/>
                <ns1:gd name="T11" fmla="*/ 5 h 11"/>
                <ns1:gd name="T12" fmla="*/ 40 w 46"/>
                <ns1:gd name="T13" fmla="*/ 0 h 11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</ns1:cxnLst>
              <ns1:rect l="0" t="0" r="r" b="b"/>
              <ns1:pathLst>
                <ns1:path w="46" h="11">
                  <ns1:moveTo>
                    <ns1:pt x="40" y="0"/>
                  </ns1:moveTo>
                  <ns1:cubicBezTo>
                    <ns1:pt x="6" y="0"/>
                    <ns1:pt x="6" y="0"/>
                    <ns1:pt x="6" y="0"/>
                  </ns1:cubicBezTo>
                  <ns1:cubicBezTo>
                    <ns1:pt x="3" y="0"/>
                    <ns1:pt x="0" y="2"/>
                    <ns1:pt x="0" y="5"/>
                  </ns1:cubicBezTo>
                  <ns1:cubicBezTo>
                    <ns1:pt x="0" y="9"/>
                    <ns1:pt x="3" y="11"/>
                    <ns1:pt x="6" y="11"/>
                  </ns1:cubicBezTo>
                  <ns1:cubicBezTo>
                    <ns1:pt x="40" y="11"/>
                    <ns1:pt x="40" y="11"/>
                    <ns1:pt x="40" y="11"/>
                  </ns1:cubicBezTo>
                  <ns1:cubicBezTo>
                    <ns1:pt x="44" y="11"/>
                    <ns1:pt x="46" y="9"/>
                    <ns1:pt x="46" y="5"/>
                  </ns1:cubicBezTo>
                  <ns1:cubicBezTo>
                    <ns1:pt x="46" y="2"/>
                    <ns1:pt x="44" y="0"/>
                    <ns1:pt x="40" y="0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259" name="Freeform 18"/>
            <ns0:cNvSpPr>
              <ns1:spLocks/>
            </ns0:cNvSpPr>
            <ns0:nvPr/>
          </ns0:nvSpPr>
          <ns0:spPr bwMode="auto">
            <ns1:xfrm>
              <ns1:off x="6611938" y="601663"/>
              <ns1:ext cx="173038" cy="46037"/>
            </ns1:xfrm>
            <ns1:custGeom>
              <ns1:avLst/>
              <ns1:gdLst>
                <ns1:gd name="T0" fmla="*/ 40 w 46"/>
                <ns1:gd name="T1" fmla="*/ 0 h 12"/>
                <ns1:gd name="T2" fmla="*/ 6 w 46"/>
                <ns1:gd name="T3" fmla="*/ 0 h 12"/>
                <ns1:gd name="T4" fmla="*/ 0 w 46"/>
                <ns1:gd name="T5" fmla="*/ 6 h 12"/>
                <ns1:gd name="T6" fmla="*/ 6 w 46"/>
                <ns1:gd name="T7" fmla="*/ 12 h 12"/>
                <ns1:gd name="T8" fmla="*/ 40 w 46"/>
                <ns1:gd name="T9" fmla="*/ 12 h 12"/>
                <ns1:gd name="T10" fmla="*/ 46 w 46"/>
                <ns1:gd name="T11" fmla="*/ 6 h 12"/>
                <ns1:gd name="T12" fmla="*/ 40 w 46"/>
                <ns1:gd name="T13" fmla="*/ 0 h 12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</ns1:cxnLst>
              <ns1:rect l="0" t="0" r="r" b="b"/>
              <ns1:pathLst>
                <ns1:path w="46" h="12">
                  <ns1:moveTo>
                    <ns1:pt x="40" y="0"/>
                  </ns1:moveTo>
                  <ns1:cubicBezTo>
                    <ns1:pt x="6" y="0"/>
                    <ns1:pt x="6" y="0"/>
                    <ns1:pt x="6" y="0"/>
                  </ns1:cubicBezTo>
                  <ns1:cubicBezTo>
                    <ns1:pt x="3" y="0"/>
                    <ns1:pt x="0" y="3"/>
                    <ns1:pt x="0" y="6"/>
                  </ns1:cubicBezTo>
                  <ns1:cubicBezTo>
                    <ns1:pt x="0" y="9"/>
                    <ns1:pt x="3" y="12"/>
                    <ns1:pt x="6" y="12"/>
                  </ns1:cubicBezTo>
                  <ns1:cubicBezTo>
                    <ns1:pt x="40" y="12"/>
                    <ns1:pt x="40" y="12"/>
                    <ns1:pt x="40" y="12"/>
                  </ns1:cubicBezTo>
                  <ns1:cubicBezTo>
                    <ns1:pt x="44" y="12"/>
                    <ns1:pt x="46" y="9"/>
                    <ns1:pt x="46" y="6"/>
                  </ns1:cubicBezTo>
                  <ns1:cubicBezTo>
                    <ns1:pt x="46" y="3"/>
                    <ns1:pt x="44" y="0"/>
                    <ns1:pt x="40" y="0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260" name="Freeform 19"/>
            <ns0:cNvSpPr>
              <ns1:spLocks/>
            </ns0:cNvSpPr>
            <ns0:nvPr/>
          </ns0:nvSpPr>
          <ns0:spPr bwMode="auto">
            <ns1:xfrm>
              <ns1:off x="5880100" y="422275"/>
              <ns1:ext cx="258763" cy="179387"/>
            </ns1:xfrm>
            <ns1:custGeom>
              <ns1:avLst/>
              <ns1:gdLst>
                <ns1:gd name="T0" fmla="*/ 63 w 69"/>
                <ns1:gd name="T1" fmla="*/ 0 h 48"/>
                <ns1:gd name="T2" fmla="*/ 10 w 69"/>
                <ns1:gd name="T3" fmla="*/ 4 h 48"/>
                <ns1:gd name="T4" fmla="*/ 3 w 69"/>
                <ns1:gd name="T5" fmla="*/ 10 h 48"/>
                <ns1:gd name="T6" fmla="*/ 0 w 69"/>
                <ns1:gd name="T7" fmla="*/ 42 h 48"/>
                <ns1:gd name="T8" fmla="*/ 5 w 69"/>
                <ns1:gd name="T9" fmla="*/ 48 h 48"/>
                <ns1:gd name="T10" fmla="*/ 11 w 69"/>
                <ns1:gd name="T11" fmla="*/ 42 h 48"/>
                <ns1:gd name="T12" fmla="*/ 13 w 69"/>
                <ns1:gd name="T13" fmla="*/ 21 h 48"/>
                <ns1:gd name="T14" fmla="*/ 20 w 69"/>
                <ns1:gd name="T15" fmla="*/ 14 h 48"/>
                <ns1:gd name="T16" fmla="*/ 63 w 69"/>
                <ns1:gd name="T17" fmla="*/ 11 h 48"/>
                <ns1:gd name="T18" fmla="*/ 69 w 69"/>
                <ns1:gd name="T19" fmla="*/ 5 h 48"/>
                <ns1:gd name="T20" fmla="*/ 63 w 69"/>
                <ns1:gd name="T21" fmla="*/ 0 h 48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</ns1:cxnLst>
              <ns1:rect l="0" t="0" r="r" b="b"/>
              <ns1:pathLst>
                <ns1:path w="69" h="48">
                  <ns1:moveTo>
                    <ns1:pt x="63" y="0"/>
                  </ns1:moveTo>
                  <ns1:cubicBezTo>
                    <ns1:pt x="10" y="4"/>
                    <ns1:pt x="10" y="4"/>
                    <ns1:pt x="10" y="4"/>
                  </ns1:cubicBezTo>
                  <ns1:cubicBezTo>
                    <ns1:pt x="7" y="4"/>
                    <ns1:pt x="4" y="7"/>
                    <ns1:pt x="3" y="10"/>
                  </ns1:cubicBezTo>
                  <ns1:cubicBezTo>
                    <ns1:pt x="0" y="42"/>
                    <ns1:pt x="0" y="42"/>
                    <ns1:pt x="0" y="42"/>
                  </ns1:cubicBezTo>
                  <ns1:cubicBezTo>
                    <ns1:pt x="0" y="46"/>
                    <ns1:pt x="2" y="48"/>
                    <ns1:pt x="5" y="48"/>
                  </ns1:cubicBezTo>
                  <ns1:cubicBezTo>
                    <ns1:pt x="8" y="48"/>
                    <ns1:pt x="11" y="46"/>
                    <ns1:pt x="11" y="42"/>
                  </ns1:cubicBezTo>
                  <ns1:cubicBezTo>
                    <ns1:pt x="13" y="21"/>
                    <ns1:pt x="13" y="21"/>
                    <ns1:pt x="13" y="21"/>
                  </ns1:cubicBezTo>
                  <ns1:cubicBezTo>
                    <ns1:pt x="14" y="17"/>
                    <ns1:pt x="16" y="15"/>
                    <ns1:pt x="20" y="14"/>
                  </ns1:cubicBezTo>
                  <ns1:cubicBezTo>
                    <ns1:pt x="63" y="11"/>
                    <ns1:pt x="63" y="11"/>
                    <ns1:pt x="63" y="11"/>
                  </ns1:cubicBezTo>
                  <ns1:cubicBezTo>
                    <ns1:pt x="66" y="11"/>
                    <ns1:pt x="69" y="9"/>
                    <ns1:pt x="69" y="5"/>
                  </ns1:cubicBezTo>
                  <ns1:cubicBezTo>
                    <ns1:pt x="69" y="2"/>
                    <ns1:pt x="66" y="0"/>
                    <ns1:pt x="63" y="0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</ns0:grpSp>
      <ns0:grpSp>
        <ns0:nvGrpSpPr>
          <ns0:cNvPr id="261" name="Group 260"/>
          <ns0:cNvGrpSpPr/>
          <ns0:nvPr/>
        </ns0:nvGrpSpPr>
        <ns0:grpSpPr>
          <ns1:xfrm>
            <ns1:off x="6475662" y="4377211"/>
            <ns1:ext cx="323770" cy="345619"/>
            <ns1:chOff x="8342313" y="10972800"/>
            <ns1:chExt cx="1293813" cy="1381125"/>
          </ns1:xfrm>
          <ns1:solidFill>
            <ns1:schemeClr val="tx1"/>
          </ns1:solidFill>
        </ns0:grpSpPr>
        <ns0:sp>
          <ns0:nvSpPr>
            <ns0:cNvPr id="262" name="Freeform 5"/>
            <ns0:cNvSpPr>
              <ns1:spLocks noEditPoints="1"/>
            </ns0:cNvSpPr>
            <ns0:nvPr/>
          </ns0:nvSpPr>
          <ns0:spPr bwMode="auto">
            <ns1:xfrm>
              <ns1:off x="8342313" y="10972800"/>
              <ns1:ext cx="1293813" cy="1381125"/>
            </ns1:xfrm>
            <ns1:custGeom>
              <ns1:avLst/>
              <ns1:gdLst>
                <ns1:gd name="T0" fmla="*/ 299 w 345"/>
                <ns1:gd name="T1" fmla="*/ 0 h 368"/>
                <ns1:gd name="T2" fmla="*/ 46 w 345"/>
                <ns1:gd name="T3" fmla="*/ 0 h 368"/>
                <ns1:gd name="T4" fmla="*/ 0 w 345"/>
                <ns1:gd name="T5" fmla="*/ 46 h 368"/>
                <ns1:gd name="T6" fmla="*/ 0 w 345"/>
                <ns1:gd name="T7" fmla="*/ 322 h 368"/>
                <ns1:gd name="T8" fmla="*/ 46 w 345"/>
                <ns1:gd name="T9" fmla="*/ 368 h 368"/>
                <ns1:gd name="T10" fmla="*/ 299 w 345"/>
                <ns1:gd name="T11" fmla="*/ 368 h 368"/>
                <ns1:gd name="T12" fmla="*/ 345 w 345"/>
                <ns1:gd name="T13" fmla="*/ 322 h 368"/>
                <ns1:gd name="T14" fmla="*/ 345 w 345"/>
                <ns1:gd name="T15" fmla="*/ 46 h 368"/>
                <ns1:gd name="T16" fmla="*/ 299 w 345"/>
                <ns1:gd name="T17" fmla="*/ 0 h 368"/>
                <ns1:gd name="T18" fmla="*/ 322 w 345"/>
                <ns1:gd name="T19" fmla="*/ 322 h 368"/>
                <ns1:gd name="T20" fmla="*/ 299 w 345"/>
                <ns1:gd name="T21" fmla="*/ 345 h 368"/>
                <ns1:gd name="T22" fmla="*/ 46 w 345"/>
                <ns1:gd name="T23" fmla="*/ 345 h 368"/>
                <ns1:gd name="T24" fmla="*/ 23 w 345"/>
                <ns1:gd name="T25" fmla="*/ 322 h 368"/>
                <ns1:gd name="T26" fmla="*/ 23 w 345"/>
                <ns1:gd name="T27" fmla="*/ 46 h 368"/>
                <ns1:gd name="T28" fmla="*/ 46 w 345"/>
                <ns1:gd name="T29" fmla="*/ 23 h 368"/>
                <ns1:gd name="T30" fmla="*/ 299 w 345"/>
                <ns1:gd name="T31" fmla="*/ 23 h 368"/>
                <ns1:gd name="T32" fmla="*/ 322 w 345"/>
                <ns1:gd name="T33" fmla="*/ 46 h 368"/>
                <ns1:gd name="T34" fmla="*/ 322 w 345"/>
                <ns1:gd name="T35" fmla="*/ 322 h 368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  <ns1:cxn ang="0">
                  <ns1:pos x="T30" y="T31"/>
                </ns1:cxn>
                <ns1:cxn ang="0">
                  <ns1:pos x="T32" y="T33"/>
                </ns1:cxn>
                <ns1:cxn ang="0">
                  <ns1:pos x="T34" y="T35"/>
                </ns1:cxn>
              </ns1:cxnLst>
              <ns1:rect l="0" t="0" r="r" b="b"/>
              <ns1:pathLst>
                <ns1:path w="345" h="368">
                  <ns1:moveTo>
                    <ns1:pt x="299" y="0"/>
                  </ns1:moveTo>
                  <ns1:cubicBezTo>
                    <ns1:pt x="46" y="0"/>
                    <ns1:pt x="46" y="0"/>
                    <ns1:pt x="46" y="0"/>
                  </ns1:cubicBezTo>
                  <ns1:cubicBezTo>
                    <ns1:pt x="20" y="0"/>
                    <ns1:pt x="0" y="21"/>
                    <ns1:pt x="0" y="46"/>
                  </ns1:cubicBezTo>
                  <ns1:cubicBezTo>
                    <ns1:pt x="0" y="322"/>
                    <ns1:pt x="0" y="322"/>
                    <ns1:pt x="0" y="322"/>
                  </ns1:cubicBezTo>
                  <ns1:cubicBezTo>
                    <ns1:pt x="0" y="348"/>
                    <ns1:pt x="20" y="368"/>
                    <ns1:pt x="46" y="368"/>
                  </ns1:cubicBezTo>
                  <ns1:cubicBezTo>
                    <ns1:pt x="299" y="368"/>
                    <ns1:pt x="299" y="368"/>
                    <ns1:pt x="299" y="368"/>
                  </ns1:cubicBezTo>
                  <ns1:cubicBezTo>
                    <ns1:pt x="324" y="368"/>
                    <ns1:pt x="345" y="348"/>
                    <ns1:pt x="345" y="322"/>
                  </ns1:cubicBezTo>
                  <ns1:cubicBezTo>
                    <ns1:pt x="345" y="46"/>
                    <ns1:pt x="345" y="46"/>
                    <ns1:pt x="345" y="46"/>
                  </ns1:cubicBezTo>
                  <ns1:cubicBezTo>
                    <ns1:pt x="345" y="21"/>
                    <ns1:pt x="324" y="0"/>
                    <ns1:pt x="299" y="0"/>
                  </ns1:cubicBezTo>
                  <ns1:close/>
                  <ns1:moveTo>
                    <ns1:pt x="322" y="322"/>
                  </ns1:moveTo>
                  <ns1:cubicBezTo>
                    <ns1:pt x="322" y="335"/>
                    <ns1:pt x="312" y="345"/>
                    <ns1:pt x="299" y="345"/>
                  </ns1:cubicBezTo>
                  <ns1:cubicBezTo>
                    <ns1:pt x="46" y="345"/>
                    <ns1:pt x="46" y="345"/>
                    <ns1:pt x="46" y="345"/>
                  </ns1:cubicBezTo>
                  <ns1:cubicBezTo>
                    <ns1:pt x="33" y="345"/>
                    <ns1:pt x="23" y="335"/>
                    <ns1:pt x="23" y="322"/>
                  </ns1:cubicBezTo>
                  <ns1:cubicBezTo>
                    <ns1:pt x="23" y="46"/>
                    <ns1:pt x="23" y="46"/>
                    <ns1:pt x="23" y="46"/>
                  </ns1:cubicBezTo>
                  <ns1:cubicBezTo>
                    <ns1:pt x="23" y="33"/>
                    <ns1:pt x="33" y="23"/>
                    <ns1:pt x="46" y="23"/>
                  </ns1:cubicBezTo>
                  <ns1:cubicBezTo>
                    <ns1:pt x="299" y="23"/>
                    <ns1:pt x="299" y="23"/>
                    <ns1:pt x="299" y="23"/>
                  </ns1:cubicBezTo>
                  <ns1:cubicBezTo>
                    <ns1:pt x="312" y="23"/>
                    <ns1:pt x="322" y="33"/>
                    <ns1:pt x="322" y="46"/>
                  </ns1:cubicBezTo>
                  <ns1:lnTo>
                    <ns1:pt x="322" y="322"/>
                  </ns1:ln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263" name="Freeform 6"/>
            <ns0:cNvSpPr>
              <ns1:spLocks noEditPoints="1"/>
            </ns0:cNvSpPr>
            <ns0:nvPr/>
          </ns0:nvSpPr>
          <ns0:spPr bwMode="auto">
            <ns1:xfrm>
              <ns1:off x="8513763" y="11145838"/>
              <ns1:ext cx="949325" cy="863600"/>
            </ns1:xfrm>
            <ns1:custGeom>
              <ns1:avLst/>
              <ns1:gdLst>
                <ns1:gd name="T0" fmla="*/ 241 w 253"/>
                <ns1:gd name="T1" fmla="*/ 0 h 230"/>
                <ns1:gd name="T2" fmla="*/ 11 w 253"/>
                <ns1:gd name="T3" fmla="*/ 0 h 230"/>
                <ns1:gd name="T4" fmla="*/ 0 w 253"/>
                <ns1:gd name="T5" fmla="*/ 11 h 230"/>
                <ns1:gd name="T6" fmla="*/ 0 w 253"/>
                <ns1:gd name="T7" fmla="*/ 219 h 230"/>
                <ns1:gd name="T8" fmla="*/ 11 w 253"/>
                <ns1:gd name="T9" fmla="*/ 230 h 230"/>
                <ns1:gd name="T10" fmla="*/ 241 w 253"/>
                <ns1:gd name="T11" fmla="*/ 230 h 230"/>
                <ns1:gd name="T12" fmla="*/ 253 w 253"/>
                <ns1:gd name="T13" fmla="*/ 219 h 230"/>
                <ns1:gd name="T14" fmla="*/ 253 w 253"/>
                <ns1:gd name="T15" fmla="*/ 11 h 230"/>
                <ns1:gd name="T16" fmla="*/ 241 w 253"/>
                <ns1:gd name="T17" fmla="*/ 0 h 230"/>
                <ns1:gd name="T18" fmla="*/ 241 w 253"/>
                <ns1:gd name="T19" fmla="*/ 11 h 230"/>
                <ns1:gd name="T20" fmla="*/ 241 w 253"/>
                <ns1:gd name="T21" fmla="*/ 171 h 230"/>
                <ns1:gd name="T22" fmla="*/ 204 w 253"/>
                <ns1:gd name="T23" fmla="*/ 130 h 230"/>
                <ns1:gd name="T24" fmla="*/ 195 w 253"/>
                <ns1:gd name="T25" fmla="*/ 127 h 230"/>
                <ns1:gd name="T26" fmla="*/ 187 w 253"/>
                <ns1:gd name="T27" fmla="*/ 130 h 230"/>
                <ns1:gd name="T28" fmla="*/ 157 w 253"/>
                <ns1:gd name="T29" fmla="*/ 164 h 230"/>
                <ns1:gd name="T30" fmla="*/ 66 w 253"/>
                <ns1:gd name="T31" fmla="*/ 61 h 230"/>
                <ns1:gd name="T32" fmla="*/ 57 w 253"/>
                <ns1:gd name="T33" fmla="*/ 57 h 230"/>
                <ns1:gd name="T34" fmla="*/ 49 w 253"/>
                <ns1:gd name="T35" fmla="*/ 61 h 230"/>
                <ns1:gd name="T36" fmla="*/ 11 w 253"/>
                <ns1:gd name="T37" fmla="*/ 105 h 230"/>
                <ns1:gd name="T38" fmla="*/ 11 w 253"/>
                <ns1:gd name="T39" fmla="*/ 11 h 230"/>
                <ns1:gd name="T40" fmla="*/ 241 w 253"/>
                <ns1:gd name="T41" fmla="*/ 11 h 230"/>
                <ns1:gd name="T42" fmla="*/ 11 w 253"/>
                <ns1:gd name="T43" fmla="*/ 122 h 230"/>
                <ns1:gd name="T44" fmla="*/ 57 w 253"/>
                <ns1:gd name="T45" fmla="*/ 69 h 230"/>
                <ns1:gd name="T46" fmla="*/ 150 w 253"/>
                <ns1:gd name="T47" fmla="*/ 174 h 230"/>
                <ns1:gd name="T48" fmla="*/ 157 w 253"/>
                <ns1:gd name="T49" fmla="*/ 182 h 230"/>
                <ns1:gd name="T50" fmla="*/ 189 w 253"/>
                <ns1:gd name="T51" fmla="*/ 219 h 230"/>
                <ns1:gd name="T52" fmla="*/ 11 w 253"/>
                <ns1:gd name="T53" fmla="*/ 219 h 230"/>
                <ns1:gd name="T54" fmla="*/ 11 w 253"/>
                <ns1:gd name="T55" fmla="*/ 122 h 230"/>
                <ns1:gd name="T56" fmla="*/ 204 w 253"/>
                <ns1:gd name="T57" fmla="*/ 219 h 230"/>
                <ns1:gd name="T58" fmla="*/ 165 w 253"/>
                <ns1:gd name="T59" fmla="*/ 173 h 230"/>
                <ns1:gd name="T60" fmla="*/ 195 w 253"/>
                <ns1:gd name="T61" fmla="*/ 138 h 230"/>
                <ns1:gd name="T62" fmla="*/ 241 w 253"/>
                <ns1:gd name="T63" fmla="*/ 188 h 230"/>
                <ns1:gd name="T64" fmla="*/ 241 w 253"/>
                <ns1:gd name="T65" fmla="*/ 219 h 230"/>
                <ns1:gd name="T66" fmla="*/ 204 w 253"/>
                <ns1:gd name="T67" fmla="*/ 219 h 230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  <ns1:cxn ang="0">
                  <ns1:pos x="T30" y="T31"/>
                </ns1:cxn>
                <ns1:cxn ang="0">
                  <ns1:pos x="T32" y="T33"/>
                </ns1:cxn>
                <ns1:cxn ang="0">
                  <ns1:pos x="T34" y="T35"/>
                </ns1:cxn>
                <ns1:cxn ang="0">
                  <ns1:pos x="T36" y="T37"/>
                </ns1:cxn>
                <ns1:cxn ang="0">
                  <ns1:pos x="T38" y="T39"/>
                </ns1:cxn>
                <ns1:cxn ang="0">
                  <ns1:pos x="T40" y="T41"/>
                </ns1:cxn>
                <ns1:cxn ang="0">
                  <ns1:pos x="T42" y="T43"/>
                </ns1:cxn>
                <ns1:cxn ang="0">
                  <ns1:pos x="T44" y="T45"/>
                </ns1:cxn>
                <ns1:cxn ang="0">
                  <ns1:pos x="T46" y="T47"/>
                </ns1:cxn>
                <ns1:cxn ang="0">
                  <ns1:pos x="T48" y="T49"/>
                </ns1:cxn>
                <ns1:cxn ang="0">
                  <ns1:pos x="T50" y="T51"/>
                </ns1:cxn>
                <ns1:cxn ang="0">
                  <ns1:pos x="T52" y="T53"/>
                </ns1:cxn>
                <ns1:cxn ang="0">
                  <ns1:pos x="T54" y="T55"/>
                </ns1:cxn>
                <ns1:cxn ang="0">
                  <ns1:pos x="T56" y="T57"/>
                </ns1:cxn>
                <ns1:cxn ang="0">
                  <ns1:pos x="T58" y="T59"/>
                </ns1:cxn>
                <ns1:cxn ang="0">
                  <ns1:pos x="T60" y="T61"/>
                </ns1:cxn>
                <ns1:cxn ang="0">
                  <ns1:pos x="T62" y="T63"/>
                </ns1:cxn>
                <ns1:cxn ang="0">
                  <ns1:pos x="T64" y="T65"/>
                </ns1:cxn>
                <ns1:cxn ang="0">
                  <ns1:pos x="T66" y="T67"/>
                </ns1:cxn>
              </ns1:cxnLst>
              <ns1:rect l="0" t="0" r="r" b="b"/>
              <ns1:pathLst>
                <ns1:path w="253" h="230">
                  <ns1:moveTo>
                    <ns1:pt x="241" y="0"/>
                  </ns1:moveTo>
                  <ns1:cubicBezTo>
                    <ns1:pt x="11" y="0"/>
                    <ns1:pt x="11" y="0"/>
                    <ns1:pt x="11" y="0"/>
                  </ns1:cubicBezTo>
                  <ns1:cubicBezTo>
                    <ns1:pt x="5" y="0"/>
                    <ns1:pt x="0" y="5"/>
                    <ns1:pt x="0" y="11"/>
                  </ns1:cubicBezTo>
                  <ns1:cubicBezTo>
                    <ns1:pt x="0" y="219"/>
                    <ns1:pt x="0" y="219"/>
                    <ns1:pt x="0" y="219"/>
                  </ns1:cubicBezTo>
                  <ns1:cubicBezTo>
                    <ns1:pt x="0" y="225"/>
                    <ns1:pt x="5" y="230"/>
                    <ns1:pt x="11" y="230"/>
                  </ns1:cubicBezTo>
                  <ns1:cubicBezTo>
                    <ns1:pt x="241" y="230"/>
                    <ns1:pt x="241" y="230"/>
                    <ns1:pt x="241" y="230"/>
                  </ns1:cubicBezTo>
                  <ns1:cubicBezTo>
                    <ns1:pt x="248" y="230"/>
                    <ns1:pt x="253" y="225"/>
                    <ns1:pt x="253" y="219"/>
                  </ns1:cubicBezTo>
                  <ns1:cubicBezTo>
                    <ns1:pt x="253" y="11"/>
                    <ns1:pt x="253" y="11"/>
                    <ns1:pt x="253" y="11"/>
                  </ns1:cubicBezTo>
                  <ns1:cubicBezTo>
                    <ns1:pt x="253" y="5"/>
                    <ns1:pt x="248" y="0"/>
                    <ns1:pt x="241" y="0"/>
                  </ns1:cubicBezTo>
                  <ns1:close/>
                  <ns1:moveTo>
                    <ns1:pt x="241" y="11"/>
                  </ns1:moveTo>
                  <ns1:cubicBezTo>
                    <ns1:pt x="241" y="171"/>
                    <ns1:pt x="241" y="171"/>
                    <ns1:pt x="241" y="171"/>
                  </ns1:cubicBezTo>
                  <ns1:cubicBezTo>
                    <ns1:pt x="204" y="130"/>
                    <ns1:pt x="204" y="130"/>
                    <ns1:pt x="204" y="130"/>
                  </ns1:cubicBezTo>
                  <ns1:cubicBezTo>
                    <ns1:pt x="202" y="128"/>
                    <ns1:pt x="199" y="127"/>
                    <ns1:pt x="195" y="127"/>
                  </ns1:cubicBezTo>
                  <ns1:cubicBezTo>
                    <ns1:pt x="192" y="127"/>
                    <ns1:pt x="189" y="128"/>
                    <ns1:pt x="187" y="130"/>
                  </ns1:cubicBezTo>
                  <ns1:cubicBezTo>
                    <ns1:pt x="157" y="164"/>
                    <ns1:pt x="157" y="164"/>
                    <ns1:pt x="157" y="164"/>
                  </ns1:cubicBezTo>
                  <ns1:cubicBezTo>
                    <ns1:pt x="66" y="61"/>
                    <ns1:pt x="66" y="61"/>
                    <ns1:pt x="66" y="61"/>
                  </ns1:cubicBezTo>
                  <ns1:cubicBezTo>
                    <ns1:pt x="64" y="59"/>
                    <ns1:pt x="61" y="57"/>
                    <ns1:pt x="57" y="57"/>
                  </ns1:cubicBezTo>
                  <ns1:cubicBezTo>
                    <ns1:pt x="54" y="57"/>
                    <ns1:pt x="51" y="59"/>
                    <ns1:pt x="49" y="61"/>
                  </ns1:cubicBezTo>
                  <ns1:cubicBezTo>
                    <ns1:pt x="11" y="105"/>
                    <ns1:pt x="11" y="105"/>
                    <ns1:pt x="11" y="105"/>
                  </ns1:cubicBezTo>
                  <ns1:cubicBezTo>
                    <ns1:pt x="11" y="11"/>
                    <ns1:pt x="11" y="11"/>
                    <ns1:pt x="11" y="11"/>
                  </ns1:cubicBezTo>
                  <ns1:lnTo>
                    <ns1:pt x="241" y="11"/>
                  </ns1:lnTo>
                  <ns1:close/>
                  <ns1:moveTo>
                    <ns1:pt x="11" y="122"/>
                  </ns1:moveTo>
                  <ns1:cubicBezTo>
                    <ns1:pt x="57" y="69"/>
                    <ns1:pt x="57" y="69"/>
                    <ns1:pt x="57" y="69"/>
                  </ns1:cubicBezTo>
                  <ns1:cubicBezTo>
                    <ns1:pt x="150" y="174"/>
                    <ns1:pt x="150" y="174"/>
                    <ns1:pt x="150" y="174"/>
                  </ns1:cubicBezTo>
                  <ns1:cubicBezTo>
                    <ns1:pt x="157" y="182"/>
                    <ns1:pt x="157" y="182"/>
                    <ns1:pt x="157" y="182"/>
                  </ns1:cubicBezTo>
                  <ns1:cubicBezTo>
                    <ns1:pt x="189" y="219"/>
                    <ns1:pt x="189" y="219"/>
                    <ns1:pt x="189" y="219"/>
                  </ns1:cubicBezTo>
                  <ns1:cubicBezTo>
                    <ns1:pt x="11" y="219"/>
                    <ns1:pt x="11" y="219"/>
                    <ns1:pt x="11" y="219"/>
                  </ns1:cubicBezTo>
                  <ns1:lnTo>
                    <ns1:pt x="11" y="122"/>
                  </ns1:lnTo>
                  <ns1:close/>
                  <ns1:moveTo>
                    <ns1:pt x="204" y="219"/>
                  </ns1:moveTo>
                  <ns1:cubicBezTo>
                    <ns1:pt x="165" y="173"/>
                    <ns1:pt x="165" y="173"/>
                    <ns1:pt x="165" y="173"/>
                  </ns1:cubicBezTo>
                  <ns1:cubicBezTo>
                    <ns1:pt x="195" y="138"/>
                    <ns1:pt x="195" y="138"/>
                    <ns1:pt x="195" y="138"/>
                  </ns1:cubicBezTo>
                  <ns1:cubicBezTo>
                    <ns1:pt x="241" y="188"/>
                    <ns1:pt x="241" y="188"/>
                    <ns1:pt x="241" y="188"/>
                  </ns1:cubicBezTo>
                  <ns1:cubicBezTo>
                    <ns1:pt x="241" y="219"/>
                    <ns1:pt x="241" y="219"/>
                    <ns1:pt x="241" y="219"/>
                  </ns1:cubicBezTo>
                  <ns1:lnTo>
                    <ns1:pt x="204" y="219"/>
                  </ns1:ln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264" name="Freeform 7"/>
            <ns0:cNvSpPr>
              <ns1:spLocks noEditPoints="1"/>
            </ns0:cNvSpPr>
            <ns0:nvPr/>
          </ns0:nvSpPr>
          <ns0:spPr bwMode="auto">
            <ns1:xfrm>
              <ns1:off x="9032875" y="11272838"/>
              <ns1:ext cx="258763" cy="263525"/>
            </ns1:xfrm>
            <ns1:custGeom>
              <ns1:avLst/>
              <ns1:gdLst>
                <ns1:gd name="T0" fmla="*/ 34 w 69"/>
                <ns1:gd name="T1" fmla="*/ 70 h 70"/>
                <ns1:gd name="T2" fmla="*/ 69 w 69"/>
                <ns1:gd name="T3" fmla="*/ 35 h 70"/>
                <ns1:gd name="T4" fmla="*/ 34 w 69"/>
                <ns1:gd name="T5" fmla="*/ 0 h 70"/>
                <ns1:gd name="T6" fmla="*/ 0 w 69"/>
                <ns1:gd name="T7" fmla="*/ 35 h 70"/>
                <ns1:gd name="T8" fmla="*/ 34 w 69"/>
                <ns1:gd name="T9" fmla="*/ 70 h 70"/>
                <ns1:gd name="T10" fmla="*/ 34 w 69"/>
                <ns1:gd name="T11" fmla="*/ 12 h 70"/>
                <ns1:gd name="T12" fmla="*/ 57 w 69"/>
                <ns1:gd name="T13" fmla="*/ 35 h 70"/>
                <ns1:gd name="T14" fmla="*/ 34 w 69"/>
                <ns1:gd name="T15" fmla="*/ 58 h 70"/>
                <ns1:gd name="T16" fmla="*/ 11 w 69"/>
                <ns1:gd name="T17" fmla="*/ 35 h 70"/>
                <ns1:gd name="T18" fmla="*/ 34 w 69"/>
                <ns1:gd name="T19" fmla="*/ 12 h 70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</ns1:cxnLst>
              <ns1:rect l="0" t="0" r="r" b="b"/>
              <ns1:pathLst>
                <ns1:path w="69" h="70">
                  <ns1:moveTo>
                    <ns1:pt x="34" y="70"/>
                  </ns1:moveTo>
                  <ns1:cubicBezTo>
                    <ns1:pt x="53" y="70"/>
                    <ns1:pt x="69" y="54"/>
                    <ns1:pt x="69" y="35"/>
                  </ns1:cubicBezTo>
                  <ns1:cubicBezTo>
                    <ns1:pt x="69" y="16"/>
                    <ns1:pt x="53" y="0"/>
                    <ns1:pt x="34" y="0"/>
                  </ns1:cubicBezTo>
                  <ns1:cubicBezTo>
                    <ns1:pt x="15" y="0"/>
                    <ns1:pt x="0" y="16"/>
                    <ns1:pt x="0" y="35"/>
                  </ns1:cubicBezTo>
                  <ns1:cubicBezTo>
                    <ns1:pt x="0" y="54"/>
                    <ns1:pt x="15" y="70"/>
                    <ns1:pt x="34" y="70"/>
                  </ns1:cubicBezTo>
                  <ns1:close/>
                  <ns1:moveTo>
                    <ns1:pt x="34" y="12"/>
                  </ns1:moveTo>
                  <ns1:cubicBezTo>
                    <ns1:pt x="47" y="12"/>
                    <ns1:pt x="57" y="22"/>
                    <ns1:pt x="57" y="35"/>
                  </ns1:cubicBezTo>
                  <ns1:cubicBezTo>
                    <ns1:pt x="57" y="48"/>
                    <ns1:pt x="47" y="58"/>
                    <ns1:pt x="34" y="58"/>
                  </ns1:cubicBezTo>
                  <ns1:cubicBezTo>
                    <ns1:pt x="22" y="58"/>
                    <ns1:pt x="11" y="48"/>
                    <ns1:pt x="11" y="35"/>
                  </ns1:cubicBezTo>
                  <ns1:cubicBezTo>
                    <ns1:pt x="11" y="22"/>
                    <ns1:pt x="22" y="12"/>
                    <ns1:pt x="34" y="12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</ns0:grpSp>
      <ns0:grpSp>
        <ns0:nvGrpSpPr>
          <ns0:cNvPr id="265" name="Group 264"/>
          <ns0:cNvGrpSpPr/>
          <ns0:nvPr/>
        </ns0:nvGrpSpPr>
        <ns0:grpSpPr>
          <ns1:xfrm>
            <ns1:off x="8545735" y="4438126"/>
            <ns1:ext cx="423629" cy="370251"/>
            <ns1:chOff x="8296275" y="8293096"/>
            <ns1:chExt cx="1385888" cy="1211261"/>
          </ns1:xfrm>
          <ns1:solidFill>
            <ns1:schemeClr val="tx1"/>
          </ns1:solidFill>
        </ns0:grpSpPr>
        <ns0:sp>
          <ns0:nvSpPr>
            <ns0:cNvPr id="266" name="Freeform 8"/>
            <ns0:cNvSpPr>
              <ns1:spLocks noEditPoints="1"/>
            </ns0:cNvSpPr>
            <ns0:nvPr/>
          </ns0:nvSpPr>
          <ns0:spPr bwMode="auto">
            <ns1:xfrm>
              <ns1:off x="8296275" y="8293096"/>
              <ns1:ext cx="1385888" cy="1211261"/>
            </ns1:xfrm>
            <ns1:custGeom>
              <ns1:avLst/>
              <ns1:gdLst>
                <ns1:gd name="T0" fmla="*/ 368 w 369"/>
                <ns1:gd name="T1" fmla="*/ 190 h 323"/>
                <ns1:gd name="T2" fmla="*/ 322 w 369"/>
                <ns1:gd name="T3" fmla="*/ 17 h 323"/>
                <ns1:gd name="T4" fmla="*/ 299 w 369"/>
                <ns1:gd name="T5" fmla="*/ 0 h 323"/>
                <ns1:gd name="T6" fmla="*/ 184 w 369"/>
                <ns1:gd name="T7" fmla="*/ 0 h 323"/>
                <ns1:gd name="T8" fmla="*/ 69 w 369"/>
                <ns1:gd name="T9" fmla="*/ 0 h 323"/>
                <ns1:gd name="T10" fmla="*/ 47 w 369"/>
                <ns1:gd name="T11" fmla="*/ 17 h 323"/>
                <ns1:gd name="T12" fmla="*/ 1 w 369"/>
                <ns1:gd name="T13" fmla="*/ 190 h 323"/>
                <ns1:gd name="T14" fmla="*/ 0 w 369"/>
                <ns1:gd name="T15" fmla="*/ 196 h 323"/>
                <ns1:gd name="T16" fmla="*/ 0 w 369"/>
                <ns1:gd name="T17" fmla="*/ 276 h 323"/>
                <ns1:gd name="T18" fmla="*/ 46 w 369"/>
                <ns1:gd name="T19" fmla="*/ 323 h 323"/>
                <ns1:gd name="T20" fmla="*/ 323 w 369"/>
                <ns1:gd name="T21" fmla="*/ 323 h 323"/>
                <ns1:gd name="T22" fmla="*/ 369 w 369"/>
                <ns1:gd name="T23" fmla="*/ 276 h 323"/>
                <ns1:gd name="T24" fmla="*/ 369 w 369"/>
                <ns1:gd name="T25" fmla="*/ 196 h 323"/>
                <ns1:gd name="T26" fmla="*/ 368 w 369"/>
                <ns1:gd name="T27" fmla="*/ 190 h 323"/>
                <ns1:gd name="T28" fmla="*/ 346 w 369"/>
                <ns1:gd name="T29" fmla="*/ 276 h 323"/>
                <ns1:gd name="T30" fmla="*/ 323 w 369"/>
                <ns1:gd name="T31" fmla="*/ 299 h 323"/>
                <ns1:gd name="T32" fmla="*/ 46 w 369"/>
                <ns1:gd name="T33" fmla="*/ 299 h 323"/>
                <ns1:gd name="T34" fmla="*/ 23 w 369"/>
                <ns1:gd name="T35" fmla="*/ 276 h 323"/>
                <ns1:gd name="T36" fmla="*/ 23 w 369"/>
                <ns1:gd name="T37" fmla="*/ 196 h 323"/>
                <ns1:gd name="T38" fmla="*/ 69 w 369"/>
                <ns1:gd name="T39" fmla="*/ 23 h 323"/>
                <ns1:gd name="T40" fmla="*/ 299 w 369"/>
                <ns1:gd name="T41" fmla="*/ 23 h 323"/>
                <ns1:gd name="T42" fmla="*/ 346 w 369"/>
                <ns1:gd name="T43" fmla="*/ 196 h 323"/>
                <ns1:gd name="T44" fmla="*/ 346 w 369"/>
                <ns1:gd name="T45" fmla="*/ 276 h 323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  <ns1:cxn ang="0">
                  <ns1:pos x="T30" y="T31"/>
                </ns1:cxn>
                <ns1:cxn ang="0">
                  <ns1:pos x="T32" y="T33"/>
                </ns1:cxn>
                <ns1:cxn ang="0">
                  <ns1:pos x="T34" y="T35"/>
                </ns1:cxn>
                <ns1:cxn ang="0">
                  <ns1:pos x="T36" y="T37"/>
                </ns1:cxn>
                <ns1:cxn ang="0">
                  <ns1:pos x="T38" y="T39"/>
                </ns1:cxn>
                <ns1:cxn ang="0">
                  <ns1:pos x="T40" y="T41"/>
                </ns1:cxn>
                <ns1:cxn ang="0">
                  <ns1:pos x="T42" y="T43"/>
                </ns1:cxn>
                <ns1:cxn ang="0">
                  <ns1:pos x="T44" y="T45"/>
                </ns1:cxn>
              </ns1:cxnLst>
              <ns1:rect l="0" t="0" r="r" b="b"/>
              <ns1:pathLst>
                <ns1:path w="369" h="323">
                  <ns1:moveTo>
                    <ns1:pt x="368" y="190"/>
                  </ns1:moveTo>
                  <ns1:cubicBezTo>
                    <ns1:pt x="322" y="17"/>
                    <ns1:pt x="322" y="17"/>
                    <ns1:pt x="322" y="17"/>
                  </ns1:cubicBezTo>
                  <ns1:cubicBezTo>
                    <ns1:pt x="319" y="7"/>
                    <ns1:pt x="310" y="0"/>
                    <ns1:pt x="299" y="0"/>
                  </ns1:cubicBezTo>
                  <ns1:cubicBezTo>
                    <ns1:pt x="184" y="0"/>
                    <ns1:pt x="184" y="0"/>
                    <ns1:pt x="184" y="0"/>
                  </ns1:cubicBezTo>
                  <ns1:cubicBezTo>
                    <ns1:pt x="69" y="0"/>
                    <ns1:pt x="69" y="0"/>
                    <ns1:pt x="69" y="0"/>
                  </ns1:cubicBezTo>
                  <ns1:cubicBezTo>
                    <ns1:pt x="59" y="0"/>
                    <ns1:pt x="50" y="7"/>
                    <ns1:pt x="47" y="17"/>
                  </ns1:cubicBezTo>
                  <ns1:cubicBezTo>
                    <ns1:pt x="1" y="190"/>
                    <ns1:pt x="1" y="190"/>
                    <ns1:pt x="1" y="190"/>
                  </ns1:cubicBezTo>
                  <ns1:cubicBezTo>
                    <ns1:pt x="0" y="192"/>
                    <ns1:pt x="0" y="194"/>
                    <ns1:pt x="0" y="196"/>
                  </ns1:cubicBezTo>
                  <ns1:cubicBezTo>
                    <ns1:pt x="0" y="276"/>
                    <ns1:pt x="0" y="276"/>
                    <ns1:pt x="0" y="276"/>
                  </ns1:cubicBezTo>
                  <ns1:cubicBezTo>
                    <ns1:pt x="0" y="302"/>
                    <ns1:pt x="21" y="323"/>
                    <ns1:pt x="46" y="323"/>
                  </ns1:cubicBezTo>
                  <ns1:cubicBezTo>
                    <ns1:pt x="323" y="323"/>
                    <ns1:pt x="323" y="323"/>
                    <ns1:pt x="323" y="323"/>
                  </ns1:cubicBezTo>
                  <ns1:cubicBezTo>
                    <ns1:pt x="348" y="323"/>
                    <ns1:pt x="369" y="302"/>
                    <ns1:pt x="369" y="276"/>
                  </ns1:cubicBezTo>
                  <ns1:cubicBezTo>
                    <ns1:pt x="369" y="196"/>
                    <ns1:pt x="369" y="196"/>
                    <ns1:pt x="369" y="196"/>
                  </ns1:cubicBezTo>
                  <ns1:cubicBezTo>
                    <ns1:pt x="369" y="194"/>
                    <ns1:pt x="368" y="192"/>
                    <ns1:pt x="368" y="190"/>
                  </ns1:cubicBezTo>
                  <ns1:close/>
                  <ns1:moveTo>
                    <ns1:pt x="346" y="276"/>
                  </ns1:moveTo>
                  <ns1:cubicBezTo>
                    <ns1:pt x="346" y="289"/>
                    <ns1:pt x="335" y="299"/>
                    <ns1:pt x="323" y="299"/>
                  </ns1:cubicBezTo>
                  <ns1:cubicBezTo>
                    <ns1:pt x="46" y="299"/>
                    <ns1:pt x="46" y="299"/>
                    <ns1:pt x="46" y="299"/>
                  </ns1:cubicBezTo>
                  <ns1:cubicBezTo>
                    <ns1:pt x="34" y="299"/>
                    <ns1:pt x="23" y="289"/>
                    <ns1:pt x="23" y="276"/>
                  </ns1:cubicBezTo>
                  <ns1:cubicBezTo>
                    <ns1:pt x="23" y="196"/>
                    <ns1:pt x="23" y="196"/>
                    <ns1:pt x="23" y="196"/>
                  </ns1:cubicBezTo>
                  <ns1:cubicBezTo>
                    <ns1:pt x="69" y="23"/>
                    <ns1:pt x="69" y="23"/>
                    <ns1:pt x="69" y="23"/>
                  </ns1:cubicBezTo>
                  <ns1:cubicBezTo>
                    <ns1:pt x="299" y="23"/>
                    <ns1:pt x="299" y="23"/>
                    <ns1:pt x="299" y="23"/>
                  </ns1:cubicBezTo>
                  <ns1:cubicBezTo>
                    <ns1:pt x="346" y="196"/>
                    <ns1:pt x="346" y="196"/>
                    <ns1:pt x="346" y="196"/>
                  </ns1:cubicBezTo>
                  <ns1:lnTo>
                    <ns1:pt x="346" y="276"/>
                  </ns1:ln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267" name="Freeform 9"/>
            <ns0:cNvSpPr>
              <ns1:spLocks noEditPoints="1"/>
            </ns0:cNvSpPr>
            <ns0:nvPr/>
          </ns0:nvSpPr>
          <ns0:spPr bwMode="auto">
            <ns1:xfrm>
              <ns1:off x="8461376" y="8466137"/>
              <ns1:ext cx="1055689" cy="776288"/>
            </ns1:xfrm>
            <ns1:custGeom>
              <ns1:avLst/>
              <ns1:gdLst>
                <ns1:gd name="T0" fmla="*/ 229 w 281"/>
                <ns1:gd name="T1" fmla="*/ 0 h 207"/>
                <ns1:gd name="T2" fmla="*/ 51 w 281"/>
                <ns1:gd name="T3" fmla="*/ 0 h 207"/>
                <ns1:gd name="T4" fmla="*/ 40 w 281"/>
                <ns1:gd name="T5" fmla="*/ 9 h 207"/>
                <ns1:gd name="T6" fmla="*/ 0 w 281"/>
                <ns1:gd name="T7" fmla="*/ 147 h 207"/>
                <ns1:gd name="T8" fmla="*/ 2 w 281"/>
                <ns1:gd name="T9" fmla="*/ 157 h 207"/>
                <ns1:gd name="T10" fmla="*/ 12 w 281"/>
                <ns1:gd name="T11" fmla="*/ 161 h 207"/>
                <ns1:gd name="T12" fmla="*/ 45 w 281"/>
                <ns1:gd name="T13" fmla="*/ 161 h 207"/>
                <ns1:gd name="T14" fmla="*/ 58 w 281"/>
                <ns1:gd name="T15" fmla="*/ 161 h 207"/>
                <ns1:gd name="T16" fmla="*/ 64 w 281"/>
                <ns1:gd name="T17" fmla="*/ 161 h 207"/>
                <ns1:gd name="T18" fmla="*/ 81 w 281"/>
                <ns1:gd name="T19" fmla="*/ 195 h 207"/>
                <ns1:gd name="T20" fmla="*/ 101 w 281"/>
                <ns1:gd name="T21" fmla="*/ 207 h 207"/>
                <ns1:gd name="T22" fmla="*/ 179 w 281"/>
                <ns1:gd name="T23" fmla="*/ 207 h 207"/>
                <ns1:gd name="T24" fmla="*/ 200 w 281"/>
                <ns1:gd name="T25" fmla="*/ 195 h 207"/>
                <ns1:gd name="T26" fmla="*/ 217 w 281"/>
                <ns1:gd name="T27" fmla="*/ 161 h 207"/>
                <ns1:gd name="T28" fmla="*/ 223 w 281"/>
                <ns1:gd name="T29" fmla="*/ 161 h 207"/>
                <ns1:gd name="T30" fmla="*/ 236 w 281"/>
                <ns1:gd name="T31" fmla="*/ 161 h 207"/>
                <ns1:gd name="T32" fmla="*/ 269 w 281"/>
                <ns1:gd name="T33" fmla="*/ 161 h 207"/>
                <ns1:gd name="T34" fmla="*/ 278 w 281"/>
                <ns1:gd name="T35" fmla="*/ 157 h 207"/>
                <ns1:gd name="T36" fmla="*/ 280 w 281"/>
                <ns1:gd name="T37" fmla="*/ 147 h 207"/>
                <ns1:gd name="T38" fmla="*/ 241 w 281"/>
                <ns1:gd name="T39" fmla="*/ 9 h 207"/>
                <ns1:gd name="T40" fmla="*/ 229 w 281"/>
                <ns1:gd name="T41" fmla="*/ 0 h 207"/>
                <ns1:gd name="T42" fmla="*/ 236 w 281"/>
                <ns1:gd name="T43" fmla="*/ 138 h 207"/>
                <ns1:gd name="T44" fmla="*/ 217 w 281"/>
                <ns1:gd name="T45" fmla="*/ 138 h 207"/>
                <ns1:gd name="T46" fmla="*/ 196 w 281"/>
                <ns1:gd name="T47" fmla="*/ 151 h 207"/>
                <ns1:gd name="T48" fmla="*/ 179 w 281"/>
                <ns1:gd name="T49" fmla="*/ 184 h 207"/>
                <ns1:gd name="T50" fmla="*/ 101 w 281"/>
                <ns1:gd name="T51" fmla="*/ 184 h 207"/>
                <ns1:gd name="T52" fmla="*/ 85 w 281"/>
                <ns1:gd name="T53" fmla="*/ 151 h 207"/>
                <ns1:gd name="T54" fmla="*/ 64 w 281"/>
                <ns1:gd name="T55" fmla="*/ 138 h 207"/>
                <ns1:gd name="T56" fmla="*/ 45 w 281"/>
                <ns1:gd name="T57" fmla="*/ 138 h 207"/>
                <ns1:gd name="T58" fmla="*/ 18 w 281"/>
                <ns1:gd name="T59" fmla="*/ 138 h 207"/>
                <ns1:gd name="T60" fmla="*/ 51 w 281"/>
                <ns1:gd name="T61" fmla="*/ 12 h 207"/>
                <ns1:gd name="T62" fmla="*/ 229 w 281"/>
                <ns1:gd name="T63" fmla="*/ 12 h 207"/>
                <ns1:gd name="T64" fmla="*/ 263 w 281"/>
                <ns1:gd name="T65" fmla="*/ 138 h 207"/>
                <ns1:gd name="T66" fmla="*/ 236 w 281"/>
                <ns1:gd name="T67" fmla="*/ 138 h 207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  <ns1:cxn ang="0">
                  <ns1:pos x="T30" y="T31"/>
                </ns1:cxn>
                <ns1:cxn ang="0">
                  <ns1:pos x="T32" y="T33"/>
                </ns1:cxn>
                <ns1:cxn ang="0">
                  <ns1:pos x="T34" y="T35"/>
                </ns1:cxn>
                <ns1:cxn ang="0">
                  <ns1:pos x="T36" y="T37"/>
                </ns1:cxn>
                <ns1:cxn ang="0">
                  <ns1:pos x="T38" y="T39"/>
                </ns1:cxn>
                <ns1:cxn ang="0">
                  <ns1:pos x="T40" y="T41"/>
                </ns1:cxn>
                <ns1:cxn ang="0">
                  <ns1:pos x="T42" y="T43"/>
                </ns1:cxn>
                <ns1:cxn ang="0">
                  <ns1:pos x="T44" y="T45"/>
                </ns1:cxn>
                <ns1:cxn ang="0">
                  <ns1:pos x="T46" y="T47"/>
                </ns1:cxn>
                <ns1:cxn ang="0">
                  <ns1:pos x="T48" y="T49"/>
                </ns1:cxn>
                <ns1:cxn ang="0">
                  <ns1:pos x="T50" y="T51"/>
                </ns1:cxn>
                <ns1:cxn ang="0">
                  <ns1:pos x="T52" y="T53"/>
                </ns1:cxn>
                <ns1:cxn ang="0">
                  <ns1:pos x="T54" y="T55"/>
                </ns1:cxn>
                <ns1:cxn ang="0">
                  <ns1:pos x="T56" y="T57"/>
                </ns1:cxn>
                <ns1:cxn ang="0">
                  <ns1:pos x="T58" y="T59"/>
                </ns1:cxn>
                <ns1:cxn ang="0">
                  <ns1:pos x="T60" y="T61"/>
                </ns1:cxn>
                <ns1:cxn ang="0">
                  <ns1:pos x="T62" y="T63"/>
                </ns1:cxn>
                <ns1:cxn ang="0">
                  <ns1:pos x="T64" y="T65"/>
                </ns1:cxn>
                <ns1:cxn ang="0">
                  <ns1:pos x="T66" y="T67"/>
                </ns1:cxn>
              </ns1:cxnLst>
              <ns1:rect l="0" t="0" r="r" b="b"/>
              <ns1:pathLst>
                <ns1:path w="281" h="207">
                  <ns1:moveTo>
                    <ns1:pt x="229" y="0"/>
                  </ns1:moveTo>
                  <ns1:cubicBezTo>
                    <ns1:pt x="51" y="0"/>
                    <ns1:pt x="51" y="0"/>
                    <ns1:pt x="51" y="0"/>
                  </ns1:cubicBezTo>
                  <ns1:cubicBezTo>
                    <ns1:pt x="46" y="0"/>
                    <ns1:pt x="41" y="4"/>
                    <ns1:pt x="40" y="9"/>
                  </ns1:cubicBezTo>
                  <ns1:cubicBezTo>
                    <ns1:pt x="0" y="147"/>
                    <ns1:pt x="0" y="147"/>
                    <ns1:pt x="0" y="147"/>
                  </ns1:cubicBezTo>
                  <ns1:cubicBezTo>
                    <ns1:pt x="0" y="150"/>
                    <ns1:pt x="0" y="154"/>
                    <ns1:pt x="2" y="157"/>
                  </ns1:cubicBezTo>
                  <ns1:cubicBezTo>
                    <ns1:pt x="5" y="160"/>
                    <ns1:pt x="8" y="161"/>
                    <ns1:pt x="12" y="161"/>
                  </ns1:cubicBezTo>
                  <ns1:cubicBezTo>
                    <ns1:pt x="45" y="161"/>
                    <ns1:pt x="45" y="161"/>
                    <ns1:pt x="45" y="161"/>
                  </ns1:cubicBezTo>
                  <ns1:cubicBezTo>
                    <ns1:pt x="58" y="161"/>
                    <ns1:pt x="58" y="161"/>
                    <ns1:pt x="58" y="161"/>
                  </ns1:cubicBezTo>
                  <ns1:cubicBezTo>
                    <ns1:pt x="64" y="161"/>
                    <ns1:pt x="64" y="161"/>
                    <ns1:pt x="64" y="161"/>
                  </ns1:cubicBezTo>
                  <ns1:cubicBezTo>
                    <ns1:pt x="81" y="195"/>
                    <ns1:pt x="81" y="195"/>
                    <ns1:pt x="81" y="195"/>
                  </ns1:cubicBezTo>
                  <ns1:cubicBezTo>
                    <ns1:pt x="85" y="203"/>
                    <ns1:pt x="93" y="207"/>
                    <ns1:pt x="101" y="207"/>
                  </ns1:cubicBezTo>
                  <ns1:cubicBezTo>
                    <ns1:pt x="179" y="207"/>
                    <ns1:pt x="179" y="207"/>
                    <ns1:pt x="179" y="207"/>
                  </ns1:cubicBezTo>
                  <ns1:cubicBezTo>
                    <ns1:pt x="188" y="207"/>
                    <ns1:pt x="196" y="203"/>
                    <ns1:pt x="200" y="195"/>
                  </ns1:cubicBezTo>
                  <ns1:cubicBezTo>
                    <ns1:pt x="217" y="161"/>
                    <ns1:pt x="217" y="161"/>
                    <ns1:pt x="217" y="161"/>
                  </ns1:cubicBezTo>
                  <ns1:cubicBezTo>
                    <ns1:pt x="223" y="161"/>
                    <ns1:pt x="223" y="161"/>
                    <ns1:pt x="223" y="161"/>
                  </ns1:cubicBezTo>
                  <ns1:cubicBezTo>
                    <ns1:pt x="236" y="161"/>
                    <ns1:pt x="236" y="161"/>
                    <ns1:pt x="236" y="161"/>
                  </ns1:cubicBezTo>
                  <ns1:cubicBezTo>
                    <ns1:pt x="269" y="161"/>
                    <ns1:pt x="269" y="161"/>
                    <ns1:pt x="269" y="161"/>
                  </ns1:cubicBezTo>
                  <ns1:cubicBezTo>
                    <ns1:pt x="273" y="161"/>
                    <ns1:pt x="276" y="160"/>
                    <ns1:pt x="278" y="157"/>
                  </ns1:cubicBezTo>
                  <ns1:cubicBezTo>
                    <ns1:pt x="280" y="154"/>
                    <ns1:pt x="281" y="150"/>
                    <ns1:pt x="280" y="147"/>
                  </ns1:cubicBezTo>
                  <ns1:cubicBezTo>
                    <ns1:pt x="241" y="9"/>
                    <ns1:pt x="241" y="9"/>
                    <ns1:pt x="241" y="9"/>
                  </ns1:cubicBezTo>
                  <ns1:cubicBezTo>
                    <ns1:pt x="239" y="4"/>
                    <ns1:pt x="235" y="0"/>
                    <ns1:pt x="229" y="0"/>
                  </ns1:cubicBezTo>
                  <ns1:close/>
                  <ns1:moveTo>
                    <ns1:pt x="236" y="138"/>
                  </ns1:moveTo>
                  <ns1:cubicBezTo>
                    <ns1:pt x="217" y="138"/>
                    <ns1:pt x="217" y="138"/>
                    <ns1:pt x="217" y="138"/>
                  </ns1:cubicBezTo>
                  <ns1:cubicBezTo>
                    <ns1:pt x="208" y="138"/>
                    <ns1:pt x="200" y="143"/>
                    <ns1:pt x="196" y="151"/>
                  </ns1:cubicBezTo>
                  <ns1:cubicBezTo>
                    <ns1:pt x="179" y="184"/>
                    <ns1:pt x="179" y="184"/>
                    <ns1:pt x="179" y="184"/>
                  </ns1:cubicBezTo>
                  <ns1:cubicBezTo>
                    <ns1:pt x="101" y="184"/>
                    <ns1:pt x="101" y="184"/>
                    <ns1:pt x="101" y="184"/>
                  </ns1:cubicBezTo>
                  <ns1:cubicBezTo>
                    <ns1:pt x="85" y="151"/>
                    <ns1:pt x="85" y="151"/>
                    <ns1:pt x="85" y="151"/>
                  </ns1:cubicBezTo>
                  <ns1:cubicBezTo>
                    <ns1:pt x="81" y="143"/>
                    <ns1:pt x="73" y="138"/>
                    <ns1:pt x="64" y="138"/>
                  </ns1:cubicBezTo>
                  <ns1:cubicBezTo>
                    <ns1:pt x="45" y="138"/>
                    <ns1:pt x="45" y="138"/>
                    <ns1:pt x="45" y="138"/>
                  </ns1:cubicBezTo>
                  <ns1:cubicBezTo>
                    <ns1:pt x="18" y="138"/>
                    <ns1:pt x="18" y="138"/>
                    <ns1:pt x="18" y="138"/>
                  </ns1:cubicBezTo>
                  <ns1:cubicBezTo>
                    <ns1:pt x="51" y="12"/>
                    <ns1:pt x="51" y="12"/>
                    <ns1:pt x="51" y="12"/>
                  </ns1:cubicBezTo>
                  <ns1:cubicBezTo>
                    <ns1:pt x="229" y="12"/>
                    <ns1:pt x="229" y="12"/>
                    <ns1:pt x="229" y="12"/>
                  </ns1:cubicBezTo>
                  <ns1:cubicBezTo>
                    <ns1:pt x="263" y="138"/>
                    <ns1:pt x="263" y="138"/>
                    <ns1:pt x="263" y="138"/>
                  </ns1:cubicBezTo>
                  <ns1:lnTo>
                    <ns1:pt x="236" y="138"/>
                  </ns1:ln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</ns0:grpSp>
      <ns0:grpSp>
        <ns0:nvGrpSpPr>
          <ns0:cNvPr id="268" name="Group 267"/>
          <ns0:cNvGrpSpPr/>
          <ns0:nvPr/>
        </ns0:nvGrpSpPr>
        <ns0:grpSpPr>
          <ns1:xfrm>
            <ns1:off x="10489555" y="4369506"/>
            <ns1:ext cx="422173" cy="356663"/>
            <ns1:chOff x="13828713" y="2805113"/>
            <ns1:chExt cx="1381125" cy="1166812"/>
          </ns1:xfrm>
          <ns1:solidFill>
            <ns1:schemeClr val="tx1"/>
          </ns1:solidFill>
        </ns0:grpSpPr>
        <ns0:sp>
          <ns0:nvSpPr>
            <ns0:cNvPr id="269" name="Freeform 10"/>
            <ns0:cNvSpPr>
              <ns1:spLocks noEditPoints="1"/>
            </ns0:cNvSpPr>
            <ns0:nvPr/>
          </ns0:nvSpPr>
          <ns0:spPr bwMode="auto">
            <ns1:xfrm>
              <ns1:off x="14173200" y="3109913"/>
              <ns1:ext cx="690563" cy="690562"/>
            </ns1:xfrm>
            <ns1:custGeom>
              <ns1:avLst/>
              <ns1:gdLst>
                <ns1:gd name="T0" fmla="*/ 92 w 184"/>
                <ns1:gd name="T1" fmla="*/ 0 h 184"/>
                <ns1:gd name="T2" fmla="*/ 0 w 184"/>
                <ns1:gd name="T3" fmla="*/ 92 h 184"/>
                <ns1:gd name="T4" fmla="*/ 92 w 184"/>
                <ns1:gd name="T5" fmla="*/ 184 h 184"/>
                <ns1:gd name="T6" fmla="*/ 184 w 184"/>
                <ns1:gd name="T7" fmla="*/ 92 h 184"/>
                <ns1:gd name="T8" fmla="*/ 92 w 184"/>
                <ns1:gd name="T9" fmla="*/ 0 h 184"/>
                <ns1:gd name="T10" fmla="*/ 144 w 184"/>
                <ns1:gd name="T11" fmla="*/ 137 h 184"/>
                <ns1:gd name="T12" fmla="*/ 47 w 184"/>
                <ns1:gd name="T13" fmla="*/ 144 h 184"/>
                <ns1:gd name="T14" fmla="*/ 39 w 184"/>
                <ns1:gd name="T15" fmla="*/ 47 h 184"/>
                <ns1:gd name="T16" fmla="*/ 137 w 184"/>
                <ns1:gd name="T17" fmla="*/ 39 h 184"/>
                <ns1:gd name="T18" fmla="*/ 144 w 184"/>
                <ns1:gd name="T19" fmla="*/ 137 h 184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</ns1:cxnLst>
              <ns1:rect l="0" t="0" r="r" b="b"/>
              <ns1:pathLst>
                <ns1:path w="184" h="184">
                  <ns1:moveTo>
                    <ns1:pt x="92" y="0"/>
                  </ns1:moveTo>
                  <ns1:cubicBezTo>
                    <ns1:pt x="41" y="0"/>
                    <ns1:pt x="0" y="41"/>
                    <ns1:pt x="0" y="92"/>
                  </ns1:cubicBezTo>
                  <ns1:cubicBezTo>
                    <ns1:pt x="0" y="143"/>
                    <ns1:pt x="41" y="184"/>
                    <ns1:pt x="92" y="184"/>
                  </ns1:cubicBezTo>
                  <ns1:cubicBezTo>
                    <ns1:pt x="143" y="184"/>
                    <ns1:pt x="184" y="143"/>
                    <ns1:pt x="184" y="92"/>
                  </ns1:cubicBezTo>
                  <ns1:cubicBezTo>
                    <ns1:pt x="184" y="41"/>
                    <ns1:pt x="143" y="0"/>
                    <ns1:pt x="92" y="0"/>
                  </ns1:cubicBezTo>
                  <ns1:close/>
                  <ns1:moveTo>
                    <ns1:pt x="144" y="137"/>
                  </ns1:moveTo>
                  <ns1:cubicBezTo>
                    <ns1:pt x="119" y="166"/>
                    <ns1:pt x="76" y="169"/>
                    <ns1:pt x="47" y="144"/>
                  </ns1:cubicBezTo>
                  <ns1:cubicBezTo>
                    <ns1:pt x="18" y="120"/>
                    <ns1:pt x="15" y="76"/>
                    <ns1:pt x="39" y="47"/>
                  </ns1:cubicBezTo>
                  <ns1:cubicBezTo>
                    <ns1:pt x="64" y="18"/>
                    <ns1:pt x="108" y="15"/>
                    <ns1:pt x="137" y="39"/>
                  </ns1:cubicBezTo>
                  <ns1:cubicBezTo>
                    <ns1:pt x="166" y="64"/>
                    <ns1:pt x="169" y="108"/>
                    <ns1:pt x="144" y="137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270" name="Freeform 11"/>
            <ns0:cNvSpPr>
              <ns1:spLocks/>
            </ns0:cNvSpPr>
            <ns0:nvPr/>
          </ns0:nvSpPr>
          <ns0:spPr bwMode="auto">
            <ns1:xfrm>
              <ns1:off x="14346238" y="3281363"/>
              <ns1:ext cx="195263" cy="195262"/>
            </ns1:xfrm>
            <ns1:custGeom>
              <ns1:avLst/>
              <ns1:gdLst>
                <ns1:gd name="T0" fmla="*/ 46 w 52"/>
                <ns1:gd name="T1" fmla="*/ 0 h 52"/>
                <ns1:gd name="T2" fmla="*/ 0 w 52"/>
                <ns1:gd name="T3" fmla="*/ 46 h 52"/>
                <ns1:gd name="T4" fmla="*/ 0 w 52"/>
                <ns1:gd name="T5" fmla="*/ 46 h 52"/>
                <ns1:gd name="T6" fmla="*/ 6 w 52"/>
                <ns1:gd name="T7" fmla="*/ 52 h 52"/>
                <ns1:gd name="T8" fmla="*/ 11 w 52"/>
                <ns1:gd name="T9" fmla="*/ 46 h 52"/>
                <ns1:gd name="T10" fmla="*/ 11 w 52"/>
                <ns1:gd name="T11" fmla="*/ 46 h 52"/>
                <ns1:gd name="T12" fmla="*/ 46 w 52"/>
                <ns1:gd name="T13" fmla="*/ 11 h 52"/>
                <ns1:gd name="T14" fmla="*/ 52 w 52"/>
                <ns1:gd name="T15" fmla="*/ 6 h 52"/>
                <ns1:gd name="T16" fmla="*/ 46 w 52"/>
                <ns1:gd name="T17" fmla="*/ 0 h 52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</ns1:cxnLst>
              <ns1:rect l="0" t="0" r="r" b="b"/>
              <ns1:pathLst>
                <ns1:path w="52" h="52">
                  <ns1:moveTo>
                    <ns1:pt x="46" y="0"/>
                  </ns1:moveTo>
                  <ns1:cubicBezTo>
                    <ns1:pt x="20" y="0"/>
                    <ns1:pt x="0" y="20"/>
                    <ns1:pt x="0" y="46"/>
                  </ns1:cubicBezTo>
                  <ns1:cubicBezTo>
                    <ns1:pt x="0" y="46"/>
                    <ns1:pt x="0" y="46"/>
                    <ns1:pt x="0" y="46"/>
                  </ns1:cubicBezTo>
                  <ns1:cubicBezTo>
                    <ns1:pt x="0" y="49"/>
                    <ns1:pt x="2" y="52"/>
                    <ns1:pt x="6" y="52"/>
                  </ns1:cubicBezTo>
                  <ns1:cubicBezTo>
                    <ns1:pt x="9" y="52"/>
                    <ns1:pt x="11" y="49"/>
                    <ns1:pt x="11" y="46"/>
                  </ns1:cubicBezTo>
                  <ns1:cubicBezTo>
                    <ns1:pt x="11" y="46"/>
                    <ns1:pt x="11" y="46"/>
                    <ns1:pt x="11" y="46"/>
                  </ns1:cubicBezTo>
                  <ns1:cubicBezTo>
                    <ns1:pt x="11" y="27"/>
                    <ns1:pt x="27" y="11"/>
                    <ns1:pt x="46" y="11"/>
                  </ns1:cubicBezTo>
                  <ns1:cubicBezTo>
                    <ns1:pt x="49" y="11"/>
                    <ns1:pt x="52" y="9"/>
                    <ns1:pt x="52" y="6"/>
                  </ns1:cubicBezTo>
                  <ns1:cubicBezTo>
                    <ns1:pt x="52" y="2"/>
                    <ns1:pt x="49" y="0"/>
                    <ns1:pt x="46" y="0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271" name="Freeform 12"/>
            <ns0:cNvSpPr>
              <ns1:spLocks noEditPoints="1"/>
            </ns0:cNvSpPr>
            <ns0:nvPr/>
          </ns0:nvSpPr>
          <ns0:spPr bwMode="auto">
            <ns1:xfrm>
              <ns1:off x="13828713" y="2805113"/>
              <ns1:ext cx="1381125" cy="1166812"/>
            </ns1:xfrm>
            <ns1:custGeom>
              <ns1:avLst/>
              <ns1:gdLst>
                <ns1:gd name="T0" fmla="*/ 339 w 368"/>
                <ns1:gd name="T1" fmla="*/ 70 h 311"/>
                <ns1:gd name="T2" fmla="*/ 289 w 368"/>
                <ns1:gd name="T3" fmla="*/ 61 h 311"/>
                <ns1:gd name="T4" fmla="*/ 273 w 368"/>
                <ns1:gd name="T5" fmla="*/ 22 h 311"/>
                <ns1:gd name="T6" fmla="*/ 241 w 368"/>
                <ns1:gd name="T7" fmla="*/ 0 h 311"/>
                <ns1:gd name="T8" fmla="*/ 126 w 368"/>
                <ns1:gd name="T9" fmla="*/ 0 h 311"/>
                <ns1:gd name="T10" fmla="*/ 94 w 368"/>
                <ns1:gd name="T11" fmla="*/ 22 h 311"/>
                <ns1:gd name="T12" fmla="*/ 78 w 368"/>
                <ns1:gd name="T13" fmla="*/ 61 h 311"/>
                <ns1:gd name="T14" fmla="*/ 29 w 368"/>
                <ns1:gd name="T15" fmla="*/ 70 h 311"/>
                <ns1:gd name="T16" fmla="*/ 0 w 368"/>
                <ns1:gd name="T17" fmla="*/ 104 h 311"/>
                <ns1:gd name="T18" fmla="*/ 0 w 368"/>
                <ns1:gd name="T19" fmla="*/ 277 h 311"/>
                <ns1:gd name="T20" fmla="*/ 34 w 368"/>
                <ns1:gd name="T21" fmla="*/ 311 h 311"/>
                <ns1:gd name="T22" fmla="*/ 333 w 368"/>
                <ns1:gd name="T23" fmla="*/ 311 h 311"/>
                <ns1:gd name="T24" fmla="*/ 368 w 368"/>
                <ns1:gd name="T25" fmla="*/ 277 h 311"/>
                <ns1:gd name="T26" fmla="*/ 368 w 368"/>
                <ns1:gd name="T27" fmla="*/ 104 h 311"/>
                <ns1:gd name="T28" fmla="*/ 339 w 368"/>
                <ns1:gd name="T29" fmla="*/ 70 h 311"/>
                <ns1:gd name="T30" fmla="*/ 345 w 368"/>
                <ns1:gd name="T31" fmla="*/ 277 h 311"/>
                <ns1:gd name="T32" fmla="*/ 333 w 368"/>
                <ns1:gd name="T33" fmla="*/ 288 h 311"/>
                <ns1:gd name="T34" fmla="*/ 34 w 368"/>
                <ns1:gd name="T35" fmla="*/ 288 h 311"/>
                <ns1:gd name="T36" fmla="*/ 23 w 368"/>
                <ns1:gd name="T37" fmla="*/ 277 h 311"/>
                <ns1:gd name="T38" fmla="*/ 23 w 368"/>
                <ns1:gd name="T39" fmla="*/ 104 h 311"/>
                <ns1:gd name="T40" fmla="*/ 32 w 368"/>
                <ns1:gd name="T41" fmla="*/ 92 h 311"/>
                <ns1:gd name="T42" fmla="*/ 95 w 368"/>
                <ns1:gd name="T43" fmla="*/ 82 h 311"/>
                <ns1:gd name="T44" fmla="*/ 116 w 368"/>
                <ns1:gd name="T45" fmla="*/ 31 h 311"/>
                <ns1:gd name="T46" fmla="*/ 126 w 368"/>
                <ns1:gd name="T47" fmla="*/ 23 h 311"/>
                <ns1:gd name="T48" fmla="*/ 241 w 368"/>
                <ns1:gd name="T49" fmla="*/ 23 h 311"/>
                <ns1:gd name="T50" fmla="*/ 252 w 368"/>
                <ns1:gd name="T51" fmla="*/ 31 h 311"/>
                <ns1:gd name="T52" fmla="*/ 273 w 368"/>
                <ns1:gd name="T53" fmla="*/ 82 h 311"/>
                <ns1:gd name="T54" fmla="*/ 335 w 368"/>
                <ns1:gd name="T55" fmla="*/ 92 h 311"/>
                <ns1:gd name="T56" fmla="*/ 345 w 368"/>
                <ns1:gd name="T57" fmla="*/ 104 h 311"/>
                <ns1:gd name="T58" fmla="*/ 345 w 368"/>
                <ns1:gd name="T59" fmla="*/ 277 h 311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  <ns1:cxn ang="0">
                  <ns1:pos x="T30" y="T31"/>
                </ns1:cxn>
                <ns1:cxn ang="0">
                  <ns1:pos x="T32" y="T33"/>
                </ns1:cxn>
                <ns1:cxn ang="0">
                  <ns1:pos x="T34" y="T35"/>
                </ns1:cxn>
                <ns1:cxn ang="0">
                  <ns1:pos x="T36" y="T37"/>
                </ns1:cxn>
                <ns1:cxn ang="0">
                  <ns1:pos x="T38" y="T39"/>
                </ns1:cxn>
                <ns1:cxn ang="0">
                  <ns1:pos x="T40" y="T41"/>
                </ns1:cxn>
                <ns1:cxn ang="0">
                  <ns1:pos x="T42" y="T43"/>
                </ns1:cxn>
                <ns1:cxn ang="0">
                  <ns1:pos x="T44" y="T45"/>
                </ns1:cxn>
                <ns1:cxn ang="0">
                  <ns1:pos x="T46" y="T47"/>
                </ns1:cxn>
                <ns1:cxn ang="0">
                  <ns1:pos x="T48" y="T49"/>
                </ns1:cxn>
                <ns1:cxn ang="0">
                  <ns1:pos x="T50" y="T51"/>
                </ns1:cxn>
                <ns1:cxn ang="0">
                  <ns1:pos x="T52" y="T53"/>
                </ns1:cxn>
                <ns1:cxn ang="0">
                  <ns1:pos x="T54" y="T55"/>
                </ns1:cxn>
                <ns1:cxn ang="0">
                  <ns1:pos x="T56" y="T57"/>
                </ns1:cxn>
                <ns1:cxn ang="0">
                  <ns1:pos x="T58" y="T59"/>
                </ns1:cxn>
              </ns1:cxnLst>
              <ns1:rect l="0" t="0" r="r" b="b"/>
              <ns1:pathLst>
                <ns1:path w="368" h="311">
                  <ns1:moveTo>
                    <ns1:pt x="339" y="70"/>
                  </ns1:moveTo>
                  <ns1:cubicBezTo>
                    <ns1:pt x="289" y="61"/>
                    <ns1:pt x="289" y="61"/>
                    <ns1:pt x="289" y="61"/>
                  </ns1:cubicBezTo>
                  <ns1:cubicBezTo>
                    <ns1:pt x="273" y="22"/>
                    <ns1:pt x="273" y="22"/>
                    <ns1:pt x="273" y="22"/>
                  </ns1:cubicBezTo>
                  <ns1:cubicBezTo>
                    <ns1:pt x="268" y="9"/>
                    <ns1:pt x="256" y="0"/>
                    <ns1:pt x="241" y="0"/>
                  </ns1:cubicBezTo>
                  <ns1:cubicBezTo>
                    <ns1:pt x="126" y="0"/>
                    <ns1:pt x="126" y="0"/>
                    <ns1:pt x="126" y="0"/>
                  </ns1:cubicBezTo>
                  <ns1:cubicBezTo>
                    <ns1:pt x="112" y="0"/>
                    <ns1:pt x="99" y="9"/>
                    <ns1:pt x="94" y="22"/>
                  </ns1:cubicBezTo>
                  <ns1:cubicBezTo>
                    <ns1:pt x="78" y="61"/>
                    <ns1:pt x="78" y="61"/>
                    <ns1:pt x="78" y="61"/>
                  </ns1:cubicBezTo>
                  <ns1:cubicBezTo>
                    <ns1:pt x="29" y="70"/>
                    <ns1:pt x="29" y="70"/>
                    <ns1:pt x="29" y="70"/>
                  </ns1:cubicBezTo>
                  <ns1:cubicBezTo>
                    <ns1:pt x="12" y="73"/>
                    <ns1:pt x="0" y="87"/>
                    <ns1:pt x="0" y="104"/>
                  </ns1:cubicBezTo>
                  <ns1:cubicBezTo>
                    <ns1:pt x="0" y="277"/>
                    <ns1:pt x="0" y="277"/>
                    <ns1:pt x="0" y="277"/>
                  </ns1:cubicBezTo>
                  <ns1:cubicBezTo>
                    <ns1:pt x="0" y="296"/>
                    <ns1:pt x="15" y="311"/>
                    <ns1:pt x="34" y="311"/>
                  </ns1:cubicBezTo>
                  <ns1:cubicBezTo>
                    <ns1:pt x="333" y="311"/>
                    <ns1:pt x="333" y="311"/>
                    <ns1:pt x="333" y="311"/>
                  </ns1:cubicBezTo>
                  <ns1:cubicBezTo>
                    <ns1:pt x="353" y="311"/>
                    <ns1:pt x="368" y="296"/>
                    <ns1:pt x="368" y="277"/>
                  </ns1:cubicBezTo>
                  <ns1:cubicBezTo>
                    <ns1:pt x="368" y="104"/>
                    <ns1:pt x="368" y="104"/>
                    <ns1:pt x="368" y="104"/>
                  </ns1:cubicBezTo>
                  <ns1:cubicBezTo>
                    <ns1:pt x="368" y="87"/>
                    <ns1:pt x="356" y="73"/>
                    <ns1:pt x="339" y="70"/>
                  </ns1:cubicBezTo>
                  <ns1:close/>
                  <ns1:moveTo>
                    <ns1:pt x="345" y="277"/>
                  </ns1:moveTo>
                  <ns1:cubicBezTo>
                    <ns1:pt x="345" y="283"/>
                    <ns1:pt x="340" y="288"/>
                    <ns1:pt x="333" y="288"/>
                  </ns1:cubicBezTo>
                  <ns1:cubicBezTo>
                    <ns1:pt x="34" y="288"/>
                    <ns1:pt x="34" y="288"/>
                    <ns1:pt x="34" y="288"/>
                  </ns1:cubicBezTo>
                  <ns1:cubicBezTo>
                    <ns1:pt x="28" y="288"/>
                    <ns1:pt x="23" y="283"/>
                    <ns1:pt x="23" y="277"/>
                  </ns1:cubicBezTo>
                  <ns1:cubicBezTo>
                    <ns1:pt x="23" y="104"/>
                    <ns1:pt x="23" y="104"/>
                    <ns1:pt x="23" y="104"/>
                  </ns1:cubicBezTo>
                  <ns1:cubicBezTo>
                    <ns1:pt x="23" y="98"/>
                    <ns1:pt x="27" y="93"/>
                    <ns1:pt x="32" y="92"/>
                  </ns1:cubicBezTo>
                  <ns1:cubicBezTo>
                    <ns1:pt x="95" y="82"/>
                    <ns1:pt x="95" y="82"/>
                    <ns1:pt x="95" y="82"/>
                  </ns1:cubicBezTo>
                  <ns1:cubicBezTo>
                    <ns1:pt x="116" y="31"/>
                    <ns1:pt x="116" y="31"/>
                    <ns1:pt x="116" y="31"/>
                  </ns1:cubicBezTo>
                  <ns1:cubicBezTo>
                    <ns1:pt x="117" y="26"/>
                    <ns1:pt x="122" y="23"/>
                    <ns1:pt x="126" y="23"/>
                  </ns1:cubicBezTo>
                  <ns1:cubicBezTo>
                    <ns1:pt x="241" y="23"/>
                    <ns1:pt x="241" y="23"/>
                    <ns1:pt x="241" y="23"/>
                  </ns1:cubicBezTo>
                  <ns1:cubicBezTo>
                    <ns1:pt x="246" y="23"/>
                    <ns1:pt x="250" y="26"/>
                    <ns1:pt x="252" y="31"/>
                  </ns1:cubicBezTo>
                  <ns1:cubicBezTo>
                    <ns1:pt x="273" y="82"/>
                    <ns1:pt x="273" y="82"/>
                    <ns1:pt x="273" y="82"/>
                  </ns1:cubicBezTo>
                  <ns1:cubicBezTo>
                    <ns1:pt x="335" y="92"/>
                    <ns1:pt x="335" y="92"/>
                    <ns1:pt x="335" y="92"/>
                  </ns1:cubicBezTo>
                  <ns1:cubicBezTo>
                    <ns1:pt x="341" y="93"/>
                    <ns1:pt x="345" y="98"/>
                    <ns1:pt x="345" y="104"/>
                  </ns1:cubicBezTo>
                  <ns1:lnTo>
                    <ns1:pt x="345" y="277"/>
                  </ns1:ln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</ns0:grpSp>
      <ns0:sp>
        <ns0:nvSpPr>
          <ns0:cNvPr id="272" name="Freeform 22"/>
          <ns0:cNvSpPr>
            <ns1:spLocks noEditPoints="1"/>
          </ns0:cNvSpPr>
          <ns0:nvPr/>
        </ns0:nvSpPr>
        <ns0:spPr bwMode="auto">
          <ns1:xfrm>
            <ns1:off x="9517102" y="4393019"/>
            <ns1:ext cx="422173" cy="304256"/>
          </ns1:xfrm>
          <ns1:custGeom>
            <ns1:avLst/>
            <ns1:gdLst>
              <ns1:gd name="T0" fmla="*/ 298 w 368"/>
              <ns1:gd name="T1" fmla="*/ 94 h 265"/>
              <ns1:gd name="T2" fmla="*/ 196 w 368"/>
              <ns1:gd name="T3" fmla="*/ 0 h 265"/>
              <ns1:gd name="T4" fmla="*/ 102 w 368"/>
              <ns1:gd name="T5" fmla="*/ 60 h 265"/>
              <ns1:gd name="T6" fmla="*/ 86 w 368"/>
              <ns1:gd name="T7" fmla="*/ 58 h 265"/>
              <ns1:gd name="T8" fmla="*/ 35 w 368"/>
              <ns1:gd name="T9" fmla="*/ 109 h 265"/>
              <ns1:gd name="T10" fmla="*/ 37 w 368"/>
              <ns1:gd name="T11" fmla="*/ 126 h 265"/>
              <ns1:gd name="T12" fmla="*/ 0 w 368"/>
              <ns1:gd name="T13" fmla="*/ 190 h 265"/>
              <ns1:gd name="T14" fmla="*/ 75 w 368"/>
              <ns1:gd name="T15" fmla="*/ 265 h 265"/>
              <ns1:gd name="T16" fmla="*/ 75 w 368"/>
              <ns1:gd name="T17" fmla="*/ 265 h 265"/>
              <ns1:gd name="T18" fmla="*/ 282 w 368"/>
              <ns1:gd name="T19" fmla="*/ 265 h 265"/>
              <ns1:gd name="T20" fmla="*/ 282 w 368"/>
              <ns1:gd name="T21" fmla="*/ 265 h 265"/>
              <ns1:gd name="T22" fmla="*/ 368 w 368"/>
              <ns1:gd name="T23" fmla="*/ 178 h 265"/>
              <ns1:gd name="T24" fmla="*/ 298 w 368"/>
              <ns1:gd name="T25" fmla="*/ 94 h 265"/>
              <ns1:gd name="T26" fmla="*/ 282 w 368"/>
              <ns1:gd name="T27" fmla="*/ 242 h 265"/>
              <ns1:gd name="T28" fmla="*/ 282 w 368"/>
              <ns1:gd name="T29" fmla="*/ 242 h 265"/>
              <ns1:gd name="T30" fmla="*/ 75 w 368"/>
              <ns1:gd name="T31" fmla="*/ 242 h 265"/>
              <ns1:gd name="T32" fmla="*/ 23 w 368"/>
              <ns1:gd name="T33" fmla="*/ 190 h 265"/>
              <ns1:gd name="T34" fmla="*/ 49 w 368"/>
              <ns1:gd name="T35" fmla="*/ 145 h 265"/>
              <ns1:gd name="T36" fmla="*/ 59 w 368"/>
              <ns1:gd name="T37" fmla="*/ 118 h 265"/>
              <ns1:gd name="T38" fmla="*/ 58 w 368"/>
              <ns1:gd name="T39" fmla="*/ 109 h 265"/>
              <ns1:gd name="T40" fmla="*/ 86 w 368"/>
              <ns1:gd name="T41" fmla="*/ 81 h 265"/>
              <ns1:gd name="T42" fmla="*/ 102 w 368"/>
              <ns1:gd name="T43" fmla="*/ 83 h 265"/>
              <ns1:gd name="T44" fmla="*/ 123 w 368"/>
              <ns1:gd name="T45" fmla="*/ 70 h 265"/>
              <ns1:gd name="T46" fmla="*/ 196 w 368"/>
              <ns1:gd name="T47" fmla="*/ 23 h 265"/>
              <ns1:gd name="T48" fmla="*/ 275 w 368"/>
              <ns1:gd name="T49" fmla="*/ 96 h 265"/>
              <ns1:gd name="T50" fmla="*/ 294 w 368"/>
              <ns1:gd name="T51" fmla="*/ 116 h 265"/>
              <ns1:gd name="T52" fmla="*/ 345 w 368"/>
              <ns1:gd name="T53" fmla="*/ 178 h 265"/>
              <ns1:gd name="T54" fmla="*/ 282 w 368"/>
              <ns1:gd name="T55" fmla="*/ 242 h 265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  <ns1:cxn ang="0">
                <ns1:pos x="T32" y="T33"/>
              </ns1:cxn>
              <ns1:cxn ang="0">
                <ns1:pos x="T34" y="T35"/>
              </ns1:cxn>
              <ns1:cxn ang="0">
                <ns1:pos x="T36" y="T37"/>
              </ns1:cxn>
              <ns1:cxn ang="0">
                <ns1:pos x="T38" y="T39"/>
              </ns1:cxn>
              <ns1:cxn ang="0">
                <ns1:pos x="T40" y="T41"/>
              </ns1:cxn>
              <ns1:cxn ang="0">
                <ns1:pos x="T42" y="T43"/>
              </ns1:cxn>
              <ns1:cxn ang="0">
                <ns1:pos x="T44" y="T45"/>
              </ns1:cxn>
              <ns1:cxn ang="0">
                <ns1:pos x="T46" y="T47"/>
              </ns1:cxn>
              <ns1:cxn ang="0">
                <ns1:pos x="T48" y="T49"/>
              </ns1:cxn>
              <ns1:cxn ang="0">
                <ns1:pos x="T50" y="T51"/>
              </ns1:cxn>
              <ns1:cxn ang="0">
                <ns1:pos x="T52" y="T53"/>
              </ns1:cxn>
              <ns1:cxn ang="0">
                <ns1:pos x="T54" y="T55"/>
              </ns1:cxn>
            </ns1:cxnLst>
            <ns1:rect l="0" t="0" r="r" b="b"/>
            <ns1:pathLst>
              <ns1:path w="368" h="265">
                <ns1:moveTo>
                  <ns1:pt x="298" y="94"/>
                </ns1:moveTo>
                <ns1:cubicBezTo>
                  <ns1:pt x="293" y="41"/>
                  <ns1:pt x="250" y="0"/>
                  <ns1:pt x="196" y="0"/>
                </ns1:cubicBezTo>
                <ns1:cubicBezTo>
                  <ns1:pt x="154" y="0"/>
                  <ns1:pt x="118" y="25"/>
                  <ns1:pt x="102" y="60"/>
                </ns1:cubicBezTo>
                <ns1:cubicBezTo>
                  <ns1:pt x="97" y="59"/>
                  <ns1:pt x="92" y="58"/>
                  <ns1:pt x="86" y="58"/>
                </ns1:cubicBezTo>
                <ns1:cubicBezTo>
                  <ns1:pt x="58" y="58"/>
                  <ns1:pt x="35" y="81"/>
                  <ns1:pt x="35" y="109"/>
                </ns1:cubicBezTo>
                <ns1:cubicBezTo>
                  <ns1:pt x="35" y="115"/>
                  <ns1:pt x="36" y="120"/>
                  <ns1:pt x="37" y="126"/>
                </ns1:cubicBezTo>
                <ns1:cubicBezTo>
                  <ns1:pt x="15" y="139"/>
                  <ns1:pt x="0" y="162"/>
                  <ns1:pt x="0" y="190"/>
                </ns1:cubicBezTo>
                <ns1:cubicBezTo>
                  <ns1:pt x="0" y="231"/>
                  <ns1:pt x="34" y="265"/>
                  <ns1:pt x="75" y="265"/>
                </ns1:cubicBezTo>
                <ns1:cubicBezTo>
                  <ns1:pt x="75" y="265"/>
                  <ns1:pt x="75" y="265"/>
                  <ns1:pt x="75" y="265"/>
                </ns1:cubicBezTo>
                <ns1:cubicBezTo>
                  <ns1:pt x="282" y="265"/>
                  <ns1:pt x="282" y="265"/>
                  <ns1:pt x="282" y="265"/>
                </ns1:cubicBezTo>
                <ns1:cubicBezTo>
                  <ns1:pt x="282" y="265"/>
                  <ns1:pt x="282" y="265"/>
                  <ns1:pt x="282" y="265"/>
                </ns1:cubicBezTo>
                <ns1:cubicBezTo>
                  <ns1:pt x="330" y="265"/>
                  <ns1:pt x="368" y="226"/>
                  <ns1:pt x="368" y="178"/>
                </ns1:cubicBezTo>
                <ns1:cubicBezTo>
                  <ns1:pt x="368" y="136"/>
                  <ns1:pt x="338" y="101"/>
                  <ns1:pt x="298" y="94"/>
                </ns1:cubicBezTo>
                <ns1:close/>
                <ns1:moveTo>
                  <ns1:pt x="282" y="242"/>
                </ns1:moveTo>
                <ns1:cubicBezTo>
                  <ns1:pt x="282" y="242"/>
                  <ns1:pt x="282" y="242"/>
                  <ns1:pt x="282" y="242"/>
                </ns1:cubicBezTo>
                <ns1:cubicBezTo>
                  <ns1:pt x="75" y="242"/>
                  <ns1:pt x="75" y="242"/>
                  <ns1:pt x="75" y="242"/>
                </ns1:cubicBezTo>
                <ns1:cubicBezTo>
                  <ns1:pt x="46" y="242"/>
                  <ns1:pt x="23" y="219"/>
                  <ns1:pt x="23" y="190"/>
                </ns1:cubicBezTo>
                <ns1:cubicBezTo>
                  <ns1:pt x="23" y="172"/>
                  <ns1:pt x="33" y="155"/>
                  <ns1:pt x="49" y="145"/>
                </ns1:cubicBezTo>
                <ns1:cubicBezTo>
                  <ns1:pt x="65" y="136"/>
                  <ns1:pt x="66" y="135"/>
                  <ns1:pt x="59" y="118"/>
                </ns1:cubicBezTo>
                <ns1:cubicBezTo>
                  <ns1:pt x="58" y="115"/>
                  <ns1:pt x="58" y="112"/>
                  <ns1:pt x="58" y="109"/>
                </ns1:cubicBezTo>
                <ns1:cubicBezTo>
                  <ns1:pt x="58" y="94"/>
                  <ns1:pt x="70" y="81"/>
                  <ns1:pt x="86" y="81"/>
                </ns1:cubicBezTo>
                <ns1:cubicBezTo>
                  <ns1:pt x="86" y="81"/>
                  <ns1:pt x="94" y="80"/>
                  <ns1:pt x="102" y="83"/>
                </ns1:cubicBezTo>
                <ns1:cubicBezTo>
                  <ns1:pt x="115" y="89"/>
                  <ns1:pt x="117" y="83"/>
                  <ns1:pt x="123" y="70"/>
                </ns1:cubicBezTo>
                <ns1:cubicBezTo>
                  <ns1:pt x="136" y="41"/>
                  <ns1:pt x="165" y="23"/>
                  <ns1:pt x="196" y="23"/>
                </ns1:cubicBezTo>
                <ns1:cubicBezTo>
                  <ns1:pt x="237" y="23"/>
                  <ns1:pt x="271" y="54"/>
                  <ns1:pt x="275" y="96"/>
                </ns1:cubicBezTo>
                <ns1:cubicBezTo>
                  <ns1:pt x="277" y="112"/>
                  <ns1:pt x="277" y="112"/>
                  <ns1:pt x="294" y="116"/>
                </ns1:cubicBezTo>
                <ns1:cubicBezTo>
                  <ns1:pt x="324" y="122"/>
                  <ns1:pt x="345" y="148"/>
                  <ns1:pt x="345" y="178"/>
                </ns1:cubicBezTo>
                <ns1:cubicBezTo>
                  <ns1:pt x="345" y="213"/>
                  <ns1:pt x="317" y="242"/>
                  <ns1:pt x="282" y="242"/>
                </ns1:cubicBezTo>
                <ns1:close/>
              </ns1:path>
            </ns1:pathLst>
          </ns1:custGeom>
          <ns1:solidFill>
            <ns1:schemeClr val="tx1"/>
          </ns1:solidFill>
          <ns1:ln>
            <ns1:noFill/>
          </ns1:ln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id-ID" sz="2700"/>
          </ns1:p>
        </ns0:txBody>
      </ns0:sp>
      <ns0:sp>
        <ns0:nvSpPr>
          <ns0:cNvPr id="273" name="Freeform 136"/>
          <ns0:cNvSpPr>
            <ns1:spLocks noEditPoints="1"/>
          </ns0:cNvSpPr>
          <ns0:nvPr/>
        </ns0:nvSpPr>
        <ns0:spPr bwMode="auto">
          <ns1:xfrm>
            <ns1:off x="7492663" y="4426530"/>
            <ns1:ext cx="428916" cy="294438"/>
          </ns1:xfrm>
          <ns1:custGeom>
            <ns1:avLst/>
            <ns1:gdLst>
              <ns1:gd name="T0" fmla="*/ 120 w 128"/>
              <ns1:gd name="T1" fmla="*/ 4 h 88"/>
              <ns1:gd name="T2" fmla="*/ 116 w 128"/>
              <ns1:gd name="T3" fmla="*/ 4 h 88"/>
              <ns1:gd name="T4" fmla="*/ 111 w 128"/>
              <ns1:gd name="T5" fmla="*/ 6 h 88"/>
              <ns1:gd name="T6" fmla="*/ 100 w 128"/>
              <ns1:gd name="T7" fmla="*/ 17 h 88"/>
              <ns1:gd name="T8" fmla="*/ 100 w 128"/>
              <ns1:gd name="T9" fmla="*/ 12 h 88"/>
              <ns1:gd name="T10" fmla="*/ 88 w 128"/>
              <ns1:gd name="T11" fmla="*/ 0 h 88"/>
              <ns1:gd name="T12" fmla="*/ 12 w 128"/>
              <ns1:gd name="T13" fmla="*/ 0 h 88"/>
              <ns1:gd name="T14" fmla="*/ 0 w 128"/>
              <ns1:gd name="T15" fmla="*/ 12 h 88"/>
              <ns1:gd name="T16" fmla="*/ 0 w 128"/>
              <ns1:gd name="T17" fmla="*/ 40 h 88"/>
              <ns1:gd name="T18" fmla="*/ 0 w 128"/>
              <ns1:gd name="T19" fmla="*/ 76 h 88"/>
              <ns1:gd name="T20" fmla="*/ 12 w 128"/>
              <ns1:gd name="T21" fmla="*/ 88 h 88"/>
              <ns1:gd name="T22" fmla="*/ 88 w 128"/>
              <ns1:gd name="T23" fmla="*/ 88 h 88"/>
              <ns1:gd name="T24" fmla="*/ 100 w 128"/>
              <ns1:gd name="T25" fmla="*/ 76 h 88"/>
              <ns1:gd name="T26" fmla="*/ 100 w 128"/>
              <ns1:gd name="T27" fmla="*/ 71 h 88"/>
              <ns1:gd name="T28" fmla="*/ 111 w 128"/>
              <ns1:gd name="T29" fmla="*/ 82 h 88"/>
              <ns1:gd name="T30" fmla="*/ 116 w 128"/>
              <ns1:gd name="T31" fmla="*/ 84 h 88"/>
              <ns1:gd name="T32" fmla="*/ 120 w 128"/>
              <ns1:gd name="T33" fmla="*/ 84 h 88"/>
              <ns1:gd name="T34" fmla="*/ 128 w 128"/>
              <ns1:gd name="T35" fmla="*/ 76 h 88"/>
              <ns1:gd name="T36" fmla="*/ 128 w 128"/>
              <ns1:gd name="T37" fmla="*/ 12 h 88"/>
              <ns1:gd name="T38" fmla="*/ 120 w 128"/>
              <ns1:gd name="T39" fmla="*/ 4 h 88"/>
              <ns1:gd name="T40" fmla="*/ 12 w 128"/>
              <ns1:gd name="T41" fmla="*/ 80 h 88"/>
              <ns1:gd name="T42" fmla="*/ 8 w 128"/>
              <ns1:gd name="T43" fmla="*/ 76 h 88"/>
              <ns1:gd name="T44" fmla="*/ 8 w 128"/>
              <ns1:gd name="T45" fmla="*/ 12 h 88"/>
              <ns1:gd name="T46" fmla="*/ 12 w 128"/>
              <ns1:gd name="T47" fmla="*/ 8 h 88"/>
              <ns1:gd name="T48" fmla="*/ 88 w 128"/>
              <ns1:gd name="T49" fmla="*/ 8 h 88"/>
              <ns1:gd name="T50" fmla="*/ 92 w 128"/>
              <ns1:gd name="T51" fmla="*/ 12 h 88"/>
              <ns1:gd name="T52" fmla="*/ 92 w 128"/>
              <ns1:gd name="T53" fmla="*/ 76 h 88"/>
              <ns1:gd name="T54" fmla="*/ 88 w 128"/>
              <ns1:gd name="T55" fmla="*/ 80 h 88"/>
              <ns1:gd name="T56" fmla="*/ 12 w 128"/>
              <ns1:gd name="T57" fmla="*/ 80 h 88"/>
              <ns1:gd name="T58" fmla="*/ 120 w 128"/>
              <ns1:gd name="T59" fmla="*/ 76 h 88"/>
              <ns1:gd name="T60" fmla="*/ 116 w 128"/>
              <ns1:gd name="T61" fmla="*/ 76 h 88"/>
              <ns1:gd name="T62" fmla="*/ 116 w 128"/>
              <ns1:gd name="T63" fmla="*/ 76 h 88"/>
              <ns1:gd name="T64" fmla="*/ 100 w 128"/>
              <ns1:gd name="T65" fmla="*/ 60 h 88"/>
              <ns1:gd name="T66" fmla="*/ 100 w 128"/>
              <ns1:gd name="T67" fmla="*/ 60 h 88"/>
              <ns1:gd name="T68" fmla="*/ 96 w 128"/>
              <ns1:gd name="T69" fmla="*/ 56 h 88"/>
              <ns1:gd name="T70" fmla="*/ 96 w 128"/>
              <ns1:gd name="T71" fmla="*/ 32 h 88"/>
              <ns1:gd name="T72" fmla="*/ 116 w 128"/>
              <ns1:gd name="T73" fmla="*/ 12 h 88"/>
              <ns1:gd name="T74" fmla="*/ 116 w 128"/>
              <ns1:gd name="T75" fmla="*/ 12 h 88"/>
              <ns1:gd name="T76" fmla="*/ 120 w 128"/>
              <ns1:gd name="T77" fmla="*/ 12 h 88"/>
              <ns1:gd name="T78" fmla="*/ 120 w 128"/>
              <ns1:gd name="T79" fmla="*/ 76 h 88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  <ns1:cxn ang="0">
                <ns1:pos x="T32" y="T33"/>
              </ns1:cxn>
              <ns1:cxn ang="0">
                <ns1:pos x="T34" y="T35"/>
              </ns1:cxn>
              <ns1:cxn ang="0">
                <ns1:pos x="T36" y="T37"/>
              </ns1:cxn>
              <ns1:cxn ang="0">
                <ns1:pos x="T38" y="T39"/>
              </ns1:cxn>
              <ns1:cxn ang="0">
                <ns1:pos x="T40" y="T41"/>
              </ns1:cxn>
              <ns1:cxn ang="0">
                <ns1:pos x="T42" y="T43"/>
              </ns1:cxn>
              <ns1:cxn ang="0">
                <ns1:pos x="T44" y="T45"/>
              </ns1:cxn>
              <ns1:cxn ang="0">
                <ns1:pos x="T46" y="T47"/>
              </ns1:cxn>
              <ns1:cxn ang="0">
                <ns1:pos x="T48" y="T49"/>
              </ns1:cxn>
              <ns1:cxn ang="0">
                <ns1:pos x="T50" y="T51"/>
              </ns1:cxn>
              <ns1:cxn ang="0">
                <ns1:pos x="T52" y="T53"/>
              </ns1:cxn>
              <ns1:cxn ang="0">
                <ns1:pos x="T54" y="T55"/>
              </ns1:cxn>
              <ns1:cxn ang="0">
                <ns1:pos x="T56" y="T57"/>
              </ns1:cxn>
              <ns1:cxn ang="0">
                <ns1:pos x="T58" y="T59"/>
              </ns1:cxn>
              <ns1:cxn ang="0">
                <ns1:pos x="T60" y="T61"/>
              </ns1:cxn>
              <ns1:cxn ang="0">
                <ns1:pos x="T62" y="T63"/>
              </ns1:cxn>
              <ns1:cxn ang="0">
                <ns1:pos x="T64" y="T65"/>
              </ns1:cxn>
              <ns1:cxn ang="0">
                <ns1:pos x="T66" y="T67"/>
              </ns1:cxn>
              <ns1:cxn ang="0">
                <ns1:pos x="T68" y="T69"/>
              </ns1:cxn>
              <ns1:cxn ang="0">
                <ns1:pos x="T70" y="T71"/>
              </ns1:cxn>
              <ns1:cxn ang="0">
                <ns1:pos x="T72" y="T73"/>
              </ns1:cxn>
              <ns1:cxn ang="0">
                <ns1:pos x="T74" y="T75"/>
              </ns1:cxn>
              <ns1:cxn ang="0">
                <ns1:pos x="T76" y="T77"/>
              </ns1:cxn>
              <ns1:cxn ang="0">
                <ns1:pos x="T78" y="T79"/>
              </ns1:cxn>
            </ns1:cxnLst>
            <ns1:rect l="0" t="0" r="r" b="b"/>
            <ns1:pathLst>
              <ns1:path w="128" h="88">
                <ns1:moveTo>
                  <ns1:pt x="120" y="4"/>
                </ns1:moveTo>
                <ns1:cubicBezTo>
                  <ns1:pt x="116" y="4"/>
                  <ns1:pt x="116" y="4"/>
                  <ns1:pt x="116" y="4"/>
                </ns1:cubicBezTo>
                <ns1:cubicBezTo>
                  <ns1:pt x="114" y="4"/>
                  <ns1:pt x="112" y="5"/>
                  <ns1:pt x="111" y="6"/>
                </ns1:cubicBezTo>
                <ns1:cubicBezTo>
                  <ns1:pt x="100" y="17"/>
                  <ns1:pt x="100" y="17"/>
                  <ns1:pt x="100" y="17"/>
                </ns1:cubicBezTo>
                <ns1:cubicBezTo>
                  <ns1:pt x="100" y="12"/>
                  <ns1:pt x="100" y="12"/>
                  <ns1:pt x="100" y="12"/>
                </ns1:cubicBezTo>
                <ns1:cubicBezTo>
                  <ns1:pt x="100" y="5"/>
                  <ns1:pt x="95" y="0"/>
                  <ns1:pt x="88" y="0"/>
                </ns1:cubicBezTo>
                <ns1:cubicBezTo>
                  <ns1:pt x="12" y="0"/>
                  <ns1:pt x="12" y="0"/>
                  <ns1:pt x="12" y="0"/>
                </ns1:cubicBezTo>
                <ns1:cubicBezTo>
                  <ns1:pt x="5" y="0"/>
                  <ns1:pt x="0" y="5"/>
                  <ns1:pt x="0" y="12"/>
                </ns1:cubicBezTo>
                <ns1:cubicBezTo>
                  <ns1:pt x="0" y="40"/>
                  <ns1:pt x="0" y="40"/>
                  <ns1:pt x="0" y="40"/>
                </ns1:cubicBezTo>
                <ns1:cubicBezTo>
                  <ns1:pt x="0" y="76"/>
                  <ns1:pt x="0" y="76"/>
                  <ns1:pt x="0" y="76"/>
                </ns1:cubicBezTo>
                <ns1:cubicBezTo>
                  <ns1:pt x="0" y="83"/>
                  <ns1:pt x="5" y="88"/>
                  <ns1:pt x="12" y="88"/>
                </ns1:cubicBezTo>
                <ns1:cubicBezTo>
                  <ns1:pt x="88" y="88"/>
                  <ns1:pt x="88" y="88"/>
                  <ns1:pt x="88" y="88"/>
                </ns1:cubicBezTo>
                <ns1:cubicBezTo>
                  <ns1:pt x="95" y="88"/>
                  <ns1:pt x="100" y="83"/>
                  <ns1:pt x="100" y="76"/>
                </ns1:cubicBezTo>
                <ns1:cubicBezTo>
                  <ns1:pt x="100" y="71"/>
                  <ns1:pt x="100" y="71"/>
                  <ns1:pt x="100" y="71"/>
                </ns1:cubicBezTo>
                <ns1:cubicBezTo>
                  <ns1:pt x="111" y="82"/>
                  <ns1:pt x="111" y="82"/>
                  <ns1:pt x="111" y="82"/>
                </ns1:cubicBezTo>
                <ns1:cubicBezTo>
                  <ns1:pt x="112" y="83"/>
                  <ns1:pt x="114" y="84"/>
                  <ns1:pt x="116" y="84"/>
                </ns1:cubicBezTo>
                <ns1:cubicBezTo>
                  <ns1:pt x="120" y="84"/>
                  <ns1:pt x="120" y="84"/>
                  <ns1:pt x="120" y="84"/>
                </ns1:cubicBezTo>
                <ns1:cubicBezTo>
                  <ns1:pt x="124" y="84"/>
                  <ns1:pt x="128" y="81"/>
                  <ns1:pt x="128" y="76"/>
                </ns1:cubicBezTo>
                <ns1:cubicBezTo>
                  <ns1:pt x="128" y="12"/>
                  <ns1:pt x="128" y="12"/>
                  <ns1:pt x="128" y="12"/>
                </ns1:cubicBezTo>
                <ns1:cubicBezTo>
                  <ns1:pt x="128" y="8"/>
                  <ns1:pt x="124" y="4"/>
                  <ns1:pt x="120" y="4"/>
                </ns1:cubicBezTo>
                <ns1:close/>
                <ns1:moveTo>
                  <ns1:pt x="12" y="80"/>
                </ns1:moveTo>
                <ns1:cubicBezTo>
                  <ns1:pt x="10" y="80"/>
                  <ns1:pt x="8" y="78"/>
                  <ns1:pt x="8" y="76"/>
                </ns1:cubicBezTo>
                <ns1:cubicBezTo>
                  <ns1:pt x="8" y="12"/>
                  <ns1:pt x="8" y="12"/>
                  <ns1:pt x="8" y="12"/>
                </ns1:cubicBezTo>
                <ns1:cubicBezTo>
                  <ns1:pt x="8" y="10"/>
                  <ns1:pt x="10" y="8"/>
                  <ns1:pt x="12" y="8"/>
                </ns1:cubicBezTo>
                <ns1:cubicBezTo>
                  <ns1:pt x="88" y="8"/>
                  <ns1:pt x="88" y="8"/>
                  <ns1:pt x="88" y="8"/>
                </ns1:cubicBezTo>
                <ns1:cubicBezTo>
                  <ns1:pt x="90" y="8"/>
                  <ns1:pt x="92" y="10"/>
                  <ns1:pt x="92" y="12"/>
                </ns1:cubicBezTo>
                <ns1:cubicBezTo>
                  <ns1:pt x="92" y="76"/>
                  <ns1:pt x="92" y="76"/>
                  <ns1:pt x="92" y="76"/>
                </ns1:cubicBezTo>
                <ns1:cubicBezTo>
                  <ns1:pt x="92" y="78"/>
                  <ns1:pt x="90" y="80"/>
                  <ns1:pt x="88" y="80"/>
                </ns1:cubicBezTo>
                <ns1:lnTo>
                  <ns1:pt x="12" y="80"/>
                </ns1:lnTo>
                <ns1:close/>
                <ns1:moveTo>
                  <ns1:pt x="120" y="76"/>
                </ns1:moveTo>
                <ns1:cubicBezTo>
                  <ns1:pt x="116" y="76"/>
                  <ns1:pt x="116" y="76"/>
                  <ns1:pt x="116" y="76"/>
                </ns1:cubicBezTo>
                <ns1:cubicBezTo>
                  <ns1:pt x="116" y="76"/>
                  <ns1:pt x="116" y="76"/>
                  <ns1:pt x="116" y="76"/>
                </ns1:cubicBezTo>
                <ns1:cubicBezTo>
                  <ns1:pt x="100" y="60"/>
                  <ns1:pt x="100" y="60"/>
                  <ns1:pt x="100" y="60"/>
                </ns1:cubicBezTo>
                <ns1:cubicBezTo>
                  <ns1:pt x="100" y="60"/>
                  <ns1:pt x="100" y="60"/>
                  <ns1:pt x="100" y="60"/>
                </ns1:cubicBezTo>
                <ns1:cubicBezTo>
                  <ns1:pt x="96" y="56"/>
                  <ns1:pt x="96" y="56"/>
                  <ns1:pt x="96" y="56"/>
                </ns1:cubicBezTo>
                <ns1:cubicBezTo>
                  <ns1:pt x="96" y="32"/>
                  <ns1:pt x="96" y="32"/>
                  <ns1:pt x="96" y="32"/>
                </ns1:cubicBezTo>
                <ns1:cubicBezTo>
                  <ns1:pt x="116" y="12"/>
                  <ns1:pt x="116" y="12"/>
                  <ns1:pt x="116" y="12"/>
                </ns1:cubicBezTo>
                <ns1:cubicBezTo>
                  <ns1:pt x="116" y="12"/>
                  <ns1:pt x="116" y="12"/>
                  <ns1:pt x="116" y="12"/>
                </ns1:cubicBezTo>
                <ns1:cubicBezTo>
                  <ns1:pt x="120" y="12"/>
                  <ns1:pt x="120" y="12"/>
                  <ns1:pt x="120" y="12"/>
                </ns1:cubicBezTo>
                <ns1:lnTo>
                  <ns1:pt x="120" y="76"/>
                </ns1:lnTo>
                <ns1:close/>
              </ns1:path>
            </ns1:pathLst>
          </ns1:custGeom>
          <ns1:solidFill>
            <ns1:schemeClr val="tx1"/>
          </ns1:solidFill>
          <ns1:ln>
            <ns1:noFill/>
          </ns1:ln>
          <ns1:extLst/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id-ID" sz="2700"/>
          </ns1:p>
        </ns0:txBody>
      </ns0:sp>
      <ns0:grpSp>
        <ns0:nvGrpSpPr>
          <ns0:cNvPr id="274" name="Group 273"/>
          <ns0:cNvGrpSpPr/>
          <ns0:nvPr/>
        </ns0:nvGrpSpPr>
        <ns0:grpSpPr>
          <ns1:xfrm>
            <ns1:off x="1259515" y="5234333"/>
            <ns1:ext cx="417197" cy="364703"/>
            <ns1:chOff x="9344026" y="4030663"/>
            <ns1:chExt cx="239713" cy="209551"/>
          </ns1:xfrm>
          <ns1:solidFill>
            <ns1:schemeClr val="tx1"/>
          </ns1:solidFill>
        </ns0:grpSpPr>
        <ns0:sp>
          <ns0:nvSpPr>
            <ns0:cNvPr id="275" name="Freeform 173"/>
            <ns0:cNvSpPr>
              <ns1:spLocks/>
            </ns0:cNvSpPr>
            <ns0:nvPr/>
          </ns0:nvSpPr>
          <ns0:spPr bwMode="auto">
            <ns1:xfrm>
              <ns1:off x="9344026" y="4030663"/>
              <ns1:ext cx="239713" cy="179388"/>
            </ns1:xfrm>
            <ns1:custGeom>
              <ns1:avLst/>
              <ns1:gdLst>
                <ns1:gd name="T0" fmla="*/ 56 w 64"/>
                <ns1:gd name="T1" fmla="*/ 18 h 48"/>
                <ns1:gd name="T2" fmla="*/ 56 w 64"/>
                <ns1:gd name="T3" fmla="*/ 18 h 48"/>
                <ns1:gd name="T4" fmla="*/ 38 w 64"/>
                <ns1:gd name="T5" fmla="*/ 0 h 48"/>
                <ns1:gd name="T6" fmla="*/ 22 w 64"/>
                <ns1:gd name="T7" fmla="*/ 9 h 48"/>
                <ns1:gd name="T8" fmla="*/ 18 w 64"/>
                <ns1:gd name="T9" fmla="*/ 8 h 48"/>
                <ns1:gd name="T10" fmla="*/ 8 w 64"/>
                <ns1:gd name="T11" fmla="*/ 18 h 48"/>
                <ns1:gd name="T12" fmla="*/ 8 w 64"/>
                <ns1:gd name="T13" fmla="*/ 18 h 48"/>
                <ns1:gd name="T14" fmla="*/ 0 w 64"/>
                <ns1:gd name="T15" fmla="*/ 32 h 48"/>
                <ns1:gd name="T16" fmla="*/ 16 w 64"/>
                <ns1:gd name="T17" fmla="*/ 48 h 48"/>
                <ns1:gd name="T18" fmla="*/ 20 w 64"/>
                <ns1:gd name="T19" fmla="*/ 48 h 48"/>
                <ns1:gd name="T20" fmla="*/ 20 w 64"/>
                <ns1:gd name="T21" fmla="*/ 44 h 48"/>
                <ns1:gd name="T22" fmla="*/ 16 w 64"/>
                <ns1:gd name="T23" fmla="*/ 44 h 48"/>
                <ns1:gd name="T24" fmla="*/ 4 w 64"/>
                <ns1:gd name="T25" fmla="*/ 32 h 48"/>
                <ns1:gd name="T26" fmla="*/ 10 w 64"/>
                <ns1:gd name="T27" fmla="*/ 22 h 48"/>
                <ns1:gd name="T28" fmla="*/ 12 w 64"/>
                <ns1:gd name="T29" fmla="*/ 21 h 48"/>
                <ns1:gd name="T30" fmla="*/ 12 w 64"/>
                <ns1:gd name="T31" fmla="*/ 18 h 48"/>
                <ns1:gd name="T32" fmla="*/ 12 w 64"/>
                <ns1:gd name="T33" fmla="*/ 18 h 48"/>
                <ns1:gd name="T34" fmla="*/ 18 w 64"/>
                <ns1:gd name="T35" fmla="*/ 12 h 48"/>
                <ns1:gd name="T36" fmla="*/ 21 w 64"/>
                <ns1:gd name="T37" fmla="*/ 13 h 48"/>
                <ns1:gd name="T38" fmla="*/ 24 w 64"/>
                <ns1:gd name="T39" fmla="*/ 14 h 48"/>
                <ns1:gd name="T40" fmla="*/ 26 w 64"/>
                <ns1:gd name="T41" fmla="*/ 11 h 48"/>
                <ns1:gd name="T42" fmla="*/ 38 w 64"/>
                <ns1:gd name="T43" fmla="*/ 4 h 48"/>
                <ns1:gd name="T44" fmla="*/ 52 w 64"/>
                <ns1:gd name="T45" fmla="*/ 18 h 48"/>
                <ns1:gd name="T46" fmla="*/ 52 w 64"/>
                <ns1:gd name="T47" fmla="*/ 18 h 48"/>
                <ns1:gd name="T48" fmla="*/ 52 w 64"/>
                <ns1:gd name="T49" fmla="*/ 21 h 48"/>
                <ns1:gd name="T50" fmla="*/ 54 w 64"/>
                <ns1:gd name="T51" fmla="*/ 22 h 48"/>
                <ns1:gd name="T52" fmla="*/ 60 w 64"/>
                <ns1:gd name="T53" fmla="*/ 32 h 48"/>
                <ns1:gd name="T54" fmla="*/ 48 w 64"/>
                <ns1:gd name="T55" fmla="*/ 44 h 48"/>
                <ns1:gd name="T56" fmla="*/ 44 w 64"/>
                <ns1:gd name="T57" fmla="*/ 44 h 48"/>
                <ns1:gd name="T58" fmla="*/ 44 w 64"/>
                <ns1:gd name="T59" fmla="*/ 48 h 48"/>
                <ns1:gd name="T60" fmla="*/ 48 w 64"/>
                <ns1:gd name="T61" fmla="*/ 48 h 48"/>
                <ns1:gd name="T62" fmla="*/ 64 w 64"/>
                <ns1:gd name="T63" fmla="*/ 32 h 48"/>
                <ns1:gd name="T64" fmla="*/ 56 w 64"/>
                <ns1:gd name="T65" fmla="*/ 18 h 48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  <ns1:cxn ang="0">
                  <ns1:pos x="T30" y="T31"/>
                </ns1:cxn>
                <ns1:cxn ang="0">
                  <ns1:pos x="T32" y="T33"/>
                </ns1:cxn>
                <ns1:cxn ang="0">
                  <ns1:pos x="T34" y="T35"/>
                </ns1:cxn>
                <ns1:cxn ang="0">
                  <ns1:pos x="T36" y="T37"/>
                </ns1:cxn>
                <ns1:cxn ang="0">
                  <ns1:pos x="T38" y="T39"/>
                </ns1:cxn>
                <ns1:cxn ang="0">
                  <ns1:pos x="T40" y="T41"/>
                </ns1:cxn>
                <ns1:cxn ang="0">
                  <ns1:pos x="T42" y="T43"/>
                </ns1:cxn>
                <ns1:cxn ang="0">
                  <ns1:pos x="T44" y="T45"/>
                </ns1:cxn>
                <ns1:cxn ang="0">
                  <ns1:pos x="T46" y="T47"/>
                </ns1:cxn>
                <ns1:cxn ang="0">
                  <ns1:pos x="T48" y="T49"/>
                </ns1:cxn>
                <ns1:cxn ang="0">
                  <ns1:pos x="T50" y="T51"/>
                </ns1:cxn>
                <ns1:cxn ang="0">
                  <ns1:pos x="T52" y="T53"/>
                </ns1:cxn>
                <ns1:cxn ang="0">
                  <ns1:pos x="T54" y="T55"/>
                </ns1:cxn>
                <ns1:cxn ang="0">
                  <ns1:pos x="T56" y="T57"/>
                </ns1:cxn>
                <ns1:cxn ang="0">
                  <ns1:pos x="T58" y="T59"/>
                </ns1:cxn>
                <ns1:cxn ang="0">
                  <ns1:pos x="T60" y="T61"/>
                </ns1:cxn>
                <ns1:cxn ang="0">
                  <ns1:pos x="T62" y="T63"/>
                </ns1:cxn>
                <ns1:cxn ang="0">
                  <ns1:pos x="T64" y="T65"/>
                </ns1:cxn>
              </ns1:cxnLst>
              <ns1:rect l="0" t="0" r="r" b="b"/>
              <ns1:pathLst>
                <ns1:path w="64" h="48">
                  <ns1:moveTo>
                    <ns1:pt x="56" y="18"/>
                  </ns1:moveTo>
                  <ns1:cubicBezTo>
                    <ns1:pt x="56" y="18"/>
                    <ns1:pt x="56" y="18"/>
                    <ns1:pt x="56" y="18"/>
                  </ns1:cubicBezTo>
                  <ns1:cubicBezTo>
                    <ns1:pt x="56" y="8"/>
                    <ns1:pt x="48" y="0"/>
                    <ns1:pt x="38" y="0"/>
                  </ns1:cubicBezTo>
                  <ns1:cubicBezTo>
                    <ns1:pt x="31" y="0"/>
                    <ns1:pt x="26" y="4"/>
                    <ns1:pt x="22" y="9"/>
                  </ns1:cubicBezTo>
                  <ns1:cubicBezTo>
                    <ns1:pt x="21" y="8"/>
                    <ns1:pt x="20" y="8"/>
                    <ns1:pt x="18" y="8"/>
                  </ns1:cubicBezTo>
                  <ns1:cubicBezTo>
                    <ns1:pt x="12" y="8"/>
                    <ns1:pt x="8" y="12"/>
                    <ns1:pt x="8" y="18"/>
                  </ns1:cubicBezTo>
                  <ns1:cubicBezTo>
                    <ns1:pt x="8" y="18"/>
                    <ns1:pt x="8" y="18"/>
                    <ns1:pt x="8" y="18"/>
                  </ns1:cubicBezTo>
                  <ns1:cubicBezTo>
                    <ns1:pt x="3" y="21"/>
                    <ns1:pt x="0" y="26"/>
                    <ns1:pt x="0" y="32"/>
                  </ns1:cubicBezTo>
                  <ns1:cubicBezTo>
                    <ns1:pt x="0" y="41"/>
                    <ns1:pt x="7" y="48"/>
                    <ns1:pt x="16" y="48"/>
                  </ns1:cubicBezTo>
                  <ns1:cubicBezTo>
                    <ns1:pt x="20" y="48"/>
                    <ns1:pt x="20" y="48"/>
                    <ns1:pt x="20" y="48"/>
                  </ns1:cubicBezTo>
                  <ns1:cubicBezTo>
                    <ns1:pt x="20" y="44"/>
                    <ns1:pt x="20" y="44"/>
                    <ns1:pt x="20" y="44"/>
                  </ns1:cubicBezTo>
                  <ns1:cubicBezTo>
                    <ns1:pt x="16" y="44"/>
                    <ns1:pt x="16" y="44"/>
                    <ns1:pt x="16" y="44"/>
                  </ns1:cubicBezTo>
                  <ns1:cubicBezTo>
                    <ns1:pt x="9" y="44"/>
                    <ns1:pt x="4" y="39"/>
                    <ns1:pt x="4" y="32"/>
                  </ns1:cubicBezTo>
                  <ns1:cubicBezTo>
                    <ns1:pt x="4" y="28"/>
                    <ns1:pt x="6" y="24"/>
                    <ns1:pt x="10" y="22"/>
                  </ns1:cubicBezTo>
                  <ns1:cubicBezTo>
                    <ns1:pt x="12" y="21"/>
                    <ns1:pt x="12" y="21"/>
                    <ns1:pt x="12" y="21"/>
                  </ns1:cubicBezTo>
                  <ns1:cubicBezTo>
                    <ns1:pt x="12" y="18"/>
                    <ns1:pt x="12" y="18"/>
                    <ns1:pt x="12" y="18"/>
                  </ns1:cubicBezTo>
                  <ns1:cubicBezTo>
                    <ns1:pt x="12" y="18"/>
                    <ns1:pt x="12" y="18"/>
                    <ns1:pt x="12" y="18"/>
                  </ns1:cubicBezTo>
                  <ns1:cubicBezTo>
                    <ns1:pt x="12" y="15"/>
                    <ns1:pt x="15" y="12"/>
                    <ns1:pt x="18" y="12"/>
                  </ns1:cubicBezTo>
                  <ns1:cubicBezTo>
                    <ns1:pt x="19" y="12"/>
                    <ns1:pt x="20" y="12"/>
                    <ns1:pt x="21" y="13"/>
                  </ns1:cubicBezTo>
                  <ns1:cubicBezTo>
                    <ns1:pt x="24" y="14"/>
                    <ns1:pt x="24" y="14"/>
                    <ns1:pt x="24" y="14"/>
                  </ns1:cubicBezTo>
                  <ns1:cubicBezTo>
                    <ns1:pt x="26" y="11"/>
                    <ns1:pt x="26" y="11"/>
                    <ns1:pt x="26" y="11"/>
                  </ns1:cubicBezTo>
                  <ns1:cubicBezTo>
                    <ns1:pt x="28" y="7"/>
                    <ns1:pt x="33" y="4"/>
                    <ns1:pt x="38" y="4"/>
                  </ns1:cubicBezTo>
                  <ns1:cubicBezTo>
                    <ns1:pt x="46" y="4"/>
                    <ns1:pt x="52" y="10"/>
                    <ns1:pt x="52" y="18"/>
                  </ns1:cubicBezTo>
                  <ns1:cubicBezTo>
                    <ns1:pt x="52" y="18"/>
                    <ns1:pt x="52" y="18"/>
                    <ns1:pt x="52" y="18"/>
                  </ns1:cubicBezTo>
                  <ns1:cubicBezTo>
                    <ns1:pt x="52" y="21"/>
                    <ns1:pt x="52" y="21"/>
                    <ns1:pt x="52" y="21"/>
                  </ns1:cubicBezTo>
                  <ns1:cubicBezTo>
                    <ns1:pt x="54" y="22"/>
                    <ns1:pt x="54" y="22"/>
                    <ns1:pt x="54" y="22"/>
                  </ns1:cubicBezTo>
                  <ns1:cubicBezTo>
                    <ns1:pt x="58" y="24"/>
                    <ns1:pt x="60" y="28"/>
                    <ns1:pt x="60" y="32"/>
                  </ns1:cubicBezTo>
                  <ns1:cubicBezTo>
                    <ns1:pt x="60" y="39"/>
                    <ns1:pt x="55" y="44"/>
                    <ns1:pt x="48" y="44"/>
                  </ns1:cubicBezTo>
                  <ns1:cubicBezTo>
                    <ns1:pt x="44" y="44"/>
                    <ns1:pt x="44" y="44"/>
                    <ns1:pt x="44" y="44"/>
                  </ns1:cubicBezTo>
                  <ns1:cubicBezTo>
                    <ns1:pt x="44" y="48"/>
                    <ns1:pt x="44" y="48"/>
                    <ns1:pt x="44" y="48"/>
                  </ns1:cubicBezTo>
                  <ns1:cubicBezTo>
                    <ns1:pt x="48" y="48"/>
                    <ns1:pt x="48" y="48"/>
                    <ns1:pt x="48" y="48"/>
                  </ns1:cubicBezTo>
                  <ns1:cubicBezTo>
                    <ns1:pt x="57" y="48"/>
                    <ns1:pt x="64" y="41"/>
                    <ns1:pt x="64" y="32"/>
                  </ns1:cubicBezTo>
                  <ns1:cubicBezTo>
                    <ns1:pt x="64" y="26"/>
                    <ns1:pt x="61" y="21"/>
                    <ns1:pt x="56" y="18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276" name="Freeform 174"/>
            <ns0:cNvSpPr>
              <ns1:spLocks/>
            </ns0:cNvSpPr>
            <ns0:nvPr/>
          </ns0:nvSpPr>
          <ns0:spPr bwMode="auto">
            <ns1:xfrm>
              <ns1:off x="9418638" y="4105276"/>
              <ns1:ext cx="90488" cy="134938"/>
            </ns1:xfrm>
            <ns1:custGeom>
              <ns1:avLst/>
              <ns1:gdLst>
                <ns1:gd name="T0" fmla="*/ 28 w 57"/>
                <ns1:gd name="T1" fmla="*/ 0 h 85"/>
                <ns1:gd name="T2" fmla="*/ 0 w 57"/>
                <ns1:gd name="T3" fmla="*/ 38 h 85"/>
                <ns1:gd name="T4" fmla="*/ 19 w 57"/>
                <ns1:gd name="T5" fmla="*/ 38 h 85"/>
                <ns1:gd name="T6" fmla="*/ 19 w 57"/>
                <ns1:gd name="T7" fmla="*/ 85 h 85"/>
                <ns1:gd name="T8" fmla="*/ 38 w 57"/>
                <ns1:gd name="T9" fmla="*/ 85 h 85"/>
                <ns1:gd name="T10" fmla="*/ 38 w 57"/>
                <ns1:gd name="T11" fmla="*/ 38 h 85"/>
                <ns1:gd name="T12" fmla="*/ 57 w 57"/>
                <ns1:gd name="T13" fmla="*/ 38 h 85"/>
                <ns1:gd name="T14" fmla="*/ 28 w 57"/>
                <ns1:gd name="T15" fmla="*/ 0 h 85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</ns1:cxnLst>
              <ns1:rect l="0" t="0" r="r" b="b"/>
              <ns1:pathLst>
                <ns1:path w="57" h="85">
                  <ns1:moveTo>
                    <ns1:pt x="28" y="0"/>
                  </ns1:moveTo>
                  <ns1:lnTo>
                    <ns1:pt x="0" y="38"/>
                  </ns1:lnTo>
                  <ns1:lnTo>
                    <ns1:pt x="19" y="38"/>
                  </ns1:lnTo>
                  <ns1:lnTo>
                    <ns1:pt x="19" y="85"/>
                  </ns1:lnTo>
                  <ns1:lnTo>
                    <ns1:pt x="38" y="85"/>
                  </ns1:lnTo>
                  <ns1:lnTo>
                    <ns1:pt x="38" y="38"/>
                  </ns1:lnTo>
                  <ns1:lnTo>
                    <ns1:pt x="57" y="38"/>
                  </ns1:lnTo>
                  <ns1:lnTo>
                    <ns1:pt x="28" y="0"/>
                  </ns1:ln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</ns0:grpSp>
      <ns0:grpSp>
        <ns0:nvGrpSpPr>
          <ns0:cNvPr id="277" name="Group 276"/>
          <ns0:cNvGrpSpPr/>
          <ns0:nvPr/>
        </ns0:nvGrpSpPr>
        <ns0:grpSpPr>
          <ns1:xfrm>
            <ns1:off x="321387" y="5234333"/>
            <ns1:ext cx="417197" cy="364703"/>
            <ns1:chOff x="8863013" y="4030663"/>
            <ns1:chExt cx="239713" cy="209551"/>
          </ns1:xfrm>
          <ns1:solidFill>
            <ns1:schemeClr val="tx1"/>
          </ns1:solidFill>
        </ns0:grpSpPr>
        <ns0:sp>
          <ns0:nvSpPr>
            <ns0:cNvPr id="278" name="Freeform 175"/>
            <ns0:cNvSpPr>
              <ns1:spLocks/>
            </ns0:cNvSpPr>
            <ns0:nvPr/>
          </ns0:nvSpPr>
          <ns0:spPr bwMode="auto">
            <ns1:xfrm>
              <ns1:off x="8937626" y="4105276"/>
              <ns1:ext cx="90488" cy="134938"/>
            </ns1:xfrm>
            <ns1:custGeom>
              <ns1:avLst/>
              <ns1:gdLst>
                <ns1:gd name="T0" fmla="*/ 38 w 57"/>
                <ns1:gd name="T1" fmla="*/ 0 h 85"/>
                <ns1:gd name="T2" fmla="*/ 19 w 57"/>
                <ns1:gd name="T3" fmla="*/ 0 h 85"/>
                <ns1:gd name="T4" fmla="*/ 19 w 57"/>
                <ns1:gd name="T5" fmla="*/ 47 h 85"/>
                <ns1:gd name="T6" fmla="*/ 0 w 57"/>
                <ns1:gd name="T7" fmla="*/ 47 h 85"/>
                <ns1:gd name="T8" fmla="*/ 28 w 57"/>
                <ns1:gd name="T9" fmla="*/ 85 h 85"/>
                <ns1:gd name="T10" fmla="*/ 57 w 57"/>
                <ns1:gd name="T11" fmla="*/ 47 h 85"/>
                <ns1:gd name="T12" fmla="*/ 38 w 57"/>
                <ns1:gd name="T13" fmla="*/ 47 h 85"/>
                <ns1:gd name="T14" fmla="*/ 38 w 57"/>
                <ns1:gd name="T15" fmla="*/ 0 h 85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</ns1:cxnLst>
              <ns1:rect l="0" t="0" r="r" b="b"/>
              <ns1:pathLst>
                <ns1:path w="57" h="85">
                  <ns1:moveTo>
                    <ns1:pt x="38" y="0"/>
                  </ns1:moveTo>
                  <ns1:lnTo>
                    <ns1:pt x="19" y="0"/>
                  </ns1:lnTo>
                  <ns1:lnTo>
                    <ns1:pt x="19" y="47"/>
                  </ns1:lnTo>
                  <ns1:lnTo>
                    <ns1:pt x="0" y="47"/>
                  </ns1:lnTo>
                  <ns1:lnTo>
                    <ns1:pt x="28" y="85"/>
                  </ns1:lnTo>
                  <ns1:lnTo>
                    <ns1:pt x="57" y="47"/>
                  </ns1:lnTo>
                  <ns1:lnTo>
                    <ns1:pt x="38" y="47"/>
                  </ns1:lnTo>
                  <ns1:lnTo>
                    <ns1:pt x="38" y="0"/>
                  </ns1:ln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279" name="Freeform 176"/>
            <ns0:cNvSpPr>
              <ns1:spLocks/>
            </ns0:cNvSpPr>
            <ns0:nvPr/>
          </ns0:nvSpPr>
          <ns0:spPr bwMode="auto">
            <ns1:xfrm>
              <ns1:off x="8863013" y="4030663"/>
              <ns1:ext cx="239713" cy="179388"/>
            </ns1:xfrm>
            <ns1:custGeom>
              <ns1:avLst/>
              <ns1:gdLst>
                <ns1:gd name="T0" fmla="*/ 56 w 64"/>
                <ns1:gd name="T1" fmla="*/ 18 h 48"/>
                <ns1:gd name="T2" fmla="*/ 56 w 64"/>
                <ns1:gd name="T3" fmla="*/ 18 h 48"/>
                <ns1:gd name="T4" fmla="*/ 38 w 64"/>
                <ns1:gd name="T5" fmla="*/ 0 h 48"/>
                <ns1:gd name="T6" fmla="*/ 22 w 64"/>
                <ns1:gd name="T7" fmla="*/ 9 h 48"/>
                <ns1:gd name="T8" fmla="*/ 18 w 64"/>
                <ns1:gd name="T9" fmla="*/ 8 h 48"/>
                <ns1:gd name="T10" fmla="*/ 8 w 64"/>
                <ns1:gd name="T11" fmla="*/ 18 h 48"/>
                <ns1:gd name="T12" fmla="*/ 8 w 64"/>
                <ns1:gd name="T13" fmla="*/ 18 h 48"/>
                <ns1:gd name="T14" fmla="*/ 0 w 64"/>
                <ns1:gd name="T15" fmla="*/ 32 h 48"/>
                <ns1:gd name="T16" fmla="*/ 16 w 64"/>
                <ns1:gd name="T17" fmla="*/ 48 h 48"/>
                <ns1:gd name="T18" fmla="*/ 16 w 64"/>
                <ns1:gd name="T19" fmla="*/ 44 h 48"/>
                <ns1:gd name="T20" fmla="*/ 4 w 64"/>
                <ns1:gd name="T21" fmla="*/ 32 h 48"/>
                <ns1:gd name="T22" fmla="*/ 10 w 64"/>
                <ns1:gd name="T23" fmla="*/ 22 h 48"/>
                <ns1:gd name="T24" fmla="*/ 12 w 64"/>
                <ns1:gd name="T25" fmla="*/ 21 h 48"/>
                <ns1:gd name="T26" fmla="*/ 12 w 64"/>
                <ns1:gd name="T27" fmla="*/ 18 h 48"/>
                <ns1:gd name="T28" fmla="*/ 12 w 64"/>
                <ns1:gd name="T29" fmla="*/ 18 h 48"/>
                <ns1:gd name="T30" fmla="*/ 18 w 64"/>
                <ns1:gd name="T31" fmla="*/ 12 h 48"/>
                <ns1:gd name="T32" fmla="*/ 21 w 64"/>
                <ns1:gd name="T33" fmla="*/ 13 h 48"/>
                <ns1:gd name="T34" fmla="*/ 24 w 64"/>
                <ns1:gd name="T35" fmla="*/ 14 h 48"/>
                <ns1:gd name="T36" fmla="*/ 26 w 64"/>
                <ns1:gd name="T37" fmla="*/ 11 h 48"/>
                <ns1:gd name="T38" fmla="*/ 38 w 64"/>
                <ns1:gd name="T39" fmla="*/ 4 h 48"/>
                <ns1:gd name="T40" fmla="*/ 52 w 64"/>
                <ns1:gd name="T41" fmla="*/ 18 h 48"/>
                <ns1:gd name="T42" fmla="*/ 52 w 64"/>
                <ns1:gd name="T43" fmla="*/ 18 h 48"/>
                <ns1:gd name="T44" fmla="*/ 52 w 64"/>
                <ns1:gd name="T45" fmla="*/ 21 h 48"/>
                <ns1:gd name="T46" fmla="*/ 54 w 64"/>
                <ns1:gd name="T47" fmla="*/ 22 h 48"/>
                <ns1:gd name="T48" fmla="*/ 60 w 64"/>
                <ns1:gd name="T49" fmla="*/ 32 h 48"/>
                <ns1:gd name="T50" fmla="*/ 48 w 64"/>
                <ns1:gd name="T51" fmla="*/ 44 h 48"/>
                <ns1:gd name="T52" fmla="*/ 48 w 64"/>
                <ns1:gd name="T53" fmla="*/ 48 h 48"/>
                <ns1:gd name="T54" fmla="*/ 64 w 64"/>
                <ns1:gd name="T55" fmla="*/ 32 h 48"/>
                <ns1:gd name="T56" fmla="*/ 56 w 64"/>
                <ns1:gd name="T57" fmla="*/ 18 h 48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  <ns1:cxn ang="0">
                  <ns1:pos x="T30" y="T31"/>
                </ns1:cxn>
                <ns1:cxn ang="0">
                  <ns1:pos x="T32" y="T33"/>
                </ns1:cxn>
                <ns1:cxn ang="0">
                  <ns1:pos x="T34" y="T35"/>
                </ns1:cxn>
                <ns1:cxn ang="0">
                  <ns1:pos x="T36" y="T37"/>
                </ns1:cxn>
                <ns1:cxn ang="0">
                  <ns1:pos x="T38" y="T39"/>
                </ns1:cxn>
                <ns1:cxn ang="0">
                  <ns1:pos x="T40" y="T41"/>
                </ns1:cxn>
                <ns1:cxn ang="0">
                  <ns1:pos x="T42" y="T43"/>
                </ns1:cxn>
                <ns1:cxn ang="0">
                  <ns1:pos x="T44" y="T45"/>
                </ns1:cxn>
                <ns1:cxn ang="0">
                  <ns1:pos x="T46" y="T47"/>
                </ns1:cxn>
                <ns1:cxn ang="0">
                  <ns1:pos x="T48" y="T49"/>
                </ns1:cxn>
                <ns1:cxn ang="0">
                  <ns1:pos x="T50" y="T51"/>
                </ns1:cxn>
                <ns1:cxn ang="0">
                  <ns1:pos x="T52" y="T53"/>
                </ns1:cxn>
                <ns1:cxn ang="0">
                  <ns1:pos x="T54" y="T55"/>
                </ns1:cxn>
                <ns1:cxn ang="0">
                  <ns1:pos x="T56" y="T57"/>
                </ns1:cxn>
              </ns1:cxnLst>
              <ns1:rect l="0" t="0" r="r" b="b"/>
              <ns1:pathLst>
                <ns1:path w="64" h="48">
                  <ns1:moveTo>
                    <ns1:pt x="56" y="18"/>
                  </ns1:moveTo>
                  <ns1:cubicBezTo>
                    <ns1:pt x="56" y="18"/>
                    <ns1:pt x="56" y="18"/>
                    <ns1:pt x="56" y="18"/>
                  </ns1:cubicBezTo>
                  <ns1:cubicBezTo>
                    <ns1:pt x="56" y="8"/>
                    <ns1:pt x="48" y="0"/>
                    <ns1:pt x="38" y="0"/>
                  </ns1:cubicBezTo>
                  <ns1:cubicBezTo>
                    <ns1:pt x="31" y="0"/>
                    <ns1:pt x="26" y="4"/>
                    <ns1:pt x="22" y="9"/>
                  </ns1:cubicBezTo>
                  <ns1:cubicBezTo>
                    <ns1:pt x="21" y="8"/>
                    <ns1:pt x="20" y="8"/>
                    <ns1:pt x="18" y="8"/>
                  </ns1:cubicBezTo>
                  <ns1:cubicBezTo>
                    <ns1:pt x="12" y="8"/>
                    <ns1:pt x="8" y="12"/>
                    <ns1:pt x="8" y="18"/>
                  </ns1:cubicBezTo>
                  <ns1:cubicBezTo>
                    <ns1:pt x="8" y="18"/>
                    <ns1:pt x="8" y="18"/>
                    <ns1:pt x="8" y="18"/>
                  </ns1:cubicBezTo>
                  <ns1:cubicBezTo>
                    <ns1:pt x="3" y="21"/>
                    <ns1:pt x="0" y="26"/>
                    <ns1:pt x="0" y="32"/>
                  </ns1:cubicBezTo>
                  <ns1:cubicBezTo>
                    <ns1:pt x="0" y="41"/>
                    <ns1:pt x="7" y="48"/>
                    <ns1:pt x="16" y="48"/>
                  </ns1:cubicBezTo>
                  <ns1:cubicBezTo>
                    <ns1:pt x="16" y="44"/>
                    <ns1:pt x="16" y="44"/>
                    <ns1:pt x="16" y="44"/>
                  </ns1:cubicBezTo>
                  <ns1:cubicBezTo>
                    <ns1:pt x="9" y="44"/>
                    <ns1:pt x="4" y="39"/>
                    <ns1:pt x="4" y="32"/>
                  </ns1:cubicBezTo>
                  <ns1:cubicBezTo>
                    <ns1:pt x="4" y="28"/>
                    <ns1:pt x="6" y="24"/>
                    <ns1:pt x="10" y="22"/>
                  </ns1:cubicBezTo>
                  <ns1:cubicBezTo>
                    <ns1:pt x="12" y="21"/>
                    <ns1:pt x="12" y="21"/>
                    <ns1:pt x="12" y="21"/>
                  </ns1:cubicBezTo>
                  <ns1:cubicBezTo>
                    <ns1:pt x="12" y="18"/>
                    <ns1:pt x="12" y="18"/>
                    <ns1:pt x="12" y="18"/>
                  </ns1:cubicBezTo>
                  <ns1:cubicBezTo>
                    <ns1:pt x="12" y="18"/>
                    <ns1:pt x="12" y="18"/>
                    <ns1:pt x="12" y="18"/>
                  </ns1:cubicBezTo>
                  <ns1:cubicBezTo>
                    <ns1:pt x="12" y="15"/>
                    <ns1:pt x="15" y="12"/>
                    <ns1:pt x="18" y="12"/>
                  </ns1:cubicBezTo>
                  <ns1:cubicBezTo>
                    <ns1:pt x="19" y="12"/>
                    <ns1:pt x="20" y="12"/>
                    <ns1:pt x="21" y="13"/>
                  </ns1:cubicBezTo>
                  <ns1:cubicBezTo>
                    <ns1:pt x="24" y="14"/>
                    <ns1:pt x="24" y="14"/>
                    <ns1:pt x="24" y="14"/>
                  </ns1:cubicBezTo>
                  <ns1:cubicBezTo>
                    <ns1:pt x="26" y="11"/>
                    <ns1:pt x="26" y="11"/>
                    <ns1:pt x="26" y="11"/>
                  </ns1:cubicBezTo>
                  <ns1:cubicBezTo>
                    <ns1:pt x="28" y="7"/>
                    <ns1:pt x="33" y="4"/>
                    <ns1:pt x="38" y="4"/>
                  </ns1:cubicBezTo>
                  <ns1:cubicBezTo>
                    <ns1:pt x="46" y="4"/>
                    <ns1:pt x="52" y="10"/>
                    <ns1:pt x="52" y="18"/>
                  </ns1:cubicBezTo>
                  <ns1:cubicBezTo>
                    <ns1:pt x="52" y="18"/>
                    <ns1:pt x="52" y="18"/>
                    <ns1:pt x="52" y="18"/>
                  </ns1:cubicBezTo>
                  <ns1:cubicBezTo>
                    <ns1:pt x="52" y="21"/>
                    <ns1:pt x="52" y="21"/>
                    <ns1:pt x="52" y="21"/>
                  </ns1:cubicBezTo>
                  <ns1:cubicBezTo>
                    <ns1:pt x="54" y="22"/>
                    <ns1:pt x="54" y="22"/>
                    <ns1:pt x="54" y="22"/>
                  </ns1:cubicBezTo>
                  <ns1:cubicBezTo>
                    <ns1:pt x="58" y="24"/>
                    <ns1:pt x="60" y="28"/>
                    <ns1:pt x="60" y="32"/>
                  </ns1:cubicBezTo>
                  <ns1:cubicBezTo>
                    <ns1:pt x="60" y="39"/>
                    <ns1:pt x="55" y="44"/>
                    <ns1:pt x="48" y="44"/>
                  </ns1:cubicBezTo>
                  <ns1:cubicBezTo>
                    <ns1:pt x="48" y="48"/>
                    <ns1:pt x="48" y="48"/>
                    <ns1:pt x="48" y="48"/>
                  </ns1:cubicBezTo>
                  <ns1:cubicBezTo>
                    <ns1:pt x="57" y="48"/>
                    <ns1:pt x="64" y="41"/>
                    <ns1:pt x="64" y="32"/>
                  </ns1:cubicBezTo>
                  <ns1:cubicBezTo>
                    <ns1:pt x="64" y="26"/>
                    <ns1:pt x="61" y="21"/>
                    <ns1:pt x="56" y="18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</ns0:grpSp>
      <ns0:sp>
        <ns0:nvSpPr>
          <ns0:cNvPr id="280" name="Freeform 280"/>
          <ns0:cNvSpPr>
            <ns1:spLocks noEditPoints="1"/>
          </ns0:cNvSpPr>
          <ns0:nvPr/>
        </ns0:nvSpPr>
        <ns0:spPr bwMode="auto">
          <ns1:xfrm>
            <ns1:off x="2300898" y="5274739"/>
            <ns1:ext cx="348513" cy="283888"/>
          </ns1:xfrm>
          <ns1:custGeom>
            <ns1:avLst/>
            <ns1:gdLst>
              <ns1:gd name="T0" fmla="*/ 56 w 64"/>
              <ns1:gd name="T1" fmla="*/ 12 h 52"/>
              <ns1:gd name="T2" fmla="*/ 46 w 64"/>
              <ns1:gd name="T3" fmla="*/ 12 h 52"/>
              <ns1:gd name="T4" fmla="*/ 45 w 64"/>
              <ns1:gd name="T5" fmla="*/ 4 h 52"/>
              <ns1:gd name="T6" fmla="*/ 40 w 64"/>
              <ns1:gd name="T7" fmla="*/ 0 h 52"/>
              <ns1:gd name="T8" fmla="*/ 24 w 64"/>
              <ns1:gd name="T9" fmla="*/ 0 h 52"/>
              <ns1:gd name="T10" fmla="*/ 19 w 64"/>
              <ns1:gd name="T11" fmla="*/ 4 h 52"/>
              <ns1:gd name="T12" fmla="*/ 18 w 64"/>
              <ns1:gd name="T13" fmla="*/ 12 h 52"/>
              <ns1:gd name="T14" fmla="*/ 8 w 64"/>
              <ns1:gd name="T15" fmla="*/ 12 h 52"/>
              <ns1:gd name="T16" fmla="*/ 0 w 64"/>
              <ns1:gd name="T17" fmla="*/ 20 h 52"/>
              <ns1:gd name="T18" fmla="*/ 0 w 64"/>
              <ns1:gd name="T19" fmla="*/ 44 h 52"/>
              <ns1:gd name="T20" fmla="*/ 8 w 64"/>
              <ns1:gd name="T21" fmla="*/ 52 h 52"/>
              <ns1:gd name="T22" fmla="*/ 56 w 64"/>
              <ns1:gd name="T23" fmla="*/ 52 h 52"/>
              <ns1:gd name="T24" fmla="*/ 64 w 64"/>
              <ns1:gd name="T25" fmla="*/ 44 h 52"/>
              <ns1:gd name="T26" fmla="*/ 64 w 64"/>
              <ns1:gd name="T27" fmla="*/ 20 h 52"/>
              <ns1:gd name="T28" fmla="*/ 56 w 64"/>
              <ns1:gd name="T29" fmla="*/ 12 h 52"/>
              <ns1:gd name="T30" fmla="*/ 23 w 64"/>
              <ns1:gd name="T31" fmla="*/ 5 h 52"/>
              <ns1:gd name="T32" fmla="*/ 24 w 64"/>
              <ns1:gd name="T33" fmla="*/ 4 h 52"/>
              <ns1:gd name="T34" fmla="*/ 40 w 64"/>
              <ns1:gd name="T35" fmla="*/ 4 h 52"/>
              <ns1:gd name="T36" fmla="*/ 41 w 64"/>
              <ns1:gd name="T37" fmla="*/ 5 h 52"/>
              <ns1:gd name="T38" fmla="*/ 42 w 64"/>
              <ns1:gd name="T39" fmla="*/ 12 h 52"/>
              <ns1:gd name="T40" fmla="*/ 22 w 64"/>
              <ns1:gd name="T41" fmla="*/ 12 h 52"/>
              <ns1:gd name="T42" fmla="*/ 23 w 64"/>
              <ns1:gd name="T43" fmla="*/ 5 h 52"/>
              <ns1:gd name="T44" fmla="*/ 44 w 64"/>
              <ns1:gd name="T45" fmla="*/ 36 h 52"/>
              <ns1:gd name="T46" fmla="*/ 36 w 64"/>
              <ns1:gd name="T47" fmla="*/ 36 h 52"/>
              <ns1:gd name="T48" fmla="*/ 36 w 64"/>
              <ns1:gd name="T49" fmla="*/ 44 h 52"/>
              <ns1:gd name="T50" fmla="*/ 28 w 64"/>
              <ns1:gd name="T51" fmla="*/ 44 h 52"/>
              <ns1:gd name="T52" fmla="*/ 28 w 64"/>
              <ns1:gd name="T53" fmla="*/ 36 h 52"/>
              <ns1:gd name="T54" fmla="*/ 20 w 64"/>
              <ns1:gd name="T55" fmla="*/ 36 h 52"/>
              <ns1:gd name="T56" fmla="*/ 20 w 64"/>
              <ns1:gd name="T57" fmla="*/ 28 h 52"/>
              <ns1:gd name="T58" fmla="*/ 28 w 64"/>
              <ns1:gd name="T59" fmla="*/ 28 h 52"/>
              <ns1:gd name="T60" fmla="*/ 28 w 64"/>
              <ns1:gd name="T61" fmla="*/ 20 h 52"/>
              <ns1:gd name="T62" fmla="*/ 36 w 64"/>
              <ns1:gd name="T63" fmla="*/ 20 h 52"/>
              <ns1:gd name="T64" fmla="*/ 36 w 64"/>
              <ns1:gd name="T65" fmla="*/ 28 h 52"/>
              <ns1:gd name="T66" fmla="*/ 44 w 64"/>
              <ns1:gd name="T67" fmla="*/ 28 h 52"/>
              <ns1:gd name="T68" fmla="*/ 44 w 64"/>
              <ns1:gd name="T69" fmla="*/ 36 h 52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  <ns1:cxn ang="0">
                <ns1:pos x="T32" y="T33"/>
              </ns1:cxn>
              <ns1:cxn ang="0">
                <ns1:pos x="T34" y="T35"/>
              </ns1:cxn>
              <ns1:cxn ang="0">
                <ns1:pos x="T36" y="T37"/>
              </ns1:cxn>
              <ns1:cxn ang="0">
                <ns1:pos x="T38" y="T39"/>
              </ns1:cxn>
              <ns1:cxn ang="0">
                <ns1:pos x="T40" y="T41"/>
              </ns1:cxn>
              <ns1:cxn ang="0">
                <ns1:pos x="T42" y="T43"/>
              </ns1:cxn>
              <ns1:cxn ang="0">
                <ns1:pos x="T44" y="T45"/>
              </ns1:cxn>
              <ns1:cxn ang="0">
                <ns1:pos x="T46" y="T47"/>
              </ns1:cxn>
              <ns1:cxn ang="0">
                <ns1:pos x="T48" y="T49"/>
              </ns1:cxn>
              <ns1:cxn ang="0">
                <ns1:pos x="T50" y="T51"/>
              </ns1:cxn>
              <ns1:cxn ang="0">
                <ns1:pos x="T52" y="T53"/>
              </ns1:cxn>
              <ns1:cxn ang="0">
                <ns1:pos x="T54" y="T55"/>
              </ns1:cxn>
              <ns1:cxn ang="0">
                <ns1:pos x="T56" y="T57"/>
              </ns1:cxn>
              <ns1:cxn ang="0">
                <ns1:pos x="T58" y="T59"/>
              </ns1:cxn>
              <ns1:cxn ang="0">
                <ns1:pos x="T60" y="T61"/>
              </ns1:cxn>
              <ns1:cxn ang="0">
                <ns1:pos x="T62" y="T63"/>
              </ns1:cxn>
              <ns1:cxn ang="0">
                <ns1:pos x="T64" y="T65"/>
              </ns1:cxn>
              <ns1:cxn ang="0">
                <ns1:pos x="T66" y="T67"/>
              </ns1:cxn>
              <ns1:cxn ang="0">
                <ns1:pos x="T68" y="T69"/>
              </ns1:cxn>
            </ns1:cxnLst>
            <ns1:rect l="0" t="0" r="r" b="b"/>
            <ns1:pathLst>
              <ns1:path w="64" h="52">
                <ns1:moveTo>
                  <ns1:pt x="56" y="12"/>
                </ns1:moveTo>
                <ns1:cubicBezTo>
                  <ns1:pt x="46" y="12"/>
                  <ns1:pt x="46" y="12"/>
                  <ns1:pt x="46" y="12"/>
                </ns1:cubicBezTo>
                <ns1:cubicBezTo>
                  <ns1:pt x="45" y="4"/>
                  <ns1:pt x="45" y="4"/>
                  <ns1:pt x="45" y="4"/>
                </ns1:cubicBezTo>
                <ns1:cubicBezTo>
                  <ns1:pt x="44" y="2"/>
                  <ns1:pt x="42" y="0"/>
                  <ns1:pt x="40" y="0"/>
                </ns1:cubicBezTo>
                <ns1:cubicBezTo>
                  <ns1:pt x="24" y="0"/>
                  <ns1:pt x="24" y="0"/>
                  <ns1:pt x="24" y="0"/>
                </ns1:cubicBezTo>
                <ns1:cubicBezTo>
                  <ns1:pt x="22" y="0"/>
                  <ns1:pt x="20" y="2"/>
                  <ns1:pt x="19" y="4"/>
                </ns1:cubicBezTo>
                <ns1:cubicBezTo>
                  <ns1:pt x="18" y="12"/>
                  <ns1:pt x="18" y="12"/>
                  <ns1:pt x="18" y="12"/>
                </ns1:cubicBezTo>
                <ns1:cubicBezTo>
                  <ns1:pt x="8" y="12"/>
                  <ns1:pt x="8" y="12"/>
                  <ns1:pt x="8" y="12"/>
                </ns1:cubicBezTo>
                <ns1:cubicBezTo>
                  <ns1:pt x="4" y="12"/>
                  <ns1:pt x="0" y="16"/>
                  <ns1:pt x="0" y="20"/>
                </ns1:cubicBezTo>
                <ns1:cubicBezTo>
                  <ns1:pt x="0" y="44"/>
                  <ns1:pt x="0" y="44"/>
                  <ns1:pt x="0" y="44"/>
                </ns1:cubicBezTo>
                <ns1:cubicBezTo>
                  <ns1:pt x="0" y="48"/>
                  <ns1:pt x="4" y="52"/>
                  <ns1:pt x="8" y="52"/>
                </ns1:cubicBezTo>
                <ns1:cubicBezTo>
                  <ns1:pt x="56" y="52"/>
                  <ns1:pt x="56" y="52"/>
                  <ns1:pt x="56" y="52"/>
                </ns1:cubicBezTo>
                <ns1:cubicBezTo>
                  <ns1:pt x="60" y="52"/>
                  <ns1:pt x="64" y="48"/>
                  <ns1:pt x="64" y="44"/>
                </ns1:cubicBezTo>
                <ns1:cubicBezTo>
                  <ns1:pt x="64" y="20"/>
                  <ns1:pt x="64" y="20"/>
                  <ns1:pt x="64" y="20"/>
                </ns1:cubicBezTo>
                <ns1:cubicBezTo>
                  <ns1:pt x="64" y="16"/>
                  <ns1:pt x="60" y="12"/>
                  <ns1:pt x="56" y="12"/>
                </ns1:cubicBezTo>
                <ns1:close/>
                <ns1:moveTo>
                  <ns1:pt x="23" y="5"/>
                </ns1:moveTo>
                <ns1:cubicBezTo>
                  <ns1:pt x="24" y="4"/>
                  <ns1:pt x="24" y="4"/>
                  <ns1:pt x="24" y="4"/>
                </ns1:cubicBezTo>
                <ns1:cubicBezTo>
                  <ns1:pt x="40" y="4"/>
                  <ns1:pt x="40" y="4"/>
                  <ns1:pt x="40" y="4"/>
                </ns1:cubicBezTo>
                <ns1:cubicBezTo>
                  <ns1:pt x="41" y="5"/>
                  <ns1:pt x="41" y="5"/>
                  <ns1:pt x="41" y="5"/>
                </ns1:cubicBezTo>
                <ns1:cubicBezTo>
                  <ns1:pt x="42" y="12"/>
                  <ns1:pt x="42" y="12"/>
                  <ns1:pt x="42" y="12"/>
                </ns1:cubicBezTo>
                <ns1:cubicBezTo>
                  <ns1:pt x="22" y="12"/>
                  <ns1:pt x="22" y="12"/>
                  <ns1:pt x="22" y="12"/>
                </ns1:cubicBezTo>
                <ns1:lnTo>
                  <ns1:pt x="23" y="5"/>
                </ns1:lnTo>
                <ns1:close/>
                <ns1:moveTo>
                  <ns1:pt x="44" y="36"/>
                </ns1:moveTo>
                <ns1:cubicBezTo>
                  <ns1:pt x="36" y="36"/>
                  <ns1:pt x="36" y="36"/>
                  <ns1:pt x="36" y="36"/>
                </ns1:cubicBezTo>
                <ns1:cubicBezTo>
                  <ns1:pt x="36" y="44"/>
                  <ns1:pt x="36" y="44"/>
                  <ns1:pt x="36" y="44"/>
                </ns1:cubicBezTo>
                <ns1:cubicBezTo>
                  <ns1:pt x="28" y="44"/>
                  <ns1:pt x="28" y="44"/>
                  <ns1:pt x="28" y="44"/>
                </ns1:cubicBezTo>
                <ns1:cubicBezTo>
                  <ns1:pt x="28" y="36"/>
                  <ns1:pt x="28" y="36"/>
                  <ns1:pt x="28" y="36"/>
                </ns1:cubicBezTo>
                <ns1:cubicBezTo>
                  <ns1:pt x="20" y="36"/>
                  <ns1:pt x="20" y="36"/>
                  <ns1:pt x="20" y="36"/>
                </ns1:cubicBezTo>
                <ns1:cubicBezTo>
                  <ns1:pt x="20" y="28"/>
                  <ns1:pt x="20" y="28"/>
                  <ns1:pt x="20" y="28"/>
                </ns1:cubicBezTo>
                <ns1:cubicBezTo>
                  <ns1:pt x="28" y="28"/>
                  <ns1:pt x="28" y="28"/>
                  <ns1:pt x="28" y="28"/>
                </ns1:cubicBezTo>
                <ns1:cubicBezTo>
                  <ns1:pt x="28" y="20"/>
                  <ns1:pt x="28" y="20"/>
                  <ns1:pt x="28" y="20"/>
                </ns1:cubicBezTo>
                <ns1:cubicBezTo>
                  <ns1:pt x="36" y="20"/>
                  <ns1:pt x="36" y="20"/>
                  <ns1:pt x="36" y="20"/>
                </ns1:cubicBezTo>
                <ns1:cubicBezTo>
                  <ns1:pt x="36" y="28"/>
                  <ns1:pt x="36" y="28"/>
                  <ns1:pt x="36" y="28"/>
                </ns1:cubicBezTo>
                <ns1:cubicBezTo>
                  <ns1:pt x="44" y="28"/>
                  <ns1:pt x="44" y="28"/>
                  <ns1:pt x="44" y="28"/>
                </ns1:cubicBezTo>
                <ns1:lnTo>
                  <ns1:pt x="44" y="36"/>
                </ns1:lnTo>
                <ns1:close/>
              </ns1:path>
            </ns1:pathLst>
          </ns1:custGeom>
          <ns1:solidFill>
            <ns1:schemeClr val="tx1"/>
          </ns1:solidFill>
          <ns1:ln>
            <ns1:noFill/>
          </ns1:ln>
          <ns1:extLst/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id-ID" sz="2700"/>
          </ns1:p>
        </ns0:txBody>
      </ns0:sp>
      <ns0:sp>
        <ns0:nvSpPr>
          <ns0:cNvPr id="281" name="Freeform 249"/>
          <ns0:cNvSpPr>
            <ns1:spLocks noEditPoints="1"/>
          </ns0:cNvSpPr>
          <ns0:nvPr/>
        </ns0:nvSpPr>
        <ns0:spPr bwMode="auto">
          <ns1:xfrm>
            <ns1:off x="5420487" y="5244999"/>
            <ns1:ext cx="404141" cy="343368"/>
          </ns1:xfrm>
          <ns1:custGeom>
            <ns1:avLst/>
            <ns1:gdLst>
              <ns1:gd name="T0" fmla="*/ 51 w 56"/>
              <ns1:gd name="T1" fmla="*/ 20 h 48"/>
              <ns1:gd name="T2" fmla="*/ 54 w 56"/>
              <ns1:gd name="T3" fmla="*/ 16 h 48"/>
              <ns1:gd name="T4" fmla="*/ 54 w 56"/>
              <ns1:gd name="T5" fmla="*/ 12 h 48"/>
              <ns1:gd name="T6" fmla="*/ 45 w 56"/>
              <ns1:gd name="T7" fmla="*/ 4 h 48"/>
              <ns1:gd name="T8" fmla="*/ 16 w 56"/>
              <ns1:gd name="T9" fmla="*/ 0 h 48"/>
              <ns1:gd name="T10" fmla="*/ 8 w 56"/>
              <ns1:gd name="T11" fmla="*/ 12 h 48"/>
              <ns1:gd name="T12" fmla="*/ 0 w 56"/>
              <ns1:gd name="T13" fmla="*/ 14 h 48"/>
              <ns1:gd name="T14" fmla="*/ 7 w 56"/>
              <ns1:gd name="T15" fmla="*/ 16 h 48"/>
              <ns1:gd name="T16" fmla="*/ 2 w 56"/>
              <ns1:gd name="T17" fmla="*/ 20 h 48"/>
              <ns1:gd name="T18" fmla="*/ 0 w 56"/>
              <ns1:gd name="T19" fmla="*/ 34 h 48"/>
              <ns1:gd name="T20" fmla="*/ 4 w 56"/>
              <ns1:gd name="T21" fmla="*/ 36 h 48"/>
              <ns1:gd name="T22" fmla="*/ 8 w 56"/>
              <ns1:gd name="T23" fmla="*/ 48 h 48"/>
              <ns1:gd name="T24" fmla="*/ 16 w 56"/>
              <ns1:gd name="T25" fmla="*/ 44 h 48"/>
              <ns1:gd name="T26" fmla="*/ 40 w 56"/>
              <ns1:gd name="T27" fmla="*/ 36 h 48"/>
              <ns1:gd name="T28" fmla="*/ 44 w 56"/>
              <ns1:gd name="T29" fmla="*/ 48 h 48"/>
              <ns1:gd name="T30" fmla="*/ 52 w 56"/>
              <ns1:gd name="T31" fmla="*/ 44 h 48"/>
              <ns1:gd name="T32" fmla="*/ 54 w 56"/>
              <ns1:gd name="T33" fmla="*/ 36 h 48"/>
              <ns1:gd name="T34" fmla="*/ 56 w 56"/>
              <ns1:gd name="T35" fmla="*/ 22 h 48"/>
              <ns1:gd name="T36" fmla="*/ 15 w 56"/>
              <ns1:gd name="T37" fmla="*/ 5 h 48"/>
              <ns1:gd name="T38" fmla="*/ 24 w 56"/>
              <ns1:gd name="T39" fmla="*/ 4 h 48"/>
              <ns1:gd name="T40" fmla="*/ 26 w 56"/>
              <ns1:gd name="T41" fmla="*/ 8 h 48"/>
              <ns1:gd name="T42" fmla="*/ 32 w 56"/>
              <ns1:gd name="T43" fmla="*/ 6 h 48"/>
              <ns1:gd name="T44" fmla="*/ 40 w 56"/>
              <ns1:gd name="T45" fmla="*/ 4 h 48"/>
              <ns1:gd name="T46" fmla="*/ 46 w 56"/>
              <ns1:gd name="T47" fmla="*/ 20 h 48"/>
              <ns1:gd name="T48" fmla="*/ 15 w 56"/>
              <ns1:gd name="T49" fmla="*/ 5 h 48"/>
              <ns1:gd name="T50" fmla="*/ 8 w 56"/>
              <ns1:gd name="T51" fmla="*/ 28 h 48"/>
              <ns1:gd name="T52" fmla="*/ 16 w 56"/>
              <ns1:gd name="T53" fmla="*/ 28 h 48"/>
              <ns1:gd name="T54" fmla="*/ 36 w 56"/>
              <ns1:gd name="T55" fmla="*/ 32 h 48"/>
              <ns1:gd name="T56" fmla="*/ 20 w 56"/>
              <ns1:gd name="T57" fmla="*/ 28 h 48"/>
              <ns1:gd name="T58" fmla="*/ 36 w 56"/>
              <ns1:gd name="T59" fmla="*/ 32 h 48"/>
              <ns1:gd name="T60" fmla="*/ 40 w 56"/>
              <ns1:gd name="T61" fmla="*/ 28 h 48"/>
              <ns1:gd name="T62" fmla="*/ 48 w 56"/>
              <ns1:gd name="T63" fmla="*/ 28 h 48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  <ns1:cxn ang="0">
                <ns1:pos x="T32" y="T33"/>
              </ns1:cxn>
              <ns1:cxn ang="0">
                <ns1:pos x="T34" y="T35"/>
              </ns1:cxn>
              <ns1:cxn ang="0">
                <ns1:pos x="T36" y="T37"/>
              </ns1:cxn>
              <ns1:cxn ang="0">
                <ns1:pos x="T38" y="T39"/>
              </ns1:cxn>
              <ns1:cxn ang="0">
                <ns1:pos x="T40" y="T41"/>
              </ns1:cxn>
              <ns1:cxn ang="0">
                <ns1:pos x="T42" y="T43"/>
              </ns1:cxn>
              <ns1:cxn ang="0">
                <ns1:pos x="T44" y="T45"/>
              </ns1:cxn>
              <ns1:cxn ang="0">
                <ns1:pos x="T46" y="T47"/>
              </ns1:cxn>
              <ns1:cxn ang="0">
                <ns1:pos x="T48" y="T49"/>
              </ns1:cxn>
              <ns1:cxn ang="0">
                <ns1:pos x="T50" y="T51"/>
              </ns1:cxn>
              <ns1:cxn ang="0">
                <ns1:pos x="T52" y="T53"/>
              </ns1:cxn>
              <ns1:cxn ang="0">
                <ns1:pos x="T54" y="T55"/>
              </ns1:cxn>
              <ns1:cxn ang="0">
                <ns1:pos x="T56" y="T57"/>
              </ns1:cxn>
              <ns1:cxn ang="0">
                <ns1:pos x="T58" y="T59"/>
              </ns1:cxn>
              <ns1:cxn ang="0">
                <ns1:pos x="T60" y="T61"/>
              </ns1:cxn>
              <ns1:cxn ang="0">
                <ns1:pos x="T62" y="T63"/>
              </ns1:cxn>
            </ns1:cxnLst>
            <ns1:rect l="0" t="0" r="r" b="b"/>
            <ns1:pathLst>
              <ns1:path w="56" h="48">
                <ns1:moveTo>
                  <ns1:pt x="54" y="20"/>
                </ns1:moveTo>
                <ns1:cubicBezTo>
                  <ns1:pt x="51" y="20"/>
                  <ns1:pt x="51" y="20"/>
                  <ns1:pt x="51" y="20"/>
                </ns1:cubicBezTo>
                <ns1:cubicBezTo>
                  <ns1:pt x="49" y="16"/>
                  <ns1:pt x="49" y="16"/>
                  <ns1:pt x="49" y="16"/>
                </ns1:cubicBezTo>
                <ns1:cubicBezTo>
                  <ns1:pt x="54" y="16"/>
                  <ns1:pt x="54" y="16"/>
                  <ns1:pt x="54" y="16"/>
                </ns1:cubicBezTo>
                <ns1:cubicBezTo>
                  <ns1:pt x="55" y="16"/>
                  <ns1:pt x="56" y="15"/>
                  <ns1:pt x="56" y="14"/>
                </ns1:cubicBezTo>
                <ns1:cubicBezTo>
                  <ns1:pt x="56" y="13"/>
                  <ns1:pt x="55" y="12"/>
                  <ns1:pt x="54" y="12"/>
                </ns1:cubicBezTo>
                <ns1:cubicBezTo>
                  <ns1:pt x="48" y="12"/>
                  <ns1:pt x="48" y="12"/>
                  <ns1:pt x="48" y="12"/>
                </ns1:cubicBezTo>
                <ns1:cubicBezTo>
                  <ns1:pt x="45" y="4"/>
                  <ns1:pt x="45" y="4"/>
                  <ns1:pt x="45" y="4"/>
                </ns1:cubicBezTo>
                <ns1:cubicBezTo>
                  <ns1:pt x="45" y="2"/>
                  <ns1:pt x="42" y="0"/>
                  <ns1:pt x="40" y="0"/>
                </ns1:cubicBezTo>
                <ns1:cubicBezTo>
                  <ns1:pt x="16" y="0"/>
                  <ns1:pt x="16" y="0"/>
                  <ns1:pt x="16" y="0"/>
                </ns1:cubicBezTo>
                <ns1:cubicBezTo>
                  <ns1:pt x="14" y="0"/>
                  <ns1:pt x="11" y="2"/>
                  <ns1:pt x="11" y="4"/>
                </ns1:cubicBezTo>
                <ns1:cubicBezTo>
                  <ns1:pt x="8" y="12"/>
                  <ns1:pt x="8" y="12"/>
                  <ns1:pt x="8" y="12"/>
                </ns1:cubicBezTo>
                <ns1:cubicBezTo>
                  <ns1:pt x="2" y="12"/>
                  <ns1:pt x="2" y="12"/>
                  <ns1:pt x="2" y="12"/>
                </ns1:cubicBezTo>
                <ns1:cubicBezTo>
                  <ns1:pt x="1" y="12"/>
                  <ns1:pt x="0" y="13"/>
                  <ns1:pt x="0" y="14"/>
                </ns1:cubicBezTo>
                <ns1:cubicBezTo>
                  <ns1:pt x="0" y="15"/>
                  <ns1:pt x="1" y="16"/>
                  <ns1:pt x="2" y="16"/>
                </ns1:cubicBezTo>
                <ns1:cubicBezTo>
                  <ns1:pt x="7" y="16"/>
                  <ns1:pt x="7" y="16"/>
                  <ns1:pt x="7" y="16"/>
                </ns1:cubicBezTo>
                <ns1:cubicBezTo>
                  <ns1:pt x="5" y="20"/>
                  <ns1:pt x="5" y="20"/>
                  <ns1:pt x="5" y="20"/>
                </ns1:cubicBezTo>
                <ns1:cubicBezTo>
                  <ns1:pt x="2" y="20"/>
                  <ns1:pt x="2" y="20"/>
                  <ns1:pt x="2" y="20"/>
                </ns1:cubicBezTo>
                <ns1:cubicBezTo>
                  <ns1:pt x="1" y="20"/>
                  <ns1:pt x="0" y="21"/>
                  <ns1:pt x="0" y="22"/>
                </ns1:cubicBezTo>
                <ns1:cubicBezTo>
                  <ns1:pt x="0" y="34"/>
                  <ns1:pt x="0" y="34"/>
                  <ns1:pt x="0" y="34"/>
                </ns1:cubicBezTo>
                <ns1:cubicBezTo>
                  <ns1:pt x="0" y="35"/>
                  <ns1:pt x="1" y="36"/>
                  <ns1:pt x="2" y="36"/>
                </ns1:cubicBezTo>
                <ns1:cubicBezTo>
                  <ns1:pt x="4" y="36"/>
                  <ns1:pt x="4" y="36"/>
                  <ns1:pt x="4" y="36"/>
                </ns1:cubicBezTo>
                <ns1:cubicBezTo>
                  <ns1:pt x="4" y="44"/>
                  <ns1:pt x="4" y="44"/>
                  <ns1:pt x="4" y="44"/>
                </ns1:cubicBezTo>
                <ns1:cubicBezTo>
                  <ns1:pt x="4" y="46"/>
                  <ns1:pt x="6" y="48"/>
                  <ns1:pt x="8" y="48"/>
                </ns1:cubicBezTo>
                <ns1:cubicBezTo>
                  <ns1:pt x="12" y="48"/>
                  <ns1:pt x="12" y="48"/>
                  <ns1:pt x="12" y="48"/>
                </ns1:cubicBezTo>
                <ns1:cubicBezTo>
                  <ns1:pt x="14" y="48"/>
                  <ns1:pt x="16" y="46"/>
                  <ns1:pt x="16" y="44"/>
                </ns1:cubicBezTo>
                <ns1:cubicBezTo>
                  <ns1:pt x="16" y="36"/>
                  <ns1:pt x="16" y="36"/>
                  <ns1:pt x="16" y="36"/>
                </ns1:cubicBezTo>
                <ns1:cubicBezTo>
                  <ns1:pt x="40" y="36"/>
                  <ns1:pt x="40" y="36"/>
                  <ns1:pt x="40" y="36"/>
                </ns1:cubicBezTo>
                <ns1:cubicBezTo>
                  <ns1:pt x="40" y="44"/>
                  <ns1:pt x="40" y="44"/>
                  <ns1:pt x="40" y="44"/>
                </ns1:cubicBezTo>
                <ns1:cubicBezTo>
                  <ns1:pt x="40" y="46"/>
                  <ns1:pt x="42" y="48"/>
                  <ns1:pt x="44" y="48"/>
                </ns1:cubicBezTo>
                <ns1:cubicBezTo>
                  <ns1:pt x="48" y="48"/>
                  <ns1:pt x="48" y="48"/>
                  <ns1:pt x="48" y="48"/>
                </ns1:cubicBezTo>
                <ns1:cubicBezTo>
                  <ns1:pt x="50" y="48"/>
                  <ns1:pt x="52" y="46"/>
                  <ns1:pt x="52" y="44"/>
                </ns1:cubicBezTo>
                <ns1:cubicBezTo>
                  <ns1:pt x="52" y="36"/>
                  <ns1:pt x="52" y="36"/>
                  <ns1:pt x="52" y="36"/>
                </ns1:cubicBezTo>
                <ns1:cubicBezTo>
                  <ns1:pt x="54" y="36"/>
                  <ns1:pt x="54" y="36"/>
                  <ns1:pt x="54" y="36"/>
                </ns1:cubicBezTo>
                <ns1:cubicBezTo>
                  <ns1:pt x="55" y="36"/>
                  <ns1:pt x="56" y="35"/>
                  <ns1:pt x="56" y="34"/>
                </ns1:cubicBezTo>
                <ns1:cubicBezTo>
                  <ns1:pt x="56" y="22"/>
                  <ns1:pt x="56" y="22"/>
                  <ns1:pt x="56" y="22"/>
                </ns1:cubicBezTo>
                <ns1:cubicBezTo>
                  <ns1:pt x="56" y="21"/>
                  <ns1:pt x="55" y="20"/>
                  <ns1:pt x="54" y="20"/>
                </ns1:cubicBezTo>
                <ns1:close/>
                <ns1:moveTo>
                  <ns1:pt x="15" y="5"/>
                </ns1:moveTo>
                <ns1:cubicBezTo>
                  <ns1:pt x="15" y="5"/>
                  <ns1:pt x="16" y="4"/>
                  <ns1:pt x="16" y="4"/>
                </ns1:cubicBezTo>
                <ns1:cubicBezTo>
                  <ns1:pt x="24" y="4"/>
                  <ns1:pt x="24" y="4"/>
                  <ns1:pt x="24" y="4"/>
                </ns1:cubicBezTo>
                <ns1:cubicBezTo>
                  <ns1:pt x="24" y="6"/>
                  <ns1:pt x="24" y="6"/>
                  <ns1:pt x="24" y="6"/>
                </ns1:cubicBezTo>
                <ns1:cubicBezTo>
                  <ns1:pt x="24" y="7"/>
                  <ns1:pt x="25" y="8"/>
                  <ns1:pt x="26" y="8"/>
                </ns1:cubicBezTo>
                <ns1:cubicBezTo>
                  <ns1:pt x="30" y="8"/>
                  <ns1:pt x="30" y="8"/>
                  <ns1:pt x="30" y="8"/>
                </ns1:cubicBezTo>
                <ns1:cubicBezTo>
                  <ns1:pt x="31" y="8"/>
                  <ns1:pt x="32" y="7"/>
                  <ns1:pt x="32" y="6"/>
                </ns1:cubicBezTo>
                <ns1:cubicBezTo>
                  <ns1:pt x="32" y="4"/>
                  <ns1:pt x="32" y="4"/>
                  <ns1:pt x="32" y="4"/>
                </ns1:cubicBezTo>
                <ns1:cubicBezTo>
                  <ns1:pt x="40" y="4"/>
                  <ns1:pt x="40" y="4"/>
                  <ns1:pt x="40" y="4"/>
                </ns1:cubicBezTo>
                <ns1:cubicBezTo>
                  <ns1:pt x="40" y="4"/>
                  <ns1:pt x="41" y="5"/>
                  <ns1:pt x="41" y="5"/>
                </ns1:cubicBezTo>
                <ns1:cubicBezTo>
                  <ns1:pt x="46" y="20"/>
                  <ns1:pt x="46" y="20"/>
                  <ns1:pt x="46" y="20"/>
                </ns1:cubicBezTo>
                <ns1:cubicBezTo>
                  <ns1:pt x="10" y="20"/>
                  <ns1:pt x="10" y="20"/>
                  <ns1:pt x="10" y="20"/>
                </ns1:cubicBezTo>
                <ns1:lnTo>
                  <ns1:pt x="15" y="5"/>
                </ns1:lnTo>
                <ns1:close/>
                <ns1:moveTo>
                  <ns1:pt x="12" y="32"/>
                </ns1:moveTo>
                <ns1:cubicBezTo>
                  <ns1:pt x="10" y="32"/>
                  <ns1:pt x="8" y="30"/>
                  <ns1:pt x="8" y="28"/>
                </ns1:cubicBezTo>
                <ns1:cubicBezTo>
                  <ns1:pt x="8" y="26"/>
                  <ns1:pt x="10" y="24"/>
                  <ns1:pt x="12" y="24"/>
                </ns1:cubicBezTo>
                <ns1:cubicBezTo>
                  <ns1:pt x="14" y="24"/>
                  <ns1:pt x="16" y="26"/>
                  <ns1:pt x="16" y="28"/>
                </ns1:cubicBezTo>
                <ns1:cubicBezTo>
                  <ns1:pt x="16" y="30"/>
                  <ns1:pt x="14" y="32"/>
                  <ns1:pt x="12" y="32"/>
                </ns1:cubicBezTo>
                <ns1:close/>
                <ns1:moveTo>
                  <ns1:pt x="36" y="32"/>
                </ns1:moveTo>
                <ns1:cubicBezTo>
                  <ns1:pt x="20" y="32"/>
                  <ns1:pt x="20" y="32"/>
                  <ns1:pt x="20" y="32"/>
                </ns1:cubicBezTo>
                <ns1:cubicBezTo>
                  <ns1:pt x="20" y="28"/>
                  <ns1:pt x="20" y="28"/>
                  <ns1:pt x="20" y="28"/>
                </ns1:cubicBezTo>
                <ns1:cubicBezTo>
                  <ns1:pt x="36" y="28"/>
                  <ns1:pt x="36" y="28"/>
                  <ns1:pt x="36" y="28"/>
                </ns1:cubicBezTo>
                <ns1:lnTo>
                  <ns1:pt x="36" y="32"/>
                </ns1:lnTo>
                <ns1:close/>
                <ns1:moveTo>
                  <ns1:pt x="44" y="32"/>
                </ns1:moveTo>
                <ns1:cubicBezTo>
                  <ns1:pt x="42" y="32"/>
                  <ns1:pt x="40" y="30"/>
                  <ns1:pt x="40" y="28"/>
                </ns1:cubicBezTo>
                <ns1:cubicBezTo>
                  <ns1:pt x="40" y="26"/>
                  <ns1:pt x="42" y="24"/>
                  <ns1:pt x="44" y="24"/>
                </ns1:cubicBezTo>
                <ns1:cubicBezTo>
                  <ns1:pt x="46" y="24"/>
                  <ns1:pt x="48" y="26"/>
                  <ns1:pt x="48" y="28"/>
                </ns1:cubicBezTo>
                <ns1:cubicBezTo>
                  <ns1:pt x="48" y="30"/>
                  <ns1:pt x="46" y="32"/>
                  <ns1:pt x="44" y="32"/>
                </ns1:cubicBezTo>
                <ns1:close/>
              </ns1:path>
            </ns1:pathLst>
          </ns1:custGeom>
          <ns1:solidFill>
            <ns1:schemeClr val="tx1"/>
          </ns1:solidFill>
          <ns1:ln>
            <ns1:noFill/>
          </ns1:ln>
          <ns1:extLst/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id-ID" sz="2700"/>
          </ns1:p>
        </ns0:txBody>
      </ns0:sp>
      <ns0:grpSp>
        <ns0:nvGrpSpPr>
          <ns0:cNvPr id="282" name="Group 281"/>
          <ns0:cNvGrpSpPr/>
          <ns0:nvPr/>
        </ns0:nvGrpSpPr>
        <ns0:grpSpPr>
          <ns1:xfrm>
            <ns1:off x="3356735" y="5219621"/>
            <ns1:ext cx="381327" cy="394124"/>
            <ns1:chOff x="4054476" y="1160463"/>
            <ns1:chExt cx="236537" cy="244475"/>
          </ns1:xfrm>
          <ns1:solidFill>
            <ns1:schemeClr val="tx1"/>
          </ns1:solidFill>
        </ns0:grpSpPr>
        <ns0:sp>
          <ns0:nvSpPr>
            <ns0:cNvPr id="283" name="Freeform 58"/>
            <ns0:cNvSpPr>
              <ns1:spLocks/>
            </ns0:cNvSpPr>
            <ns0:nvPr/>
          </ns0:nvSpPr>
          <ns0:spPr bwMode="auto">
            <ns1:xfrm>
              <ns1:off x="4144963" y="1160463"/>
              <ns1:ext cx="146050" cy="146050"/>
            </ns1:xfrm>
            <ns1:custGeom>
              <ns1:avLst/>
              <ns1:gdLst>
                <ns1:gd name="T0" fmla="*/ 37 w 39"/>
                <ns1:gd name="T1" fmla="*/ 2 h 39"/>
                <ns1:gd name="T2" fmla="*/ 31 w 39"/>
                <ns1:gd name="T3" fmla="*/ 3 h 39"/>
                <ns1:gd name="T4" fmla="*/ 12 w 39"/>
                <ns1:gd name="T5" fmla="*/ 22 h 39"/>
                <ns1:gd name="T6" fmla="*/ 0 w 39"/>
                <ns1:gd name="T7" fmla="*/ 29 h 39"/>
                <ns1:gd name="T8" fmla="*/ 10 w 39"/>
                <ns1:gd name="T9" fmla="*/ 39 h 39"/>
                <ns1:gd name="T10" fmla="*/ 17 w 39"/>
                <ns1:gd name="T11" fmla="*/ 27 h 39"/>
                <ns1:gd name="T12" fmla="*/ 36 w 39"/>
                <ns1:gd name="T13" fmla="*/ 8 h 39"/>
                <ns1:gd name="T14" fmla="*/ 37 w 39"/>
                <ns1:gd name="T15" fmla="*/ 2 h 39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</ns1:cxnLst>
              <ns1:rect l="0" t="0" r="r" b="b"/>
              <ns1:pathLst>
                <ns1:path w="39" h="39">
                  <ns1:moveTo>
                    <ns1:pt x="37" y="2"/>
                  </ns1:moveTo>
                  <ns1:cubicBezTo>
                    <ns1:pt x="34" y="0"/>
                    <ns1:pt x="31" y="3"/>
                    <ns1:pt x="31" y="3"/>
                  </ns1:cubicBezTo>
                  <ns1:cubicBezTo>
                    <ns1:pt x="31" y="3"/>
                    <ns1:pt x="15" y="19"/>
                    <ns1:pt x="12" y="22"/>
                  </ns1:cubicBezTo>
                  <ns1:cubicBezTo>
                    <ns1:pt x="9" y="25"/>
                    <ns1:pt x="0" y="29"/>
                    <ns1:pt x="0" y="29"/>
                  </ns1:cubicBezTo>
                  <ns1:cubicBezTo>
                    <ns1:pt x="10" y="39"/>
                    <ns1:pt x="10" y="39"/>
                    <ns1:pt x="10" y="39"/>
                  </ns1:cubicBezTo>
                  <ns1:cubicBezTo>
                    <ns1:pt x="10" y="39"/>
                    <ns1:pt x="14" y="30"/>
                    <ns1:pt x="17" y="27"/>
                  </ns1:cubicBezTo>
                  <ns1:cubicBezTo>
                    <ns1:pt x="20" y="24"/>
                    <ns1:pt x="36" y="8"/>
                    <ns1:pt x="36" y="8"/>
                  </ns1:cubicBezTo>
                  <ns1:cubicBezTo>
                    <ns1:pt x="36" y="8"/>
                    <ns1:pt x="39" y="5"/>
                    <ns1:pt x="37" y="2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284" name="Freeform 59"/>
            <ns0:cNvSpPr>
              <ns1:spLocks noEditPoints="1"/>
            </ns0:cNvSpPr>
            <ns0:nvPr/>
          </ns0:nvSpPr>
          <ns0:spPr bwMode="auto">
            <ns1:xfrm>
              <ns1:off x="4054476" y="1281113"/>
              <ns1:ext cx="115888" cy="123825"/>
            </ns1:xfrm>
            <ns1:custGeom>
              <ns1:avLst/>
              <ns1:gdLst>
                <ns1:gd name="T0" fmla="*/ 12 w 31"/>
                <ns1:gd name="T1" fmla="*/ 7 h 33"/>
                <ns1:gd name="T2" fmla="*/ 0 w 31"/>
                <ns1:gd name="T3" fmla="*/ 27 h 33"/>
                <ns1:gd name="T4" fmla="*/ 31 w 31"/>
                <ns1:gd name="T5" fmla="*/ 10 h 33"/>
                <ns1:gd name="T6" fmla="*/ 21 w 31"/>
                <ns1:gd name="T7" fmla="*/ 0 h 33"/>
                <ns1:gd name="T8" fmla="*/ 12 w 31"/>
                <ns1:gd name="T9" fmla="*/ 7 h 33"/>
                <ns1:gd name="T10" fmla="*/ 9 w 31"/>
                <ns1:gd name="T11" fmla="*/ 24 h 33"/>
                <ns1:gd name="T12" fmla="*/ 20 w 31"/>
                <ns1:gd name="T13" fmla="*/ 4 h 33"/>
                <ns1:gd name="T14" fmla="*/ 9 w 31"/>
                <ns1:gd name="T15" fmla="*/ 24 h 33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</ns1:cxnLst>
              <ns1:rect l="0" t="0" r="r" b="b"/>
              <ns1:pathLst>
                <ns1:path w="31" h="33">
                  <ns1:moveTo>
                    <ns1:pt x="12" y="7"/>
                  </ns1:moveTo>
                  <ns1:cubicBezTo>
                    <ns1:pt x="7" y="19"/>
                    <ns1:pt x="8" y="25"/>
                    <ns1:pt x="0" y="27"/>
                  </ns1:cubicBezTo>
                  <ns1:cubicBezTo>
                    <ns1:pt x="31" y="33"/>
                    <ns1:pt x="31" y="10"/>
                    <ns1:pt x="31" y="10"/>
                  </ns1:cubicBezTo>
                  <ns1:cubicBezTo>
                    <ns1:pt x="21" y="0"/>
                    <ns1:pt x="21" y="0"/>
                    <ns1:pt x="21" y="0"/>
                  </ns1:cubicBezTo>
                  <ns1:cubicBezTo>
                    <ns1:pt x="21" y="0"/>
                    <ns1:pt x="14" y="2"/>
                    <ns1:pt x="12" y="7"/>
                  </ns1:cubicBezTo>
                  <ns1:close/>
                  <ns1:moveTo>
                    <ns1:pt x="9" y="24"/>
                  </ns1:moveTo>
                  <ns1:cubicBezTo>
                    <ns1:pt x="11" y="21"/>
                    <ns1:pt x="15" y="8"/>
                    <ns1:pt x="20" y="4"/>
                  </ns1:cubicBezTo>
                  <ns1:cubicBezTo>
                    <ns1:pt x="23" y="7"/>
                    <ns1:pt x="20" y="17"/>
                    <ns1:pt x="9" y="24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</ns0:grpSp>
      <ns0:sp>
        <ns0:nvSpPr>
          <ns0:cNvPr id="285" name="Freeform 119"/>
          <ns0:cNvSpPr>
            <ns1:spLocks noEditPoints="1"/>
          </ns0:cNvSpPr>
          <ns0:nvPr/>
        </ns0:nvSpPr>
        <ns0:spPr bwMode="auto">
          <ns1:xfrm>
            <ns1:off x="4425058" y="5236335"/>
            <ns1:ext cx="360696" cy="360696"/>
          </ns1:xfrm>
          <ns1:custGeom>
            <ns1:avLst/>
            <ns1:gdLst>
              <ns1:gd name="T0" fmla="*/ 0 w 152"/>
              <ns1:gd name="T1" fmla="*/ 0 h 152"/>
              <ns1:gd name="T2" fmla="*/ 0 w 152"/>
              <ns1:gd name="T3" fmla="*/ 114 h 152"/>
              <ns1:gd name="T4" fmla="*/ 38 w 152"/>
              <ns1:gd name="T5" fmla="*/ 114 h 152"/>
              <ns1:gd name="T6" fmla="*/ 38 w 152"/>
              <ns1:gd name="T7" fmla="*/ 152 h 152"/>
              <ns1:gd name="T8" fmla="*/ 90 w 152"/>
              <ns1:gd name="T9" fmla="*/ 114 h 152"/>
              <ns1:gd name="T10" fmla="*/ 152 w 152"/>
              <ns1:gd name="T11" fmla="*/ 114 h 152"/>
              <ns1:gd name="T12" fmla="*/ 152 w 152"/>
              <ns1:gd name="T13" fmla="*/ 0 h 152"/>
              <ns1:gd name="T14" fmla="*/ 0 w 152"/>
              <ns1:gd name="T15" fmla="*/ 0 h 152"/>
              <ns1:gd name="T16" fmla="*/ 133 w 152"/>
              <ns1:gd name="T17" fmla="*/ 95 h 152"/>
              <ns1:gd name="T18" fmla="*/ 95 w 152"/>
              <ns1:gd name="T19" fmla="*/ 95 h 152"/>
              <ns1:gd name="T20" fmla="*/ 57 w 152"/>
              <ns1:gd name="T21" fmla="*/ 124 h 152"/>
              <ns1:gd name="T22" fmla="*/ 57 w 152"/>
              <ns1:gd name="T23" fmla="*/ 95 h 152"/>
              <ns1:gd name="T24" fmla="*/ 19 w 152"/>
              <ns1:gd name="T25" fmla="*/ 95 h 152"/>
              <ns1:gd name="T26" fmla="*/ 19 w 152"/>
              <ns1:gd name="T27" fmla="*/ 19 h 152"/>
              <ns1:gd name="T28" fmla="*/ 133 w 152"/>
              <ns1:gd name="T29" fmla="*/ 19 h 152"/>
              <ns1:gd name="T30" fmla="*/ 133 w 152"/>
              <ns1:gd name="T31" fmla="*/ 95 h 152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</ns1:cxnLst>
            <ns1:rect l="0" t="0" r="r" b="b"/>
            <ns1:pathLst>
              <ns1:path w="152" h="152">
                <ns1:moveTo>
                  <ns1:pt x="0" y="0"/>
                </ns1:moveTo>
                <ns1:lnTo>
                  <ns1:pt x="0" y="114"/>
                </ns1:lnTo>
                <ns1:lnTo>
                  <ns1:pt x="38" y="114"/>
                </ns1:lnTo>
                <ns1:lnTo>
                  <ns1:pt x="38" y="152"/>
                </ns1:lnTo>
                <ns1:lnTo>
                  <ns1:pt x="90" y="114"/>
                </ns1:lnTo>
                <ns1:lnTo>
                  <ns1:pt x="152" y="114"/>
                </ns1:lnTo>
                <ns1:lnTo>
                  <ns1:pt x="152" y="0"/>
                </ns1:lnTo>
                <ns1:lnTo>
                  <ns1:pt x="0" y="0"/>
                </ns1:lnTo>
                <ns1:close/>
                <ns1:moveTo>
                  <ns1:pt x="133" y="95"/>
                </ns1:moveTo>
                <ns1:lnTo>
                  <ns1:pt x="95" y="95"/>
                </ns1:lnTo>
                <ns1:lnTo>
                  <ns1:pt x="57" y="124"/>
                </ns1:lnTo>
                <ns1:lnTo>
                  <ns1:pt x="57" y="95"/>
                </ns1:lnTo>
                <ns1:lnTo>
                  <ns1:pt x="19" y="95"/>
                </ns1:lnTo>
                <ns1:lnTo>
                  <ns1:pt x="19" y="19"/>
                </ns1:lnTo>
                <ns1:lnTo>
                  <ns1:pt x="133" y="19"/>
                </ns1:lnTo>
                <ns1:lnTo>
                  <ns1:pt x="133" y="95"/>
                </ns1:lnTo>
                <ns1:close/>
              </ns1:path>
            </ns1:pathLst>
          </ns1:custGeom>
          <ns1:solidFill>
            <ns1:schemeClr val="tx1"/>
          </ns1:solidFill>
          <ns1:ln>
            <ns1:noFill/>
          </ns1:ln>
          <ns1:extLst/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id-ID" sz="2700"/>
          </ns1:p>
        </ns0:txBody>
      </ns0:sp>
      <ns0:sp>
        <ns0:nvSpPr>
          <ns0:cNvPr id="286" name="Freeform 48"/>
          <ns0:cNvSpPr>
            <ns1:spLocks noEditPoints="1"/>
          </ns0:cNvSpPr>
          <ns0:nvPr/>
        </ns0:nvSpPr>
        <ns0:spPr bwMode="auto">
          <ns1:xfrm>
            <ns1:off x="6435555" y="5216671"/>
            <ns1:ext cx="403984" cy="400024"/>
          </ns1:xfrm>
          <ns1:custGeom>
            <ns1:avLst/>
            <ns1:gdLst>
              <ns1:gd name="T0" fmla="*/ 126 w 129"/>
              <ns1:gd name="T1" fmla="*/ 2 h 128"/>
              <ns1:gd name="T2" fmla="*/ 121 w 129"/>
              <ns1:gd name="T3" fmla="*/ 0 h 128"/>
              <ns1:gd name="T4" fmla="*/ 120 w 129"/>
              <ns1:gd name="T5" fmla="*/ 0 h 128"/>
              <ns1:gd name="T6" fmla="*/ 52 w 129"/>
              <ns1:gd name="T7" fmla="*/ 12 h 128"/>
              <ns1:gd name="T8" fmla="*/ 45 w 129"/>
              <ns1:gd name="T9" fmla="*/ 20 h 128"/>
              <ns1:gd name="T10" fmla="*/ 45 w 129"/>
              <ns1:gd name="T11" fmla="*/ 28 h 128"/>
              <ns1:gd name="T12" fmla="*/ 45 w 129"/>
              <ns1:gd name="T13" fmla="*/ 32 h 128"/>
              <ns1:gd name="T14" fmla="*/ 45 w 129"/>
              <ns1:gd name="T15" fmla="*/ 89 h 128"/>
              <ns1:gd name="T16" fmla="*/ 30 w 129"/>
              <ns1:gd name="T17" fmla="*/ 84 h 128"/>
              <ns1:gd name="T18" fmla="*/ 20 w 129"/>
              <ns1:gd name="T19" fmla="*/ 86 h 128"/>
              <ns1:gd name="T20" fmla="*/ 3 w 129"/>
              <ns1:gd name="T21" fmla="*/ 100 h 128"/>
              <ns1:gd name="T22" fmla="*/ 2 w 129"/>
              <ns1:gd name="T23" fmla="*/ 115 h 128"/>
              <ns1:gd name="T24" fmla="*/ 24 w 129"/>
              <ns1:gd name="T25" fmla="*/ 128 h 128"/>
              <ns1:gd name="T26" fmla="*/ 34 w 129"/>
              <ns1:gd name="T27" fmla="*/ 126 h 128"/>
              <ns1:gd name="T28" fmla="*/ 51 w 129"/>
              <ns1:gd name="T29" fmla="*/ 112 h 128"/>
              <ns1:gd name="T30" fmla="*/ 53 w 129"/>
              <ns1:gd name="T31" fmla="*/ 104 h 128"/>
              <ns1:gd name="T32" fmla="*/ 53 w 129"/>
              <ns1:gd name="T33" fmla="*/ 104 h 128"/>
              <ns1:gd name="T34" fmla="*/ 53 w 129"/>
              <ns1:gd name="T35" fmla="*/ 40 h 128"/>
              <ns1:gd name="T36" fmla="*/ 54 w 129"/>
              <ns1:gd name="T37" fmla="*/ 40 h 128"/>
              <ns1:gd name="T38" fmla="*/ 121 w 129"/>
              <ns1:gd name="T39" fmla="*/ 28 h 128"/>
              <ns1:gd name="T40" fmla="*/ 121 w 129"/>
              <ns1:gd name="T41" fmla="*/ 77 h 128"/>
              <ns1:gd name="T42" fmla="*/ 106 w 129"/>
              <ns1:gd name="T43" fmla="*/ 72 h 128"/>
              <ns1:gd name="T44" fmla="*/ 96 w 129"/>
              <ns1:gd name="T45" fmla="*/ 74 h 128"/>
              <ns1:gd name="T46" fmla="*/ 79 w 129"/>
              <ns1:gd name="T47" fmla="*/ 88 h 128"/>
              <ns1:gd name="T48" fmla="*/ 78 w 129"/>
              <ns1:gd name="T49" fmla="*/ 103 h 128"/>
              <ns1:gd name="T50" fmla="*/ 100 w 129"/>
              <ns1:gd name="T51" fmla="*/ 116 h 128"/>
              <ns1:gd name="T52" fmla="*/ 110 w 129"/>
              <ns1:gd name="T53" fmla="*/ 114 h 128"/>
              <ns1:gd name="T54" fmla="*/ 127 w 129"/>
              <ns1:gd name="T55" fmla="*/ 100 h 128"/>
              <ns1:gd name="T56" fmla="*/ 129 w 129"/>
              <ns1:gd name="T57" fmla="*/ 92 h 128"/>
              <ns1:gd name="T58" fmla="*/ 129 w 129"/>
              <ns1:gd name="T59" fmla="*/ 92 h 128"/>
              <ns1:gd name="T60" fmla="*/ 129 w 129"/>
              <ns1:gd name="T61" fmla="*/ 20 h 128"/>
              <ns1:gd name="T62" fmla="*/ 129 w 129"/>
              <ns1:gd name="T63" fmla="*/ 16 h 128"/>
              <ns1:gd name="T64" fmla="*/ 129 w 129"/>
              <ns1:gd name="T65" fmla="*/ 8 h 128"/>
              <ns1:gd name="T66" fmla="*/ 126 w 129"/>
              <ns1:gd name="T67" fmla="*/ 2 h 128"/>
              <ns1:gd name="T68" fmla="*/ 32 w 129"/>
              <ns1:gd name="T69" fmla="*/ 119 h 128"/>
              <ns1:gd name="T70" fmla="*/ 10 w 129"/>
              <ns1:gd name="T71" fmla="*/ 112 h 128"/>
              <ns1:gd name="T72" fmla="*/ 22 w 129"/>
              <ns1:gd name="T73" fmla="*/ 93 h 128"/>
              <ns1:gd name="T74" fmla="*/ 44 w 129"/>
              <ns1:gd name="T75" fmla="*/ 100 h 128"/>
              <ns1:gd name="T76" fmla="*/ 32 w 129"/>
              <ns1:gd name="T77" fmla="*/ 119 h 128"/>
              <ns1:gd name="T78" fmla="*/ 108 w 129"/>
              <ns1:gd name="T79" fmla="*/ 107 h 128"/>
              <ns1:gd name="T80" fmla="*/ 85 w 129"/>
              <ns1:gd name="T81" fmla="*/ 100 h 128"/>
              <ns1:gd name="T82" fmla="*/ 98 w 129"/>
              <ns1:gd name="T83" fmla="*/ 81 h 128"/>
              <ns1:gd name="T84" fmla="*/ 120 w 129"/>
              <ns1:gd name="T85" fmla="*/ 88 h 128"/>
              <ns1:gd name="T86" fmla="*/ 108 w 129"/>
              <ns1:gd name="T87" fmla="*/ 107 h 128"/>
              <ns1:gd name="T88" fmla="*/ 121 w 129"/>
              <ns1:gd name="T89" fmla="*/ 20 h 128"/>
              <ns1:gd name="T90" fmla="*/ 53 w 129"/>
              <ns1:gd name="T91" fmla="*/ 32 h 128"/>
              <ns1:gd name="T92" fmla="*/ 53 w 129"/>
              <ns1:gd name="T93" fmla="*/ 28 h 128"/>
              <ns1:gd name="T94" fmla="*/ 53 w 129"/>
              <ns1:gd name="T95" fmla="*/ 20 h 128"/>
              <ns1:gd name="T96" fmla="*/ 121 w 129"/>
              <ns1:gd name="T97" fmla="*/ 8 h 128"/>
              <ns1:gd name="T98" fmla="*/ 121 w 129"/>
              <ns1:gd name="T99" fmla="*/ 16 h 128"/>
              <ns1:gd name="T100" fmla="*/ 121 w 129"/>
              <ns1:gd name="T101" fmla="*/ 20 h 128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  <ns1:cxn ang="0">
                <ns1:pos x="T32" y="T33"/>
              </ns1:cxn>
              <ns1:cxn ang="0">
                <ns1:pos x="T34" y="T35"/>
              </ns1:cxn>
              <ns1:cxn ang="0">
                <ns1:pos x="T36" y="T37"/>
              </ns1:cxn>
              <ns1:cxn ang="0">
                <ns1:pos x="T38" y="T39"/>
              </ns1:cxn>
              <ns1:cxn ang="0">
                <ns1:pos x="T40" y="T41"/>
              </ns1:cxn>
              <ns1:cxn ang="0">
                <ns1:pos x="T42" y="T43"/>
              </ns1:cxn>
              <ns1:cxn ang="0">
                <ns1:pos x="T44" y="T45"/>
              </ns1:cxn>
              <ns1:cxn ang="0">
                <ns1:pos x="T46" y="T47"/>
              </ns1:cxn>
              <ns1:cxn ang="0">
                <ns1:pos x="T48" y="T49"/>
              </ns1:cxn>
              <ns1:cxn ang="0">
                <ns1:pos x="T50" y="T51"/>
              </ns1:cxn>
              <ns1:cxn ang="0">
                <ns1:pos x="T52" y="T53"/>
              </ns1:cxn>
              <ns1:cxn ang="0">
                <ns1:pos x="T54" y="T55"/>
              </ns1:cxn>
              <ns1:cxn ang="0">
                <ns1:pos x="T56" y="T57"/>
              </ns1:cxn>
              <ns1:cxn ang="0">
                <ns1:pos x="T58" y="T59"/>
              </ns1:cxn>
              <ns1:cxn ang="0">
                <ns1:pos x="T60" y="T61"/>
              </ns1:cxn>
              <ns1:cxn ang="0">
                <ns1:pos x="T62" y="T63"/>
              </ns1:cxn>
              <ns1:cxn ang="0">
                <ns1:pos x="T64" y="T65"/>
              </ns1:cxn>
              <ns1:cxn ang="0">
                <ns1:pos x="T66" y="T67"/>
              </ns1:cxn>
              <ns1:cxn ang="0">
                <ns1:pos x="T68" y="T69"/>
              </ns1:cxn>
              <ns1:cxn ang="0">
                <ns1:pos x="T70" y="T71"/>
              </ns1:cxn>
              <ns1:cxn ang="0">
                <ns1:pos x="T72" y="T73"/>
              </ns1:cxn>
              <ns1:cxn ang="0">
                <ns1:pos x="T74" y="T75"/>
              </ns1:cxn>
              <ns1:cxn ang="0">
                <ns1:pos x="T76" y="T77"/>
              </ns1:cxn>
              <ns1:cxn ang="0">
                <ns1:pos x="T78" y="T79"/>
              </ns1:cxn>
              <ns1:cxn ang="0">
                <ns1:pos x="T80" y="T81"/>
              </ns1:cxn>
              <ns1:cxn ang="0">
                <ns1:pos x="T82" y="T83"/>
              </ns1:cxn>
              <ns1:cxn ang="0">
                <ns1:pos x="T84" y="T85"/>
              </ns1:cxn>
              <ns1:cxn ang="0">
                <ns1:pos x="T86" y="T87"/>
              </ns1:cxn>
              <ns1:cxn ang="0">
                <ns1:pos x="T88" y="T89"/>
              </ns1:cxn>
              <ns1:cxn ang="0">
                <ns1:pos x="T90" y="T91"/>
              </ns1:cxn>
              <ns1:cxn ang="0">
                <ns1:pos x="T92" y="T93"/>
              </ns1:cxn>
              <ns1:cxn ang="0">
                <ns1:pos x="T94" y="T95"/>
              </ns1:cxn>
              <ns1:cxn ang="0">
                <ns1:pos x="T96" y="T97"/>
              </ns1:cxn>
              <ns1:cxn ang="0">
                <ns1:pos x="T98" y="T99"/>
              </ns1:cxn>
              <ns1:cxn ang="0">
                <ns1:pos x="T100" y="T101"/>
              </ns1:cxn>
            </ns1:cxnLst>
            <ns1:rect l="0" t="0" r="r" b="b"/>
            <ns1:pathLst>
              <ns1:path w="129" h="128">
                <ns1:moveTo>
                  <ns1:pt x="126" y="2"/>
                </ns1:moveTo>
                <ns1:cubicBezTo>
                  <ns1:pt x="125" y="1"/>
                  <ns1:pt x="123" y="0"/>
                  <ns1:pt x="121" y="0"/>
                </ns1:cubicBezTo>
                <ns1:cubicBezTo>
                  <ns1:pt x="121" y="0"/>
                  <ns1:pt x="120" y="0"/>
                  <ns1:pt x="120" y="0"/>
                </ns1:cubicBezTo>
                <ns1:cubicBezTo>
                  <ns1:pt x="52" y="12"/>
                  <ns1:pt x="52" y="12"/>
                  <ns1:pt x="52" y="12"/>
                </ns1:cubicBezTo>
                <ns1:cubicBezTo>
                  <ns1:pt x="48" y="13"/>
                  <ns1:pt x="45" y="16"/>
                  <ns1:pt x="45" y="20"/>
                </ns1:cubicBezTo>
                <ns1:cubicBezTo>
                  <ns1:pt x="45" y="28"/>
                  <ns1:pt x="45" y="28"/>
                  <ns1:pt x="45" y="28"/>
                </ns1:cubicBezTo>
                <ns1:cubicBezTo>
                  <ns1:pt x="45" y="32"/>
                  <ns1:pt x="45" y="32"/>
                  <ns1:pt x="45" y="32"/>
                </ns1:cubicBezTo>
                <ns1:cubicBezTo>
                  <ns1:pt x="45" y="89"/>
                  <ns1:pt x="45" y="89"/>
                  <ns1:pt x="45" y="89"/>
                </ns1:cubicBezTo>
                <ns1:cubicBezTo>
                  <ns1:pt x="41" y="86"/>
                  <ns1:pt x="36" y="84"/>
                  <ns1:pt x="30" y="84"/>
                </ns1:cubicBezTo>
                <ns1:cubicBezTo>
                  <ns1:pt x="26" y="84"/>
                  <ns1:pt x="23" y="85"/>
                  <ns1:pt x="20" y="86"/>
                </ns1:cubicBezTo>
                <ns1:cubicBezTo>
                  <ns1:pt x="12" y="88"/>
                  <ns1:pt x="6" y="93"/>
                  <ns1:pt x="3" y="100"/>
                </ns1:cubicBezTo>
                <ns1:cubicBezTo>
                  <ns1:pt x="1" y="104"/>
                  <ns1:pt x="0" y="110"/>
                  <ns1:pt x="2" y="115"/>
                </ns1:cubicBezTo>
                <ns1:cubicBezTo>
                  <ns1:pt x="5" y="123"/>
                  <ns1:pt x="14" y="128"/>
                  <ns1:pt x="24" y="128"/>
                </ns1:cubicBezTo>
                <ns1:cubicBezTo>
                  <ns1:pt x="28" y="128"/>
                  <ns1:pt x="31" y="127"/>
                  <ns1:pt x="34" y="126"/>
                </ns1:cubicBezTo>
                <ns1:cubicBezTo>
                  <ns1:pt x="42" y="124"/>
                  <ns1:pt x="48" y="119"/>
                  <ns1:pt x="51" y="112"/>
                </ns1:cubicBezTo>
                <ns1:cubicBezTo>
                  <ns1:pt x="52" y="110"/>
                  <ns1:pt x="53" y="107"/>
                  <ns1:pt x="53" y="104"/>
                </ns1:cubicBezTo>
                <ns1:cubicBezTo>
                  <ns1:pt x="53" y="104"/>
                  <ns1:pt x="53" y="104"/>
                  <ns1:pt x="53" y="104"/>
                </ns1:cubicBezTo>
                <ns1:cubicBezTo>
                  <ns1:pt x="53" y="40"/>
                  <ns1:pt x="53" y="40"/>
                  <ns1:pt x="53" y="40"/>
                </ns1:cubicBezTo>
                <ns1:cubicBezTo>
                  <ns1:pt x="53" y="40"/>
                  <ns1:pt x="54" y="40"/>
                  <ns1:pt x="54" y="40"/>
                </ns1:cubicBezTo>
                <ns1:cubicBezTo>
                  <ns1:pt x="121" y="28"/>
                  <ns1:pt x="121" y="28"/>
                  <ns1:pt x="121" y="28"/>
                </ns1:cubicBezTo>
                <ns1:cubicBezTo>
                  <ns1:pt x="121" y="77"/>
                  <ns1:pt x="121" y="77"/>
                  <ns1:pt x="121" y="77"/>
                </ns1:cubicBezTo>
                <ns1:cubicBezTo>
                  <ns1:pt x="117" y="74"/>
                  <ns1:pt x="112" y="72"/>
                  <ns1:pt x="106" y="72"/>
                </ns1:cubicBezTo>
                <ns1:cubicBezTo>
                  <ns1:pt x="102" y="72"/>
                  <ns1:pt x="99" y="73"/>
                  <ns1:pt x="96" y="74"/>
                </ns1:cubicBezTo>
                <ns1:cubicBezTo>
                  <ns1:pt x="88" y="76"/>
                  <ns1:pt x="82" y="81"/>
                  <ns1:pt x="79" y="88"/>
                </ns1:cubicBezTo>
                <ns1:cubicBezTo>
                  <ns1:pt x="77" y="92"/>
                  <ns1:pt x="76" y="98"/>
                  <ns1:pt x="78" y="103"/>
                </ns1:cubicBezTo>
                <ns1:cubicBezTo>
                  <ns1:pt x="81" y="111"/>
                  <ns1:pt x="90" y="116"/>
                  <ns1:pt x="100" y="116"/>
                </ns1:cubicBezTo>
                <ns1:cubicBezTo>
                  <ns1:pt x="104" y="116"/>
                  <ns1:pt x="107" y="115"/>
                  <ns1:pt x="110" y="114"/>
                </ns1:cubicBezTo>
                <ns1:cubicBezTo>
                  <ns1:pt x="118" y="112"/>
                  <ns1:pt x="124" y="107"/>
                  <ns1:pt x="127" y="100"/>
                </ns1:cubicBezTo>
                <ns1:cubicBezTo>
                  <ns1:pt x="128" y="98"/>
                  <ns1:pt x="129" y="95"/>
                  <ns1:pt x="129" y="92"/>
                </ns1:cubicBezTo>
                <ns1:cubicBezTo>
                  <ns1:pt x="129" y="92"/>
                  <ns1:pt x="129" y="92"/>
                  <ns1:pt x="129" y="92"/>
                </ns1:cubicBezTo>
                <ns1:cubicBezTo>
                  <ns1:pt x="129" y="20"/>
                  <ns1:pt x="129" y="20"/>
                  <ns1:pt x="129" y="20"/>
                </ns1:cubicBezTo>
                <ns1:cubicBezTo>
                  <ns1:pt x="129" y="16"/>
                  <ns1:pt x="129" y="16"/>
                  <ns1:pt x="129" y="16"/>
                </ns1:cubicBezTo>
                <ns1:cubicBezTo>
                  <ns1:pt x="129" y="8"/>
                  <ns1:pt x="129" y="8"/>
                  <ns1:pt x="129" y="8"/>
                </ns1:cubicBezTo>
                <ns1:cubicBezTo>
                  <ns1:pt x="129" y="6"/>
                  <ns1:pt x="128" y="3"/>
                  <ns1:pt x="126" y="2"/>
                </ns1:cubicBezTo>
                <ns1:close/>
                <ns1:moveTo>
                  <ns1:pt x="32" y="119"/>
                </ns1:moveTo>
                <ns1:cubicBezTo>
                  <ns1:pt x="22" y="122"/>
                  <ns1:pt x="12" y="119"/>
                  <ns1:pt x="10" y="112"/>
                </ns1:cubicBezTo>
                <ns1:cubicBezTo>
                  <ns1:pt x="7" y="105"/>
                  <ns1:pt x="13" y="96"/>
                  <ns1:pt x="22" y="93"/>
                </ns1:cubicBezTo>
                <ns1:cubicBezTo>
                  <ns1:pt x="32" y="90"/>
                  <ns1:pt x="42" y="93"/>
                  <ns1:pt x="44" y="100"/>
                </ns1:cubicBezTo>
                <ns1:cubicBezTo>
                  <ns1:pt x="47" y="107"/>
                  <ns1:pt x="41" y="116"/>
                  <ns1:pt x="32" y="119"/>
                </ns1:cubicBezTo>
                <ns1:close/>
                <ns1:moveTo>
                  <ns1:pt x="108" y="107"/>
                </ns1:moveTo>
                <ns1:cubicBezTo>
                  <ns1:pt x="98" y="110"/>
                  <ns1:pt x="88" y="107"/>
                  <ns1:pt x="85" y="100"/>
                </ns1:cubicBezTo>
                <ns1:cubicBezTo>
                  <ns1:pt x="83" y="93"/>
                  <ns1:pt x="88" y="84"/>
                  <ns1:pt x="98" y="81"/>
                </ns1:cubicBezTo>
                <ns1:cubicBezTo>
                  <ns1:pt x="108" y="78"/>
                  <ns1:pt x="118" y="81"/>
                  <ns1:pt x="120" y="88"/>
                </ns1:cubicBezTo>
                <ns1:cubicBezTo>
                  <ns1:pt x="123" y="95"/>
                  <ns1:pt x="117" y="104"/>
                  <ns1:pt x="108" y="107"/>
                </ns1:cubicBezTo>
                <ns1:close/>
                <ns1:moveTo>
                  <ns1:pt x="121" y="20"/>
                </ns1:moveTo>
                <ns1:cubicBezTo>
                  <ns1:pt x="53" y="32"/>
                  <ns1:pt x="53" y="32"/>
                  <ns1:pt x="53" y="32"/>
                </ns1:cubicBezTo>
                <ns1:cubicBezTo>
                  <ns1:pt x="53" y="28"/>
                  <ns1:pt x="53" y="28"/>
                  <ns1:pt x="53" y="28"/>
                </ns1:cubicBezTo>
                <ns1:cubicBezTo>
                  <ns1:pt x="53" y="20"/>
                  <ns1:pt x="53" y="20"/>
                  <ns1:pt x="53" y="20"/>
                </ns1:cubicBezTo>
                <ns1:cubicBezTo>
                  <ns1:pt x="121" y="8"/>
                  <ns1:pt x="121" y="8"/>
                  <ns1:pt x="121" y="8"/>
                </ns1:cubicBezTo>
                <ns1:cubicBezTo>
                  <ns1:pt x="121" y="16"/>
                  <ns1:pt x="121" y="16"/>
                  <ns1:pt x="121" y="16"/>
                </ns1:cubicBezTo>
                <ns1:lnTo>
                  <ns1:pt x="121" y="20"/>
                </ns1:lnTo>
                <ns1:close/>
              </ns1:path>
            </ns1:pathLst>
          </ns1:custGeom>
          <ns1:solidFill>
            <ns1:schemeClr val="tx1"/>
          </ns1:solidFill>
          <ns1:ln>
            <ns1:noFill/>
          </ns1:ln>
          <ns1:extLst/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id-ID" sz="2700"/>
          </ns1:p>
        </ns0:txBody>
      </ns0:sp>
      <ns0:grpSp>
        <ns0:nvGrpSpPr>
          <ns0:cNvPr id="287" name="Group 286"/>
          <ns0:cNvGrpSpPr/>
          <ns0:nvPr/>
        </ns0:nvGrpSpPr>
        <ns0:grpSpPr>
          <ns1:xfrm>
            <ns1:off x="7524800" y="5268545"/>
            <ns1:ext cx="364642" cy="296276"/>
            <ns1:chOff x="1588" y="1588"/>
            <ns1:chExt cx="8399462" cy="6824662"/>
          </ns1:xfrm>
          <ns1:solidFill>
            <ns1:schemeClr val="tx1"/>
          </ns1:solidFill>
        </ns0:grpSpPr>
        <ns0:sp>
          <ns0:nvSpPr>
            <ns0:cNvPr id="288" name="Freeform 15"/>
            <ns0:cNvSpPr>
              <ns1:spLocks noEditPoints="1"/>
            </ns0:cNvSpPr>
            <ns0:nvPr/>
          </ns0:nvSpPr>
          <ns0:spPr bwMode="auto">
            <ns1:xfrm>
              <ns1:off x="1830388" y="2100263"/>
              <ns1:ext cx="3157537" cy="3151187"/>
            </ns1:xfrm>
            <ns1:custGeom>
              <ns1:avLst/>
              <ns1:gdLst>
                <ns1:gd name="T0" fmla="*/ 421 w 841"/>
                <ns1:gd name="T1" fmla="*/ 70 h 839"/>
                <ns1:gd name="T2" fmla="*/ 771 w 841"/>
                <ns1:gd name="T3" fmla="*/ 420 h 839"/>
                <ns1:gd name="T4" fmla="*/ 421 w 841"/>
                <ns1:gd name="T5" fmla="*/ 769 h 839"/>
                <ns1:gd name="T6" fmla="*/ 70 w 841"/>
                <ns1:gd name="T7" fmla="*/ 420 h 839"/>
                <ns1:gd name="T8" fmla="*/ 421 w 841"/>
                <ns1:gd name="T9" fmla="*/ 70 h 839"/>
                <ns1:gd name="T10" fmla="*/ 421 w 841"/>
                <ns1:gd name="T11" fmla="*/ 0 h 839"/>
                <ns1:gd name="T12" fmla="*/ 0 w 841"/>
                <ns1:gd name="T13" fmla="*/ 420 h 839"/>
                <ns1:gd name="T14" fmla="*/ 421 w 841"/>
                <ns1:gd name="T15" fmla="*/ 839 h 839"/>
                <ns1:gd name="T16" fmla="*/ 841 w 841"/>
                <ns1:gd name="T17" fmla="*/ 420 h 839"/>
                <ns1:gd name="T18" fmla="*/ 421 w 841"/>
                <ns1:gd name="T19" fmla="*/ 0 h 839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</ns1:cxnLst>
              <ns1:rect l="0" t="0" r="r" b="b"/>
              <ns1:pathLst>
                <ns1:path w="841" h="839">
                  <ns1:moveTo>
                    <ns1:pt x="421" y="70"/>
                  </ns1:moveTo>
                  <ns1:cubicBezTo>
                    <ns1:pt x="614" y="70"/>
                    <ns1:pt x="771" y="227"/>
                    <ns1:pt x="771" y="420"/>
                  </ns1:cubicBezTo>
                  <ns1:cubicBezTo>
                    <ns1:pt x="771" y="613"/>
                    <ns1:pt x="614" y="769"/>
                    <ns1:pt x="421" y="769"/>
                  </ns1:cubicBezTo>
                  <ns1:cubicBezTo>
                    <ns1:pt x="227" y="769"/>
                    <ns1:pt x="70" y="613"/>
                    <ns1:pt x="70" y="420"/>
                  </ns1:cubicBezTo>
                  <ns1:cubicBezTo>
                    <ns1:pt x="70" y="227"/>
                    <ns1:pt x="227" y="70"/>
                    <ns1:pt x="421" y="70"/>
                  </ns1:cubicBezTo>
                  <ns1:moveTo>
                    <ns1:pt x="421" y="0"/>
                  </ns1:moveTo>
                  <ns1:cubicBezTo>
                    <ns1:pt x="189" y="0"/>
                    <ns1:pt x="0" y="188"/>
                    <ns1:pt x="0" y="420"/>
                  </ns1:cubicBezTo>
                  <ns1:cubicBezTo>
                    <ns1:pt x="0" y="651"/>
                    <ns1:pt x="189" y="839"/>
                    <ns1:pt x="421" y="839"/>
                  </ns1:cubicBezTo>
                  <ns1:cubicBezTo>
                    <ns1:pt x="652" y="839"/>
                    <ns1:pt x="841" y="651"/>
                    <ns1:pt x="841" y="420"/>
                  </ns1:cubicBezTo>
                  <ns1:cubicBezTo>
                    <ns1:pt x="841" y="188"/>
                    <ns1:pt x="652" y="0"/>
                    <ns1:pt x="421" y="0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289" name="Freeform 16"/>
            <ns0:cNvSpPr>
              <ns1:spLocks/>
            </ns0:cNvSpPr>
            <ns0:nvPr/>
          </ns0:nvSpPr>
          <ns0:spPr bwMode="auto">
            <ns1:xfrm>
              <ns1:off x="2487613" y="2757488"/>
              <ns1:ext cx="1050925" cy="1052512"/>
            </ns1:xfrm>
            <ns1:custGeom>
              <ns1:avLst/>
              <ns1:gdLst>
                <ns1:gd name="T0" fmla="*/ 35 w 280"/>
                <ns1:gd name="T1" fmla="*/ 280 h 280"/>
                <ns1:gd name="T2" fmla="*/ 0 w 280"/>
                <ns1:gd name="T3" fmla="*/ 245 h 280"/>
                <ns1:gd name="T4" fmla="*/ 246 w 280"/>
                <ns1:gd name="T5" fmla="*/ 0 h 280"/>
                <ns1:gd name="T6" fmla="*/ 280 w 280"/>
                <ns1:gd name="T7" fmla="*/ 35 h 280"/>
                <ns1:gd name="T8" fmla="*/ 246 w 280"/>
                <ns1:gd name="T9" fmla="*/ 70 h 280"/>
                <ns1:gd name="T10" fmla="*/ 70 w 280"/>
                <ns1:gd name="T11" fmla="*/ 245 h 280"/>
                <ns1:gd name="T12" fmla="*/ 35 w 280"/>
                <ns1:gd name="T13" fmla="*/ 280 h 280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</ns1:cxnLst>
              <ns1:rect l="0" t="0" r="r" b="b"/>
              <ns1:pathLst>
                <ns1:path w="280" h="280">
                  <ns1:moveTo>
                    <ns1:pt x="35" y="280"/>
                  </ns1:moveTo>
                  <ns1:cubicBezTo>
                    <ns1:pt x="16" y="280"/>
                    <ns1:pt x="0" y="264"/>
                    <ns1:pt x="0" y="245"/>
                  </ns1:cubicBezTo>
                  <ns1:cubicBezTo>
                    <ns1:pt x="0" y="110"/>
                    <ns1:pt x="110" y="0"/>
                    <ns1:pt x="246" y="0"/>
                  </ns1:cubicBezTo>
                  <ns1:cubicBezTo>
                    <ns1:pt x="265" y="0"/>
                    <ns1:pt x="280" y="16"/>
                    <ns1:pt x="280" y="35"/>
                  </ns1:cubicBezTo>
                  <ns1:cubicBezTo>
                    <ns1:pt x="280" y="54"/>
                    <ns1:pt x="265" y="70"/>
                    <ns1:pt x="246" y="70"/>
                  </ns1:cubicBezTo>
                  <ns1:cubicBezTo>
                    <ns1:pt x="149" y="70"/>
                    <ns1:pt x="70" y="148"/>
                    <ns1:pt x="70" y="245"/>
                  </ns1:cubicBezTo>
                  <ns1:cubicBezTo>
                    <ns1:pt x="70" y="264"/>
                    <ns1:pt x="55" y="280"/>
                    <ns1:pt x="35" y="280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290" name="Freeform 17"/>
            <ns0:cNvSpPr>
              <ns1:spLocks noEditPoints="1"/>
            </ns0:cNvSpPr>
            <ns0:nvPr/>
          </ns0:nvSpPr>
          <ns0:spPr bwMode="auto">
            <ns1:xfrm>
              <ns1:off x="1588" y="1588"/>
              <ns1:ext cx="8399462" cy="6824662"/>
            </ns1:xfrm>
            <ns1:custGeom>
              <ns1:avLst/>
              <ns1:gdLst>
                <ns1:gd name="T0" fmla="*/ 1825 w 2237"/>
                <ns1:gd name="T1" fmla="*/ 140 h 1817"/>
                <ns1:gd name="T2" fmla="*/ 1887 w 2237"/>
                <ns1:gd name="T3" fmla="*/ 202 h 1817"/>
                <ns1:gd name="T4" fmla="*/ 1887 w 2237"/>
                <ns1:gd name="T5" fmla="*/ 350 h 1817"/>
                <ns1:gd name="T6" fmla="*/ 2097 w 2237"/>
                <ns1:gd name="T7" fmla="*/ 520 h 1817"/>
                <ns1:gd name="T8" fmla="*/ 2097 w 2237"/>
                <ns1:gd name="T9" fmla="*/ 1507 h 1817"/>
                <ns1:gd name="T10" fmla="*/ 1920 w 2237"/>
                <ns1:gd name="T11" fmla="*/ 1678 h 1817"/>
                <ns1:gd name="T12" fmla="*/ 316 w 2237"/>
                <ns1:gd name="T13" fmla="*/ 1678 h 1817"/>
                <ns1:gd name="T14" fmla="*/ 140 w 2237"/>
                <ns1:gd name="T15" fmla="*/ 1507 h 1817"/>
                <ns1:gd name="T16" fmla="*/ 140 w 2237"/>
                <ns1:gd name="T17" fmla="*/ 520 h 1817"/>
                <ns1:gd name="T18" fmla="*/ 316 w 2237"/>
                <ns1:gd name="T19" fmla="*/ 349 h 1817"/>
                <ns1:gd name="T20" fmla="*/ 1258 w 2237"/>
                <ns1:gd name="T21" fmla="*/ 349 h 1817"/>
                <ns1:gd name="T22" fmla="*/ 1258 w 2237"/>
                <ns1:gd name="T23" fmla="*/ 202 h 1817"/>
                <ns1:gd name="T24" fmla="*/ 1320 w 2237"/>
                <ns1:gd name="T25" fmla="*/ 140 h 1817"/>
                <ns1:gd name="T26" fmla="*/ 1825 w 2237"/>
                <ns1:gd name="T27" fmla="*/ 140 h 1817"/>
                <ns1:gd name="T28" fmla="*/ 1825 w 2237"/>
                <ns1:gd name="T29" fmla="*/ 0 h 1817"/>
                <ns1:gd name="T30" fmla="*/ 1825 w 2237"/>
                <ns1:gd name="T31" fmla="*/ 0 h 1817"/>
                <ns1:gd name="T32" fmla="*/ 1320 w 2237"/>
                <ns1:gd name="T33" fmla="*/ 0 h 1817"/>
                <ns1:gd name="T34" fmla="*/ 1118 w 2237"/>
                <ns1:gd name="T35" fmla="*/ 202 h 1817"/>
                <ns1:gd name="T36" fmla="*/ 1118 w 2237"/>
                <ns1:gd name="T37" fmla="*/ 209 h 1817"/>
                <ns1:gd name="T38" fmla="*/ 316 w 2237"/>
                <ns1:gd name="T39" fmla="*/ 209 h 1817"/>
                <ns1:gd name="T40" fmla="*/ 0 w 2237"/>
                <ns1:gd name="T41" fmla="*/ 520 h 1817"/>
                <ns1:gd name="T42" fmla="*/ 0 w 2237"/>
                <ns1:gd name="T43" fmla="*/ 1507 h 1817"/>
                <ns1:gd name="T44" fmla="*/ 316 w 2237"/>
                <ns1:gd name="T45" fmla="*/ 1817 h 1817"/>
                <ns1:gd name="T46" fmla="*/ 1920 w 2237"/>
                <ns1:gd name="T47" fmla="*/ 1817 h 1817"/>
                <ns1:gd name="T48" fmla="*/ 2237 w 2237"/>
                <ns1:gd name="T49" fmla="*/ 1507 h 1817"/>
                <ns1:gd name="T50" fmla="*/ 2237 w 2237"/>
                <ns1:gd name="T51" fmla="*/ 520 h 1817"/>
                <ns1:gd name="T52" fmla="*/ 2027 w 2237"/>
                <ns1:gd name="T53" fmla="*/ 232 h 1817"/>
                <ns1:gd name="T54" fmla="*/ 2027 w 2237"/>
                <ns1:gd name="T55" fmla="*/ 202 h 1817"/>
                <ns1:gd name="T56" fmla="*/ 1825 w 2237"/>
                <ns1:gd name="T57" fmla="*/ 0 h 1817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  <ns1:cxn ang="0">
                  <ns1:pos x="T30" y="T31"/>
                </ns1:cxn>
                <ns1:cxn ang="0">
                  <ns1:pos x="T32" y="T33"/>
                </ns1:cxn>
                <ns1:cxn ang="0">
                  <ns1:pos x="T34" y="T35"/>
                </ns1:cxn>
                <ns1:cxn ang="0">
                  <ns1:pos x="T36" y="T37"/>
                </ns1:cxn>
                <ns1:cxn ang="0">
                  <ns1:pos x="T38" y="T39"/>
                </ns1:cxn>
                <ns1:cxn ang="0">
                  <ns1:pos x="T40" y="T41"/>
                </ns1:cxn>
                <ns1:cxn ang="0">
                  <ns1:pos x="T42" y="T43"/>
                </ns1:cxn>
                <ns1:cxn ang="0">
                  <ns1:pos x="T44" y="T45"/>
                </ns1:cxn>
                <ns1:cxn ang="0">
                  <ns1:pos x="T46" y="T47"/>
                </ns1:cxn>
                <ns1:cxn ang="0">
                  <ns1:pos x="T48" y="T49"/>
                </ns1:cxn>
                <ns1:cxn ang="0">
                  <ns1:pos x="T50" y="T51"/>
                </ns1:cxn>
                <ns1:cxn ang="0">
                  <ns1:pos x="T52" y="T53"/>
                </ns1:cxn>
                <ns1:cxn ang="0">
                  <ns1:pos x="T54" y="T55"/>
                </ns1:cxn>
                <ns1:cxn ang="0">
                  <ns1:pos x="T56" y="T57"/>
                </ns1:cxn>
              </ns1:cxnLst>
              <ns1:rect l="0" t="0" r="r" b="b"/>
              <ns1:pathLst>
                <ns1:path w="2237" h="1817">
                  <ns1:moveTo>
                    <ns1:pt x="1825" y="140"/>
                  </ns1:moveTo>
                  <ns1:cubicBezTo>
                    <ns1:pt x="1859" y="140"/>
                    <ns1:pt x="1887" y="167"/>
                    <ns1:pt x="1887" y="202"/>
                  </ns1:cubicBezTo>
                  <ns1:cubicBezTo>
                    <ns1:pt x="1887" y="350"/>
                    <ns1:pt x="1887" y="350"/>
                    <ns1:pt x="1887" y="350"/>
                  </ns1:cubicBezTo>
                  <ns1:cubicBezTo>
                    <ns1:pt x="2027" y="350"/>
                    <ns1:pt x="2097" y="428"/>
                    <ns1:pt x="2097" y="520"/>
                  </ns1:cubicBezTo>
                  <ns1:cubicBezTo>
                    <ns1:pt x="2097" y="1507"/>
                    <ns1:pt x="2097" y="1507"/>
                    <ns1:pt x="2097" y="1507"/>
                  </ns1:cubicBezTo>
                  <ns1:cubicBezTo>
                    <ns1:pt x="2097" y="1601"/>
                    <ns1:pt x="2018" y="1678"/>
                    <ns1:pt x="1920" y="1678"/>
                  </ns1:cubicBezTo>
                  <ns1:cubicBezTo>
                    <ns1:pt x="316" y="1678"/>
                    <ns1:pt x="316" y="1678"/>
                    <ns1:pt x="316" y="1678"/>
                  </ns1:cubicBezTo>
                  <ns1:cubicBezTo>
                    <ns1:pt x="219" y="1678"/>
                    <ns1:pt x="140" y="1601"/>
                    <ns1:pt x="140" y="1507"/>
                  </ns1:cubicBezTo>
                  <ns1:cubicBezTo>
                    <ns1:pt x="140" y="520"/>
                    <ns1:pt x="140" y="520"/>
                    <ns1:pt x="140" y="520"/>
                  </ns1:cubicBezTo>
                  <ns1:cubicBezTo>
                    <ns1:pt x="140" y="426"/>
                    <ns1:pt x="219" y="349"/>
                    <ns1:pt x="316" y="349"/>
                  </ns1:cubicBezTo>
                  <ns1:cubicBezTo>
                    <ns1:pt x="1258" y="349"/>
                    <ns1:pt x="1258" y="349"/>
                    <ns1:pt x="1258" y="349"/>
                  </ns1:cubicBezTo>
                  <ns1:cubicBezTo>
                    <ns1:pt x="1258" y="202"/>
                    <ns1:pt x="1258" y="202"/>
                    <ns1:pt x="1258" y="202"/>
                  </ns1:cubicBezTo>
                  <ns1:cubicBezTo>
                    <ns1:pt x="1258" y="168"/>
                    <ns1:pt x="1286" y="140"/>
                    <ns1:pt x="1320" y="140"/>
                  </ns1:cubicBezTo>
                  <ns1:cubicBezTo>
                    <ns1:pt x="1825" y="140"/>
                    <ns1:pt x="1825" y="140"/>
                    <ns1:pt x="1825" y="140"/>
                  </ns1:cubicBezTo>
                  <ns1:moveTo>
                    <ns1:pt x="1825" y="0"/>
                  </ns1:moveTo>
                  <ns1:cubicBezTo>
                    <ns1:pt x="1825" y="0"/>
                    <ns1:pt x="1825" y="0"/>
                    <ns1:pt x="1825" y="0"/>
                  </ns1:cubicBezTo>
                  <ns1:cubicBezTo>
                    <ns1:pt x="1320" y="0"/>
                    <ns1:pt x="1320" y="0"/>
                    <ns1:pt x="1320" y="0"/>
                  </ns1:cubicBezTo>
                  <ns1:cubicBezTo>
                    <ns1:pt x="1209" y="0"/>
                    <ns1:pt x="1118" y="90"/>
                    <ns1:pt x="1118" y="202"/>
                  </ns1:cubicBezTo>
                  <ns1:cubicBezTo>
                    <ns1:pt x="1118" y="209"/>
                    <ns1:pt x="1118" y="209"/>
                    <ns1:pt x="1118" y="209"/>
                  </ns1:cubicBezTo>
                  <ns1:cubicBezTo>
                    <ns1:pt x="316" y="209"/>
                    <ns1:pt x="316" y="209"/>
                    <ns1:pt x="316" y="209"/>
                  </ns1:cubicBezTo>
                  <ns1:cubicBezTo>
                    <ns1:pt x="142" y="209"/>
                    <ns1:pt x="0" y="349"/>
                    <ns1:pt x="0" y="520"/>
                  </ns1:cubicBezTo>
                  <ns1:cubicBezTo>
                    <ns1:pt x="0" y="1507"/>
                    <ns1:pt x="0" y="1507"/>
                    <ns1:pt x="0" y="1507"/>
                  </ns1:cubicBezTo>
                  <ns1:cubicBezTo>
                    <ns1:pt x="0" y="1678"/>
                    <ns1:pt x="142" y="1817"/>
                    <ns1:pt x="316" y="1817"/>
                  </ns1:cubicBezTo>
                  <ns1:cubicBezTo>
                    <ns1:pt x="1920" y="1817"/>
                    <ns1:pt x="1920" y="1817"/>
                    <ns1:pt x="1920" y="1817"/>
                  </ns1:cubicBezTo>
                  <ns1:cubicBezTo>
                    <ns1:pt x="2095" y="1817"/>
                    <ns1:pt x="2237" y="1678"/>
                    <ns1:pt x="2237" y="1507"/>
                  </ns1:cubicBezTo>
                  <ns1:cubicBezTo>
                    <ns1:pt x="2237" y="520"/>
                    <ns1:pt x="2237" y="520"/>
                    <ns1:pt x="2237" y="520"/>
                  </ns1:cubicBezTo>
                  <ns1:cubicBezTo>
                    <ns1:pt x="2237" y="404"/>
                    <ns1:pt x="2170" y="280"/>
                    <ns1:pt x="2027" y="232"/>
                  </ns1:cubicBezTo>
                  <ns1:cubicBezTo>
                    <ns1:pt x="2027" y="202"/>
                    <ns1:pt x="2027" y="202"/>
                    <ns1:pt x="2027" y="202"/>
                  </ns1:cubicBezTo>
                  <ns1:cubicBezTo>
                    <ns1:pt x="2027" y="90"/>
                    <ns1:pt x="1936" y="0"/>
                    <ns1:pt x="1825" y="0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291" name="Rectangle 18"/>
            <ns0:cNvSpPr>
              <ns1:spLocks noChangeArrowheads="1"/>
            </ns0:cNvSpPr>
            <ns0:nvPr/>
          </ns0:nvSpPr>
          <ns0:spPr bwMode="auto">
            <ns1:xfrm>
              <ns1:off x="4987925" y="785813"/>
              <ns1:ext cx="1836737" cy="788987"/>
            </ns1:xfrm>
            <ns1:prstGeom prst="rect">
              <ns1:avLst/>
            </ns1:pr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miter lim="800000"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</ns0:grpSp>
      <ns0:grpSp>
        <ns0:nvGrpSpPr>
          <ns0:cNvPr id="292" name="Group 291"/>
          <ns0:cNvGrpSpPr/>
          <ns0:nvPr/>
        </ns0:nvGrpSpPr>
        <ns0:grpSpPr>
          <ns1:xfrm>
            <ns1:off x="8588050" y="5191151"/>
            <ns1:ext cx="338999" cy="451067"/>
            <ns1:chOff x="7913688" y="-280988"/>
            <ns1:chExt cx="1733550" cy="2306638"/>
          </ns1:xfrm>
          <ns1:solidFill>
            <ns1:schemeClr val="tx1"/>
          </ns1:solidFill>
        </ns0:grpSpPr>
        <ns0:sp>
          <ns0:nvSpPr>
            <ns0:cNvPr id="293" name="Freeform 29"/>
            <ns0:cNvSpPr>
              <ns1:spLocks/>
            </ns0:cNvSpPr>
            <ns0:nvPr/>
          </ns0:nvSpPr>
          <ns0:spPr bwMode="auto">
            <ns1:xfrm>
              <ns1:off x="8215313" y="1317625"/>
              <ns1:ext cx="1155700" cy="71438"/>
            </ns1:xfrm>
            <ns1:custGeom>
              <ns1:avLst/>
              <ns1:gdLst>
                <ns1:gd name="T0" fmla="*/ 9 w 306"/>
                <ns1:gd name="T1" fmla="*/ 0 h 19"/>
                <ns1:gd name="T2" fmla="*/ 0 w 306"/>
                <ns1:gd name="T3" fmla="*/ 10 h 19"/>
                <ns1:gd name="T4" fmla="*/ 9 w 306"/>
                <ns1:gd name="T5" fmla="*/ 19 h 19"/>
                <ns1:gd name="T6" fmla="*/ 297 w 306"/>
                <ns1:gd name="T7" fmla="*/ 19 h 19"/>
                <ns1:gd name="T8" fmla="*/ 306 w 306"/>
                <ns1:gd name="T9" fmla="*/ 10 h 19"/>
                <ns1:gd name="T10" fmla="*/ 297 w 306"/>
                <ns1:gd name="T11" fmla="*/ 0 h 19"/>
                <ns1:gd name="T12" fmla="*/ 9 w 306"/>
                <ns1:gd name="T13" fmla="*/ 0 h 19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</ns1:cxnLst>
              <ns1:rect l="0" t="0" r="r" b="b"/>
              <ns1:pathLst>
                <ns1:path w="306" h="19">
                  <ns1:moveTo>
                    <ns1:pt x="9" y="0"/>
                  </ns1:moveTo>
                  <ns1:cubicBezTo>
                    <ns1:pt x="4" y="0"/>
                    <ns1:pt x="0" y="5"/>
                    <ns1:pt x="0" y="10"/>
                  </ns1:cubicBezTo>
                  <ns1:cubicBezTo>
                    <ns1:pt x="0" y="15"/>
                    <ns1:pt x="4" y="19"/>
                    <ns1:pt x="9" y="19"/>
                  </ns1:cubicBezTo>
                  <ns1:cubicBezTo>
                    <ns1:pt x="297" y="19"/>
                    <ns1:pt x="297" y="19"/>
                    <ns1:pt x="297" y="19"/>
                  </ns1:cubicBezTo>
                  <ns1:cubicBezTo>
                    <ns1:pt x="302" y="19"/>
                    <ns1:pt x="306" y="15"/>
                    <ns1:pt x="306" y="10"/>
                  </ns1:cubicBezTo>
                  <ns1:cubicBezTo>
                    <ns1:pt x="306" y="5"/>
                    <ns1:pt x="302" y="0"/>
                    <ns1:pt x="297" y="0"/>
                  </ns1:cubicBezTo>
                  <ns1:lnTo>
                    <ns1:pt x="9" y="0"/>
                  </ns1:ln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294" name="Freeform 30"/>
            <ns0:cNvSpPr>
              <ns1:spLocks/>
            </ns0:cNvSpPr>
            <ns0:nvPr/>
          </ns0:nvSpPr>
          <ns0:spPr bwMode="auto">
            <ns1:xfrm>
              <ns1:off x="8215313" y="1535112"/>
              <ns1:ext cx="1155700" cy="71438"/>
            </ns1:xfrm>
            <ns1:custGeom>
              <ns1:avLst/>
              <ns1:gdLst>
                <ns1:gd name="T0" fmla="*/ 297 w 306"/>
                <ns1:gd name="T1" fmla="*/ 0 h 19"/>
                <ns1:gd name="T2" fmla="*/ 9 w 306"/>
                <ns1:gd name="T3" fmla="*/ 0 h 19"/>
                <ns1:gd name="T4" fmla="*/ 0 w 306"/>
                <ns1:gd name="T5" fmla="*/ 9 h 19"/>
                <ns1:gd name="T6" fmla="*/ 9 w 306"/>
                <ns1:gd name="T7" fmla="*/ 19 h 19"/>
                <ns1:gd name="T8" fmla="*/ 297 w 306"/>
                <ns1:gd name="T9" fmla="*/ 19 h 19"/>
                <ns1:gd name="T10" fmla="*/ 306 w 306"/>
                <ns1:gd name="T11" fmla="*/ 9 h 19"/>
                <ns1:gd name="T12" fmla="*/ 297 w 306"/>
                <ns1:gd name="T13" fmla="*/ 0 h 19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</ns1:cxnLst>
              <ns1:rect l="0" t="0" r="r" b="b"/>
              <ns1:pathLst>
                <ns1:path w="306" h="19">
                  <ns1:moveTo>
                    <ns1:pt x="297" y="0"/>
                  </ns1:moveTo>
                  <ns1:cubicBezTo>
                    <ns1:pt x="9" y="0"/>
                    <ns1:pt x="9" y="0"/>
                    <ns1:pt x="9" y="0"/>
                  </ns1:cubicBezTo>
                  <ns1:cubicBezTo>
                    <ns1:pt x="4" y="0"/>
                    <ns1:pt x="0" y="4"/>
                    <ns1:pt x="0" y="9"/>
                  </ns1:cubicBezTo>
                  <ns1:cubicBezTo>
                    <ns1:pt x="0" y="15"/>
                    <ns1:pt x="4" y="19"/>
                    <ns1:pt x="9" y="19"/>
                  </ns1:cubicBezTo>
                  <ns1:cubicBezTo>
                    <ns1:pt x="297" y="19"/>
                    <ns1:pt x="297" y="19"/>
                    <ns1:pt x="297" y="19"/>
                  </ns1:cubicBezTo>
                  <ns1:cubicBezTo>
                    <ns1:pt x="302" y="19"/>
                    <ns1:pt x="306" y="15"/>
                    <ns1:pt x="306" y="9"/>
                  </ns1:cubicBezTo>
                  <ns1:cubicBezTo>
                    <ns1:pt x="306" y="4"/>
                    <ns1:pt x="302" y="0"/>
                    <ns1:pt x="297" y="0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295" name="Freeform 31"/>
            <ns0:cNvSpPr>
              <ns1:spLocks noEditPoints="1"/>
            </ns0:cNvSpPr>
            <ns0:nvPr/>
          </ns0:nvSpPr>
          <ns0:spPr bwMode="auto">
            <ns1:xfrm>
              <ns1:off x="7913688" y="-280988"/>
              <ns1:ext cx="1733550" cy="2306638"/>
            </ns1:xfrm>
            <ns1:custGeom>
              <ns1:avLst/>
              <ns1:gdLst>
                <ns1:gd name="T0" fmla="*/ 353 w 459"/>
                <ns1:gd name="T1" fmla="*/ 12 h 612"/>
                <ns1:gd name="T2" fmla="*/ 325 w 459"/>
                <ns1:gd name="T3" fmla="*/ 0 h 612"/>
                <ns1:gd name="T4" fmla="*/ 57 w 459"/>
                <ns1:gd name="T5" fmla="*/ 0 h 612"/>
                <ns1:gd name="T6" fmla="*/ 0 w 459"/>
                <ns1:gd name="T7" fmla="*/ 57 h 612"/>
                <ns1:gd name="T8" fmla="*/ 0 w 459"/>
                <ns1:gd name="T9" fmla="*/ 555 h 612"/>
                <ns1:gd name="T10" fmla="*/ 57 w 459"/>
                <ns1:gd name="T11" fmla="*/ 612 h 612"/>
                <ns1:gd name="T12" fmla="*/ 402 w 459"/>
                <ns1:gd name="T13" fmla="*/ 612 h 612"/>
                <ns1:gd name="T14" fmla="*/ 459 w 459"/>
                <ns1:gd name="T15" fmla="*/ 555 h 612"/>
                <ns1:gd name="T16" fmla="*/ 459 w 459"/>
                <ns1:gd name="T17" fmla="*/ 153 h 612"/>
                <ns1:gd name="T18" fmla="*/ 353 w 459"/>
                <ns1:gd name="T19" fmla="*/ 12 h 612"/>
                <ns1:gd name="T20" fmla="*/ 344 w 459"/>
                <ns1:gd name="T21" fmla="*/ 59 h 612"/>
                <ns1:gd name="T22" fmla="*/ 409 w 459"/>
                <ns1:gd name="T23" fmla="*/ 134 h 612"/>
                <ns1:gd name="T24" fmla="*/ 344 w 459"/>
                <ns1:gd name="T25" fmla="*/ 134 h 612"/>
                <ns1:gd name="T26" fmla="*/ 344 w 459"/>
                <ns1:gd name="T27" fmla="*/ 59 h 612"/>
                <ns1:gd name="T28" fmla="*/ 421 w 459"/>
                <ns1:gd name="T29" fmla="*/ 555 h 612"/>
                <ns1:gd name="T30" fmla="*/ 402 w 459"/>
                <ns1:gd name="T31" fmla="*/ 574 h 612"/>
                <ns1:gd name="T32" fmla="*/ 57 w 459"/>
                <ns1:gd name="T33" fmla="*/ 574 h 612"/>
                <ns1:gd name="T34" fmla="*/ 38 w 459"/>
                <ns1:gd name="T35" fmla="*/ 555 h 612"/>
                <ns1:gd name="T36" fmla="*/ 38 w 459"/>
                <ns1:gd name="T37" fmla="*/ 57 h 612"/>
                <ns1:gd name="T38" fmla="*/ 57 w 459"/>
                <ns1:gd name="T39" fmla="*/ 38 h 612"/>
                <ns1:gd name="T40" fmla="*/ 306 w 459"/>
                <ns1:gd name="T41" fmla="*/ 38 h 612"/>
                <ns1:gd name="T42" fmla="*/ 306 w 459"/>
                <ns1:gd name="T43" fmla="*/ 172 h 612"/>
                <ns1:gd name="T44" fmla="*/ 421 w 459"/>
                <ns1:gd name="T45" fmla="*/ 172 h 612"/>
                <ns1:gd name="T46" fmla="*/ 421 w 459"/>
                <ns1:gd name="T47" fmla="*/ 555 h 612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  <ns1:cxn ang="0">
                  <ns1:pos x="T30" y="T31"/>
                </ns1:cxn>
                <ns1:cxn ang="0">
                  <ns1:pos x="T32" y="T33"/>
                </ns1:cxn>
                <ns1:cxn ang="0">
                  <ns1:pos x="T34" y="T35"/>
                </ns1:cxn>
                <ns1:cxn ang="0">
                  <ns1:pos x="T36" y="T37"/>
                </ns1:cxn>
                <ns1:cxn ang="0">
                  <ns1:pos x="T38" y="T39"/>
                </ns1:cxn>
                <ns1:cxn ang="0">
                  <ns1:pos x="T40" y="T41"/>
                </ns1:cxn>
                <ns1:cxn ang="0">
                  <ns1:pos x="T42" y="T43"/>
                </ns1:cxn>
                <ns1:cxn ang="0">
                  <ns1:pos x="T44" y="T45"/>
                </ns1:cxn>
                <ns1:cxn ang="0">
                  <ns1:pos x="T46" y="T47"/>
                </ns1:cxn>
              </ns1:cxnLst>
              <ns1:rect l="0" t="0" r="r" b="b"/>
              <ns1:pathLst>
                <ns1:path w="459" h="612">
                  <ns1:moveTo>
                    <ns1:pt x="353" y="12"/>
                  </ns1:moveTo>
                  <ns1:cubicBezTo>
                    <ns1:pt x="346" y="4"/>
                    <ns1:pt x="336" y="0"/>
                    <ns1:pt x="325" y="0"/>
                  </ns1:cubicBezTo>
                  <ns1:cubicBezTo>
                    <ns1:pt x="57" y="0"/>
                    <ns1:pt x="57" y="0"/>
                    <ns1:pt x="57" y="0"/>
                  </ns1:cubicBezTo>
                  <ns1:cubicBezTo>
                    <ns1:pt x="26" y="0"/>
                    <ns1:pt x="0" y="25"/>
                    <ns1:pt x="0" y="57"/>
                  </ns1:cubicBezTo>
                  <ns1:cubicBezTo>
                    <ns1:pt x="0" y="555"/>
                    <ns1:pt x="0" y="555"/>
                    <ns1:pt x="0" y="555"/>
                  </ns1:cubicBezTo>
                  <ns1:cubicBezTo>
                    <ns1:pt x="0" y="587"/>
                    <ns1:pt x="26" y="612"/>
                    <ns1:pt x="57" y="612"/>
                  </ns1:cubicBezTo>
                  <ns1:cubicBezTo>
                    <ns1:pt x="402" y="612"/>
                    <ns1:pt x="402" y="612"/>
                    <ns1:pt x="402" y="612"/>
                  </ns1:cubicBezTo>
                  <ns1:cubicBezTo>
                    <ns1:pt x="434" y="612"/>
                    <ns1:pt x="459" y="587"/>
                    <ns1:pt x="459" y="555"/>
                  </ns1:cubicBezTo>
                  <ns1:cubicBezTo>
                    <ns1:pt x="459" y="153"/>
                    <ns1:pt x="459" y="153"/>
                    <ns1:pt x="459" y="153"/>
                  </ns1:cubicBezTo>
                  <ns1:cubicBezTo>
                    <ns1:pt x="459" y="138"/>
                    <ns1:pt x="459" y="127"/>
                    <ns1:pt x="353" y="12"/>
                  </ns1:cubicBezTo>
                  <ns1:close/>
                  <ns1:moveTo>
                    <ns1:pt x="344" y="59"/>
                  </ns1:moveTo>
                  <ns1:cubicBezTo>
                    <ns1:pt x="364" y="80"/>
                    <ns1:pt x="392" y="113"/>
                    <ns1:pt x="409" y="134"/>
                  </ns1:cubicBezTo>
                  <ns1:cubicBezTo>
                    <ns1:pt x="344" y="134"/>
                    <ns1:pt x="344" y="134"/>
                    <ns1:pt x="344" y="134"/>
                  </ns1:cubicBezTo>
                  <ns1:lnTo>
                    <ns1:pt x="344" y="59"/>
                  </ns1:lnTo>
                  <ns1:close/>
                  <ns1:moveTo>
                    <ns1:pt x="421" y="555"/>
                  </ns1:moveTo>
                  <ns1:cubicBezTo>
                    <ns1:pt x="421" y="566"/>
                    <ns1:pt x="412" y="574"/>
                    <ns1:pt x="402" y="574"/>
                  </ns1:cubicBezTo>
                  <ns1:cubicBezTo>
                    <ns1:pt x="57" y="574"/>
                    <ns1:pt x="57" y="574"/>
                    <ns1:pt x="57" y="574"/>
                  </ns1:cubicBezTo>
                  <ns1:cubicBezTo>
                    <ns1:pt x="47" y="574"/>
                    <ns1:pt x="38" y="566"/>
                    <ns1:pt x="38" y="555"/>
                  </ns1:cubicBezTo>
                  <ns1:cubicBezTo>
                    <ns1:pt x="38" y="57"/>
                    <ns1:pt x="38" y="57"/>
                    <ns1:pt x="38" y="57"/>
                  </ns1:cubicBezTo>
                  <ns1:cubicBezTo>
                    <ns1:pt x="38" y="47"/>
                    <ns1:pt x="47" y="38"/>
                    <ns1:pt x="57" y="38"/>
                  </ns1:cubicBezTo>
                  <ns1:cubicBezTo>
                    <ns1:pt x="306" y="38"/>
                    <ns1:pt x="306" y="38"/>
                    <ns1:pt x="306" y="38"/>
                  </ns1:cubicBezTo>
                  <ns1:cubicBezTo>
                    <ns1:pt x="306" y="172"/>
                    <ns1:pt x="306" y="172"/>
                    <ns1:pt x="306" y="172"/>
                  </ns1:cubicBezTo>
                  <ns1:cubicBezTo>
                    <ns1:pt x="421" y="172"/>
                    <ns1:pt x="421" y="172"/>
                    <ns1:pt x="421" y="172"/>
                  </ns1:cubicBezTo>
                  <ns1:lnTo>
                    <ns1:pt x="421" y="555"/>
                  </ns1:ln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296" name="Freeform 32"/>
            <ns0:cNvSpPr>
              <ns1:spLocks/>
            </ns0:cNvSpPr>
            <ns0:nvPr/>
          </ns0:nvSpPr>
          <ns0:spPr bwMode="auto">
            <ns1:xfrm>
              <ns1:off x="8199438" y="77787"/>
              <ns1:ext cx="725488" cy="146050"/>
            </ns1:xfrm>
            <ns1:custGeom>
              <ns1:avLst/>
              <ns1:gdLst>
                <ns1:gd name="T0" fmla="*/ 19 w 192"/>
                <ns1:gd name="T1" fmla="*/ 39 h 39"/>
                <ns1:gd name="T2" fmla="*/ 173 w 192"/>
                <ns1:gd name="T3" fmla="*/ 39 h 39"/>
                <ns1:gd name="T4" fmla="*/ 192 w 192"/>
                <ns1:gd name="T5" fmla="*/ 20 h 39"/>
                <ns1:gd name="T6" fmla="*/ 173 w 192"/>
                <ns1:gd name="T7" fmla="*/ 0 h 39"/>
                <ns1:gd name="T8" fmla="*/ 19 w 192"/>
                <ns1:gd name="T9" fmla="*/ 0 h 39"/>
                <ns1:gd name="T10" fmla="*/ 0 w 192"/>
                <ns1:gd name="T11" fmla="*/ 20 h 39"/>
                <ns1:gd name="T12" fmla="*/ 19 w 192"/>
                <ns1:gd name="T13" fmla="*/ 39 h 39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</ns1:cxnLst>
              <ns1:rect l="0" t="0" r="r" b="b"/>
              <ns1:pathLst>
                <ns1:path w="192" h="39">
                  <ns1:moveTo>
                    <ns1:pt x="19" y="39"/>
                  </ns1:moveTo>
                  <ns1:cubicBezTo>
                    <ns1:pt x="173" y="39"/>
                    <ns1:pt x="173" y="39"/>
                    <ns1:pt x="173" y="39"/>
                  </ns1:cubicBezTo>
                  <ns1:cubicBezTo>
                    <ns1:pt x="183" y="39"/>
                    <ns1:pt x="192" y="30"/>
                    <ns1:pt x="192" y="20"/>
                  </ns1:cubicBezTo>
                  <ns1:cubicBezTo>
                    <ns1:pt x="192" y="9"/>
                    <ns1:pt x="183" y="0"/>
                    <ns1:pt x="173" y="0"/>
                  </ns1:cubicBezTo>
                  <ns1:cubicBezTo>
                    <ns1:pt x="19" y="0"/>
                    <ns1:pt x="19" y="0"/>
                    <ns1:pt x="19" y="0"/>
                  </ns1:cubicBezTo>
                  <ns1:cubicBezTo>
                    <ns1:pt x="9" y="0"/>
                    <ns1:pt x="0" y="9"/>
                    <ns1:pt x="0" y="20"/>
                  </ns1:cubicBezTo>
                  <ns1:cubicBezTo>
                    <ns1:pt x="0" y="30"/>
                    <ns1:pt x="9" y="39"/>
                    <ns1:pt x="19" y="39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297" name="Freeform 33"/>
            <ns0:cNvSpPr>
              <ns1:spLocks/>
            </ns0:cNvSpPr>
            <ns0:nvPr/>
          </ns0:nvSpPr>
          <ns0:spPr bwMode="auto">
            <ns1:xfrm>
              <ns1:off x="8199438" y="438150"/>
              <ns1:ext cx="725488" cy="73025"/>
            </ns1:xfrm>
            <ns1:custGeom>
              <ns1:avLst/>
              <ns1:gdLst>
                <ns1:gd name="T0" fmla="*/ 10 w 192"/>
                <ns1:gd name="T1" fmla="*/ 19 h 19"/>
                <ns1:gd name="T2" fmla="*/ 182 w 192"/>
                <ns1:gd name="T3" fmla="*/ 19 h 19"/>
                <ns1:gd name="T4" fmla="*/ 192 w 192"/>
                <ns1:gd name="T5" fmla="*/ 10 h 19"/>
                <ns1:gd name="T6" fmla="*/ 182 w 192"/>
                <ns1:gd name="T7" fmla="*/ 0 h 19"/>
                <ns1:gd name="T8" fmla="*/ 10 w 192"/>
                <ns1:gd name="T9" fmla="*/ 0 h 19"/>
                <ns1:gd name="T10" fmla="*/ 0 w 192"/>
                <ns1:gd name="T11" fmla="*/ 10 h 19"/>
                <ns1:gd name="T12" fmla="*/ 10 w 192"/>
                <ns1:gd name="T13" fmla="*/ 19 h 19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</ns1:cxnLst>
              <ns1:rect l="0" t="0" r="r" b="b"/>
              <ns1:pathLst>
                <ns1:path w="192" h="19">
                  <ns1:moveTo>
                    <ns1:pt x="10" y="19"/>
                  </ns1:moveTo>
                  <ns1:cubicBezTo>
                    <ns1:pt x="182" y="19"/>
                    <ns1:pt x="182" y="19"/>
                    <ns1:pt x="182" y="19"/>
                  </ns1:cubicBezTo>
                  <ns1:cubicBezTo>
                    <ns1:pt x="188" y="19"/>
                    <ns1:pt x="192" y="15"/>
                    <ns1:pt x="192" y="10"/>
                  </ns1:cubicBezTo>
                  <ns1:cubicBezTo>
                    <ns1:pt x="192" y="4"/>
                    <ns1:pt x="188" y="0"/>
                    <ns1:pt x="182" y="0"/>
                  </ns1:cubicBezTo>
                  <ns1:cubicBezTo>
                    <ns1:pt x="10" y="0"/>
                    <ns1:pt x="10" y="0"/>
                    <ns1:pt x="10" y="0"/>
                  </ns1:cubicBezTo>
                  <ns1:cubicBezTo>
                    <ns1:pt x="5" y="0"/>
                    <ns1:pt x="0" y="4"/>
                    <ns1:pt x="0" y="10"/>
                  </ns1:cubicBezTo>
                  <ns1:cubicBezTo>
                    <ns1:pt x="0" y="15"/>
                    <ns1:pt x="5" y="19"/>
                    <ns1:pt x="10" y="19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298" name="Freeform 34"/>
            <ns0:cNvSpPr>
              <ns1:spLocks/>
            </ns0:cNvSpPr>
            <ns0:nvPr/>
          </ns0:nvSpPr>
          <ns0:spPr bwMode="auto">
            <ns1:xfrm>
              <ns1:off x="8199438" y="657225"/>
              <ns1:ext cx="1160463" cy="71438"/>
            </ns1:xfrm>
            <ns1:custGeom>
              <ns1:avLst/>
              <ns1:gdLst>
                <ns1:gd name="T0" fmla="*/ 0 w 307"/>
                <ns1:gd name="T1" fmla="*/ 9 h 19"/>
                <ns1:gd name="T2" fmla="*/ 10 w 307"/>
                <ns1:gd name="T3" fmla="*/ 19 h 19"/>
                <ns1:gd name="T4" fmla="*/ 297 w 307"/>
                <ns1:gd name="T5" fmla="*/ 19 h 19"/>
                <ns1:gd name="T6" fmla="*/ 307 w 307"/>
                <ns1:gd name="T7" fmla="*/ 9 h 19"/>
                <ns1:gd name="T8" fmla="*/ 297 w 307"/>
                <ns1:gd name="T9" fmla="*/ 0 h 19"/>
                <ns1:gd name="T10" fmla="*/ 10 w 307"/>
                <ns1:gd name="T11" fmla="*/ 0 h 19"/>
                <ns1:gd name="T12" fmla="*/ 0 w 307"/>
                <ns1:gd name="T13" fmla="*/ 9 h 19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</ns1:cxnLst>
              <ns1:rect l="0" t="0" r="r" b="b"/>
              <ns1:pathLst>
                <ns1:path w="307" h="19">
                  <ns1:moveTo>
                    <ns1:pt x="0" y="9"/>
                  </ns1:moveTo>
                  <ns1:cubicBezTo>
                    <ns1:pt x="0" y="14"/>
                    <ns1:pt x="5" y="19"/>
                    <ns1:pt x="10" y="19"/>
                  </ns1:cubicBezTo>
                  <ns1:cubicBezTo>
                    <ns1:pt x="297" y="19"/>
                    <ns1:pt x="297" y="19"/>
                    <ns1:pt x="297" y="19"/>
                  </ns1:cubicBezTo>
                  <ns1:cubicBezTo>
                    <ns1:pt x="302" y="19"/>
                    <ns1:pt x="307" y="14"/>
                    <ns1:pt x="307" y="9"/>
                  </ns1:cubicBezTo>
                  <ns1:cubicBezTo>
                    <ns1:pt x="307" y="4"/>
                    <ns1:pt x="302" y="0"/>
                    <ns1:pt x="297" y="0"/>
                  </ns1:cubicBezTo>
                  <ns1:cubicBezTo>
                    <ns1:pt x="10" y="0"/>
                    <ns1:pt x="10" y="0"/>
                    <ns1:pt x="10" y="0"/>
                  </ns1:cubicBezTo>
                  <ns1:cubicBezTo>
                    <ns1:pt x="5" y="0"/>
                    <ns1:pt x="0" y="4"/>
                    <ns1:pt x="0" y="9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299" name="Freeform 35"/>
            <ns0:cNvSpPr>
              <ns1:spLocks/>
            </ns0:cNvSpPr>
            <ns0:nvPr/>
          </ns0:nvSpPr>
          <ns0:spPr bwMode="auto">
            <ns1:xfrm>
              <ns1:off x="8199438" y="1087437"/>
              <ns1:ext cx="1160463" cy="74613"/>
            </ns1:xfrm>
            <ns1:custGeom>
              <ns1:avLst/>
              <ns1:gdLst>
                <ns1:gd name="T0" fmla="*/ 297 w 307"/>
                <ns1:gd name="T1" fmla="*/ 20 h 20"/>
                <ns1:gd name="T2" fmla="*/ 307 w 307"/>
                <ns1:gd name="T3" fmla="*/ 10 h 20"/>
                <ns1:gd name="T4" fmla="*/ 297 w 307"/>
                <ns1:gd name="T5" fmla="*/ 0 h 20"/>
                <ns1:gd name="T6" fmla="*/ 10 w 307"/>
                <ns1:gd name="T7" fmla="*/ 0 h 20"/>
                <ns1:gd name="T8" fmla="*/ 0 w 307"/>
                <ns1:gd name="T9" fmla="*/ 10 h 20"/>
                <ns1:gd name="T10" fmla="*/ 10 w 307"/>
                <ns1:gd name="T11" fmla="*/ 20 h 20"/>
                <ns1:gd name="T12" fmla="*/ 297 w 307"/>
                <ns1:gd name="T13" fmla="*/ 20 h 20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</ns1:cxnLst>
              <ns1:rect l="0" t="0" r="r" b="b"/>
              <ns1:pathLst>
                <ns1:path w="307" h="20">
                  <ns1:moveTo>
                    <ns1:pt x="297" y="20"/>
                  </ns1:moveTo>
                  <ns1:cubicBezTo>
                    <ns1:pt x="302" y="20"/>
                    <ns1:pt x="307" y="15"/>
                    <ns1:pt x="307" y="10"/>
                  </ns1:cubicBezTo>
                  <ns1:cubicBezTo>
                    <ns1:pt x="307" y="5"/>
                    <ns1:pt x="302" y="0"/>
                    <ns1:pt x="297" y="0"/>
                  </ns1:cubicBezTo>
                  <ns1:cubicBezTo>
                    <ns1:pt x="10" y="0"/>
                    <ns1:pt x="10" y="0"/>
                    <ns1:pt x="10" y="0"/>
                  </ns1:cubicBezTo>
                  <ns1:cubicBezTo>
                    <ns1:pt x="5" y="0"/>
                    <ns1:pt x="0" y="5"/>
                    <ns1:pt x="0" y="10"/>
                  </ns1:cubicBezTo>
                  <ns1:cubicBezTo>
                    <ns1:pt x="0" y="15"/>
                    <ns1:pt x="5" y="20"/>
                    <ns1:pt x="10" y="20"/>
                  </ns1:cubicBezTo>
                  <ns1:lnTo>
                    <ns1:pt x="297" y="20"/>
                  </ns1:ln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300" name="Freeform 36"/>
            <ns0:cNvSpPr>
              <ns1:spLocks/>
            </ns0:cNvSpPr>
            <ns0:nvPr/>
          </ns0:nvSpPr>
          <ns0:spPr bwMode="auto">
            <ns1:xfrm>
              <ns1:off x="8199438" y="871537"/>
              <ns1:ext cx="1089025" cy="73025"/>
            </ns1:xfrm>
            <ns1:custGeom>
              <ns1:avLst/>
              <ns1:gdLst>
                <ns1:gd name="T0" fmla="*/ 10 w 288"/>
                <ns1:gd name="T1" fmla="*/ 19 h 19"/>
                <ns1:gd name="T2" fmla="*/ 278 w 288"/>
                <ns1:gd name="T3" fmla="*/ 19 h 19"/>
                <ns1:gd name="T4" fmla="*/ 288 w 288"/>
                <ns1:gd name="T5" fmla="*/ 10 h 19"/>
                <ns1:gd name="T6" fmla="*/ 278 w 288"/>
                <ns1:gd name="T7" fmla="*/ 0 h 19"/>
                <ns1:gd name="T8" fmla="*/ 10 w 288"/>
                <ns1:gd name="T9" fmla="*/ 0 h 19"/>
                <ns1:gd name="T10" fmla="*/ 0 w 288"/>
                <ns1:gd name="T11" fmla="*/ 10 h 19"/>
                <ns1:gd name="T12" fmla="*/ 10 w 288"/>
                <ns1:gd name="T13" fmla="*/ 19 h 19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</ns1:cxnLst>
              <ns1:rect l="0" t="0" r="r" b="b"/>
              <ns1:pathLst>
                <ns1:path w="288" h="19">
                  <ns1:moveTo>
                    <ns1:pt x="10" y="19"/>
                  </ns1:moveTo>
                  <ns1:cubicBezTo>
                    <ns1:pt x="278" y="19"/>
                    <ns1:pt x="278" y="19"/>
                    <ns1:pt x="278" y="19"/>
                  </ns1:cubicBezTo>
                  <ns1:cubicBezTo>
                    <ns1:pt x="283" y="19"/>
                    <ns1:pt x="288" y="15"/>
                    <ns1:pt x="288" y="10"/>
                  </ns1:cubicBezTo>
                  <ns1:cubicBezTo>
                    <ns1:pt x="288" y="4"/>
                    <ns1:pt x="283" y="0"/>
                    <ns1:pt x="278" y="0"/>
                  </ns1:cubicBezTo>
                  <ns1:cubicBezTo>
                    <ns1:pt x="10" y="0"/>
                    <ns1:pt x="10" y="0"/>
                    <ns1:pt x="10" y="0"/>
                  </ns1:cubicBezTo>
                  <ns1:cubicBezTo>
                    <ns1:pt x="5" y="0"/>
                    <ns1:pt x="0" y="4"/>
                    <ns1:pt x="0" y="10"/>
                  </ns1:cubicBezTo>
                  <ns1:cubicBezTo>
                    <ns1:pt x="0" y="15"/>
                    <ns1:pt x="5" y="19"/>
                    <ns1:pt x="10" y="19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</ns0:grpSp>
      <ns0:sp>
        <ns0:nvSpPr>
          <ns0:cNvPr id="301" name="Freeform 300"/>
          <ns0:cNvSpPr>
            <ns1:spLocks noEditPoints="1"/>
          </ns0:cNvSpPr>
          <ns0:nvPr/>
        </ns0:nvSpPr>
        <ns0:spPr bwMode="auto">
          <ns1:xfrm>
            <ns1:off x="9522617" y="5210433"/>
            <ns1:ext cx="411143" cy="412500"/>
          </ns1:xfrm>
          <ns1:custGeom>
            <ns1:avLst/>
            <ns1:gdLst>
              <ns1:gd name="T0" fmla="*/ 114 w 128"/>
              <ns1:gd name="T1" fmla="*/ 29 h 128"/>
              <ns1:gd name="T2" fmla="*/ 112 w 128"/>
              <ns1:gd name="T3" fmla="*/ 8 h 128"/>
              <ns1:gd name="T4" fmla="*/ 24 w 128"/>
              <ns1:gd name="T5" fmla="*/ 0 h 128"/>
              <ns1:gd name="T6" fmla="*/ 16 w 128"/>
              <ns1:gd name="T7" fmla="*/ 27 h 128"/>
              <ns1:gd name="T8" fmla="*/ 2 w 128"/>
              <ns1:gd name="T9" fmla="*/ 45 h 128"/>
              <ns1:gd name="T10" fmla="*/ 0 w 128"/>
              <ns1:gd name="T11" fmla="*/ 56 h 128"/>
              <ns1:gd name="T12" fmla="*/ 12 w 128"/>
              <ns1:gd name="T13" fmla="*/ 68 h 128"/>
              <ns1:gd name="T14" fmla="*/ 20 w 128"/>
              <ns1:gd name="T15" fmla="*/ 128 h 128"/>
              <ns1:gd name="T16" fmla="*/ 116 w 128"/>
              <ns1:gd name="T17" fmla="*/ 120 h 128"/>
              <ns1:gd name="T18" fmla="*/ 116 w 128"/>
              <ns1:gd name="T19" fmla="*/ 68 h 128"/>
              <ns1:gd name="T20" fmla="*/ 128 w 128"/>
              <ns1:gd name="T21" fmla="*/ 52 h 128"/>
              <ns1:gd name="T22" fmla="*/ 104 w 128"/>
              <ns1:gd name="T23" fmla="*/ 8 h 128"/>
              <ns1:gd name="T24" fmla="*/ 24 w 128"/>
              <ns1:gd name="T25" fmla="*/ 24 h 128"/>
              <ns1:gd name="T26" fmla="*/ 24 w 128"/>
              <ns1:gd name="T27" fmla="*/ 8 h 128"/>
              <ns1:gd name="T28" fmla="*/ 41 w 128"/>
              <ns1:gd name="T29" fmla="*/ 60 h 128"/>
              <ns1:gd name="T30" fmla="*/ 40 w 128"/>
              <ns1:gd name="T31" fmla="*/ 32 h 128"/>
              <ns1:gd name="T32" fmla="*/ 41 w 128"/>
              <ns1:gd name="T33" fmla="*/ 60 h 128"/>
              <ns1:gd name="T34" fmla="*/ 62 w 128"/>
              <ns1:gd name="T35" fmla="*/ 32 h 128"/>
              <ns1:gd name="T36" fmla="*/ 45 w 128"/>
              <ns1:gd name="T37" fmla="*/ 60 h 128"/>
              <ns1:gd name="T38" fmla="*/ 66 w 128"/>
              <ns1:gd name="T39" fmla="*/ 32 h 128"/>
              <ns1:gd name="T40" fmla="*/ 83 w 128"/>
              <ns1:gd name="T41" fmla="*/ 60 h 128"/>
              <ns1:gd name="T42" fmla="*/ 66 w 128"/>
              <ns1:gd name="T43" fmla="*/ 32 h 128"/>
              <ns1:gd name="T44" fmla="*/ 88 w 128"/>
              <ns1:gd name="T45" fmla="*/ 32 h 128"/>
              <ns1:gd name="T46" fmla="*/ 87 w 128"/>
              <ns1:gd name="T47" fmla="*/ 60 h 128"/>
              <ns1:gd name="T48" fmla="*/ 8 w 128"/>
              <ns1:gd name="T49" fmla="*/ 56 h 128"/>
              <ns1:gd name="T50" fmla="*/ 9 w 128"/>
              <ns1:gd name="T51" fmla="*/ 50 h 128"/>
              <ns1:gd name="T52" fmla="*/ 24 w 128"/>
              <ns1:gd name="T53" fmla="*/ 32 h 128"/>
              <ns1:gd name="T54" fmla="*/ 19 w 128"/>
              <ns1:gd name="T55" fmla="*/ 60 h 128"/>
              <ns1:gd name="T56" fmla="*/ 8 w 128"/>
              <ns1:gd name="T57" fmla="*/ 56 h 128"/>
              <ns1:gd name="T58" fmla="*/ 50 w 128"/>
              <ns1:gd name="T59" fmla="*/ 120 h 128"/>
              <ns1:gd name="T60" fmla="*/ 80 w 128"/>
              <ns1:gd name="T61" fmla="*/ 80 h 128"/>
              <ns1:gd name="T62" fmla="*/ 108 w 128"/>
              <ns1:gd name="T63" fmla="*/ 120 h 128"/>
              <ns1:gd name="T64" fmla="*/ 84 w 128"/>
              <ns1:gd name="T65" fmla="*/ 80 h 128"/>
              <ns1:gd name="T66" fmla="*/ 50 w 128"/>
              <ns1:gd name="T67" fmla="*/ 76 h 128"/>
              <ns1:gd name="T68" fmla="*/ 46 w 128"/>
              <ns1:gd name="T69" fmla="*/ 120 h 128"/>
              <ns1:gd name="T70" fmla="*/ 20 w 128"/>
              <ns1:gd name="T71" fmla="*/ 68 h 128"/>
              <ns1:gd name="T72" fmla="*/ 108 w 128"/>
              <ns1:gd name="T73" fmla="*/ 120 h 128"/>
              <ns1:gd name="T74" fmla="*/ 116 w 128"/>
              <ns1:gd name="T75" fmla="*/ 60 h 128"/>
              <ns1:gd name="T76" fmla="*/ 93 w 128"/>
              <ns1:gd name="T77" fmla="*/ 32 h 128"/>
              <ns1:gd name="T78" fmla="*/ 104 w 128"/>
              <ns1:gd name="T79" fmla="*/ 32 h 128"/>
              <ns1:gd name="T80" fmla="*/ 119 w 128"/>
              <ns1:gd name="T81" fmla="*/ 50 h 128"/>
              <ns1:gd name="T82" fmla="*/ 120 w 128"/>
              <ns1:gd name="T83" fmla="*/ 56 h 128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  <ns1:cxn ang="0">
                <ns1:pos x="T32" y="T33"/>
              </ns1:cxn>
              <ns1:cxn ang="0">
                <ns1:pos x="T34" y="T35"/>
              </ns1:cxn>
              <ns1:cxn ang="0">
                <ns1:pos x="T36" y="T37"/>
              </ns1:cxn>
              <ns1:cxn ang="0">
                <ns1:pos x="T38" y="T39"/>
              </ns1:cxn>
              <ns1:cxn ang="0">
                <ns1:pos x="T40" y="T41"/>
              </ns1:cxn>
              <ns1:cxn ang="0">
                <ns1:pos x="T42" y="T43"/>
              </ns1:cxn>
              <ns1:cxn ang="0">
                <ns1:pos x="T44" y="T45"/>
              </ns1:cxn>
              <ns1:cxn ang="0">
                <ns1:pos x="T46" y="T47"/>
              </ns1:cxn>
              <ns1:cxn ang="0">
                <ns1:pos x="T48" y="T49"/>
              </ns1:cxn>
              <ns1:cxn ang="0">
                <ns1:pos x="T50" y="T51"/>
              </ns1:cxn>
              <ns1:cxn ang="0">
                <ns1:pos x="T52" y="T53"/>
              </ns1:cxn>
              <ns1:cxn ang="0">
                <ns1:pos x="T54" y="T55"/>
              </ns1:cxn>
              <ns1:cxn ang="0">
                <ns1:pos x="T56" y="T57"/>
              </ns1:cxn>
              <ns1:cxn ang="0">
                <ns1:pos x="T58" y="T59"/>
              </ns1:cxn>
              <ns1:cxn ang="0">
                <ns1:pos x="T60" y="T61"/>
              </ns1:cxn>
              <ns1:cxn ang="0">
                <ns1:pos x="T62" y="T63"/>
              </ns1:cxn>
              <ns1:cxn ang="0">
                <ns1:pos x="T64" y="T65"/>
              </ns1:cxn>
              <ns1:cxn ang="0">
                <ns1:pos x="T66" y="T67"/>
              </ns1:cxn>
              <ns1:cxn ang="0">
                <ns1:pos x="T68" y="T69"/>
              </ns1:cxn>
              <ns1:cxn ang="0">
                <ns1:pos x="T70" y="T71"/>
              </ns1:cxn>
              <ns1:cxn ang="0">
                <ns1:pos x="T72" y="T73"/>
              </ns1:cxn>
              <ns1:cxn ang="0">
                <ns1:pos x="T74" y="T75"/>
              </ns1:cxn>
              <ns1:cxn ang="0">
                <ns1:pos x="T76" y="T77"/>
              </ns1:cxn>
              <ns1:cxn ang="0">
                <ns1:pos x="T78" y="T79"/>
              </ns1:cxn>
              <ns1:cxn ang="0">
                <ns1:pos x="T80" y="T81"/>
              </ns1:cxn>
              <ns1:cxn ang="0">
                <ns1:pos x="T82" y="T83"/>
              </ns1:cxn>
            </ns1:cxnLst>
            <ns1:rect l="0" t="0" r="r" b="b"/>
            <ns1:pathLst>
              <ns1:path w="128" h="128">
                <ns1:moveTo>
                  <ns1:pt x="126" y="45"/>
                </ns1:moveTo>
                <ns1:cubicBezTo>
                  <ns1:pt x="114" y="29"/>
                  <ns1:pt x="114" y="29"/>
                  <ns1:pt x="114" y="29"/>
                </ns1:cubicBezTo>
                <ns1:cubicBezTo>
                  <ns1:pt x="113" y="28"/>
                  <ns1:pt x="113" y="28"/>
                  <ns1:pt x="112" y="27"/>
                </ns1:cubicBezTo>
                <ns1:cubicBezTo>
                  <ns1:pt x="112" y="8"/>
                  <ns1:pt x="112" y="8"/>
                  <ns1:pt x="112" y="8"/>
                </ns1:cubicBezTo>
                <ns1:cubicBezTo>
                  <ns1:pt x="112" y="4"/>
                  <ns1:pt x="108" y="0"/>
                  <ns1:pt x="104" y="0"/>
                </ns1:cubicBezTo>
                <ns1:cubicBezTo>
                  <ns1:pt x="24" y="0"/>
                  <ns1:pt x="24" y="0"/>
                  <ns1:pt x="24" y="0"/>
                </ns1:cubicBezTo>
                <ns1:cubicBezTo>
                  <ns1:pt x="20" y="0"/>
                  <ns1:pt x="16" y="4"/>
                  <ns1:pt x="16" y="8"/>
                </ns1:cubicBezTo>
                <ns1:cubicBezTo>
                  <ns1:pt x="16" y="27"/>
                  <ns1:pt x="16" y="27"/>
                  <ns1:pt x="16" y="27"/>
                </ns1:cubicBezTo>
                <ns1:cubicBezTo>
                  <ns1:pt x="15" y="28"/>
                  <ns1:pt x="15" y="28"/>
                  <ns1:pt x="14" y="29"/>
                </ns1:cubicBezTo>
                <ns1:cubicBezTo>
                  <ns1:pt x="2" y="45"/>
                  <ns1:pt x="2" y="45"/>
                  <ns1:pt x="2" y="45"/>
                </ns1:cubicBezTo>
                <ns1:cubicBezTo>
                  <ns1:pt x="1" y="47"/>
                  <ns1:pt x="0" y="49"/>
                  <ns1:pt x="0" y="52"/>
                </ns1:cubicBezTo>
                <ns1:cubicBezTo>
                  <ns1:pt x="0" y="56"/>
                  <ns1:pt x="0" y="56"/>
                  <ns1:pt x="0" y="56"/>
                </ns1:cubicBezTo>
                <ns1:cubicBezTo>
                  <ns1:pt x="0" y="63"/>
                  <ns1:pt x="5" y="68"/>
                  <ns1:pt x="12" y="68"/>
                </ns1:cubicBezTo>
                <ns1:cubicBezTo>
                  <ns1:pt x="12" y="68"/>
                  <ns1:pt x="12" y="68"/>
                  <ns1:pt x="12" y="68"/>
                </ns1:cubicBezTo>
                <ns1:cubicBezTo>
                  <ns1:pt x="12" y="120"/>
                  <ns1:pt x="12" y="120"/>
                  <ns1:pt x="12" y="120"/>
                </ns1:cubicBezTo>
                <ns1:cubicBezTo>
                  <ns1:pt x="12" y="124"/>
                  <ns1:pt x="16" y="128"/>
                  <ns1:pt x="20" y="128"/>
                </ns1:cubicBezTo>
                <ns1:cubicBezTo>
                  <ns1:pt x="108" y="128"/>
                  <ns1:pt x="108" y="128"/>
                  <ns1:pt x="108" y="128"/>
                </ns1:cubicBezTo>
                <ns1:cubicBezTo>
                  <ns1:pt x="112" y="128"/>
                  <ns1:pt x="116" y="124"/>
                  <ns1:pt x="116" y="120"/>
                </ns1:cubicBezTo>
                <ns1:cubicBezTo>
                  <ns1:pt x="116" y="68"/>
                  <ns1:pt x="116" y="68"/>
                  <ns1:pt x="116" y="68"/>
                </ns1:cubicBezTo>
                <ns1:cubicBezTo>
                  <ns1:pt x="116" y="68"/>
                  <ns1:pt x="116" y="68"/>
                  <ns1:pt x="116" y="68"/>
                </ns1:cubicBezTo>
                <ns1:cubicBezTo>
                  <ns1:pt x="123" y="68"/>
                  <ns1:pt x="128" y="63"/>
                  <ns1:pt x="128" y="56"/>
                </ns1:cubicBezTo>
                <ns1:cubicBezTo>
                  <ns1:pt x="128" y="52"/>
                  <ns1:pt x="128" y="52"/>
                  <ns1:pt x="128" y="52"/>
                </ns1:cubicBezTo>
                <ns1:cubicBezTo>
                  <ns1:pt x="128" y="49"/>
                  <ns1:pt x="127" y="47"/>
                  <ns1:pt x="126" y="45"/>
                </ns1:cubicBezTo>
                <ns1:close/>
                <ns1:moveTo>
                  <ns1:pt x="104" y="8"/>
                </ns1:moveTo>
                <ns1:cubicBezTo>
                  <ns1:pt x="104" y="24"/>
                  <ns1:pt x="104" y="24"/>
                  <ns1:pt x="104" y="24"/>
                </ns1:cubicBezTo>
                <ns1:cubicBezTo>
                  <ns1:pt x="24" y="24"/>
                  <ns1:pt x="24" y="24"/>
                  <ns1:pt x="24" y="24"/>
                </ns1:cubicBezTo>
                <ns1:cubicBezTo>
                  <ns1:pt x="24" y="24"/>
                  <ns1:pt x="24" y="24"/>
                  <ns1:pt x="24" y="24"/>
                </ns1:cubicBezTo>
                <ns1:cubicBezTo>
                  <ns1:pt x="24" y="8"/>
                  <ns1:pt x="24" y="8"/>
                  <ns1:pt x="24" y="8"/>
                </ns1:cubicBezTo>
                <ns1:lnTo>
                  <ns1:pt x="104" y="8"/>
                </ns1:lnTo>
                <ns1:close/>
                <ns1:moveTo>
                  <ns1:pt x="41" y="60"/>
                </ns1:moveTo>
                <ns1:cubicBezTo>
                  <ns1:pt x="24" y="60"/>
                  <ns1:pt x="24" y="60"/>
                  <ns1:pt x="24" y="60"/>
                </ns1:cubicBezTo>
                <ns1:cubicBezTo>
                  <ns1:pt x="40" y="32"/>
                  <ns1:pt x="40" y="32"/>
                  <ns1:pt x="40" y="32"/>
                </ns1:cubicBezTo>
                <ns1:cubicBezTo>
                  <ns1:pt x="49" y="32"/>
                  <ns1:pt x="49" y="32"/>
                  <ns1:pt x="49" y="32"/>
                </ns1:cubicBezTo>
                <ns1:lnTo>
                  <ns1:pt x="41" y="60"/>
                </ns1:lnTo>
                <ns1:close/>
                <ns1:moveTo>
                  <ns1:pt x="53" y="32"/>
                </ns1:moveTo>
                <ns1:cubicBezTo>
                  <ns1:pt x="62" y="32"/>
                  <ns1:pt x="62" y="32"/>
                  <ns1:pt x="62" y="32"/>
                </ns1:cubicBezTo>
                <ns1:cubicBezTo>
                  <ns1:pt x="62" y="60"/>
                  <ns1:pt x="62" y="60"/>
                  <ns1:pt x="62" y="60"/>
                </ns1:cubicBezTo>
                <ns1:cubicBezTo>
                  <ns1:pt x="45" y="60"/>
                  <ns1:pt x="45" y="60"/>
                  <ns1:pt x="45" y="60"/>
                </ns1:cubicBezTo>
                <ns1:lnTo>
                  <ns1:pt x="53" y="32"/>
                </ns1:lnTo>
                <ns1:close/>
                <ns1:moveTo>
                  <ns1:pt x="66" y="32"/>
                </ns1:moveTo>
                <ns1:cubicBezTo>
                  <ns1:pt x="75" y="32"/>
                  <ns1:pt x="75" y="32"/>
                  <ns1:pt x="75" y="32"/>
                </ns1:cubicBezTo>
                <ns1:cubicBezTo>
                  <ns1:pt x="83" y="60"/>
                  <ns1:pt x="83" y="60"/>
                  <ns1:pt x="83" y="60"/>
                </ns1:cubicBezTo>
                <ns1:cubicBezTo>
                  <ns1:pt x="66" y="60"/>
                  <ns1:pt x="66" y="60"/>
                  <ns1:pt x="66" y="60"/>
                </ns1:cubicBezTo>
                <ns1:lnTo>
                  <ns1:pt x="66" y="32"/>
                </ns1:lnTo>
                <ns1:close/>
                <ns1:moveTo>
                  <ns1:pt x="79" y="32"/>
                </ns1:moveTo>
                <ns1:cubicBezTo>
                  <ns1:pt x="88" y="32"/>
                  <ns1:pt x="88" y="32"/>
                  <ns1:pt x="88" y="32"/>
                </ns1:cubicBezTo>
                <ns1:cubicBezTo>
                  <ns1:pt x="104" y="60"/>
                  <ns1:pt x="104" y="60"/>
                  <ns1:pt x="104" y="60"/>
                </ns1:cubicBezTo>
                <ns1:cubicBezTo>
                  <ns1:pt x="87" y="60"/>
                  <ns1:pt x="87" y="60"/>
                  <ns1:pt x="87" y="60"/>
                </ns1:cubicBezTo>
                <ns1:lnTo>
                  <ns1:pt x="79" y="32"/>
                </ns1:lnTo>
                <ns1:close/>
                <ns1:moveTo>
                  <ns1:pt x="8" y="56"/>
                </ns1:moveTo>
                <ns1:cubicBezTo>
                  <ns1:pt x="8" y="52"/>
                  <ns1:pt x="8" y="52"/>
                  <ns1:pt x="8" y="52"/>
                </ns1:cubicBezTo>
                <ns1:cubicBezTo>
                  <ns1:pt x="8" y="51"/>
                  <ns1:pt x="8" y="50"/>
                  <ns1:pt x="9" y="50"/>
                </ns1:cubicBezTo>
                <ns1:cubicBezTo>
                  <ns1:pt x="21" y="34"/>
                  <ns1:pt x="21" y="34"/>
                  <ns1:pt x="21" y="34"/>
                </ns1:cubicBezTo>
                <ns1:cubicBezTo>
                  <ns1:pt x="22" y="33"/>
                  <ns1:pt x="23" y="32"/>
                  <ns1:pt x="24" y="32"/>
                </ns1:cubicBezTo>
                <ns1:cubicBezTo>
                  <ns1:pt x="35" y="32"/>
                  <ns1:pt x="35" y="32"/>
                  <ns1:pt x="35" y="32"/>
                </ns1:cubicBezTo>
                <ns1:cubicBezTo>
                  <ns1:pt x="19" y="60"/>
                  <ns1:pt x="19" y="60"/>
                  <ns1:pt x="19" y="60"/>
                </ns1:cubicBezTo>
                <ns1:cubicBezTo>
                  <ns1:pt x="12" y="60"/>
                  <ns1:pt x="12" y="60"/>
                  <ns1:pt x="12" y="60"/>
                </ns1:cubicBezTo>
                <ns1:cubicBezTo>
                  <ns1:pt x="10" y="60"/>
                  <ns1:pt x="8" y="58"/>
                  <ns1:pt x="8" y="56"/>
                </ns1:cubicBezTo>
                <ns1:close/>
                <ns1:moveTo>
                  <ns1:pt x="80" y="120"/>
                </ns1:moveTo>
                <ns1:cubicBezTo>
                  <ns1:pt x="50" y="120"/>
                  <ns1:pt x="50" y="120"/>
                  <ns1:pt x="50" y="120"/>
                </ns1:cubicBezTo>
                <ns1:cubicBezTo>
                  <ns1:pt x="50" y="80"/>
                  <ns1:pt x="50" y="80"/>
                  <ns1:pt x="50" y="80"/>
                </ns1:cubicBezTo>
                <ns1:cubicBezTo>
                  <ns1:pt x="80" y="80"/>
                  <ns1:pt x="80" y="80"/>
                  <ns1:pt x="80" y="80"/>
                </ns1:cubicBezTo>
                <ns1:lnTo>
                  <ns1:pt x="80" y="120"/>
                </ns1:lnTo>
                <ns1:close/>
                <ns1:moveTo>
                  <ns1:pt x="108" y="120"/>
                </ns1:moveTo>
                <ns1:cubicBezTo>
                  <ns1:pt x="84" y="120"/>
                  <ns1:pt x="84" y="120"/>
                  <ns1:pt x="84" y="120"/>
                </ns1:cubicBezTo>
                <ns1:cubicBezTo>
                  <ns1:pt x="84" y="80"/>
                  <ns1:pt x="84" y="80"/>
                  <ns1:pt x="84" y="80"/>
                </ns1:cubicBezTo>
                <ns1:cubicBezTo>
                  <ns1:pt x="84" y="78"/>
                  <ns1:pt x="82" y="76"/>
                  <ns1:pt x="80" y="76"/>
                </ns1:cubicBezTo>
                <ns1:cubicBezTo>
                  <ns1:pt x="50" y="76"/>
                  <ns1:pt x="50" y="76"/>
                  <ns1:pt x="50" y="76"/>
                </ns1:cubicBezTo>
                <ns1:cubicBezTo>
                  <ns1:pt x="48" y="76"/>
                  <ns1:pt x="46" y="78"/>
                  <ns1:pt x="46" y="80"/>
                </ns1:cubicBezTo>
                <ns1:cubicBezTo>
                  <ns1:pt x="46" y="120"/>
                  <ns1:pt x="46" y="120"/>
                  <ns1:pt x="46" y="120"/>
                </ns1:cubicBezTo>
                <ns1:cubicBezTo>
                  <ns1:pt x="20" y="120"/>
                  <ns1:pt x="20" y="120"/>
                  <ns1:pt x="20" y="120"/>
                </ns1:cubicBezTo>
                <ns1:cubicBezTo>
                  <ns1:pt x="20" y="68"/>
                  <ns1:pt x="20" y="68"/>
                  <ns1:pt x="20" y="68"/>
                </ns1:cubicBezTo>
                <ns1:cubicBezTo>
                  <ns1:pt x="108" y="68"/>
                  <ns1:pt x="108" y="68"/>
                  <ns1:pt x="108" y="68"/>
                </ns1:cubicBezTo>
                <ns1:lnTo>
                  <ns1:pt x="108" y="120"/>
                </ns1:lnTo>
                <ns1:close/>
                <ns1:moveTo>
                  <ns1:pt x="120" y="56"/>
                </ns1:moveTo>
                <ns1:cubicBezTo>
                  <ns1:pt x="120" y="58"/>
                  <ns1:pt x="118" y="60"/>
                  <ns1:pt x="116" y="60"/>
                </ns1:cubicBezTo>
                <ns1:cubicBezTo>
                  <ns1:pt x="109" y="60"/>
                  <ns1:pt x="109" y="60"/>
                  <ns1:pt x="109" y="60"/>
                </ns1:cubicBezTo>
                <ns1:cubicBezTo>
                  <ns1:pt x="93" y="32"/>
                  <ns1:pt x="93" y="32"/>
                  <ns1:pt x="93" y="32"/>
                </ns1:cubicBezTo>
                <ns1:cubicBezTo>
                  <ns1:pt x="104" y="32"/>
                  <ns1:pt x="104" y="32"/>
                  <ns1:pt x="104" y="32"/>
                </ns1:cubicBezTo>
                <ns1:cubicBezTo>
                  <ns1:pt x="104" y="32"/>
                  <ns1:pt x="104" y="32"/>
                  <ns1:pt x="104" y="32"/>
                </ns1:cubicBezTo>
                <ns1:cubicBezTo>
                  <ns1:pt x="105" y="32"/>
                  <ns1:pt x="106" y="33"/>
                  <ns1:pt x="107" y="34"/>
                </ns1:cubicBezTo>
                <ns1:cubicBezTo>
                  <ns1:pt x="119" y="50"/>
                  <ns1:pt x="119" y="50"/>
                  <ns1:pt x="119" y="50"/>
                </ns1:cubicBezTo>
                <ns1:cubicBezTo>
                  <ns1:pt x="120" y="50"/>
                  <ns1:pt x="120" y="51"/>
                  <ns1:pt x="120" y="52"/>
                </ns1:cubicBezTo>
                <ns1:lnTo>
                  <ns1:pt x="120" y="56"/>
                </ns1:lnTo>
                <ns1:close/>
              </ns1:path>
            </ns1:pathLst>
          </ns1:custGeom>
          <ns1:solidFill>
            <ns1:schemeClr val="tx1"/>
          </ns1:solidFill>
          <ns1:ln>
            <ns1:noFill/>
          </ns1:ln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id-ID" sz="2700"/>
          </ns1:p>
        </ns0:txBody>
      </ns0:sp>
      <ns0:sp>
        <ns0:nvSpPr>
          <ns0:cNvPr id="302" name="Freeform 10"/>
          <ns0:cNvSpPr>
            <ns1:spLocks noEditPoints="1"/>
          </ns0:cNvSpPr>
          <ns0:nvPr/>
        </ns0:nvSpPr>
        <ns0:spPr bwMode="auto">
          <ns1:xfrm>
            <ns1:off x="10498968" y="5222054"/>
            <ns1:ext cx="403346" cy="389261"/>
          </ns1:xfrm>
          <ns1:custGeom>
            <ns1:avLst/>
            <ns1:gdLst>
              <ns1:gd name="T0" fmla="*/ 94 w 132"/>
              <ns1:gd name="T1" fmla="*/ 0 h 128"/>
              <ns1:gd name="T2" fmla="*/ 56 w 132"/>
              <ns1:gd name="T3" fmla="*/ 27 h 128"/>
              <ns1:gd name="T4" fmla="*/ 55 w 132"/>
              <ns1:gd name="T5" fmla="*/ 27 h 128"/>
              <ns1:gd name="T6" fmla="*/ 14 w 132"/>
              <ns1:gd name="T7" fmla="*/ 69 h 128"/>
              <ns1:gd name="T8" fmla="*/ 1 w 132"/>
              <ns1:gd name="T9" fmla="*/ 110 h 128"/>
              <ns1:gd name="T10" fmla="*/ 14 w 132"/>
              <ns1:gd name="T11" fmla="*/ 128 h 128"/>
              <ns1:gd name="T12" fmla="*/ 53 w 132"/>
              <ns1:gd name="T13" fmla="*/ 118 h 128"/>
              <ns1:gd name="T14" fmla="*/ 120 w 132"/>
              <ns1:gd name="T15" fmla="*/ 53 h 128"/>
              <ns1:gd name="T16" fmla="*/ 64 w 132"/>
              <ns1:gd name="T17" fmla="*/ 95 h 128"/>
              <ns1:gd name="T18" fmla="*/ 99 w 132"/>
              <ns1:gd name="T19" fmla="*/ 47 h 128"/>
              <ns1:gd name="T20" fmla="*/ 95 w 132"/>
              <ns1:gd name="T21" fmla="*/ 67 h 128"/>
              <ns1:gd name="T22" fmla="*/ 64 w 132"/>
              <ns1:gd name="T23" fmla="*/ 98 h 128"/>
              <ns1:gd name="T24" fmla="*/ 59 w 132"/>
              <ns1:gd name="T25" fmla="*/ 81 h 128"/>
              <ns1:gd name="T26" fmla="*/ 46 w 132"/>
              <ns1:gd name="T27" fmla="*/ 68 h 128"/>
              <ns1:gd name="T28" fmla="*/ 92 w 132"/>
              <ns1:gd name="T29" fmla="*/ 36 h 128"/>
              <ns1:gd name="T30" fmla="*/ 59 w 132"/>
              <ns1:gd name="T31" fmla="*/ 81 h 128"/>
              <ns1:gd name="T32" fmla="*/ 30 w 132"/>
              <ns1:gd name="T33" fmla="*/ 64 h 128"/>
              <ns1:gd name="T34" fmla="*/ 80 w 132"/>
              <ns1:gd name="T35" fmla="*/ 29 h 128"/>
              <ns1:gd name="T36" fmla="*/ 17 w 132"/>
              <ns1:gd name="T37" fmla="*/ 119 h 128"/>
              <ns1:gd name="T38" fmla="*/ 8 w 132"/>
              <ns1:gd name="T39" fmla="*/ 114 h 128"/>
              <ns1:gd name="T40" fmla="*/ 13 w 132"/>
              <ns1:gd name="T41" fmla="*/ 96 h 128"/>
              <ns1:gd name="T42" fmla="*/ 32 w 132"/>
              <ns1:gd name="T43" fmla="*/ 116 h 128"/>
              <ns1:gd name="T44" fmla="*/ 35 w 132"/>
              <ns1:gd name="T45" fmla="*/ 115 h 128"/>
              <ns1:gd name="T46" fmla="*/ 14 w 132"/>
              <ns1:gd name="T47" fmla="*/ 92 h 128"/>
              <ns1:gd name="T48" fmla="*/ 19 w 132"/>
              <ns1:gd name="T49" fmla="*/ 75 h 128"/>
              <ns1:gd name="T50" fmla="*/ 52 w 132"/>
              <ns1:gd name="T51" fmla="*/ 110 h 128"/>
              <ns1:gd name="T52" fmla="*/ 35 w 132"/>
              <ns1:gd name="T53" fmla="*/ 115 h 128"/>
              <ns1:gd name="T54" fmla="*/ 108 w 132"/>
              <ns1:gd name="T55" fmla="*/ 54 h 128"/>
              <ns1:gd name="T56" fmla="*/ 98 w 132"/>
              <ns1:gd name="T57" fmla="*/ 30 h 128"/>
              <ns1:gd name="T58" fmla="*/ 81 w 132"/>
              <ns1:gd name="T59" fmla="*/ 13 h 128"/>
              <ns1:gd name="T60" fmla="*/ 112 w 132"/>
              <ns1:gd name="T61" fmla="*/ 16 h 128"/>
              <ns1:gd name="T62" fmla="*/ 115 w 132"/>
              <ns1:gd name="T63" fmla="*/ 47 h 128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  <ns1:cxn ang="0">
                <ns1:pos x="T32" y="T33"/>
              </ns1:cxn>
              <ns1:cxn ang="0">
                <ns1:pos x="T34" y="T35"/>
              </ns1:cxn>
              <ns1:cxn ang="0">
                <ns1:pos x="T36" y="T37"/>
              </ns1:cxn>
              <ns1:cxn ang="0">
                <ns1:pos x="T38" y="T39"/>
              </ns1:cxn>
              <ns1:cxn ang="0">
                <ns1:pos x="T40" y="T41"/>
              </ns1:cxn>
              <ns1:cxn ang="0">
                <ns1:pos x="T42" y="T43"/>
              </ns1:cxn>
              <ns1:cxn ang="0">
                <ns1:pos x="T44" y="T45"/>
              </ns1:cxn>
              <ns1:cxn ang="0">
                <ns1:pos x="T46" y="T47"/>
              </ns1:cxn>
              <ns1:cxn ang="0">
                <ns1:pos x="T48" y="T49"/>
              </ns1:cxn>
              <ns1:cxn ang="0">
                <ns1:pos x="T50" y="T51"/>
              </ns1:cxn>
              <ns1:cxn ang="0">
                <ns1:pos x="T52" y="T53"/>
              </ns1:cxn>
              <ns1:cxn ang="0">
                <ns1:pos x="T54" y="T55"/>
              </ns1:cxn>
              <ns1:cxn ang="0">
                <ns1:pos x="T56" y="T57"/>
              </ns1:cxn>
              <ns1:cxn ang="0">
                <ns1:pos x="T58" y="T59"/>
              </ns1:cxn>
              <ns1:cxn ang="0">
                <ns1:pos x="T60" y="T61"/>
              </ns1:cxn>
              <ns1:cxn ang="0">
                <ns1:pos x="T62" y="T63"/>
              </ns1:cxn>
            </ns1:cxnLst>
            <ns1:rect l="0" t="0" r="r" b="b"/>
            <ns1:pathLst>
              <ns1:path w="132" h="128">
                <ns1:moveTo>
                  <ns1:pt x="118" y="10"/>
                </ns1:moveTo>
                <ns1:cubicBezTo>
                  <ns1:pt x="111" y="4"/>
                  <ns1:pt x="102" y="0"/>
                  <ns1:pt x="94" y="0"/>
                </ns1:cubicBezTo>
                <ns1:cubicBezTo>
                  <ns1:pt x="87" y="0"/>
                  <ns1:pt x="80" y="3"/>
                  <ns1:pt x="75" y="8"/>
                </ns1:cubicBezTo>
                <ns1:cubicBezTo>
                  <ns1:pt x="56" y="27"/>
                  <ns1:pt x="56" y="27"/>
                  <ns1:pt x="56" y="27"/>
                </ns1:cubicBezTo>
                <ns1:cubicBezTo>
                  <ns1:pt x="56" y="27"/>
                  <ns1:pt x="56" y="27"/>
                  <ns1:pt x="55" y="27"/>
                </ns1:cubicBezTo>
                <ns1:cubicBezTo>
                  <ns1:pt x="55" y="27"/>
                  <ns1:pt x="55" y="27"/>
                  <ns1:pt x="55" y="27"/>
                </ns1:cubicBezTo>
                <ns1:cubicBezTo>
                  <ns1:pt x="55" y="27"/>
                  <ns1:pt x="55" y="27"/>
                  <ns1:pt x="55" y="27"/>
                </ns1:cubicBezTo>
                <ns1:cubicBezTo>
                  <ns1:pt x="14" y="69"/>
                  <ns1:pt x="14" y="69"/>
                  <ns1:pt x="14" y="69"/>
                </ns1:cubicBezTo>
                <ns1:cubicBezTo>
                  <ns1:pt x="12" y="71"/>
                  <ns1:pt x="11" y="73"/>
                  <ns1:pt x="10" y="76"/>
                </ns1:cubicBezTo>
                <ns1:cubicBezTo>
                  <ns1:pt x="1" y="110"/>
                  <ns1:pt x="1" y="110"/>
                  <ns1:pt x="1" y="110"/>
                </ns1:cubicBezTo>
                <ns1:cubicBezTo>
                  <ns1:pt x="1" y="110"/>
                  <ns1:pt x="0" y="113"/>
                  <ns1:pt x="0" y="114"/>
                </ns1:cubicBezTo>
                <ns1:cubicBezTo>
                  <ns1:pt x="0" y="122"/>
                  <ns1:pt x="6" y="128"/>
                  <ns1:pt x="14" y="128"/>
                </ns1:cubicBezTo>
                <ns1:cubicBezTo>
                  <ns1:pt x="16" y="128"/>
                  <ns1:pt x="19" y="127"/>
                  <ns1:pt x="19" y="127"/>
                </ns1:cubicBezTo>
                <ns1:cubicBezTo>
                  <ns1:pt x="53" y="118"/>
                  <ns1:pt x="53" y="118"/>
                  <ns1:pt x="53" y="118"/>
                </ns1:cubicBezTo>
                <ns1:cubicBezTo>
                  <ns1:pt x="55" y="118"/>
                  <ns1:pt x="57" y="116"/>
                  <ns1:pt x="59" y="114"/>
                </ns1:cubicBezTo>
                <ns1:cubicBezTo>
                  <ns1:pt x="120" y="53"/>
                  <ns1:pt x="120" y="53"/>
                  <ns1:pt x="120" y="53"/>
                </ns1:cubicBezTo>
                <ns1:cubicBezTo>
                  <ns1:pt x="132" y="42"/>
                  <ns1:pt x="130" y="23"/>
                  <ns1:pt x="118" y="10"/>
                </ns1:cubicBezTo>
                <ns1:close/>
                <ns1:moveTo>
                  <ns1:pt x="64" y="95"/>
                </ns1:moveTo>
                <ns1:cubicBezTo>
                  <ns1:pt x="64" y="92"/>
                  <ns1:pt x="63" y="88"/>
                  <ns1:pt x="61" y="85"/>
                </ns1:cubicBezTo>
                <ns1:cubicBezTo>
                  <ns1:pt x="99" y="47"/>
                  <ns1:pt x="99" y="47"/>
                  <ns1:pt x="99" y="47"/>
                </ns1:cubicBezTo>
                <ns1:cubicBezTo>
                  <ns1:pt x="101" y="54"/>
                  <ns1:pt x="100" y="62"/>
                  <ns1:pt x="95" y="67"/>
                </ns1:cubicBezTo>
                <ns1:cubicBezTo>
                  <ns1:pt x="95" y="67"/>
                  <ns1:pt x="95" y="67"/>
                  <ns1:pt x="95" y="67"/>
                </ns1:cubicBezTo>
                <ns1:cubicBezTo>
                  <ns1:pt x="95" y="67"/>
                  <ns1:pt x="95" y="67"/>
                  <ns1:pt x="95" y="67"/>
                </ns1:cubicBezTo>
                <ns1:cubicBezTo>
                  <ns1:pt x="64" y="98"/>
                  <ns1:pt x="64" y="98"/>
                  <ns1:pt x="64" y="98"/>
                </ns1:cubicBezTo>
                <ns1:cubicBezTo>
                  <ns1:pt x="64" y="97"/>
                  <ns1:pt x="64" y="96"/>
                  <ns1:pt x="64" y="95"/>
                </ns1:cubicBezTo>
                <ns1:close/>
                <ns1:moveTo>
                  <ns1:pt x="59" y="81"/>
                </ns1:moveTo>
                <ns1:cubicBezTo>
                  <ns1:pt x="58" y="79"/>
                  <ns1:pt x="56" y="76"/>
                  <ns1:pt x="54" y="74"/>
                </ns1:cubicBezTo>
                <ns1:cubicBezTo>
                  <ns1:pt x="51" y="72"/>
                  <ns1:pt x="49" y="70"/>
                  <ns1:pt x="46" y="68"/>
                </ns1:cubicBezTo>
                <ns1:cubicBezTo>
                  <ns1:pt x="84" y="30"/>
                  <ns1:pt x="84" y="30"/>
                  <ns1:pt x="84" y="30"/>
                </ns1:cubicBezTo>
                <ns1:cubicBezTo>
                  <ns1:pt x="87" y="31"/>
                  <ns1:pt x="90" y="33"/>
                  <ns1:pt x="92" y="36"/>
                </ns1:cubicBezTo>
                <ns1:cubicBezTo>
                  <ns1:pt x="94" y="38"/>
                  <ns1:pt x="96" y="40"/>
                  <ns1:pt x="97" y="43"/>
                </ns1:cubicBezTo>
                <ns1:lnTo>
                  <ns1:pt x="59" y="81"/>
                </ns1:lnTo>
                <ns1:close/>
                <ns1:moveTo>
                  <ns1:pt x="42" y="66"/>
                </ns1:moveTo>
                <ns1:cubicBezTo>
                  <ns1:pt x="38" y="65"/>
                  <ns1:pt x="34" y="64"/>
                  <ns1:pt x="30" y="64"/>
                </ns1:cubicBezTo>
                <ns1:cubicBezTo>
                  <ns1:pt x="61" y="33"/>
                  <ns1:pt x="61" y="33"/>
                  <ns1:pt x="61" y="33"/>
                </ns1:cubicBezTo>
                <ns1:cubicBezTo>
                  <ns1:pt x="66" y="28"/>
                  <ns1:pt x="73" y="27"/>
                  <ns1:pt x="80" y="29"/>
                </ns1:cubicBezTo>
                <ns1:lnTo>
                  <ns1:pt x="42" y="66"/>
                </ns1:lnTo>
                <ns1:close/>
                <ns1:moveTo>
                  <ns1:pt x="17" y="119"/>
                </ns1:moveTo>
                <ns1:cubicBezTo>
                  <ns1:pt x="16" y="120"/>
                  <ns1:pt x="15" y="120"/>
                  <ns1:pt x="14" y="120"/>
                </ns1:cubicBezTo>
                <ns1:cubicBezTo>
                  <ns1:pt x="11" y="120"/>
                  <ns1:pt x="8" y="117"/>
                  <ns1:pt x="8" y="114"/>
                </ns1:cubicBezTo>
                <ns1:cubicBezTo>
                  <ns1:pt x="8" y="113"/>
                  <ns1:pt x="8" y="112"/>
                  <ns1:pt x="8" y="112"/>
                </ns1:cubicBezTo>
                <ns1:cubicBezTo>
                  <ns1:pt x="13" y="96"/>
                  <ns1:pt x="13" y="96"/>
                  <ns1:pt x="13" y="96"/>
                </ns1:cubicBezTo>
                <ns1:cubicBezTo>
                  <ns1:pt x="17" y="96"/>
                  <ns1:pt x="22" y="98"/>
                  <ns1:pt x="26" y="102"/>
                </ns1:cubicBezTo>
                <ns1:cubicBezTo>
                  <ns1:pt x="30" y="106"/>
                  <ns1:pt x="32" y="111"/>
                  <ns1:pt x="32" y="116"/>
                </ns1:cubicBezTo>
                <ns1:lnTo>
                  <ns1:pt x="17" y="119"/>
                </ns1:lnTo>
                <ns1:close/>
                <ns1:moveTo>
                  <ns1:pt x="35" y="115"/>
                </ns1:moveTo>
                <ns1:cubicBezTo>
                  <ns1:pt x="35" y="109"/>
                  <ns1:pt x="33" y="104"/>
                  <ns1:pt x="29" y="99"/>
                </ns1:cubicBezTo>
                <ns1:cubicBezTo>
                  <ns1:pt x="25" y="95"/>
                  <ns1:pt x="19" y="93"/>
                  <ns1:pt x="14" y="92"/>
                </ns1:cubicBezTo>
                <ns1:cubicBezTo>
                  <ns1:pt x="18" y="78"/>
                  <ns1:pt x="18" y="78"/>
                  <ns1:pt x="18" y="78"/>
                </ns1:cubicBezTo>
                <ns1:cubicBezTo>
                  <ns1:pt x="18" y="77"/>
                  <ns1:pt x="19" y="76"/>
                  <ns1:pt x="19" y="75"/>
                </ns1:cubicBezTo>
                <ns1:cubicBezTo>
                  <ns1:pt x="27" y="69"/>
                  <ns1:pt x="40" y="71"/>
                  <ns1:pt x="48" y="80"/>
                </ns1:cubicBezTo>
                <ns1:cubicBezTo>
                  <ns1:pt x="57" y="89"/>
                  <ns1:pt x="59" y="102"/>
                  <ns1:pt x="52" y="110"/>
                </ns1:cubicBezTo>
                <ns1:cubicBezTo>
                  <ns1:pt x="51" y="110"/>
                  <ns1:pt x="51" y="111"/>
                  <ns1:pt x="50" y="111"/>
                </ns1:cubicBezTo>
                <ns1:lnTo>
                  <ns1:pt x="35" y="115"/>
                </ns1:lnTo>
                <ns1:close/>
                <ns1:moveTo>
                  <ns1:pt x="115" y="47"/>
                </ns1:moveTo>
                <ns1:cubicBezTo>
                  <ns1:pt x="108" y="54"/>
                  <ns1:pt x="108" y="54"/>
                  <ns1:pt x="108" y="54"/>
                </ns1:cubicBezTo>
                <ns1:cubicBezTo>
                  <ns1:pt x="108" y="53"/>
                  <ns1:pt x="108" y="52"/>
                  <ns1:pt x="108" y="51"/>
                </ns1:cubicBezTo>
                <ns1:cubicBezTo>
                  <ns1:pt x="107" y="43"/>
                  <ns1:pt x="104" y="36"/>
                  <ns1:pt x="98" y="30"/>
                </ns1:cubicBezTo>
                <ns1:cubicBezTo>
                  <ns1:pt x="91" y="24"/>
                  <ns1:pt x="83" y="20"/>
                  <ns1:pt x="74" y="20"/>
                </ns1:cubicBezTo>
                <ns1:cubicBezTo>
                  <ns1:pt x="81" y="13"/>
                  <ns1:pt x="81" y="13"/>
                  <ns1:pt x="81" y="13"/>
                </ns1:cubicBezTo>
                <ns1:cubicBezTo>
                  <ns1:pt x="84" y="10"/>
                  <ns1:pt x="89" y="8"/>
                  <ns1:pt x="94" y="8"/>
                </ns1:cubicBezTo>
                <ns1:cubicBezTo>
                  <ns1:pt x="100" y="8"/>
                  <ns1:pt x="107" y="11"/>
                  <ns1:pt x="112" y="16"/>
                </ns1:cubicBezTo>
                <ns1:cubicBezTo>
                  <ns1:pt x="117" y="21"/>
                  <ns1:pt x="120" y="27"/>
                  <ns1:pt x="120" y="33"/>
                </ns1:cubicBezTo>
                <ns1:cubicBezTo>
                  <ns1:pt x="120" y="38"/>
                  <ns1:pt x="118" y="43"/>
                  <ns1:pt x="115" y="47"/>
                </ns1:cubicBezTo>
                <ns1:close/>
              </ns1:path>
            </ns1:pathLst>
          </ns1:custGeom>
          <ns1:solidFill>
            <ns1:schemeClr val="tx1"/>
          </ns1:solidFill>
          <ns1:ln>
            <ns1:noFill/>
          </ns1:ln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id-ID" sz="2700"/>
          </ns1:p>
        </ns0:txBody>
      </ns0:sp>
      <ns0:grpSp>
        <ns0:nvGrpSpPr>
          <ns0:cNvPr id="303" name="Group 302"/>
          <ns0:cNvGrpSpPr/>
          <ns0:nvPr/>
        </ns0:nvGrpSpPr>
        <ns0:grpSpPr>
          <ns1:xfrm>
            <ns1:off x="11415067" y="5207955"/>
            <ns1:ext cx="437612" cy="417459"/>
            <ns1:chOff x="8875713" y="2687638"/>
            <ns1:chExt cx="1447800" cy="1381125"/>
          </ns1:xfrm>
          <ns1:solidFill>
            <ns1:schemeClr val="tx1"/>
          </ns1:solidFill>
        </ns0:grpSpPr>
        <ns0:sp>
          <ns0:nvSpPr>
            <ns0:cNvPr id="304" name="Freeform 18"/>
            <ns0:cNvSpPr>
              <ns1:spLocks noEditPoints="1"/>
            </ns0:cNvSpPr>
            <ns0:nvPr/>
          </ns0:nvSpPr>
          <ns0:spPr bwMode="auto">
            <ns1:xfrm>
              <ns1:off x="8875713" y="2687638"/>
              <ns1:ext cx="1447800" cy="1381125"/>
            </ns1:xfrm>
            <ns1:custGeom>
              <ns1:avLst/>
              <ns1:gdLst>
                <ns1:gd name="T0" fmla="*/ 117 w 128"/>
                <ns1:gd name="T1" fmla="*/ 0 h 122"/>
                <ns1:gd name="T2" fmla="*/ 11 w 128"/>
                <ns1:gd name="T3" fmla="*/ 0 h 122"/>
                <ns1:gd name="T4" fmla="*/ 0 w 128"/>
                <ns1:gd name="T5" fmla="*/ 11 h 122"/>
                <ns1:gd name="T6" fmla="*/ 0 w 128"/>
                <ns1:gd name="T7" fmla="*/ 93 h 122"/>
                <ns1:gd name="T8" fmla="*/ 11 w 128"/>
                <ns1:gd name="T9" fmla="*/ 104 h 122"/>
                <ns1:gd name="T10" fmla="*/ 43 w 128"/>
                <ns1:gd name="T11" fmla="*/ 104 h 122"/>
                <ns1:gd name="T12" fmla="*/ 37 w 128"/>
                <ns1:gd name="T13" fmla="*/ 110 h 122"/>
                <ns1:gd name="T14" fmla="*/ 34 w 128"/>
                <ns1:gd name="T15" fmla="*/ 113 h 122"/>
                <ns1:gd name="T16" fmla="*/ 34 w 128"/>
                <ns1:gd name="T17" fmla="*/ 118 h 122"/>
                <ns1:gd name="T18" fmla="*/ 42 w 128"/>
                <ns1:gd name="T19" fmla="*/ 122 h 122"/>
                <ns1:gd name="T20" fmla="*/ 86 w 128"/>
                <ns1:gd name="T21" fmla="*/ 122 h 122"/>
                <ns1:gd name="T22" fmla="*/ 94 w 128"/>
                <ns1:gd name="T23" fmla="*/ 118 h 122"/>
                <ns1:gd name="T24" fmla="*/ 94 w 128"/>
                <ns1:gd name="T25" fmla="*/ 113 h 122"/>
                <ns1:gd name="T26" fmla="*/ 91 w 128"/>
                <ns1:gd name="T27" fmla="*/ 110 h 122"/>
                <ns1:gd name="T28" fmla="*/ 85 w 128"/>
                <ns1:gd name="T29" fmla="*/ 104 h 122"/>
                <ns1:gd name="T30" fmla="*/ 117 w 128"/>
                <ns1:gd name="T31" fmla="*/ 104 h 122"/>
                <ns1:gd name="T32" fmla="*/ 128 w 128"/>
                <ns1:gd name="T33" fmla="*/ 93 h 122"/>
                <ns1:gd name="T34" fmla="*/ 128 w 128"/>
                <ns1:gd name="T35" fmla="*/ 11 h 122"/>
                <ns1:gd name="T36" fmla="*/ 117 w 128"/>
                <ns1:gd name="T37" fmla="*/ 0 h 122"/>
                <ns1:gd name="T38" fmla="*/ 88 w 128"/>
                <ns1:gd name="T39" fmla="*/ 113 h 122"/>
                <ns1:gd name="T40" fmla="*/ 90 w 128"/>
                <ns1:gd name="T41" fmla="*/ 116 h 122"/>
                <ns1:gd name="T42" fmla="*/ 90 w 128"/>
                <ns1:gd name="T43" fmla="*/ 116 h 122"/>
                <ns1:gd name="T44" fmla="*/ 86 w 128"/>
                <ns1:gd name="T45" fmla="*/ 118 h 122"/>
                <ns1:gd name="T46" fmla="*/ 42 w 128"/>
                <ns1:gd name="T47" fmla="*/ 118 h 122"/>
                <ns1:gd name="T48" fmla="*/ 38 w 128"/>
                <ns1:gd name="T49" fmla="*/ 116 h 122"/>
                <ns1:gd name="T50" fmla="*/ 38 w 128"/>
                <ns1:gd name="T51" fmla="*/ 116 h 122"/>
                <ns1:gd name="T52" fmla="*/ 38 w 128"/>
                <ns1:gd name="T53" fmla="*/ 116 h 122"/>
                <ns1:gd name="T54" fmla="*/ 40 w 128"/>
                <ns1:gd name="T55" fmla="*/ 113 h 122"/>
                <ns1:gd name="T56" fmla="*/ 48 w 128"/>
                <ns1:gd name="T57" fmla="*/ 104 h 122"/>
                <ns1:gd name="T58" fmla="*/ 80 w 128"/>
                <ns1:gd name="T59" fmla="*/ 104 h 122"/>
                <ns1:gd name="T60" fmla="*/ 88 w 128"/>
                <ns1:gd name="T61" fmla="*/ 113 h 122"/>
                <ns1:gd name="T62" fmla="*/ 120 w 128"/>
                <ns1:gd name="T63" fmla="*/ 93 h 122"/>
                <ns1:gd name="T64" fmla="*/ 117 w 128"/>
                <ns1:gd name="T65" fmla="*/ 96 h 122"/>
                <ns1:gd name="T66" fmla="*/ 11 w 128"/>
                <ns1:gd name="T67" fmla="*/ 96 h 122"/>
                <ns1:gd name="T68" fmla="*/ 8 w 128"/>
                <ns1:gd name="T69" fmla="*/ 93 h 122"/>
                <ns1:gd name="T70" fmla="*/ 8 w 128"/>
                <ns1:gd name="T71" fmla="*/ 11 h 122"/>
                <ns1:gd name="T72" fmla="*/ 11 w 128"/>
                <ns1:gd name="T73" fmla="*/ 8 h 122"/>
                <ns1:gd name="T74" fmla="*/ 117 w 128"/>
                <ns1:gd name="T75" fmla="*/ 8 h 122"/>
                <ns1:gd name="T76" fmla="*/ 120 w 128"/>
                <ns1:gd name="T77" fmla="*/ 11 h 122"/>
                <ns1:gd name="T78" fmla="*/ 120 w 128"/>
                <ns1:gd name="T79" fmla="*/ 93 h 122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  <ns1:cxn ang="0">
                  <ns1:pos x="T30" y="T31"/>
                </ns1:cxn>
                <ns1:cxn ang="0">
                  <ns1:pos x="T32" y="T33"/>
                </ns1:cxn>
                <ns1:cxn ang="0">
                  <ns1:pos x="T34" y="T35"/>
                </ns1:cxn>
                <ns1:cxn ang="0">
                  <ns1:pos x="T36" y="T37"/>
                </ns1:cxn>
                <ns1:cxn ang="0">
                  <ns1:pos x="T38" y="T39"/>
                </ns1:cxn>
                <ns1:cxn ang="0">
                  <ns1:pos x="T40" y="T41"/>
                </ns1:cxn>
                <ns1:cxn ang="0">
                  <ns1:pos x="T42" y="T43"/>
                </ns1:cxn>
                <ns1:cxn ang="0">
                  <ns1:pos x="T44" y="T45"/>
                </ns1:cxn>
                <ns1:cxn ang="0">
                  <ns1:pos x="T46" y="T47"/>
                </ns1:cxn>
                <ns1:cxn ang="0">
                  <ns1:pos x="T48" y="T49"/>
                </ns1:cxn>
                <ns1:cxn ang="0">
                  <ns1:pos x="T50" y="T51"/>
                </ns1:cxn>
                <ns1:cxn ang="0">
                  <ns1:pos x="T52" y="T53"/>
                </ns1:cxn>
                <ns1:cxn ang="0">
                  <ns1:pos x="T54" y="T55"/>
                </ns1:cxn>
                <ns1:cxn ang="0">
                  <ns1:pos x="T56" y="T57"/>
                </ns1:cxn>
                <ns1:cxn ang="0">
                  <ns1:pos x="T58" y="T59"/>
                </ns1:cxn>
                <ns1:cxn ang="0">
                  <ns1:pos x="T60" y="T61"/>
                </ns1:cxn>
                <ns1:cxn ang="0">
                  <ns1:pos x="T62" y="T63"/>
                </ns1:cxn>
                <ns1:cxn ang="0">
                  <ns1:pos x="T64" y="T65"/>
                </ns1:cxn>
                <ns1:cxn ang="0">
                  <ns1:pos x="T66" y="T67"/>
                </ns1:cxn>
                <ns1:cxn ang="0">
                  <ns1:pos x="T68" y="T69"/>
                </ns1:cxn>
                <ns1:cxn ang="0">
                  <ns1:pos x="T70" y="T71"/>
                </ns1:cxn>
                <ns1:cxn ang="0">
                  <ns1:pos x="T72" y="T73"/>
                </ns1:cxn>
                <ns1:cxn ang="0">
                  <ns1:pos x="T74" y="T75"/>
                </ns1:cxn>
                <ns1:cxn ang="0">
                  <ns1:pos x="T76" y="T77"/>
                </ns1:cxn>
                <ns1:cxn ang="0">
                  <ns1:pos x="T78" y="T79"/>
                </ns1:cxn>
              </ns1:cxnLst>
              <ns1:rect l="0" t="0" r="r" b="b"/>
              <ns1:pathLst>
                <ns1:path w="128" h="122">
                  <ns1:moveTo>
                    <ns1:pt x="117" y="0"/>
                  </ns1:moveTo>
                  <ns1:cubicBezTo>
                    <ns1:pt x="11" y="0"/>
                    <ns1:pt x="11" y="0"/>
                    <ns1:pt x="11" y="0"/>
                  </ns1:cubicBezTo>
                  <ns1:cubicBezTo>
                    <ns1:pt x="5" y="0"/>
                    <ns1:pt x="0" y="5"/>
                    <ns1:pt x="0" y="11"/>
                  </ns1:cubicBezTo>
                  <ns1:cubicBezTo>
                    <ns1:pt x="0" y="93"/>
                    <ns1:pt x="0" y="93"/>
                    <ns1:pt x="0" y="93"/>
                  </ns1:cubicBezTo>
                  <ns1:cubicBezTo>
                    <ns1:pt x="0" y="99"/>
                    <ns1:pt x="5" y="104"/>
                    <ns1:pt x="11" y="104"/>
                  </ns1:cubicBezTo>
                  <ns1:cubicBezTo>
                    <ns1:pt x="43" y="104"/>
                    <ns1:pt x="43" y="104"/>
                    <ns1:pt x="43" y="104"/>
                  </ns1:cubicBezTo>
                  <ns1:cubicBezTo>
                    <ns1:pt x="41" y="106"/>
                    <ns1:pt x="39" y="109"/>
                    <ns1:pt x="37" y="110"/>
                  </ns1:cubicBezTo>
                  <ns1:cubicBezTo>
                    <ns1:pt x="36" y="111"/>
                    <ns1:pt x="35" y="112"/>
                    <ns1:pt x="34" y="113"/>
                  </ns1:cubicBezTo>
                  <ns1:cubicBezTo>
                    <ns1:pt x="34" y="114"/>
                    <ns1:pt x="33" y="116"/>
                    <ns1:pt x="34" y="118"/>
                  </ns1:cubicBezTo>
                  <ns1:cubicBezTo>
                    <ns1:pt x="35" y="120"/>
                    <ns1:pt x="37" y="122"/>
                    <ns1:pt x="42" y="122"/>
                  </ns1:cubicBezTo>
                  <ns1:cubicBezTo>
                    <ns1:pt x="86" y="122"/>
                    <ns1:pt x="86" y="122"/>
                    <ns1:pt x="86" y="122"/>
                  </ns1:cubicBezTo>
                  <ns1:cubicBezTo>
                    <ns1:pt x="91" y="122"/>
                    <ns1:pt x="93" y="120"/>
                    <ns1:pt x="94" y="118"/>
                  </ns1:cubicBezTo>
                  <ns1:cubicBezTo>
                    <ns1:pt x="95" y="116"/>
                    <ns1:pt x="94" y="114"/>
                    <ns1:pt x="94" y="113"/>
                  </ns1:cubicBezTo>
                  <ns1:cubicBezTo>
                    <ns1:pt x="93" y="112"/>
                    <ns1:pt x="92" y="111"/>
                    <ns1:pt x="91" y="110"/>
                  </ns1:cubicBezTo>
                  <ns1:cubicBezTo>
                    <ns1:pt x="89" y="109"/>
                    <ns1:pt x="87" y="106"/>
                    <ns1:pt x="85" y="104"/>
                  </ns1:cubicBezTo>
                  <ns1:cubicBezTo>
                    <ns1:pt x="117" y="104"/>
                    <ns1:pt x="117" y="104"/>
                    <ns1:pt x="117" y="104"/>
                  </ns1:cubicBezTo>
                  <ns1:cubicBezTo>
                    <ns1:pt x="123" y="104"/>
                    <ns1:pt x="128" y="99"/>
                    <ns1:pt x="128" y="93"/>
                  </ns1:cubicBezTo>
                  <ns1:cubicBezTo>
                    <ns1:pt x="128" y="11"/>
                    <ns1:pt x="128" y="11"/>
                    <ns1:pt x="128" y="11"/>
                  </ns1:cubicBezTo>
                  <ns1:cubicBezTo>
                    <ns1:pt x="128" y="5"/>
                    <ns1:pt x="123" y="0"/>
                    <ns1:pt x="117" y="0"/>
                  </ns1:cubicBezTo>
                  <ns1:close/>
                  <ns1:moveTo>
                    <ns1:pt x="88" y="113"/>
                  </ns1:moveTo>
                  <ns1:cubicBezTo>
                    <ns1:pt x="89" y="114"/>
                    <ns1:pt x="90" y="115"/>
                    <ns1:pt x="90" y="116"/>
                  </ns1:cubicBezTo>
                  <ns1:cubicBezTo>
                    <ns1:pt x="90" y="116"/>
                    <ns1:pt x="91" y="116"/>
                    <ns1:pt x="90" y="116"/>
                  </ns1:cubicBezTo>
                  <ns1:cubicBezTo>
                    <ns1:pt x="90" y="117"/>
                    <ns1:pt x="88" y="118"/>
                    <ns1:pt x="86" y="118"/>
                  </ns1:cubicBezTo>
                  <ns1:cubicBezTo>
                    <ns1:pt x="42" y="118"/>
                    <ns1:pt x="42" y="118"/>
                    <ns1:pt x="42" y="118"/>
                  </ns1:cubicBezTo>
                  <ns1:cubicBezTo>
                    <ns1:pt x="40" y="118"/>
                    <ns1:pt x="38" y="117"/>
                    <ns1:pt x="38" y="116"/>
                  </ns1:cubicBezTo>
                  <ns1:cubicBezTo>
                    <ns1:pt x="38" y="116"/>
                    <ns1:pt x="38" y="116"/>
                    <ns1:pt x="38" y="116"/>
                  </ns1:cubicBezTo>
                  <ns1:cubicBezTo>
                    <ns1:pt x="38" y="116"/>
                    <ns1:pt x="38" y="116"/>
                    <ns1:pt x="38" y="116"/>
                  </ns1:cubicBezTo>
                  <ns1:cubicBezTo>
                    <ns1:pt x="38" y="115"/>
                    <ns1:pt x="39" y="114"/>
                    <ns1:pt x="40" y="113"/>
                  </ns1:cubicBezTo>
                  <ns1:cubicBezTo>
                    <ns1:pt x="44" y="109"/>
                    <ns1:pt x="47" y="106"/>
                    <ns1:pt x="48" y="104"/>
                  </ns1:cubicBezTo>
                  <ns1:cubicBezTo>
                    <ns1:pt x="80" y="104"/>
                    <ns1:pt x="80" y="104"/>
                    <ns1:pt x="80" y="104"/>
                  </ns1:cubicBezTo>
                  <ns1:cubicBezTo>
                    <ns1:pt x="81" y="106"/>
                    <ns1:pt x="84" y="109"/>
                    <ns1:pt x="88" y="113"/>
                  </ns1:cubicBezTo>
                  <ns1:close/>
                  <ns1:moveTo>
                    <ns1:pt x="120" y="93"/>
                  </ns1:moveTo>
                  <ns1:cubicBezTo>
                    <ns1:pt x="120" y="95"/>
                    <ns1:pt x="119" y="96"/>
                    <ns1:pt x="117" y="96"/>
                  </ns1:cubicBezTo>
                  <ns1:cubicBezTo>
                    <ns1:pt x="11" y="96"/>
                    <ns1:pt x="11" y="96"/>
                    <ns1:pt x="11" y="96"/>
                  </ns1:cubicBezTo>
                  <ns1:cubicBezTo>
                    <ns1:pt x="9" y="96"/>
                    <ns1:pt x="8" y="95"/>
                    <ns1:pt x="8" y="93"/>
                  </ns1:cubicBezTo>
                  <ns1:cubicBezTo>
                    <ns1:pt x="8" y="11"/>
                    <ns1:pt x="8" y="11"/>
                    <ns1:pt x="8" y="11"/>
                  </ns1:cubicBezTo>
                  <ns1:cubicBezTo>
                    <ns1:pt x="8" y="9"/>
                    <ns1:pt x="9" y="8"/>
                    <ns1:pt x="11" y="8"/>
                  </ns1:cubicBezTo>
                  <ns1:cubicBezTo>
                    <ns1:pt x="117" y="8"/>
                    <ns1:pt x="117" y="8"/>
                    <ns1:pt x="117" y="8"/>
                  </ns1:cubicBezTo>
                  <ns1:cubicBezTo>
                    <ns1:pt x="119" y="8"/>
                    <ns1:pt x="120" y="9"/>
                    <ns1:pt x="120" y="11"/>
                  </ns1:cubicBezTo>
                  <ns1:lnTo>
                    <ns1:pt x="120" y="93"/>
                  </ns1:ln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>
                <ns1:solidFill>
                  <ns1:schemeClr val="bg1"/>
                </ns1:solidFill>
              </ns1:endParaRPr>
            </ns1:p>
          </ns0:txBody>
        </ns0:sp>
        <ns0:sp>
          <ns0:nvSpPr>
            <ns0:cNvPr id="305" name="Freeform 19"/>
            <ns0:cNvSpPr>
              <ns1:spLocks noEditPoints="1"/>
            </ns0:cNvSpPr>
            <ns0:nvPr/>
          </ns0:nvSpPr>
          <ns0:spPr bwMode="auto">
            <ns1:xfrm>
              <ns1:off x="9056688" y="2868613"/>
              <ns1:ext cx="1085850" cy="723900"/>
            </ns1:xfrm>
            <ns1:custGeom>
              <ns1:avLst/>
              <ns1:gdLst>
                <ns1:gd name="T0" fmla="*/ 89 w 96"/>
                <ns1:gd name="T1" fmla="*/ 0 h 64"/>
                <ns1:gd name="T2" fmla="*/ 7 w 96"/>
                <ns1:gd name="T3" fmla="*/ 0 h 64"/>
                <ns1:gd name="T4" fmla="*/ 0 w 96"/>
                <ns1:gd name="T5" fmla="*/ 7 h 64"/>
                <ns1:gd name="T6" fmla="*/ 0 w 96"/>
                <ns1:gd name="T7" fmla="*/ 57 h 64"/>
                <ns1:gd name="T8" fmla="*/ 7 w 96"/>
                <ns1:gd name="T9" fmla="*/ 64 h 64"/>
                <ns1:gd name="T10" fmla="*/ 89 w 96"/>
                <ns1:gd name="T11" fmla="*/ 64 h 64"/>
                <ns1:gd name="T12" fmla="*/ 96 w 96"/>
                <ns1:gd name="T13" fmla="*/ 57 h 64"/>
                <ns1:gd name="T14" fmla="*/ 96 w 96"/>
                <ns1:gd name="T15" fmla="*/ 7 h 64"/>
                <ns1:gd name="T16" fmla="*/ 89 w 96"/>
                <ns1:gd name="T17" fmla="*/ 0 h 64"/>
                <ns1:gd name="T18" fmla="*/ 92 w 96"/>
                <ns1:gd name="T19" fmla="*/ 57 h 64"/>
                <ns1:gd name="T20" fmla="*/ 89 w 96"/>
                <ns1:gd name="T21" fmla="*/ 60 h 64"/>
                <ns1:gd name="T22" fmla="*/ 7 w 96"/>
                <ns1:gd name="T23" fmla="*/ 60 h 64"/>
                <ns1:gd name="T24" fmla="*/ 4 w 96"/>
                <ns1:gd name="T25" fmla="*/ 57 h 64"/>
                <ns1:gd name="T26" fmla="*/ 4 w 96"/>
                <ns1:gd name="T27" fmla="*/ 7 h 64"/>
                <ns1:gd name="T28" fmla="*/ 7 w 96"/>
                <ns1:gd name="T29" fmla="*/ 4 h 64"/>
                <ns1:gd name="T30" fmla="*/ 89 w 96"/>
                <ns1:gd name="T31" fmla="*/ 4 h 64"/>
                <ns1:gd name="T32" fmla="*/ 92 w 96"/>
                <ns1:gd name="T33" fmla="*/ 7 h 64"/>
                <ns1:gd name="T34" fmla="*/ 92 w 96"/>
                <ns1:gd name="T35" fmla="*/ 57 h 64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  <ns1:cxn ang="0">
                  <ns1:pos x="T30" y="T31"/>
                </ns1:cxn>
                <ns1:cxn ang="0">
                  <ns1:pos x="T32" y="T33"/>
                </ns1:cxn>
                <ns1:cxn ang="0">
                  <ns1:pos x="T34" y="T35"/>
                </ns1:cxn>
              </ns1:cxnLst>
              <ns1:rect l="0" t="0" r="r" b="b"/>
              <ns1:pathLst>
                <ns1:path w="96" h="64">
                  <ns1:moveTo>
                    <ns1:pt x="89" y="0"/>
                  </ns1:moveTo>
                  <ns1:cubicBezTo>
                    <ns1:pt x="7" y="0"/>
                    <ns1:pt x="7" y="0"/>
                    <ns1:pt x="7" y="0"/>
                  </ns1:cubicBezTo>
                  <ns1:cubicBezTo>
                    <ns1:pt x="3" y="0"/>
                    <ns1:pt x="0" y="3"/>
                    <ns1:pt x="0" y="7"/>
                  </ns1:cubicBezTo>
                  <ns1:cubicBezTo>
                    <ns1:pt x="0" y="57"/>
                    <ns1:pt x="0" y="57"/>
                    <ns1:pt x="0" y="57"/>
                  </ns1:cubicBezTo>
                  <ns1:cubicBezTo>
                    <ns1:pt x="0" y="61"/>
                    <ns1:pt x="3" y="64"/>
                    <ns1:pt x="7" y="64"/>
                  </ns1:cubicBezTo>
                  <ns1:cubicBezTo>
                    <ns1:pt x="89" y="64"/>
                    <ns1:pt x="89" y="64"/>
                    <ns1:pt x="89" y="64"/>
                  </ns1:cubicBezTo>
                  <ns1:cubicBezTo>
                    <ns1:pt x="93" y="64"/>
                    <ns1:pt x="96" y="61"/>
                    <ns1:pt x="96" y="57"/>
                  </ns1:cubicBezTo>
                  <ns1:cubicBezTo>
                    <ns1:pt x="96" y="7"/>
                    <ns1:pt x="96" y="7"/>
                    <ns1:pt x="96" y="7"/>
                  </ns1:cubicBezTo>
                  <ns1:cubicBezTo>
                    <ns1:pt x="96" y="3"/>
                    <ns1:pt x="93" y="0"/>
                    <ns1:pt x="89" y="0"/>
                  </ns1:cubicBezTo>
                  <ns1:close/>
                  <ns1:moveTo>
                    <ns1:pt x="92" y="57"/>
                  </ns1:moveTo>
                  <ns1:cubicBezTo>
                    <ns1:pt x="92" y="59"/>
                    <ns1:pt x="91" y="60"/>
                    <ns1:pt x="89" y="60"/>
                  </ns1:cubicBezTo>
                  <ns1:cubicBezTo>
                    <ns1:pt x="7" y="60"/>
                    <ns1:pt x="7" y="60"/>
                    <ns1:pt x="7" y="60"/>
                  </ns1:cubicBezTo>
                  <ns1:cubicBezTo>
                    <ns1:pt x="5" y="60"/>
                    <ns1:pt x="4" y="59"/>
                    <ns1:pt x="4" y="57"/>
                  </ns1:cubicBezTo>
                  <ns1:cubicBezTo>
                    <ns1:pt x="4" y="7"/>
                    <ns1:pt x="4" y="7"/>
                    <ns1:pt x="4" y="7"/>
                  </ns1:cubicBezTo>
                  <ns1:cubicBezTo>
                    <ns1:pt x="4" y="5"/>
                    <ns1:pt x="5" y="4"/>
                    <ns1:pt x="7" y="4"/>
                  </ns1:cubicBezTo>
                  <ns1:cubicBezTo>
                    <ns1:pt x="89" y="4"/>
                    <ns1:pt x="89" y="4"/>
                    <ns1:pt x="89" y="4"/>
                  </ns1:cubicBezTo>
                  <ns1:cubicBezTo>
                    <ns1:pt x="91" y="4"/>
                    <ns1:pt x="92" y="5"/>
                    <ns1:pt x="92" y="7"/>
                  </ns1:cubicBezTo>
                  <ns1:lnTo>
                    <ns1:pt x="92" y="57"/>
                  </ns1:ln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>
                <ns1:solidFill>
                  <ns1:schemeClr val="bg1"/>
                </ns1:solidFill>
              </ns1:endParaRPr>
            </ns1:p>
          </ns0:txBody>
        </ns0:sp>
        <ns0:sp>
          <ns0:nvSpPr>
            <ns0:cNvPr id="306" name="Freeform 20"/>
            <ns0:cNvSpPr>
              <ns1:spLocks noEditPoints="1"/>
            </ns0:cNvSpPr>
            <ns0:nvPr/>
          </ns0:nvSpPr>
          <ns0:spPr bwMode="auto">
            <ns1:xfrm>
              <ns1:off x="9531350" y="3616325"/>
              <ns1:ext cx="136525" cy="134938"/>
            </ns1:xfrm>
            <ns1:custGeom>
              <ns1:avLst/>
              <ns1:gdLst>
                <ns1:gd name="T0" fmla="*/ 6 w 12"/>
                <ns1:gd name="T1" fmla="*/ 0 h 12"/>
                <ns1:gd name="T2" fmla="*/ 0 w 12"/>
                <ns1:gd name="T3" fmla="*/ 6 h 12"/>
                <ns1:gd name="T4" fmla="*/ 6 w 12"/>
                <ns1:gd name="T5" fmla="*/ 12 h 12"/>
                <ns1:gd name="T6" fmla="*/ 12 w 12"/>
                <ns1:gd name="T7" fmla="*/ 6 h 12"/>
                <ns1:gd name="T8" fmla="*/ 6 w 12"/>
                <ns1:gd name="T9" fmla="*/ 0 h 12"/>
                <ns1:gd name="T10" fmla="*/ 6 w 12"/>
                <ns1:gd name="T11" fmla="*/ 8 h 12"/>
                <ns1:gd name="T12" fmla="*/ 4 w 12"/>
                <ns1:gd name="T13" fmla="*/ 6 h 12"/>
                <ns1:gd name="T14" fmla="*/ 6 w 12"/>
                <ns1:gd name="T15" fmla="*/ 4 h 12"/>
                <ns1:gd name="T16" fmla="*/ 8 w 12"/>
                <ns1:gd name="T17" fmla="*/ 6 h 12"/>
                <ns1:gd name="T18" fmla="*/ 6 w 12"/>
                <ns1:gd name="T19" fmla="*/ 8 h 12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</ns1:cxnLst>
              <ns1:rect l="0" t="0" r="r" b="b"/>
              <ns1:pathLst>
                <ns1:path w="12" h="12">
                  <ns1:moveTo>
                    <ns1:pt x="6" y="0"/>
                  </ns1:moveTo>
                  <ns1:cubicBezTo>
                    <ns1:pt x="3" y="0"/>
                    <ns1:pt x="0" y="3"/>
                    <ns1:pt x="0" y="6"/>
                  </ns1:cubicBezTo>
                  <ns1:cubicBezTo>
                    <ns1:pt x="0" y="9"/>
                    <ns1:pt x="3" y="12"/>
                    <ns1:pt x="6" y="12"/>
                  </ns1:cubicBezTo>
                  <ns1:cubicBezTo>
                    <ns1:pt x="9" y="12"/>
                    <ns1:pt x="12" y="9"/>
                    <ns1:pt x="12" y="6"/>
                  </ns1:cubicBezTo>
                  <ns1:cubicBezTo>
                    <ns1:pt x="12" y="3"/>
                    <ns1:pt x="9" y="0"/>
                    <ns1:pt x="6" y="0"/>
                  </ns1:cubicBezTo>
                  <ns1:close/>
                  <ns1:moveTo>
                    <ns1:pt x="6" y="8"/>
                  </ns1:moveTo>
                  <ns1:cubicBezTo>
                    <ns1:pt x="5" y="8"/>
                    <ns1:pt x="4" y="7"/>
                    <ns1:pt x="4" y="6"/>
                  </ns1:cubicBezTo>
                  <ns1:cubicBezTo>
                    <ns1:pt x="4" y="5"/>
                    <ns1:pt x="5" y="4"/>
                    <ns1:pt x="6" y="4"/>
                  </ns1:cubicBezTo>
                  <ns1:cubicBezTo>
                    <ns1:pt x="7" y="4"/>
                    <ns1:pt x="8" y="5"/>
                    <ns1:pt x="8" y="6"/>
                  </ns1:cubicBezTo>
                  <ns1:cubicBezTo>
                    <ns1:pt x="8" y="7"/>
                    <ns1:pt x="7" y="8"/>
                    <ns1:pt x="6" y="8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>
                <ns1:solidFill>
                  <ns1:schemeClr val="bg1"/>
                </ns1:solidFill>
              </ns1:endParaRPr>
            </ns1:p>
          </ns0:txBody>
        </ns0:sp>
        <ns0:sp>
          <ns0:nvSpPr>
            <ns0:cNvPr id="307" name="Freeform 21"/>
            <ns0:cNvSpPr>
              <ns1:spLocks/>
            </ns0:cNvSpPr>
            <ns0:nvPr/>
          </ns0:nvSpPr>
          <ns0:spPr bwMode="auto">
            <ns1:xfrm>
              <ns1:off x="9509125" y="3095625"/>
              <ns1:ext cx="227013" cy="271463"/>
            </ns1:xfrm>
            <ns1:custGeom>
              <ns1:avLst/>
              <ns1:gdLst>
                <ns1:gd name="T0" fmla="*/ 2 w 20"/>
                <ns1:gd name="T1" fmla="*/ 0 h 24"/>
                <ns1:gd name="T2" fmla="*/ 0 w 20"/>
                <ns1:gd name="T3" fmla="*/ 1 h 24"/>
                <ns1:gd name="T4" fmla="*/ 0 w 20"/>
                <ns1:gd name="T5" fmla="*/ 23 h 24"/>
                <ns1:gd name="T6" fmla="*/ 2 w 20"/>
                <ns1:gd name="T7" fmla="*/ 24 h 24"/>
                <ns1:gd name="T8" fmla="*/ 19 w 20"/>
                <ns1:gd name="T9" fmla="*/ 13 h 24"/>
                <ns1:gd name="T10" fmla="*/ 19 w 20"/>
                <ns1:gd name="T11" fmla="*/ 11 h 24"/>
                <ns1:gd name="T12" fmla="*/ 2 w 20"/>
                <ns1:gd name="T13" fmla="*/ 0 h 24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</ns1:cxnLst>
              <ns1:rect l="0" t="0" r="r" b="b"/>
              <ns1:pathLst>
                <ns1:path w="20" h="24">
                  <ns1:moveTo>
                    <ns1:pt x="2" y="0"/>
                  </ns1:moveTo>
                  <ns1:cubicBezTo>
                    <ns1:pt x="1" y="0"/>
                    <ns1:pt x="0" y="0"/>
                    <ns1:pt x="0" y="1"/>
                  </ns1:cubicBezTo>
                  <ns1:cubicBezTo>
                    <ns1:pt x="0" y="2"/>
                    <ns1:pt x="0" y="21"/>
                    <ns1:pt x="0" y="23"/>
                  </ns1:cubicBezTo>
                  <ns1:cubicBezTo>
                    <ns1:pt x="0" y="24"/>
                    <ns1:pt x="1" y="24"/>
                    <ns1:pt x="2" y="24"/>
                  </ns1:cubicBezTo>
                  <ns1:cubicBezTo>
                    <ns1:pt x="3" y="23"/>
                    <ns1:pt x="18" y="14"/>
                    <ns1:pt x="19" y="13"/>
                  </ns1:cubicBezTo>
                  <ns1:cubicBezTo>
                    <ns1:pt x="20" y="13"/>
                    <ns1:pt x="20" y="11"/>
                    <ns1:pt x="19" y="11"/>
                  </ns1:cubicBezTo>
                  <ns1:cubicBezTo>
                    <ns1:pt x="18" y="10"/>
                    <ns1:pt x="3" y="1"/>
                    <ns1:pt x="2" y="0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>
                <ns1:solidFill>
                  <ns1:schemeClr val="bg1"/>
                </ns1:solidFill>
              </ns1:endParaRPr>
            </ns1:p>
          </ns0:txBody>
        </ns0:sp>
      </ns0:grpSp>
      <ns0:sp>
        <ns0:nvSpPr>
          <ns0:cNvPr id="308" name="Freeform 25"/>
          <ns0:cNvSpPr>
            <ns1:spLocks noEditPoints="1"/>
          </ns0:cNvSpPr>
          <ns0:nvPr/>
        </ns0:nvSpPr>
        <ns0:spPr bwMode="auto">
          <ns1:xfrm>
            <ns1:off x="253142" y="6014981"/>
            <ns1:ext cx="553687" cy="374171"/>
          </ns1:xfrm>
          <ns1:custGeom>
            <ns1:avLst/>
            <ns1:gdLst>
              <ns1:gd name="T0" fmla="*/ 96 w 120"/>
              <ns1:gd name="T1" fmla="*/ 32 h 80"/>
              <ns1:gd name="T2" fmla="*/ 96 w 120"/>
              <ns1:gd name="T3" fmla="*/ 32 h 80"/>
              <ns1:gd name="T4" fmla="*/ 96 w 120"/>
              <ns1:gd name="T5" fmla="*/ 32 h 80"/>
              <ns1:gd name="T6" fmla="*/ 64 w 120"/>
              <ns1:gd name="T7" fmla="*/ 0 h 80"/>
              <ns1:gd name="T8" fmla="*/ 33 w 120"/>
              <ns1:gd name="T9" fmla="*/ 24 h 80"/>
              <ns1:gd name="T10" fmla="*/ 28 w 120"/>
              <ns1:gd name="T11" fmla="*/ 24 h 80"/>
              <ns1:gd name="T12" fmla="*/ 0 w 120"/>
              <ns1:gd name="T13" fmla="*/ 52 h 80"/>
              <ns1:gd name="T14" fmla="*/ 28 w 120"/>
              <ns1:gd name="T15" fmla="*/ 80 h 80"/>
              <ns1:gd name="T16" fmla="*/ 96 w 120"/>
              <ns1:gd name="T17" fmla="*/ 80 h 80"/>
              <ns1:gd name="T18" fmla="*/ 120 w 120"/>
              <ns1:gd name="T19" fmla="*/ 56 h 80"/>
              <ns1:gd name="T20" fmla="*/ 96 w 120"/>
              <ns1:gd name="T21" fmla="*/ 32 h 80"/>
              <ns1:gd name="T22" fmla="*/ 96 w 120"/>
              <ns1:gd name="T23" fmla="*/ 72 h 80"/>
              <ns1:gd name="T24" fmla="*/ 71 w 120"/>
              <ns1:gd name="T25" fmla="*/ 72 h 80"/>
              <ns1:gd name="T26" fmla="*/ 71 w 120"/>
              <ns1:gd name="T27" fmla="*/ 58 h 80"/>
              <ns1:gd name="T28" fmla="*/ 80 w 120"/>
              <ns1:gd name="T29" fmla="*/ 58 h 80"/>
              <ns1:gd name="T30" fmla="*/ 62 w 120"/>
              <ns1:gd name="T31" fmla="*/ 36 h 80"/>
              <ns1:gd name="T32" fmla="*/ 45 w 120"/>
              <ns1:gd name="T33" fmla="*/ 58 h 80"/>
              <ns1:gd name="T34" fmla="*/ 54 w 120"/>
              <ns1:gd name="T35" fmla="*/ 58 h 80"/>
              <ns1:gd name="T36" fmla="*/ 54 w 120"/>
              <ns1:gd name="T37" fmla="*/ 72 h 80"/>
              <ns1:gd name="T38" fmla="*/ 28 w 120"/>
              <ns1:gd name="T39" fmla="*/ 72 h 80"/>
              <ns1:gd name="T40" fmla="*/ 8 w 120"/>
              <ns1:gd name="T41" fmla="*/ 52 h 80"/>
              <ns1:gd name="T42" fmla="*/ 28 w 120"/>
              <ns1:gd name="T43" fmla="*/ 32 h 80"/>
              <ns1:gd name="T44" fmla="*/ 35 w 120"/>
              <ns1:gd name="T45" fmla="*/ 33 h 80"/>
              <ns1:gd name="T46" fmla="*/ 38 w 120"/>
              <ns1:gd name="T47" fmla="*/ 33 h 80"/>
              <ns1:gd name="T48" fmla="*/ 40 w 120"/>
              <ns1:gd name="T49" fmla="*/ 30 h 80"/>
              <ns1:gd name="T50" fmla="*/ 64 w 120"/>
              <ns1:gd name="T51" fmla="*/ 8 h 80"/>
              <ns1:gd name="T52" fmla="*/ 88 w 120"/>
              <ns1:gd name="T53" fmla="*/ 32 h 80"/>
              <ns1:gd name="T54" fmla="*/ 88 w 120"/>
              <ns1:gd name="T55" fmla="*/ 36 h 80"/>
              <ns1:gd name="T56" fmla="*/ 89 w 120"/>
              <ns1:gd name="T57" fmla="*/ 39 h 80"/>
              <ns1:gd name="T58" fmla="*/ 93 w 120"/>
              <ns1:gd name="T59" fmla="*/ 40 h 80"/>
              <ns1:gd name="T60" fmla="*/ 96 w 120"/>
              <ns1:gd name="T61" fmla="*/ 40 h 80"/>
              <ns1:gd name="T62" fmla="*/ 112 w 120"/>
              <ns1:gd name="T63" fmla="*/ 56 h 80"/>
              <ns1:gd name="T64" fmla="*/ 96 w 120"/>
              <ns1:gd name="T65" fmla="*/ 72 h 80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  <ns1:cxn ang="0">
                <ns1:pos x="T32" y="T33"/>
              </ns1:cxn>
              <ns1:cxn ang="0">
                <ns1:pos x="T34" y="T35"/>
              </ns1:cxn>
              <ns1:cxn ang="0">
                <ns1:pos x="T36" y="T37"/>
              </ns1:cxn>
              <ns1:cxn ang="0">
                <ns1:pos x="T38" y="T39"/>
              </ns1:cxn>
              <ns1:cxn ang="0">
                <ns1:pos x="T40" y="T41"/>
              </ns1:cxn>
              <ns1:cxn ang="0">
                <ns1:pos x="T42" y="T43"/>
              </ns1:cxn>
              <ns1:cxn ang="0">
                <ns1:pos x="T44" y="T45"/>
              </ns1:cxn>
              <ns1:cxn ang="0">
                <ns1:pos x="T46" y="T47"/>
              </ns1:cxn>
              <ns1:cxn ang="0">
                <ns1:pos x="T48" y="T49"/>
              </ns1:cxn>
              <ns1:cxn ang="0">
                <ns1:pos x="T50" y="T51"/>
              </ns1:cxn>
              <ns1:cxn ang="0">
                <ns1:pos x="T52" y="T53"/>
              </ns1:cxn>
              <ns1:cxn ang="0">
                <ns1:pos x="T54" y="T55"/>
              </ns1:cxn>
              <ns1:cxn ang="0">
                <ns1:pos x="T56" y="T57"/>
              </ns1:cxn>
              <ns1:cxn ang="0">
                <ns1:pos x="T58" y="T59"/>
              </ns1:cxn>
              <ns1:cxn ang="0">
                <ns1:pos x="T60" y="T61"/>
              </ns1:cxn>
              <ns1:cxn ang="0">
                <ns1:pos x="T62" y="T63"/>
              </ns1:cxn>
              <ns1:cxn ang="0">
                <ns1:pos x="T64" y="T65"/>
              </ns1:cxn>
            </ns1:cxnLst>
            <ns1:rect l="0" t="0" r="r" b="b"/>
            <ns1:pathLst>
              <ns1:path w="120" h="80">
                <ns1:moveTo>
                  <ns1:pt x="96" y="32"/>
                </ns1:moveTo>
                <ns1:cubicBezTo>
                  <ns1:pt x="96" y="32"/>
                  <ns1:pt x="96" y="32"/>
                  <ns1:pt x="96" y="32"/>
                </ns1:cubicBezTo>
                <ns1:cubicBezTo>
                  <ns1:pt x="96" y="32"/>
                  <ns1:pt x="96" y="32"/>
                  <ns1:pt x="96" y="32"/>
                </ns1:cubicBezTo>
                <ns1:cubicBezTo>
                  <ns1:pt x="96" y="14"/>
                  <ns1:pt x="82" y="0"/>
                  <ns1:pt x="64" y="0"/>
                </ns1:cubicBezTo>
                <ns1:cubicBezTo>
                  <ns1:pt x="49" y="0"/>
                  <ns1:pt x="36" y="10"/>
                  <ns1:pt x="33" y="24"/>
                </ns1:cubicBezTo>
                <ns1:cubicBezTo>
                  <ns1:pt x="31" y="24"/>
                  <ns1:pt x="30" y="24"/>
                  <ns1:pt x="28" y="24"/>
                </ns1:cubicBezTo>
                <ns1:cubicBezTo>
                  <ns1:pt x="13" y="24"/>
                  <ns1:pt x="0" y="37"/>
                  <ns1:pt x="0" y="52"/>
                </ns1:cubicBezTo>
                <ns1:cubicBezTo>
                  <ns1:pt x="0" y="67"/>
                  <ns1:pt x="13" y="80"/>
                  <ns1:pt x="28" y="80"/>
                </ns1:cubicBezTo>
                <ns1:cubicBezTo>
                  <ns1:pt x="96" y="80"/>
                  <ns1:pt x="96" y="80"/>
                  <ns1:pt x="96" y="80"/>
                </ns1:cubicBezTo>
                <ns1:cubicBezTo>
                  <ns1:pt x="109" y="80"/>
                  <ns1:pt x="120" y="69"/>
                  <ns1:pt x="120" y="56"/>
                </ns1:cubicBezTo>
                <ns1:cubicBezTo>
                  <ns1:pt x="120" y="43"/>
                  <ns1:pt x="109" y="32"/>
                  <ns1:pt x="96" y="32"/>
                </ns1:cubicBezTo>
                <ns1:close/>
                <ns1:moveTo>
                  <ns1:pt x="96" y="72"/>
                </ns1:moveTo>
                <ns1:cubicBezTo>
                  <ns1:pt x="71" y="72"/>
                  <ns1:pt x="71" y="72"/>
                  <ns1:pt x="71" y="72"/>
                </ns1:cubicBezTo>
                <ns1:cubicBezTo>
                  <ns1:pt x="71" y="58"/>
                  <ns1:pt x="71" y="58"/>
                  <ns1:pt x="71" y="58"/>
                </ns1:cubicBezTo>
                <ns1:cubicBezTo>
                  <ns1:pt x="80" y="58"/>
                  <ns1:pt x="80" y="58"/>
                  <ns1:pt x="80" y="58"/>
                </ns1:cubicBezTo>
                <ns1:cubicBezTo>
                  <ns1:pt x="62" y="36"/>
                  <ns1:pt x="62" y="36"/>
                  <ns1:pt x="62" y="36"/>
                </ns1:cubicBezTo>
                <ns1:cubicBezTo>
                  <ns1:pt x="45" y="58"/>
                  <ns1:pt x="45" y="58"/>
                  <ns1:pt x="45" y="58"/>
                </ns1:cubicBezTo>
                <ns1:cubicBezTo>
                  <ns1:pt x="54" y="58"/>
                  <ns1:pt x="54" y="58"/>
                  <ns1:pt x="54" y="58"/>
                </ns1:cubicBezTo>
                <ns1:cubicBezTo>
                  <ns1:pt x="54" y="72"/>
                  <ns1:pt x="54" y="72"/>
                  <ns1:pt x="54" y="72"/>
                </ns1:cubicBezTo>
                <ns1:cubicBezTo>
                  <ns1:pt x="28" y="72"/>
                  <ns1:pt x="28" y="72"/>
                  <ns1:pt x="28" y="72"/>
                </ns1:cubicBezTo>
                <ns1:cubicBezTo>
                  <ns1:pt x="17" y="72"/>
                  <ns1:pt x="8" y="63"/>
                  <ns1:pt x="8" y="52"/>
                </ns1:cubicBezTo>
                <ns1:cubicBezTo>
                  <ns1:pt x="8" y="41"/>
                  <ns1:pt x="17" y="32"/>
                  <ns1:pt x="28" y="32"/>
                </ns1:cubicBezTo>
                <ns1:cubicBezTo>
                  <ns1:pt x="30" y="32"/>
                  <ns1:pt x="32" y="32"/>
                  <ns1:pt x="35" y="33"/>
                </ns1:cubicBezTo>
                <ns1:cubicBezTo>
                  <ns1:pt x="36" y="34"/>
                  <ns1:pt x="37" y="34"/>
                  <ns1:pt x="38" y="33"/>
                </ns1:cubicBezTo>
                <ns1:cubicBezTo>
                  <ns1:pt x="39" y="32"/>
                  <ns1:pt x="40" y="31"/>
                  <ns1:pt x="40" y="30"/>
                </ns1:cubicBezTo>
                <ns1:cubicBezTo>
                  <ns1:pt x="41" y="17"/>
                  <ns1:pt x="51" y="8"/>
                  <ns1:pt x="64" y="8"/>
                </ns1:cubicBezTo>
                <ns1:cubicBezTo>
                  <ns1:pt x="77" y="8"/>
                  <ns1:pt x="88" y="19"/>
                  <ns1:pt x="88" y="32"/>
                </ns1:cubicBezTo>
                <ns1:cubicBezTo>
                  <ns1:pt x="88" y="33"/>
                  <ns1:pt x="88" y="34"/>
                  <ns1:pt x="88" y="36"/>
                </ns1:cubicBezTo>
                <ns1:cubicBezTo>
                  <ns1:pt x="87" y="37"/>
                  <ns1:pt x="88" y="39"/>
                  <ns1:pt x="89" y="39"/>
                </ns1:cubicBezTo>
                <ns1:cubicBezTo>
                  <ns1:pt x="90" y="40"/>
                  <ns1:pt x="91" y="41"/>
                  <ns1:pt x="93" y="40"/>
                </ns1:cubicBezTo>
                <ns1:cubicBezTo>
                  <ns1:pt x="94" y="40"/>
                  <ns1:pt x="95" y="40"/>
                  <ns1:pt x="96" y="40"/>
                </ns1:cubicBezTo>
                <ns1:cubicBezTo>
                  <ns1:pt x="105" y="40"/>
                  <ns1:pt x="112" y="47"/>
                  <ns1:pt x="112" y="56"/>
                </ns1:cubicBezTo>
                <ns1:cubicBezTo>
                  <ns1:pt x="112" y="65"/>
                  <ns1:pt x="105" y="72"/>
                  <ns1:pt x="96" y="72"/>
                </ns1:cubicBezTo>
                <ns1:close/>
              </ns1:path>
            </ns1:pathLst>
          </ns1:custGeom>
          <ns1:solidFill>
            <ns1:schemeClr val="tx1"/>
          </ns1:solidFill>
          <ns1:ln>
            <ns1:noFill/>
          </ns1:ln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id-ID" sz="2700">
              <ns1:solidFill>
                <ns1:schemeClr val="bg1"/>
              </ns1:solidFill>
            </ns1:endParaRPr>
          </ns1:p>
        </ns0:txBody>
      </ns0:sp>
      <ns0:grpSp>
        <ns0:nvGrpSpPr>
          <ns0:cNvPr id="309" name="Group 308"/>
          <ns0:cNvGrpSpPr/>
          <ns0:nvPr/>
        </ns0:nvGrpSpPr>
        <ns0:grpSpPr>
          <ns1:xfrm>
            <ns1:off x="1316417" y="5999580"/>
            <ns1:ext cx="303393" cy="404970"/>
            <ns1:chOff x="2487468" y="1943557"/>
            <ns1:chExt cx="299688" cy="400024"/>
          </ns1:xfrm>
          <ns1:solidFill>
            <ns1:schemeClr val="tx1"/>
          </ns1:solidFill>
        </ns0:grpSpPr>
        <ns0:sp>
          <ns0:nvSpPr>
            <ns0:cNvPr id="310" name="Freeform 116"/>
            <ns0:cNvSpPr>
              <ns1:spLocks noEditPoints="1"/>
            </ns0:cNvSpPr>
            <ns0:nvPr/>
          </ns0:nvSpPr>
          <ns0:spPr bwMode="auto">
            <ns1:xfrm>
              <ns1:off x="2487468" y="1943557"/>
              <ns1:ext cx="299688" cy="400024"/>
            </ns1:xfrm>
            <ns1:custGeom>
              <ns1:avLst/>
              <ns1:gdLst>
                <ns1:gd name="T0" fmla="*/ 84 w 96"/>
                <ns1:gd name="T1" fmla="*/ 52 h 128"/>
                <ns1:gd name="T2" fmla="*/ 84 w 96"/>
                <ns1:gd name="T3" fmla="*/ 36 h 128"/>
                <ns1:gd name="T4" fmla="*/ 48 w 96"/>
                <ns1:gd name="T5" fmla="*/ 0 h 128"/>
                <ns1:gd name="T6" fmla="*/ 12 w 96"/>
                <ns1:gd name="T7" fmla="*/ 36 h 128"/>
                <ns1:gd name="T8" fmla="*/ 12 w 96"/>
                <ns1:gd name="T9" fmla="*/ 52 h 128"/>
                <ns1:gd name="T10" fmla="*/ 0 w 96"/>
                <ns1:gd name="T11" fmla="*/ 64 h 128"/>
                <ns1:gd name="T12" fmla="*/ 0 w 96"/>
                <ns1:gd name="T13" fmla="*/ 76 h 128"/>
                <ns1:gd name="T14" fmla="*/ 0 w 96"/>
                <ns1:gd name="T15" fmla="*/ 80 h 128"/>
                <ns1:gd name="T16" fmla="*/ 0 w 96"/>
                <ns1:gd name="T17" fmla="*/ 88 h 128"/>
                <ns1:gd name="T18" fmla="*/ 0 w 96"/>
                <ns1:gd name="T19" fmla="*/ 92 h 128"/>
                <ns1:gd name="T20" fmla="*/ 36 w 96"/>
                <ns1:gd name="T21" fmla="*/ 128 h 128"/>
                <ns1:gd name="T22" fmla="*/ 60 w 96"/>
                <ns1:gd name="T23" fmla="*/ 128 h 128"/>
                <ns1:gd name="T24" fmla="*/ 96 w 96"/>
                <ns1:gd name="T25" fmla="*/ 92 h 128"/>
                <ns1:gd name="T26" fmla="*/ 96 w 96"/>
                <ns1:gd name="T27" fmla="*/ 88 h 128"/>
                <ns1:gd name="T28" fmla="*/ 96 w 96"/>
                <ns1:gd name="T29" fmla="*/ 80 h 128"/>
                <ns1:gd name="T30" fmla="*/ 96 w 96"/>
                <ns1:gd name="T31" fmla="*/ 76 h 128"/>
                <ns1:gd name="T32" fmla="*/ 96 w 96"/>
                <ns1:gd name="T33" fmla="*/ 64 h 128"/>
                <ns1:gd name="T34" fmla="*/ 84 w 96"/>
                <ns1:gd name="T35" fmla="*/ 52 h 128"/>
                <ns1:gd name="T36" fmla="*/ 20 w 96"/>
                <ns1:gd name="T37" fmla="*/ 36 h 128"/>
                <ns1:gd name="T38" fmla="*/ 48 w 96"/>
                <ns1:gd name="T39" fmla="*/ 8 h 128"/>
                <ns1:gd name="T40" fmla="*/ 76 w 96"/>
                <ns1:gd name="T41" fmla="*/ 36 h 128"/>
                <ns1:gd name="T42" fmla="*/ 76 w 96"/>
                <ns1:gd name="T43" fmla="*/ 52 h 128"/>
                <ns1:gd name="T44" fmla="*/ 68 w 96"/>
                <ns1:gd name="T45" fmla="*/ 52 h 128"/>
                <ns1:gd name="T46" fmla="*/ 68 w 96"/>
                <ns1:gd name="T47" fmla="*/ 36 h 128"/>
                <ns1:gd name="T48" fmla="*/ 48 w 96"/>
                <ns1:gd name="T49" fmla="*/ 16 h 128"/>
                <ns1:gd name="T50" fmla="*/ 28 w 96"/>
                <ns1:gd name="T51" fmla="*/ 36 h 128"/>
                <ns1:gd name="T52" fmla="*/ 28 w 96"/>
                <ns1:gd name="T53" fmla="*/ 52 h 128"/>
                <ns1:gd name="T54" fmla="*/ 20 w 96"/>
                <ns1:gd name="T55" fmla="*/ 52 h 128"/>
                <ns1:gd name="T56" fmla="*/ 20 w 96"/>
                <ns1:gd name="T57" fmla="*/ 36 h 128"/>
                <ns1:gd name="T58" fmla="*/ 64 w 96"/>
                <ns1:gd name="T59" fmla="*/ 36 h 128"/>
                <ns1:gd name="T60" fmla="*/ 64 w 96"/>
                <ns1:gd name="T61" fmla="*/ 36 h 128"/>
                <ns1:gd name="T62" fmla="*/ 64 w 96"/>
                <ns1:gd name="T63" fmla="*/ 52 h 128"/>
                <ns1:gd name="T64" fmla="*/ 32 w 96"/>
                <ns1:gd name="T65" fmla="*/ 52 h 128"/>
                <ns1:gd name="T66" fmla="*/ 32 w 96"/>
                <ns1:gd name="T67" fmla="*/ 36 h 128"/>
                <ns1:gd name="T68" fmla="*/ 32 w 96"/>
                <ns1:gd name="T69" fmla="*/ 36 h 128"/>
                <ns1:gd name="T70" fmla="*/ 48 w 96"/>
                <ns1:gd name="T71" fmla="*/ 20 h 128"/>
                <ns1:gd name="T72" fmla="*/ 64 w 96"/>
                <ns1:gd name="T73" fmla="*/ 36 h 128"/>
                <ns1:gd name="T74" fmla="*/ 88 w 96"/>
                <ns1:gd name="T75" fmla="*/ 76 h 128"/>
                <ns1:gd name="T76" fmla="*/ 88 w 96"/>
                <ns1:gd name="T77" fmla="*/ 80 h 128"/>
                <ns1:gd name="T78" fmla="*/ 88 w 96"/>
                <ns1:gd name="T79" fmla="*/ 88 h 128"/>
                <ns1:gd name="T80" fmla="*/ 88 w 96"/>
                <ns1:gd name="T81" fmla="*/ 92 h 128"/>
                <ns1:gd name="T82" fmla="*/ 60 w 96"/>
                <ns1:gd name="T83" fmla="*/ 120 h 128"/>
                <ns1:gd name="T84" fmla="*/ 36 w 96"/>
                <ns1:gd name="T85" fmla="*/ 120 h 128"/>
                <ns1:gd name="T86" fmla="*/ 8 w 96"/>
                <ns1:gd name="T87" fmla="*/ 92 h 128"/>
                <ns1:gd name="T88" fmla="*/ 8 w 96"/>
                <ns1:gd name="T89" fmla="*/ 88 h 128"/>
                <ns1:gd name="T90" fmla="*/ 8 w 96"/>
                <ns1:gd name="T91" fmla="*/ 80 h 128"/>
                <ns1:gd name="T92" fmla="*/ 8 w 96"/>
                <ns1:gd name="T93" fmla="*/ 76 h 128"/>
                <ns1:gd name="T94" fmla="*/ 8 w 96"/>
                <ns1:gd name="T95" fmla="*/ 64 h 128"/>
                <ns1:gd name="T96" fmla="*/ 12 w 96"/>
                <ns1:gd name="T97" fmla="*/ 60 h 128"/>
                <ns1:gd name="T98" fmla="*/ 20 w 96"/>
                <ns1:gd name="T99" fmla="*/ 60 h 128"/>
                <ns1:gd name="T100" fmla="*/ 76 w 96"/>
                <ns1:gd name="T101" fmla="*/ 60 h 128"/>
                <ns1:gd name="T102" fmla="*/ 84 w 96"/>
                <ns1:gd name="T103" fmla="*/ 60 h 128"/>
                <ns1:gd name="T104" fmla="*/ 88 w 96"/>
                <ns1:gd name="T105" fmla="*/ 64 h 128"/>
                <ns1:gd name="T106" fmla="*/ 88 w 96"/>
                <ns1:gd name="T107" fmla="*/ 76 h 128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  <ns1:cxn ang="0">
                  <ns1:pos x="T30" y="T31"/>
                </ns1:cxn>
                <ns1:cxn ang="0">
                  <ns1:pos x="T32" y="T33"/>
                </ns1:cxn>
                <ns1:cxn ang="0">
                  <ns1:pos x="T34" y="T35"/>
                </ns1:cxn>
                <ns1:cxn ang="0">
                  <ns1:pos x="T36" y="T37"/>
                </ns1:cxn>
                <ns1:cxn ang="0">
                  <ns1:pos x="T38" y="T39"/>
                </ns1:cxn>
                <ns1:cxn ang="0">
                  <ns1:pos x="T40" y="T41"/>
                </ns1:cxn>
                <ns1:cxn ang="0">
                  <ns1:pos x="T42" y="T43"/>
                </ns1:cxn>
                <ns1:cxn ang="0">
                  <ns1:pos x="T44" y="T45"/>
                </ns1:cxn>
                <ns1:cxn ang="0">
                  <ns1:pos x="T46" y="T47"/>
                </ns1:cxn>
                <ns1:cxn ang="0">
                  <ns1:pos x="T48" y="T49"/>
                </ns1:cxn>
                <ns1:cxn ang="0">
                  <ns1:pos x="T50" y="T51"/>
                </ns1:cxn>
                <ns1:cxn ang="0">
                  <ns1:pos x="T52" y="T53"/>
                </ns1:cxn>
                <ns1:cxn ang="0">
                  <ns1:pos x="T54" y="T55"/>
                </ns1:cxn>
                <ns1:cxn ang="0">
                  <ns1:pos x="T56" y="T57"/>
                </ns1:cxn>
                <ns1:cxn ang="0">
                  <ns1:pos x="T58" y="T59"/>
                </ns1:cxn>
                <ns1:cxn ang="0">
                  <ns1:pos x="T60" y="T61"/>
                </ns1:cxn>
                <ns1:cxn ang="0">
                  <ns1:pos x="T62" y="T63"/>
                </ns1:cxn>
                <ns1:cxn ang="0">
                  <ns1:pos x="T64" y="T65"/>
                </ns1:cxn>
                <ns1:cxn ang="0">
                  <ns1:pos x="T66" y="T67"/>
                </ns1:cxn>
                <ns1:cxn ang="0">
                  <ns1:pos x="T68" y="T69"/>
                </ns1:cxn>
                <ns1:cxn ang="0">
                  <ns1:pos x="T70" y="T71"/>
                </ns1:cxn>
                <ns1:cxn ang="0">
                  <ns1:pos x="T72" y="T73"/>
                </ns1:cxn>
                <ns1:cxn ang="0">
                  <ns1:pos x="T74" y="T75"/>
                </ns1:cxn>
                <ns1:cxn ang="0">
                  <ns1:pos x="T76" y="T77"/>
                </ns1:cxn>
                <ns1:cxn ang="0">
                  <ns1:pos x="T78" y="T79"/>
                </ns1:cxn>
                <ns1:cxn ang="0">
                  <ns1:pos x="T80" y="T81"/>
                </ns1:cxn>
                <ns1:cxn ang="0">
                  <ns1:pos x="T82" y="T83"/>
                </ns1:cxn>
                <ns1:cxn ang="0">
                  <ns1:pos x="T84" y="T85"/>
                </ns1:cxn>
                <ns1:cxn ang="0">
                  <ns1:pos x="T86" y="T87"/>
                </ns1:cxn>
                <ns1:cxn ang="0">
                  <ns1:pos x="T88" y="T89"/>
                </ns1:cxn>
                <ns1:cxn ang="0">
                  <ns1:pos x="T90" y="T91"/>
                </ns1:cxn>
                <ns1:cxn ang="0">
                  <ns1:pos x="T92" y="T93"/>
                </ns1:cxn>
                <ns1:cxn ang="0">
                  <ns1:pos x="T94" y="T95"/>
                </ns1:cxn>
                <ns1:cxn ang="0">
                  <ns1:pos x="T96" y="T97"/>
                </ns1:cxn>
                <ns1:cxn ang="0">
                  <ns1:pos x="T98" y="T99"/>
                </ns1:cxn>
                <ns1:cxn ang="0">
                  <ns1:pos x="T100" y="T101"/>
                </ns1:cxn>
                <ns1:cxn ang="0">
                  <ns1:pos x="T102" y="T103"/>
                </ns1:cxn>
                <ns1:cxn ang="0">
                  <ns1:pos x="T104" y="T105"/>
                </ns1:cxn>
                <ns1:cxn ang="0">
                  <ns1:pos x="T106" y="T107"/>
                </ns1:cxn>
              </ns1:cxnLst>
              <ns1:rect l="0" t="0" r="r" b="b"/>
              <ns1:pathLst>
                <ns1:path w="96" h="128">
                  <ns1:moveTo>
                    <ns1:pt x="84" y="52"/>
                  </ns1:moveTo>
                  <ns1:cubicBezTo>
                    <ns1:pt x="84" y="36"/>
                    <ns1:pt x="84" y="36"/>
                    <ns1:pt x="84" y="36"/>
                  </ns1:cubicBezTo>
                  <ns1:cubicBezTo>
                    <ns1:pt x="84" y="16"/>
                    <ns1:pt x="68" y="0"/>
                    <ns1:pt x="48" y="0"/>
                  </ns1:cubicBezTo>
                  <ns1:cubicBezTo>
                    <ns1:pt x="28" y="0"/>
                    <ns1:pt x="12" y="16"/>
                    <ns1:pt x="12" y="36"/>
                  </ns1:cubicBezTo>
                  <ns1:cubicBezTo>
                    <ns1:pt x="12" y="52"/>
                    <ns1:pt x="12" y="52"/>
                    <ns1:pt x="12" y="52"/>
                  </ns1:cubicBezTo>
                  <ns1:cubicBezTo>
                    <ns1:pt x="5" y="52"/>
                    <ns1:pt x="0" y="57"/>
                    <ns1:pt x="0" y="64"/>
                  </ns1:cubicBezTo>
                  <ns1:cubicBezTo>
                    <ns1:pt x="0" y="76"/>
                    <ns1:pt x="0" y="76"/>
                    <ns1:pt x="0" y="76"/>
                  </ns1:cubicBezTo>
                  <ns1:cubicBezTo>
                    <ns1:pt x="0" y="80"/>
                    <ns1:pt x="0" y="80"/>
                    <ns1:pt x="0" y="80"/>
                  </ns1:cubicBezTo>
                  <ns1:cubicBezTo>
                    <ns1:pt x="0" y="88"/>
                    <ns1:pt x="0" y="88"/>
                    <ns1:pt x="0" y="88"/>
                  </ns1:cubicBezTo>
                  <ns1:cubicBezTo>
                    <ns1:pt x="0" y="92"/>
                    <ns1:pt x="0" y="92"/>
                    <ns1:pt x="0" y="92"/>
                  </ns1:cubicBezTo>
                  <ns1:cubicBezTo>
                    <ns1:pt x="0" y="112"/>
                    <ns1:pt x="16" y="128"/>
                    <ns1:pt x="36" y="128"/>
                  </ns1:cubicBezTo>
                  <ns1:cubicBezTo>
                    <ns1:pt x="60" y="128"/>
                    <ns1:pt x="60" y="128"/>
                    <ns1:pt x="60" y="128"/>
                  </ns1:cubicBezTo>
                  <ns1:cubicBezTo>
                    <ns1:pt x="80" y="128"/>
                    <ns1:pt x="96" y="112"/>
                    <ns1:pt x="96" y="92"/>
                  </ns1:cubicBezTo>
                  <ns1:cubicBezTo>
                    <ns1:pt x="96" y="88"/>
                    <ns1:pt x="96" y="88"/>
                    <ns1:pt x="96" y="88"/>
                  </ns1:cubicBezTo>
                  <ns1:cubicBezTo>
                    <ns1:pt x="96" y="80"/>
                    <ns1:pt x="96" y="80"/>
                    <ns1:pt x="96" y="80"/>
                  </ns1:cubicBezTo>
                  <ns1:cubicBezTo>
                    <ns1:pt x="96" y="76"/>
                    <ns1:pt x="96" y="76"/>
                    <ns1:pt x="96" y="76"/>
                  </ns1:cubicBezTo>
                  <ns1:cubicBezTo>
                    <ns1:pt x="96" y="64"/>
                    <ns1:pt x="96" y="64"/>
                    <ns1:pt x="96" y="64"/>
                  </ns1:cubicBezTo>
                  <ns1:cubicBezTo>
                    <ns1:pt x="96" y="57"/>
                    <ns1:pt x="91" y="52"/>
                    <ns1:pt x="84" y="52"/>
                  </ns1:cubicBezTo>
                  <ns1:close/>
                  <ns1:moveTo>
                    <ns1:pt x="20" y="36"/>
                  </ns1:moveTo>
                  <ns1:cubicBezTo>
                    <ns1:pt x="20" y="21"/>
                    <ns1:pt x="33" y="8"/>
                    <ns1:pt x="48" y="8"/>
                  </ns1:cubicBezTo>
                  <ns1:cubicBezTo>
                    <ns1:pt x="63" y="8"/>
                    <ns1:pt x="76" y="21"/>
                    <ns1:pt x="76" y="36"/>
                  </ns1:cubicBezTo>
                  <ns1:cubicBezTo>
                    <ns1:pt x="76" y="52"/>
                    <ns1:pt x="76" y="52"/>
                    <ns1:pt x="76" y="52"/>
                  </ns1:cubicBezTo>
                  <ns1:cubicBezTo>
                    <ns1:pt x="68" y="52"/>
                    <ns1:pt x="68" y="52"/>
                    <ns1:pt x="68" y="52"/>
                  </ns1:cubicBezTo>
                  <ns1:cubicBezTo>
                    <ns1:pt x="68" y="36"/>
                    <ns1:pt x="68" y="36"/>
                    <ns1:pt x="68" y="36"/>
                  </ns1:cubicBezTo>
                  <ns1:cubicBezTo>
                    <ns1:pt x="68" y="25"/>
                    <ns1:pt x="59" y="16"/>
                    <ns1:pt x="48" y="16"/>
                  </ns1:cubicBezTo>
                  <ns1:cubicBezTo>
                    <ns1:pt x="37" y="16"/>
                    <ns1:pt x="28" y="25"/>
                    <ns1:pt x="28" y="36"/>
                  </ns1:cubicBezTo>
                  <ns1:cubicBezTo>
                    <ns1:pt x="28" y="52"/>
                    <ns1:pt x="28" y="52"/>
                    <ns1:pt x="28" y="52"/>
                  </ns1:cubicBezTo>
                  <ns1:cubicBezTo>
                    <ns1:pt x="20" y="52"/>
                    <ns1:pt x="20" y="52"/>
                    <ns1:pt x="20" y="52"/>
                  </ns1:cubicBezTo>
                  <ns1:lnTo>
                    <ns1:pt x="20" y="36"/>
                  </ns1:lnTo>
                  <ns1:close/>
                  <ns1:moveTo>
                    <ns1:pt x="64" y="36"/>
                  </ns1:moveTo>
                  <ns1:cubicBezTo>
                    <ns1:pt x="64" y="36"/>
                    <ns1:pt x="64" y="36"/>
                    <ns1:pt x="64" y="36"/>
                  </ns1:cubicBezTo>
                  <ns1:cubicBezTo>
                    <ns1:pt x="64" y="52"/>
                    <ns1:pt x="64" y="52"/>
                    <ns1:pt x="64" y="52"/>
                  </ns1:cubicBezTo>
                  <ns1:cubicBezTo>
                    <ns1:pt x="32" y="52"/>
                    <ns1:pt x="32" y="52"/>
                    <ns1:pt x="32" y="52"/>
                  </ns1:cubicBezTo>
                  <ns1:cubicBezTo>
                    <ns1:pt x="32" y="36"/>
                    <ns1:pt x="32" y="36"/>
                    <ns1:pt x="32" y="36"/>
                  </ns1:cubicBezTo>
                  <ns1:cubicBezTo>
                    <ns1:pt x="32" y="36"/>
                    <ns1:pt x="32" y="36"/>
                    <ns1:pt x="32" y="36"/>
                  </ns1:cubicBezTo>
                  <ns1:cubicBezTo>
                    <ns1:pt x="32" y="27"/>
                    <ns1:pt x="39" y="20"/>
                    <ns1:pt x="48" y="20"/>
                  </ns1:cubicBezTo>
                  <ns1:cubicBezTo>
                    <ns1:pt x="57" y="20"/>
                    <ns1:pt x="64" y="27"/>
                    <ns1:pt x="64" y="36"/>
                  </ns1:cubicBezTo>
                  <ns1:close/>
                  <ns1:moveTo>
                    <ns1:pt x="88" y="76"/>
                  </ns1:moveTo>
                  <ns1:cubicBezTo>
                    <ns1:pt x="88" y="80"/>
                    <ns1:pt x="88" y="80"/>
                    <ns1:pt x="88" y="80"/>
                  </ns1:cubicBezTo>
                  <ns1:cubicBezTo>
                    <ns1:pt x="88" y="88"/>
                    <ns1:pt x="88" y="88"/>
                    <ns1:pt x="88" y="88"/>
                  </ns1:cubicBezTo>
                  <ns1:cubicBezTo>
                    <ns1:pt x="88" y="92"/>
                    <ns1:pt x="88" y="92"/>
                    <ns1:pt x="88" y="92"/>
                  </ns1:cubicBezTo>
                  <ns1:cubicBezTo>
                    <ns1:pt x="88" y="107"/>
                    <ns1:pt x="75" y="120"/>
                    <ns1:pt x="60" y="120"/>
                  </ns1:cubicBezTo>
                  <ns1:cubicBezTo>
                    <ns1:pt x="36" y="120"/>
                    <ns1:pt x="36" y="120"/>
                    <ns1:pt x="36" y="120"/>
                  </ns1:cubicBezTo>
                  <ns1:cubicBezTo>
                    <ns1:pt x="21" y="120"/>
                    <ns1:pt x="8" y="107"/>
                    <ns1:pt x="8" y="92"/>
                  </ns1:cubicBezTo>
                  <ns1:cubicBezTo>
                    <ns1:pt x="8" y="88"/>
                    <ns1:pt x="8" y="88"/>
                    <ns1:pt x="8" y="88"/>
                  </ns1:cubicBezTo>
                  <ns1:cubicBezTo>
                    <ns1:pt x="8" y="80"/>
                    <ns1:pt x="8" y="80"/>
                    <ns1:pt x="8" y="80"/>
                  </ns1:cubicBezTo>
                  <ns1:cubicBezTo>
                    <ns1:pt x="8" y="76"/>
                    <ns1:pt x="8" y="76"/>
                    <ns1:pt x="8" y="76"/>
                  </ns1:cubicBezTo>
                  <ns1:cubicBezTo>
                    <ns1:pt x="8" y="64"/>
                    <ns1:pt x="8" y="64"/>
                    <ns1:pt x="8" y="64"/>
                  </ns1:cubicBezTo>
                  <ns1:cubicBezTo>
                    <ns1:pt x="8" y="62"/>
                    <ns1:pt x="10" y="60"/>
                    <ns1:pt x="12" y="60"/>
                  </ns1:cubicBezTo>
                  <ns1:cubicBezTo>
                    <ns1:pt x="15" y="60"/>
                    <ns1:pt x="17" y="60"/>
                    <ns1:pt x="20" y="60"/>
                  </ns1:cubicBezTo>
                  <ns1:cubicBezTo>
                    <ns1:pt x="76" y="60"/>
                    <ns1:pt x="76" y="60"/>
                    <ns1:pt x="76" y="60"/>
                  </ns1:cubicBezTo>
                  <ns1:cubicBezTo>
                    <ns1:pt x="79" y="60"/>
                    <ns1:pt x="81" y="60"/>
                    <ns1:pt x="84" y="60"/>
                  </ns1:cubicBezTo>
                  <ns1:cubicBezTo>
                    <ns1:pt x="86" y="60"/>
                    <ns1:pt x="88" y="62"/>
                    <ns1:pt x="88" y="64"/>
                  </ns1:cubicBezTo>
                  <ns1:lnTo>
                    <ns1:pt x="88" y="76"/>
                  </ns1:ln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311" name="Freeform 117"/>
            <ns0:cNvSpPr>
              <ns1:spLocks/>
            </ns0:cNvSpPr>
            <ns0:nvPr/>
          </ns0:nvSpPr>
          <ns0:spPr bwMode="auto">
            <ns1:xfrm>
              <ns1:off x="2611567" y="2181195"/>
              <ns1:ext cx="50168" cy="75252"/>
            </ns1:xfrm>
            <ns1:custGeom>
              <ns1:avLst/>
              <ns1:gdLst>
                <ns1:gd name="T0" fmla="*/ 8 w 16"/>
                <ns1:gd name="T1" fmla="*/ 0 h 24"/>
                <ns1:gd name="T2" fmla="*/ 0 w 16"/>
                <ns1:gd name="T3" fmla="*/ 8 h 24"/>
                <ns1:gd name="T4" fmla="*/ 3 w 16"/>
                <ns1:gd name="T5" fmla="*/ 19 h 24"/>
                <ns1:gd name="T6" fmla="*/ 8 w 16"/>
                <ns1:gd name="T7" fmla="*/ 24 h 24"/>
                <ns1:gd name="T8" fmla="*/ 13 w 16"/>
                <ns1:gd name="T9" fmla="*/ 19 h 24"/>
                <ns1:gd name="T10" fmla="*/ 16 w 16"/>
                <ns1:gd name="T11" fmla="*/ 8 h 24"/>
                <ns1:gd name="T12" fmla="*/ 8 w 16"/>
                <ns1:gd name="T13" fmla="*/ 0 h 24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</ns1:cxnLst>
              <ns1:rect l="0" t="0" r="r" b="b"/>
              <ns1:pathLst>
                <ns1:path w="16" h="24">
                  <ns1:moveTo>
                    <ns1:pt x="8" y="0"/>
                  </ns1:moveTo>
                  <ns1:cubicBezTo>
                    <ns1:pt x="4" y="0"/>
                    <ns1:pt x="0" y="4"/>
                    <ns1:pt x="0" y="8"/>
                  </ns1:cubicBezTo>
                  <ns1:cubicBezTo>
                    <ns1:pt x="0" y="10"/>
                    <ns1:pt x="1" y="15"/>
                    <ns1:pt x="3" y="19"/>
                  </ns1:cubicBezTo>
                  <ns1:cubicBezTo>
                    <ns1:pt x="4" y="22"/>
                    <ns1:pt x="5" y="24"/>
                    <ns1:pt x="8" y="24"/>
                  </ns1:cubicBezTo>
                  <ns1:cubicBezTo>
                    <ns1:pt x="11" y="24"/>
                    <ns1:pt x="12" y="22"/>
                    <ns1:pt x="13" y="19"/>
                  </ns1:cubicBezTo>
                  <ns1:cubicBezTo>
                    <ns1:pt x="15" y="15"/>
                    <ns1:pt x="16" y="10"/>
                    <ns1:pt x="16" y="8"/>
                  </ns1:cubicBezTo>
                  <ns1:cubicBezTo>
                    <ns1:pt x="16" y="4"/>
                    <ns1:pt x="12" y="0"/>
                    <ns1:pt x="8" y="0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</ns0:grpSp>
      <ns0:grpSp>
        <ns0:nvGrpSpPr>
          <ns0:cNvPr id="312" name="Group 311"/>
          <ns0:cNvGrpSpPr/>
          <ns0:nvPr/>
        </ns0:nvGrpSpPr>
        <ns0:grpSpPr>
          <ns1:xfrm>
            <ns1:off x="2282654" y="6018518"/>
            <ns1:ext cx="385001" cy="367094"/>
            <ns1:chOff x="3519489" y="2917825"/>
            <ns1:chExt cx="341313" cy="325438"/>
          </ns1:xfrm>
          <ns1:solidFill>
            <ns1:schemeClr val="tx1"/>
          </ns1:solidFill>
        </ns0:grpSpPr>
        <ns0:sp>
          <ns0:nvSpPr>
            <ns0:cNvPr id="313" name="Freeform 106"/>
            <ns0:cNvSpPr>
              <ns1:spLocks noEditPoints="1"/>
            </ns0:cNvSpPr>
            <ns0:nvPr/>
          </ns0:nvSpPr>
          <ns0:spPr bwMode="auto">
            <ns1:xfrm>
              <ns1:off x="3519489" y="2917825"/>
              <ns1:ext cx="341313" cy="325438"/>
            </ns1:xfrm>
            <ns1:custGeom>
              <ns1:avLst/>
              <ns1:gdLst>
                <ns1:gd name="T0" fmla="*/ 117 w 128"/>
                <ns1:gd name="T1" fmla="*/ 0 h 122"/>
                <ns1:gd name="T2" fmla="*/ 11 w 128"/>
                <ns1:gd name="T3" fmla="*/ 0 h 122"/>
                <ns1:gd name="T4" fmla="*/ 0 w 128"/>
                <ns1:gd name="T5" fmla="*/ 11 h 122"/>
                <ns1:gd name="T6" fmla="*/ 0 w 128"/>
                <ns1:gd name="T7" fmla="*/ 93 h 122"/>
                <ns1:gd name="T8" fmla="*/ 11 w 128"/>
                <ns1:gd name="T9" fmla="*/ 104 h 122"/>
                <ns1:gd name="T10" fmla="*/ 43 w 128"/>
                <ns1:gd name="T11" fmla="*/ 104 h 122"/>
                <ns1:gd name="T12" fmla="*/ 37 w 128"/>
                <ns1:gd name="T13" fmla="*/ 110 h 122"/>
                <ns1:gd name="T14" fmla="*/ 34 w 128"/>
                <ns1:gd name="T15" fmla="*/ 113 h 122"/>
                <ns1:gd name="T16" fmla="*/ 34 w 128"/>
                <ns1:gd name="T17" fmla="*/ 118 h 122"/>
                <ns1:gd name="T18" fmla="*/ 42 w 128"/>
                <ns1:gd name="T19" fmla="*/ 122 h 122"/>
                <ns1:gd name="T20" fmla="*/ 86 w 128"/>
                <ns1:gd name="T21" fmla="*/ 122 h 122"/>
                <ns1:gd name="T22" fmla="*/ 94 w 128"/>
                <ns1:gd name="T23" fmla="*/ 118 h 122"/>
                <ns1:gd name="T24" fmla="*/ 94 w 128"/>
                <ns1:gd name="T25" fmla="*/ 113 h 122"/>
                <ns1:gd name="T26" fmla="*/ 91 w 128"/>
                <ns1:gd name="T27" fmla="*/ 110 h 122"/>
                <ns1:gd name="T28" fmla="*/ 85 w 128"/>
                <ns1:gd name="T29" fmla="*/ 104 h 122"/>
                <ns1:gd name="T30" fmla="*/ 117 w 128"/>
                <ns1:gd name="T31" fmla="*/ 104 h 122"/>
                <ns1:gd name="T32" fmla="*/ 128 w 128"/>
                <ns1:gd name="T33" fmla="*/ 93 h 122"/>
                <ns1:gd name="T34" fmla="*/ 128 w 128"/>
                <ns1:gd name="T35" fmla="*/ 11 h 122"/>
                <ns1:gd name="T36" fmla="*/ 117 w 128"/>
                <ns1:gd name="T37" fmla="*/ 0 h 122"/>
                <ns1:gd name="T38" fmla="*/ 88 w 128"/>
                <ns1:gd name="T39" fmla="*/ 113 h 122"/>
                <ns1:gd name="T40" fmla="*/ 90 w 128"/>
                <ns1:gd name="T41" fmla="*/ 116 h 122"/>
                <ns1:gd name="T42" fmla="*/ 90 w 128"/>
                <ns1:gd name="T43" fmla="*/ 116 h 122"/>
                <ns1:gd name="T44" fmla="*/ 86 w 128"/>
                <ns1:gd name="T45" fmla="*/ 118 h 122"/>
                <ns1:gd name="T46" fmla="*/ 42 w 128"/>
                <ns1:gd name="T47" fmla="*/ 118 h 122"/>
                <ns1:gd name="T48" fmla="*/ 38 w 128"/>
                <ns1:gd name="T49" fmla="*/ 116 h 122"/>
                <ns1:gd name="T50" fmla="*/ 38 w 128"/>
                <ns1:gd name="T51" fmla="*/ 116 h 122"/>
                <ns1:gd name="T52" fmla="*/ 38 w 128"/>
                <ns1:gd name="T53" fmla="*/ 116 h 122"/>
                <ns1:gd name="T54" fmla="*/ 40 w 128"/>
                <ns1:gd name="T55" fmla="*/ 113 h 122"/>
                <ns1:gd name="T56" fmla="*/ 48 w 128"/>
                <ns1:gd name="T57" fmla="*/ 104 h 122"/>
                <ns1:gd name="T58" fmla="*/ 80 w 128"/>
                <ns1:gd name="T59" fmla="*/ 104 h 122"/>
                <ns1:gd name="T60" fmla="*/ 88 w 128"/>
                <ns1:gd name="T61" fmla="*/ 113 h 122"/>
                <ns1:gd name="T62" fmla="*/ 120 w 128"/>
                <ns1:gd name="T63" fmla="*/ 93 h 122"/>
                <ns1:gd name="T64" fmla="*/ 117 w 128"/>
                <ns1:gd name="T65" fmla="*/ 96 h 122"/>
                <ns1:gd name="T66" fmla="*/ 11 w 128"/>
                <ns1:gd name="T67" fmla="*/ 96 h 122"/>
                <ns1:gd name="T68" fmla="*/ 8 w 128"/>
                <ns1:gd name="T69" fmla="*/ 93 h 122"/>
                <ns1:gd name="T70" fmla="*/ 8 w 128"/>
                <ns1:gd name="T71" fmla="*/ 11 h 122"/>
                <ns1:gd name="T72" fmla="*/ 11 w 128"/>
                <ns1:gd name="T73" fmla="*/ 8 h 122"/>
                <ns1:gd name="T74" fmla="*/ 117 w 128"/>
                <ns1:gd name="T75" fmla="*/ 8 h 122"/>
                <ns1:gd name="T76" fmla="*/ 120 w 128"/>
                <ns1:gd name="T77" fmla="*/ 11 h 122"/>
                <ns1:gd name="T78" fmla="*/ 120 w 128"/>
                <ns1:gd name="T79" fmla="*/ 93 h 122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  <ns1:cxn ang="0">
                  <ns1:pos x="T30" y="T31"/>
                </ns1:cxn>
                <ns1:cxn ang="0">
                  <ns1:pos x="T32" y="T33"/>
                </ns1:cxn>
                <ns1:cxn ang="0">
                  <ns1:pos x="T34" y="T35"/>
                </ns1:cxn>
                <ns1:cxn ang="0">
                  <ns1:pos x="T36" y="T37"/>
                </ns1:cxn>
                <ns1:cxn ang="0">
                  <ns1:pos x="T38" y="T39"/>
                </ns1:cxn>
                <ns1:cxn ang="0">
                  <ns1:pos x="T40" y="T41"/>
                </ns1:cxn>
                <ns1:cxn ang="0">
                  <ns1:pos x="T42" y="T43"/>
                </ns1:cxn>
                <ns1:cxn ang="0">
                  <ns1:pos x="T44" y="T45"/>
                </ns1:cxn>
                <ns1:cxn ang="0">
                  <ns1:pos x="T46" y="T47"/>
                </ns1:cxn>
                <ns1:cxn ang="0">
                  <ns1:pos x="T48" y="T49"/>
                </ns1:cxn>
                <ns1:cxn ang="0">
                  <ns1:pos x="T50" y="T51"/>
                </ns1:cxn>
                <ns1:cxn ang="0">
                  <ns1:pos x="T52" y="T53"/>
                </ns1:cxn>
                <ns1:cxn ang="0">
                  <ns1:pos x="T54" y="T55"/>
                </ns1:cxn>
                <ns1:cxn ang="0">
                  <ns1:pos x="T56" y="T57"/>
                </ns1:cxn>
                <ns1:cxn ang="0">
                  <ns1:pos x="T58" y="T59"/>
                </ns1:cxn>
                <ns1:cxn ang="0">
                  <ns1:pos x="T60" y="T61"/>
                </ns1:cxn>
                <ns1:cxn ang="0">
                  <ns1:pos x="T62" y="T63"/>
                </ns1:cxn>
                <ns1:cxn ang="0">
                  <ns1:pos x="T64" y="T65"/>
                </ns1:cxn>
                <ns1:cxn ang="0">
                  <ns1:pos x="T66" y="T67"/>
                </ns1:cxn>
                <ns1:cxn ang="0">
                  <ns1:pos x="T68" y="T69"/>
                </ns1:cxn>
                <ns1:cxn ang="0">
                  <ns1:pos x="T70" y="T71"/>
                </ns1:cxn>
                <ns1:cxn ang="0">
                  <ns1:pos x="T72" y="T73"/>
                </ns1:cxn>
                <ns1:cxn ang="0">
                  <ns1:pos x="T74" y="T75"/>
                </ns1:cxn>
                <ns1:cxn ang="0">
                  <ns1:pos x="T76" y="T77"/>
                </ns1:cxn>
                <ns1:cxn ang="0">
                  <ns1:pos x="T78" y="T79"/>
                </ns1:cxn>
              </ns1:cxnLst>
              <ns1:rect l="0" t="0" r="r" b="b"/>
              <ns1:pathLst>
                <ns1:path w="128" h="122">
                  <ns1:moveTo>
                    <ns1:pt x="117" y="0"/>
                  </ns1:moveTo>
                  <ns1:cubicBezTo>
                    <ns1:pt x="11" y="0"/>
                    <ns1:pt x="11" y="0"/>
                    <ns1:pt x="11" y="0"/>
                  </ns1:cubicBezTo>
                  <ns1:cubicBezTo>
                    <ns1:pt x="5" y="0"/>
                    <ns1:pt x="0" y="5"/>
                    <ns1:pt x="0" y="11"/>
                  </ns1:cubicBezTo>
                  <ns1:cubicBezTo>
                    <ns1:pt x="0" y="93"/>
                    <ns1:pt x="0" y="93"/>
                    <ns1:pt x="0" y="93"/>
                  </ns1:cubicBezTo>
                  <ns1:cubicBezTo>
                    <ns1:pt x="0" y="99"/>
                    <ns1:pt x="5" y="104"/>
                    <ns1:pt x="11" y="104"/>
                  </ns1:cubicBezTo>
                  <ns1:cubicBezTo>
                    <ns1:pt x="43" y="104"/>
                    <ns1:pt x="43" y="104"/>
                    <ns1:pt x="43" y="104"/>
                  </ns1:cubicBezTo>
                  <ns1:cubicBezTo>
                    <ns1:pt x="41" y="106"/>
                    <ns1:pt x="39" y="109"/>
                    <ns1:pt x="37" y="110"/>
                  </ns1:cubicBezTo>
                  <ns1:cubicBezTo>
                    <ns1:pt x="36" y="111"/>
                    <ns1:pt x="35" y="112"/>
                    <ns1:pt x="34" y="113"/>
                  </ns1:cubicBezTo>
                  <ns1:cubicBezTo>
                    <ns1:pt x="34" y="114"/>
                    <ns1:pt x="33" y="116"/>
                    <ns1:pt x="34" y="118"/>
                  </ns1:cubicBezTo>
                  <ns1:cubicBezTo>
                    <ns1:pt x="35" y="120"/>
                    <ns1:pt x="37" y="122"/>
                    <ns1:pt x="42" y="122"/>
                  </ns1:cubicBezTo>
                  <ns1:cubicBezTo>
                    <ns1:pt x="86" y="122"/>
                    <ns1:pt x="86" y="122"/>
                    <ns1:pt x="86" y="122"/>
                  </ns1:cubicBezTo>
                  <ns1:cubicBezTo>
                    <ns1:pt x="91" y="122"/>
                    <ns1:pt x="93" y="120"/>
                    <ns1:pt x="94" y="118"/>
                  </ns1:cubicBezTo>
                  <ns1:cubicBezTo>
                    <ns1:pt x="95" y="116"/>
                    <ns1:pt x="94" y="114"/>
                    <ns1:pt x="94" y="113"/>
                  </ns1:cubicBezTo>
                  <ns1:cubicBezTo>
                    <ns1:pt x="93" y="112"/>
                    <ns1:pt x="92" y="111"/>
                    <ns1:pt x="91" y="110"/>
                  </ns1:cubicBezTo>
                  <ns1:cubicBezTo>
                    <ns1:pt x="89" y="109"/>
                    <ns1:pt x="87" y="106"/>
                    <ns1:pt x="85" y="104"/>
                  </ns1:cubicBezTo>
                  <ns1:cubicBezTo>
                    <ns1:pt x="117" y="104"/>
                    <ns1:pt x="117" y="104"/>
                    <ns1:pt x="117" y="104"/>
                  </ns1:cubicBezTo>
                  <ns1:cubicBezTo>
                    <ns1:pt x="123" y="104"/>
                    <ns1:pt x="128" y="99"/>
                    <ns1:pt x="128" y="93"/>
                  </ns1:cubicBezTo>
                  <ns1:cubicBezTo>
                    <ns1:pt x="128" y="11"/>
                    <ns1:pt x="128" y="11"/>
                    <ns1:pt x="128" y="11"/>
                  </ns1:cubicBezTo>
                  <ns1:cubicBezTo>
                    <ns1:pt x="128" y="5"/>
                    <ns1:pt x="123" y="0"/>
                    <ns1:pt x="117" y="0"/>
                  </ns1:cubicBezTo>
                  <ns1:close/>
                  <ns1:moveTo>
                    <ns1:pt x="88" y="113"/>
                  </ns1:moveTo>
                  <ns1:cubicBezTo>
                    <ns1:pt x="89" y="114"/>
                    <ns1:pt x="90" y="115"/>
                    <ns1:pt x="90" y="116"/>
                  </ns1:cubicBezTo>
                  <ns1:cubicBezTo>
                    <ns1:pt x="90" y="116"/>
                    <ns1:pt x="91" y="116"/>
                    <ns1:pt x="90" y="116"/>
                  </ns1:cubicBezTo>
                  <ns1:cubicBezTo>
                    <ns1:pt x="90" y="117"/>
                    <ns1:pt x="88" y="118"/>
                    <ns1:pt x="86" y="118"/>
                  </ns1:cubicBezTo>
                  <ns1:cubicBezTo>
                    <ns1:pt x="42" y="118"/>
                    <ns1:pt x="42" y="118"/>
                    <ns1:pt x="42" y="118"/>
                  </ns1:cubicBezTo>
                  <ns1:cubicBezTo>
                    <ns1:pt x="40" y="118"/>
                    <ns1:pt x="38" y="117"/>
                    <ns1:pt x="38" y="116"/>
                  </ns1:cubicBezTo>
                  <ns1:cubicBezTo>
                    <ns1:pt x="38" y="116"/>
                    <ns1:pt x="38" y="116"/>
                    <ns1:pt x="38" y="116"/>
                  </ns1:cubicBezTo>
                  <ns1:cubicBezTo>
                    <ns1:pt x="38" y="116"/>
                    <ns1:pt x="38" y="116"/>
                    <ns1:pt x="38" y="116"/>
                  </ns1:cubicBezTo>
                  <ns1:cubicBezTo>
                    <ns1:pt x="38" y="115"/>
                    <ns1:pt x="39" y="114"/>
                    <ns1:pt x="40" y="113"/>
                  </ns1:cubicBezTo>
                  <ns1:cubicBezTo>
                    <ns1:pt x="44" y="109"/>
                    <ns1:pt x="47" y="106"/>
                    <ns1:pt x="48" y="104"/>
                  </ns1:cubicBezTo>
                  <ns1:cubicBezTo>
                    <ns1:pt x="80" y="104"/>
                    <ns1:pt x="80" y="104"/>
                    <ns1:pt x="80" y="104"/>
                  </ns1:cubicBezTo>
                  <ns1:cubicBezTo>
                    <ns1:pt x="81" y="106"/>
                    <ns1:pt x="84" y="109"/>
                    <ns1:pt x="88" y="113"/>
                  </ns1:cubicBezTo>
                  <ns1:close/>
                  <ns1:moveTo>
                    <ns1:pt x="120" y="93"/>
                  </ns1:moveTo>
                  <ns1:cubicBezTo>
                    <ns1:pt x="120" y="95"/>
                    <ns1:pt x="119" y="96"/>
                    <ns1:pt x="117" y="96"/>
                  </ns1:cubicBezTo>
                  <ns1:cubicBezTo>
                    <ns1:pt x="11" y="96"/>
                    <ns1:pt x="11" y="96"/>
                    <ns1:pt x="11" y="96"/>
                  </ns1:cubicBezTo>
                  <ns1:cubicBezTo>
                    <ns1:pt x="9" y="96"/>
                    <ns1:pt x="8" y="95"/>
                    <ns1:pt x="8" y="93"/>
                  </ns1:cubicBezTo>
                  <ns1:cubicBezTo>
                    <ns1:pt x="8" y="11"/>
                    <ns1:pt x="8" y="11"/>
                    <ns1:pt x="8" y="11"/>
                  </ns1:cubicBezTo>
                  <ns1:cubicBezTo>
                    <ns1:pt x="8" y="9"/>
                    <ns1:pt x="9" y="8"/>
                    <ns1:pt x="11" y="8"/>
                  </ns1:cubicBezTo>
                  <ns1:cubicBezTo>
                    <ns1:pt x="117" y="8"/>
                    <ns1:pt x="117" y="8"/>
                    <ns1:pt x="117" y="8"/>
                  </ns1:cubicBezTo>
                  <ns1:cubicBezTo>
                    <ns1:pt x="119" y="8"/>
                    <ns1:pt x="120" y="9"/>
                    <ns1:pt x="120" y="11"/>
                  </ns1:cubicBezTo>
                  <ns1:lnTo>
                    <ns1:pt x="120" y="93"/>
                  </ns1:ln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314" name="Freeform 107"/>
            <ns0:cNvSpPr>
              <ns1:spLocks noEditPoints="1"/>
            </ns0:cNvSpPr>
            <ns0:nvPr/>
          </ns0:nvSpPr>
          <ns0:spPr bwMode="auto">
            <ns1:xfrm>
              <ns1:off x="3562351" y="2960688"/>
              <ns1:ext cx="255588" cy="171450"/>
            </ns1:xfrm>
            <ns1:custGeom>
              <ns1:avLst/>
              <ns1:gdLst>
                <ns1:gd name="T0" fmla="*/ 89 w 96"/>
                <ns1:gd name="T1" fmla="*/ 0 h 64"/>
                <ns1:gd name="T2" fmla="*/ 7 w 96"/>
                <ns1:gd name="T3" fmla="*/ 0 h 64"/>
                <ns1:gd name="T4" fmla="*/ 0 w 96"/>
                <ns1:gd name="T5" fmla="*/ 7 h 64"/>
                <ns1:gd name="T6" fmla="*/ 0 w 96"/>
                <ns1:gd name="T7" fmla="*/ 57 h 64"/>
                <ns1:gd name="T8" fmla="*/ 7 w 96"/>
                <ns1:gd name="T9" fmla="*/ 64 h 64"/>
                <ns1:gd name="T10" fmla="*/ 89 w 96"/>
                <ns1:gd name="T11" fmla="*/ 64 h 64"/>
                <ns1:gd name="T12" fmla="*/ 96 w 96"/>
                <ns1:gd name="T13" fmla="*/ 57 h 64"/>
                <ns1:gd name="T14" fmla="*/ 96 w 96"/>
                <ns1:gd name="T15" fmla="*/ 7 h 64"/>
                <ns1:gd name="T16" fmla="*/ 89 w 96"/>
                <ns1:gd name="T17" fmla="*/ 0 h 64"/>
                <ns1:gd name="T18" fmla="*/ 92 w 96"/>
                <ns1:gd name="T19" fmla="*/ 57 h 64"/>
                <ns1:gd name="T20" fmla="*/ 89 w 96"/>
                <ns1:gd name="T21" fmla="*/ 60 h 64"/>
                <ns1:gd name="T22" fmla="*/ 7 w 96"/>
                <ns1:gd name="T23" fmla="*/ 60 h 64"/>
                <ns1:gd name="T24" fmla="*/ 4 w 96"/>
                <ns1:gd name="T25" fmla="*/ 57 h 64"/>
                <ns1:gd name="T26" fmla="*/ 4 w 96"/>
                <ns1:gd name="T27" fmla="*/ 7 h 64"/>
                <ns1:gd name="T28" fmla="*/ 7 w 96"/>
                <ns1:gd name="T29" fmla="*/ 4 h 64"/>
                <ns1:gd name="T30" fmla="*/ 89 w 96"/>
                <ns1:gd name="T31" fmla="*/ 4 h 64"/>
                <ns1:gd name="T32" fmla="*/ 92 w 96"/>
                <ns1:gd name="T33" fmla="*/ 7 h 64"/>
                <ns1:gd name="T34" fmla="*/ 92 w 96"/>
                <ns1:gd name="T35" fmla="*/ 57 h 64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  <ns1:cxn ang="0">
                  <ns1:pos x="T30" y="T31"/>
                </ns1:cxn>
                <ns1:cxn ang="0">
                  <ns1:pos x="T32" y="T33"/>
                </ns1:cxn>
                <ns1:cxn ang="0">
                  <ns1:pos x="T34" y="T35"/>
                </ns1:cxn>
              </ns1:cxnLst>
              <ns1:rect l="0" t="0" r="r" b="b"/>
              <ns1:pathLst>
                <ns1:path w="96" h="64">
                  <ns1:moveTo>
                    <ns1:pt x="89" y="0"/>
                  </ns1:moveTo>
                  <ns1:cubicBezTo>
                    <ns1:pt x="7" y="0"/>
                    <ns1:pt x="7" y="0"/>
                    <ns1:pt x="7" y="0"/>
                  </ns1:cubicBezTo>
                  <ns1:cubicBezTo>
                    <ns1:pt x="3" y="0"/>
                    <ns1:pt x="0" y="3"/>
                    <ns1:pt x="0" y="7"/>
                  </ns1:cubicBezTo>
                  <ns1:cubicBezTo>
                    <ns1:pt x="0" y="57"/>
                    <ns1:pt x="0" y="57"/>
                    <ns1:pt x="0" y="57"/>
                  </ns1:cubicBezTo>
                  <ns1:cubicBezTo>
                    <ns1:pt x="0" y="61"/>
                    <ns1:pt x="3" y="64"/>
                    <ns1:pt x="7" y="64"/>
                  </ns1:cubicBezTo>
                  <ns1:cubicBezTo>
                    <ns1:pt x="89" y="64"/>
                    <ns1:pt x="89" y="64"/>
                    <ns1:pt x="89" y="64"/>
                  </ns1:cubicBezTo>
                  <ns1:cubicBezTo>
                    <ns1:pt x="93" y="64"/>
                    <ns1:pt x="96" y="61"/>
                    <ns1:pt x="96" y="57"/>
                  </ns1:cubicBezTo>
                  <ns1:cubicBezTo>
                    <ns1:pt x="96" y="7"/>
                    <ns1:pt x="96" y="7"/>
                    <ns1:pt x="96" y="7"/>
                  </ns1:cubicBezTo>
                  <ns1:cubicBezTo>
                    <ns1:pt x="96" y="3"/>
                    <ns1:pt x="93" y="0"/>
                    <ns1:pt x="89" y="0"/>
                  </ns1:cubicBezTo>
                  <ns1:close/>
                  <ns1:moveTo>
                    <ns1:pt x="92" y="57"/>
                  </ns1:moveTo>
                  <ns1:cubicBezTo>
                    <ns1:pt x="92" y="59"/>
                    <ns1:pt x="91" y="60"/>
                    <ns1:pt x="89" y="60"/>
                  </ns1:cubicBezTo>
                  <ns1:cubicBezTo>
                    <ns1:pt x="7" y="60"/>
                    <ns1:pt x="7" y="60"/>
                    <ns1:pt x="7" y="60"/>
                  </ns1:cubicBezTo>
                  <ns1:cubicBezTo>
                    <ns1:pt x="5" y="60"/>
                    <ns1:pt x="4" y="59"/>
                    <ns1:pt x="4" y="57"/>
                  </ns1:cubicBezTo>
                  <ns1:cubicBezTo>
                    <ns1:pt x="4" y="7"/>
                    <ns1:pt x="4" y="7"/>
                    <ns1:pt x="4" y="7"/>
                  </ns1:cubicBezTo>
                  <ns1:cubicBezTo>
                    <ns1:pt x="4" y="5"/>
                    <ns1:pt x="5" y="4"/>
                    <ns1:pt x="7" y="4"/>
                  </ns1:cubicBezTo>
                  <ns1:cubicBezTo>
                    <ns1:pt x="89" y="4"/>
                    <ns1:pt x="89" y="4"/>
                    <ns1:pt x="89" y="4"/>
                  </ns1:cubicBezTo>
                  <ns1:cubicBezTo>
                    <ns1:pt x="91" y="4"/>
                    <ns1:pt x="92" y="5"/>
                    <ns1:pt x="92" y="7"/>
                  </ns1:cubicBezTo>
                  <ns1:lnTo>
                    <ns1:pt x="92" y="57"/>
                  </ns1:ln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315" name="Freeform 108"/>
            <ns0:cNvSpPr>
              <ns1:spLocks noEditPoints="1"/>
            </ns0:cNvSpPr>
            <ns0:nvPr/>
          </ns0:nvSpPr>
          <ns0:spPr bwMode="auto">
            <ns1:xfrm>
              <ns1:off x="3673476" y="3136900"/>
              <ns1:ext cx="31750" cy="31750"/>
            </ns1:xfrm>
            <ns1:custGeom>
              <ns1:avLst/>
              <ns1:gdLst>
                <ns1:gd name="T0" fmla="*/ 6 w 12"/>
                <ns1:gd name="T1" fmla="*/ 0 h 12"/>
                <ns1:gd name="T2" fmla="*/ 0 w 12"/>
                <ns1:gd name="T3" fmla="*/ 6 h 12"/>
                <ns1:gd name="T4" fmla="*/ 6 w 12"/>
                <ns1:gd name="T5" fmla="*/ 12 h 12"/>
                <ns1:gd name="T6" fmla="*/ 12 w 12"/>
                <ns1:gd name="T7" fmla="*/ 6 h 12"/>
                <ns1:gd name="T8" fmla="*/ 6 w 12"/>
                <ns1:gd name="T9" fmla="*/ 0 h 12"/>
                <ns1:gd name="T10" fmla="*/ 6 w 12"/>
                <ns1:gd name="T11" fmla="*/ 8 h 12"/>
                <ns1:gd name="T12" fmla="*/ 4 w 12"/>
                <ns1:gd name="T13" fmla="*/ 6 h 12"/>
                <ns1:gd name="T14" fmla="*/ 6 w 12"/>
                <ns1:gd name="T15" fmla="*/ 4 h 12"/>
                <ns1:gd name="T16" fmla="*/ 8 w 12"/>
                <ns1:gd name="T17" fmla="*/ 6 h 12"/>
                <ns1:gd name="T18" fmla="*/ 6 w 12"/>
                <ns1:gd name="T19" fmla="*/ 8 h 12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</ns1:cxnLst>
              <ns1:rect l="0" t="0" r="r" b="b"/>
              <ns1:pathLst>
                <ns1:path w="12" h="12">
                  <ns1:moveTo>
                    <ns1:pt x="6" y="0"/>
                  </ns1:moveTo>
                  <ns1:cubicBezTo>
                    <ns1:pt x="3" y="0"/>
                    <ns1:pt x="0" y="3"/>
                    <ns1:pt x="0" y="6"/>
                  </ns1:cubicBezTo>
                  <ns1:cubicBezTo>
                    <ns1:pt x="0" y="9"/>
                    <ns1:pt x="3" y="12"/>
                    <ns1:pt x="6" y="12"/>
                  </ns1:cubicBezTo>
                  <ns1:cubicBezTo>
                    <ns1:pt x="9" y="12"/>
                    <ns1:pt x="12" y="9"/>
                    <ns1:pt x="12" y="6"/>
                  </ns1:cubicBezTo>
                  <ns1:cubicBezTo>
                    <ns1:pt x="12" y="3"/>
                    <ns1:pt x="9" y="0"/>
                    <ns1:pt x="6" y="0"/>
                  </ns1:cubicBezTo>
                  <ns1:close/>
                  <ns1:moveTo>
                    <ns1:pt x="6" y="8"/>
                  </ns1:moveTo>
                  <ns1:cubicBezTo>
                    <ns1:pt x="5" y="8"/>
                    <ns1:pt x="4" y="7"/>
                    <ns1:pt x="4" y="6"/>
                  </ns1:cubicBezTo>
                  <ns1:cubicBezTo>
                    <ns1:pt x="4" y="5"/>
                    <ns1:pt x="5" y="4"/>
                    <ns1:pt x="6" y="4"/>
                  </ns1:cubicBezTo>
                  <ns1:cubicBezTo>
                    <ns1:pt x="7" y="4"/>
                    <ns1:pt x="8" y="5"/>
                    <ns1:pt x="8" y="6"/>
                  </ns1:cubicBezTo>
                  <ns1:cubicBezTo>
                    <ns1:pt x="8" y="7"/>
                    <ns1:pt x="7" y="8"/>
                    <ns1:pt x="6" y="8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316" name="Freeform 109"/>
            <ns0:cNvSpPr>
              <ns1:spLocks noEditPoints="1"/>
            </ns0:cNvSpPr>
            <ns0:nvPr/>
          </ns0:nvSpPr>
          <ns0:spPr bwMode="auto">
            <ns1:xfrm>
              <ns1:off x="3638551" y="2995613"/>
              <ns1:ext cx="101600" cy="101600"/>
            </ns1:xfrm>
            <ns1:custGeom>
              <ns1:avLst/>
              <ns1:gdLst>
                <ns1:gd name="T0" fmla="*/ 19 w 38"/>
                <ns1:gd name="T1" fmla="*/ 0 h 38"/>
                <ns1:gd name="T2" fmla="*/ 0 w 38"/>
                <ns1:gd name="T3" fmla="*/ 19 h 38"/>
                <ns1:gd name="T4" fmla="*/ 19 w 38"/>
                <ns1:gd name="T5" fmla="*/ 38 h 38"/>
                <ns1:gd name="T6" fmla="*/ 38 w 38"/>
                <ns1:gd name="T7" fmla="*/ 19 h 38"/>
                <ns1:gd name="T8" fmla="*/ 19 w 38"/>
                <ns1:gd name="T9" fmla="*/ 0 h 38"/>
                <ns1:gd name="T10" fmla="*/ 19 w 38"/>
                <ns1:gd name="T11" fmla="*/ 34 h 38"/>
                <ns1:gd name="T12" fmla="*/ 4 w 38"/>
                <ns1:gd name="T13" fmla="*/ 19 h 38"/>
                <ns1:gd name="T14" fmla="*/ 18 w 38"/>
                <ns1:gd name="T15" fmla="*/ 4 h 38"/>
                <ns1:gd name="T16" fmla="*/ 18 w 38"/>
                <ns1:gd name="T17" fmla="*/ 22 h 38"/>
                <ns1:gd name="T18" fmla="*/ 34 w 38"/>
                <ns1:gd name="T19" fmla="*/ 16 h 38"/>
                <ns1:gd name="T20" fmla="*/ 34 w 38"/>
                <ns1:gd name="T21" fmla="*/ 19 h 38"/>
                <ns1:gd name="T22" fmla="*/ 19 w 38"/>
                <ns1:gd name="T23" fmla="*/ 34 h 38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</ns1:cxnLst>
              <ns1:rect l="0" t="0" r="r" b="b"/>
              <ns1:pathLst>
                <ns1:path w="38" h="38">
                  <ns1:moveTo>
                    <ns1:pt x="19" y="0"/>
                  </ns1:moveTo>
                  <ns1:cubicBezTo>
                    <ns1:pt x="8" y="0"/>
                    <ns1:pt x="0" y="8"/>
                    <ns1:pt x="0" y="19"/>
                  </ns1:cubicBezTo>
                  <ns1:cubicBezTo>
                    <ns1:pt x="0" y="29"/>
                    <ns1:pt x="8" y="38"/>
                    <ns1:pt x="19" y="38"/>
                  </ns1:cubicBezTo>
                  <ns1:cubicBezTo>
                    <ns1:pt x="30" y="38"/>
                    <ns1:pt x="38" y="29"/>
                    <ns1:pt x="38" y="19"/>
                  </ns1:cubicBezTo>
                  <ns1:cubicBezTo>
                    <ns1:pt x="38" y="8"/>
                    <ns1:pt x="30" y="0"/>
                    <ns1:pt x="19" y="0"/>
                  </ns1:cubicBezTo>
                  <ns1:close/>
                  <ns1:moveTo>
                    <ns1:pt x="19" y="34"/>
                  </ns1:moveTo>
                  <ns1:cubicBezTo>
                    <ns1:pt x="11" y="34"/>
                    <ns1:pt x="4" y="27"/>
                    <ns1:pt x="4" y="19"/>
                  </ns1:cubicBezTo>
                  <ns1:cubicBezTo>
                    <ns1:pt x="4" y="11"/>
                    <ns1:pt x="10" y="5"/>
                    <ns1:pt x="18" y="4"/>
                  </ns1:cubicBezTo>
                  <ns1:cubicBezTo>
                    <ns1:pt x="18" y="22"/>
                    <ns1:pt x="18" y="22"/>
                    <ns1:pt x="18" y="22"/>
                  </ns1:cubicBezTo>
                  <ns1:cubicBezTo>
                    <ns1:pt x="34" y="16"/>
                    <ns1:pt x="34" y="16"/>
                    <ns1:pt x="34" y="16"/>
                  </ns1:cubicBezTo>
                  <ns1:cubicBezTo>
                    <ns1:pt x="34" y="17"/>
                    <ns1:pt x="34" y="18"/>
                    <ns1:pt x="34" y="19"/>
                  </ns1:cubicBezTo>
                  <ns1:cubicBezTo>
                    <ns1:pt x="34" y="27"/>
                    <ns1:pt x="27" y="34"/>
                    <ns1:pt x="19" y="34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</ns0:grpSp>
      <ns0:grpSp>
        <ns0:nvGrpSpPr>
          <ns0:cNvPr id="317" name="Group 316"/>
          <ns0:cNvGrpSpPr/>
          <ns0:nvPr/>
        </ns0:nvGrpSpPr>
        <ns0:grpSpPr>
          <ns1:xfrm>
            <ns1:off x="3341955" y="6018089"/>
            <ns1:ext cx="410884" cy="367955"/>
            <ns1:chOff x="2165351" y="3622675"/>
            <ns1:chExt cx="319088" cy="285750"/>
          </ns1:xfrm>
          <ns1:solidFill>
            <ns1:schemeClr val="tx1"/>
          </ns1:solidFill>
        </ns0:grpSpPr>
        <ns0:sp>
          <ns0:nvSpPr>
            <ns0:cNvPr id="318" name="Freeform 145"/>
            <ns0:cNvSpPr>
              <ns1:spLocks/>
            </ns0:cNvSpPr>
            <ns0:nvPr/>
          </ns0:nvSpPr>
          <ns0:spPr bwMode="auto">
            <ns1:xfrm>
              <ns1:off x="2165351" y="3622675"/>
              <ns1:ext cx="319088" cy="285750"/>
            </ns1:xfrm>
            <ns1:custGeom>
              <ns1:avLst/>
              <ns1:gdLst>
                <ns1:gd name="T0" fmla="*/ 96 w 120"/>
                <ns1:gd name="T1" fmla="*/ 106 h 107"/>
                <ns1:gd name="T2" fmla="*/ 93 w 120"/>
                <ns1:gd name="T3" fmla="*/ 105 h 107"/>
                <ns1:gd name="T4" fmla="*/ 93 w 120"/>
                <ns1:gd name="T5" fmla="*/ 99 h 107"/>
                <ns1:gd name="T6" fmla="*/ 112 w 120"/>
                <ns1:gd name="T7" fmla="*/ 60 h 107"/>
                <ns1:gd name="T8" fmla="*/ 60 w 120"/>
                <ns1:gd name="T9" fmla="*/ 8 h 107"/>
                <ns1:gd name="T10" fmla="*/ 8 w 120"/>
                <ns1:gd name="T11" fmla="*/ 60 h 107"/>
                <ns1:gd name="T12" fmla="*/ 27 w 120"/>
                <ns1:gd name="T13" fmla="*/ 99 h 107"/>
                <ns1:gd name="T14" fmla="*/ 27 w 120"/>
                <ns1:gd name="T15" fmla="*/ 105 h 107"/>
                <ns1:gd name="T16" fmla="*/ 22 w 120"/>
                <ns1:gd name="T17" fmla="*/ 106 h 107"/>
                <ns1:gd name="T18" fmla="*/ 0 w 120"/>
                <ns1:gd name="T19" fmla="*/ 60 h 107"/>
                <ns1:gd name="T20" fmla="*/ 60 w 120"/>
                <ns1:gd name="T21" fmla="*/ 0 h 107"/>
                <ns1:gd name="T22" fmla="*/ 120 w 120"/>
                <ns1:gd name="T23" fmla="*/ 60 h 107"/>
                <ns1:gd name="T24" fmla="*/ 98 w 120"/>
                <ns1:gd name="T25" fmla="*/ 106 h 107"/>
                <ns1:gd name="T26" fmla="*/ 96 w 120"/>
                <ns1:gd name="T27" fmla="*/ 106 h 107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</ns1:cxnLst>
              <ns1:rect l="0" t="0" r="r" b="b"/>
              <ns1:pathLst>
                <ns1:path w="120" h="107">
                  <ns1:moveTo>
                    <ns1:pt x="96" y="106"/>
                  </ns1:moveTo>
                  <ns1:cubicBezTo>
                    <ns1:pt x="95" y="106"/>
                    <ns1:pt x="94" y="106"/>
                    <ns1:pt x="93" y="105"/>
                  </ns1:cubicBezTo>
                  <ns1:cubicBezTo>
                    <ns1:pt x="91" y="103"/>
                    <ns1:pt x="92" y="101"/>
                    <ns1:pt x="93" y="99"/>
                  </ns1:cubicBezTo>
                  <ns1:cubicBezTo>
                    <ns1:pt x="105" y="89"/>
                    <ns1:pt x="112" y="75"/>
                    <ns1:pt x="112" y="60"/>
                  </ns1:cubicBezTo>
                  <ns1:cubicBezTo>
                    <ns1:pt x="112" y="31"/>
                    <ns1:pt x="89" y="8"/>
                    <ns1:pt x="60" y="8"/>
                  </ns1:cubicBezTo>
                  <ns1:cubicBezTo>
                    <ns1:pt x="31" y="8"/>
                    <ns1:pt x="8" y="31"/>
                    <ns1:pt x="8" y="60"/>
                  </ns1:cubicBezTo>
                  <ns1:cubicBezTo>
                    <ns1:pt x="8" y="75"/>
                    <ns1:pt x="15" y="89"/>
                    <ns1:pt x="27" y="99"/>
                  </ns1:cubicBezTo>
                  <ns1:cubicBezTo>
                    <ns1:pt x="28" y="101"/>
                    <ns1:pt x="29" y="103"/>
                    <ns1:pt x="27" y="105"/>
                  </ns1:cubicBezTo>
                  <ns1:cubicBezTo>
                    <ns1:pt x="26" y="107"/>
                    <ns1:pt x="23" y="107"/>
                    <ns1:pt x="22" y="106"/>
                  </ns1:cubicBezTo>
                  <ns1:cubicBezTo>
                    <ns1:pt x="8" y="94"/>
                    <ns1:pt x="0" y="77"/>
                    <ns1:pt x="0" y="60"/>
                  </ns1:cubicBezTo>
                  <ns1:cubicBezTo>
                    <ns1:pt x="0" y="26"/>
                    <ns1:pt x="27" y="0"/>
                    <ns1:pt x="60" y="0"/>
                  </ns1:cubicBezTo>
                  <ns1:cubicBezTo>
                    <ns1:pt x="93" y="0"/>
                    <ns1:pt x="120" y="26"/>
                    <ns1:pt x="120" y="60"/>
                  </ns1:cubicBezTo>
                  <ns1:cubicBezTo>
                    <ns1:pt x="120" y="77"/>
                    <ns1:pt x="112" y="94"/>
                    <ns1:pt x="98" y="106"/>
                  </ns1:cubicBezTo>
                  <ns1:cubicBezTo>
                    <ns1:pt x="98" y="106"/>
                    <ns1:pt x="97" y="106"/>
                    <ns1:pt x="96" y="106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319" name="Oval 146"/>
            <ns0:cNvSpPr>
              <ns1:spLocks noChangeArrowheads="1"/>
            </ns0:cNvSpPr>
            <ns0:nvPr/>
          </ns0:nvSpPr>
          <ns0:spPr bwMode="auto">
            <ns1:xfrm>
              <ns1:off x="2303464" y="3786188"/>
              <ns1:ext cx="42863" cy="42863"/>
            </ns1:xfrm>
            <ns1:prstGeom prst="ellipse">
              <ns1:avLst/>
            </ns1:pr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320" name="Freeform 147"/>
            <ns0:cNvSpPr>
              <ns1:spLocks/>
            </ns0:cNvSpPr>
            <ns0:nvPr/>
          </ns0:nvSpPr>
          <ns0:spPr bwMode="auto">
            <ns1:xfrm>
              <ns1:off x="2228851" y="3711575"/>
              <ns1:ext cx="66675" cy="66675"/>
            </ns1:xfrm>
            <ns1:custGeom>
              <ns1:avLst/>
              <ns1:gdLst>
                <ns1:gd name="T0" fmla="*/ 1 w 25"/>
                <ns1:gd name="T1" fmla="*/ 1 h 25"/>
                <ns1:gd name="T2" fmla="*/ 7 w 25"/>
                <ns1:gd name="T3" fmla="*/ 1 h 25"/>
                <ns1:gd name="T4" fmla="*/ 24 w 25"/>
                <ns1:gd name="T5" fmla="*/ 18 h 25"/>
                <ns1:gd name="T6" fmla="*/ 24 w 25"/>
                <ns1:gd name="T7" fmla="*/ 24 h 25"/>
                <ns1:gd name="T8" fmla="*/ 18 w 25"/>
                <ns1:gd name="T9" fmla="*/ 24 h 25"/>
                <ns1:gd name="T10" fmla="*/ 1 w 25"/>
                <ns1:gd name="T11" fmla="*/ 7 h 25"/>
                <ns1:gd name="T12" fmla="*/ 1 w 25"/>
                <ns1:gd name="T13" fmla="*/ 1 h 25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</ns1:cxnLst>
              <ns1:rect l="0" t="0" r="r" b="b"/>
              <ns1:pathLst>
                <ns1:path w="25" h="25">
                  <ns1:moveTo>
                    <ns1:pt x="1" y="1"/>
                  </ns1:moveTo>
                  <ns1:cubicBezTo>
                    <ns1:pt x="3" y="0"/>
                    <ns1:pt x="5" y="0"/>
                    <ns1:pt x="7" y="1"/>
                  </ns1:cubicBezTo>
                  <ns1:cubicBezTo>
                    <ns1:pt x="24" y="18"/>
                    <ns1:pt x="24" y="18"/>
                    <ns1:pt x="24" y="18"/>
                  </ns1:cubicBezTo>
                  <ns1:cubicBezTo>
                    <ns1:pt x="25" y="20"/>
                    <ns1:pt x="25" y="22"/>
                    <ns1:pt x="24" y="24"/>
                  </ns1:cubicBezTo>
                  <ns1:cubicBezTo>
                    <ns1:pt x="22" y="25"/>
                    <ns1:pt x="20" y="25"/>
                    <ns1:pt x="18" y="24"/>
                  </ns1:cubicBezTo>
                  <ns1:cubicBezTo>
                    <ns1:pt x="1" y="7"/>
                    <ns1:pt x="1" y="7"/>
                    <ns1:pt x="1" y="7"/>
                  </ns1:cubicBezTo>
                  <ns1:cubicBezTo>
                    <ns1:pt x="0" y="5"/>
                    <ns1:pt x="0" y="3"/>
                    <ns1:pt x="1" y="1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</ns0:grpSp>
      <ns0:grpSp>
        <ns0:nvGrpSpPr>
          <ns0:cNvPr id="321" name="Group 320"/>
          <ns0:cNvGrpSpPr/>
          <ns0:nvPr/>
        </ns0:nvGrpSpPr>
        <ns0:grpSpPr>
          <ns1:xfrm>
            <ns1:off x="4500791" y="5992831"/>
            <ns1:ext cx="209233" cy="418468"/>
            <ns1:chOff x="2932114" y="4298950"/>
            <ns1:chExt cx="149225" cy="298451"/>
          </ns1:xfrm>
          <ns1:solidFill>
            <ns1:schemeClr val="tx1"/>
          </ns1:solidFill>
        </ns0:grpSpPr>
        <ns0:sp>
          <ns0:nvSpPr>
            <ns0:cNvPr id="322" name="Freeform 192"/>
            <ns0:cNvSpPr>
              <ns1:spLocks/>
            </ns0:cNvSpPr>
            <ns0:nvPr/>
          </ns0:nvSpPr>
          <ns0:spPr bwMode="auto">
            <ns1:xfrm>
              <ns1:off x="2932114" y="4408488"/>
              <ns1:ext cx="149225" cy="188913"/>
            </ns1:xfrm>
            <ns1:custGeom>
              <ns1:avLst/>
              <ns1:gdLst>
                <ns1:gd name="T0" fmla="*/ 52 w 56"/>
                <ns1:gd name="T1" fmla="*/ 0 h 71"/>
                <ns1:gd name="T2" fmla="*/ 48 w 56"/>
                <ns1:gd name="T3" fmla="*/ 4 h 71"/>
                <ns1:gd name="T4" fmla="*/ 48 w 56"/>
                <ns1:gd name="T5" fmla="*/ 17 h 71"/>
                <ns1:gd name="T6" fmla="*/ 28 w 56"/>
                <ns1:gd name="T7" fmla="*/ 38 h 71"/>
                <ns1:gd name="T8" fmla="*/ 8 w 56"/>
                <ns1:gd name="T9" fmla="*/ 17 h 71"/>
                <ns1:gd name="T10" fmla="*/ 8 w 56"/>
                <ns1:gd name="T11" fmla="*/ 4 h 71"/>
                <ns1:gd name="T12" fmla="*/ 4 w 56"/>
                <ns1:gd name="T13" fmla="*/ 0 h 71"/>
                <ns1:gd name="T14" fmla="*/ 0 w 56"/>
                <ns1:gd name="T15" fmla="*/ 4 h 71"/>
                <ns1:gd name="T16" fmla="*/ 0 w 56"/>
                <ns1:gd name="T17" fmla="*/ 17 h 71"/>
                <ns1:gd name="T18" fmla="*/ 24 w 56"/>
                <ns1:gd name="T19" fmla="*/ 46 h 71"/>
                <ns1:gd name="T20" fmla="*/ 24 w 56"/>
                <ns1:gd name="T21" fmla="*/ 63 h 71"/>
                <ns1:gd name="T22" fmla="*/ 16 w 56"/>
                <ns1:gd name="T23" fmla="*/ 63 h 71"/>
                <ns1:gd name="T24" fmla="*/ 12 w 56"/>
                <ns1:gd name="T25" fmla="*/ 67 h 71"/>
                <ns1:gd name="T26" fmla="*/ 16 w 56"/>
                <ns1:gd name="T27" fmla="*/ 71 h 71"/>
                <ns1:gd name="T28" fmla="*/ 40 w 56"/>
                <ns1:gd name="T29" fmla="*/ 71 h 71"/>
                <ns1:gd name="T30" fmla="*/ 44 w 56"/>
                <ns1:gd name="T31" fmla="*/ 67 h 71"/>
                <ns1:gd name="T32" fmla="*/ 40 w 56"/>
                <ns1:gd name="T33" fmla="*/ 63 h 71"/>
                <ns1:gd name="T34" fmla="*/ 32 w 56"/>
                <ns1:gd name="T35" fmla="*/ 63 h 71"/>
                <ns1:gd name="T36" fmla="*/ 32 w 56"/>
                <ns1:gd name="T37" fmla="*/ 46 h 71"/>
                <ns1:gd name="T38" fmla="*/ 56 w 56"/>
                <ns1:gd name="T39" fmla="*/ 17 h 71"/>
                <ns1:gd name="T40" fmla="*/ 56 w 56"/>
                <ns1:gd name="T41" fmla="*/ 4 h 71"/>
                <ns1:gd name="T42" fmla="*/ 52 w 56"/>
                <ns1:gd name="T43" fmla="*/ 0 h 71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  <ns1:cxn ang="0">
                  <ns1:pos x="T30" y="T31"/>
                </ns1:cxn>
                <ns1:cxn ang="0">
                  <ns1:pos x="T32" y="T33"/>
                </ns1:cxn>
                <ns1:cxn ang="0">
                  <ns1:pos x="T34" y="T35"/>
                </ns1:cxn>
                <ns1:cxn ang="0">
                  <ns1:pos x="T36" y="T37"/>
                </ns1:cxn>
                <ns1:cxn ang="0">
                  <ns1:pos x="T38" y="T39"/>
                </ns1:cxn>
                <ns1:cxn ang="0">
                  <ns1:pos x="T40" y="T41"/>
                </ns1:cxn>
                <ns1:cxn ang="0">
                  <ns1:pos x="T42" y="T43"/>
                </ns1:cxn>
              </ns1:cxnLst>
              <ns1:rect l="0" t="0" r="r" b="b"/>
              <ns1:pathLst>
                <ns1:path w="56" h="71">
                  <ns1:moveTo>
                    <ns1:pt x="52" y="0"/>
                  </ns1:moveTo>
                  <ns1:cubicBezTo>
                    <ns1:pt x="50" y="0"/>
                    <ns1:pt x="48" y="2"/>
                    <ns1:pt x="48" y="4"/>
                  </ns1:cubicBezTo>
                  <ns1:cubicBezTo>
                    <ns1:pt x="48" y="17"/>
                    <ns1:pt x="48" y="17"/>
                    <ns1:pt x="48" y="17"/>
                  </ns1:cubicBezTo>
                  <ns1:cubicBezTo>
                    <ns1:pt x="48" y="29"/>
                    <ns1:pt x="39" y="38"/>
                    <ns1:pt x="28" y="38"/>
                  </ns1:cubicBezTo>
                  <ns1:cubicBezTo>
                    <ns1:pt x="17" y="38"/>
                    <ns1:pt x="8" y="29"/>
                    <ns1:pt x="8" y="17"/>
                  </ns1:cubicBezTo>
                  <ns1:cubicBezTo>
                    <ns1:pt x="8" y="4"/>
                    <ns1:pt x="8" y="4"/>
                    <ns1:pt x="8" y="4"/>
                  </ns1:cubicBezTo>
                  <ns1:cubicBezTo>
                    <ns1:pt x="8" y="2"/>
                    <ns1:pt x="6" y="0"/>
                    <ns1:pt x="4" y="0"/>
                  </ns1:cubicBezTo>
                  <ns1:cubicBezTo>
                    <ns1:pt x="2" y="0"/>
                    <ns1:pt x="0" y="2"/>
                    <ns1:pt x="0" y="4"/>
                  </ns1:cubicBezTo>
                  <ns1:cubicBezTo>
                    <ns1:pt x="0" y="17"/>
                    <ns1:pt x="0" y="17"/>
                    <ns1:pt x="0" y="17"/>
                  </ns1:cubicBezTo>
                  <ns1:cubicBezTo>
                    <ns1:pt x="0" y="31"/>
                    <ns1:pt x="10" y="44"/>
                    <ns1:pt x="24" y="46"/>
                  </ns1:cubicBezTo>
                  <ns1:cubicBezTo>
                    <ns1:pt x="24" y="63"/>
                    <ns1:pt x="24" y="63"/>
                    <ns1:pt x="24" y="63"/>
                  </ns1:cubicBezTo>
                  <ns1:cubicBezTo>
                    <ns1:pt x="16" y="63"/>
                    <ns1:pt x="16" y="63"/>
                    <ns1:pt x="16" y="63"/>
                  </ns1:cubicBezTo>
                  <ns1:cubicBezTo>
                    <ns1:pt x="14" y="63"/>
                    <ns1:pt x="12" y="65"/>
                    <ns1:pt x="12" y="67"/>
                  </ns1:cubicBezTo>
                  <ns1:cubicBezTo>
                    <ns1:pt x="12" y="69"/>
                    <ns1:pt x="14" y="71"/>
                    <ns1:pt x="16" y="71"/>
                  </ns1:cubicBezTo>
                  <ns1:cubicBezTo>
                    <ns1:pt x="40" y="71"/>
                    <ns1:pt x="40" y="71"/>
                    <ns1:pt x="40" y="71"/>
                  </ns1:cubicBezTo>
                  <ns1:cubicBezTo>
                    <ns1:pt x="42" y="71"/>
                    <ns1:pt x="44" y="69"/>
                    <ns1:pt x="44" y="67"/>
                  </ns1:cubicBezTo>
                  <ns1:cubicBezTo>
                    <ns1:pt x="44" y="65"/>
                    <ns1:pt x="42" y="63"/>
                    <ns1:pt x="40" y="63"/>
                  </ns1:cubicBezTo>
                  <ns1:cubicBezTo>
                    <ns1:pt x="32" y="63"/>
                    <ns1:pt x="32" y="63"/>
                    <ns1:pt x="32" y="63"/>
                  </ns1:cubicBezTo>
                  <ns1:cubicBezTo>
                    <ns1:pt x="32" y="46"/>
                    <ns1:pt x="32" y="46"/>
                    <ns1:pt x="32" y="46"/>
                  </ns1:cubicBezTo>
                  <ns1:cubicBezTo>
                    <ns1:pt x="46" y="44"/>
                    <ns1:pt x="56" y="31"/>
                    <ns1:pt x="56" y="17"/>
                  </ns1:cubicBezTo>
                  <ns1:cubicBezTo>
                    <ns1:pt x="56" y="4"/>
                    <ns1:pt x="56" y="4"/>
                    <ns1:pt x="56" y="4"/>
                  </ns1:cubicBezTo>
                  <ns1:cubicBezTo>
                    <ns1:pt x="56" y="2"/>
                    <ns1:pt x="54" y="0"/>
                    <ns1:pt x="52" y="0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323" name="Freeform 193"/>
            <ns0:cNvSpPr>
              <ns1:spLocks/>
            </ns0:cNvSpPr>
            <ns0:nvPr/>
          </ns0:nvSpPr>
          <ns0:spPr bwMode="auto">
            <ns1:xfrm>
              <ns1:off x="2974976" y="4298950"/>
              <ns1:ext cx="65088" cy="192088"/>
            </ns1:xfrm>
            <ns1:custGeom>
              <ns1:avLst/>
              <ns1:gdLst>
                <ns1:gd name="T0" fmla="*/ 12 w 24"/>
                <ns1:gd name="T1" fmla="*/ 72 h 72"/>
                <ns1:gd name="T2" fmla="*/ 24 w 24"/>
                <ns1:gd name="T3" fmla="*/ 60 h 72"/>
                <ns1:gd name="T4" fmla="*/ 24 w 24"/>
                <ns1:gd name="T5" fmla="*/ 12 h 72"/>
                <ns1:gd name="T6" fmla="*/ 12 w 24"/>
                <ns1:gd name="T7" fmla="*/ 0 h 72"/>
                <ns1:gd name="T8" fmla="*/ 0 w 24"/>
                <ns1:gd name="T9" fmla="*/ 12 h 72"/>
                <ns1:gd name="T10" fmla="*/ 0 w 24"/>
                <ns1:gd name="T11" fmla="*/ 60 h 72"/>
                <ns1:gd name="T12" fmla="*/ 12 w 24"/>
                <ns1:gd name="T13" fmla="*/ 72 h 72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</ns1:cxnLst>
              <ns1:rect l="0" t="0" r="r" b="b"/>
              <ns1:pathLst>
                <ns1:path w="24" h="72">
                  <ns1:moveTo>
                    <ns1:pt x="12" y="72"/>
                  </ns1:moveTo>
                  <ns1:cubicBezTo>
                    <ns1:pt x="19" y="72"/>
                    <ns1:pt x="24" y="67"/>
                    <ns1:pt x="24" y="60"/>
                  </ns1:cubicBezTo>
                  <ns1:cubicBezTo>
                    <ns1:pt x="24" y="12"/>
                    <ns1:pt x="24" y="12"/>
                    <ns1:pt x="24" y="12"/>
                  </ns1:cubicBezTo>
                  <ns1:cubicBezTo>
                    <ns1:pt x="24" y="5"/>
                    <ns1:pt x="19" y="0"/>
                    <ns1:pt x="12" y="0"/>
                  </ns1:cubicBezTo>
                  <ns1:cubicBezTo>
                    <ns1:pt x="5" y="0"/>
                    <ns1:pt x="0" y="5"/>
                    <ns1:pt x="0" y="12"/>
                  </ns1:cubicBezTo>
                  <ns1:cubicBezTo>
                    <ns1:pt x="0" y="60"/>
                    <ns1:pt x="0" y="60"/>
                    <ns1:pt x="0" y="60"/>
                  </ns1:cubicBezTo>
                  <ns1:cubicBezTo>
                    <ns1:pt x="0" y="67"/>
                    <ns1:pt x="5" y="72"/>
                    <ns1:pt x="12" y="72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</ns0:grpSp>
      <ns0:sp>
        <ns0:nvSpPr>
          <ns0:cNvPr id="324" name="Freeform 16"/>
          <ns0:cNvSpPr>
            <ns1:spLocks/>
          </ns0:cNvSpPr>
          <ns0:nvPr/>
        </ns0:nvSpPr>
        <ns0:spPr bwMode="auto">
          <ns1:xfrm>
            <ns1:off x="5432145" y="6047329"/>
            <ns1:ext cx="380825" cy="309475"/>
          </ns1:xfrm>
          <ns1:custGeom>
            <ns1:avLst/>
            <ns1:gdLst>
              <ns1:gd name="T0" fmla="*/ 368 w 368"/>
              <ns1:gd name="T1" fmla="*/ 36 h 299"/>
              <ns1:gd name="T2" fmla="*/ 324 w 368"/>
              <ns1:gd name="T3" fmla="*/ 48 h 299"/>
              <ns1:gd name="T4" fmla="*/ 358 w 368"/>
              <ns1:gd name="T5" fmla="*/ 6 h 299"/>
              <ns1:gd name="T6" fmla="*/ 310 w 368"/>
              <ns1:gd name="T7" fmla="*/ 24 h 299"/>
              <ns1:gd name="T8" fmla="*/ 255 w 368"/>
              <ns1:gd name="T9" fmla="*/ 0 h 299"/>
              <ns1:gd name="T10" fmla="*/ 179 w 368"/>
              <ns1:gd name="T11" fmla="*/ 76 h 299"/>
              <ns1:gd name="T12" fmla="*/ 181 w 368"/>
              <ns1:gd name="T13" fmla="*/ 93 h 299"/>
              <ns1:gd name="T14" fmla="*/ 25 w 368"/>
              <ns1:gd name="T15" fmla="*/ 14 h 299"/>
              <ns1:gd name="T16" fmla="*/ 15 w 368"/>
              <ns1:gd name="T17" fmla="*/ 52 h 299"/>
              <ns1:gd name="T18" fmla="*/ 49 w 368"/>
              <ns1:gd name="T19" fmla="*/ 115 h 299"/>
              <ns1:gd name="T20" fmla="*/ 15 w 368"/>
              <ns1:gd name="T21" fmla="*/ 106 h 299"/>
              <ns1:gd name="T22" fmla="*/ 14 w 368"/>
              <ns1:gd name="T23" fmla="*/ 106 h 299"/>
              <ns1:gd name="T24" fmla="*/ 75 w 368"/>
              <ns1:gd name="T25" fmla="*/ 181 h 299"/>
              <ns1:gd name="T26" fmla="*/ 55 w 368"/>
              <ns1:gd name="T27" fmla="*/ 183 h 299"/>
              <ns1:gd name="T28" fmla="*/ 41 w 368"/>
              <ns1:gd name="T29" fmla="*/ 182 h 299"/>
              <ns1:gd name="T30" fmla="*/ 111 w 368"/>
              <ns1:gd name="T31" fmla="*/ 234 h 299"/>
              <ns1:gd name="T32" fmla="*/ 18 w 368"/>
              <ns1:gd name="T33" fmla="*/ 267 h 299"/>
              <ns1:gd name="T34" fmla="*/ 0 w 368"/>
              <ns1:gd name="T35" fmla="*/ 265 h 299"/>
              <ns1:gd name="T36" fmla="*/ 115 w 368"/>
              <ns1:gd name="T37" fmla="*/ 299 h 299"/>
              <ns1:gd name="T38" fmla="*/ 330 w 368"/>
              <ns1:gd name="T39" fmla="*/ 85 h 299"/>
              <ns1:gd name="T40" fmla="*/ 330 w 368"/>
              <ns1:gd name="T41" fmla="*/ 75 h 299"/>
              <ns1:gd name="T42" fmla="*/ 368 w 368"/>
              <ns1:gd name="T43" fmla="*/ 36 h 299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  <ns1:cxn ang="0">
                <ns1:pos x="T32" y="T33"/>
              </ns1:cxn>
              <ns1:cxn ang="0">
                <ns1:pos x="T34" y="T35"/>
              </ns1:cxn>
              <ns1:cxn ang="0">
                <ns1:pos x="T36" y="T37"/>
              </ns1:cxn>
              <ns1:cxn ang="0">
                <ns1:pos x="T38" y="T39"/>
              </ns1:cxn>
              <ns1:cxn ang="0">
                <ns1:pos x="T40" y="T41"/>
              </ns1:cxn>
              <ns1:cxn ang="0">
                <ns1:pos x="T42" y="T43"/>
              </ns1:cxn>
            </ns1:cxnLst>
            <ns1:rect l="0" t="0" r="r" b="b"/>
            <ns1:pathLst>
              <ns1:path w="368" h="299">
                <ns1:moveTo>
                  <ns1:pt x="368" y="36"/>
                </ns1:moveTo>
                <ns1:cubicBezTo>
                  <ns1:pt x="354" y="42"/>
                  <ns1:pt x="340" y="46"/>
                  <ns1:pt x="324" y="48"/>
                </ns1:cubicBezTo>
                <ns1:cubicBezTo>
                  <ns1:pt x="340" y="38"/>
                  <ns1:pt x="352" y="24"/>
                  <ns1:pt x="358" y="6"/>
                </ns1:cubicBezTo>
                <ns1:cubicBezTo>
                  <ns1:pt x="343" y="15"/>
                  <ns1:pt x="327" y="21"/>
                  <ns1:pt x="310" y="24"/>
                </ns1:cubicBezTo>
                <ns1:cubicBezTo>
                  <ns1:pt x="296" y="10"/>
                  <ns1:pt x="276" y="0"/>
                  <ns1:pt x="255" y="0"/>
                </ns1:cubicBezTo>
                <ns1:cubicBezTo>
                  <ns1:pt x="213" y="0"/>
                  <ns1:pt x="179" y="34"/>
                  <ns1:pt x="179" y="76"/>
                </ns1:cubicBezTo>
                <ns1:cubicBezTo>
                  <ns1:pt x="179" y="82"/>
                  <ns1:pt x="180" y="88"/>
                  <ns1:pt x="181" y="93"/>
                </ns1:cubicBezTo>
                <ns1:cubicBezTo>
                  <ns1:pt x="118" y="90"/>
                  <ns1:pt x="63" y="60"/>
                  <ns1:pt x="25" y="14"/>
                </ns1:cubicBezTo>
                <ns1:cubicBezTo>
                  <ns1:pt x="19" y="25"/>
                  <ns1:pt x="15" y="38"/>
                  <ns1:pt x="15" y="52"/>
                </ns1:cubicBezTo>
                <ns1:cubicBezTo>
                  <ns1:pt x="15" y="78"/>
                  <ns1:pt x="28" y="101"/>
                  <ns1:pt x="49" y="115"/>
                </ns1:cubicBezTo>
                <ns1:cubicBezTo>
                  <ns1:pt x="36" y="115"/>
                  <ns1:pt x="25" y="111"/>
                  <ns1:pt x="15" y="106"/>
                </ns1:cubicBezTo>
                <ns1:cubicBezTo>
                  <ns1:pt x="14" y="106"/>
                  <ns1:pt x="14" y="106"/>
                  <ns1:pt x="14" y="106"/>
                </ns1:cubicBezTo>
                <ns1:cubicBezTo>
                  <ns1:pt x="14" y="143"/>
                  <ns1:pt x="41" y="174"/>
                  <ns1:pt x="75" y="181"/>
                </ns1:cubicBezTo>
                <ns1:cubicBezTo>
                  <ns1:pt x="69" y="182"/>
                  <ns1:pt x="62" y="183"/>
                  <ns1:pt x="55" y="183"/>
                </ns1:cubicBezTo>
                <ns1:cubicBezTo>
                  <ns1:pt x="50" y="183"/>
                  <ns1:pt x="46" y="183"/>
                  <ns1:pt x="41" y="182"/>
                </ns1:cubicBezTo>
                <ns1:cubicBezTo>
                  <ns1:pt x="51" y="212"/>
                  <ns1:pt x="78" y="234"/>
                  <ns1:pt x="111" y="234"/>
                </ns1:cubicBezTo>
                <ns1:cubicBezTo>
                  <ns1:pt x="86" y="254"/>
                  <ns1:pt x="53" y="267"/>
                  <ns1:pt x="18" y="267"/>
                </ns1:cubicBezTo>
                <ns1:cubicBezTo>
                  <ns1:pt x="12" y="267"/>
                  <ns1:pt x="6" y="266"/>
                  <ns1:pt x="0" y="265"/>
                </ns1:cubicBezTo>
                <ns1:cubicBezTo>
                  <ns1:pt x="33" y="287"/>
                  <ns1:pt x="73" y="299"/>
                  <ns1:pt x="115" y="299"/>
                </ns1:cubicBezTo>
                <ns1:cubicBezTo>
                  <ns1:pt x="254" y="299"/>
                  <ns1:pt x="330" y="184"/>
                  <ns1:pt x="330" y="85"/>
                </ns1:cubicBezTo>
                <ns1:cubicBezTo>
                  <ns1:pt x="330" y="81"/>
                  <ns1:pt x="330" y="78"/>
                  <ns1:pt x="330" y="75"/>
                </ns1:cubicBezTo>
                <ns1:cubicBezTo>
                  <ns1:pt x="345" y="64"/>
                  <ns1:pt x="358" y="51"/>
                  <ns1:pt x="368" y="36"/>
                </ns1:cubicBezTo>
                <ns1:close/>
              </ns1:path>
            </ns1:pathLst>
          </ns1:custGeom>
          <ns1:solidFill>
            <ns1:schemeClr val="tx1"/>
          </ns1:solidFill>
          <ns1:ln>
            <ns1:noFill/>
          </ns1:ln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en-US" sz="2700" dirty="0"/>
          </ns1:p>
        </ns0:txBody>
      </ns0:sp>
      <ns0:sp>
        <ns0:nvSpPr>
          <ns0:cNvPr id="325" name="Freeform 324"/>
          <ns0:cNvSpPr>
            <ns1:spLocks noEditPoints="1"/>
          </ns0:cNvSpPr>
          <ns0:nvPr/>
        </ns0:nvSpPr>
        <ns0:spPr bwMode="auto">
          <ns1:xfrm>
            <ns1:off x="8583005" y="5993150"/>
            <ns1:ext cx="349089" cy="417833"/>
          </ns1:xfrm>
          <ns1:custGeom>
            <ns1:avLst/>
            <ns1:gdLst>
              <ns1:gd name="T0" fmla="*/ 234 w 300"/>
              <ns1:gd name="T1" fmla="*/ 263 h 360"/>
              <ns1:gd name="T2" fmla="*/ 243 w 300"/>
              <ns1:gd name="T3" fmla="*/ 243 h 360"/>
              <ns1:gd name="T4" fmla="*/ 254 w 300"/>
              <ns1:gd name="T5" fmla="*/ 252 h 360"/>
              <ns1:gd name="T6" fmla="*/ 180 w 300"/>
              <ns1:gd name="T7" fmla="*/ 239 h 360"/>
              <ns1:gd name="T8" fmla="*/ 171 w 300"/>
              <ns1:gd name="T9" fmla="*/ 302 h 360"/>
              <ns1:gd name="T10" fmla="*/ 189 w 300"/>
              <ns1:gd name="T11" fmla="*/ 302 h 360"/>
              <ns1:gd name="T12" fmla="*/ 180 w 300"/>
              <ns1:gd name="T13" fmla="*/ 239 h 360"/>
              <ns1:gd name="T14" fmla="*/ 300 w 300"/>
              <ns1:gd name="T15" fmla="*/ 314 h 360"/>
              <ns1:gd name="T16" fmla="*/ 49 w 300"/>
              <ns1:gd name="T17" fmla="*/ 360 h 360"/>
              <ns1:gd name="T18" fmla="*/ 0 w 300"/>
              <ns1:gd name="T19" fmla="*/ 208 h 360"/>
              <ns1:gd name="T20" fmla="*/ 251 w 300"/>
              <ns1:gd name="T21" fmla="*/ 161 h 360"/>
              <ns1:gd name="T22" fmla="*/ 63 w 300"/>
              <ns1:gd name="T23" fmla="*/ 325 h 360"/>
              <ns1:gd name="T24" fmla="*/ 88 w 300"/>
              <ns1:gd name="T25" fmla="*/ 213 h 360"/>
              <ns1:gd name="T26" fmla="*/ 21 w 300"/>
              <ns1:gd name="T27" fmla="*/ 197 h 360"/>
              <ns1:gd name="T28" fmla="*/ 42 w 300"/>
              <ns1:gd name="T29" fmla="*/ 213 h 360"/>
              <ns1:gd name="T30" fmla="*/ 63 w 300"/>
              <ns1:gd name="T31" fmla="*/ 325 h 360"/>
              <ns1:gd name="T32" fmla="*/ 117 w 300"/>
              <ns1:gd name="T33" fmla="*/ 230 h 360"/>
              <ns1:gd name="T34" fmla="*/ 117 w 300"/>
              <ns1:gd name="T35" fmla="*/ 304 h 360"/>
              <ns1:gd name="T36" fmla="*/ 104 w 300"/>
              <ns1:gd name="T37" fmla="*/ 290 h 360"/>
              <ns1:gd name="T38" fmla="*/ 83 w 300"/>
              <ns1:gd name="T39" fmla="*/ 230 h 360"/>
              <ns1:gd name="T40" fmla="*/ 84 w 300"/>
              <ns1:gd name="T41" fmla="*/ 308 h 360"/>
              <ns1:gd name="T42" fmla="*/ 121 w 300"/>
              <ns1:gd name="T43" fmla="*/ 313 h 360"/>
              <ns1:gd name="T44" fmla="*/ 138 w 300"/>
              <ns1:gd name="T45" fmla="*/ 325 h 360"/>
              <ns1:gd name="T46" fmla="*/ 204 w 300"/>
              <ns1:gd name="T47" fmla="*/ 298 h 360"/>
              <ns1:gd name="T48" fmla="*/ 171 w 300"/>
              <ns1:gd name="T49" fmla="*/ 234 h 360"/>
              <ns1:gd name="T50" fmla="*/ 150 w 300"/>
              <ns1:gd name="T51" fmla="*/ 197 h 360"/>
              <ns1:gd name="T52" fmla="*/ 167 w 300"/>
              <ns1:gd name="T53" fmla="*/ 324 h 360"/>
              <ns1:gd name="T54" fmla="*/ 204 w 300"/>
              <ns1:gd name="T55" fmla="*/ 298 h 360"/>
              <ns1:gd name="T56" fmla="*/ 254 w 300"/>
              <ns1:gd name="T57" fmla="*/ 292 h 360"/>
              <ns1:gd name="T58" fmla="*/ 254 w 300"/>
              <ns1:gd name="T59" fmla="*/ 303 h 360"/>
              <ns1:gd name="T60" fmla="*/ 242 w 300"/>
              <ns1:gd name="T61" fmla="*/ 311 h 360"/>
              <ns1:gd name="T62" fmla="*/ 234 w 300"/>
              <ns1:gd name="T63" fmla="*/ 302 h 360"/>
              <ns1:gd name="T64" fmla="*/ 234 w 300"/>
              <ns1:gd name="T65" fmla="*/ 280 h 360"/>
              <ns1:gd name="T66" fmla="*/ 270 w 300"/>
              <ns1:gd name="T67" fmla="*/ 266 h 360"/>
              <ns1:gd name="T68" fmla="*/ 228 w 300"/>
              <ns1:gd name="T69" fmla="*/ 229 h 360"/>
              <ns1:gd name="T70" fmla="*/ 217 w 300"/>
              <ns1:gd name="T71" fmla="*/ 262 h 360"/>
              <ns1:gd name="T72" fmla="*/ 270 w 300"/>
              <ns1:gd name="T73" fmla="*/ 292 h 360"/>
              <ns1:gd name="T74" fmla="*/ 194 w 300"/>
              <ns1:gd name="T75" fmla="*/ 137 h 360"/>
              <ns1:gd name="T76" fmla="*/ 211 w 300"/>
              <ns1:gd name="T77" fmla="*/ 137 h 360"/>
              <ns1:gd name="T78" fmla="*/ 216 w 300"/>
              <ns1:gd name="T79" fmla="*/ 138 h 360"/>
              <ns1:gd name="T80" fmla="*/ 240 w 300"/>
              <ns1:gd name="T81" fmla="*/ 39 h 360"/>
              <ns1:gd name="T82" fmla="*/ 221 w 300"/>
              <ns1:gd name="T83" fmla="*/ 116 h 360"/>
              <ns1:gd name="T84" fmla="*/ 206 w 300"/>
              <ns1:gd name="T85" fmla="*/ 116 h 360"/>
              <ns1:gd name="T86" fmla="*/ 187 w 300"/>
              <ns1:gd name="T87" fmla="*/ 39 h 360"/>
              <ns1:gd name="T88" fmla="*/ 187 w 300"/>
              <ns1:gd name="T89" fmla="*/ 123 h 360"/>
              <ns1:gd name="T90" fmla="*/ 119 w 300"/>
              <ns1:gd name="T91" fmla="*/ 75 h 360"/>
              <ns1:gd name="T92" fmla="*/ 130 w 300"/>
              <ns1:gd name="T93" fmla="*/ 40 h 360"/>
              <ns1:gd name="T94" fmla="*/ 159 w 300"/>
              <ns1:gd name="T95" fmla="*/ 38 h 360"/>
              <ns1:gd name="T96" fmla="*/ 173 w 300"/>
              <ns1:gd name="T97" fmla="*/ 57 h 360"/>
              <ns1:gd name="T98" fmla="*/ 174 w 300"/>
              <ns1:gd name="T99" fmla="*/ 98 h 360"/>
              <ns1:gd name="T100" fmla="*/ 168 w 300"/>
              <ns1:gd name="T101" fmla="*/ 130 h 360"/>
              <ns1:gd name="T102" fmla="*/ 147 w 300"/>
              <ns1:gd name="T103" fmla="*/ 141 h 360"/>
              <ns1:gd name="T104" fmla="*/ 125 w 300"/>
              <ns1:gd name="T105" fmla="*/ 132 h 360"/>
              <ns1:gd name="T106" fmla="*/ 119 w 300"/>
              <ns1:gd name="T107" fmla="*/ 101 h 360"/>
              <ns1:gd name="T108" fmla="*/ 137 w 300"/>
              <ns1:gd name="T109" fmla="*/ 114 h 360"/>
              <ns1:gd name="T110" fmla="*/ 156 w 300"/>
              <ns1:gd name="T111" fmla="*/ 114 h 360"/>
              <ns1:gd name="T112" fmla="*/ 146 w 300"/>
              <ns1:gd name="T113" fmla="*/ 52 h 360"/>
              <ns1:gd name="T114" fmla="*/ 137 w 300"/>
              <ns1:gd name="T115" fmla="*/ 114 h 360"/>
              <ns1:gd name="T116" fmla="*/ 95 w 300"/>
              <ns1:gd name="T117" fmla="*/ 141 h 360"/>
              <ns1:gd name="T118" fmla="*/ 121 w 300"/>
              <ns1:gd name="T119" fmla="*/ 0 h 360"/>
              <ns1:gd name="T120" fmla="*/ 83 w 300"/>
              <ns1:gd name="T121" fmla="*/ 48 h 360"/>
              <ns1:gd name="T122" fmla="*/ 45 w 300"/>
              <ns1:gd name="T123" fmla="*/ 0 h 360"/>
              <ns1:gd name="T124" fmla="*/ 73 w 300"/>
              <ns1:gd name="T125" fmla="*/ 141 h 360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  <ns1:cxn ang="0">
                <ns1:pos x="T32" y="T33"/>
              </ns1:cxn>
              <ns1:cxn ang="0">
                <ns1:pos x="T34" y="T35"/>
              </ns1:cxn>
              <ns1:cxn ang="0">
                <ns1:pos x="T36" y="T37"/>
              </ns1:cxn>
              <ns1:cxn ang="0">
                <ns1:pos x="T38" y="T39"/>
              </ns1:cxn>
              <ns1:cxn ang="0">
                <ns1:pos x="T40" y="T41"/>
              </ns1:cxn>
              <ns1:cxn ang="0">
                <ns1:pos x="T42" y="T43"/>
              </ns1:cxn>
              <ns1:cxn ang="0">
                <ns1:pos x="T44" y="T45"/>
              </ns1:cxn>
              <ns1:cxn ang="0">
                <ns1:pos x="T46" y="T47"/>
              </ns1:cxn>
              <ns1:cxn ang="0">
                <ns1:pos x="T48" y="T49"/>
              </ns1:cxn>
              <ns1:cxn ang="0">
                <ns1:pos x="T50" y="T51"/>
              </ns1:cxn>
              <ns1:cxn ang="0">
                <ns1:pos x="T52" y="T53"/>
              </ns1:cxn>
              <ns1:cxn ang="0">
                <ns1:pos x="T54" y="T55"/>
              </ns1:cxn>
              <ns1:cxn ang="0">
                <ns1:pos x="T56" y="T57"/>
              </ns1:cxn>
              <ns1:cxn ang="0">
                <ns1:pos x="T58" y="T59"/>
              </ns1:cxn>
              <ns1:cxn ang="0">
                <ns1:pos x="T60" y="T61"/>
              </ns1:cxn>
              <ns1:cxn ang="0">
                <ns1:pos x="T62" y="T63"/>
              </ns1:cxn>
              <ns1:cxn ang="0">
                <ns1:pos x="T64" y="T65"/>
              </ns1:cxn>
              <ns1:cxn ang="0">
                <ns1:pos x="T66" y="T67"/>
              </ns1:cxn>
              <ns1:cxn ang="0">
                <ns1:pos x="T68" y="T69"/>
              </ns1:cxn>
              <ns1:cxn ang="0">
                <ns1:pos x="T70" y="T71"/>
              </ns1:cxn>
              <ns1:cxn ang="0">
                <ns1:pos x="T72" y="T73"/>
              </ns1:cxn>
              <ns1:cxn ang="0">
                <ns1:pos x="T74" y="T75"/>
              </ns1:cxn>
              <ns1:cxn ang="0">
                <ns1:pos x="T76" y="T77"/>
              </ns1:cxn>
              <ns1:cxn ang="0">
                <ns1:pos x="T78" y="T79"/>
              </ns1:cxn>
              <ns1:cxn ang="0">
                <ns1:pos x="T80" y="T81"/>
              </ns1:cxn>
              <ns1:cxn ang="0">
                <ns1:pos x="T82" y="T83"/>
              </ns1:cxn>
              <ns1:cxn ang="0">
                <ns1:pos x="T84" y="T85"/>
              </ns1:cxn>
              <ns1:cxn ang="0">
                <ns1:pos x="T86" y="T87"/>
              </ns1:cxn>
              <ns1:cxn ang="0">
                <ns1:pos x="T88" y="T89"/>
              </ns1:cxn>
              <ns1:cxn ang="0">
                <ns1:pos x="T90" y="T91"/>
              </ns1:cxn>
              <ns1:cxn ang="0">
                <ns1:pos x="T92" y="T93"/>
              </ns1:cxn>
              <ns1:cxn ang="0">
                <ns1:pos x="T94" y="T95"/>
              </ns1:cxn>
              <ns1:cxn ang="0">
                <ns1:pos x="T96" y="T97"/>
              </ns1:cxn>
              <ns1:cxn ang="0">
                <ns1:pos x="T98" y="T99"/>
              </ns1:cxn>
              <ns1:cxn ang="0">
                <ns1:pos x="T100" y="T101"/>
              </ns1:cxn>
              <ns1:cxn ang="0">
                <ns1:pos x="T102" y="T103"/>
              </ns1:cxn>
              <ns1:cxn ang="0">
                <ns1:pos x="T104" y="T105"/>
              </ns1:cxn>
              <ns1:cxn ang="0">
                <ns1:pos x="T106" y="T107"/>
              </ns1:cxn>
              <ns1:cxn ang="0">
                <ns1:pos x="T108" y="T109"/>
              </ns1:cxn>
              <ns1:cxn ang="0">
                <ns1:pos x="T110" y="T111"/>
              </ns1:cxn>
              <ns1:cxn ang="0">
                <ns1:pos x="T112" y="T113"/>
              </ns1:cxn>
              <ns1:cxn ang="0">
                <ns1:pos x="T114" y="T115"/>
              </ns1:cxn>
              <ns1:cxn ang="0">
                <ns1:pos x="T116" y="T117"/>
              </ns1:cxn>
              <ns1:cxn ang="0">
                <ns1:pos x="T118" y="T119"/>
              </ns1:cxn>
              <ns1:cxn ang="0">
                <ns1:pos x="T120" y="T121"/>
              </ns1:cxn>
              <ns1:cxn ang="0">
                <ns1:pos x="T122" y="T123"/>
              </ns1:cxn>
              <ns1:cxn ang="0">
                <ns1:pos x="T124" y="T125"/>
              </ns1:cxn>
            </ns1:cxnLst>
            <ns1:rect l="0" t="0" r="r" b="b"/>
            <ns1:pathLst>
              <ns1:path w="300" h="360">
                <ns1:moveTo>
                  <ns1:pt x="254" y="263"/>
                </ns1:moveTo>
                <ns1:cubicBezTo>
                  <ns1:pt x="234" y="263"/>
                  <ns1:pt x="234" y="263"/>
                  <ns1:pt x="234" y="263"/>
                </ns1:cubicBezTo>
                <ns1:cubicBezTo>
                  <ns1:pt x="234" y="252"/>
                  <ns1:pt x="234" y="252"/>
                  <ns1:pt x="234" y="252"/>
                </ns1:cubicBezTo>
                <ns1:cubicBezTo>
                  <ns1:pt x="234" y="247"/>
                  <ns1:pt x="238" y="243"/>
                  <ns1:pt x="243" y="243"/>
                </ns1:cubicBezTo>
                <ns1:cubicBezTo>
                  <ns1:pt x="245" y="243"/>
                  <ns1:pt x="245" y="243"/>
                  <ns1:pt x="245" y="243"/>
                </ns1:cubicBezTo>
                <ns1:cubicBezTo>
                  <ns1:pt x="250" y="243"/>
                  <ns1:pt x="254" y="247"/>
                  <ns1:pt x="254" y="252"/>
                </ns1:cubicBezTo>
                <ns1:lnTo>
                  <ns1:pt x="254" y="263"/>
                </ns1:lnTo>
                <ns1:close/>
                <ns1:moveTo>
                  <ns1:pt x="180" y="239"/>
                </ns1:moveTo>
                <ns1:cubicBezTo>
                  <ns1:pt x="175" y="239"/>
                  <ns1:pt x="171" y="242"/>
                  <ns1:pt x="171" y="246"/>
                </ns1:cubicBezTo>
                <ns1:cubicBezTo>
                  <ns1:pt x="171" y="302"/>
                  <ns1:pt x="171" y="302"/>
                  <ns1:pt x="171" y="302"/>
                </ns1:cubicBezTo>
                <ns1:cubicBezTo>
                  <ns1:pt x="171" y="306"/>
                  <ns1:pt x="175" y="310"/>
                  <ns1:pt x="180" y="310"/>
                </ns1:cubicBezTo>
                <ns1:cubicBezTo>
                  <ns1:pt x="185" y="310"/>
                  <ns1:pt x="189" y="306"/>
                  <ns1:pt x="189" y="302"/>
                </ns1:cubicBezTo>
                <ns1:cubicBezTo>
                  <ns1:pt x="189" y="246"/>
                  <ns1:pt x="189" y="246"/>
                  <ns1:pt x="189" y="246"/>
                </ns1:cubicBezTo>
                <ns1:cubicBezTo>
                  <ns1:pt x="189" y="242"/>
                  <ns1:pt x="185" y="239"/>
                  <ns1:pt x="180" y="239"/>
                </ns1:cubicBezTo>
                <ns1:close/>
                <ns1:moveTo>
                  <ns1:pt x="300" y="208"/>
                </ns1:moveTo>
                <ns1:cubicBezTo>
                  <ns1:pt x="300" y="314"/>
                  <ns1:pt x="300" y="314"/>
                  <ns1:pt x="300" y="314"/>
                </ns1:cubicBezTo>
                <ns1:cubicBezTo>
                  <ns1:pt x="300" y="339"/>
                  <ns1:pt x="278" y="360"/>
                  <ns1:pt x="251" y="360"/>
                </ns1:cubicBezTo>
                <ns1:cubicBezTo>
                  <ns1:pt x="49" y="360"/>
                  <ns1:pt x="49" y="360"/>
                  <ns1:pt x="49" y="360"/>
                </ns1:cubicBezTo>
                <ns1:cubicBezTo>
                  <ns1:pt x="22" y="360"/>
                  <ns1:pt x="0" y="339"/>
                  <ns1:pt x="0" y="314"/>
                </ns1:cubicBezTo>
                <ns1:cubicBezTo>
                  <ns1:pt x="0" y="208"/>
                  <ns1:pt x="0" y="208"/>
                  <ns1:pt x="0" y="208"/>
                </ns1:cubicBezTo>
                <ns1:cubicBezTo>
                  <ns1:pt x="0" y="182"/>
                  <ns1:pt x="22" y="161"/>
                  <ns1:pt x="49" y="161"/>
                </ns1:cubicBezTo>
                <ns1:cubicBezTo>
                  <ns1:pt x="251" y="161"/>
                  <ns1:pt x="251" y="161"/>
                  <ns1:pt x="251" y="161"/>
                </ns1:cubicBezTo>
                <ns1:cubicBezTo>
                  <ns1:pt x="278" y="161"/>
                  <ns1:pt x="300" y="182"/>
                  <ns1:pt x="300" y="208"/>
                </ns1:cubicBezTo>
                <ns1:close/>
                <ns1:moveTo>
                  <ns1:pt x="63" y="325"/>
                </ns1:moveTo>
                <ns1:cubicBezTo>
                  <ns1:pt x="63" y="213"/>
                  <ns1:pt x="63" y="213"/>
                  <ns1:pt x="63" y="213"/>
                </ns1:cubicBezTo>
                <ns1:cubicBezTo>
                  <ns1:pt x="88" y="213"/>
                  <ns1:pt x="88" y="213"/>
                  <ns1:pt x="88" y="213"/>
                </ns1:cubicBezTo>
                <ns1:cubicBezTo>
                  <ns1:pt x="88" y="197"/>
                  <ns1:pt x="88" y="197"/>
                  <ns1:pt x="88" y="197"/>
                </ns1:cubicBezTo>
                <ns1:cubicBezTo>
                  <ns1:pt x="21" y="197"/>
                  <ns1:pt x="21" y="197"/>
                  <ns1:pt x="21" y="197"/>
                </ns1:cubicBezTo>
                <ns1:cubicBezTo>
                  <ns1:pt x="21" y="213"/>
                  <ns1:pt x="21" y="213"/>
                  <ns1:pt x="21" y="213"/>
                </ns1:cubicBezTo>
                <ns1:cubicBezTo>
                  <ns1:pt x="42" y="213"/>
                  <ns1:pt x="42" y="213"/>
                  <ns1:pt x="42" y="213"/>
                </ns1:cubicBezTo>
                <ns1:cubicBezTo>
                  <ns1:pt x="42" y="325"/>
                  <ns1:pt x="42" y="325"/>
                  <ns1:pt x="42" y="325"/>
                </ns1:cubicBezTo>
                <ns1:lnTo>
                  <ns1:pt x="63" y="325"/>
                </ns1:lnTo>
                <ns1:close/>
                <ns1:moveTo>
                  <ns1:pt x="138" y="230"/>
                </ns1:moveTo>
                <ns1:cubicBezTo>
                  <ns1:pt x="117" y="230"/>
                  <ns1:pt x="117" y="230"/>
                  <ns1:pt x="117" y="230"/>
                </ns1:cubicBezTo>
                <ns1:cubicBezTo>
                  <ns1:pt x="117" y="290"/>
                  <ns1:pt x="117" y="290"/>
                  <ns1:pt x="117" y="290"/>
                </ns1:cubicBezTo>
                <ns1:cubicBezTo>
                  <ns1:pt x="117" y="298"/>
                  <ns1:pt x="117" y="303"/>
                  <ns1:pt x="117" y="304"/>
                </ns1:cubicBezTo>
                <ns1:cubicBezTo>
                  <ns1:pt x="115" y="309"/>
                  <ns1:pt x="107" y="314"/>
                  <ns1:pt x="104" y="305"/>
                </ns1:cubicBezTo>
                <ns1:cubicBezTo>
                  <ns1:pt x="104" y="303"/>
                  <ns1:pt x="104" y="298"/>
                  <ns1:pt x="104" y="290"/>
                </ns1:cubicBezTo>
                <ns1:cubicBezTo>
                  <ns1:pt x="104" y="230"/>
                  <ns1:pt x="104" y="230"/>
                  <ns1:pt x="104" y="230"/>
                </ns1:cubicBezTo>
                <ns1:cubicBezTo>
                  <ns1:pt x="83" y="230"/>
                  <ns1:pt x="83" y="230"/>
                  <ns1:pt x="83" y="230"/>
                </ns1:cubicBezTo>
                <ns1:cubicBezTo>
                  <ns1:pt x="84" y="289"/>
                  <ns1:pt x="84" y="289"/>
                  <ns1:pt x="84" y="289"/>
                </ns1:cubicBezTo>
                <ns1:cubicBezTo>
                  <ns1:pt x="84" y="298"/>
                  <ns1:pt x="83" y="305"/>
                  <ns1:pt x="84" y="308"/>
                </ns1:cubicBezTo>
                <ns1:cubicBezTo>
                  <ns1:pt x="84" y="314"/>
                  <ns1:pt x="84" y="320"/>
                  <ns1:pt x="89" y="324"/>
                </ns1:cubicBezTo>
                <ns1:cubicBezTo>
                  <ns1:pt x="98" y="330"/>
                  <ns1:pt x="116" y="323"/>
                  <ns1:pt x="121" y="313"/>
                </ns1:cubicBezTo>
                <ns1:cubicBezTo>
                  <ns1:pt x="121" y="325"/>
                  <ns1:pt x="121" y="325"/>
                  <ns1:pt x="121" y="325"/>
                </ns1:cubicBezTo>
                <ns1:cubicBezTo>
                  <ns1:pt x="138" y="325"/>
                  <ns1:pt x="138" y="325"/>
                  <ns1:pt x="138" y="325"/>
                </ns1:cubicBezTo>
                <ns1:lnTo>
                  <ns1:pt x="138" y="230"/>
                </ns1:lnTo>
                <ns1:close/>
                <ns1:moveTo>
                  <ns1:pt x="204" y="298"/>
                </ns1:moveTo>
                <ns1:cubicBezTo>
                  <ns1:pt x="204" y="249"/>
                  <ns1:pt x="204" y="249"/>
                  <ns1:pt x="204" y="249"/>
                </ns1:cubicBezTo>
                <ns1:cubicBezTo>
                  <ns1:pt x="204" y="230"/>
                  <ns1:pt x="190" y="218"/>
                  <ns1:pt x="171" y="234"/>
                </ns1:cubicBezTo>
                <ns1:cubicBezTo>
                  <ns1:pt x="171" y="197"/>
                  <ns1:pt x="171" y="197"/>
                  <ns1:pt x="171" y="197"/>
                </ns1:cubicBezTo>
                <ns1:cubicBezTo>
                  <ns1:pt x="150" y="197"/>
                  <ns1:pt x="150" y="197"/>
                  <ns1:pt x="150" y="197"/>
                </ns1:cubicBezTo>
                <ns1:cubicBezTo>
                  <ns1:pt x="150" y="324"/>
                  <ns1:pt x="150" y="324"/>
                  <ns1:pt x="150" y="324"/>
                </ns1:cubicBezTo>
                <ns1:cubicBezTo>
                  <ns1:pt x="167" y="324"/>
                  <ns1:pt x="167" y="324"/>
                  <ns1:pt x="167" y="324"/>
                </ns1:cubicBezTo>
                <ns1:cubicBezTo>
                  <ns1:pt x="169" y="316"/>
                  <ns1:pt x="169" y="316"/>
                  <ns1:pt x="169" y="316"/>
                </ns1:cubicBezTo>
                <ns1:cubicBezTo>
                  <ns1:pt x="191" y="336"/>
                  <ns1:pt x="204" y="323"/>
                  <ns1:pt x="204" y="298"/>
                </ns1:cubicBezTo>
                <ns1:close/>
                <ns1:moveTo>
                  <ns1:pt x="270" y="292"/>
                </ns1:moveTo>
                <ns1:cubicBezTo>
                  <ns1:pt x="254" y="292"/>
                  <ns1:pt x="254" y="292"/>
                  <ns1:pt x="254" y="292"/>
                </ns1:cubicBezTo>
                <ns1:cubicBezTo>
                  <ns1:pt x="254" y="293"/>
                  <ns1:pt x="254" y="293"/>
                  <ns1:pt x="254" y="294"/>
                </ns1:cubicBezTo>
                <ns1:cubicBezTo>
                  <ns1:pt x="254" y="303"/>
                  <ns1:pt x="254" y="303"/>
                  <ns1:pt x="254" y="303"/>
                </ns1:cubicBezTo>
                <ns1:cubicBezTo>
                  <ns1:pt x="254" y="307"/>
                  <ns1:pt x="250" y="311"/>
                  <ns1:pt x="245" y="311"/>
                </ns1:cubicBezTo>
                <ns1:cubicBezTo>
                  <ns1:pt x="242" y="311"/>
                  <ns1:pt x="242" y="311"/>
                  <ns1:pt x="242" y="311"/>
                </ns1:cubicBezTo>
                <ns1:cubicBezTo>
                  <ns1:pt x="238" y="311"/>
                  <ns1:pt x="234" y="307"/>
                  <ns1:pt x="234" y="303"/>
                </ns1:cubicBezTo>
                <ns1:cubicBezTo>
                  <ns1:pt x="234" y="302"/>
                  <ns1:pt x="234" y="302"/>
                  <ns1:pt x="234" y="302"/>
                </ns1:cubicBezTo>
                <ns1:cubicBezTo>
                  <ns1:pt x="234" y="292"/>
                  <ns1:pt x="234" y="292"/>
                  <ns1:pt x="234" y="292"/>
                </ns1:cubicBezTo>
                <ns1:cubicBezTo>
                  <ns1:pt x="234" y="280"/>
                  <ns1:pt x="234" y="280"/>
                  <ns1:pt x="234" y="280"/>
                </ns1:cubicBezTo>
                <ns1:cubicBezTo>
                  <ns1:pt x="270" y="280"/>
                  <ns1:pt x="270" y="280"/>
                  <ns1:pt x="270" y="280"/>
                </ns1:cubicBezTo>
                <ns1:cubicBezTo>
                  <ns1:pt x="270" y="266"/>
                  <ns1:pt x="270" y="266"/>
                  <ns1:pt x="270" y="266"/>
                </ns1:cubicBezTo>
                <ns1:cubicBezTo>
                  <ns1:pt x="270" y="256"/>
                  <ns1:pt x="269" y="247"/>
                  <ns1:pt x="268" y="241"/>
                </ns1:cubicBezTo>
                <ns1:cubicBezTo>
                  <ns1:pt x="266" y="223"/>
                  <ns1:pt x="241" y="220"/>
                  <ns1:pt x="228" y="229"/>
                </ns1:cubicBezTo>
                <ns1:cubicBezTo>
                  <ns1:pt x="224" y="232"/>
                  <ns1:pt x="221" y="236"/>
                  <ns1:pt x="220" y="241"/>
                </ns1:cubicBezTo>
                <ns1:cubicBezTo>
                  <ns1:pt x="218" y="246"/>
                  <ns1:pt x="217" y="253"/>
                  <ns1:pt x="217" y="262"/>
                </ns1:cubicBezTo>
                <ns1:cubicBezTo>
                  <ns1:pt x="217" y="292"/>
                  <ns1:pt x="217" y="292"/>
                  <ns1:pt x="217" y="292"/>
                </ns1:cubicBezTo>
                <ns1:cubicBezTo>
                  <ns1:pt x="217" y="341"/>
                  <ns1:pt x="277" y="334"/>
                  <ns1:pt x="270" y="292"/>
                </ns1:cubicBezTo>
                <ns1:close/>
                <ns1:moveTo>
                  <ns1:pt x="189" y="131"/>
                </ns1:moveTo>
                <ns1:cubicBezTo>
                  <ns1:pt x="190" y="134"/>
                  <ns1:pt x="192" y="136"/>
                  <ns1:pt x="194" y="137"/>
                </ns1:cubicBezTo>
                <ns1:cubicBezTo>
                  <ns1:pt x="197" y="139"/>
                  <ns1:pt x="199" y="140"/>
                  <ns1:pt x="203" y="140"/>
                </ns1:cubicBezTo>
                <ns1:cubicBezTo>
                  <ns1:pt x="206" y="140"/>
                  <ns1:pt x="209" y="139"/>
                  <ns1:pt x="211" y="137"/>
                </ns1:cubicBezTo>
                <ns1:cubicBezTo>
                  <ns1:pt x="213" y="135"/>
                  <ns1:pt x="215" y="133"/>
                  <ns1:pt x="217" y="130"/>
                </ns1:cubicBezTo>
                <ns1:cubicBezTo>
                  <ns1:pt x="216" y="138"/>
                  <ns1:pt x="216" y="138"/>
                  <ns1:pt x="216" y="138"/>
                </ns1:cubicBezTo>
                <ns1:cubicBezTo>
                  <ns1:pt x="240" y="138"/>
                  <ns1:pt x="240" y="138"/>
                  <ns1:pt x="240" y="138"/>
                </ns1:cubicBezTo>
                <ns1:cubicBezTo>
                  <ns1:pt x="240" y="39"/>
                  <ns1:pt x="240" y="39"/>
                  <ns1:pt x="240" y="39"/>
                </ns1:cubicBezTo>
                <ns1:cubicBezTo>
                  <ns1:pt x="221" y="39"/>
                  <ns1:pt x="221" y="39"/>
                  <ns1:pt x="221" y="39"/>
                </ns1:cubicBezTo>
                <ns1:cubicBezTo>
                  <ns1:pt x="221" y="116"/>
                  <ns1:pt x="221" y="116"/>
                  <ns1:pt x="221" y="116"/>
                </ns1:cubicBezTo>
                <ns1:cubicBezTo>
                  <ns1:pt x="221" y="120"/>
                  <ns1:pt x="218" y="124"/>
                  <ns1:pt x="214" y="124"/>
                </ns1:cubicBezTo>
                <ns1:cubicBezTo>
                  <ns1:pt x="209" y="124"/>
                  <ns1:pt x="206" y="120"/>
                  <ns1:pt x="206" y="116"/>
                </ns1:cubicBezTo>
                <ns1:cubicBezTo>
                  <ns1:pt x="206" y="39"/>
                  <ns1:pt x="206" y="39"/>
                  <ns1:pt x="206" y="39"/>
                </ns1:cubicBezTo>
                <ns1:cubicBezTo>
                  <ns1:pt x="187" y="39"/>
                  <ns1:pt x="187" y="39"/>
                  <ns1:pt x="187" y="39"/>
                </ns1:cubicBezTo>
                <ns1:cubicBezTo>
                  <ns1:pt x="187" y="106"/>
                  <ns1:pt x="187" y="106"/>
                  <ns1:pt x="187" y="106"/>
                </ns1:cubicBezTo>
                <ns1:cubicBezTo>
                  <ns1:pt x="187" y="114"/>
                  <ns1:pt x="187" y="120"/>
                  <ns1:pt x="187" y="123"/>
                </ns1:cubicBezTo>
                <ns1:cubicBezTo>
                  <ns1:pt x="188" y="126"/>
                  <ns1:pt x="188" y="128"/>
                  <ns1:pt x="189" y="131"/>
                </ns1:cubicBezTo>
                <ns1:close/>
                <ns1:moveTo>
                  <ns1:pt x="119" y="75"/>
                </ns1:moveTo>
                <ns1:cubicBezTo>
                  <ns1:pt x="119" y="66"/>
                  <ns1:pt x="120" y="58"/>
                  <ns1:pt x="121" y="53"/>
                </ns1:cubicBezTo>
                <ns1:cubicBezTo>
                  <ns1:pt x="123" y="48"/>
                  <ns1:pt x="126" y="43"/>
                  <ns1:pt x="130" y="40"/>
                </ns1:cubicBezTo>
                <ns1:cubicBezTo>
                  <ns1:pt x="134" y="37"/>
                  <ns1:pt x="139" y="35"/>
                  <ns1:pt x="146" y="35"/>
                </ns1:cubicBezTo>
                <ns1:cubicBezTo>
                  <ns1:pt x="151" y="35"/>
                  <ns1:pt x="156" y="36"/>
                  <ns1:pt x="159" y="38"/>
                </ns1:cubicBezTo>
                <ns1:cubicBezTo>
                  <ns1:pt x="163" y="40"/>
                  <ns1:pt x="166" y="43"/>
                  <ns1:pt x="168" y="46"/>
                </ns1:cubicBezTo>
                <ns1:cubicBezTo>
                  <ns1:pt x="170" y="50"/>
                  <ns1:pt x="172" y="53"/>
                  <ns1:pt x="173" y="57"/>
                </ns1:cubicBezTo>
                <ns1:cubicBezTo>
                  <ns1:pt x="173" y="60"/>
                  <ns1:pt x="174" y="66"/>
                  <ns1:pt x="174" y="73"/>
                </ns1:cubicBezTo>
                <ns1:cubicBezTo>
                  <ns1:pt x="174" y="98"/>
                  <ns1:pt x="174" y="98"/>
                  <ns1:pt x="174" y="98"/>
                </ns1:cubicBezTo>
                <ns1:cubicBezTo>
                  <ns1:pt x="174" y="107"/>
                  <ns1:pt x="173" y="114"/>
                  <ns1:pt x="173" y="118"/>
                </ns1:cubicBezTo>
                <ns1:cubicBezTo>
                  <ns1:pt x="172" y="122"/>
                  <ns1:pt x="170" y="126"/>
                  <ns1:pt x="168" y="130"/>
                </ns1:cubicBezTo>
                <ns1:cubicBezTo>
                  <ns1:pt x="166" y="134"/>
                  <ns1:pt x="163" y="137"/>
                  <ns1:pt x="159" y="138"/>
                </ns1:cubicBezTo>
                <ns1:cubicBezTo>
                  <ns1:pt x="155" y="140"/>
                  <ns1:pt x="151" y="141"/>
                  <ns1:pt x="147" y="141"/>
                </ns1:cubicBezTo>
                <ns1:cubicBezTo>
                  <ns1:pt x="141" y="141"/>
                  <ns1:pt x="137" y="140"/>
                  <ns1:pt x="133" y="139"/>
                </ns1:cubicBezTo>
                <ns1:cubicBezTo>
                  <ns1:pt x="129" y="137"/>
                  <ns1:pt x="127" y="135"/>
                  <ns1:pt x="125" y="132"/>
                </ns1:cubicBezTo>
                <ns1:cubicBezTo>
                  <ns1:pt x="122" y="129"/>
                  <ns1:pt x="121" y="125"/>
                  <ns1:pt x="120" y="121"/>
                </ns1:cubicBezTo>
                <ns1:cubicBezTo>
                  <ns1:pt x="119" y="116"/>
                  <ns1:pt x="119" y="110"/>
                  <ns1:pt x="119" y="101"/>
                </ns1:cubicBezTo>
                <ns1:lnTo>
                  <ns1:pt x="119" y="75"/>
                </ns1:lnTo>
                <ns1:close/>
                <ns1:moveTo>
                  <ns1:pt x="137" y="114"/>
                </ns1:moveTo>
                <ns1:cubicBezTo>
                  <ns1:pt x="137" y="120"/>
                  <ns1:pt x="141" y="125"/>
                  <ns1:pt x="146" y="125"/>
                </ns1:cubicBezTo>
                <ns1:cubicBezTo>
                  <ns1:pt x="151" y="125"/>
                  <ns1:pt x="156" y="120"/>
                  <ns1:pt x="156" y="114"/>
                </ns1:cubicBezTo>
                <ns1:cubicBezTo>
                  <ns1:pt x="156" y="62"/>
                  <ns1:pt x="156" y="62"/>
                  <ns1:pt x="156" y="62"/>
                </ns1:cubicBezTo>
                <ns1:cubicBezTo>
                  <ns1:pt x="156" y="56"/>
                  <ns1:pt x="151" y="52"/>
                  <ns1:pt x="146" y="52"/>
                </ns1:cubicBezTo>
                <ns1:cubicBezTo>
                  <ns1:pt x="141" y="52"/>
                  <ns1:pt x="137" y="56"/>
                  <ns1:pt x="137" y="62"/>
                </ns1:cubicBezTo>
                <ns1:lnTo>
                  <ns1:pt x="137" y="114"/>
                </ns1:lnTo>
                <ns1:close/>
                <ns1:moveTo>
                  <ns1:pt x="73" y="141"/>
                </ns1:moveTo>
                <ns1:cubicBezTo>
                  <ns1:pt x="95" y="141"/>
                  <ns1:pt x="95" y="141"/>
                  <ns1:pt x="95" y="141"/>
                </ns1:cubicBezTo>
                <ns1:cubicBezTo>
                  <ns1:pt x="95" y="65"/>
                  <ns1:pt x="95" y="65"/>
                  <ns1:pt x="95" y="65"/>
                </ns1:cubicBezTo>
                <ns1:cubicBezTo>
                  <ns1:pt x="121" y="0"/>
                  <ns1:pt x="121" y="0"/>
                  <ns1:pt x="121" y="0"/>
                </ns1:cubicBezTo>
                <ns1:cubicBezTo>
                  <ns1:pt x="97" y="0"/>
                  <ns1:pt x="97" y="0"/>
                  <ns1:pt x="97" y="0"/>
                </ns1:cubicBezTo>
                <ns1:cubicBezTo>
                  <ns1:pt x="83" y="48"/>
                  <ns1:pt x="83" y="48"/>
                  <ns1:pt x="83" y="48"/>
                </ns1:cubicBezTo>
                <ns1:cubicBezTo>
                  <ns1:pt x="69" y="0"/>
                  <ns1:pt x="69" y="0"/>
                  <ns1:pt x="69" y="0"/>
                </ns1:cubicBezTo>
                <ns1:cubicBezTo>
                  <ns1:pt x="45" y="0"/>
                  <ns1:pt x="45" y="0"/>
                  <ns1:pt x="45" y="0"/>
                </ns1:cubicBezTo>
                <ns1:cubicBezTo>
                  <ns1:pt x="73" y="65"/>
                  <ns1:pt x="73" y="65"/>
                  <ns1:pt x="73" y="65"/>
                </ns1:cubicBezTo>
                <ns1:lnTo>
                  <ns1:pt x="73" y="141"/>
                </ns1:lnTo>
                <ns1:close/>
              </ns1:path>
            </ns1:pathLst>
          </ns1:custGeom>
          <ns1:solidFill>
            <ns1:schemeClr val="tx1"/>
          </ns1:solidFill>
          <ns1:ln>
            <ns1:noFill/>
          </ns1:ln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id-ID" sz="2700"/>
          </ns1:p>
        </ns0:txBody>
      </ns0:sp>
      <ns0:sp>
        <ns0:nvSpPr>
          <ns0:cNvPr id="326" name="Freeform 13"/>
          <ns0:cNvSpPr>
            <ns1:spLocks/>
          </ns0:cNvSpPr>
          <ns0:nvPr/>
        </ns0:nvSpPr>
        <ns0:spPr bwMode="auto">
          <ns1:xfrm>
            <ns1:off x="6485640" y="6049981"/>
            <ns1:ext cx="303814" cy="304168"/>
          </ns1:xfrm>
          <ns1:custGeom>
            <ns1:avLst/>
            <ns1:gdLst>
              <ns1:gd name="T0" fmla="*/ 360 w 360"/>
              <ns1:gd name="T1" fmla="*/ 60 h 360"/>
              <ns1:gd name="T2" fmla="*/ 300 w 360"/>
              <ns1:gd name="T3" fmla="*/ 0 h 360"/>
              <ns1:gd name="T4" fmla="*/ 60 w 360"/>
              <ns1:gd name="T5" fmla="*/ 0 h 360"/>
              <ns1:gd name="T6" fmla="*/ 0 w 360"/>
              <ns1:gd name="T7" fmla="*/ 60 h 360"/>
              <ns1:gd name="T8" fmla="*/ 0 w 360"/>
              <ns1:gd name="T9" fmla="*/ 300 h 360"/>
              <ns1:gd name="T10" fmla="*/ 60 w 360"/>
              <ns1:gd name="T11" fmla="*/ 360 h 360"/>
              <ns1:gd name="T12" fmla="*/ 180 w 360"/>
              <ns1:gd name="T13" fmla="*/ 360 h 360"/>
              <ns1:gd name="T14" fmla="*/ 180 w 360"/>
              <ns1:gd name="T15" fmla="*/ 224 h 360"/>
              <ns1:gd name="T16" fmla="*/ 136 w 360"/>
              <ns1:gd name="T17" fmla="*/ 224 h 360"/>
              <ns1:gd name="T18" fmla="*/ 136 w 360"/>
              <ns1:gd name="T19" fmla="*/ 164 h 360"/>
              <ns1:gd name="T20" fmla="*/ 180 w 360"/>
              <ns1:gd name="T21" fmla="*/ 164 h 360"/>
              <ns1:gd name="T22" fmla="*/ 180 w 360"/>
              <ns1:gd name="T23" fmla="*/ 141 h 360"/>
              <ns1:gd name="T24" fmla="*/ 248 w 360"/>
              <ns1:gd name="T25" fmla="*/ 64 h 360"/>
              <ns1:gd name="T26" fmla="*/ 296 w 360"/>
              <ns1:gd name="T27" fmla="*/ 64 h 360"/>
              <ns1:gd name="T28" fmla="*/ 296 w 360"/>
              <ns1:gd name="T29" fmla="*/ 124 h 360"/>
              <ns1:gd name="T30" fmla="*/ 248 w 360"/>
              <ns1:gd name="T31" fmla="*/ 124 h 360"/>
              <ns1:gd name="T32" fmla="*/ 236 w 360"/>
              <ns1:gd name="T33" fmla="*/ 140 h 360"/>
              <ns1:gd name="T34" fmla="*/ 236 w 360"/>
              <ns1:gd name="T35" fmla="*/ 164 h 360"/>
              <ns1:gd name="T36" fmla="*/ 296 w 360"/>
              <ns1:gd name="T37" fmla="*/ 164 h 360"/>
              <ns1:gd name="T38" fmla="*/ 296 w 360"/>
              <ns1:gd name="T39" fmla="*/ 224 h 360"/>
              <ns1:gd name="T40" fmla="*/ 236 w 360"/>
              <ns1:gd name="T41" fmla="*/ 224 h 360"/>
              <ns1:gd name="T42" fmla="*/ 236 w 360"/>
              <ns1:gd name="T43" fmla="*/ 360 h 360"/>
              <ns1:gd name="T44" fmla="*/ 300 w 360"/>
              <ns1:gd name="T45" fmla="*/ 360 h 360"/>
              <ns1:gd name="T46" fmla="*/ 360 w 360"/>
              <ns1:gd name="T47" fmla="*/ 300 h 360"/>
              <ns1:gd name="T48" fmla="*/ 360 w 360"/>
              <ns1:gd name="T49" fmla="*/ 60 h 360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  <ns1:cxn ang="0">
                <ns1:pos x="T32" y="T33"/>
              </ns1:cxn>
              <ns1:cxn ang="0">
                <ns1:pos x="T34" y="T35"/>
              </ns1:cxn>
              <ns1:cxn ang="0">
                <ns1:pos x="T36" y="T37"/>
              </ns1:cxn>
              <ns1:cxn ang="0">
                <ns1:pos x="T38" y="T39"/>
              </ns1:cxn>
              <ns1:cxn ang="0">
                <ns1:pos x="T40" y="T41"/>
              </ns1:cxn>
              <ns1:cxn ang="0">
                <ns1:pos x="T42" y="T43"/>
              </ns1:cxn>
              <ns1:cxn ang="0">
                <ns1:pos x="T44" y="T45"/>
              </ns1:cxn>
              <ns1:cxn ang="0">
                <ns1:pos x="T46" y="T47"/>
              </ns1:cxn>
              <ns1:cxn ang="0">
                <ns1:pos x="T48" y="T49"/>
              </ns1:cxn>
            </ns1:cxnLst>
            <ns1:rect l="0" t="0" r="r" b="b"/>
            <ns1:pathLst>
              <ns1:path w="360" h="360">
                <ns1:moveTo>
                  <ns1:pt x="360" y="60"/>
                </ns1:moveTo>
                <ns1:cubicBezTo>
                  <ns1:pt x="360" y="29"/>
                  <ns1:pt x="332" y="0"/>
                  <ns1:pt x="300" y="0"/>
                </ns1:cubicBezTo>
                <ns1:cubicBezTo>
                  <ns1:pt x="60" y="0"/>
                  <ns1:pt x="60" y="0"/>
                  <ns1:pt x="60" y="0"/>
                </ns1:cubicBezTo>
                <ns1:cubicBezTo>
                  <ns1:pt x="28" y="0"/>
                  <ns1:pt x="0" y="29"/>
                  <ns1:pt x="0" y="60"/>
                </ns1:cubicBezTo>
                <ns1:cubicBezTo>
                  <ns1:pt x="0" y="300"/>
                  <ns1:pt x="0" y="300"/>
                  <ns1:pt x="0" y="300"/>
                </ns1:cubicBezTo>
                <ns1:cubicBezTo>
                  <ns1:pt x="0" y="332"/>
                  <ns1:pt x="28" y="360"/>
                  <ns1:pt x="60" y="360"/>
                </ns1:cubicBezTo>
                <ns1:cubicBezTo>
                  <ns1:pt x="180" y="360"/>
                  <ns1:pt x="180" y="360"/>
                  <ns1:pt x="180" y="360"/>
                </ns1:cubicBezTo>
                <ns1:cubicBezTo>
                  <ns1:pt x="180" y="224"/>
                  <ns1:pt x="180" y="224"/>
                  <ns1:pt x="180" y="224"/>
                </ns1:cubicBezTo>
                <ns1:cubicBezTo>
                  <ns1:pt x="136" y="224"/>
                  <ns1:pt x="136" y="224"/>
                  <ns1:pt x="136" y="224"/>
                </ns1:cubicBezTo>
                <ns1:cubicBezTo>
                  <ns1:pt x="136" y="164"/>
                  <ns1:pt x="136" y="164"/>
                  <ns1:pt x="136" y="164"/>
                </ns1:cubicBezTo>
                <ns1:cubicBezTo>
                  <ns1:pt x="180" y="164"/>
                  <ns1:pt x="180" y="164"/>
                  <ns1:pt x="180" y="164"/>
                </ns1:cubicBezTo>
                <ns1:cubicBezTo>
                  <ns1:pt x="180" y="141"/>
                  <ns1:pt x="180" y="141"/>
                  <ns1:pt x="180" y="141"/>
                </ns1:cubicBezTo>
                <ns1:cubicBezTo>
                  <ns1:pt x="180" y="100"/>
                  <ns1:pt x="210" y="64"/>
                  <ns1:pt x="248" y="64"/>
                </ns1:cubicBezTo>
                <ns1:cubicBezTo>
                  <ns1:pt x="296" y="64"/>
                  <ns1:pt x="296" y="64"/>
                  <ns1:pt x="296" y="64"/>
                </ns1:cubicBezTo>
                <ns1:cubicBezTo>
                  <ns1:pt x="296" y="124"/>
                  <ns1:pt x="296" y="124"/>
                  <ns1:pt x="296" y="124"/>
                </ns1:cubicBezTo>
                <ns1:cubicBezTo>
                  <ns1:pt x="248" y="124"/>
                  <ns1:pt x="248" y="124"/>
                  <ns1:pt x="248" y="124"/>
                </ns1:cubicBezTo>
                <ns1:cubicBezTo>
                  <ns1:pt x="242" y="124"/>
                  <ns1:pt x="236" y="131"/>
                  <ns1:pt x="236" y="140"/>
                </ns1:cubicBezTo>
                <ns1:cubicBezTo>
                  <ns1:pt x="236" y="164"/>
                  <ns1:pt x="236" y="164"/>
                  <ns1:pt x="236" y="164"/>
                </ns1:cubicBezTo>
                <ns1:cubicBezTo>
                  <ns1:pt x="296" y="164"/>
                  <ns1:pt x="296" y="164"/>
                  <ns1:pt x="296" y="164"/>
                </ns1:cubicBezTo>
                <ns1:cubicBezTo>
                  <ns1:pt x="296" y="224"/>
                  <ns1:pt x="296" y="224"/>
                  <ns1:pt x="296" y="224"/>
                </ns1:cubicBezTo>
                <ns1:cubicBezTo>
                  <ns1:pt x="236" y="224"/>
                  <ns1:pt x="236" y="224"/>
                  <ns1:pt x="236" y="224"/>
                </ns1:cubicBezTo>
                <ns1:cubicBezTo>
                  <ns1:pt x="236" y="360"/>
                  <ns1:pt x="236" y="360"/>
                  <ns1:pt x="236" y="360"/>
                </ns1:cubicBezTo>
                <ns1:cubicBezTo>
                  <ns1:pt x="300" y="360"/>
                  <ns1:pt x="300" y="360"/>
                  <ns1:pt x="300" y="360"/>
                </ns1:cubicBezTo>
                <ns1:cubicBezTo>
                  <ns1:pt x="332" y="360"/>
                  <ns1:pt x="360" y="332"/>
                  <ns1:pt x="360" y="300"/>
                </ns1:cubicBezTo>
                <ns1:lnTo>
                  <ns1:pt x="360" y="60"/>
                </ns1:lnTo>
                <ns1:close/>
              </ns1:path>
            </ns1:pathLst>
          </ns1:custGeom>
          <ns1:solidFill>
            <ns1:schemeClr val="tx1"/>
          </ns1:solidFill>
          <ns1:ln>
            <ns1:noFill/>
          </ns1:ln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id-ID" sz="2700"/>
          </ns1:p>
        </ns0:txBody>
      </ns0:sp>
      <ns0:sp>
        <ns0:nvSpPr>
          <ns0:cNvPr id="327" name="Freeform 9"/>
          <ns0:cNvSpPr>
            <ns1:spLocks noEditPoints="1"/>
          </ns0:cNvSpPr>
          <ns0:nvPr/>
        </ns0:nvSpPr>
        <ns0:spPr bwMode="auto">
          <ns1:xfrm>
            <ns1:off x="7549406" y="6044166"/>
            <ns1:ext cx="315433" cy="315801"/>
          </ns1:xfrm>
          <ns1:custGeom>
            <ns1:avLst/>
            <ns1:gdLst>
              <ns1:gd name="T0" fmla="*/ 333 w 360"/>
              <ns1:gd name="T1" fmla="*/ 0 h 360"/>
              <ns1:gd name="T2" fmla="*/ 26 w 360"/>
              <ns1:gd name="T3" fmla="*/ 0 h 360"/>
              <ns1:gd name="T4" fmla="*/ 0 w 360"/>
              <ns1:gd name="T5" fmla="*/ 25 h 360"/>
              <ns1:gd name="T6" fmla="*/ 0 w 360"/>
              <ns1:gd name="T7" fmla="*/ 334 h 360"/>
              <ns1:gd name="T8" fmla="*/ 26 w 360"/>
              <ns1:gd name="T9" fmla="*/ 360 h 360"/>
              <ns1:gd name="T10" fmla="*/ 333 w 360"/>
              <ns1:gd name="T11" fmla="*/ 360 h 360"/>
              <ns1:gd name="T12" fmla="*/ 360 w 360"/>
              <ns1:gd name="T13" fmla="*/ 334 h 360"/>
              <ns1:gd name="T14" fmla="*/ 360 w 360"/>
              <ns1:gd name="T15" fmla="*/ 25 h 360"/>
              <ns1:gd name="T16" fmla="*/ 333 w 360"/>
              <ns1:gd name="T17" fmla="*/ 0 h 360"/>
              <ns1:gd name="T18" fmla="*/ 109 w 360"/>
              <ns1:gd name="T19" fmla="*/ 301 h 360"/>
              <ns1:gd name="T20" fmla="*/ 54 w 360"/>
              <ns1:gd name="T21" fmla="*/ 301 h 360"/>
              <ns1:gd name="T22" fmla="*/ 54 w 360"/>
              <ns1:gd name="T23" fmla="*/ 138 h 360"/>
              <ns1:gd name="T24" fmla="*/ 109 w 360"/>
              <ns1:gd name="T25" fmla="*/ 138 h 360"/>
              <ns1:gd name="T26" fmla="*/ 109 w 360"/>
              <ns1:gd name="T27" fmla="*/ 301 h 360"/>
              <ns1:gd name="T28" fmla="*/ 82 w 360"/>
              <ns1:gd name="T29" fmla="*/ 116 h 360"/>
              <ns1:gd name="T30" fmla="*/ 81 w 360"/>
              <ns1:gd name="T31" fmla="*/ 116 h 360"/>
              <ns1:gd name="T32" fmla="*/ 51 w 360"/>
              <ns1:gd name="T33" fmla="*/ 88 h 360"/>
              <ns1:gd name="T34" fmla="*/ 82 w 360"/>
              <ns1:gd name="T35" fmla="*/ 60 h 360"/>
              <ns1:gd name="T36" fmla="*/ 112 w 360"/>
              <ns1:gd name="T37" fmla="*/ 88 h 360"/>
              <ns1:gd name="T38" fmla="*/ 82 w 360"/>
              <ns1:gd name="T39" fmla="*/ 116 h 360"/>
              <ns1:gd name="T40" fmla="*/ 305 w 360"/>
              <ns1:gd name="T41" fmla="*/ 301 h 360"/>
              <ns1:gd name="T42" fmla="*/ 251 w 360"/>
              <ns1:gd name="T43" fmla="*/ 301 h 360"/>
              <ns1:gd name="T44" fmla="*/ 251 w 360"/>
              <ns1:gd name="T45" fmla="*/ 214 h 360"/>
              <ns1:gd name="T46" fmla="*/ 223 w 360"/>
              <ns1:gd name="T47" fmla="*/ 177 h 360"/>
              <ns1:gd name="T48" fmla="*/ 195 w 360"/>
              <ns1:gd name="T49" fmla="*/ 197 h 360"/>
              <ns1:gd name="T50" fmla="*/ 193 w 360"/>
              <ns1:gd name="T51" fmla="*/ 210 h 360"/>
              <ns1:gd name="T52" fmla="*/ 193 w 360"/>
              <ns1:gd name="T53" fmla="*/ 301 h 360"/>
              <ns1:gd name="T54" fmla="*/ 139 w 360"/>
              <ns1:gd name="T55" fmla="*/ 301 h 360"/>
              <ns1:gd name="T56" fmla="*/ 139 w 360"/>
              <ns1:gd name="T57" fmla="*/ 138 h 360"/>
              <ns1:gd name="T58" fmla="*/ 193 w 360"/>
              <ns1:gd name="T59" fmla="*/ 138 h 360"/>
              <ns1:gd name="T60" fmla="*/ 193 w 360"/>
              <ns1:gd name="T61" fmla="*/ 161 h 360"/>
              <ns1:gd name="T62" fmla="*/ 242 w 360"/>
              <ns1:gd name="T63" fmla="*/ 135 h 360"/>
              <ns1:gd name="T64" fmla="*/ 305 w 360"/>
              <ns1:gd name="T65" fmla="*/ 208 h 360"/>
              <ns1:gd name="T66" fmla="*/ 305 w 360"/>
              <ns1:gd name="T67" fmla="*/ 301 h 360"/>
              <ns1:gd name="T68" fmla="*/ 193 w 360"/>
              <ns1:gd name="T69" fmla="*/ 162 h 360"/>
              <ns1:gd name="T70" fmla="*/ 193 w 360"/>
              <ns1:gd name="T71" fmla="*/ 161 h 360"/>
              <ns1:gd name="T72" fmla="*/ 193 w 360"/>
              <ns1:gd name="T73" fmla="*/ 162 h 360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  <ns1:cxn ang="0">
                <ns1:pos x="T32" y="T33"/>
              </ns1:cxn>
              <ns1:cxn ang="0">
                <ns1:pos x="T34" y="T35"/>
              </ns1:cxn>
              <ns1:cxn ang="0">
                <ns1:pos x="T36" y="T37"/>
              </ns1:cxn>
              <ns1:cxn ang="0">
                <ns1:pos x="T38" y="T39"/>
              </ns1:cxn>
              <ns1:cxn ang="0">
                <ns1:pos x="T40" y="T41"/>
              </ns1:cxn>
              <ns1:cxn ang="0">
                <ns1:pos x="T42" y="T43"/>
              </ns1:cxn>
              <ns1:cxn ang="0">
                <ns1:pos x="T44" y="T45"/>
              </ns1:cxn>
              <ns1:cxn ang="0">
                <ns1:pos x="T46" y="T47"/>
              </ns1:cxn>
              <ns1:cxn ang="0">
                <ns1:pos x="T48" y="T49"/>
              </ns1:cxn>
              <ns1:cxn ang="0">
                <ns1:pos x="T50" y="T51"/>
              </ns1:cxn>
              <ns1:cxn ang="0">
                <ns1:pos x="T52" y="T53"/>
              </ns1:cxn>
              <ns1:cxn ang="0">
                <ns1:pos x="T54" y="T55"/>
              </ns1:cxn>
              <ns1:cxn ang="0">
                <ns1:pos x="T56" y="T57"/>
              </ns1:cxn>
              <ns1:cxn ang="0">
                <ns1:pos x="T58" y="T59"/>
              </ns1:cxn>
              <ns1:cxn ang="0">
                <ns1:pos x="T60" y="T61"/>
              </ns1:cxn>
              <ns1:cxn ang="0">
                <ns1:pos x="T62" y="T63"/>
              </ns1:cxn>
              <ns1:cxn ang="0">
                <ns1:pos x="T64" y="T65"/>
              </ns1:cxn>
              <ns1:cxn ang="0">
                <ns1:pos x="T66" y="T67"/>
              </ns1:cxn>
              <ns1:cxn ang="0">
                <ns1:pos x="T68" y="T69"/>
              </ns1:cxn>
              <ns1:cxn ang="0">
                <ns1:pos x="T70" y="T71"/>
              </ns1:cxn>
              <ns1:cxn ang="0">
                <ns1:pos x="T72" y="T73"/>
              </ns1:cxn>
            </ns1:cxnLst>
            <ns1:rect l="0" t="0" r="r" b="b"/>
            <ns1:pathLst>
              <ns1:path w="360" h="360">
                <ns1:moveTo>
                  <ns1:pt x="333" y="0"/>
                </ns1:moveTo>
                <ns1:cubicBezTo>
                  <ns1:pt x="26" y="0"/>
                  <ns1:pt x="26" y="0"/>
                  <ns1:pt x="26" y="0"/>
                </ns1:cubicBezTo>
                <ns1:cubicBezTo>
                  <ns1:pt x="12" y="0"/>
                  <ns1:pt x="0" y="11"/>
                  <ns1:pt x="0" y="25"/>
                </ns1:cubicBezTo>
                <ns1:cubicBezTo>
                  <ns1:pt x="0" y="334"/>
                  <ns1:pt x="0" y="334"/>
                  <ns1:pt x="0" y="334"/>
                </ns1:cubicBezTo>
                <ns1:cubicBezTo>
                  <ns1:pt x="0" y="348"/>
                  <ns1:pt x="12" y="360"/>
                  <ns1:pt x="26" y="360"/>
                </ns1:cubicBezTo>
                <ns1:cubicBezTo>
                  <ns1:pt x="333" y="360"/>
                  <ns1:pt x="333" y="360"/>
                  <ns1:pt x="333" y="360"/>
                </ns1:cubicBezTo>
                <ns1:cubicBezTo>
                  <ns1:pt x="348" y="360"/>
                  <ns1:pt x="360" y="348"/>
                  <ns1:pt x="360" y="334"/>
                </ns1:cubicBezTo>
                <ns1:cubicBezTo>
                  <ns1:pt x="360" y="25"/>
                  <ns1:pt x="360" y="25"/>
                  <ns1:pt x="360" y="25"/>
                </ns1:cubicBezTo>
                <ns1:cubicBezTo>
                  <ns1:pt x="360" y="11"/>
                  <ns1:pt x="348" y="0"/>
                  <ns1:pt x="333" y="0"/>
                </ns1:cubicBezTo>
                <ns1:close/>
                <ns1:moveTo>
                  <ns1:pt x="109" y="301"/>
                </ns1:moveTo>
                <ns1:cubicBezTo>
                  <ns1:pt x="54" y="301"/>
                  <ns1:pt x="54" y="301"/>
                  <ns1:pt x="54" y="301"/>
                </ns1:cubicBezTo>
                <ns1:cubicBezTo>
                  <ns1:pt x="54" y="138"/>
                  <ns1:pt x="54" y="138"/>
                  <ns1:pt x="54" y="138"/>
                </ns1:cubicBezTo>
                <ns1:cubicBezTo>
                  <ns1:pt x="109" y="138"/>
                  <ns1:pt x="109" y="138"/>
                  <ns1:pt x="109" y="138"/>
                </ns1:cubicBezTo>
                <ns1:lnTo>
                  <ns1:pt x="109" y="301"/>
                </ns1:lnTo>
                <ns1:close/>
                <ns1:moveTo>
                  <ns1:pt x="82" y="116"/>
                </ns1:moveTo>
                <ns1:cubicBezTo>
                  <ns1:pt x="81" y="116"/>
                  <ns1:pt x="81" y="116"/>
                  <ns1:pt x="81" y="116"/>
                </ns1:cubicBezTo>
                <ns1:cubicBezTo>
                  <ns1:pt x="63" y="116"/>
                  <ns1:pt x="51" y="104"/>
                  <ns1:pt x="51" y="88"/>
                </ns1:cubicBezTo>
                <ns1:cubicBezTo>
                  <ns1:pt x="51" y="72"/>
                  <ns1:pt x="63" y="60"/>
                  <ns1:pt x="82" y="60"/>
                </ns1:cubicBezTo>
                <ns1:cubicBezTo>
                  <ns1:pt x="101" y="60"/>
                  <ns1:pt x="112" y="72"/>
                  <ns1:pt x="112" y="88"/>
                </ns1:cubicBezTo>
                <ns1:cubicBezTo>
                  <ns1:pt x="112" y="104"/>
                  <ns1:pt x="101" y="116"/>
                  <ns1:pt x="82" y="116"/>
                </ns1:cubicBezTo>
                <ns1:close/>
                <ns1:moveTo>
                  <ns1:pt x="305" y="301"/>
                </ns1:moveTo>
                <ns1:cubicBezTo>
                  <ns1:pt x="251" y="301"/>
                  <ns1:pt x="251" y="301"/>
                  <ns1:pt x="251" y="301"/>
                </ns1:cubicBezTo>
                <ns1:cubicBezTo>
                  <ns1:pt x="251" y="214"/>
                  <ns1:pt x="251" y="214"/>
                  <ns1:pt x="251" y="214"/>
                </ns1:cubicBezTo>
                <ns1:cubicBezTo>
                  <ns1:pt x="251" y="192"/>
                  <ns1:pt x="243" y="177"/>
                  <ns1:pt x="223" y="177"/>
                </ns1:cubicBezTo>
                <ns1:cubicBezTo>
                  <ns1:pt x="208" y="177"/>
                  <ns1:pt x="199" y="187"/>
                  <ns1:pt x="195" y="197"/>
                </ns1:cubicBezTo>
                <ns1:cubicBezTo>
                  <ns1:pt x="194" y="200"/>
                  <ns1:pt x="193" y="205"/>
                  <ns1:pt x="193" y="210"/>
                </ns1:cubicBezTo>
                <ns1:cubicBezTo>
                  <ns1:pt x="193" y="301"/>
                  <ns1:pt x="193" y="301"/>
                  <ns1:pt x="193" y="301"/>
                </ns1:cubicBezTo>
                <ns1:cubicBezTo>
                  <ns1:pt x="139" y="301"/>
                  <ns1:pt x="139" y="301"/>
                  <ns1:pt x="139" y="301"/>
                </ns1:cubicBezTo>
                <ns1:cubicBezTo>
                  <ns1:pt x="139" y="301"/>
                  <ns1:pt x="140" y="154"/>
                  <ns1:pt x="139" y="138"/>
                </ns1:cubicBezTo>
                <ns1:cubicBezTo>
                  <ns1:pt x="193" y="138"/>
                  <ns1:pt x="193" y="138"/>
                  <ns1:pt x="193" y="138"/>
                </ns1:cubicBezTo>
                <ns1:cubicBezTo>
                  <ns1:pt x="193" y="161"/>
                  <ns1:pt x="193" y="161"/>
                  <ns1:pt x="193" y="161"/>
                </ns1:cubicBezTo>
                <ns1:cubicBezTo>
                  <ns1:pt x="201" y="150"/>
                  <ns1:pt x="213" y="135"/>
                  <ns1:pt x="242" y="135"/>
                </ns1:cubicBezTo>
                <ns1:cubicBezTo>
                  <ns1:pt x="278" y="135"/>
                  <ns1:pt x="305" y="158"/>
                  <ns1:pt x="305" y="208"/>
                </ns1:cubicBezTo>
                <ns1:lnTo>
                  <ns1:pt x="305" y="301"/>
                </ns1:lnTo>
                <ns1:close/>
                <ns1:moveTo>
                  <ns1:pt x="193" y="162"/>
                </ns1:moveTo>
                <ns1:cubicBezTo>
                  <ns1:pt x="193" y="162"/>
                  <ns1:pt x="193" y="162"/>
                  <ns1:pt x="193" y="161"/>
                </ns1:cubicBezTo>
                <ns1:cubicBezTo>
                  <ns1:pt x="193" y="162"/>
                  <ns1:pt x="193" y="162"/>
                  <ns1:pt x="193" y="162"/>
                </ns1:cubicBezTo>
                <ns1:close/>
              </ns1:path>
            </ns1:pathLst>
          </ns1:custGeom>
          <ns1:solidFill>
            <ns1:schemeClr val="tx1"/>
          </ns1:solidFill>
          <ns1:ln>
            <ns1:noFill/>
          </ns1:ln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id-ID" sz="2700"/>
          </ns1:p>
        </ns0:txBody>
      </ns0:sp>
      <ns0:grpSp>
        <ns0:nvGrpSpPr>
          <ns0:cNvPr id="328" name="Group 327"/>
          <ns0:cNvGrpSpPr/>
          <ns0:nvPr/>
        </ns0:nvGrpSpPr>
        <ns0:grpSpPr>
          <ns1:xfrm>
            <ns1:off x="9595632" y="6017122"/>
            <ns1:ext cx="265113" cy="369889"/>
            <ns1:chOff x="3830638" y="3297238"/>
            <ns1:chExt cx="265113" cy="369888"/>
          </ns1:xfrm>
          <ns1:solidFill>
            <ns1:schemeClr val="tx1"/>
          </ns1:solidFill>
        </ns0:grpSpPr>
        <ns0:sp>
          <ns0:nvSpPr>
            <ns0:cNvPr id="329" name="Freeform 5"/>
            <ns0:cNvSpPr>
              <ns1:spLocks/>
            </ns0:cNvSpPr>
            <ns0:nvPr/>
          </ns0:nvSpPr>
          <ns0:spPr bwMode="auto">
            <ns1:xfrm>
              <ns1:off x="3854450" y="3297238"/>
              <ns1:ext cx="50800" cy="50800"/>
            </ns1:xfrm>
            <ns1:custGeom>
              <ns1:avLst/>
              <ns1:gdLst>
                <ns1:gd name="T0" fmla="*/ 11 w 32"/>
                <ns1:gd name="T1" fmla="*/ 21 h 32"/>
                <ns1:gd name="T2" fmla="*/ 21 w 32"/>
                <ns1:gd name="T3" fmla="*/ 21 h 32"/>
                <ns1:gd name="T4" fmla="*/ 21 w 32"/>
                <ns1:gd name="T5" fmla="*/ 32 h 32"/>
                <ns1:gd name="T6" fmla="*/ 32 w 32"/>
                <ns1:gd name="T7" fmla="*/ 32 h 32"/>
                <ns1:gd name="T8" fmla="*/ 32 w 32"/>
                <ns1:gd name="T9" fmla="*/ 0 h 32"/>
                <ns1:gd name="T10" fmla="*/ 21 w 32"/>
                <ns1:gd name="T11" fmla="*/ 0 h 32"/>
                <ns1:gd name="T12" fmla="*/ 21 w 32"/>
                <ns1:gd name="T13" fmla="*/ 11 h 32"/>
                <ns1:gd name="T14" fmla="*/ 11 w 32"/>
                <ns1:gd name="T15" fmla="*/ 11 h 32"/>
                <ns1:gd name="T16" fmla="*/ 11 w 32"/>
                <ns1:gd name="T17" fmla="*/ 0 h 32"/>
                <ns1:gd name="T18" fmla="*/ 0 w 32"/>
                <ns1:gd name="T19" fmla="*/ 0 h 32"/>
                <ns1:gd name="T20" fmla="*/ 0 w 32"/>
                <ns1:gd name="T21" fmla="*/ 32 h 32"/>
                <ns1:gd name="T22" fmla="*/ 11 w 32"/>
                <ns1:gd name="T23" fmla="*/ 32 h 32"/>
                <ns1:gd name="T24" fmla="*/ 11 w 32"/>
                <ns1:gd name="T25" fmla="*/ 21 h 32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</ns1:cxnLst>
              <ns1:rect l="0" t="0" r="r" b="b"/>
              <ns1:pathLst>
                <ns1:path w="32" h="32">
                  <ns1:moveTo>
                    <ns1:pt x="11" y="21"/>
                  </ns1:moveTo>
                  <ns1:lnTo>
                    <ns1:pt x="21" y="21"/>
                  </ns1:lnTo>
                  <ns1:lnTo>
                    <ns1:pt x="21" y="32"/>
                  </ns1:lnTo>
                  <ns1:lnTo>
                    <ns1:pt x="32" y="32"/>
                  </ns1:lnTo>
                  <ns1:lnTo>
                    <ns1:pt x="32" y="0"/>
                  </ns1:lnTo>
                  <ns1:lnTo>
                    <ns1:pt x="21" y="0"/>
                  </ns1:lnTo>
                  <ns1:lnTo>
                    <ns1:pt x="21" y="11"/>
                  </ns1:lnTo>
                  <ns1:lnTo>
                    <ns1:pt x="11" y="11"/>
                  </ns1:lnTo>
                  <ns1:lnTo>
                    <ns1:pt x="11" y="0"/>
                  </ns1:lnTo>
                  <ns1:lnTo>
                    <ns1:pt x="0" y="0"/>
                  </ns1:lnTo>
                  <ns1:lnTo>
                    <ns1:pt x="0" y="32"/>
                  </ns1:lnTo>
                  <ns1:lnTo>
                    <ns1:pt x="11" y="32"/>
                  </ns1:lnTo>
                  <ns1:lnTo>
                    <ns1:pt x="11" y="21"/>
                  </ns1:ln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330" name="Freeform 6"/>
            <ns0:cNvSpPr>
              <ns1:spLocks/>
            </ns0:cNvSpPr>
            <ns0:nvPr/>
          </ns0:nvSpPr>
          <ns0:spPr bwMode="auto">
            <ns1:xfrm>
              <ns1:off x="3911600" y="3297238"/>
              <ns1:ext cx="46038" cy="50800"/>
            </ns1:xfrm>
            <ns1:custGeom>
              <ns1:avLst/>
              <ns1:gdLst>
                <ns1:gd name="T0" fmla="*/ 9 w 29"/>
                <ns1:gd name="T1" fmla="*/ 32 h 32"/>
                <ns1:gd name="T2" fmla="*/ 20 w 29"/>
                <ns1:gd name="T3" fmla="*/ 32 h 32"/>
                <ns1:gd name="T4" fmla="*/ 20 w 29"/>
                <ns1:gd name="T5" fmla="*/ 11 h 32"/>
                <ns1:gd name="T6" fmla="*/ 29 w 29"/>
                <ns1:gd name="T7" fmla="*/ 11 h 32"/>
                <ns1:gd name="T8" fmla="*/ 29 w 29"/>
                <ns1:gd name="T9" fmla="*/ 0 h 32"/>
                <ns1:gd name="T10" fmla="*/ 0 w 29"/>
                <ns1:gd name="T11" fmla="*/ 0 h 32"/>
                <ns1:gd name="T12" fmla="*/ 0 w 29"/>
                <ns1:gd name="T13" fmla="*/ 11 h 32"/>
                <ns1:gd name="T14" fmla="*/ 9 w 29"/>
                <ns1:gd name="T15" fmla="*/ 11 h 32"/>
                <ns1:gd name="T16" fmla="*/ 9 w 29"/>
                <ns1:gd name="T17" fmla="*/ 32 h 32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</ns1:cxnLst>
              <ns1:rect l="0" t="0" r="r" b="b"/>
              <ns1:pathLst>
                <ns1:path w="29" h="32">
                  <ns1:moveTo>
                    <ns1:pt x="9" y="32"/>
                  </ns1:moveTo>
                  <ns1:lnTo>
                    <ns1:pt x="20" y="32"/>
                  </ns1:lnTo>
                  <ns1:lnTo>
                    <ns1:pt x="20" y="11"/>
                  </ns1:lnTo>
                  <ns1:lnTo>
                    <ns1:pt x="29" y="11"/>
                  </ns1:lnTo>
                  <ns1:lnTo>
                    <ns1:pt x="29" y="0"/>
                  </ns1:lnTo>
                  <ns1:lnTo>
                    <ns1:pt x="0" y="0"/>
                  </ns1:lnTo>
                  <ns1:lnTo>
                    <ns1:pt x="0" y="11"/>
                  </ns1:lnTo>
                  <ns1:lnTo>
                    <ns1:pt x="9" y="11"/>
                  </ns1:lnTo>
                  <ns1:lnTo>
                    <ns1:pt x="9" y="32"/>
                  </ns1:ln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331" name="Freeform 7"/>
            <ns0:cNvSpPr>
              <ns1:spLocks/>
            </ns0:cNvSpPr>
            <ns0:nvPr/>
          </ns0:nvSpPr>
          <ns0:spPr bwMode="auto">
            <ns1:xfrm>
              <ns1:off x="3965575" y="3297238"/>
              <ns1:ext cx="57150" cy="50800"/>
            </ns1:xfrm>
            <ns1:custGeom>
              <ns1:avLst/>
              <ns1:gdLst>
                <ns1:gd name="T0" fmla="*/ 11 w 36"/>
                <ns1:gd name="T1" fmla="*/ 16 h 32"/>
                <ns1:gd name="T2" fmla="*/ 18 w 36"/>
                <ns1:gd name="T3" fmla="*/ 27 h 32"/>
                <ns1:gd name="T4" fmla="*/ 18 w 36"/>
                <ns1:gd name="T5" fmla="*/ 27 h 32"/>
                <ns1:gd name="T6" fmla="*/ 25 w 36"/>
                <ns1:gd name="T7" fmla="*/ 16 h 32"/>
                <ns1:gd name="T8" fmla="*/ 25 w 36"/>
                <ns1:gd name="T9" fmla="*/ 32 h 32"/>
                <ns1:gd name="T10" fmla="*/ 36 w 36"/>
                <ns1:gd name="T11" fmla="*/ 32 h 32"/>
                <ns1:gd name="T12" fmla="*/ 36 w 36"/>
                <ns1:gd name="T13" fmla="*/ 0 h 32"/>
                <ns1:gd name="T14" fmla="*/ 24 w 36"/>
                <ns1:gd name="T15" fmla="*/ 0 h 32"/>
                <ns1:gd name="T16" fmla="*/ 18 w 36"/>
                <ns1:gd name="T17" fmla="*/ 11 h 32"/>
                <ns1:gd name="T18" fmla="*/ 11 w 36"/>
                <ns1:gd name="T19" fmla="*/ 0 h 32"/>
                <ns1:gd name="T20" fmla="*/ 0 w 36"/>
                <ns1:gd name="T21" fmla="*/ 0 h 32"/>
                <ns1:gd name="T22" fmla="*/ 0 w 36"/>
                <ns1:gd name="T23" fmla="*/ 32 h 32"/>
                <ns1:gd name="T24" fmla="*/ 11 w 36"/>
                <ns1:gd name="T25" fmla="*/ 32 h 32"/>
                <ns1:gd name="T26" fmla="*/ 11 w 36"/>
                <ns1:gd name="T27" fmla="*/ 16 h 32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</ns1:cxnLst>
              <ns1:rect l="0" t="0" r="r" b="b"/>
              <ns1:pathLst>
                <ns1:path w="36" h="32">
                  <ns1:moveTo>
                    <ns1:pt x="11" y="16"/>
                  </ns1:moveTo>
                  <ns1:lnTo>
                    <ns1:pt x="18" y="27"/>
                  </ns1:lnTo>
                  <ns1:lnTo>
                    <ns1:pt x="18" y="27"/>
                  </ns1:lnTo>
                  <ns1:lnTo>
                    <ns1:pt x="25" y="16"/>
                  </ns1:lnTo>
                  <ns1:lnTo>
                    <ns1:pt x="25" y="32"/>
                  </ns1:lnTo>
                  <ns1:lnTo>
                    <ns1:pt x="36" y="32"/>
                  </ns1:lnTo>
                  <ns1:lnTo>
                    <ns1:pt x="36" y="0"/>
                  </ns1:lnTo>
                  <ns1:lnTo>
                    <ns1:pt x="24" y="0"/>
                  </ns1:lnTo>
                  <ns1:lnTo>
                    <ns1:pt x="18" y="11"/>
                  </ns1:lnTo>
                  <ns1:lnTo>
                    <ns1:pt x="11" y="0"/>
                  </ns1:lnTo>
                  <ns1:lnTo>
                    <ns1:pt x="0" y="0"/>
                  </ns1:lnTo>
                  <ns1:lnTo>
                    <ns1:pt x="0" y="32"/>
                  </ns1:lnTo>
                  <ns1:lnTo>
                    <ns1:pt x="11" y="32"/>
                  </ns1:lnTo>
                  <ns1:lnTo>
                    <ns1:pt x="11" y="16"/>
                  </ns1:ln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332" name="Freeform 8"/>
            <ns0:cNvSpPr>
              <ns1:spLocks/>
            </ns0:cNvSpPr>
            <ns0:nvPr/>
          </ns0:nvSpPr>
          <ns0:spPr bwMode="auto">
            <ns1:xfrm>
              <ns1:off x="4030663" y="3297238"/>
              <ns1:ext cx="39688" cy="50800"/>
            </ns1:xfrm>
            <ns1:custGeom>
              <ns1:avLst/>
              <ns1:gdLst>
                <ns1:gd name="T0" fmla="*/ 25 w 25"/>
                <ns1:gd name="T1" fmla="*/ 21 h 32"/>
                <ns1:gd name="T2" fmla="*/ 11 w 25"/>
                <ns1:gd name="T3" fmla="*/ 21 h 32"/>
                <ns1:gd name="T4" fmla="*/ 11 w 25"/>
                <ns1:gd name="T5" fmla="*/ 0 h 32"/>
                <ns1:gd name="T6" fmla="*/ 0 w 25"/>
                <ns1:gd name="T7" fmla="*/ 0 h 32"/>
                <ns1:gd name="T8" fmla="*/ 0 w 25"/>
                <ns1:gd name="T9" fmla="*/ 32 h 32"/>
                <ns1:gd name="T10" fmla="*/ 25 w 25"/>
                <ns1:gd name="T11" fmla="*/ 32 h 32"/>
                <ns1:gd name="T12" fmla="*/ 25 w 25"/>
                <ns1:gd name="T13" fmla="*/ 21 h 32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</ns1:cxnLst>
              <ns1:rect l="0" t="0" r="r" b="b"/>
              <ns1:pathLst>
                <ns1:path w="25" h="32">
                  <ns1:moveTo>
                    <ns1:pt x="25" y="21"/>
                  </ns1:moveTo>
                  <ns1:lnTo>
                    <ns1:pt x="11" y="21"/>
                  </ns1:lnTo>
                  <ns1:lnTo>
                    <ns1:pt x="11" y="0"/>
                  </ns1:lnTo>
                  <ns1:lnTo>
                    <ns1:pt x="0" y="0"/>
                  </ns1:lnTo>
                  <ns1:lnTo>
                    <ns1:pt x="0" y="32"/>
                  </ns1:lnTo>
                  <ns1:lnTo>
                    <ns1:pt x="25" y="32"/>
                  </ns1:lnTo>
                  <ns1:lnTo>
                    <ns1:pt x="25" y="21"/>
                  </ns1:ln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333" name="Freeform 9"/>
            <ns0:cNvSpPr>
              <ns1:spLocks noEditPoints="1"/>
            </ns0:cNvSpPr>
            <ns0:nvPr/>
          </ns0:nvSpPr>
          <ns0:spPr bwMode="auto">
            <ns1:xfrm>
              <ns1:off x="3830638" y="3368676"/>
              <ns1:ext cx="265113" cy="298450"/>
            </ns1:xfrm>
            <ns1:custGeom>
              <ns1:avLst/>
              <ns1:gdLst>
                <ns1:gd name="T0" fmla="*/ 0 w 167"/>
                <ns1:gd name="T1" fmla="*/ 0 h 188"/>
                <ns1:gd name="T2" fmla="*/ 15 w 167"/>
                <ns1:gd name="T3" fmla="*/ 169 h 188"/>
                <ns1:gd name="T4" fmla="*/ 84 w 167"/>
                <ns1:gd name="T5" fmla="*/ 188 h 188"/>
                <ns1:gd name="T6" fmla="*/ 152 w 167"/>
                <ns1:gd name="T7" fmla="*/ 169 h 188"/>
                <ns1:gd name="T8" fmla="*/ 167 w 167"/>
                <ns1:gd name="T9" fmla="*/ 0 h 188"/>
                <ns1:gd name="T10" fmla="*/ 0 w 167"/>
                <ns1:gd name="T11" fmla="*/ 0 h 188"/>
                <ns1:gd name="T12" fmla="*/ 134 w 167"/>
                <ns1:gd name="T13" fmla="*/ 56 h 188"/>
                <ns1:gd name="T14" fmla="*/ 84 w 167"/>
                <ns1:gd name="T15" fmla="*/ 56 h 188"/>
                <ns1:gd name="T16" fmla="*/ 54 w 167"/>
                <ns1:gd name="T17" fmla="*/ 56 h 188"/>
                <ns1:gd name="T18" fmla="*/ 56 w 167"/>
                <ns1:gd name="T19" fmla="*/ 78 h 188"/>
                <ns1:gd name="T20" fmla="*/ 84 w 167"/>
                <ns1:gd name="T21" fmla="*/ 78 h 188"/>
                <ns1:gd name="T22" fmla="*/ 132 w 167"/>
                <ns1:gd name="T23" fmla="*/ 78 h 188"/>
                <ns1:gd name="T24" fmla="*/ 126 w 167"/>
                <ns1:gd name="T25" fmla="*/ 141 h 188"/>
                <ns1:gd name="T26" fmla="*/ 84 w 167"/>
                <ns1:gd name="T27" fmla="*/ 153 h 188"/>
                <ns1:gd name="T28" fmla="*/ 84 w 167"/>
                <ns1:gd name="T29" fmla="*/ 153 h 188"/>
                <ns1:gd name="T30" fmla="*/ 41 w 167"/>
                <ns1:gd name="T31" fmla="*/ 141 h 188"/>
                <ns1:gd name="T32" fmla="*/ 37 w 167"/>
                <ns1:gd name="T33" fmla="*/ 107 h 188"/>
                <ns1:gd name="T34" fmla="*/ 59 w 167"/>
                <ns1:gd name="T35" fmla="*/ 107 h 188"/>
                <ns1:gd name="T36" fmla="*/ 60 w 167"/>
                <ns1:gd name="T37" fmla="*/ 125 h 188"/>
                <ns1:gd name="T38" fmla="*/ 84 w 167"/>
                <ns1:gd name="T39" fmla="*/ 131 h 188"/>
                <ns1:gd name="T40" fmla="*/ 84 w 167"/>
                <ns1:gd name="T41" fmla="*/ 131 h 188"/>
                <ns1:gd name="T42" fmla="*/ 84 w 167"/>
                <ns1:gd name="T43" fmla="*/ 131 h 188"/>
                <ns1:gd name="T44" fmla="*/ 107 w 167"/>
                <ns1:gd name="T45" fmla="*/ 125 h 188"/>
                <ns1:gd name="T46" fmla="*/ 109 w 167"/>
                <ns1:gd name="T47" fmla="*/ 98 h 188"/>
                <ns1:gd name="T48" fmla="*/ 84 w 167"/>
                <ns1:gd name="T49" fmla="*/ 98 h 188"/>
                <ns1:gd name="T50" fmla="*/ 84 w 167"/>
                <ns1:gd name="T51" fmla="*/ 98 h 188"/>
                <ns1:gd name="T52" fmla="*/ 37 w 167"/>
                <ns1:gd name="T53" fmla="*/ 98 h 188"/>
                <ns1:gd name="T54" fmla="*/ 31 w 167"/>
                <ns1:gd name="T55" fmla="*/ 35 h 188"/>
                <ns1:gd name="T56" fmla="*/ 84 w 167"/>
                <ns1:gd name="T57" fmla="*/ 35 h 188"/>
                <ns1:gd name="T58" fmla="*/ 136 w 167"/>
                <ns1:gd name="T59" fmla="*/ 35 h 188"/>
                <ns1:gd name="T60" fmla="*/ 134 w 167"/>
                <ns1:gd name="T61" fmla="*/ 56 h 188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  <ns1:cxn ang="0">
                  <ns1:pos x="T30" y="T31"/>
                </ns1:cxn>
                <ns1:cxn ang="0">
                  <ns1:pos x="T32" y="T33"/>
                </ns1:cxn>
                <ns1:cxn ang="0">
                  <ns1:pos x="T34" y="T35"/>
                </ns1:cxn>
                <ns1:cxn ang="0">
                  <ns1:pos x="T36" y="T37"/>
                </ns1:cxn>
                <ns1:cxn ang="0">
                  <ns1:pos x="T38" y="T39"/>
                </ns1:cxn>
                <ns1:cxn ang="0">
                  <ns1:pos x="T40" y="T41"/>
                </ns1:cxn>
                <ns1:cxn ang="0">
                  <ns1:pos x="T42" y="T43"/>
                </ns1:cxn>
                <ns1:cxn ang="0">
                  <ns1:pos x="T44" y="T45"/>
                </ns1:cxn>
                <ns1:cxn ang="0">
                  <ns1:pos x="T46" y="T47"/>
                </ns1:cxn>
                <ns1:cxn ang="0">
                  <ns1:pos x="T48" y="T49"/>
                </ns1:cxn>
                <ns1:cxn ang="0">
                  <ns1:pos x="T50" y="T51"/>
                </ns1:cxn>
                <ns1:cxn ang="0">
                  <ns1:pos x="T52" y="T53"/>
                </ns1:cxn>
                <ns1:cxn ang="0">
                  <ns1:pos x="T54" y="T55"/>
                </ns1:cxn>
                <ns1:cxn ang="0">
                  <ns1:pos x="T56" y="T57"/>
                </ns1:cxn>
                <ns1:cxn ang="0">
                  <ns1:pos x="T58" y="T59"/>
                </ns1:cxn>
                <ns1:cxn ang="0">
                  <ns1:pos x="T60" y="T61"/>
                </ns1:cxn>
              </ns1:cxnLst>
              <ns1:rect l="0" t="0" r="r" b="b"/>
              <ns1:pathLst>
                <ns1:path w="167" h="188">
                  <ns1:moveTo>
                    <ns1:pt x="0" y="0"/>
                  </ns1:moveTo>
                  <ns1:lnTo>
                    <ns1:pt x="15" y="169"/>
                  </ns1:lnTo>
                  <ns1:lnTo>
                    <ns1:pt x="84" y="188"/>
                  </ns1:lnTo>
                  <ns1:lnTo>
                    <ns1:pt x="152" y="169"/>
                  </ns1:lnTo>
                  <ns1:lnTo>
                    <ns1:pt x="167" y="0"/>
                  </ns1:lnTo>
                  <ns1:lnTo>
                    <ns1:pt x="0" y="0"/>
                  </ns1:lnTo>
                  <ns1:close/>
                  <ns1:moveTo>
                    <ns1:pt x="134" y="56"/>
                  </ns1:moveTo>
                  <ns1:lnTo>
                    <ns1:pt x="84" y="56"/>
                  </ns1:lnTo>
                  <ns1:lnTo>
                    <ns1:pt x="54" y="56"/>
                  </ns1:lnTo>
                  <ns1:lnTo>
                    <ns1:pt x="56" y="78"/>
                  </ns1:lnTo>
                  <ns1:lnTo>
                    <ns1:pt x="84" y="78"/>
                  </ns1:lnTo>
                  <ns1:lnTo>
                    <ns1:pt x="132" y="78"/>
                  </ns1:lnTo>
                  <ns1:lnTo>
                    <ns1:pt x="126" y="141"/>
                  </ns1:lnTo>
                  <ns1:lnTo>
                    <ns1:pt x="84" y="153"/>
                  </ns1:lnTo>
                  <ns1:lnTo>
                    <ns1:pt x="84" y="153"/>
                  </ns1:lnTo>
                  <ns1:lnTo>
                    <ns1:pt x="41" y="141"/>
                  </ns1:lnTo>
                  <ns1:lnTo>
                    <ns1:pt x="37" y="107"/>
                  </ns1:lnTo>
                  <ns1:lnTo>
                    <ns1:pt x="59" y="107"/>
                  </ns1:lnTo>
                  <ns1:lnTo>
                    <ns1:pt x="60" y="125"/>
                  </ns1:lnTo>
                  <ns1:lnTo>
                    <ns1:pt x="84" y="131"/>
                  </ns1:lnTo>
                  <ns1:lnTo>
                    <ns1:pt x="84" y="131"/>
                  </ns1:lnTo>
                  <ns1:lnTo>
                    <ns1:pt x="84" y="131"/>
                  </ns1:lnTo>
                  <ns1:lnTo>
                    <ns1:pt x="107" y="125"/>
                  </ns1:lnTo>
                  <ns1:lnTo>
                    <ns1:pt x="109" y="98"/>
                  </ns1:lnTo>
                  <ns1:lnTo>
                    <ns1:pt x="84" y="98"/>
                  </ns1:lnTo>
                  <ns1:lnTo>
                    <ns1:pt x="84" y="98"/>
                  </ns1:lnTo>
                  <ns1:lnTo>
                    <ns1:pt x="37" y="98"/>
                  </ns1:lnTo>
                  <ns1:lnTo>
                    <ns1:pt x="31" y="35"/>
                  </ns1:lnTo>
                  <ns1:lnTo>
                    <ns1:pt x="84" y="35"/>
                  </ns1:lnTo>
                  <ns1:lnTo>
                    <ns1:pt x="136" y="35"/>
                  </ns1:lnTo>
                  <ns1:lnTo>
                    <ns1:pt x="134" y="56"/>
                  </ns1:ln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</ns0:grpSp>
      <ns0:grpSp>
        <ns0:nvGrpSpPr>
          <ns0:cNvPr id="334" name="Group 333"/>
          <ns0:cNvGrpSpPr/>
          <ns0:nvPr/>
        </ns0:nvGrpSpPr>
        <ns0:grpSpPr>
          <ns1:xfrm flipH="1">
            <ns1:off x="10503694" y="5962640"/>
            <ns1:ext cx="393895" cy="478853"/>
            <ns1:chOff x="10004425" y="2801938"/>
            <ns1:chExt cx="404813" cy="492126"/>
          </ns1:xfrm>
          <ns1:solidFill>
            <ns1:schemeClr val="tx1"/>
          </ns1:solidFill>
        </ns0:grpSpPr>
        <ns0:sp>
          <ns0:nvSpPr>
            <ns0:cNvPr id="335" name="Freeform 5"/>
            <ns0:cNvSpPr>
              <ns1:spLocks noEditPoints="1"/>
            </ns0:cNvSpPr>
            <ns0:nvPr/>
          </ns0:nvSpPr>
          <ns0:spPr bwMode="auto">
            <ns1:xfrm>
              <ns1:off x="10039350" y="2801938"/>
              <ns1:ext cx="323850" cy="327025"/>
            </ns1:xfrm>
            <ns1:custGeom>
              <ns1:avLst/>
              <ns1:gdLst>
                <ns1:gd name="T0" fmla="*/ 84 w 84"/>
                <ns1:gd name="T1" fmla="*/ 42 h 85"/>
                <ns1:gd name="T2" fmla="*/ 42 w 84"/>
                <ns1:gd name="T3" fmla="*/ 0 h 85"/>
                <ns1:gd name="T4" fmla="*/ 0 w 84"/>
                <ns1:gd name="T5" fmla="*/ 42 h 85"/>
                <ns1:gd name="T6" fmla="*/ 42 w 84"/>
                <ns1:gd name="T7" fmla="*/ 85 h 85"/>
                <ns1:gd name="T8" fmla="*/ 84 w 84"/>
                <ns1:gd name="T9" fmla="*/ 42 h 85"/>
                <ns1:gd name="T10" fmla="*/ 42 w 84"/>
                <ns1:gd name="T11" fmla="*/ 72 h 85"/>
                <ns1:gd name="T12" fmla="*/ 12 w 84"/>
                <ns1:gd name="T13" fmla="*/ 42 h 85"/>
                <ns1:gd name="T14" fmla="*/ 42 w 84"/>
                <ns1:gd name="T15" fmla="*/ 13 h 85"/>
                <ns1:gd name="T16" fmla="*/ 72 w 84"/>
                <ns1:gd name="T17" fmla="*/ 42 h 85"/>
                <ns1:gd name="T18" fmla="*/ 42 w 84"/>
                <ns1:gd name="T19" fmla="*/ 72 h 85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</ns1:cxnLst>
              <ns1:rect l="0" t="0" r="r" b="b"/>
              <ns1:pathLst>
                <ns1:path w="84" h="85">
                  <ns1:moveTo>
                    <ns1:pt x="84" y="42"/>
                  </ns1:moveTo>
                  <ns1:cubicBezTo>
                    <ns1:pt x="84" y="19"/>
                    <ns1:pt x="65" y="0"/>
                    <ns1:pt x="42" y="0"/>
                  </ns1:cubicBezTo>
                  <ns1:cubicBezTo>
                    <ns1:pt x="19" y="0"/>
                    <ns1:pt x="0" y="19"/>
                    <ns1:pt x="0" y="42"/>
                  </ns1:cubicBezTo>
                  <ns1:cubicBezTo>
                    <ns1:pt x="0" y="66"/>
                    <ns1:pt x="19" y="85"/>
                    <ns1:pt x="42" y="85"/>
                  </ns1:cubicBezTo>
                  <ns1:cubicBezTo>
                    <ns1:pt x="65" y="85"/>
                    <ns1:pt x="84" y="66"/>
                    <ns1:pt x="84" y="42"/>
                  </ns1:cubicBezTo>
                  <ns1:close/>
                  <ns1:moveTo>
                    <ns1:pt x="42" y="72"/>
                  </ns1:moveTo>
                  <ns1:cubicBezTo>
                    <ns1:pt x="26" y="72"/>
                    <ns1:pt x="12" y="59"/>
                    <ns1:pt x="12" y="42"/>
                  </ns1:cubicBezTo>
                  <ns1:cubicBezTo>
                    <ns1:pt x="12" y="26"/>
                    <ns1:pt x="26" y="13"/>
                    <ns1:pt x="42" y="13"/>
                  </ns1:cubicBezTo>
                  <ns1:cubicBezTo>
                    <ns1:pt x="58" y="13"/>
                    <ns1:pt x="72" y="26"/>
                    <ns1:pt x="72" y="42"/>
                  </ns1:cubicBezTo>
                  <ns1:cubicBezTo>
                    <ns1:pt x="72" y="59"/>
                    <ns1:pt x="58" y="72"/>
                    <ns1:pt x="42" y="72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pPr algn="r"/>
              <ns1:endParaRPr lang="id-ID" sz="2700"/>
            </ns1:p>
          </ns0:txBody>
        </ns0:sp>
        <ns0:sp>
          <ns0:nvSpPr>
            <ns0:cNvPr id="336" name="Freeform 6"/>
            <ns0:cNvSpPr>
              <ns1:spLocks/>
            </ns0:cNvSpPr>
            <ns0:nvPr/>
          </ns0:nvSpPr>
          <ns0:spPr bwMode="auto">
            <ns1:xfrm>
              <ns1:off x="10213975" y="3097213"/>
              <ns1:ext cx="195263" cy="196850"/>
            </ns1:xfrm>
            <ns1:custGeom>
              <ns1:avLst/>
              <ns1:gdLst>
                <ns1:gd name="T0" fmla="*/ 28 w 51"/>
                <ns1:gd name="T1" fmla="*/ 0 h 51"/>
                <ns1:gd name="T2" fmla="*/ 0 w 51"/>
                <ns1:gd name="T3" fmla="*/ 12 h 51"/>
                <ns1:gd name="T4" fmla="*/ 26 w 51"/>
                <ns1:gd name="T5" fmla="*/ 51 h 51"/>
                <ns1:gd name="T6" fmla="*/ 29 w 51"/>
                <ns1:gd name="T7" fmla="*/ 29 h 51"/>
                <ns1:gd name="T8" fmla="*/ 51 w 51"/>
                <ns1:gd name="T9" fmla="*/ 35 h 51"/>
                <ns1:gd name="T10" fmla="*/ 28 w 51"/>
                <ns1:gd name="T11" fmla="*/ 0 h 51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</ns1:cxnLst>
              <ns1:rect l="0" t="0" r="r" b="b"/>
              <ns1:pathLst>
                <ns1:path w="51" h="51">
                  <ns1:moveTo>
                    <ns1:pt x="28" y="0"/>
                  </ns1:moveTo>
                  <ns1:cubicBezTo>
                    <ns1:pt x="21" y="7"/>
                    <ns1:pt x="11" y="11"/>
                    <ns1:pt x="0" y="12"/>
                  </ns1:cubicBezTo>
                  <ns1:cubicBezTo>
                    <ns1:pt x="26" y="51"/>
                    <ns1:pt x="26" y="51"/>
                    <ns1:pt x="26" y="51"/>
                  </ns1:cubicBezTo>
                  <ns1:cubicBezTo>
                    <ns1:pt x="29" y="29"/>
                    <ns1:pt x="29" y="29"/>
                    <ns1:pt x="29" y="29"/>
                  </ns1:cubicBezTo>
                  <ns1:cubicBezTo>
                    <ns1:pt x="51" y="35"/>
                    <ns1:pt x="51" y="35"/>
                    <ns1:pt x="51" y="35"/>
                  </ns1:cubicBezTo>
                  <ns1:lnTo>
                    <ns1:pt x="28" y="0"/>
                  </ns1:ln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pPr algn="r"/>
              <ns1:endParaRPr lang="id-ID" sz="2700"/>
            </ns1:p>
          </ns0:txBody>
        </ns0:sp>
        <ns0:sp>
          <ns0:nvSpPr>
            <ns0:cNvPr id="337" name="Freeform 7"/>
            <ns0:cNvSpPr>
              <ns1:spLocks/>
            </ns0:cNvSpPr>
            <ns0:nvPr/>
          </ns0:nvSpPr>
          <ns0:spPr bwMode="auto">
            <ns1:xfrm>
              <ns1:off x="10004425" y="3105151"/>
              <ns1:ext cx="196850" cy="188913"/>
            </ns1:xfrm>
            <ns1:custGeom>
              <ns1:avLst/>
              <ns1:gdLst>
                <ns1:gd name="T0" fmla="*/ 0 w 51"/>
                <ns1:gd name="T1" fmla="*/ 33 h 49"/>
                <ns1:gd name="T2" fmla="*/ 22 w 51"/>
                <ns1:gd name="T3" fmla="*/ 27 h 49"/>
                <ns1:gd name="T4" fmla="*/ 25 w 51"/>
                <ns1:gd name="T5" fmla="*/ 49 h 49"/>
                <ns1:gd name="T6" fmla="*/ 51 w 51"/>
                <ns1:gd name="T7" fmla="*/ 10 h 49"/>
                <ns1:gd name="T8" fmla="*/ 22 w 51"/>
                <ns1:gd name="T9" fmla="*/ 0 h 49"/>
                <ns1:gd name="T10" fmla="*/ 0 w 51"/>
                <ns1:gd name="T11" fmla="*/ 33 h 49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</ns1:cxnLst>
              <ns1:rect l="0" t="0" r="r" b="b"/>
              <ns1:pathLst>
                <ns1:path w="51" h="49">
                  <ns1:moveTo>
                    <ns1:pt x="0" y="33"/>
                  </ns1:moveTo>
                  <ns1:cubicBezTo>
                    <ns1:pt x="22" y="27"/>
                    <ns1:pt x="22" y="27"/>
                    <ns1:pt x="22" y="27"/>
                  </ns1:cubicBezTo>
                  <ns1:cubicBezTo>
                    <ns1:pt x="25" y="49"/>
                    <ns1:pt x="25" y="49"/>
                    <ns1:pt x="25" y="49"/>
                  </ns1:cubicBezTo>
                  <ns1:cubicBezTo>
                    <ns1:pt x="51" y="10"/>
                    <ns1:pt x="51" y="10"/>
                    <ns1:pt x="51" y="10"/>
                  </ns1:cubicBezTo>
                  <ns1:cubicBezTo>
                    <ns1:pt x="40" y="10"/>
                    <ns1:pt x="30" y="6"/>
                    <ns1:pt x="22" y="0"/>
                  </ns1:cubicBezTo>
                  <ns1:lnTo>
                    <ns1:pt x="0" y="33"/>
                  </ns1:ln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pPr algn="r"/>
              <ns1:endParaRPr lang="id-ID" sz="2700"/>
            </ns1:p>
          </ns0:txBody>
        </ns0:sp>
        <ns0:sp>
          <ns0:nvSpPr>
            <ns0:cNvPr id="338" name="Freeform 8"/>
            <ns0:cNvSpPr>
              <ns1:spLocks/>
            </ns0:cNvSpPr>
            <ns0:nvPr/>
          </ns0:nvSpPr>
          <ns0:spPr bwMode="auto">
            <ns1:xfrm>
              <ns1:off x="10125075" y="2886076"/>
              <ns1:ext cx="157163" cy="149225"/>
            </ns1:xfrm>
            <ns1:custGeom>
              <ns1:avLst/>
              <ns1:gdLst>
                <ns1:gd name="T0" fmla="*/ 38 w 41"/>
                <ns1:gd name="T1" fmla="*/ 14 h 39"/>
                <ns1:gd name="T2" fmla="*/ 31 w 41"/>
                <ns1:gd name="T3" fmla="*/ 13 h 39"/>
                <ns1:gd name="T4" fmla="*/ 25 w 41"/>
                <ns1:gd name="T5" fmla="*/ 9 h 39"/>
                <ns1:gd name="T6" fmla="*/ 22 w 41"/>
                <ns1:gd name="T7" fmla="*/ 2 h 39"/>
                <ns1:gd name="T8" fmla="*/ 19 w 41"/>
                <ns1:gd name="T9" fmla="*/ 2 h 39"/>
                <ns1:gd name="T10" fmla="*/ 16 w 41"/>
                <ns1:gd name="T11" fmla="*/ 9 h 39"/>
                <ns1:gd name="T12" fmla="*/ 10 w 41"/>
                <ns1:gd name="T13" fmla="*/ 13 h 39"/>
                <ns1:gd name="T14" fmla="*/ 2 w 41"/>
                <ns1:gd name="T15" fmla="*/ 14 h 39"/>
                <ns1:gd name="T16" fmla="*/ 1 w 41"/>
                <ns1:gd name="T17" fmla="*/ 17 h 39"/>
                <ns1:gd name="T18" fmla="*/ 7 w 41"/>
                <ns1:gd name="T19" fmla="*/ 22 h 39"/>
                <ns1:gd name="T20" fmla="*/ 9 w 41"/>
                <ns1:gd name="T21" fmla="*/ 29 h 39"/>
                <ns1:gd name="T22" fmla="*/ 8 w 41"/>
                <ns1:gd name="T23" fmla="*/ 36 h 39"/>
                <ns1:gd name="T24" fmla="*/ 10 w 41"/>
                <ns1:gd name="T25" fmla="*/ 38 h 39"/>
                <ns1:gd name="T26" fmla="*/ 17 w 41"/>
                <ns1:gd name="T27" fmla="*/ 34 h 39"/>
                <ns1:gd name="T28" fmla="*/ 24 w 41"/>
                <ns1:gd name="T29" fmla="*/ 34 h 39"/>
                <ns1:gd name="T30" fmla="*/ 30 w 41"/>
                <ns1:gd name="T31" fmla="*/ 38 h 39"/>
                <ns1:gd name="T32" fmla="*/ 33 w 41"/>
                <ns1:gd name="T33" fmla="*/ 36 h 39"/>
                <ns1:gd name="T34" fmla="*/ 31 w 41"/>
                <ns1:gd name="T35" fmla="*/ 29 h 39"/>
                <ns1:gd name="T36" fmla="*/ 34 w 41"/>
                <ns1:gd name="T37" fmla="*/ 22 h 39"/>
                <ns1:gd name="T38" fmla="*/ 39 w 41"/>
                <ns1:gd name="T39" fmla="*/ 17 h 39"/>
                <ns1:gd name="T40" fmla="*/ 38 w 41"/>
                <ns1:gd name="T41" fmla="*/ 14 h 39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  <ns1:cxn ang="0">
                  <ns1:pos x="T30" y="T31"/>
                </ns1:cxn>
                <ns1:cxn ang="0">
                  <ns1:pos x="T32" y="T33"/>
                </ns1:cxn>
                <ns1:cxn ang="0">
                  <ns1:pos x="T34" y="T35"/>
                </ns1:cxn>
                <ns1:cxn ang="0">
                  <ns1:pos x="T36" y="T37"/>
                </ns1:cxn>
                <ns1:cxn ang="0">
                  <ns1:pos x="T38" y="T39"/>
                </ns1:cxn>
                <ns1:cxn ang="0">
                  <ns1:pos x="T40" y="T41"/>
                </ns1:cxn>
              </ns1:cxnLst>
              <ns1:rect l="0" t="0" r="r" b="b"/>
              <ns1:pathLst>
                <ns1:path w="41" h="39">
                  <ns1:moveTo>
                    <ns1:pt x="38" y="14"/>
                  </ns1:moveTo>
                  <ns1:cubicBezTo>
                    <ns1:pt x="31" y="13"/>
                    <ns1:pt x="31" y="13"/>
                    <ns1:pt x="31" y="13"/>
                  </ns1:cubicBezTo>
                  <ns1:cubicBezTo>
                    <ns1:pt x="29" y="13"/>
                    <ns1:pt x="26" y="11"/>
                    <ns1:pt x="25" y="9"/>
                  </ns1:cubicBezTo>
                  <ns1:cubicBezTo>
                    <ns1:pt x="22" y="2"/>
                    <ns1:pt x="22" y="2"/>
                    <ns1:pt x="22" y="2"/>
                  </ns1:cubicBezTo>
                  <ns1:cubicBezTo>
                    <ns1:pt x="21" y="0"/>
                    <ns1:pt x="20" y="0"/>
                    <ns1:pt x="19" y="2"/>
                  </ns1:cubicBezTo>
                  <ns1:cubicBezTo>
                    <ns1:pt x="16" y="9"/>
                    <ns1:pt x="16" y="9"/>
                    <ns1:pt x="16" y="9"/>
                  </ns1:cubicBezTo>
                  <ns1:cubicBezTo>
                    <ns1:pt x="15" y="11"/>
                    <ns1:pt x="12" y="13"/>
                    <ns1:pt x="10" y="13"/>
                  </ns1:cubicBezTo>
                  <ns1:cubicBezTo>
                    <ns1:pt x="2" y="14"/>
                    <ns1:pt x="2" y="14"/>
                    <ns1:pt x="2" y="14"/>
                  </ns1:cubicBezTo>
                  <ns1:cubicBezTo>
                    <ns1:pt x="0" y="14"/>
                    <ns1:pt x="0" y="16"/>
                    <ns1:pt x="1" y="17"/>
                  </ns1:cubicBezTo>
                  <ns1:cubicBezTo>
                    <ns1:pt x="7" y="22"/>
                    <ns1:pt x="7" y="22"/>
                    <ns1:pt x="7" y="22"/>
                  </ns1:cubicBezTo>
                  <ns1:cubicBezTo>
                    <ns1:pt x="9" y="24"/>
                    <ns1:pt x="10" y="27"/>
                    <ns1:pt x="9" y="29"/>
                  </ns1:cubicBezTo>
                  <ns1:cubicBezTo>
                    <ns1:pt x="8" y="36"/>
                    <ns1:pt x="8" y="36"/>
                    <ns1:pt x="8" y="36"/>
                  </ns1:cubicBezTo>
                  <ns1:cubicBezTo>
                    <ns1:pt x="7" y="38"/>
                    <ns1:pt x="8" y="39"/>
                    <ns1:pt x="10" y="38"/>
                  </ns1:cubicBezTo>
                  <ns1:cubicBezTo>
                    <ns1:pt x="17" y="34"/>
                    <ns1:pt x="17" y="34"/>
                    <ns1:pt x="17" y="34"/>
                  </ns1:cubicBezTo>
                  <ns1:cubicBezTo>
                    <ns1:pt x="19" y="33"/>
                    <ns1:pt x="22" y="33"/>
                    <ns1:pt x="24" y="34"/>
                  </ns1:cubicBezTo>
                  <ns1:cubicBezTo>
                    <ns1:pt x="30" y="38"/>
                    <ns1:pt x="30" y="38"/>
                    <ns1:pt x="30" y="38"/>
                  </ns1:cubicBezTo>
                  <ns1:cubicBezTo>
                    <ns1:pt x="32" y="39"/>
                    <ns1:pt x="34" y="38"/>
                    <ns1:pt x="33" y="36"/>
                  </ns1:cubicBezTo>
                  <ns1:cubicBezTo>
                    <ns1:pt x="31" y="29"/>
                    <ns1:pt x="31" y="29"/>
                    <ns1:pt x="31" y="29"/>
                  </ns1:cubicBezTo>
                  <ns1:cubicBezTo>
                    <ns1:pt x="31" y="27"/>
                    <ns1:pt x="32" y="24"/>
                    <ns1:pt x="34" y="22"/>
                  </ns1:cubicBezTo>
                  <ns1:cubicBezTo>
                    <ns1:pt x="39" y="17"/>
                    <ns1:pt x="39" y="17"/>
                    <ns1:pt x="39" y="17"/>
                  </ns1:cubicBezTo>
                  <ns1:cubicBezTo>
                    <ns1:pt x="41" y="16"/>
                    <ns1:pt x="41" y="14"/>
                    <ns1:pt x="38" y="14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pPr algn="r"/>
              <ns1:endParaRPr lang="id-ID" sz="2700"/>
            </ns1:p>
          </ns0:txBody>
        </ns0:sp>
      </ns0:grpSp>
      <ns0:sp>
        <ns0:nvSpPr>
          <ns0:cNvPr id="339" name="Freeform 5"/>
          <ns0:cNvSpPr>
            <ns1:spLocks noEditPoints="1"/>
          </ns0:cNvSpPr>
          <ns0:nvPr/>
        </ns0:nvSpPr>
        <ns0:spPr bwMode="auto">
          <ns1:xfrm>
            <ns1:off x="11446543" y="6014514"/>
            <ns1:ext cx="374663" cy="375102"/>
          </ns1:xfrm>
          <ns1:custGeom>
            <ns1:avLst/>
            <ns1:gdLst>
              <ns1:gd name="T0" fmla="*/ 345 w 360"/>
              <ns1:gd name="T1" fmla="*/ 206 h 360"/>
              <ns1:gd name="T2" fmla="*/ 347 w 360"/>
              <ns1:gd name="T3" fmla="*/ 180 h 360"/>
              <ns1:gd name="T4" fmla="*/ 180 w 360"/>
              <ns1:gd name="T5" fmla="*/ 13 h 360"/>
              <ns1:gd name="T6" fmla="*/ 154 w 360"/>
              <ns1:gd name="T7" fmla="*/ 15 h 360"/>
              <ns1:gd name="T8" fmla="*/ 101 w 360"/>
              <ns1:gd name="T9" fmla="*/ 0 h 360"/>
              <ns1:gd name="T10" fmla="*/ 0 w 360"/>
              <ns1:gd name="T11" fmla="*/ 101 h 360"/>
              <ns1:gd name="T12" fmla="*/ 15 w 360"/>
              <ns1:gd name="T13" fmla="*/ 154 h 360"/>
              <ns1:gd name="T14" fmla="*/ 13 w 360"/>
              <ns1:gd name="T15" fmla="*/ 180 h 360"/>
              <ns1:gd name="T16" fmla="*/ 180 w 360"/>
              <ns1:gd name="T17" fmla="*/ 347 h 360"/>
              <ns1:gd name="T18" fmla="*/ 206 w 360"/>
              <ns1:gd name="T19" fmla="*/ 345 h 360"/>
              <ns1:gd name="T20" fmla="*/ 259 w 360"/>
              <ns1:gd name="T21" fmla="*/ 360 h 360"/>
              <ns1:gd name="T22" fmla="*/ 360 w 360"/>
              <ns1:gd name="T23" fmla="*/ 259 h 360"/>
              <ns1:gd name="T24" fmla="*/ 345 w 360"/>
              <ns1:gd name="T25" fmla="*/ 206 h 360"/>
              <ns1:gd name="T26" fmla="*/ 259 w 360"/>
              <ns1:gd name="T27" fmla="*/ 256 h 360"/>
              <ns1:gd name="T28" fmla="*/ 228 w 360"/>
              <ns1:gd name="T29" fmla="*/ 280 h 360"/>
              <ns1:gd name="T30" fmla="*/ 180 w 360"/>
              <ns1:gd name="T31" fmla="*/ 288 h 360"/>
              <ns1:gd name="T32" fmla="*/ 125 w 360"/>
              <ns1:gd name="T33" fmla="*/ 277 h 360"/>
              <ns1:gd name="T34" fmla="*/ 100 w 360"/>
              <ns1:gd name="T35" fmla="*/ 254 h 360"/>
              <ns1:gd name="T36" fmla="*/ 90 w 360"/>
              <ns1:gd name="T37" fmla="*/ 227 h 360"/>
              <ns1:gd name="T38" fmla="*/ 96 w 360"/>
              <ns1:gd name="T39" fmla="*/ 213 h 360"/>
              <ns1:gd name="T40" fmla="*/ 111 w 360"/>
              <ns1:gd name="T41" fmla="*/ 207 h 360"/>
              <ns1:gd name="T42" fmla="*/ 124 w 360"/>
              <ns1:gd name="T43" fmla="*/ 212 h 360"/>
              <ns1:gd name="T44" fmla="*/ 133 w 360"/>
              <ns1:gd name="T45" fmla="*/ 225 h 360"/>
              <ns1:gd name="T46" fmla="*/ 142 w 360"/>
              <ns1:gd name="T47" fmla="*/ 241 h 360"/>
              <ns1:gd name="T48" fmla="*/ 155 w 360"/>
              <ns1:gd name="T49" fmla="*/ 252 h 360"/>
              <ns1:gd name="T50" fmla="*/ 179 w 360"/>
              <ns1:gd name="T51" fmla="*/ 256 h 360"/>
              <ns1:gd name="T52" fmla="*/ 211 w 360"/>
              <ns1:gd name="T53" fmla="*/ 247 h 360"/>
              <ns1:gd name="T54" fmla="*/ 224 w 360"/>
              <ns1:gd name="T55" fmla="*/ 226 h 360"/>
              <ns1:gd name="T56" fmla="*/ 217 w 360"/>
              <ns1:gd name="T57" fmla="*/ 210 h 360"/>
              <ns1:gd name="T58" fmla="*/ 200 w 360"/>
              <ns1:gd name="T59" fmla="*/ 200 h 360"/>
              <ns1:gd name="T60" fmla="*/ 171 w 360"/>
              <ns1:gd name="T61" fmla="*/ 193 h 360"/>
              <ns1:gd name="T62" fmla="*/ 130 w 360"/>
              <ns1:gd name="T63" fmla="*/ 181 h 360"/>
              <ns1:gd name="T64" fmla="*/ 104 w 360"/>
              <ns1:gd name="T65" fmla="*/ 161 h 360"/>
              <ns1:gd name="T66" fmla="*/ 94 w 360"/>
              <ns1:gd name="T67" fmla="*/ 131 h 360"/>
              <ns1:gd name="T68" fmla="*/ 105 w 360"/>
              <ns1:gd name="T69" fmla="*/ 100 h 360"/>
              <ns1:gd name="T70" fmla="*/ 134 w 360"/>
              <ns1:gd name="T71" fmla="*/ 79 h 360"/>
              <ns1:gd name="T72" fmla="*/ 179 w 360"/>
              <ns1:gd name="T73" fmla="*/ 72 h 360"/>
              <ns1:gd name="T74" fmla="*/ 215 w 360"/>
              <ns1:gd name="T75" fmla="*/ 77 h 360"/>
              <ns1:gd name="T76" fmla="*/ 241 w 360"/>
              <ns1:gd name="T77" fmla="*/ 89 h 360"/>
              <ns1:gd name="T78" fmla="*/ 255 w 360"/>
              <ns1:gd name="T79" fmla="*/ 106 h 360"/>
              <ns1:gd name="T80" fmla="*/ 260 w 360"/>
              <ns1:gd name="T81" fmla="*/ 123 h 360"/>
              <ns1:gd name="T82" fmla="*/ 254 w 360"/>
              <ns1:gd name="T83" fmla="*/ 137 h 360"/>
              <ns1:gd name="T84" fmla="*/ 239 w 360"/>
              <ns1:gd name="T85" fmla="*/ 144 h 360"/>
              <ns1:gd name="T86" fmla="*/ 227 w 360"/>
              <ns1:gd name="T87" fmla="*/ 140 h 360"/>
              <ns1:gd name="T88" fmla="*/ 218 w 360"/>
              <ns1:gd name="T89" fmla="*/ 128 h 360"/>
              <ns1:gd name="T90" fmla="*/ 203 w 360"/>
              <ns1:gd name="T91" fmla="*/ 110 h 360"/>
              <ns1:gd name="T92" fmla="*/ 176 w 360"/>
              <ns1:gd name="T93" fmla="*/ 103 h 360"/>
              <ns1:gd name="T94" fmla="*/ 148 w 360"/>
              <ns1:gd name="T95" fmla="*/ 110 h 360"/>
              <ns1:gd name="T96" fmla="*/ 138 w 360"/>
              <ns1:gd name="T97" fmla="*/ 127 h 360"/>
              <ns1:gd name="T98" fmla="*/ 141 w 360"/>
              <ns1:gd name="T99" fmla="*/ 137 h 360"/>
              <ns1:gd name="T100" fmla="*/ 151 w 360"/>
              <ns1:gd name="T101" fmla="*/ 145 h 360"/>
              <ns1:gd name="T102" fmla="*/ 164 w 360"/>
              <ns1:gd name="T103" fmla="*/ 150 h 360"/>
              <ns1:gd name="T104" fmla="*/ 186 w 360"/>
              <ns1:gd name="T105" fmla="*/ 155 h 360"/>
              <ns1:gd name="T106" fmla="*/ 220 w 360"/>
              <ns1:gd name="T107" fmla="*/ 164 h 360"/>
              <ns1:gd name="T108" fmla="*/ 247 w 360"/>
              <ns1:gd name="T109" fmla="*/ 176 h 360"/>
              <ns1:gd name="T110" fmla="*/ 264 w 360"/>
              <ns1:gd name="T111" fmla="*/ 195 h 360"/>
              <ns1:gd name="T112" fmla="*/ 270 w 360"/>
              <ns1:gd name="T113" fmla="*/ 222 h 360"/>
              <ns1:gd name="T114" fmla="*/ 259 w 360"/>
              <ns1:gd name="T115" fmla="*/ 256 h 360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  <ns1:cxn ang="0">
                <ns1:pos x="T32" y="T33"/>
              </ns1:cxn>
              <ns1:cxn ang="0">
                <ns1:pos x="T34" y="T35"/>
              </ns1:cxn>
              <ns1:cxn ang="0">
                <ns1:pos x="T36" y="T37"/>
              </ns1:cxn>
              <ns1:cxn ang="0">
                <ns1:pos x="T38" y="T39"/>
              </ns1:cxn>
              <ns1:cxn ang="0">
                <ns1:pos x="T40" y="T41"/>
              </ns1:cxn>
              <ns1:cxn ang="0">
                <ns1:pos x="T42" y="T43"/>
              </ns1:cxn>
              <ns1:cxn ang="0">
                <ns1:pos x="T44" y="T45"/>
              </ns1:cxn>
              <ns1:cxn ang="0">
                <ns1:pos x="T46" y="T47"/>
              </ns1:cxn>
              <ns1:cxn ang="0">
                <ns1:pos x="T48" y="T49"/>
              </ns1:cxn>
              <ns1:cxn ang="0">
                <ns1:pos x="T50" y="T51"/>
              </ns1:cxn>
              <ns1:cxn ang="0">
                <ns1:pos x="T52" y="T53"/>
              </ns1:cxn>
              <ns1:cxn ang="0">
                <ns1:pos x="T54" y="T55"/>
              </ns1:cxn>
              <ns1:cxn ang="0">
                <ns1:pos x="T56" y="T57"/>
              </ns1:cxn>
              <ns1:cxn ang="0">
                <ns1:pos x="T58" y="T59"/>
              </ns1:cxn>
              <ns1:cxn ang="0">
                <ns1:pos x="T60" y="T61"/>
              </ns1:cxn>
              <ns1:cxn ang="0">
                <ns1:pos x="T62" y="T63"/>
              </ns1:cxn>
              <ns1:cxn ang="0">
                <ns1:pos x="T64" y="T65"/>
              </ns1:cxn>
              <ns1:cxn ang="0">
                <ns1:pos x="T66" y="T67"/>
              </ns1:cxn>
              <ns1:cxn ang="0">
                <ns1:pos x="T68" y="T69"/>
              </ns1:cxn>
              <ns1:cxn ang="0">
                <ns1:pos x="T70" y="T71"/>
              </ns1:cxn>
              <ns1:cxn ang="0">
                <ns1:pos x="T72" y="T73"/>
              </ns1:cxn>
              <ns1:cxn ang="0">
                <ns1:pos x="T74" y="T75"/>
              </ns1:cxn>
              <ns1:cxn ang="0">
                <ns1:pos x="T76" y="T77"/>
              </ns1:cxn>
              <ns1:cxn ang="0">
                <ns1:pos x="T78" y="T79"/>
              </ns1:cxn>
              <ns1:cxn ang="0">
                <ns1:pos x="T80" y="T81"/>
              </ns1:cxn>
              <ns1:cxn ang="0">
                <ns1:pos x="T82" y="T83"/>
              </ns1:cxn>
              <ns1:cxn ang="0">
                <ns1:pos x="T84" y="T85"/>
              </ns1:cxn>
              <ns1:cxn ang="0">
                <ns1:pos x="T86" y="T87"/>
              </ns1:cxn>
              <ns1:cxn ang="0">
                <ns1:pos x="T88" y="T89"/>
              </ns1:cxn>
              <ns1:cxn ang="0">
                <ns1:pos x="T90" y="T91"/>
              </ns1:cxn>
              <ns1:cxn ang="0">
                <ns1:pos x="T92" y="T93"/>
              </ns1:cxn>
              <ns1:cxn ang="0">
                <ns1:pos x="T94" y="T95"/>
              </ns1:cxn>
              <ns1:cxn ang="0">
                <ns1:pos x="T96" y="T97"/>
              </ns1:cxn>
              <ns1:cxn ang="0">
                <ns1:pos x="T98" y="T99"/>
              </ns1:cxn>
              <ns1:cxn ang="0">
                <ns1:pos x="T100" y="T101"/>
              </ns1:cxn>
              <ns1:cxn ang="0">
                <ns1:pos x="T102" y="T103"/>
              </ns1:cxn>
              <ns1:cxn ang="0">
                <ns1:pos x="T104" y="T105"/>
              </ns1:cxn>
              <ns1:cxn ang="0">
                <ns1:pos x="T106" y="T107"/>
              </ns1:cxn>
              <ns1:cxn ang="0">
                <ns1:pos x="T108" y="T109"/>
              </ns1:cxn>
              <ns1:cxn ang="0">
                <ns1:pos x="T110" y="T111"/>
              </ns1:cxn>
              <ns1:cxn ang="0">
                <ns1:pos x="T112" y="T113"/>
              </ns1:cxn>
              <ns1:cxn ang="0">
                <ns1:pos x="T114" y="T115"/>
              </ns1:cxn>
            </ns1:cxnLst>
            <ns1:rect l="0" t="0" r="r" b="b"/>
            <ns1:pathLst>
              <ns1:path w="360" h="360">
                <ns1:moveTo>
                  <ns1:pt x="345" y="206"/>
                </ns1:moveTo>
                <ns1:cubicBezTo>
                  <ns1:pt x="346" y="198"/>
                  <ns1:pt x="347" y="189"/>
                  <ns1:pt x="347" y="180"/>
                </ns1:cubicBezTo>
                <ns1:cubicBezTo>
                  <ns1:pt x="347" y="88"/>
                  <ns1:pt x="272" y="13"/>
                  <ns1:pt x="180" y="13"/>
                </ns1:cubicBezTo>
                <ns1:cubicBezTo>
                  <ns1:pt x="171" y="13"/>
                  <ns1:pt x="162" y="14"/>
                  <ns1:pt x="154" y="15"/>
                </ns1:cubicBezTo>
                <ns1:cubicBezTo>
                  <ns1:pt x="139" y="6"/>
                  <ns1:pt x="120" y="0"/>
                  <ns1:pt x="101" y="0"/>
                </ns1:cubicBezTo>
                <ns1:cubicBezTo>
                  <ns1:pt x="45" y="0"/>
                  <ns1:pt x="0" y="45"/>
                  <ns1:pt x="0" y="101"/>
                </ns1:cubicBezTo>
                <ns1:cubicBezTo>
                  <ns1:pt x="0" y="120"/>
                  <ns1:pt x="6" y="139"/>
                  <ns1:pt x="15" y="154"/>
                </ns1:cubicBezTo>
                <ns1:cubicBezTo>
                  <ns1:pt x="14" y="163"/>
                  <ns1:pt x="13" y="171"/>
                  <ns1:pt x="13" y="180"/>
                </ns1:cubicBezTo>
                <ns1:cubicBezTo>
                  <ns1:pt x="13" y="272"/>
                  <ns1:pt x="88" y="347"/>
                  <ns1:pt x="180" y="347"/>
                </ns1:cubicBezTo>
                <ns1:cubicBezTo>
                  <ns1:pt x="189" y="347"/>
                  <ns1:pt x="198" y="346"/>
                  <ns1:pt x="206" y="345"/>
                </ns1:cubicBezTo>
                <ns1:cubicBezTo>
                  <ns1:pt x="221" y="355"/>
                  <ns1:pt x="240" y="360"/>
                  <ns1:pt x="259" y="360"/>
                </ns1:cubicBezTo>
                <ns1:cubicBezTo>
                  <ns1:pt x="315" y="360"/>
                  <ns1:pt x="360" y="315"/>
                  <ns1:pt x="360" y="259"/>
                </ns1:cubicBezTo>
                <ns1:cubicBezTo>
                  <ns1:pt x="360" y="240"/>
                  <ns1:pt x="355" y="222"/>
                  <ns1:pt x="345" y="206"/>
                </ns1:cubicBezTo>
                <ns1:close/>
                <ns1:moveTo>
                  <ns1:pt x="259" y="256"/>
                </ns1:moveTo>
                <ns1:cubicBezTo>
                  <ns1:pt x="252" y="266"/>
                  <ns1:pt x="242" y="274"/>
                  <ns1:pt x="228" y="280"/>
                </ns1:cubicBezTo>
                <ns1:cubicBezTo>
                  <ns1:pt x="215" y="286"/>
                  <ns1:pt x="199" y="288"/>
                  <ns1:pt x="180" y="288"/>
                </ns1:cubicBezTo>
                <ns1:cubicBezTo>
                  <ns1:pt x="158" y="288"/>
                  <ns1:pt x="139" y="285"/>
                  <ns1:pt x="125" y="277"/>
                </ns1:cubicBezTo>
                <ns1:cubicBezTo>
                  <ns1:pt x="115" y="271"/>
                  <ns1:pt x="106" y="264"/>
                  <ns1:pt x="100" y="254"/>
                </ns1:cubicBezTo>
                <ns1:cubicBezTo>
                  <ns1:pt x="93" y="245"/>
                  <ns1:pt x="90" y="236"/>
                  <ns1:pt x="90" y="227"/>
                </ns1:cubicBezTo>
                <ns1:cubicBezTo>
                  <ns1:pt x="90" y="221"/>
                  <ns1:pt x="92" y="217"/>
                  <ns1:pt x="96" y="213"/>
                </ns1:cubicBezTo>
                <ns1:cubicBezTo>
                  <ns1:pt x="100" y="209"/>
                  <ns1:pt x="105" y="207"/>
                  <ns1:pt x="111" y="207"/>
                </ns1:cubicBezTo>
                <ns1:cubicBezTo>
                  <ns1:pt x="116" y="207"/>
                  <ns1:pt x="120" y="209"/>
                  <ns1:pt x="124" y="212"/>
                </ns1:cubicBezTo>
                <ns1:cubicBezTo>
                  <ns1:pt x="127" y="215"/>
                  <ns1:pt x="130" y="219"/>
                  <ns1:pt x="133" y="225"/>
                </ns1:cubicBezTo>
                <ns1:cubicBezTo>
                  <ns1:pt x="135" y="231"/>
                  <ns1:pt x="138" y="237"/>
                  <ns1:pt x="142" y="241"/>
                </ns1:cubicBezTo>
                <ns1:cubicBezTo>
                  <ns1:pt x="145" y="245"/>
                  <ns1:pt x="150" y="249"/>
                  <ns1:pt x="155" y="252"/>
                </ns1:cubicBezTo>
                <ns1:cubicBezTo>
                  <ns1:pt x="161" y="255"/>
                  <ns1:pt x="169" y="256"/>
                  <ns1:pt x="179" y="256"/>
                </ns1:cubicBezTo>
                <ns1:cubicBezTo>
                  <ns1:pt x="192" y="256"/>
                  <ns1:pt x="203" y="253"/>
                  <ns1:pt x="211" y="247"/>
                </ns1:cubicBezTo>
                <ns1:cubicBezTo>
                  <ns1:pt x="220" y="242"/>
                  <ns1:pt x="224" y="235"/>
                  <ns1:pt x="224" y="226"/>
                </ns1:cubicBezTo>
                <ns1:cubicBezTo>
                  <ns1:pt x="224" y="219"/>
                  <ns1:pt x="221" y="214"/>
                  <ns1:pt x="217" y="210"/>
                </ns1:cubicBezTo>
                <ns1:cubicBezTo>
                  <ns1:pt x="213" y="206"/>
                  <ns1:pt x="207" y="203"/>
                  <ns1:pt x="200" y="200"/>
                </ns1:cubicBezTo>
                <ns1:cubicBezTo>
                  <ns1:pt x="193" y="198"/>
                  <ns1:pt x="183" y="196"/>
                  <ns1:pt x="171" y="193"/>
                </ns1:cubicBezTo>
                <ns1:cubicBezTo>
                  <ns1:pt x="155" y="190"/>
                  <ns1:pt x="141" y="185"/>
                  <ns1:pt x="130" y="181"/>
                </ns1:cubicBezTo>
                <ns1:cubicBezTo>
                  <ns1:pt x="119" y="176"/>
                  <ns1:pt x="111" y="170"/>
                  <ns1:pt x="104" y="161"/>
                </ns1:cubicBezTo>
                <ns1:cubicBezTo>
                  <ns1:pt x="98" y="153"/>
                  <ns1:pt x="94" y="143"/>
                  <ns1:pt x="94" y="131"/>
                </ns1:cubicBezTo>
                <ns1:cubicBezTo>
                  <ns1:pt x="94" y="119"/>
                  <ns1:pt x="98" y="109"/>
                  <ns1:pt x="105" y="100"/>
                </ns1:cubicBezTo>
                <ns1:cubicBezTo>
                  <ns1:pt x="111" y="91"/>
                  <ns1:pt x="121" y="84"/>
                  <ns1:pt x="134" y="79"/>
                </ns1:cubicBezTo>
                <ns1:cubicBezTo>
                  <ns1:pt x="147" y="74"/>
                  <ns1:pt x="162" y="72"/>
                  <ns1:pt x="179" y="72"/>
                </ns1:cubicBezTo>
                <ns1:cubicBezTo>
                  <ns1:pt x="193" y="72"/>
                  <ns1:pt x="205" y="73"/>
                  <ns1:pt x="215" y="77"/>
                </ns1:cubicBezTo>
                <ns1:cubicBezTo>
                  <ns1:pt x="226" y="80"/>
                  <ns1:pt x="234" y="84"/>
                  <ns1:pt x="241" y="89"/>
                </ns1:cubicBezTo>
                <ns1:cubicBezTo>
                  <ns1:pt x="247" y="95"/>
                  <ns1:pt x="252" y="100"/>
                  <ns1:pt x="255" y="106"/>
                </ns1:cubicBezTo>
                <ns1:cubicBezTo>
                  <ns1:pt x="259" y="112"/>
                  <ns1:pt x="260" y="118"/>
                  <ns1:pt x="260" y="123"/>
                </ns1:cubicBezTo>
                <ns1:cubicBezTo>
                  <ns1:pt x="260" y="129"/>
                  <ns1:pt x="258" y="133"/>
                  <ns1:pt x="254" y="137"/>
                </ns1:cubicBezTo>
                <ns1:cubicBezTo>
                  <ns1:pt x="250" y="142"/>
                  <ns1:pt x="245" y="144"/>
                  <ns1:pt x="239" y="144"/>
                </ns1:cubicBezTo>
                <ns1:cubicBezTo>
                  <ns1:pt x="234" y="144"/>
                  <ns1:pt x="230" y="142"/>
                  <ns1:pt x="227" y="140"/>
                </ns1:cubicBezTo>
                <ns1:cubicBezTo>
                  <ns1:pt x="224" y="137"/>
                  <ns1:pt x="221" y="133"/>
                  <ns1:pt x="218" y="128"/>
                </ns1:cubicBezTo>
                <ns1:cubicBezTo>
                  <ns1:pt x="214" y="120"/>
                  <ns1:pt x="209" y="114"/>
                  <ns1:pt x="203" y="110"/>
                </ns1:cubicBezTo>
                <ns1:cubicBezTo>
                  <ns1:pt x="198" y="105"/>
                  <ns1:pt x="189" y="103"/>
                  <ns1:pt x="176" y="103"/>
                </ns1:cubicBezTo>
                <ns1:cubicBezTo>
                  <ns1:pt x="165" y="103"/>
                  <ns1:pt x="155" y="106"/>
                  <ns1:pt x="148" y="110"/>
                </ns1:cubicBezTo>
                <ns1:cubicBezTo>
                  <ns1:pt x="141" y="115"/>
                  <ns1:pt x="138" y="120"/>
                  <ns1:pt x="138" y="127"/>
                </ns1:cubicBezTo>
                <ns1:cubicBezTo>
                  <ns1:pt x="138" y="131"/>
                  <ns1:pt x="139" y="134"/>
                  <ns1:pt x="141" y="137"/>
                </ns1:cubicBezTo>
                <ns1:cubicBezTo>
                  <ns1:pt x="144" y="140"/>
                  <ns1:pt x="147" y="143"/>
                  <ns1:pt x="151" y="145"/>
                </ns1:cubicBezTo>
                <ns1:cubicBezTo>
                  <ns1:pt x="156" y="147"/>
                  <ns1:pt x="160" y="149"/>
                  <ns1:pt x="164" y="150"/>
                </ns1:cubicBezTo>
                <ns1:cubicBezTo>
                  <ns1:pt x="169" y="151"/>
                  <ns1:pt x="176" y="153"/>
                  <ns1:pt x="186" y="155"/>
                </ns1:cubicBezTo>
                <ns1:cubicBezTo>
                  <ns1:pt x="199" y="158"/>
                  <ns1:pt x="210" y="161"/>
                  <ns1:pt x="220" y="164"/>
                </ns1:cubicBezTo>
                <ns1:cubicBezTo>
                  <ns1:pt x="231" y="168"/>
                  <ns1:pt x="239" y="172"/>
                  <ns1:pt x="247" y="176"/>
                </ns1:cubicBezTo>
                <ns1:cubicBezTo>
                  <ns1:pt x="254" y="181"/>
                  <ns1:pt x="260" y="187"/>
                  <ns1:pt x="264" y="195"/>
                </ns1:cubicBezTo>
                <ns1:cubicBezTo>
                  <ns1:pt x="268" y="202"/>
                  <ns1:pt x="270" y="211"/>
                  <ns1:pt x="270" y="222"/>
                </ns1:cubicBezTo>
                <ns1:cubicBezTo>
                  <ns1:pt x="270" y="234"/>
                  <ns1:pt x="266" y="246"/>
                  <ns1:pt x="259" y="256"/>
                </ns1:cubicBezTo>
                <ns1:close/>
              </ns1:path>
            </ns1:pathLst>
          </ns1:custGeom>
          <ns1:solidFill>
            <ns1:schemeClr val="tx1"/>
          </ns1:solidFill>
          <ns1:ln>
            <ns1:noFill/>
          </ns1:ln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id-ID" sz="2700"/>
          </ns1:p>
        </ns0:txBody>
      </ns0:sp>
    </ns0:spTree>
    <ns0:extLst>
      <ns0:ext uri="{BB962C8B-B14F-4D97-AF65-F5344CB8AC3E}">
        <ns3:creationId val="2605469774"/>
      </ns0:ext>
    </ns0:extLst>
  </ns0:cSld>
  <ns0:clrMapOvr>
    <ns1:masterClrMapping/>
  </ns0:clrMapOvr>
</ns0:sld>
</file>

<file path=ppt/slides/slide32.xml><?xml version="1.0" encoding="utf-8"?>
<ns0:sld xmlns:ns0="http://schemas.openxmlformats.org/presentationml/2006/main" xmlns:ns1="http://schemas.openxmlformats.org/drawingml/2006/main" xmlns:ns2="http://schemas.microsoft.com/office/drawing/2010/main" xmlns:ns3="http://schemas.microsoft.com/office/powerpoint/2010/main">
  <ns0:cSld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4" name="Freeform 13"/>
          <ns0:cNvSpPr>
            <ns1:spLocks/>
          </ns0:cNvSpPr>
          <ns0:nvPr/>
        </ns0:nvSpPr>
        <ns0:spPr bwMode="auto">
          <ns1:xfrm>
            <ns1:off x="450395" y="404048"/>
            <ns1:ext cx="235387" cy="316061"/>
          </ns1:xfrm>
          <ns1:custGeom>
            <ns1:avLst/>
            <ns1:gdLst>
              <ns1:gd name="T0" fmla="*/ 223 w 268"/>
              <ns1:gd name="T1" fmla="*/ 270 h 360"/>
              <ns1:gd name="T2" fmla="*/ 134 w 268"/>
              <ns1:gd name="T3" fmla="*/ 270 h 360"/>
              <ns1:gd name="T4" fmla="*/ 103 w 268"/>
              <ns1:gd name="T5" fmla="*/ 257 h 360"/>
              <ns1:gd name="T6" fmla="*/ 90 w 268"/>
              <ns1:gd name="T7" fmla="*/ 225 h 360"/>
              <ns1:gd name="T8" fmla="*/ 90 w 268"/>
              <ns1:gd name="T9" fmla="*/ 194 h 360"/>
              <ns1:gd name="T10" fmla="*/ 216 w 268"/>
              <ns1:gd name="T11" fmla="*/ 194 h 360"/>
              <ns1:gd name="T12" fmla="*/ 246 w 268"/>
              <ns1:gd name="T13" fmla="*/ 182 h 360"/>
              <ns1:gd name="T14" fmla="*/ 258 w 268"/>
              <ns1:gd name="T15" fmla="*/ 152 h 360"/>
              <ns1:gd name="T16" fmla="*/ 246 w 268"/>
              <ns1:gd name="T17" fmla="*/ 123 h 360"/>
              <ns1:gd name="T18" fmla="*/ 216 w 268"/>
              <ns1:gd name="T19" fmla="*/ 110 h 360"/>
              <ns1:gd name="T20" fmla="*/ 90 w 268"/>
              <ns1:gd name="T21" fmla="*/ 110 h 360"/>
              <ns1:gd name="T22" fmla="*/ 90 w 268"/>
              <ns1:gd name="T23" fmla="*/ 45 h 360"/>
              <ns1:gd name="T24" fmla="*/ 77 w 268"/>
              <ns1:gd name="T25" fmla="*/ 13 h 360"/>
              <ns1:gd name="T26" fmla="*/ 45 w 268"/>
              <ns1:gd name="T27" fmla="*/ 0 h 360"/>
              <ns1:gd name="T28" fmla="*/ 13 w 268"/>
              <ns1:gd name="T29" fmla="*/ 13 h 360"/>
              <ns1:gd name="T30" fmla="*/ 0 w 268"/>
              <ns1:gd name="T31" fmla="*/ 45 h 360"/>
              <ns1:gd name="T32" fmla="*/ 0 w 268"/>
              <ns1:gd name="T33" fmla="*/ 225 h 360"/>
              <ns1:gd name="T34" fmla="*/ 39 w 268"/>
              <ns1:gd name="T35" fmla="*/ 321 h 360"/>
              <ns1:gd name="T36" fmla="*/ 134 w 268"/>
              <ns1:gd name="T37" fmla="*/ 360 h 360"/>
              <ns1:gd name="T38" fmla="*/ 223 w 268"/>
              <ns1:gd name="T39" fmla="*/ 360 h 360"/>
              <ns1:gd name="T40" fmla="*/ 255 w 268"/>
              <ns1:gd name="T41" fmla="*/ 347 h 360"/>
              <ns1:gd name="T42" fmla="*/ 268 w 268"/>
              <ns1:gd name="T43" fmla="*/ 315 h 360"/>
              <ns1:gd name="T44" fmla="*/ 255 w 268"/>
              <ns1:gd name="T45" fmla="*/ 283 h 360"/>
              <ns1:gd name="T46" fmla="*/ 223 w 268"/>
              <ns1:gd name="T47" fmla="*/ 270 h 360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  <ns1:cxn ang="0">
                <ns1:pos x="T32" y="T33"/>
              </ns1:cxn>
              <ns1:cxn ang="0">
                <ns1:pos x="T34" y="T35"/>
              </ns1:cxn>
              <ns1:cxn ang="0">
                <ns1:pos x="T36" y="T37"/>
              </ns1:cxn>
              <ns1:cxn ang="0">
                <ns1:pos x="T38" y="T39"/>
              </ns1:cxn>
              <ns1:cxn ang="0">
                <ns1:pos x="T40" y="T41"/>
              </ns1:cxn>
              <ns1:cxn ang="0">
                <ns1:pos x="T42" y="T43"/>
              </ns1:cxn>
              <ns1:cxn ang="0">
                <ns1:pos x="T44" y="T45"/>
              </ns1:cxn>
              <ns1:cxn ang="0">
                <ns1:pos x="T46" y="T47"/>
              </ns1:cxn>
            </ns1:cxnLst>
            <ns1:rect l="0" t="0" r="r" b="b"/>
            <ns1:pathLst>
              <ns1:path w="268" h="360">
                <ns1:moveTo>
                  <ns1:pt x="223" y="270"/>
                </ns1:moveTo>
                <ns1:cubicBezTo>
                  <ns1:pt x="134" y="270"/>
                  <ns1:pt x="134" y="270"/>
                  <ns1:pt x="134" y="270"/>
                </ns1:cubicBezTo>
                <ns1:cubicBezTo>
                  <ns1:pt x="122" y="270"/>
                  <ns1:pt x="111" y="266"/>
                  <ns1:pt x="103" y="257"/>
                </ns1:cubicBezTo>
                <ns1:cubicBezTo>
                  <ns1:pt x="94" y="248"/>
                  <ns1:pt x="90" y="238"/>
                  <ns1:pt x="90" y="225"/>
                </ns1:cubicBezTo>
                <ns1:cubicBezTo>
                  <ns1:pt x="90" y="194"/>
                  <ns1:pt x="90" y="194"/>
                  <ns1:pt x="90" y="194"/>
                </ns1:cubicBezTo>
                <ns1:cubicBezTo>
                  <ns1:pt x="216" y="194"/>
                  <ns1:pt x="216" y="194"/>
                  <ns1:pt x="216" y="194"/>
                </ns1:cubicBezTo>
                <ns1:cubicBezTo>
                  <ns1:pt x="228" y="194"/>
                  <ns1:pt x="238" y="190"/>
                  <ns1:pt x="246" y="182"/>
                </ns1:cubicBezTo>
                <ns1:cubicBezTo>
                  <ns1:pt x="254" y="173"/>
                  <ns1:pt x="258" y="163"/>
                  <ns1:pt x="258" y="152"/>
                </ns1:cubicBezTo>
                <ns1:cubicBezTo>
                  <ns1:pt x="258" y="141"/>
                  <ns1:pt x="254" y="131"/>
                  <ns1:pt x="246" y="123"/>
                </ns1:cubicBezTo>
                <ns1:cubicBezTo>
                  <ns1:pt x="238" y="114"/>
                  <ns1:pt x="228" y="110"/>
                  <ns1:pt x="216" y="110"/>
                </ns1:cubicBezTo>
                <ns1:cubicBezTo>
                  <ns1:pt x="90" y="110"/>
                  <ns1:pt x="90" y="110"/>
                  <ns1:pt x="90" y="110"/>
                </ns1:cubicBezTo>
                <ns1:cubicBezTo>
                  <ns1:pt x="90" y="45"/>
                  <ns1:pt x="90" y="45"/>
                  <ns1:pt x="90" y="45"/>
                </ns1:cubicBezTo>
                <ns1:cubicBezTo>
                  <ns1:pt x="90" y="33"/>
                  <ns1:pt x="85" y="22"/>
                  <ns1:pt x="77" y="13"/>
                </ns1:cubicBezTo>
                <ns1:cubicBezTo>
                  <ns1:pt x="68" y="4"/>
                  <ns1:pt x="57" y="0"/>
                  <ns1:pt x="45" y="0"/>
                </ns1:cubicBezTo>
                <ns1:cubicBezTo>
                  <ns1:pt x="33" y="0"/>
                  <ns1:pt x="22" y="4"/>
                  <ns1:pt x="13" y="13"/>
                </ns1:cubicBezTo>
                <ns1:cubicBezTo>
                  <ns1:pt x="4" y="22"/>
                  <ns1:pt x="0" y="32"/>
                  <ns1:pt x="0" y="45"/>
                </ns1:cubicBezTo>
                <ns1:cubicBezTo>
                  <ns1:pt x="0" y="225"/>
                  <ns1:pt x="0" y="225"/>
                  <ns1:pt x="0" y="225"/>
                </ns1:cubicBezTo>
                <ns1:cubicBezTo>
                  <ns1:pt x="0" y="263"/>
                  <ns1:pt x="13" y="294"/>
                  <ns1:pt x="39" y="321"/>
                </ns1:cubicBezTo>
                <ns1:cubicBezTo>
                  <ns1:pt x="66" y="347"/>
                  <ns1:pt x="97" y="360"/>
                  <ns1:pt x="134" y="360"/>
                </ns1:cubicBezTo>
                <ns1:cubicBezTo>
                  <ns1:pt x="223" y="360"/>
                  <ns1:pt x="223" y="360"/>
                  <ns1:pt x="223" y="360"/>
                </ns1:cubicBezTo>
                <ns1:cubicBezTo>
                  <ns1:pt x="235" y="360"/>
                  <ns1:pt x="246" y="356"/>
                  <ns1:pt x="255" y="347"/>
                </ns1:cubicBezTo>
                <ns1:cubicBezTo>
                  <ns1:pt x="264" y="338"/>
                  <ns1:pt x="268" y="327"/>
                  <ns1:pt x="268" y="315"/>
                </ns1:cubicBezTo>
                <ns1:cubicBezTo>
                  <ns1:pt x="268" y="303"/>
                  <ns1:pt x="264" y="292"/>
                  <ns1:pt x="255" y="283"/>
                </ns1:cubicBezTo>
                <ns1:cubicBezTo>
                  <ns1:pt x="246" y="274"/>
                  <ns1:pt x="235" y="270"/>
                  <ns1:pt x="223" y="270"/>
                </ns1:cubicBezTo>
                <ns1:close/>
              </ns1:path>
            </ns1:pathLst>
          </ns1:custGeom>
          <ns1:solidFill>
            <ns1:schemeClr val="tx1"/>
          </ns1:solidFill>
          <ns1:ln>
            <ns1:noFill/>
          </ns1:ln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id-ID" sz="2700"/>
          </ns1:p>
        </ns0:txBody>
      </ns0:sp>
      <ns0:sp>
        <ns0:nvSpPr>
          <ns0:cNvPr id="5" name="Freeform 17"/>
          <ns0:cNvSpPr>
            <ns1:spLocks/>
          </ns0:cNvSpPr>
          <ns0:nvPr/>
        </ns0:nvSpPr>
        <ns0:spPr bwMode="auto">
          <ns1:xfrm>
            <ns1:off x="1300076" y="424309"/>
            <ns1:ext cx="317902" cy="275539"/>
          </ns1:xfrm>
          <ns1:custGeom>
            <ns1:avLst/>
            <ns1:gdLst>
              <ns1:gd name="T0" fmla="*/ 307 w 362"/>
              <ns1:gd name="T1" fmla="*/ 2 h 314"/>
              <ns1:gd name="T2" fmla="*/ 205 w 362"/>
              <ns1:gd name="T3" fmla="*/ 86 h 314"/>
              <ns1:gd name="T4" fmla="*/ 232 w 362"/>
              <ns1:gd name="T5" fmla="*/ 81 h 314"/>
              <ns1:gd name="T6" fmla="*/ 256 w 362"/>
              <ns1:gd name="T7" fmla="*/ 111 h 314"/>
              <ns1:gd name="T8" fmla="*/ 232 w 362"/>
              <ns1:gd name="T9" fmla="*/ 166 h 314"/>
              <ns1:gd name="T10" fmla="*/ 198 w 362"/>
              <ns1:gd name="T11" fmla="*/ 201 h 314"/>
              <ns1:gd name="T12" fmla="*/ 172 w 362"/>
              <ns1:gd name="T13" fmla="*/ 146 h 314"/>
              <ns1:gd name="T14" fmla="*/ 157 w 362"/>
              <ns1:gd name="T15" fmla="*/ 64 h 314"/>
              <ns1:gd name="T16" fmla="*/ 105 w 362"/>
              <ns1:gd name="T17" fmla="*/ 6 h 314"/>
              <ns1:gd name="T18" fmla="*/ 52 w 362"/>
              <ns1:gd name="T19" fmla="*/ 39 h 314"/>
              <ns1:gd name="T20" fmla="*/ 0 w 362"/>
              <ns1:gd name="T21" fmla="*/ 86 h 314"/>
              <ns1:gd name="T22" fmla="*/ 17 w 362"/>
              <ns1:gd name="T23" fmla="*/ 107 h 314"/>
              <ns1:gd name="T24" fmla="*/ 45 w 362"/>
              <ns1:gd name="T25" fmla="*/ 90 h 314"/>
              <ns1:gd name="T26" fmla="*/ 80 w 362"/>
              <ns1:gd name="T27" fmla="*/ 149 h 314"/>
              <ns1:gd name="T28" fmla="*/ 109 w 362"/>
              <ns1:gd name="T29" fmla="*/ 256 h 314"/>
              <ns1:gd name="T30" fmla="*/ 162 w 362"/>
              <ns1:gd name="T31" fmla="*/ 314 h 314"/>
              <ns1:gd name="T32" fmla="*/ 286 w 362"/>
              <ns1:gd name="T33" fmla="*/ 218 h 314"/>
              <ns1:gd name="T34" fmla="*/ 360 w 362"/>
              <ns1:gd name="T35" fmla="*/ 74 h 314"/>
              <ns1:gd name="T36" fmla="*/ 307 w 362"/>
              <ns1:gd name="T37" fmla="*/ 2 h 314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  <ns1:cxn ang="0">
                <ns1:pos x="T32" y="T33"/>
              </ns1:cxn>
              <ns1:cxn ang="0">
                <ns1:pos x="T34" y="T35"/>
              </ns1:cxn>
              <ns1:cxn ang="0">
                <ns1:pos x="T36" y="T37"/>
              </ns1:cxn>
            </ns1:cxnLst>
            <ns1:rect l="0" t="0" r="r" b="b"/>
            <ns1:pathLst>
              <ns1:path w="362" h="314">
                <ns1:moveTo>
                  <ns1:pt x="307" y="2"/>
                </ns1:moveTo>
                <ns1:cubicBezTo>
                  <ns1:pt x="257" y="0"/>
                  <ns1:pt x="223" y="29"/>
                  <ns1:pt x="205" y="86"/>
                </ns1:cubicBezTo>
                <ns1:cubicBezTo>
                  <ns1:pt x="215" y="83"/>
                  <ns1:pt x="223" y="81"/>
                  <ns1:pt x="232" y="81"/>
                </ns1:cubicBezTo>
                <ns1:cubicBezTo>
                  <ns1:pt x="250" y="81"/>
                  <ns1:pt x="258" y="91"/>
                  <ns1:pt x="256" y="111"/>
                </ns1:cubicBezTo>
                <ns1:cubicBezTo>
                  <ns1:pt x="255" y="124"/>
                  <ns1:pt x="247" y="142"/>
                  <ns1:pt x="232" y="166"/>
                </ns1:cubicBezTo>
                <ns1:cubicBezTo>
                  <ns1:pt x="217" y="190"/>
                  <ns1:pt x="206" y="201"/>
                  <ns1:pt x="198" y="201"/>
                </ns1:cubicBezTo>
                <ns1:cubicBezTo>
                  <ns1:pt x="188" y="201"/>
                  <ns1:pt x="180" y="183"/>
                  <ns1:pt x="172" y="146"/>
                </ns1:cubicBezTo>
                <ns1:cubicBezTo>
                  <ns1:pt x="169" y="135"/>
                  <ns1:pt x="164" y="108"/>
                  <ns1:pt x="157" y="64"/>
                </ns1:cubicBezTo>
                <ns1:cubicBezTo>
                  <ns1:pt x="151" y="23"/>
                  <ns1:pt x="133" y="3"/>
                  <ns1:pt x="105" y="6"/>
                </ns1:cubicBezTo>
                <ns1:cubicBezTo>
                  <ns1:pt x="94" y="7"/>
                  <ns1:pt x="76" y="18"/>
                  <ns1:pt x="52" y="39"/>
                </ns1:cubicBezTo>
                <ns1:cubicBezTo>
                  <ns1:pt x="35" y="54"/>
                  <ns1:pt x="17" y="70"/>
                  <ns1:pt x="0" y="86"/>
                </ns1:cubicBezTo>
                <ns1:cubicBezTo>
                  <ns1:pt x="17" y="107"/>
                  <ns1:pt x="17" y="107"/>
                  <ns1:pt x="17" y="107"/>
                </ns1:cubicBezTo>
                <ns1:cubicBezTo>
                  <ns1:pt x="33" y="96"/>
                  <ns1:pt x="42" y="90"/>
                  <ns1:pt x="45" y="90"/>
                </ns1:cubicBezTo>
                <ns1:cubicBezTo>
                  <ns1:pt x="57" y="90"/>
                  <ns1:pt x="69" y="110"/>
                  <ns1:pt x="80" y="149"/>
                </ns1:cubicBezTo>
                <ns1:cubicBezTo>
                  <ns1:pt x="89" y="184"/>
                  <ns1:pt x="99" y="220"/>
                  <ns1:pt x="109" y="256"/>
                </ns1:cubicBezTo>
                <ns1:cubicBezTo>
                  <ns1:pt x="123" y="295"/>
                  <ns1:pt x="141" y="314"/>
                  <ns1:pt x="162" y="314"/>
                </ns1:cubicBezTo>
                <ns1:cubicBezTo>
                  <ns1:pt x="196" y="314"/>
                  <ns1:pt x="237" y="282"/>
                  <ns1:pt x="286" y="218"/>
                </ns1:cubicBezTo>
                <ns1:cubicBezTo>
                  <ns1:pt x="333" y="157"/>
                  <ns1:pt x="358" y="109"/>
                  <ns1:pt x="360" y="74"/>
                </ns1:cubicBezTo>
                <ns1:cubicBezTo>
                  <ns1:pt x="362" y="27"/>
                  <ns1:pt x="344" y="3"/>
                  <ns1:pt x="307" y="2"/>
                </ns1:cubicBezTo>
                <ns1:close/>
              </ns1:path>
            </ns1:pathLst>
          </ns1:custGeom>
          <ns1:solidFill>
            <ns1:schemeClr val="tx1"/>
          </ns1:solidFill>
          <ns1:ln>
            <ns1:noFill/>
          </ns1:ln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id-ID" sz="2700"/>
          </ns1:p>
        </ns0:txBody>
      </ns0:sp>
      <ns0:grpSp>
        <ns0:nvGrpSpPr>
          <ns0:cNvPr id="6" name="Group 5"/>
          <ns0:cNvGrpSpPr/>
          <ns0:nvPr/>
        </ns0:nvGrpSpPr>
        <ns0:grpSpPr>
          <ns1:xfrm>
            <ns1:off x="9155019" y="375229"/>
            <ns1:ext cx="373699" cy="373699"/>
            <ns1:chOff x="10064750" y="3017838"/>
            <ns1:chExt cx="830263" cy="830262"/>
          </ns1:xfrm>
          <ns1:solidFill>
            <ns1:schemeClr val="tx1"/>
          </ns1:solidFill>
        </ns0:grpSpPr>
        <ns0:sp>
          <ns0:nvSpPr>
            <ns0:cNvPr id="7" name="Freeform 5"/>
            <ns0:cNvSpPr>
              <ns1:spLocks/>
            </ns0:cNvSpPr>
            <ns0:nvPr/>
          </ns0:nvSpPr>
          <ns0:spPr bwMode="auto">
            <ns1:xfrm>
              <ns1:off x="10561638" y="3017838"/>
              <ns1:ext cx="333375" cy="330200"/>
            </ns1:xfrm>
            <ns1:custGeom>
              <ns1:avLst/>
              <ns1:gdLst>
                <ns1:gd name="T0" fmla="*/ 57 w 210"/>
                <ns1:gd name="T1" fmla="*/ 0 h 208"/>
                <ns1:gd name="T2" fmla="*/ 0 w 210"/>
                <ns1:gd name="T3" fmla="*/ 57 h 208"/>
                <ns1:gd name="T4" fmla="*/ 151 w 210"/>
                <ns1:gd name="T5" fmla="*/ 208 h 208"/>
                <ns1:gd name="T6" fmla="*/ 210 w 210"/>
                <ns1:gd name="T7" fmla="*/ 151 h 208"/>
                <ns1:gd name="T8" fmla="*/ 57 w 210"/>
                <ns1:gd name="T9" fmla="*/ 0 h 208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</ns1:cxnLst>
              <ns1:rect l="0" t="0" r="r" b="b"/>
              <ns1:pathLst>
                <ns1:path w="210" h="208">
                  <ns1:moveTo>
                    <ns1:pt x="57" y="0"/>
                  </ns1:moveTo>
                  <ns1:lnTo>
                    <ns1:pt x="0" y="57"/>
                  </ns1:lnTo>
                  <ns1:lnTo>
                    <ns1:pt x="151" y="208"/>
                  </ns1:lnTo>
                  <ns1:lnTo>
                    <ns1:pt x="210" y="151"/>
                  </ns1:lnTo>
                  <ns1:lnTo>
                    <ns1:pt x="57" y="0"/>
                  </ns1:ln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8" name="Freeform 6"/>
            <ns0:cNvSpPr>
              <ns1:spLocks noEditPoints="1"/>
            </ns0:cNvSpPr>
            <ns0:nvPr/>
          </ns0:nvSpPr>
          <ns0:spPr bwMode="auto">
            <ns1:xfrm>
              <ns1:off x="10064750" y="3135313"/>
              <ns1:ext cx="709613" cy="712787"/>
            </ns1:xfrm>
            <ns1:custGeom>
              <ns1:avLst/>
              <ns1:gdLst>
                <ns1:gd name="T0" fmla="*/ 6 w 187"/>
                <ns1:gd name="T1" fmla="*/ 118 h 187"/>
                <ns1:gd name="T2" fmla="*/ 0 w 187"/>
                <ns1:gd name="T3" fmla="*/ 187 h 187"/>
                <ns1:gd name="T4" fmla="*/ 70 w 187"/>
                <ns1:gd name="T5" fmla="*/ 181 h 187"/>
                <ns1:gd name="T6" fmla="*/ 187 w 187"/>
                <ns1:gd name="T7" fmla="*/ 64 h 187"/>
                <ns1:gd name="T8" fmla="*/ 124 w 187"/>
                <ns1:gd name="T9" fmla="*/ 0 h 187"/>
                <ns1:gd name="T10" fmla="*/ 6 w 187"/>
                <ns1:gd name="T11" fmla="*/ 118 h 187"/>
                <ns1:gd name="T12" fmla="*/ 34 w 187"/>
                <ns1:gd name="T13" fmla="*/ 173 h 187"/>
                <ns1:gd name="T14" fmla="*/ 24 w 187"/>
                <ns1:gd name="T15" fmla="*/ 163 h 187"/>
                <ns1:gd name="T16" fmla="*/ 14 w 187"/>
                <ns1:gd name="T17" fmla="*/ 153 h 187"/>
                <ns1:gd name="T18" fmla="*/ 17 w 187"/>
                <ns1:gd name="T19" fmla="*/ 123 h 187"/>
                <ns1:gd name="T20" fmla="*/ 26 w 187"/>
                <ns1:gd name="T21" fmla="*/ 139 h 187"/>
                <ns1:gd name="T22" fmla="*/ 40 w 187"/>
                <ns1:gd name="T23" fmla="*/ 147 h 187"/>
                <ns1:gd name="T24" fmla="*/ 49 w 187"/>
                <ns1:gd name="T25" fmla="*/ 161 h 187"/>
                <ns1:gd name="T26" fmla="*/ 64 w 187"/>
                <ns1:gd name="T27" fmla="*/ 170 h 187"/>
                <ns1:gd name="T28" fmla="*/ 34 w 187"/>
                <ns1:gd name="T29" fmla="*/ 173 h 187"/>
                <ns1:gd name="T30" fmla="*/ 172 w 187"/>
                <ns1:gd name="T31" fmla="*/ 64 h 187"/>
                <ns1:gd name="T32" fmla="*/ 74 w 187"/>
                <ns1:gd name="T33" fmla="*/ 161 h 187"/>
                <ns1:gd name="T34" fmla="*/ 56 w 187"/>
                <ns1:gd name="T35" fmla="*/ 154 h 187"/>
                <ns1:gd name="T36" fmla="*/ 53 w 187"/>
                <ns1:gd name="T37" fmla="*/ 150 h 187"/>
                <ns1:gd name="T38" fmla="*/ 50 w 187"/>
                <ns1:gd name="T39" fmla="*/ 145 h 187"/>
                <ns1:gd name="T40" fmla="*/ 151 w 187"/>
                <ns1:gd name="T41" fmla="*/ 43 h 187"/>
                <ns1:gd name="T42" fmla="*/ 172 w 187"/>
                <ns1:gd name="T43" fmla="*/ 64 h 187"/>
                <ns1:gd name="T44" fmla="*/ 43 w 187"/>
                <ns1:gd name="T45" fmla="*/ 137 h 187"/>
                <ns1:gd name="T46" fmla="*/ 38 w 187"/>
                <ns1:gd name="T47" fmla="*/ 134 h 187"/>
                <ns1:gd name="T48" fmla="*/ 34 w 187"/>
                <ns1:gd name="T49" fmla="*/ 131 h 187"/>
                <ns1:gd name="T50" fmla="*/ 26 w 187"/>
                <ns1:gd name="T51" fmla="*/ 113 h 187"/>
                <ns1:gd name="T52" fmla="*/ 124 w 187"/>
                <ns1:gd name="T53" fmla="*/ 16 h 187"/>
                <ns1:gd name="T54" fmla="*/ 144 w 187"/>
                <ns1:gd name="T55" fmla="*/ 36 h 187"/>
                <ns1:gd name="T56" fmla="*/ 43 w 187"/>
                <ns1:gd name="T57" fmla="*/ 137 h 187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  <ns1:cxn ang="0">
                  <ns1:pos x="T30" y="T31"/>
                </ns1:cxn>
                <ns1:cxn ang="0">
                  <ns1:pos x="T32" y="T33"/>
                </ns1:cxn>
                <ns1:cxn ang="0">
                  <ns1:pos x="T34" y="T35"/>
                </ns1:cxn>
                <ns1:cxn ang="0">
                  <ns1:pos x="T36" y="T37"/>
                </ns1:cxn>
                <ns1:cxn ang="0">
                  <ns1:pos x="T38" y="T39"/>
                </ns1:cxn>
                <ns1:cxn ang="0">
                  <ns1:pos x="T40" y="T41"/>
                </ns1:cxn>
                <ns1:cxn ang="0">
                  <ns1:pos x="T42" y="T43"/>
                </ns1:cxn>
                <ns1:cxn ang="0">
                  <ns1:pos x="T44" y="T45"/>
                </ns1:cxn>
                <ns1:cxn ang="0">
                  <ns1:pos x="T46" y="T47"/>
                </ns1:cxn>
                <ns1:cxn ang="0">
                  <ns1:pos x="T48" y="T49"/>
                </ns1:cxn>
                <ns1:cxn ang="0">
                  <ns1:pos x="T50" y="T51"/>
                </ns1:cxn>
                <ns1:cxn ang="0">
                  <ns1:pos x="T52" y="T53"/>
                </ns1:cxn>
                <ns1:cxn ang="0">
                  <ns1:pos x="T54" y="T55"/>
                </ns1:cxn>
                <ns1:cxn ang="0">
                  <ns1:pos x="T56" y="T57"/>
                </ns1:cxn>
              </ns1:cxnLst>
              <ns1:rect l="0" t="0" r="r" b="b"/>
              <ns1:pathLst>
                <ns1:path w="187" h="187">
                  <ns1:moveTo>
                    <ns1:pt x="6" y="118"/>
                  </ns1:moveTo>
                  <ns1:cubicBezTo>
                    <ns1:pt x="0" y="187"/>
                    <ns1:pt x="0" y="187"/>
                    <ns1:pt x="0" y="187"/>
                  </ns1:cubicBezTo>
                  <ns1:cubicBezTo>
                    <ns1:pt x="70" y="181"/>
                    <ns1:pt x="70" y="181"/>
                    <ns1:pt x="70" y="181"/>
                  </ns1:cubicBezTo>
                  <ns1:cubicBezTo>
                    <ns1:pt x="187" y="64"/>
                    <ns1:pt x="187" y="64"/>
                    <ns1:pt x="187" y="64"/>
                  </ns1:cubicBezTo>
                  <ns1:cubicBezTo>
                    <ns1:pt x="124" y="0"/>
                    <ns1:pt x="124" y="0"/>
                    <ns1:pt x="124" y="0"/>
                  </ns1:cubicBezTo>
                  <ns1:lnTo>
                    <ns1:pt x="6" y="118"/>
                  </ns1:lnTo>
                  <ns1:close/>
                  <ns1:moveTo>
                    <ns1:pt x="34" y="173"/>
                  </ns1:moveTo>
                  <ns1:cubicBezTo>
                    <ns1:pt x="24" y="163"/>
                    <ns1:pt x="24" y="163"/>
                    <ns1:pt x="24" y="163"/>
                  </ns1:cubicBezTo>
                  <ns1:cubicBezTo>
                    <ns1:pt x="14" y="153"/>
                    <ns1:pt x="14" y="153"/>
                    <ns1:pt x="14" y="153"/>
                  </ns1:cubicBezTo>
                  <ns1:cubicBezTo>
                    <ns1:pt x="17" y="123"/>
                    <ns1:pt x="17" y="123"/>
                    <ns1:pt x="17" y="123"/>
                  </ns1:cubicBezTo>
                  <ns1:cubicBezTo>
                    <ns1:pt x="18" y="129"/>
                    <ns1:pt x="22" y="134"/>
                    <ns1:pt x="26" y="139"/>
                  </ns1:cubicBezTo>
                  <ns1:cubicBezTo>
                    <ns1:pt x="30" y="143"/>
                    <ns1:pt x="35" y="146"/>
                    <ns1:pt x="40" y="147"/>
                  </ns1:cubicBezTo>
                  <ns1:cubicBezTo>
                    <ns1:pt x="42" y="152"/>
                    <ns1:pt x="44" y="157"/>
                    <ns1:pt x="49" y="161"/>
                  </ns1:cubicBezTo>
                  <ns1:cubicBezTo>
                    <ns1:pt x="53" y="166"/>
                    <ns1:pt x="58" y="169"/>
                    <ns1:pt x="64" y="170"/>
                  </ns1:cubicBezTo>
                  <ns1:lnTo>
                    <ns1:pt x="34" y="173"/>
                  </ns1:lnTo>
                  <ns1:close/>
                  <ns1:moveTo>
                    <ns1:pt x="172" y="64"/>
                  </ns1:moveTo>
                  <ns1:cubicBezTo>
                    <ns1:pt x="74" y="161"/>
                    <ns1:pt x="74" y="161"/>
                    <ns1:pt x="74" y="161"/>
                  </ns1:cubicBezTo>
                  <ns1:cubicBezTo>
                    <ns1:pt x="67" y="161"/>
                    <ns1:pt x="61" y="158"/>
                    <ns1:pt x="56" y="154"/>
                  </ns1:cubicBezTo>
                  <ns1:cubicBezTo>
                    <ns1:pt x="55" y="152"/>
                    <ns1:pt x="54" y="151"/>
                    <ns1:pt x="53" y="150"/>
                  </ns1:cubicBezTo>
                  <ns1:cubicBezTo>
                    <ns1:pt x="52" y="148"/>
                    <ns1:pt x="51" y="146"/>
                    <ns1:pt x="50" y="145"/>
                  </ns1:cubicBezTo>
                  <ns1:cubicBezTo>
                    <ns1:pt x="151" y="43"/>
                    <ns1:pt x="151" y="43"/>
                    <ns1:pt x="151" y="43"/>
                  </ns1:cubicBezTo>
                  <ns1:lnTo>
                    <ns1:pt x="172" y="64"/>
                  </ns1:lnTo>
                  <ns1:close/>
                  <ns1:moveTo>
                    <ns1:pt x="43" y="137"/>
                  </ns1:moveTo>
                  <ns1:cubicBezTo>
                    <ns1:pt x="41" y="136"/>
                    <ns1:pt x="39" y="135"/>
                    <ns1:pt x="38" y="134"/>
                  </ns1:cubicBezTo>
                  <ns1:cubicBezTo>
                    <ns1:pt x="36" y="133"/>
                    <ns1:pt x="35" y="132"/>
                    <ns1:pt x="34" y="131"/>
                  </ns1:cubicBezTo>
                  <ns1:cubicBezTo>
                    <ns1:pt x="29" y="126"/>
                    <ns1:pt x="26" y="120"/>
                    <ns1:pt x="26" y="113"/>
                  </ns1:cubicBezTo>
                  <ns1:cubicBezTo>
                    <ns1:pt x="124" y="16"/>
                    <ns1:pt x="124" y="16"/>
                    <ns1:pt x="124" y="16"/>
                  </ns1:cubicBezTo>
                  <ns1:cubicBezTo>
                    <ns1:pt x="144" y="36"/>
                    <ns1:pt x="144" y="36"/>
                    <ns1:pt x="144" y="36"/>
                  </ns1:cubicBezTo>
                  <ns1:lnTo>
                    <ns1:pt x="43" y="137"/>
                  </ns1:ln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</ns0:grpSp>
      <ns0:grpSp>
        <ns0:nvGrpSpPr>
          <ns0:cNvPr id="9" name="Group 8"/>
          <ns0:cNvGrpSpPr/>
          <ns0:nvPr/>
        </ns0:nvGrpSpPr>
        <ns0:grpSpPr>
          <ns1:xfrm>
            <ns1:off x="6249129" y="322885"/>
            <ns1:ext cx="362064" cy="478384"/>
            <ns1:chOff x="8604250" y="889000"/>
            <ns1:chExt cx="701675" cy="927101"/>
          </ns1:xfrm>
          <ns1:solidFill>
            <ns1:schemeClr val="tx1"/>
          </ns1:solidFill>
        </ns0:grpSpPr>
        <ns0:sp>
          <ns0:nvSpPr>
            <ns0:cNvPr id="10" name="Freeform 46"/>
            <ns0:cNvSpPr>
              <ns1:spLocks noEditPoints="1"/>
            </ns0:cNvSpPr>
            <ns0:nvPr/>
          </ns0:nvSpPr>
          <ns0:spPr bwMode="auto">
            <ns1:xfrm>
              <ns1:off x="8909050" y="1385888"/>
              <ns1:ext cx="168275" cy="430213"/>
            </ns1:xfrm>
            <ns1:custGeom>
              <ns1:avLst/>
              <ns1:gdLst>
                <ns1:gd name="T0" fmla="*/ 28 w 44"/>
                <ns1:gd name="T1" fmla="*/ 113 h 113"/>
                <ns1:gd name="T2" fmla="*/ 18 w 44"/>
                <ns1:gd name="T3" fmla="*/ 113 h 113"/>
                <ns1:gd name="T4" fmla="*/ 0 w 44"/>
                <ns1:gd name="T5" fmla="*/ 99 h 113"/>
                <ns1:gd name="T6" fmla="*/ 0 w 44"/>
                <ns1:gd name="T7" fmla="*/ 19 h 113"/>
                <ns1:gd name="T8" fmla="*/ 21 w 44"/>
                <ns1:gd name="T9" fmla="*/ 0 h 113"/>
                <ns1:gd name="T10" fmla="*/ 44 w 44"/>
                <ns1:gd name="T11" fmla="*/ 19 h 113"/>
                <ns1:gd name="T12" fmla="*/ 44 w 44"/>
                <ns1:gd name="T13" fmla="*/ 99 h 113"/>
                <ns1:gd name="T14" fmla="*/ 28 w 44"/>
                <ns1:gd name="T15" fmla="*/ 113 h 113"/>
                <ns1:gd name="T16" fmla="*/ 21 w 44"/>
                <ns1:gd name="T17" fmla="*/ 12 h 113"/>
                <ns1:gd name="T18" fmla="*/ 12 w 44"/>
                <ns1:gd name="T19" fmla="*/ 19 h 113"/>
                <ns1:gd name="T20" fmla="*/ 12 w 44"/>
                <ns1:gd name="T21" fmla="*/ 99 h 113"/>
                <ns1:gd name="T22" fmla="*/ 18 w 44"/>
                <ns1:gd name="T23" fmla="*/ 101 h 113"/>
                <ns1:gd name="T24" fmla="*/ 28 w 44"/>
                <ns1:gd name="T25" fmla="*/ 101 h 113"/>
                <ns1:gd name="T26" fmla="*/ 32 w 44"/>
                <ns1:gd name="T27" fmla="*/ 99 h 113"/>
                <ns1:gd name="T28" fmla="*/ 32 w 44"/>
                <ns1:gd name="T29" fmla="*/ 19 h 113"/>
                <ns1:gd name="T30" fmla="*/ 21 w 44"/>
                <ns1:gd name="T31" fmla="*/ 12 h 113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  <ns1:cxn ang="0">
                  <ns1:pos x="T30" y="T31"/>
                </ns1:cxn>
              </ns1:cxnLst>
              <ns1:rect l="0" t="0" r="r" b="b"/>
              <ns1:pathLst>
                <ns1:path w="44" h="113">
                  <ns1:moveTo>
                    <ns1:pt x="28" y="113"/>
                  </ns1:moveTo>
                  <ns1:cubicBezTo>
                    <ns1:pt x="18" y="113"/>
                    <ns1:pt x="18" y="113"/>
                    <ns1:pt x="18" y="113"/>
                  </ns1:cubicBezTo>
                  <ns1:cubicBezTo>
                    <ns1:pt x="8" y="113"/>
                    <ns1:pt x="0" y="107"/>
                    <ns1:pt x="0" y="99"/>
                  </ns1:cubicBezTo>
                  <ns1:cubicBezTo>
                    <ns1:pt x="0" y="19"/>
                    <ns1:pt x="0" y="19"/>
                    <ns1:pt x="0" y="19"/>
                  </ns1:cubicBezTo>
                  <ns1:cubicBezTo>
                    <ns1:pt x="0" y="8"/>
                    <ns1:pt x="9" y="0"/>
                    <ns1:pt x="21" y="0"/>
                  </ns1:cubicBezTo>
                  <ns1:cubicBezTo>
                    <ns1:pt x="32" y="0"/>
                    <ns1:pt x="44" y="7"/>
                    <ns1:pt x="44" y="19"/>
                  </ns1:cubicBezTo>
                  <ns1:cubicBezTo>
                    <ns1:pt x="44" y="99"/>
                    <ns1:pt x="44" y="99"/>
                    <ns1:pt x="44" y="99"/>
                  </ns1:cubicBezTo>
                  <ns1:cubicBezTo>
                    <ns1:pt x="44" y="107"/>
                    <ns1:pt x="38" y="113"/>
                    <ns1:pt x="28" y="113"/>
                  </ns1:cubicBezTo>
                  <ns1:close/>
                  <ns1:moveTo>
                    <ns1:pt x="21" y="12"/>
                  </ns1:moveTo>
                  <ns1:cubicBezTo>
                    <ns1:pt x="17" y="12"/>
                    <ns1:pt x="12" y="14"/>
                    <ns1:pt x="12" y="19"/>
                  </ns1:cubicBezTo>
                  <ns1:cubicBezTo>
                    <ns1:pt x="12" y="99"/>
                    <ns1:pt x="12" y="99"/>
                    <ns1:pt x="12" y="99"/>
                  </ns1:cubicBezTo>
                  <ns1:cubicBezTo>
                    <ns1:pt x="12" y="100"/>
                    <ns1:pt x="15" y="101"/>
                    <ns1:pt x="18" y="101"/>
                  </ns1:cubicBezTo>
                  <ns1:cubicBezTo>
                    <ns1:pt x="28" y="101"/>
                    <ns1:pt x="28" y="101"/>
                    <ns1:pt x="28" y="101"/>
                  </ns1:cubicBezTo>
                  <ns1:cubicBezTo>
                    <ns1:pt x="32" y="101"/>
                    <ns1:pt x="32" y="100"/>
                    <ns1:pt x="32" y="99"/>
                  </ns1:cubicBezTo>
                  <ns1:cubicBezTo>
                    <ns1:pt x="32" y="19"/>
                    <ns1:pt x="32" y="19"/>
                    <ns1:pt x="32" y="19"/>
                  </ns1:cubicBezTo>
                  <ns1:cubicBezTo>
                    <ns1:pt x="32" y="14"/>
                    <ns1:pt x="26" y="12"/>
                    <ns1:pt x="21" y="12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11" name="Freeform 47"/>
            <ns0:cNvSpPr>
              <ns1:spLocks/>
            </ns0:cNvSpPr>
            <ns0:nvPr/>
          </ns0:nvSpPr>
          <ns0:spPr bwMode="auto">
            <ns1:xfrm>
              <ns1:off x="8604250" y="1011238"/>
              <ns1:ext cx="411163" cy="420688"/>
            </ns1:xfrm>
            <ns1:custGeom>
              <ns1:avLst/>
              <ns1:gdLst>
                <ns1:gd name="T0" fmla="*/ 102 w 108"/>
                <ns1:gd name="T1" fmla="*/ 111 h 111"/>
                <ns1:gd name="T2" fmla="*/ 96 w 108"/>
                <ns1:gd name="T3" fmla="*/ 105 h 111"/>
                <ns1:gd name="T4" fmla="*/ 96 w 108"/>
                <ns1:gd name="T5" fmla="*/ 70 h 111"/>
                <ns1:gd name="T6" fmla="*/ 94 w 108"/>
                <ns1:gd name="T7" fmla="*/ 68 h 111"/>
                <ns1:gd name="T8" fmla="*/ 14 w 108"/>
                <ns1:gd name="T9" fmla="*/ 68 h 111"/>
                <ns1:gd name="T10" fmla="*/ 0 w 108"/>
                <ns1:gd name="T11" fmla="*/ 54 h 111"/>
                <ns1:gd name="T12" fmla="*/ 0 w 108"/>
                <ns1:gd name="T13" fmla="*/ 14 h 111"/>
                <ns1:gd name="T14" fmla="*/ 14 w 108"/>
                <ns1:gd name="T15" fmla="*/ 0 h 111"/>
                <ns1:gd name="T16" fmla="*/ 22 w 108"/>
                <ns1:gd name="T17" fmla="*/ 0 h 111"/>
                <ns1:gd name="T18" fmla="*/ 28 w 108"/>
                <ns1:gd name="T19" fmla="*/ 6 h 111"/>
                <ns1:gd name="T20" fmla="*/ 22 w 108"/>
                <ns1:gd name="T21" fmla="*/ 12 h 111"/>
                <ns1:gd name="T22" fmla="*/ 14 w 108"/>
                <ns1:gd name="T23" fmla="*/ 12 h 111"/>
                <ns1:gd name="T24" fmla="*/ 12 w 108"/>
                <ns1:gd name="T25" fmla="*/ 14 h 111"/>
                <ns1:gd name="T26" fmla="*/ 12 w 108"/>
                <ns1:gd name="T27" fmla="*/ 54 h 111"/>
                <ns1:gd name="T28" fmla="*/ 14 w 108"/>
                <ns1:gd name="T29" fmla="*/ 56 h 111"/>
                <ns1:gd name="T30" fmla="*/ 94 w 108"/>
                <ns1:gd name="T31" fmla="*/ 56 h 111"/>
                <ns1:gd name="T32" fmla="*/ 108 w 108"/>
                <ns1:gd name="T33" fmla="*/ 70 h 111"/>
                <ns1:gd name="T34" fmla="*/ 108 w 108"/>
                <ns1:gd name="T35" fmla="*/ 105 h 111"/>
                <ns1:gd name="T36" fmla="*/ 102 w 108"/>
                <ns1:gd name="T37" fmla="*/ 111 h 111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  <ns1:cxn ang="0">
                  <ns1:pos x="T30" y="T31"/>
                </ns1:cxn>
                <ns1:cxn ang="0">
                  <ns1:pos x="T32" y="T33"/>
                </ns1:cxn>
                <ns1:cxn ang="0">
                  <ns1:pos x="T34" y="T35"/>
                </ns1:cxn>
                <ns1:cxn ang="0">
                  <ns1:pos x="T36" y="T37"/>
                </ns1:cxn>
              </ns1:cxnLst>
              <ns1:rect l="0" t="0" r="r" b="b"/>
              <ns1:pathLst>
                <ns1:path w="108" h="111">
                  <ns1:moveTo>
                    <ns1:pt x="102" y="111"/>
                  </ns1:moveTo>
                  <ns1:cubicBezTo>
                    <ns1:pt x="99" y="111"/>
                    <ns1:pt x="96" y="108"/>
                    <ns1:pt x="96" y="105"/>
                  </ns1:cubicBezTo>
                  <ns1:cubicBezTo>
                    <ns1:pt x="96" y="70"/>
                    <ns1:pt x="96" y="70"/>
                    <ns1:pt x="96" y="70"/>
                  </ns1:cubicBezTo>
                  <ns1:cubicBezTo>
                    <ns1:pt x="96" y="69"/>
                    <ns1:pt x="95" y="68"/>
                    <ns1:pt x="94" y="68"/>
                  </ns1:cubicBezTo>
                  <ns1:cubicBezTo>
                    <ns1:pt x="14" y="68"/>
                    <ns1:pt x="14" y="68"/>
                    <ns1:pt x="14" y="68"/>
                  </ns1:cubicBezTo>
                  <ns1:cubicBezTo>
                    <ns1:pt x="6" y="68"/>
                    <ns1:pt x="0" y="62"/>
                    <ns1:pt x="0" y="54"/>
                  </ns1:cubicBezTo>
                  <ns1:cubicBezTo>
                    <ns1:pt x="0" y="14"/>
                    <ns1:pt x="0" y="14"/>
                    <ns1:pt x="0" y="14"/>
                  </ns1:cubicBezTo>
                  <ns1:cubicBezTo>
                    <ns1:pt x="0" y="6"/>
                    <ns1:pt x="6" y="0"/>
                    <ns1:pt x="14" y="0"/>
                  </ns1:cubicBezTo>
                  <ns1:cubicBezTo>
                    <ns1:pt x="22" y="0"/>
                    <ns1:pt x="22" y="0"/>
                    <ns1:pt x="22" y="0"/>
                  </ns1:cubicBezTo>
                  <ns1:cubicBezTo>
                    <ns1:pt x="25" y="0"/>
                    <ns1:pt x="28" y="3"/>
                    <ns1:pt x="28" y="6"/>
                  </ns1:cubicBezTo>
                  <ns1:cubicBezTo>
                    <ns1:pt x="28" y="9"/>
                    <ns1:pt x="25" y="12"/>
                    <ns1:pt x="22" y="12"/>
                  </ns1:cubicBezTo>
                  <ns1:cubicBezTo>
                    <ns1:pt x="14" y="12"/>
                    <ns1:pt x="14" y="12"/>
                    <ns1:pt x="14" y="12"/>
                  </ns1:cubicBezTo>
                  <ns1:cubicBezTo>
                    <ns1:pt x="13" y="12"/>
                    <ns1:pt x="12" y="13"/>
                    <ns1:pt x="12" y="14"/>
                  </ns1:cubicBezTo>
                  <ns1:cubicBezTo>
                    <ns1:pt x="12" y="54"/>
                    <ns1:pt x="12" y="54"/>
                    <ns1:pt x="12" y="54"/>
                  </ns1:cubicBezTo>
                  <ns1:cubicBezTo>
                    <ns1:pt x="12" y="55"/>
                    <ns1:pt x="13" y="56"/>
                    <ns1:pt x="14" y="56"/>
                  </ns1:cubicBezTo>
                  <ns1:cubicBezTo>
                    <ns1:pt x="94" y="56"/>
                    <ns1:pt x="94" y="56"/>
                    <ns1:pt x="94" y="56"/>
                  </ns1:cubicBezTo>
                  <ns1:cubicBezTo>
                    <ns1:pt x="102" y="56"/>
                    <ns1:pt x="108" y="62"/>
                    <ns1:pt x="108" y="70"/>
                  </ns1:cubicBezTo>
                  <ns1:cubicBezTo>
                    <ns1:pt x="108" y="105"/>
                    <ns1:pt x="108" y="105"/>
                    <ns1:pt x="108" y="105"/>
                  </ns1:cubicBezTo>
                  <ns1:cubicBezTo>
                    <ns1:pt x="108" y="108"/>
                    <ns1:pt x="105" y="111"/>
                    <ns1:pt x="102" y="111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12" name="Freeform 48"/>
            <ns0:cNvSpPr>
              <ns1:spLocks noEditPoints="1"/>
            </ns0:cNvSpPr>
            <ns0:nvPr/>
          </ns0:nvSpPr>
          <ns0:spPr bwMode="auto">
            <ns1:xfrm>
              <ns1:off x="8666163" y="889000"/>
              <ns1:ext cx="593725" cy="258763"/>
            </ns1:xfrm>
            <ns1:custGeom>
              <ns1:avLst/>
              <ns1:gdLst>
                <ns1:gd name="T0" fmla="*/ 150 w 156"/>
                <ns1:gd name="T1" fmla="*/ 68 h 68"/>
                <ns1:gd name="T2" fmla="*/ 6 w 156"/>
                <ns1:gd name="T3" fmla="*/ 68 h 68"/>
                <ns1:gd name="T4" fmla="*/ 0 w 156"/>
                <ns1:gd name="T5" fmla="*/ 62 h 68"/>
                <ns1:gd name="T6" fmla="*/ 0 w 156"/>
                <ns1:gd name="T7" fmla="*/ 6 h 68"/>
                <ns1:gd name="T8" fmla="*/ 6 w 156"/>
                <ns1:gd name="T9" fmla="*/ 0 h 68"/>
                <ns1:gd name="T10" fmla="*/ 150 w 156"/>
                <ns1:gd name="T11" fmla="*/ 0 h 68"/>
                <ns1:gd name="T12" fmla="*/ 156 w 156"/>
                <ns1:gd name="T13" fmla="*/ 6 h 68"/>
                <ns1:gd name="T14" fmla="*/ 156 w 156"/>
                <ns1:gd name="T15" fmla="*/ 62 h 68"/>
                <ns1:gd name="T16" fmla="*/ 150 w 156"/>
                <ns1:gd name="T17" fmla="*/ 68 h 68"/>
                <ns1:gd name="T18" fmla="*/ 12 w 156"/>
                <ns1:gd name="T19" fmla="*/ 56 h 68"/>
                <ns1:gd name="T20" fmla="*/ 144 w 156"/>
                <ns1:gd name="T21" fmla="*/ 56 h 68"/>
                <ns1:gd name="T22" fmla="*/ 144 w 156"/>
                <ns1:gd name="T23" fmla="*/ 12 h 68"/>
                <ns1:gd name="T24" fmla="*/ 12 w 156"/>
                <ns1:gd name="T25" fmla="*/ 12 h 68"/>
                <ns1:gd name="T26" fmla="*/ 12 w 156"/>
                <ns1:gd name="T27" fmla="*/ 56 h 68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</ns1:cxnLst>
              <ns1:rect l="0" t="0" r="r" b="b"/>
              <ns1:pathLst>
                <ns1:path w="156" h="68">
                  <ns1:moveTo>
                    <ns1:pt x="150" y="68"/>
                  </ns1:moveTo>
                  <ns1:cubicBezTo>
                    <ns1:pt x="6" y="68"/>
                    <ns1:pt x="6" y="68"/>
                    <ns1:pt x="6" y="68"/>
                  </ns1:cubicBezTo>
                  <ns1:cubicBezTo>
                    <ns1:pt x="3" y="68"/>
                    <ns1:pt x="0" y="65"/>
                    <ns1:pt x="0" y="62"/>
                  </ns1:cubicBezTo>
                  <ns1:cubicBezTo>
                    <ns1:pt x="0" y="6"/>
                    <ns1:pt x="0" y="6"/>
                    <ns1:pt x="0" y="6"/>
                  </ns1:cubicBezTo>
                  <ns1:cubicBezTo>
                    <ns1:pt x="0" y="3"/>
                    <ns1:pt x="3" y="0"/>
                    <ns1:pt x="6" y="0"/>
                  </ns1:cubicBezTo>
                  <ns1:cubicBezTo>
                    <ns1:pt x="150" y="0"/>
                    <ns1:pt x="150" y="0"/>
                    <ns1:pt x="150" y="0"/>
                  </ns1:cubicBezTo>
                  <ns1:cubicBezTo>
                    <ns1:pt x="153" y="0"/>
                    <ns1:pt x="156" y="3"/>
                    <ns1:pt x="156" y="6"/>
                  </ns1:cubicBezTo>
                  <ns1:cubicBezTo>
                    <ns1:pt x="156" y="62"/>
                    <ns1:pt x="156" y="62"/>
                    <ns1:pt x="156" y="62"/>
                  </ns1:cubicBezTo>
                  <ns1:cubicBezTo>
                    <ns1:pt x="156" y="65"/>
                    <ns1:pt x="153" y="68"/>
                    <ns1:pt x="150" y="68"/>
                  </ns1:cubicBezTo>
                  <ns1:close/>
                  <ns1:moveTo>
                    <ns1:pt x="12" y="56"/>
                  </ns1:moveTo>
                  <ns1:cubicBezTo>
                    <ns1:pt x="144" y="56"/>
                    <ns1:pt x="144" y="56"/>
                    <ns1:pt x="144" y="56"/>
                  </ns1:cubicBezTo>
                  <ns1:cubicBezTo>
                    <ns1:pt x="144" y="12"/>
                    <ns1:pt x="144" y="12"/>
                    <ns1:pt x="144" y="12"/>
                  </ns1:cubicBezTo>
                  <ns1:cubicBezTo>
                    <ns1:pt x="12" y="12"/>
                    <ns1:pt x="12" y="12"/>
                    <ns1:pt x="12" y="12"/>
                  </ns1:cubicBezTo>
                  <ns1:lnTo>
                    <ns1:pt x="12" y="56"/>
                  </ns1:ln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13" name="Freeform 49"/>
            <ns0:cNvSpPr>
              <ns1:spLocks/>
            </ns0:cNvSpPr>
            <ns0:nvPr/>
          </ns0:nvSpPr>
          <ns0:spPr bwMode="auto">
            <ns1:xfrm>
              <ns1:off x="9213850" y="1003300"/>
              <ns1:ext cx="92075" cy="46038"/>
            </ns1:xfrm>
            <ns1:custGeom>
              <ns1:avLst/>
              <ns1:gdLst>
                <ns1:gd name="T0" fmla="*/ 18 w 24"/>
                <ns1:gd name="T1" fmla="*/ 12 h 12"/>
                <ns1:gd name="T2" fmla="*/ 6 w 24"/>
                <ns1:gd name="T3" fmla="*/ 12 h 12"/>
                <ns1:gd name="T4" fmla="*/ 0 w 24"/>
                <ns1:gd name="T5" fmla="*/ 6 h 12"/>
                <ns1:gd name="T6" fmla="*/ 6 w 24"/>
                <ns1:gd name="T7" fmla="*/ 0 h 12"/>
                <ns1:gd name="T8" fmla="*/ 18 w 24"/>
                <ns1:gd name="T9" fmla="*/ 0 h 12"/>
                <ns1:gd name="T10" fmla="*/ 24 w 24"/>
                <ns1:gd name="T11" fmla="*/ 6 h 12"/>
                <ns1:gd name="T12" fmla="*/ 18 w 24"/>
                <ns1:gd name="T13" fmla="*/ 12 h 12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</ns1:cxnLst>
              <ns1:rect l="0" t="0" r="r" b="b"/>
              <ns1:pathLst>
                <ns1:path w="24" h="12">
                  <ns1:moveTo>
                    <ns1:pt x="18" y="12"/>
                  </ns1:moveTo>
                  <ns1:cubicBezTo>
                    <ns1:pt x="6" y="12"/>
                    <ns1:pt x="6" y="12"/>
                    <ns1:pt x="6" y="12"/>
                  </ns1:cubicBezTo>
                  <ns1:cubicBezTo>
                    <ns1:pt x="3" y="12"/>
                    <ns1:pt x="0" y="10"/>
                    <ns1:pt x="0" y="6"/>
                  </ns1:cubicBezTo>
                  <ns1:cubicBezTo>
                    <ns1:pt x="0" y="3"/>
                    <ns1:pt x="3" y="0"/>
                    <ns1:pt x="6" y="0"/>
                  </ns1:cubicBezTo>
                  <ns1:cubicBezTo>
                    <ns1:pt x="18" y="0"/>
                    <ns1:pt x="18" y="0"/>
                    <ns1:pt x="18" y="0"/>
                  </ns1:cubicBezTo>
                  <ns1:cubicBezTo>
                    <ns1:pt x="21" y="0"/>
                    <ns1:pt x="24" y="3"/>
                    <ns1:pt x="24" y="6"/>
                  </ns1:cubicBezTo>
                  <ns1:cubicBezTo>
                    <ns1:pt x="24" y="10"/>
                    <ns1:pt x="21" y="12"/>
                    <ns1:pt x="18" y="12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</ns0:grpSp>
      <ns0:grpSp>
        <ns0:nvGrpSpPr>
          <ns0:cNvPr id="14" name="Group 13"/>
          <ns0:cNvGrpSpPr/>
          <ns0:nvPr/>
        </ns0:nvGrpSpPr>
        <ns0:grpSpPr>
          <ns1:xfrm>
            <ns1:off x="1307840" y="1183806"/>
            <ns1:ext cx="302377" cy="387255"/>
            <ns1:chOff x="9115151" y="579188"/>
            <ns1:chExt cx="439080" cy="562331"/>
          </ns1:xfrm>
          <ns1:solidFill>
            <ns1:schemeClr val="tx1"/>
          </ns1:solidFill>
        </ns0:grpSpPr>
        <ns0:sp>
          <ns0:nvSpPr>
            <ns0:cNvPr id="15" name="Freeform 53"/>
            <ns0:cNvSpPr>
              <ns1:spLocks/>
            </ns0:cNvSpPr>
            <ns0:nvPr/>
          </ns0:nvSpPr>
          <ns0:spPr bwMode="auto">
            <ns1:xfrm>
              <ns1:off x="9434832" y="855539"/>
              <ns1:ext cx="119399" cy="156952"/>
            </ns1:xfrm>
            <ns1:custGeom>
              <ns1:avLst/>
              <ns1:gdLst>
                <ns1:gd name="T0" fmla="*/ 18 w 52"/>
                <ns1:gd name="T1" fmla="*/ 68 h 68"/>
                <ns1:gd name="T2" fmla="*/ 6 w 52"/>
                <ns1:gd name="T3" fmla="*/ 68 h 68"/>
                <ns1:gd name="T4" fmla="*/ 0 w 52"/>
                <ns1:gd name="T5" fmla="*/ 62 h 68"/>
                <ns1:gd name="T6" fmla="*/ 6 w 52"/>
                <ns1:gd name="T7" fmla="*/ 56 h 68"/>
                <ns1:gd name="T8" fmla="*/ 18 w 52"/>
                <ns1:gd name="T9" fmla="*/ 56 h 68"/>
                <ns1:gd name="T10" fmla="*/ 40 w 52"/>
                <ns1:gd name="T11" fmla="*/ 34 h 68"/>
                <ns1:gd name="T12" fmla="*/ 18 w 52"/>
                <ns1:gd name="T13" fmla="*/ 12 h 68"/>
                <ns1:gd name="T14" fmla="*/ 6 w 52"/>
                <ns1:gd name="T15" fmla="*/ 12 h 68"/>
                <ns1:gd name="T16" fmla="*/ 0 w 52"/>
                <ns1:gd name="T17" fmla="*/ 6 h 68"/>
                <ns1:gd name="T18" fmla="*/ 6 w 52"/>
                <ns1:gd name="T19" fmla="*/ 0 h 68"/>
                <ns1:gd name="T20" fmla="*/ 18 w 52"/>
                <ns1:gd name="T21" fmla="*/ 0 h 68"/>
                <ns1:gd name="T22" fmla="*/ 52 w 52"/>
                <ns1:gd name="T23" fmla="*/ 34 h 68"/>
                <ns1:gd name="T24" fmla="*/ 18 w 52"/>
                <ns1:gd name="T25" fmla="*/ 68 h 68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</ns1:cxnLst>
              <ns1:rect l="0" t="0" r="r" b="b"/>
              <ns1:pathLst>
                <ns1:path w="52" h="68">
                  <ns1:moveTo>
                    <ns1:pt x="18" y="68"/>
                  </ns1:moveTo>
                  <ns1:cubicBezTo>
                    <ns1:pt x="6" y="68"/>
                    <ns1:pt x="6" y="68"/>
                    <ns1:pt x="6" y="68"/>
                  </ns1:cubicBezTo>
                  <ns1:cubicBezTo>
                    <ns1:pt x="3" y="68"/>
                    <ns1:pt x="0" y="65"/>
                    <ns1:pt x="0" y="62"/>
                  </ns1:cubicBezTo>
                  <ns1:cubicBezTo>
                    <ns1:pt x="0" y="59"/>
                    <ns1:pt x="3" y="56"/>
                    <ns1:pt x="6" y="56"/>
                  </ns1:cubicBezTo>
                  <ns1:cubicBezTo>
                    <ns1:pt x="18" y="56"/>
                    <ns1:pt x="18" y="56"/>
                    <ns1:pt x="18" y="56"/>
                  </ns1:cubicBezTo>
                  <ns1:cubicBezTo>
                    <ns1:pt x="31" y="56"/>
                    <ns1:pt x="40" y="47"/>
                    <ns1:pt x="40" y="34"/>
                  </ns1:cubicBezTo>
                  <ns1:cubicBezTo>
                    <ns1:pt x="40" y="21"/>
                    <ns1:pt x="31" y="12"/>
                    <ns1:pt x="18" y="12"/>
                  </ns1:cubicBezTo>
                  <ns1:cubicBezTo>
                    <ns1:pt x="6" y="12"/>
                    <ns1:pt x="6" y="12"/>
                    <ns1:pt x="6" y="12"/>
                  </ns1:cubicBezTo>
                  <ns1:cubicBezTo>
                    <ns1:pt x="3" y="12"/>
                    <ns1:pt x="0" y="9"/>
                    <ns1:pt x="0" y="6"/>
                  </ns1:cubicBezTo>
                  <ns1:cubicBezTo>
                    <ns1:pt x="0" y="3"/>
                    <ns1:pt x="3" y="0"/>
                    <ns1:pt x="6" y="0"/>
                  </ns1:cubicBezTo>
                  <ns1:cubicBezTo>
                    <ns1:pt x="18" y="0"/>
                    <ns1:pt x="18" y="0"/>
                    <ns1:pt x="18" y="0"/>
                  </ns1:cubicBezTo>
                  <ns1:cubicBezTo>
                    <ns1:pt x="38" y="0"/>
                    <ns1:pt x="52" y="14"/>
                    <ns1:pt x="52" y="34"/>
                  </ns1:cubicBezTo>
                  <ns1:cubicBezTo>
                    <ns1:pt x="52" y="54"/>
                    <ns1:pt x="38" y="68"/>
                    <ns1:pt x="18" y="68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16" name="Freeform 54"/>
            <ns0:cNvSpPr>
              <ns1:spLocks noEditPoints="1"/>
            </ns0:cNvSpPr>
            <ns0:nvPr/>
          </ns0:nvSpPr>
          <ns0:spPr bwMode="auto">
            <ns1:xfrm>
              <ns1:off x="9142112" y="818949"/>
              <ns1:ext cx="320644" cy="322570"/>
            </ns1:xfrm>
            <ns1:custGeom>
              <ns1:avLst/>
              <ns1:gdLst>
                <ns1:gd name="T0" fmla="*/ 114 w 140"/>
                <ns1:gd name="T1" fmla="*/ 140 h 140"/>
                <ns1:gd name="T2" fmla="*/ 26 w 140"/>
                <ns1:gd name="T3" fmla="*/ 140 h 140"/>
                <ns1:gd name="T4" fmla="*/ 0 w 140"/>
                <ns1:gd name="T5" fmla="*/ 114 h 140"/>
                <ns1:gd name="T6" fmla="*/ 0 w 140"/>
                <ns1:gd name="T7" fmla="*/ 6 h 140"/>
                <ns1:gd name="T8" fmla="*/ 6 w 140"/>
                <ns1:gd name="T9" fmla="*/ 0 h 140"/>
                <ns1:gd name="T10" fmla="*/ 134 w 140"/>
                <ns1:gd name="T11" fmla="*/ 0 h 140"/>
                <ns1:gd name="T12" fmla="*/ 140 w 140"/>
                <ns1:gd name="T13" fmla="*/ 6 h 140"/>
                <ns1:gd name="T14" fmla="*/ 140 w 140"/>
                <ns1:gd name="T15" fmla="*/ 114 h 140"/>
                <ns1:gd name="T16" fmla="*/ 114 w 140"/>
                <ns1:gd name="T17" fmla="*/ 140 h 140"/>
                <ns1:gd name="T18" fmla="*/ 12 w 140"/>
                <ns1:gd name="T19" fmla="*/ 12 h 140"/>
                <ns1:gd name="T20" fmla="*/ 12 w 140"/>
                <ns1:gd name="T21" fmla="*/ 114 h 140"/>
                <ns1:gd name="T22" fmla="*/ 26 w 140"/>
                <ns1:gd name="T23" fmla="*/ 128 h 140"/>
                <ns1:gd name="T24" fmla="*/ 114 w 140"/>
                <ns1:gd name="T25" fmla="*/ 128 h 140"/>
                <ns1:gd name="T26" fmla="*/ 128 w 140"/>
                <ns1:gd name="T27" fmla="*/ 114 h 140"/>
                <ns1:gd name="T28" fmla="*/ 128 w 140"/>
                <ns1:gd name="T29" fmla="*/ 12 h 140"/>
                <ns1:gd name="T30" fmla="*/ 12 w 140"/>
                <ns1:gd name="T31" fmla="*/ 12 h 140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  <ns1:cxn ang="0">
                  <ns1:pos x="T30" y="T31"/>
                </ns1:cxn>
              </ns1:cxnLst>
              <ns1:rect l="0" t="0" r="r" b="b"/>
              <ns1:pathLst>
                <ns1:path w="140" h="140">
                  <ns1:moveTo>
                    <ns1:pt x="114" y="140"/>
                  </ns1:moveTo>
                  <ns1:cubicBezTo>
                    <ns1:pt x="26" y="140"/>
                    <ns1:pt x="26" y="140"/>
                    <ns1:pt x="26" y="140"/>
                  </ns1:cubicBezTo>
                  <ns1:cubicBezTo>
                    <ns1:pt x="12" y="140"/>
                    <ns1:pt x="0" y="128"/>
                    <ns1:pt x="0" y="114"/>
                  </ns1:cubicBezTo>
                  <ns1:cubicBezTo>
                    <ns1:pt x="0" y="6"/>
                    <ns1:pt x="0" y="6"/>
                    <ns1:pt x="0" y="6"/>
                  </ns1:cubicBezTo>
                  <ns1:cubicBezTo>
                    <ns1:pt x="0" y="3"/>
                    <ns1:pt x="3" y="0"/>
                    <ns1:pt x="6" y="0"/>
                  </ns1:cubicBezTo>
                  <ns1:cubicBezTo>
                    <ns1:pt x="134" y="0"/>
                    <ns1:pt x="134" y="0"/>
                    <ns1:pt x="134" y="0"/>
                  </ns1:cubicBezTo>
                  <ns1:cubicBezTo>
                    <ns1:pt x="137" y="0"/>
                    <ns1:pt x="140" y="3"/>
                    <ns1:pt x="140" y="6"/>
                  </ns1:cubicBezTo>
                  <ns1:cubicBezTo>
                    <ns1:pt x="140" y="114"/>
                    <ns1:pt x="140" y="114"/>
                    <ns1:pt x="140" y="114"/>
                  </ns1:cubicBezTo>
                  <ns1:cubicBezTo>
                    <ns1:pt x="140" y="129"/>
                    <ns1:pt x="129" y="140"/>
                    <ns1:pt x="114" y="140"/>
                  </ns1:cubicBezTo>
                  <ns1:close/>
                  <ns1:moveTo>
                    <ns1:pt x="12" y="12"/>
                  </ns1:moveTo>
                  <ns1:cubicBezTo>
                    <ns1:pt x="12" y="114"/>
                    <ns1:pt x="12" y="114"/>
                    <ns1:pt x="12" y="114"/>
                  </ns1:cubicBezTo>
                  <ns1:cubicBezTo>
                    <ns1:pt x="12" y="122"/>
                    <ns1:pt x="18" y="128"/>
                    <ns1:pt x="26" y="128"/>
                  </ns1:cubicBezTo>
                  <ns1:cubicBezTo>
                    <ns1:pt x="114" y="128"/>
                    <ns1:pt x="114" y="128"/>
                    <ns1:pt x="114" y="128"/>
                  </ns1:cubicBezTo>
                  <ns1:cubicBezTo>
                    <ns1:pt x="122" y="128"/>
                    <ns1:pt x="128" y="122"/>
                    <ns1:pt x="128" y="114"/>
                  </ns1:cubicBezTo>
                  <ns1:cubicBezTo>
                    <ns1:pt x="128" y="12"/>
                    <ns1:pt x="128" y="12"/>
                    <ns1:pt x="128" y="12"/>
                  </ns1:cubicBezTo>
                  <ns1:lnTo>
                    <ns1:pt x="12" y="12"/>
                  </ns1:ln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17" name="Freeform 55"/>
            <ns0:cNvSpPr>
              <ns1:spLocks noEditPoints="1"/>
            </ns0:cNvSpPr>
            <ns0:nvPr/>
          </ns0:nvSpPr>
          <ns0:spPr bwMode="auto">
            <ns1:xfrm>
              <ns1:off x="9416537" y="579188"/>
              <ns1:ext cx="114584" cy="158878"/>
            </ns1:xfrm>
            <ns1:custGeom>
              <ns1:avLst/>
              <ns1:gdLst>
                <ns1:gd name="T0" fmla="*/ 25 w 50"/>
                <ns1:gd name="T1" fmla="*/ 69 h 69"/>
                <ns1:gd name="T2" fmla="*/ 25 w 50"/>
                <ns1:gd name="T3" fmla="*/ 69 h 69"/>
                <ns1:gd name="T4" fmla="*/ 14 w 50"/>
                <ns1:gd name="T5" fmla="*/ 67 h 69"/>
                <ns1:gd name="T6" fmla="*/ 2 w 50"/>
                <ns1:gd name="T7" fmla="*/ 55 h 69"/>
                <ns1:gd name="T8" fmla="*/ 2 w 50"/>
                <ns1:gd name="T9" fmla="*/ 37 h 69"/>
                <ns1:gd name="T10" fmla="*/ 8 w 50"/>
                <ns1:gd name="T11" fmla="*/ 29 h 69"/>
                <ns1:gd name="T12" fmla="*/ 11 w 50"/>
                <ns1:gd name="T13" fmla="*/ 10 h 69"/>
                <ns1:gd name="T14" fmla="*/ 12 w 50"/>
                <ns1:gd name="T15" fmla="*/ 3 h 69"/>
                <ns1:gd name="T16" fmla="*/ 18 w 50"/>
                <ns1:gd name="T17" fmla="*/ 1 h 69"/>
                <ns1:gd name="T18" fmla="*/ 48 w 50"/>
                <ns1:gd name="T19" fmla="*/ 44 h 69"/>
                <ns1:gd name="T20" fmla="*/ 25 w 50"/>
                <ns1:gd name="T21" fmla="*/ 69 h 69"/>
                <ns1:gd name="T22" fmla="*/ 26 w 50"/>
                <ns1:gd name="T23" fmla="*/ 18 h 69"/>
                <ns1:gd name="T24" fmla="*/ 17 w 50"/>
                <ns1:gd name="T25" fmla="*/ 36 h 69"/>
                <ns1:gd name="T26" fmla="*/ 13 w 50"/>
                <ns1:gd name="T27" fmla="*/ 42 h 69"/>
                <ns1:gd name="T28" fmla="*/ 13 w 50"/>
                <ns1:gd name="T29" fmla="*/ 50 h 69"/>
                <ns1:gd name="T30" fmla="*/ 19 w 50"/>
                <ns1:gd name="T31" fmla="*/ 56 h 69"/>
                <ns1:gd name="T32" fmla="*/ 25 w 50"/>
                <ns1:gd name="T33" fmla="*/ 57 h 69"/>
                <ns1:gd name="T34" fmla="*/ 25 w 50"/>
                <ns1:gd name="T35" fmla="*/ 57 h 69"/>
                <ns1:gd name="T36" fmla="*/ 36 w 50"/>
                <ns1:gd name="T37" fmla="*/ 43 h 69"/>
                <ns1:gd name="T38" fmla="*/ 26 w 50"/>
                <ns1:gd name="T39" fmla="*/ 18 h 69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  <ns1:cxn ang="0">
                  <ns1:pos x="T30" y="T31"/>
                </ns1:cxn>
                <ns1:cxn ang="0">
                  <ns1:pos x="T32" y="T33"/>
                </ns1:cxn>
                <ns1:cxn ang="0">
                  <ns1:pos x="T34" y="T35"/>
                </ns1:cxn>
                <ns1:cxn ang="0">
                  <ns1:pos x="T36" y="T37"/>
                </ns1:cxn>
                <ns1:cxn ang="0">
                  <ns1:pos x="T38" y="T39"/>
                </ns1:cxn>
              </ns1:cxnLst>
              <ns1:rect l="0" t="0" r="r" b="b"/>
              <ns1:pathLst>
                <ns1:path w="50" h="69">
                  <ns1:moveTo>
                    <ns1:pt x="25" y="69"/>
                  </ns1:moveTo>
                  <ns1:cubicBezTo>
                    <ns1:pt x="25" y="69"/>
                    <ns1:pt x="25" y="69"/>
                    <ns1:pt x="25" y="69"/>
                  </ns1:cubicBezTo>
                  <ns1:cubicBezTo>
                    <ns1:pt x="21" y="69"/>
                    <ns1:pt x="18" y="68"/>
                    <ns1:pt x="14" y="67"/>
                  </ns1:cubicBezTo>
                  <ns1:cubicBezTo>
                    <ns1:pt x="9" y="64"/>
                    <ns1:pt x="4" y="60"/>
                    <ns1:pt x="2" y="55"/>
                  </ns1:cubicBezTo>
                  <ns1:cubicBezTo>
                    <ns1:pt x="0" y="49"/>
                    <ns1:pt x="0" y="43"/>
                    <ns1:pt x="2" y="37"/>
                  </ns1:cubicBezTo>
                  <ns1:cubicBezTo>
                    <ns1:pt x="4" y="34"/>
                    <ns1:pt x="6" y="32"/>
                    <ns1:pt x="8" y="29"/>
                  </ns1:cubicBezTo>
                  <ns1:cubicBezTo>
                    <ns1:pt x="14" y="22"/>
                    <ns1:pt x="16" y="18"/>
                    <ns1:pt x="11" y="10"/>
                  </ns1:cubicBezTo>
                  <ns1:cubicBezTo>
                    <ns1:pt x="10" y="8"/>
                    <ns1:pt x="10" y="5"/>
                    <ns1:pt x="12" y="3"/>
                  </ns1:cubicBezTo>
                  <ns1:cubicBezTo>
                    <ns1:pt x="13" y="1"/>
                    <ns1:pt x="15" y="0"/>
                    <ns1:pt x="18" y="1"/>
                  </ns1:cubicBezTo>
                  <ns1:cubicBezTo>
                    <ns1:pt x="41" y="6"/>
                    <ns1:pt x="50" y="27"/>
                    <ns1:pt x="48" y="44"/>
                  </ns1:cubicBezTo>
                  <ns1:cubicBezTo>
                    <ns1:pt x="46" y="59"/>
                    <ns1:pt x="37" y="69"/>
                    <ns1:pt x="25" y="69"/>
                  </ns1:cubicBezTo>
                  <ns1:close/>
                  <ns1:moveTo>
                    <ns1:pt x="26" y="18"/>
                  </ns1:moveTo>
                  <ns1:cubicBezTo>
                    <ns1:pt x="26" y="26"/>
                    <ns1:pt x="21" y="32"/>
                    <ns1:pt x="17" y="36"/>
                  </ns1:cubicBezTo>
                  <ns1:cubicBezTo>
                    <ns1:pt x="16" y="39"/>
                    <ns1:pt x="14" y="41"/>
                    <ns1:pt x="13" y="42"/>
                  </ns1:cubicBezTo>
                  <ns1:cubicBezTo>
                    <ns1:pt x="12" y="45"/>
                    <ns1:pt x="12" y="48"/>
                    <ns1:pt x="13" y="50"/>
                  </ns1:cubicBezTo>
                  <ns1:cubicBezTo>
                    <ns1:pt x="14" y="53"/>
                    <ns1:pt x="16" y="54"/>
                    <ns1:pt x="19" y="56"/>
                  </ns1:cubicBezTo>
                  <ns1:cubicBezTo>
                    <ns1:pt x="21" y="57"/>
                    <ns1:pt x="23" y="57"/>
                    <ns1:pt x="25" y="57"/>
                  </ns1:cubicBezTo>
                  <ns1:cubicBezTo>
                    <ns1:pt x="25" y="57"/>
                    <ns1:pt x="25" y="57"/>
                    <ns1:pt x="25" y="57"/>
                  </ns1:cubicBezTo>
                  <ns1:cubicBezTo>
                    <ns1:pt x="32" y="57"/>
                    <ns1:pt x="35" y="49"/>
                    <ns1:pt x="36" y="43"/>
                  </ns1:cubicBezTo>
                  <ns1:cubicBezTo>
                    <ns1:pt x="37" y="34"/>
                    <ns1:pt x="34" y="24"/>
                    <ns1:pt x="26" y="18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18" name="Freeform 56"/>
            <ns0:cNvSpPr>
              <ns1:spLocks/>
            </ns0:cNvSpPr>
            <ns0:nvPr/>
          </ns0:nvSpPr>
          <ns0:spPr bwMode="auto">
            <ns1:xfrm>
              <ns1:off x="9368392" y="701476"/>
              <ns1:ext cx="94364" cy="145397"/>
            </ns1:xfrm>
            <ns1:custGeom>
              <ns1:avLst/>
              <ns1:gdLst>
                <ns1:gd name="T0" fmla="*/ 7 w 41"/>
                <ns1:gd name="T1" fmla="*/ 63 h 63"/>
                <ns1:gd name="T2" fmla="*/ 4 w 41"/>
                <ns1:gd name="T3" fmla="*/ 62 h 63"/>
                <ns1:gd name="T4" fmla="*/ 1 w 41"/>
                <ns1:gd name="T5" fmla="*/ 54 h 63"/>
                <ns1:gd name="T6" fmla="*/ 29 w 41"/>
                <ns1:gd name="T7" fmla="*/ 4 h 63"/>
                <ns1:gd name="T8" fmla="*/ 37 w 41"/>
                <ns1:gd name="T9" fmla="*/ 1 h 63"/>
                <ns1:gd name="T10" fmla="*/ 40 w 41"/>
                <ns1:gd name="T11" fmla="*/ 9 h 63"/>
                <ns1:gd name="T12" fmla="*/ 12 w 41"/>
                <ns1:gd name="T13" fmla="*/ 60 h 63"/>
                <ns1:gd name="T14" fmla="*/ 7 w 41"/>
                <ns1:gd name="T15" fmla="*/ 63 h 63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</ns1:cxnLst>
              <ns1:rect l="0" t="0" r="r" b="b"/>
              <ns1:pathLst>
                <ns1:path w="41" h="63">
                  <ns1:moveTo>
                    <ns1:pt x="7" y="63"/>
                  </ns1:moveTo>
                  <ns1:cubicBezTo>
                    <ns1:pt x="6" y="63"/>
                    <ns1:pt x="5" y="63"/>
                    <ns1:pt x="4" y="62"/>
                  </ns1:cubicBezTo>
                  <ns1:cubicBezTo>
                    <ns1:pt x="1" y="61"/>
                    <ns1:pt x="0" y="57"/>
                    <ns1:pt x="1" y="54"/>
                  </ns1:cubicBezTo>
                  <ns1:cubicBezTo>
                    <ns1:pt x="29" y="4"/>
                    <ns1:pt x="29" y="4"/>
                    <ns1:pt x="29" y="4"/>
                  </ns1:cubicBezTo>
                  <ns1:cubicBezTo>
                    <ns1:pt x="31" y="1"/>
                    <ns1:pt x="34" y="0"/>
                    <ns1:pt x="37" y="1"/>
                  </ns1:cubicBezTo>
                  <ns1:cubicBezTo>
                    <ns1:pt x="40" y="3"/>
                    <ns1:pt x="41" y="6"/>
                    <ns1:pt x="40" y="9"/>
                  </ns1:cubicBezTo>
                  <ns1:cubicBezTo>
                    <ns1:pt x="12" y="60"/>
                    <ns1:pt x="12" y="60"/>
                    <ns1:pt x="12" y="60"/>
                  </ns1:cubicBezTo>
                  <ns1:cubicBezTo>
                    <ns1:pt x="11" y="62"/>
                    <ns1:pt x="9" y="63"/>
                    <ns1:pt x="7" y="63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19" name="Freeform 57"/>
            <ns0:cNvSpPr>
              <ns1:spLocks/>
            </ns0:cNvSpPr>
            <ns0:nvPr/>
          </ns0:nvSpPr>
          <ns0:spPr bwMode="auto">
            <ns1:xfrm>
              <ns1:off x="9416537" y="708216"/>
              <ns1:ext cx="71254" cy="138657"/>
            </ns1:xfrm>
            <ns1:custGeom>
              <ns1:avLst/>
              <ns1:gdLst>
                <ns1:gd name="T0" fmla="*/ 6 w 31"/>
                <ns1:gd name="T1" fmla="*/ 60 h 60"/>
                <ns1:gd name="T2" fmla="*/ 4 w 31"/>
                <ns1:gd name="T3" fmla="*/ 60 h 60"/>
                <ns1:gd name="T4" fmla="*/ 1 w 31"/>
                <ns1:gd name="T5" fmla="*/ 52 h 60"/>
                <ns1:gd name="T6" fmla="*/ 19 w 31"/>
                <ns1:gd name="T7" fmla="*/ 5 h 60"/>
                <ns1:gd name="T8" fmla="*/ 26 w 31"/>
                <ns1:gd name="T9" fmla="*/ 1 h 60"/>
                <ns1:gd name="T10" fmla="*/ 30 w 31"/>
                <ns1:gd name="T11" fmla="*/ 9 h 60"/>
                <ns1:gd name="T12" fmla="*/ 12 w 31"/>
                <ns1:gd name="T13" fmla="*/ 56 h 60"/>
                <ns1:gd name="T14" fmla="*/ 6 w 31"/>
                <ns1:gd name="T15" fmla="*/ 60 h 60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</ns1:cxnLst>
              <ns1:rect l="0" t="0" r="r" b="b"/>
              <ns1:pathLst>
                <ns1:path w="31" h="60">
                  <ns1:moveTo>
                    <ns1:pt x="6" y="60"/>
                  </ns1:moveTo>
                  <ns1:cubicBezTo>
                    <ns1:pt x="6" y="60"/>
                    <ns1:pt x="5" y="60"/>
                    <ns1:pt x="4" y="60"/>
                  </ns1:cubicBezTo>
                  <ns1:cubicBezTo>
                    <ns1:pt x="1" y="58"/>
                    <ns1:pt x="0" y="55"/>
                    <ns1:pt x="1" y="52"/>
                  </ns1:cubicBezTo>
                  <ns1:cubicBezTo>
                    <ns1:pt x="19" y="5"/>
                    <ns1:pt x="19" y="5"/>
                    <ns1:pt x="19" y="5"/>
                  </ns1:cubicBezTo>
                  <ns1:cubicBezTo>
                    <ns1:pt x="20" y="2"/>
                    <ns1:pt x="23" y="0"/>
                    <ns1:pt x="26" y="1"/>
                  </ns1:cubicBezTo>
                  <ns1:cubicBezTo>
                    <ns1:pt x="29" y="3"/>
                    <ns1:pt x="31" y="6"/>
                    <ns1:pt x="30" y="9"/>
                  </ns1:cubicBezTo>
                  <ns1:cubicBezTo>
                    <ns1:pt x="12" y="56"/>
                    <ns1:pt x="12" y="56"/>
                    <ns1:pt x="12" y="56"/>
                  </ns1:cubicBezTo>
                  <ns1:cubicBezTo>
                    <ns1:pt x="11" y="59"/>
                    <ns1:pt x="9" y="60"/>
                    <ns1:pt x="6" y="60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20" name="Freeform 58"/>
            <ns0:cNvSpPr>
              <ns1:spLocks noEditPoints="1"/>
            </ns0:cNvSpPr>
            <ns0:nvPr/>
          </ns0:nvSpPr>
          <ns0:spPr bwMode="auto">
            <ns1:xfrm>
              <ns1:off x="9115151" y="671626"/>
              <ns1:ext cx="146360" cy="175247"/>
            </ns1:xfrm>
            <ns1:custGeom>
              <ns1:avLst/>
              <ns1:gdLst>
                <ns1:gd name="T0" fmla="*/ 58 w 64"/>
                <ns1:gd name="T1" fmla="*/ 76 h 76"/>
                <ns1:gd name="T2" fmla="*/ 58 w 64"/>
                <ns1:gd name="T3" fmla="*/ 76 h 76"/>
                <ns1:gd name="T4" fmla="*/ 26 w 64"/>
                <ns1:gd name="T5" fmla="*/ 76 h 76"/>
                <ns1:gd name="T6" fmla="*/ 21 w 64"/>
                <ns1:gd name="T7" fmla="*/ 73 h 76"/>
                <ns1:gd name="T8" fmla="*/ 5 w 64"/>
                <ns1:gd name="T9" fmla="*/ 41 h 76"/>
                <ns1:gd name="T10" fmla="*/ 4 w 64"/>
                <ns1:gd name="T11" fmla="*/ 39 h 76"/>
                <ns1:gd name="T12" fmla="*/ 0 w 64"/>
                <ns1:gd name="T13" fmla="*/ 7 h 76"/>
                <ns1:gd name="T14" fmla="*/ 3 w 64"/>
                <ns1:gd name="T15" fmla="*/ 1 h 76"/>
                <ns1:gd name="T16" fmla="*/ 9 w 64"/>
                <ns1:gd name="T17" fmla="*/ 1 h 76"/>
                <ns1:gd name="T18" fmla="*/ 37 w 64"/>
                <ns1:gd name="T19" fmla="*/ 17 h 76"/>
                <ns1:gd name="T20" fmla="*/ 39 w 64"/>
                <ns1:gd name="T21" fmla="*/ 19 h 76"/>
                <ns1:gd name="T22" fmla="*/ 63 w 64"/>
                <ns1:gd name="T23" fmla="*/ 67 h 76"/>
                <ns1:gd name="T24" fmla="*/ 64 w 64"/>
                <ns1:gd name="T25" fmla="*/ 70 h 76"/>
                <ns1:gd name="T26" fmla="*/ 58 w 64"/>
                <ns1:gd name="T27" fmla="*/ 76 h 76"/>
                <ns1:gd name="T28" fmla="*/ 30 w 64"/>
                <ns1:gd name="T29" fmla="*/ 64 h 76"/>
                <ns1:gd name="T30" fmla="*/ 48 w 64"/>
                <ns1:gd name="T31" fmla="*/ 64 h 76"/>
                <ns1:gd name="T32" fmla="*/ 29 w 64"/>
                <ns1:gd name="T33" fmla="*/ 26 h 76"/>
                <ns1:gd name="T34" fmla="*/ 13 w 64"/>
                <ns1:gd name="T35" fmla="*/ 17 h 76"/>
                <ns1:gd name="T36" fmla="*/ 16 w 64"/>
                <ns1:gd name="T37" fmla="*/ 36 h 76"/>
                <ns1:gd name="T38" fmla="*/ 30 w 64"/>
                <ns1:gd name="T39" fmla="*/ 64 h 76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  <ns1:cxn ang="0">
                  <ns1:pos x="T30" y="T31"/>
                </ns1:cxn>
                <ns1:cxn ang="0">
                  <ns1:pos x="T32" y="T33"/>
                </ns1:cxn>
                <ns1:cxn ang="0">
                  <ns1:pos x="T34" y="T35"/>
                </ns1:cxn>
                <ns1:cxn ang="0">
                  <ns1:pos x="T36" y="T37"/>
                </ns1:cxn>
                <ns1:cxn ang="0">
                  <ns1:pos x="T38" y="T39"/>
                </ns1:cxn>
              </ns1:cxnLst>
              <ns1:rect l="0" t="0" r="r" b="b"/>
              <ns1:pathLst>
                <ns1:path w="64" h="76">
                  <ns1:moveTo>
                    <ns1:pt x="58" y="76"/>
                  </ns1:moveTo>
                  <ns1:cubicBezTo>
                    <ns1:pt x="58" y="76"/>
                    <ns1:pt x="58" y="76"/>
                    <ns1:pt x="58" y="76"/>
                  </ns1:cubicBezTo>
                  <ns1:cubicBezTo>
                    <ns1:pt x="26" y="76"/>
                    <ns1:pt x="26" y="76"/>
                    <ns1:pt x="26" y="76"/>
                  </ns1:cubicBezTo>
                  <ns1:cubicBezTo>
                    <ns1:pt x="24" y="76"/>
                    <ns1:pt x="22" y="75"/>
                    <ns1:pt x="21" y="73"/>
                  </ns1:cubicBezTo>
                  <ns1:cubicBezTo>
                    <ns1:pt x="5" y="41"/>
                    <ns1:pt x="5" y="41"/>
                    <ns1:pt x="5" y="41"/>
                  </ns1:cubicBezTo>
                  <ns1:cubicBezTo>
                    <ns1:pt x="4" y="40"/>
                    <ns1:pt x="4" y="39"/>
                    <ns1:pt x="4" y="39"/>
                  </ns1:cubicBezTo>
                  <ns1:cubicBezTo>
                    <ns1:pt x="0" y="7"/>
                    <ns1:pt x="0" y="7"/>
                    <ns1:pt x="0" y="7"/>
                  </ns1:cubicBezTo>
                  <ns1:cubicBezTo>
                    <ns1:pt x="0" y="4"/>
                    <ns1:pt x="1" y="2"/>
                    <ns1:pt x="3" y="1"/>
                  </ns1:cubicBezTo>
                  <ns1:cubicBezTo>
                    <ns1:pt x="5" y="0"/>
                    <ns1:pt x="7" y="0"/>
                    <ns1:pt x="9" y="1"/>
                  </ns1:cubicBezTo>
                  <ns1:cubicBezTo>
                    <ns1:pt x="37" y="17"/>
                    <ns1:pt x="37" y="17"/>
                    <ns1:pt x="37" y="17"/>
                  </ns1:cubicBezTo>
                  <ns1:cubicBezTo>
                    <ns1:pt x="38" y="17"/>
                    <ns1:pt x="39" y="18"/>
                    <ns1:pt x="39" y="19"/>
                  </ns1:cubicBezTo>
                  <ns1:cubicBezTo>
                    <ns1:pt x="63" y="67"/>
                    <ns1:pt x="63" y="67"/>
                    <ns1:pt x="63" y="67"/>
                  </ns1:cubicBezTo>
                  <ns1:cubicBezTo>
                    <ns1:pt x="64" y="68"/>
                    <ns1:pt x="64" y="69"/>
                    <ns1:pt x="64" y="70"/>
                  </ns1:cubicBezTo>
                  <ns1:cubicBezTo>
                    <ns1:pt x="64" y="73"/>
                    <ns1:pt x="61" y="76"/>
                    <ns1:pt x="58" y="76"/>
                  </ns1:cubicBezTo>
                  <ns1:close/>
                  <ns1:moveTo>
                    <ns1:pt x="30" y="64"/>
                  </ns1:moveTo>
                  <ns1:cubicBezTo>
                    <ns1:pt x="48" y="64"/>
                    <ns1:pt x="48" y="64"/>
                    <ns1:pt x="48" y="64"/>
                  </ns1:cubicBezTo>
                  <ns1:cubicBezTo>
                    <ns1:pt x="29" y="26"/>
                    <ns1:pt x="29" y="26"/>
                    <ns1:pt x="29" y="26"/>
                  </ns1:cubicBezTo>
                  <ns1:cubicBezTo>
                    <ns1:pt x="13" y="17"/>
                    <ns1:pt x="13" y="17"/>
                    <ns1:pt x="13" y="17"/>
                  </ns1:cubicBezTo>
                  <ns1:cubicBezTo>
                    <ns1:pt x="16" y="36"/>
                    <ns1:pt x="16" y="36"/>
                    <ns1:pt x="16" y="36"/>
                  </ns1:cubicBezTo>
                  <ns1:lnTo>
                    <ns1:pt x="30" y="64"/>
                  </ns1:ln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21" name="Freeform 59"/>
            <ns0:cNvSpPr>
              <ns1:spLocks/>
            </ns0:cNvSpPr>
            <ns0:nvPr/>
          </ns0:nvSpPr>
          <ns0:spPr bwMode="auto">
            <ns1:xfrm>
              <ns1:off x="9121891" y="706290"/>
              <ns1:ext cx="86661" cy="66440"/>
            </ns1:xfrm>
            <ns1:custGeom>
              <ns1:avLst/>
              <ns1:gdLst>
                <ns1:gd name="T0" fmla="*/ 7 w 38"/>
                <ns1:gd name="T1" fmla="*/ 29 h 29"/>
                <ns1:gd name="T2" fmla="*/ 2 w 38"/>
                <ns1:gd name="T3" fmla="*/ 26 h 29"/>
                <ns1:gd name="T4" fmla="*/ 4 w 38"/>
                <ns1:gd name="T5" fmla="*/ 18 h 29"/>
                <ns1:gd name="T6" fmla="*/ 28 w 38"/>
                <ns1:gd name="T7" fmla="*/ 2 h 29"/>
                <ns1:gd name="T8" fmla="*/ 36 w 38"/>
                <ns1:gd name="T9" fmla="*/ 4 h 29"/>
                <ns1:gd name="T10" fmla="*/ 34 w 38"/>
                <ns1:gd name="T11" fmla="*/ 12 h 29"/>
                <ns1:gd name="T12" fmla="*/ 10 w 38"/>
                <ns1:gd name="T13" fmla="*/ 28 h 29"/>
                <ns1:gd name="T14" fmla="*/ 7 w 38"/>
                <ns1:gd name="T15" fmla="*/ 29 h 29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</ns1:cxnLst>
              <ns1:rect l="0" t="0" r="r" b="b"/>
              <ns1:pathLst>
                <ns1:path w="38" h="29">
                  <ns1:moveTo>
                    <ns1:pt x="7" y="29"/>
                  </ns1:moveTo>
                  <ns1:cubicBezTo>
                    <ns1:pt x="5" y="29"/>
                    <ns1:pt x="3" y="28"/>
                    <ns1:pt x="2" y="26"/>
                  </ns1:cubicBezTo>
                  <ns1:cubicBezTo>
                    <ns1:pt x="0" y="24"/>
                    <ns1:pt x="1" y="20"/>
                    <ns1:pt x="4" y="18"/>
                  </ns1:cubicBezTo>
                  <ns1:cubicBezTo>
                    <ns1:pt x="28" y="2"/>
                    <ns1:pt x="28" y="2"/>
                    <ns1:pt x="28" y="2"/>
                  </ns1:cubicBezTo>
                  <ns1:cubicBezTo>
                    <ns1:pt x="30" y="0"/>
                    <ns1:pt x="34" y="1"/>
                    <ns1:pt x="36" y="4"/>
                  </ns1:cubicBezTo>
                  <ns1:cubicBezTo>
                    <ns1:pt x="38" y="6"/>
                    <ns1:pt x="37" y="10"/>
                    <ns1:pt x="34" y="12"/>
                  </ns1:cubicBezTo>
                  <ns1:cubicBezTo>
                    <ns1:pt x="10" y="28"/>
                    <ns1:pt x="10" y="28"/>
                    <ns1:pt x="10" y="28"/>
                  </ns1:cubicBezTo>
                  <ns1:cubicBezTo>
                    <ns1:pt x="9" y="29"/>
                    <ns1:pt x="8" y="29"/>
                    <ns1:pt x="7" y="29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22" name="Freeform 60"/>
            <ns0:cNvSpPr>
              <ns1:spLocks noEditPoints="1"/>
            </ns0:cNvSpPr>
            <ns0:nvPr/>
          </ns0:nvSpPr>
          <ns0:spPr bwMode="auto">
            <ns1:xfrm>
              <ns1:off x="9251882" y="579188"/>
              <ns1:ext cx="137694" cy="267685"/>
            </ns1:xfrm>
            <ns1:custGeom>
              <ns1:avLst/>
              <ns1:gdLst>
                <ns1:gd name="T0" fmla="*/ 54 w 60"/>
                <ns1:gd name="T1" fmla="*/ 116 h 116"/>
                <ns1:gd name="T2" fmla="*/ 6 w 60"/>
                <ns1:gd name="T3" fmla="*/ 116 h 116"/>
                <ns1:gd name="T4" fmla="*/ 0 w 60"/>
                <ns1:gd name="T5" fmla="*/ 110 h 116"/>
                <ns1:gd name="T6" fmla="*/ 0 w 60"/>
                <ns1:gd name="T7" fmla="*/ 6 h 116"/>
                <ns1:gd name="T8" fmla="*/ 6 w 60"/>
                <ns1:gd name="T9" fmla="*/ 0 h 116"/>
                <ns1:gd name="T10" fmla="*/ 54 w 60"/>
                <ns1:gd name="T11" fmla="*/ 0 h 116"/>
                <ns1:gd name="T12" fmla="*/ 60 w 60"/>
                <ns1:gd name="T13" fmla="*/ 6 h 116"/>
                <ns1:gd name="T14" fmla="*/ 60 w 60"/>
                <ns1:gd name="T15" fmla="*/ 110 h 116"/>
                <ns1:gd name="T16" fmla="*/ 54 w 60"/>
                <ns1:gd name="T17" fmla="*/ 116 h 116"/>
                <ns1:gd name="T18" fmla="*/ 12 w 60"/>
                <ns1:gd name="T19" fmla="*/ 104 h 116"/>
                <ns1:gd name="T20" fmla="*/ 48 w 60"/>
                <ns1:gd name="T21" fmla="*/ 104 h 116"/>
                <ns1:gd name="T22" fmla="*/ 48 w 60"/>
                <ns1:gd name="T23" fmla="*/ 12 h 116"/>
                <ns1:gd name="T24" fmla="*/ 12 w 60"/>
                <ns1:gd name="T25" fmla="*/ 12 h 116"/>
                <ns1:gd name="T26" fmla="*/ 12 w 60"/>
                <ns1:gd name="T27" fmla="*/ 104 h 116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</ns1:cxnLst>
              <ns1:rect l="0" t="0" r="r" b="b"/>
              <ns1:pathLst>
                <ns1:path w="60" h="116">
                  <ns1:moveTo>
                    <ns1:pt x="54" y="116"/>
                  </ns1:moveTo>
                  <ns1:cubicBezTo>
                    <ns1:pt x="6" y="116"/>
                    <ns1:pt x="6" y="116"/>
                    <ns1:pt x="6" y="116"/>
                  </ns1:cubicBezTo>
                  <ns1:cubicBezTo>
                    <ns1:pt x="3" y="116"/>
                    <ns1:pt x="0" y="113"/>
                    <ns1:pt x="0" y="110"/>
                  </ns1:cubicBezTo>
                  <ns1:cubicBezTo>
                    <ns1:pt x="0" y="6"/>
                    <ns1:pt x="0" y="6"/>
                    <ns1:pt x="0" y="6"/>
                  </ns1:cubicBezTo>
                  <ns1:cubicBezTo>
                    <ns1:pt x="0" y="3"/>
                    <ns1:pt x="3" y="0"/>
                    <ns1:pt x="6" y="0"/>
                  </ns1:cubicBezTo>
                  <ns1:cubicBezTo>
                    <ns1:pt x="54" y="0"/>
                    <ns1:pt x="54" y="0"/>
                    <ns1:pt x="54" y="0"/>
                  </ns1:cubicBezTo>
                  <ns1:cubicBezTo>
                    <ns1:pt x="57" y="0"/>
                    <ns1:pt x="60" y="3"/>
                    <ns1:pt x="60" y="6"/>
                  </ns1:cubicBezTo>
                  <ns1:cubicBezTo>
                    <ns1:pt x="60" y="110"/>
                    <ns1:pt x="60" y="110"/>
                    <ns1:pt x="60" y="110"/>
                  </ns1:cubicBezTo>
                  <ns1:cubicBezTo>
                    <ns1:pt x="60" y="113"/>
                    <ns1:pt x="57" y="116"/>
                    <ns1:pt x="54" y="116"/>
                  </ns1:cubicBezTo>
                  <ns1:close/>
                  <ns1:moveTo>
                    <ns1:pt x="12" y="104"/>
                  </ns1:moveTo>
                  <ns1:cubicBezTo>
                    <ns1:pt x="48" y="104"/>
                    <ns1:pt x="48" y="104"/>
                    <ns1:pt x="48" y="104"/>
                  </ns1:cubicBezTo>
                  <ns1:cubicBezTo>
                    <ns1:pt x="48" y="12"/>
                    <ns1:pt x="48" y="12"/>
                    <ns1:pt x="48" y="12"/>
                  </ns1:cubicBezTo>
                  <ns1:cubicBezTo>
                    <ns1:pt x="12" y="12"/>
                    <ns1:pt x="12" y="12"/>
                    <ns1:pt x="12" y="12"/>
                  </ns1:cubicBezTo>
                  <ns1:lnTo>
                    <ns1:pt x="12" y="104"/>
                  </ns1:ln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23" name="Freeform 61"/>
            <ns0:cNvSpPr>
              <ns1:spLocks/>
            </ns0:cNvSpPr>
            <ns0:nvPr/>
          </ns0:nvSpPr>
          <ns0:spPr bwMode="auto">
            <ns1:xfrm>
              <ns1:off x="9306767" y="635036"/>
              <ns1:ext cx="82809" cy="26961"/>
            </ns1:xfrm>
            <ns1:custGeom>
              <ns1:avLst/>
              <ns1:gdLst>
                <ns1:gd name="T0" fmla="*/ 30 w 36"/>
                <ns1:gd name="T1" fmla="*/ 12 h 12"/>
                <ns1:gd name="T2" fmla="*/ 6 w 36"/>
                <ns1:gd name="T3" fmla="*/ 12 h 12"/>
                <ns1:gd name="T4" fmla="*/ 0 w 36"/>
                <ns1:gd name="T5" fmla="*/ 6 h 12"/>
                <ns1:gd name="T6" fmla="*/ 6 w 36"/>
                <ns1:gd name="T7" fmla="*/ 0 h 12"/>
                <ns1:gd name="T8" fmla="*/ 30 w 36"/>
                <ns1:gd name="T9" fmla="*/ 0 h 12"/>
                <ns1:gd name="T10" fmla="*/ 36 w 36"/>
                <ns1:gd name="T11" fmla="*/ 6 h 12"/>
                <ns1:gd name="T12" fmla="*/ 30 w 36"/>
                <ns1:gd name="T13" fmla="*/ 12 h 12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</ns1:cxnLst>
              <ns1:rect l="0" t="0" r="r" b="b"/>
              <ns1:pathLst>
                <ns1:path w="36" h="12">
                  <ns1:moveTo>
                    <ns1:pt x="30" y="12"/>
                  </ns1:moveTo>
                  <ns1:cubicBezTo>
                    <ns1:pt x="6" y="12"/>
                    <ns1:pt x="6" y="12"/>
                    <ns1:pt x="6" y="12"/>
                  </ns1:cubicBezTo>
                  <ns1:cubicBezTo>
                    <ns1:pt x="3" y="12"/>
                    <ns1:pt x="0" y="9"/>
                    <ns1:pt x="0" y="6"/>
                  </ns1:cubicBezTo>
                  <ns1:cubicBezTo>
                    <ns1:pt x="0" y="3"/>
                    <ns1:pt x="3" y="0"/>
                    <ns1:pt x="6" y="0"/>
                  </ns1:cubicBezTo>
                  <ns1:cubicBezTo>
                    <ns1:pt x="30" y="0"/>
                    <ns1:pt x="30" y="0"/>
                    <ns1:pt x="30" y="0"/>
                  </ns1:cubicBezTo>
                  <ns1:cubicBezTo>
                    <ns1:pt x="33" y="0"/>
                    <ns1:pt x="36" y="3"/>
                    <ns1:pt x="36" y="6"/>
                  </ns1:cubicBezTo>
                  <ns1:cubicBezTo>
                    <ns1:pt x="36" y="9"/>
                    <ns1:pt x="33" y="12"/>
                    <ns1:pt x="30" y="12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24" name="Freeform 62"/>
            <ns0:cNvSpPr>
              <ns1:spLocks/>
            </ns0:cNvSpPr>
            <ns0:nvPr/>
          </ns0:nvSpPr>
          <ns0:spPr bwMode="auto">
            <ns1:xfrm>
              <ns1:off x="9325062" y="671626"/>
              <ns1:ext cx="64514" cy="27924"/>
            </ns1:xfrm>
            <ns1:custGeom>
              <ns1:avLst/>
              <ns1:gdLst>
                <ns1:gd name="T0" fmla="*/ 22 w 28"/>
                <ns1:gd name="T1" fmla="*/ 12 h 12"/>
                <ns1:gd name="T2" fmla="*/ 6 w 28"/>
                <ns1:gd name="T3" fmla="*/ 12 h 12"/>
                <ns1:gd name="T4" fmla="*/ 0 w 28"/>
                <ns1:gd name="T5" fmla="*/ 6 h 12"/>
                <ns1:gd name="T6" fmla="*/ 6 w 28"/>
                <ns1:gd name="T7" fmla="*/ 0 h 12"/>
                <ns1:gd name="T8" fmla="*/ 22 w 28"/>
                <ns1:gd name="T9" fmla="*/ 0 h 12"/>
                <ns1:gd name="T10" fmla="*/ 28 w 28"/>
                <ns1:gd name="T11" fmla="*/ 6 h 12"/>
                <ns1:gd name="T12" fmla="*/ 22 w 28"/>
                <ns1:gd name="T13" fmla="*/ 12 h 12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</ns1:cxnLst>
              <ns1:rect l="0" t="0" r="r" b="b"/>
              <ns1:pathLst>
                <ns1:path w="28" h="12">
                  <ns1:moveTo>
                    <ns1:pt x="22" y="12"/>
                  </ns1:moveTo>
                  <ns1:cubicBezTo>
                    <ns1:pt x="6" y="12"/>
                    <ns1:pt x="6" y="12"/>
                    <ns1:pt x="6" y="12"/>
                  </ns1:cubicBezTo>
                  <ns1:cubicBezTo>
                    <ns1:pt x="3" y="12"/>
                    <ns1:pt x="0" y="9"/>
                    <ns1:pt x="0" y="6"/>
                  </ns1:cubicBezTo>
                  <ns1:cubicBezTo>
                    <ns1:pt x="0" y="3"/>
                    <ns1:pt x="3" y="0"/>
                    <ns1:pt x="6" y="0"/>
                  </ns1:cubicBezTo>
                  <ns1:cubicBezTo>
                    <ns1:pt x="22" y="0"/>
                    <ns1:pt x="22" y="0"/>
                    <ns1:pt x="22" y="0"/>
                  </ns1:cubicBezTo>
                  <ns1:cubicBezTo>
                    <ns1:pt x="25" y="0"/>
                    <ns1:pt x="28" y="3"/>
                    <ns1:pt x="28" y="6"/>
                  </ns1:cubicBezTo>
                  <ns1:cubicBezTo>
                    <ns1:pt x="28" y="9"/>
                    <ns1:pt x="25" y="12"/>
                    <ns1:pt x="22" y="12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25" name="Freeform 63"/>
            <ns0:cNvSpPr>
              <ns1:spLocks/>
            </ns0:cNvSpPr>
            <ns0:nvPr/>
          </ns0:nvSpPr>
          <ns0:spPr bwMode="auto">
            <ns1:xfrm>
              <ns1:off x="9306767" y="708216"/>
              <ns1:ext cx="82809" cy="27924"/>
            </ns1:xfrm>
            <ns1:custGeom>
              <ns1:avLst/>
              <ns1:gdLst>
                <ns1:gd name="T0" fmla="*/ 30 w 36"/>
                <ns1:gd name="T1" fmla="*/ 12 h 12"/>
                <ns1:gd name="T2" fmla="*/ 6 w 36"/>
                <ns1:gd name="T3" fmla="*/ 12 h 12"/>
                <ns1:gd name="T4" fmla="*/ 0 w 36"/>
                <ns1:gd name="T5" fmla="*/ 6 h 12"/>
                <ns1:gd name="T6" fmla="*/ 6 w 36"/>
                <ns1:gd name="T7" fmla="*/ 0 h 12"/>
                <ns1:gd name="T8" fmla="*/ 30 w 36"/>
                <ns1:gd name="T9" fmla="*/ 0 h 12"/>
                <ns1:gd name="T10" fmla="*/ 36 w 36"/>
                <ns1:gd name="T11" fmla="*/ 6 h 12"/>
                <ns1:gd name="T12" fmla="*/ 30 w 36"/>
                <ns1:gd name="T13" fmla="*/ 12 h 12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</ns1:cxnLst>
              <ns1:rect l="0" t="0" r="r" b="b"/>
              <ns1:pathLst>
                <ns1:path w="36" h="12">
                  <ns1:moveTo>
                    <ns1:pt x="30" y="12"/>
                  </ns1:moveTo>
                  <ns1:cubicBezTo>
                    <ns1:pt x="6" y="12"/>
                    <ns1:pt x="6" y="12"/>
                    <ns1:pt x="6" y="12"/>
                  </ns1:cubicBezTo>
                  <ns1:cubicBezTo>
                    <ns1:pt x="3" y="12"/>
                    <ns1:pt x="0" y="9"/>
                    <ns1:pt x="0" y="6"/>
                  </ns1:cubicBezTo>
                  <ns1:cubicBezTo>
                    <ns1:pt x="0" y="3"/>
                    <ns1:pt x="3" y="0"/>
                    <ns1:pt x="6" y="0"/>
                  </ns1:cubicBezTo>
                  <ns1:cubicBezTo>
                    <ns1:pt x="30" y="0"/>
                    <ns1:pt x="30" y="0"/>
                    <ns1:pt x="30" y="0"/>
                  </ns1:cubicBezTo>
                  <ns1:cubicBezTo>
                    <ns1:pt x="33" y="0"/>
                    <ns1:pt x="36" y="3"/>
                    <ns1:pt x="36" y="6"/>
                  </ns1:cubicBezTo>
                  <ns1:cubicBezTo>
                    <ns1:pt x="36" y="9"/>
                    <ns1:pt x="33" y="12"/>
                    <ns1:pt x="30" y="12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26" name="Freeform 64"/>
            <ns0:cNvSpPr>
              <ns1:spLocks/>
            </ns0:cNvSpPr>
            <ns0:nvPr/>
          </ns0:nvSpPr>
          <ns0:spPr bwMode="auto">
            <ns1:xfrm>
              <ns1:off x="9325062" y="764064"/>
              <ns1:ext cx="64514" cy="26961"/>
            </ns1:xfrm>
            <ns1:custGeom>
              <ns1:avLst/>
              <ns1:gdLst>
                <ns1:gd name="T0" fmla="*/ 22 w 28"/>
                <ns1:gd name="T1" fmla="*/ 12 h 12"/>
                <ns1:gd name="T2" fmla="*/ 6 w 28"/>
                <ns1:gd name="T3" fmla="*/ 12 h 12"/>
                <ns1:gd name="T4" fmla="*/ 0 w 28"/>
                <ns1:gd name="T5" fmla="*/ 6 h 12"/>
                <ns1:gd name="T6" fmla="*/ 6 w 28"/>
                <ns1:gd name="T7" fmla="*/ 0 h 12"/>
                <ns1:gd name="T8" fmla="*/ 22 w 28"/>
                <ns1:gd name="T9" fmla="*/ 0 h 12"/>
                <ns1:gd name="T10" fmla="*/ 28 w 28"/>
                <ns1:gd name="T11" fmla="*/ 6 h 12"/>
                <ns1:gd name="T12" fmla="*/ 22 w 28"/>
                <ns1:gd name="T13" fmla="*/ 12 h 12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</ns1:cxnLst>
              <ns1:rect l="0" t="0" r="r" b="b"/>
              <ns1:pathLst>
                <ns1:path w="28" h="12">
                  <ns1:moveTo>
                    <ns1:pt x="22" y="12"/>
                  </ns1:moveTo>
                  <ns1:cubicBezTo>
                    <ns1:pt x="6" y="12"/>
                    <ns1:pt x="6" y="12"/>
                    <ns1:pt x="6" y="12"/>
                  </ns1:cubicBezTo>
                  <ns1:cubicBezTo>
                    <ns1:pt x="3" y="12"/>
                    <ns1:pt x="0" y="9"/>
                    <ns1:pt x="0" y="6"/>
                  </ns1:cubicBezTo>
                  <ns1:cubicBezTo>
                    <ns1:pt x="0" y="3"/>
                    <ns1:pt x="3" y="0"/>
                    <ns1:pt x="6" y="0"/>
                  </ns1:cubicBezTo>
                  <ns1:cubicBezTo>
                    <ns1:pt x="22" y="0"/>
                    <ns1:pt x="22" y="0"/>
                    <ns1:pt x="22" y="0"/>
                  </ns1:cubicBezTo>
                  <ns1:cubicBezTo>
                    <ns1:pt x="25" y="0"/>
                    <ns1:pt x="28" y="3"/>
                    <ns1:pt x="28" y="6"/>
                  </ns1:cubicBezTo>
                  <ns1:cubicBezTo>
                    <ns1:pt x="28" y="9"/>
                    <ns1:pt x="25" y="12"/>
                    <ns1:pt x="22" y="12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</ns0:grpSp>
      <ns0:grpSp>
        <ns0:nvGrpSpPr>
          <ns0:cNvPr id="27" name="Group 26"/>
          <ns0:cNvGrpSpPr/>
          <ns0:nvPr/>
        </ns0:nvGrpSpPr>
        <ns0:grpSpPr>
          <ns1:xfrm>
            <ns1:off x="7315832" y="1130910"/>
            <ns1:ext cx="296335" cy="493047"/>
            <ns1:chOff x="10294697" y="579188"/>
            <ns1:chExt cx="337976" cy="562331"/>
          </ns1:xfrm>
          <ns1:solidFill>
            <ns1:schemeClr val="tx1"/>
          </ns1:solidFill>
        </ns0:grpSpPr>
        <ns0:sp>
          <ns0:nvSpPr>
            <ns0:cNvPr id="28" name="Freeform 65"/>
            <ns0:cNvSpPr>
              <ns1:spLocks noEditPoints="1"/>
            </ns0:cNvSpPr>
            <ns0:nvPr/>
          </ns0:nvSpPr>
          <ns0:spPr bwMode="auto">
            <ns1:xfrm>
              <ns1:off x="10294697" y="653331"/>
              <ns1:ext cx="136731" cy="488188"/>
            </ns1:xfrm>
            <ns1:custGeom>
              <ns1:avLst/>
              <ns1:gdLst>
                <ns1:gd name="T0" fmla="*/ 31 w 60"/>
                <ns1:gd name="T1" fmla="*/ 212 h 212"/>
                <ns1:gd name="T2" fmla="*/ 0 w 60"/>
                <ns1:gd name="T3" fmla="*/ 186 h 212"/>
                <ns1:gd name="T4" fmla="*/ 0 w 60"/>
                <ns1:gd name="T5" fmla="*/ 54 h 212"/>
                <ns1:gd name="T6" fmla="*/ 1 w 60"/>
                <ns1:gd name="T7" fmla="*/ 51 h 212"/>
                <ns1:gd name="T8" fmla="*/ 25 w 60"/>
                <ns1:gd name="T9" fmla="*/ 3 h 212"/>
                <ns1:gd name="T10" fmla="*/ 30 w 60"/>
                <ns1:gd name="T11" fmla="*/ 0 h 212"/>
                <ns1:gd name="T12" fmla="*/ 35 w 60"/>
                <ns1:gd name="T13" fmla="*/ 3 h 212"/>
                <ns1:gd name="T14" fmla="*/ 59 w 60"/>
                <ns1:gd name="T15" fmla="*/ 51 h 212"/>
                <ns1:gd name="T16" fmla="*/ 60 w 60"/>
                <ns1:gd name="T17" fmla="*/ 54 h 212"/>
                <ns1:gd name="T18" fmla="*/ 60 w 60"/>
                <ns1:gd name="T19" fmla="*/ 186 h 212"/>
                <ns1:gd name="T20" fmla="*/ 31 w 60"/>
                <ns1:gd name="T21" fmla="*/ 212 h 212"/>
                <ns1:gd name="T22" fmla="*/ 12 w 60"/>
                <ns1:gd name="T23" fmla="*/ 55 h 212"/>
                <ns1:gd name="T24" fmla="*/ 12 w 60"/>
                <ns1:gd name="T25" fmla="*/ 186 h 212"/>
                <ns1:gd name="T26" fmla="*/ 31 w 60"/>
                <ns1:gd name="T27" fmla="*/ 200 h 212"/>
                <ns1:gd name="T28" fmla="*/ 48 w 60"/>
                <ns1:gd name="T29" fmla="*/ 186 h 212"/>
                <ns1:gd name="T30" fmla="*/ 48 w 60"/>
                <ns1:gd name="T31" fmla="*/ 55 h 212"/>
                <ns1:gd name="T32" fmla="*/ 30 w 60"/>
                <ns1:gd name="T33" fmla="*/ 19 h 212"/>
                <ns1:gd name="T34" fmla="*/ 12 w 60"/>
                <ns1:gd name="T35" fmla="*/ 55 h 212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  <ns1:cxn ang="0">
                  <ns1:pos x="T30" y="T31"/>
                </ns1:cxn>
                <ns1:cxn ang="0">
                  <ns1:pos x="T32" y="T33"/>
                </ns1:cxn>
                <ns1:cxn ang="0">
                  <ns1:pos x="T34" y="T35"/>
                </ns1:cxn>
              </ns1:cxnLst>
              <ns1:rect l="0" t="0" r="r" b="b"/>
              <ns1:pathLst>
                <ns1:path w="60" h="212">
                  <ns1:moveTo>
                    <ns1:pt x="31" y="212"/>
                  </ns1:moveTo>
                  <ns1:cubicBezTo>
                    <ns1:pt x="17" y="212"/>
                    <ns1:pt x="0" y="201"/>
                    <ns1:pt x="0" y="186"/>
                  </ns1:cubicBezTo>
                  <ns1:cubicBezTo>
                    <ns1:pt x="0" y="54"/>
                    <ns1:pt x="0" y="54"/>
                    <ns1:pt x="0" y="54"/>
                  </ns1:cubicBezTo>
                  <ns1:cubicBezTo>
                    <ns1:pt x="0" y="53"/>
                    <ns1:pt x="0" y="52"/>
                    <ns1:pt x="1" y="51"/>
                  </ns1:cubicBezTo>
                  <ns1:cubicBezTo>
                    <ns1:pt x="25" y="3"/>
                    <ns1:pt x="25" y="3"/>
                    <ns1:pt x="25" y="3"/>
                  </ns1:cubicBezTo>
                  <ns1:cubicBezTo>
                    <ns1:pt x="26" y="1"/>
                    <ns1:pt x="28" y="0"/>
                    <ns1:pt x="30" y="0"/>
                  </ns1:cubicBezTo>
                  <ns1:cubicBezTo>
                    <ns1:pt x="32" y="0"/>
                    <ns1:pt x="34" y="1"/>
                    <ns1:pt x="35" y="3"/>
                  </ns1:cubicBezTo>
                  <ns1:cubicBezTo>
                    <ns1:pt x="59" y="51"/>
                    <ns1:pt x="59" y="51"/>
                    <ns1:pt x="59" y="51"/>
                  </ns1:cubicBezTo>
                  <ns1:cubicBezTo>
                    <ns1:pt x="60" y="52"/>
                    <ns1:pt x="60" y="53"/>
                    <ns1:pt x="60" y="54"/>
                  </ns1:cubicBezTo>
                  <ns1:cubicBezTo>
                    <ns1:pt x="60" y="186"/>
                    <ns1:pt x="60" y="186"/>
                    <ns1:pt x="60" y="186"/>
                  </ns1:cubicBezTo>
                  <ns1:cubicBezTo>
                    <ns1:pt x="60" y="201"/>
                    <ns1:pt x="45" y="212"/>
                    <ns1:pt x="31" y="212"/>
                  </ns1:cubicBezTo>
                  <ns1:close/>
                  <ns1:moveTo>
                    <ns1:pt x="12" y="55"/>
                  </ns1:moveTo>
                  <ns1:cubicBezTo>
                    <ns1:pt x="12" y="186"/>
                    <ns1:pt x="12" y="186"/>
                    <ns1:pt x="12" y="186"/>
                  </ns1:cubicBezTo>
                  <ns1:cubicBezTo>
                    <ns1:pt x="12" y="193"/>
                    <ns1:pt x="23" y="200"/>
                    <ns1:pt x="31" y="200"/>
                  </ns1:cubicBezTo>
                  <ns1:cubicBezTo>
                    <ns1:pt x="39" y="200"/>
                    <ns1:pt x="48" y="194"/>
                    <ns1:pt x="48" y="186"/>
                  </ns1:cubicBezTo>
                  <ns1:cubicBezTo>
                    <ns1:pt x="48" y="55"/>
                    <ns1:pt x="48" y="55"/>
                    <ns1:pt x="48" y="55"/>
                  </ns1:cubicBezTo>
                  <ns1:cubicBezTo>
                    <ns1:pt x="30" y="19"/>
                    <ns1:pt x="30" y="19"/>
                    <ns1:pt x="30" y="19"/>
                  </ns1:cubicBezTo>
                  <ns1:lnTo>
                    <ns1:pt x="12" y="55"/>
                  </ns1:ln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29" name="Freeform 66"/>
            <ns0:cNvSpPr>
              <ns1:spLocks/>
            </ns0:cNvSpPr>
            <ns0:nvPr/>
          </ns0:nvSpPr>
          <ns0:spPr bwMode="auto">
            <ns1:xfrm>
              <ns1:off x="10294697" y="1040415"/>
              <ns1:ext cx="136731" cy="26961"/>
            </ns1:xfrm>
            <ns1:custGeom>
              <ns1:avLst/>
              <ns1:gdLst>
                <ns1:gd name="T0" fmla="*/ 54 w 60"/>
                <ns1:gd name="T1" fmla="*/ 12 h 12"/>
                <ns1:gd name="T2" fmla="*/ 6 w 60"/>
                <ns1:gd name="T3" fmla="*/ 12 h 12"/>
                <ns1:gd name="T4" fmla="*/ 0 w 60"/>
                <ns1:gd name="T5" fmla="*/ 6 h 12"/>
                <ns1:gd name="T6" fmla="*/ 6 w 60"/>
                <ns1:gd name="T7" fmla="*/ 0 h 12"/>
                <ns1:gd name="T8" fmla="*/ 54 w 60"/>
                <ns1:gd name="T9" fmla="*/ 0 h 12"/>
                <ns1:gd name="T10" fmla="*/ 60 w 60"/>
                <ns1:gd name="T11" fmla="*/ 6 h 12"/>
                <ns1:gd name="T12" fmla="*/ 54 w 60"/>
                <ns1:gd name="T13" fmla="*/ 12 h 12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</ns1:cxnLst>
              <ns1:rect l="0" t="0" r="r" b="b"/>
              <ns1:pathLst>
                <ns1:path w="60" h="12">
                  <ns1:moveTo>
                    <ns1:pt x="54" y="12"/>
                  </ns1:moveTo>
                  <ns1:cubicBezTo>
                    <ns1:pt x="6" y="12"/>
                    <ns1:pt x="6" y="12"/>
                    <ns1:pt x="6" y="12"/>
                  </ns1:cubicBezTo>
                  <ns1:cubicBezTo>
                    <ns1:pt x="3" y="12"/>
                    <ns1:pt x="0" y="9"/>
                    <ns1:pt x="0" y="6"/>
                  </ns1:cubicBezTo>
                  <ns1:cubicBezTo>
                    <ns1:pt x="0" y="3"/>
                    <ns1:pt x="3" y="0"/>
                    <ns1:pt x="6" y="0"/>
                  </ns1:cubicBezTo>
                  <ns1:cubicBezTo>
                    <ns1:pt x="54" y="0"/>
                    <ns1:pt x="54" y="0"/>
                    <ns1:pt x="54" y="0"/>
                  </ns1:cubicBezTo>
                  <ns1:cubicBezTo>
                    <ns1:pt x="57" y="0"/>
                    <ns1:pt x="60" y="3"/>
                    <ns1:pt x="60" y="6"/>
                  </ns1:cubicBezTo>
                  <ns1:cubicBezTo>
                    <ns1:pt x="60" y="9"/>
                    <ns1:pt x="57" y="12"/>
                    <ns1:pt x="54" y="12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30" name="Freeform 67"/>
            <ns0:cNvSpPr>
              <ns1:spLocks/>
            </ns0:cNvSpPr>
            <ns0:nvPr/>
          </ns0:nvSpPr>
          <ns0:spPr bwMode="auto">
            <ns1:xfrm>
              <ns1:off x="10294697" y="1002862"/>
              <ns1:ext cx="136731" cy="27924"/>
            </ns1:xfrm>
            <ns1:custGeom>
              <ns1:avLst/>
              <ns1:gdLst>
                <ns1:gd name="T0" fmla="*/ 54 w 60"/>
                <ns1:gd name="T1" fmla="*/ 12 h 12"/>
                <ns1:gd name="T2" fmla="*/ 6 w 60"/>
                <ns1:gd name="T3" fmla="*/ 12 h 12"/>
                <ns1:gd name="T4" fmla="*/ 0 w 60"/>
                <ns1:gd name="T5" fmla="*/ 6 h 12"/>
                <ns1:gd name="T6" fmla="*/ 6 w 60"/>
                <ns1:gd name="T7" fmla="*/ 0 h 12"/>
                <ns1:gd name="T8" fmla="*/ 54 w 60"/>
                <ns1:gd name="T9" fmla="*/ 0 h 12"/>
                <ns1:gd name="T10" fmla="*/ 60 w 60"/>
                <ns1:gd name="T11" fmla="*/ 6 h 12"/>
                <ns1:gd name="T12" fmla="*/ 54 w 60"/>
                <ns1:gd name="T13" fmla="*/ 12 h 12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</ns1:cxnLst>
              <ns1:rect l="0" t="0" r="r" b="b"/>
              <ns1:pathLst>
                <ns1:path w="60" h="12">
                  <ns1:moveTo>
                    <ns1:pt x="54" y="12"/>
                  </ns1:moveTo>
                  <ns1:cubicBezTo>
                    <ns1:pt x="6" y="12"/>
                    <ns1:pt x="6" y="12"/>
                    <ns1:pt x="6" y="12"/>
                  </ns1:cubicBezTo>
                  <ns1:cubicBezTo>
                    <ns1:pt x="3" y="12"/>
                    <ns1:pt x="0" y="9"/>
                    <ns1:pt x="0" y="6"/>
                  </ns1:cubicBezTo>
                  <ns1:cubicBezTo>
                    <ns1:pt x="0" y="3"/>
                    <ns1:pt x="3" y="0"/>
                    <ns1:pt x="6" y="0"/>
                  </ns1:cubicBezTo>
                  <ns1:cubicBezTo>
                    <ns1:pt x="54" y="0"/>
                    <ns1:pt x="54" y="0"/>
                    <ns1:pt x="54" y="0"/>
                  </ns1:cubicBezTo>
                  <ns1:cubicBezTo>
                    <ns1:pt x="57" y="0"/>
                    <ns1:pt x="60" y="3"/>
                    <ns1:pt x="60" y="6"/>
                  </ns1:cubicBezTo>
                  <ns1:cubicBezTo>
                    <ns1:pt x="60" y="9"/>
                    <ns1:pt x="57" y="12"/>
                    <ns1:pt x="54" y="12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31" name="Freeform 68"/>
            <ns0:cNvSpPr>
              <ns1:spLocks noEditPoints="1"/>
            </ns0:cNvSpPr>
            <ns0:nvPr/>
          </ns0:nvSpPr>
          <ns0:spPr bwMode="auto">
            <ns1:xfrm>
              <ns1:off x="10459352" y="579188"/>
              <ns1:ext cx="173321" cy="562331"/>
            </ns1:xfrm>
            <ns1:custGeom>
              <ns1:avLst/>
              <ns1:gdLst>
                <ns1:gd name="T0" fmla="*/ 70 w 76"/>
                <ns1:gd name="T1" fmla="*/ 244 h 244"/>
                <ns1:gd name="T2" fmla="*/ 6 w 76"/>
                <ns1:gd name="T3" fmla="*/ 244 h 244"/>
                <ns1:gd name="T4" fmla="*/ 0 w 76"/>
                <ns1:gd name="T5" fmla="*/ 238 h 244"/>
                <ns1:gd name="T6" fmla="*/ 0 w 76"/>
                <ns1:gd name="T7" fmla="*/ 6 h 244"/>
                <ns1:gd name="T8" fmla="*/ 6 w 76"/>
                <ns1:gd name="T9" fmla="*/ 0 h 244"/>
                <ns1:gd name="T10" fmla="*/ 70 w 76"/>
                <ns1:gd name="T11" fmla="*/ 0 h 244"/>
                <ns1:gd name="T12" fmla="*/ 76 w 76"/>
                <ns1:gd name="T13" fmla="*/ 6 h 244"/>
                <ns1:gd name="T14" fmla="*/ 76 w 76"/>
                <ns1:gd name="T15" fmla="*/ 238 h 244"/>
                <ns1:gd name="T16" fmla="*/ 70 w 76"/>
                <ns1:gd name="T17" fmla="*/ 244 h 244"/>
                <ns1:gd name="T18" fmla="*/ 12 w 76"/>
                <ns1:gd name="T19" fmla="*/ 232 h 244"/>
                <ns1:gd name="T20" fmla="*/ 64 w 76"/>
                <ns1:gd name="T21" fmla="*/ 232 h 244"/>
                <ns1:gd name="T22" fmla="*/ 64 w 76"/>
                <ns1:gd name="T23" fmla="*/ 12 h 244"/>
                <ns1:gd name="T24" fmla="*/ 12 w 76"/>
                <ns1:gd name="T25" fmla="*/ 12 h 244"/>
                <ns1:gd name="T26" fmla="*/ 12 w 76"/>
                <ns1:gd name="T27" fmla="*/ 232 h 244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</ns1:cxnLst>
              <ns1:rect l="0" t="0" r="r" b="b"/>
              <ns1:pathLst>
                <ns1:path w="76" h="244">
                  <ns1:moveTo>
                    <ns1:pt x="70" y="244"/>
                  </ns1:moveTo>
                  <ns1:cubicBezTo>
                    <ns1:pt x="6" y="244"/>
                    <ns1:pt x="6" y="244"/>
                    <ns1:pt x="6" y="244"/>
                  </ns1:cubicBezTo>
                  <ns1:cubicBezTo>
                    <ns1:pt x="3" y="244"/>
                    <ns1:pt x="0" y="241"/>
                    <ns1:pt x="0" y="238"/>
                  </ns1:cubicBezTo>
                  <ns1:cubicBezTo>
                    <ns1:pt x="0" y="6"/>
                    <ns1:pt x="0" y="6"/>
                    <ns1:pt x="0" y="6"/>
                  </ns1:cubicBezTo>
                  <ns1:cubicBezTo>
                    <ns1:pt x="0" y="3"/>
                    <ns1:pt x="3" y="0"/>
                    <ns1:pt x="6" y="0"/>
                  </ns1:cubicBezTo>
                  <ns1:cubicBezTo>
                    <ns1:pt x="70" y="0"/>
                    <ns1:pt x="70" y="0"/>
                    <ns1:pt x="70" y="0"/>
                  </ns1:cubicBezTo>
                  <ns1:cubicBezTo>
                    <ns1:pt x="73" y="0"/>
                    <ns1:pt x="76" y="3"/>
                    <ns1:pt x="76" y="6"/>
                  </ns1:cubicBezTo>
                  <ns1:cubicBezTo>
                    <ns1:pt x="76" y="238"/>
                    <ns1:pt x="76" y="238"/>
                    <ns1:pt x="76" y="238"/>
                  </ns1:cubicBezTo>
                  <ns1:cubicBezTo>
                    <ns1:pt x="76" y="241"/>
                    <ns1:pt x="73" y="244"/>
                    <ns1:pt x="70" y="244"/>
                  </ns1:cubicBezTo>
                  <ns1:close/>
                  <ns1:moveTo>
                    <ns1:pt x="12" y="232"/>
                  </ns1:moveTo>
                  <ns1:cubicBezTo>
                    <ns1:pt x="64" y="232"/>
                    <ns1:pt x="64" y="232"/>
                    <ns1:pt x="64" y="232"/>
                  </ns1:cubicBezTo>
                  <ns1:cubicBezTo>
                    <ns1:pt x="64" y="12"/>
                    <ns1:pt x="64" y="12"/>
                    <ns1:pt x="64" y="12"/>
                  </ns1:cubicBezTo>
                  <ns1:cubicBezTo>
                    <ns1:pt x="12" y="12"/>
                    <ns1:pt x="12" y="12"/>
                    <ns1:pt x="12" y="12"/>
                  </ns1:cubicBezTo>
                  <ns1:lnTo>
                    <ns1:pt x="12" y="232"/>
                  </ns1:ln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32" name="Freeform 69"/>
            <ns0:cNvSpPr>
              <ns1:spLocks/>
            </ns0:cNvSpPr>
            <ns0:nvPr/>
          </ns0:nvSpPr>
          <ns0:spPr bwMode="auto">
            <ns1:xfrm>
              <ns1:off x="10459352" y="653331"/>
              <ns1:ext cx="81846" cy="27924"/>
            </ns1:xfrm>
            <ns1:custGeom>
              <ns1:avLst/>
              <ns1:gdLst>
                <ns1:gd name="T0" fmla="*/ 30 w 36"/>
                <ns1:gd name="T1" fmla="*/ 12 h 12"/>
                <ns1:gd name="T2" fmla="*/ 6 w 36"/>
                <ns1:gd name="T3" fmla="*/ 12 h 12"/>
                <ns1:gd name="T4" fmla="*/ 0 w 36"/>
                <ns1:gd name="T5" fmla="*/ 6 h 12"/>
                <ns1:gd name="T6" fmla="*/ 6 w 36"/>
                <ns1:gd name="T7" fmla="*/ 0 h 12"/>
                <ns1:gd name="T8" fmla="*/ 30 w 36"/>
                <ns1:gd name="T9" fmla="*/ 0 h 12"/>
                <ns1:gd name="T10" fmla="*/ 36 w 36"/>
                <ns1:gd name="T11" fmla="*/ 6 h 12"/>
                <ns1:gd name="T12" fmla="*/ 30 w 36"/>
                <ns1:gd name="T13" fmla="*/ 12 h 12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</ns1:cxnLst>
              <ns1:rect l="0" t="0" r="r" b="b"/>
              <ns1:pathLst>
                <ns1:path w="36" h="12">
                  <ns1:moveTo>
                    <ns1:pt x="30" y="12"/>
                  </ns1:moveTo>
                  <ns1:cubicBezTo>
                    <ns1:pt x="6" y="12"/>
                    <ns1:pt x="6" y="12"/>
                    <ns1:pt x="6" y="12"/>
                  </ns1:cubicBezTo>
                  <ns1:cubicBezTo>
                    <ns1:pt x="3" y="12"/>
                    <ns1:pt x="0" y="9"/>
                    <ns1:pt x="0" y="6"/>
                  </ns1:cubicBezTo>
                  <ns1:cubicBezTo>
                    <ns1:pt x="0" y="3"/>
                    <ns1:pt x="3" y="0"/>
                    <ns1:pt x="6" y="0"/>
                  </ns1:cubicBezTo>
                  <ns1:cubicBezTo>
                    <ns1:pt x="30" y="0"/>
                    <ns1:pt x="30" y="0"/>
                    <ns1:pt x="30" y="0"/>
                  </ns1:cubicBezTo>
                  <ns1:cubicBezTo>
                    <ns1:pt x="33" y="0"/>
                    <ns1:pt x="36" y="3"/>
                    <ns1:pt x="36" y="6"/>
                  </ns1:cubicBezTo>
                  <ns1:cubicBezTo>
                    <ns1:pt x="36" y="9"/>
                    <ns1:pt x="33" y="12"/>
                    <ns1:pt x="30" y="12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33" name="Freeform 70"/>
            <ns0:cNvSpPr>
              <ns1:spLocks/>
            </ns0:cNvSpPr>
            <ns0:nvPr/>
          </ns0:nvSpPr>
          <ns0:spPr bwMode="auto">
            <ns1:xfrm>
              <ns1:off x="10459352" y="744806"/>
              <ns1:ext cx="81846" cy="27924"/>
            </ns1:xfrm>
            <ns1:custGeom>
              <ns1:avLst/>
              <ns1:gdLst>
                <ns1:gd name="T0" fmla="*/ 30 w 36"/>
                <ns1:gd name="T1" fmla="*/ 12 h 12"/>
                <ns1:gd name="T2" fmla="*/ 6 w 36"/>
                <ns1:gd name="T3" fmla="*/ 12 h 12"/>
                <ns1:gd name="T4" fmla="*/ 0 w 36"/>
                <ns1:gd name="T5" fmla="*/ 6 h 12"/>
                <ns1:gd name="T6" fmla="*/ 6 w 36"/>
                <ns1:gd name="T7" fmla="*/ 0 h 12"/>
                <ns1:gd name="T8" fmla="*/ 30 w 36"/>
                <ns1:gd name="T9" fmla="*/ 0 h 12"/>
                <ns1:gd name="T10" fmla="*/ 36 w 36"/>
                <ns1:gd name="T11" fmla="*/ 6 h 12"/>
                <ns1:gd name="T12" fmla="*/ 30 w 36"/>
                <ns1:gd name="T13" fmla="*/ 12 h 12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</ns1:cxnLst>
              <ns1:rect l="0" t="0" r="r" b="b"/>
              <ns1:pathLst>
                <ns1:path w="36" h="12">
                  <ns1:moveTo>
                    <ns1:pt x="30" y="12"/>
                  </ns1:moveTo>
                  <ns1:cubicBezTo>
                    <ns1:pt x="6" y="12"/>
                    <ns1:pt x="6" y="12"/>
                    <ns1:pt x="6" y="12"/>
                  </ns1:cubicBezTo>
                  <ns1:cubicBezTo>
                    <ns1:pt x="3" y="12"/>
                    <ns1:pt x="0" y="9"/>
                    <ns1:pt x="0" y="6"/>
                  </ns1:cubicBezTo>
                  <ns1:cubicBezTo>
                    <ns1:pt x="0" y="3"/>
                    <ns1:pt x="3" y="0"/>
                    <ns1:pt x="6" y="0"/>
                  </ns1:cubicBezTo>
                  <ns1:cubicBezTo>
                    <ns1:pt x="30" y="0"/>
                    <ns1:pt x="30" y="0"/>
                    <ns1:pt x="30" y="0"/>
                  </ns1:cubicBezTo>
                  <ns1:cubicBezTo>
                    <ns1:pt x="33" y="0"/>
                    <ns1:pt x="36" y="3"/>
                    <ns1:pt x="36" y="6"/>
                  </ns1:cubicBezTo>
                  <ns1:cubicBezTo>
                    <ns1:pt x="36" y="9"/>
                    <ns1:pt x="33" y="12"/>
                    <ns1:pt x="30" y="12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34" name="Freeform 71"/>
            <ns0:cNvSpPr>
              <ns1:spLocks/>
            </ns0:cNvSpPr>
            <ns0:nvPr/>
          </ns0:nvSpPr>
          <ns0:spPr bwMode="auto">
            <ns1:xfrm>
              <ns1:off x="10459352" y="837244"/>
              <ns1:ext cx="81846" cy="27924"/>
            </ns1:xfrm>
            <ns1:custGeom>
              <ns1:avLst/>
              <ns1:gdLst>
                <ns1:gd name="T0" fmla="*/ 30 w 36"/>
                <ns1:gd name="T1" fmla="*/ 12 h 12"/>
                <ns1:gd name="T2" fmla="*/ 6 w 36"/>
                <ns1:gd name="T3" fmla="*/ 12 h 12"/>
                <ns1:gd name="T4" fmla="*/ 0 w 36"/>
                <ns1:gd name="T5" fmla="*/ 6 h 12"/>
                <ns1:gd name="T6" fmla="*/ 6 w 36"/>
                <ns1:gd name="T7" fmla="*/ 0 h 12"/>
                <ns1:gd name="T8" fmla="*/ 30 w 36"/>
                <ns1:gd name="T9" fmla="*/ 0 h 12"/>
                <ns1:gd name="T10" fmla="*/ 36 w 36"/>
                <ns1:gd name="T11" fmla="*/ 6 h 12"/>
                <ns1:gd name="T12" fmla="*/ 30 w 36"/>
                <ns1:gd name="T13" fmla="*/ 12 h 12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</ns1:cxnLst>
              <ns1:rect l="0" t="0" r="r" b="b"/>
              <ns1:pathLst>
                <ns1:path w="36" h="12">
                  <ns1:moveTo>
                    <ns1:pt x="30" y="12"/>
                  </ns1:moveTo>
                  <ns1:cubicBezTo>
                    <ns1:pt x="6" y="12"/>
                    <ns1:pt x="6" y="12"/>
                    <ns1:pt x="6" y="12"/>
                  </ns1:cubicBezTo>
                  <ns1:cubicBezTo>
                    <ns1:pt x="3" y="12"/>
                    <ns1:pt x="0" y="9"/>
                    <ns1:pt x="0" y="6"/>
                  </ns1:cubicBezTo>
                  <ns1:cubicBezTo>
                    <ns1:pt x="0" y="3"/>
                    <ns1:pt x="3" y="0"/>
                    <ns1:pt x="6" y="0"/>
                  </ns1:cubicBezTo>
                  <ns1:cubicBezTo>
                    <ns1:pt x="30" y="0"/>
                    <ns1:pt x="30" y="0"/>
                    <ns1:pt x="30" y="0"/>
                  </ns1:cubicBezTo>
                  <ns1:cubicBezTo>
                    <ns1:pt x="33" y="0"/>
                    <ns1:pt x="36" y="3"/>
                    <ns1:pt x="36" y="6"/>
                  </ns1:cubicBezTo>
                  <ns1:cubicBezTo>
                    <ns1:pt x="36" y="9"/>
                    <ns1:pt x="33" y="12"/>
                    <ns1:pt x="30" y="12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35" name="Freeform 72"/>
            <ns0:cNvSpPr>
              <ns1:spLocks/>
            </ns0:cNvSpPr>
            <ns0:nvPr/>
          </ns0:nvSpPr>
          <ns0:spPr bwMode="auto">
            <ns1:xfrm>
              <ns1:off x="10459352" y="929682"/>
              <ns1:ext cx="81846" cy="26961"/>
            </ns1:xfrm>
            <ns1:custGeom>
              <ns1:avLst/>
              <ns1:gdLst>
                <ns1:gd name="T0" fmla="*/ 30 w 36"/>
                <ns1:gd name="T1" fmla="*/ 12 h 12"/>
                <ns1:gd name="T2" fmla="*/ 6 w 36"/>
                <ns1:gd name="T3" fmla="*/ 12 h 12"/>
                <ns1:gd name="T4" fmla="*/ 0 w 36"/>
                <ns1:gd name="T5" fmla="*/ 6 h 12"/>
                <ns1:gd name="T6" fmla="*/ 6 w 36"/>
                <ns1:gd name="T7" fmla="*/ 0 h 12"/>
                <ns1:gd name="T8" fmla="*/ 30 w 36"/>
                <ns1:gd name="T9" fmla="*/ 0 h 12"/>
                <ns1:gd name="T10" fmla="*/ 36 w 36"/>
                <ns1:gd name="T11" fmla="*/ 6 h 12"/>
                <ns1:gd name="T12" fmla="*/ 30 w 36"/>
                <ns1:gd name="T13" fmla="*/ 12 h 12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</ns1:cxnLst>
              <ns1:rect l="0" t="0" r="r" b="b"/>
              <ns1:pathLst>
                <ns1:path w="36" h="12">
                  <ns1:moveTo>
                    <ns1:pt x="30" y="12"/>
                  </ns1:moveTo>
                  <ns1:cubicBezTo>
                    <ns1:pt x="6" y="12"/>
                    <ns1:pt x="6" y="12"/>
                    <ns1:pt x="6" y="12"/>
                  </ns1:cubicBezTo>
                  <ns1:cubicBezTo>
                    <ns1:pt x="3" y="12"/>
                    <ns1:pt x="0" y="9"/>
                    <ns1:pt x="0" y="6"/>
                  </ns1:cubicBezTo>
                  <ns1:cubicBezTo>
                    <ns1:pt x="0" y="3"/>
                    <ns1:pt x="3" y="0"/>
                    <ns1:pt x="6" y="0"/>
                  </ns1:cubicBezTo>
                  <ns1:cubicBezTo>
                    <ns1:pt x="30" y="0"/>
                    <ns1:pt x="30" y="0"/>
                    <ns1:pt x="30" y="0"/>
                  </ns1:cubicBezTo>
                  <ns1:cubicBezTo>
                    <ns1:pt x="33" y="0"/>
                    <ns1:pt x="36" y="3"/>
                    <ns1:pt x="36" y="6"/>
                  </ns1:cubicBezTo>
                  <ns1:cubicBezTo>
                    <ns1:pt x="36" y="9"/>
                    <ns1:pt x="33" y="12"/>
                    <ns1:pt x="30" y="12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36" name="Freeform 73"/>
            <ns0:cNvSpPr>
              <ns1:spLocks/>
            </ns0:cNvSpPr>
            <ns0:nvPr/>
          </ns0:nvSpPr>
          <ns0:spPr bwMode="auto">
            <ns1:xfrm>
              <ns1:off x="10459352" y="1021157"/>
              <ns1:ext cx="81846" cy="27924"/>
            </ns1:xfrm>
            <ns1:custGeom>
              <ns1:avLst/>
              <ns1:gdLst>
                <ns1:gd name="T0" fmla="*/ 30 w 36"/>
                <ns1:gd name="T1" fmla="*/ 12 h 12"/>
                <ns1:gd name="T2" fmla="*/ 6 w 36"/>
                <ns1:gd name="T3" fmla="*/ 12 h 12"/>
                <ns1:gd name="T4" fmla="*/ 0 w 36"/>
                <ns1:gd name="T5" fmla="*/ 6 h 12"/>
                <ns1:gd name="T6" fmla="*/ 6 w 36"/>
                <ns1:gd name="T7" fmla="*/ 0 h 12"/>
                <ns1:gd name="T8" fmla="*/ 30 w 36"/>
                <ns1:gd name="T9" fmla="*/ 0 h 12"/>
                <ns1:gd name="T10" fmla="*/ 36 w 36"/>
                <ns1:gd name="T11" fmla="*/ 6 h 12"/>
                <ns1:gd name="T12" fmla="*/ 30 w 36"/>
                <ns1:gd name="T13" fmla="*/ 12 h 12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</ns1:cxnLst>
              <ns1:rect l="0" t="0" r="r" b="b"/>
              <ns1:pathLst>
                <ns1:path w="36" h="12">
                  <ns1:moveTo>
                    <ns1:pt x="30" y="12"/>
                  </ns1:moveTo>
                  <ns1:cubicBezTo>
                    <ns1:pt x="6" y="12"/>
                    <ns1:pt x="6" y="12"/>
                    <ns1:pt x="6" y="12"/>
                  </ns1:cubicBezTo>
                  <ns1:cubicBezTo>
                    <ns1:pt x="3" y="12"/>
                    <ns1:pt x="0" y="9"/>
                    <ns1:pt x="0" y="6"/>
                  </ns1:cubicBezTo>
                  <ns1:cubicBezTo>
                    <ns1:pt x="0" y="3"/>
                    <ns1:pt x="3" y="0"/>
                    <ns1:pt x="6" y="0"/>
                  </ns1:cubicBezTo>
                  <ns1:cubicBezTo>
                    <ns1:pt x="30" y="0"/>
                    <ns1:pt x="30" y="0"/>
                    <ns1:pt x="30" y="0"/>
                  </ns1:cubicBezTo>
                  <ns1:cubicBezTo>
                    <ns1:pt x="33" y="0"/>
                    <ns1:pt x="36" y="3"/>
                    <ns1:pt x="36" y="6"/>
                  </ns1:cubicBezTo>
                  <ns1:cubicBezTo>
                    <ns1:pt x="36" y="9"/>
                    <ns1:pt x="33" y="12"/>
                    <ns1:pt x="30" y="12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37" name="Freeform 74"/>
            <ns0:cNvSpPr>
              <ns1:spLocks/>
            </ns0:cNvSpPr>
            <ns0:nvPr/>
          </ns0:nvSpPr>
          <ns0:spPr bwMode="auto">
            <ns1:xfrm>
              <ns1:off x="10294697" y="764064"/>
              <ns1:ext cx="136731" cy="26961"/>
            </ns1:xfrm>
            <ns1:custGeom>
              <ns1:avLst/>
              <ns1:gdLst>
                <ns1:gd name="T0" fmla="*/ 54 w 60"/>
                <ns1:gd name="T1" fmla="*/ 12 h 12"/>
                <ns1:gd name="T2" fmla="*/ 6 w 60"/>
                <ns1:gd name="T3" fmla="*/ 12 h 12"/>
                <ns1:gd name="T4" fmla="*/ 0 w 60"/>
                <ns1:gd name="T5" fmla="*/ 6 h 12"/>
                <ns1:gd name="T6" fmla="*/ 6 w 60"/>
                <ns1:gd name="T7" fmla="*/ 0 h 12"/>
                <ns1:gd name="T8" fmla="*/ 54 w 60"/>
                <ns1:gd name="T9" fmla="*/ 0 h 12"/>
                <ns1:gd name="T10" fmla="*/ 60 w 60"/>
                <ns1:gd name="T11" fmla="*/ 6 h 12"/>
                <ns1:gd name="T12" fmla="*/ 54 w 60"/>
                <ns1:gd name="T13" fmla="*/ 12 h 12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</ns1:cxnLst>
              <ns1:rect l="0" t="0" r="r" b="b"/>
              <ns1:pathLst>
                <ns1:path w="60" h="12">
                  <ns1:moveTo>
                    <ns1:pt x="54" y="12"/>
                  </ns1:moveTo>
                  <ns1:cubicBezTo>
                    <ns1:pt x="6" y="12"/>
                    <ns1:pt x="6" y="12"/>
                    <ns1:pt x="6" y="12"/>
                  </ns1:cubicBezTo>
                  <ns1:cubicBezTo>
                    <ns1:pt x="3" y="12"/>
                    <ns1:pt x="0" y="9"/>
                    <ns1:pt x="0" y="6"/>
                  </ns1:cubicBezTo>
                  <ns1:cubicBezTo>
                    <ns1:pt x="0" y="3"/>
                    <ns1:pt x="3" y="0"/>
                    <ns1:pt x="6" y="0"/>
                  </ns1:cubicBezTo>
                  <ns1:cubicBezTo>
                    <ns1:pt x="54" y="0"/>
                    <ns1:pt x="54" y="0"/>
                    <ns1:pt x="54" y="0"/>
                  </ns1:cubicBezTo>
                  <ns1:cubicBezTo>
                    <ns1:pt x="57" y="0"/>
                    <ns1:pt x="60" y="3"/>
                    <ns1:pt x="60" y="6"/>
                  </ns1:cubicBezTo>
                  <ns1:cubicBezTo>
                    <ns1:pt x="60" y="9"/>
                    <ns1:pt x="57" y="12"/>
                    <ns1:pt x="54" y="12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38" name="Freeform 75"/>
            <ns0:cNvSpPr>
              <ns1:spLocks/>
            </ns0:cNvSpPr>
            <ns0:nvPr/>
          </ns0:nvSpPr>
          <ns0:spPr bwMode="auto">
            <ns1:xfrm>
              <ns1:off x="10349582" y="764064"/>
              <ns1:ext cx="26961" cy="266722"/>
            </ns1:xfrm>
            <ns1:custGeom>
              <ns1:avLst/>
              <ns1:gdLst>
                <ns1:gd name="T0" fmla="*/ 6 w 12"/>
                <ns1:gd name="T1" fmla="*/ 116 h 116"/>
                <ns1:gd name="T2" fmla="*/ 0 w 12"/>
                <ns1:gd name="T3" fmla="*/ 110 h 116"/>
                <ns1:gd name="T4" fmla="*/ 0 w 12"/>
                <ns1:gd name="T5" fmla="*/ 6 h 116"/>
                <ns1:gd name="T6" fmla="*/ 6 w 12"/>
                <ns1:gd name="T7" fmla="*/ 0 h 116"/>
                <ns1:gd name="T8" fmla="*/ 12 w 12"/>
                <ns1:gd name="T9" fmla="*/ 6 h 116"/>
                <ns1:gd name="T10" fmla="*/ 12 w 12"/>
                <ns1:gd name="T11" fmla="*/ 110 h 116"/>
                <ns1:gd name="T12" fmla="*/ 6 w 12"/>
                <ns1:gd name="T13" fmla="*/ 116 h 116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</ns1:cxnLst>
              <ns1:rect l="0" t="0" r="r" b="b"/>
              <ns1:pathLst>
                <ns1:path w="12" h="116">
                  <ns1:moveTo>
                    <ns1:pt x="6" y="116"/>
                  </ns1:moveTo>
                  <ns1:cubicBezTo>
                    <ns1:pt x="3" y="116"/>
                    <ns1:pt x="0" y="113"/>
                    <ns1:pt x="0" y="110"/>
                  </ns1:cubicBezTo>
                  <ns1:cubicBezTo>
                    <ns1:pt x="0" y="6"/>
                    <ns1:pt x="0" y="6"/>
                    <ns1:pt x="0" y="6"/>
                  </ns1:cubicBezTo>
                  <ns1:cubicBezTo>
                    <ns1:pt x="0" y="3"/>
                    <ns1:pt x="3" y="0"/>
                    <ns1:pt x="6" y="0"/>
                  </ns1:cubicBezTo>
                  <ns1:cubicBezTo>
                    <ns1:pt x="9" y="0"/>
                    <ns1:pt x="12" y="3"/>
                    <ns1:pt x="12" y="6"/>
                  </ns1:cubicBezTo>
                  <ns1:cubicBezTo>
                    <ns1:pt x="12" y="110"/>
                    <ns1:pt x="12" y="110"/>
                    <ns1:pt x="12" y="110"/>
                  </ns1:cubicBezTo>
                  <ns1:cubicBezTo>
                    <ns1:pt x="12" y="113"/>
                    <ns1:pt x="9" y="116"/>
                    <ns1:pt x="6" y="116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</ns0:grpSp>
      <ns0:grpSp>
        <ns0:nvGrpSpPr>
          <ns0:cNvPr id="39" name="Group 38"/>
          <ns0:cNvGrpSpPr/>
          <ns0:nvPr/>
        </ns0:nvGrpSpPr>
        <ns0:grpSpPr>
          <ns1:xfrm>
            <ns1:off x="8251327" y="1226691"/>
            <ns1:ext cx="389725" cy="301485"/>
            <ns1:chOff x="8758238" y="1104900"/>
            <ns1:chExt cx="925512" cy="715963"/>
          </ns1:xfrm>
          <ns1:solidFill>
            <ns1:schemeClr val="tx1"/>
          </ns1:solidFill>
        </ns0:grpSpPr>
        <ns0:sp>
          <ns0:nvSpPr>
            <ns0:cNvPr id="40" name="Freeform 87"/>
            <ns0:cNvSpPr>
              <ns1:spLocks noEditPoints="1"/>
            </ns0:cNvSpPr>
            <ns0:nvPr/>
          </ns0:nvSpPr>
          <ns0:spPr bwMode="auto">
            <ns1:xfrm>
              <ns1:off x="8758238" y="1104900"/>
              <ns1:ext cx="925512" cy="715963"/>
            </ns1:xfrm>
            <ns1:custGeom>
              <ns1:avLst/>
              <ns1:gdLst>
                <ns1:gd name="T0" fmla="*/ 218 w 244"/>
                <ns1:gd name="T1" fmla="*/ 188 h 188"/>
                <ns1:gd name="T2" fmla="*/ 26 w 244"/>
                <ns1:gd name="T3" fmla="*/ 188 h 188"/>
                <ns1:gd name="T4" fmla="*/ 0 w 244"/>
                <ns1:gd name="T5" fmla="*/ 162 h 188"/>
                <ns1:gd name="T6" fmla="*/ 0 w 244"/>
                <ns1:gd name="T7" fmla="*/ 26 h 188"/>
                <ns1:gd name="T8" fmla="*/ 26 w 244"/>
                <ns1:gd name="T9" fmla="*/ 0 h 188"/>
                <ns1:gd name="T10" fmla="*/ 218 w 244"/>
                <ns1:gd name="T11" fmla="*/ 0 h 188"/>
                <ns1:gd name="T12" fmla="*/ 244 w 244"/>
                <ns1:gd name="T13" fmla="*/ 26 h 188"/>
                <ns1:gd name="T14" fmla="*/ 244 w 244"/>
                <ns1:gd name="T15" fmla="*/ 162 h 188"/>
                <ns1:gd name="T16" fmla="*/ 218 w 244"/>
                <ns1:gd name="T17" fmla="*/ 188 h 188"/>
                <ns1:gd name="T18" fmla="*/ 26 w 244"/>
                <ns1:gd name="T19" fmla="*/ 12 h 188"/>
                <ns1:gd name="T20" fmla="*/ 12 w 244"/>
                <ns1:gd name="T21" fmla="*/ 26 h 188"/>
                <ns1:gd name="T22" fmla="*/ 12 w 244"/>
                <ns1:gd name="T23" fmla="*/ 162 h 188"/>
                <ns1:gd name="T24" fmla="*/ 26 w 244"/>
                <ns1:gd name="T25" fmla="*/ 176 h 188"/>
                <ns1:gd name="T26" fmla="*/ 218 w 244"/>
                <ns1:gd name="T27" fmla="*/ 176 h 188"/>
                <ns1:gd name="T28" fmla="*/ 232 w 244"/>
                <ns1:gd name="T29" fmla="*/ 162 h 188"/>
                <ns1:gd name="T30" fmla="*/ 232 w 244"/>
                <ns1:gd name="T31" fmla="*/ 26 h 188"/>
                <ns1:gd name="T32" fmla="*/ 218 w 244"/>
                <ns1:gd name="T33" fmla="*/ 12 h 188"/>
                <ns1:gd name="T34" fmla="*/ 26 w 244"/>
                <ns1:gd name="T35" fmla="*/ 12 h 188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  <ns1:cxn ang="0">
                  <ns1:pos x="T30" y="T31"/>
                </ns1:cxn>
                <ns1:cxn ang="0">
                  <ns1:pos x="T32" y="T33"/>
                </ns1:cxn>
                <ns1:cxn ang="0">
                  <ns1:pos x="T34" y="T35"/>
                </ns1:cxn>
              </ns1:cxnLst>
              <ns1:rect l="0" t="0" r="r" b="b"/>
              <ns1:pathLst>
                <ns1:path w="244" h="188">
                  <ns1:moveTo>
                    <ns1:pt x="218" y="188"/>
                  </ns1:moveTo>
                  <ns1:cubicBezTo>
                    <ns1:pt x="26" y="188"/>
                    <ns1:pt x="26" y="188"/>
                    <ns1:pt x="26" y="188"/>
                  </ns1:cubicBezTo>
                  <ns1:cubicBezTo>
                    <ns1:pt x="12" y="188"/>
                    <ns1:pt x="0" y="176"/>
                    <ns1:pt x="0" y="162"/>
                  </ns1:cubicBezTo>
                  <ns1:cubicBezTo>
                    <ns1:pt x="0" y="26"/>
                    <ns1:pt x="0" y="26"/>
                    <ns1:pt x="0" y="26"/>
                  </ns1:cubicBezTo>
                  <ns1:cubicBezTo>
                    <ns1:pt x="0" y="12"/>
                    <ns1:pt x="12" y="0"/>
                    <ns1:pt x="26" y="0"/>
                  </ns1:cubicBezTo>
                  <ns1:cubicBezTo>
                    <ns1:pt x="218" y="0"/>
                    <ns1:pt x="218" y="0"/>
                    <ns1:pt x="218" y="0"/>
                  </ns1:cubicBezTo>
                  <ns1:cubicBezTo>
                    <ns1:pt x="233" y="0"/>
                    <ns1:pt x="244" y="12"/>
                    <ns1:pt x="244" y="26"/>
                  </ns1:cubicBezTo>
                  <ns1:cubicBezTo>
                    <ns1:pt x="244" y="162"/>
                    <ns1:pt x="244" y="162"/>
                    <ns1:pt x="244" y="162"/>
                  </ns1:cubicBezTo>
                  <ns1:cubicBezTo>
                    <ns1:pt x="244" y="176"/>
                    <ns1:pt x="233" y="188"/>
                    <ns1:pt x="218" y="188"/>
                  </ns1:cubicBezTo>
                  <ns1:close/>
                  <ns1:moveTo>
                    <ns1:pt x="26" y="12"/>
                  </ns1:moveTo>
                  <ns1:cubicBezTo>
                    <ns1:pt x="19" y="12"/>
                    <ns1:pt x="12" y="18"/>
                    <ns1:pt x="12" y="26"/>
                  </ns1:cubicBezTo>
                  <ns1:cubicBezTo>
                    <ns1:pt x="12" y="162"/>
                    <ns1:pt x="12" y="162"/>
                    <ns1:pt x="12" y="162"/>
                  </ns1:cubicBezTo>
                  <ns1:cubicBezTo>
                    <ns1:pt x="12" y="170"/>
                    <ns1:pt x="19" y="176"/>
                    <ns1:pt x="26" y="176"/>
                  </ns1:cubicBezTo>
                  <ns1:cubicBezTo>
                    <ns1:pt x="218" y="176"/>
                    <ns1:pt x="218" y="176"/>
                    <ns1:pt x="218" y="176"/>
                  </ns1:cubicBezTo>
                  <ns1:cubicBezTo>
                    <ns1:pt x="226" y="176"/>
                    <ns1:pt x="232" y="170"/>
                    <ns1:pt x="232" y="162"/>
                  </ns1:cubicBezTo>
                  <ns1:cubicBezTo>
                    <ns1:pt x="232" y="26"/>
                    <ns1:pt x="232" y="26"/>
                    <ns1:pt x="232" y="26"/>
                  </ns1:cubicBezTo>
                  <ns1:cubicBezTo>
                    <ns1:pt x="232" y="18"/>
                    <ns1:pt x="226" y="12"/>
                    <ns1:pt x="218" y="12"/>
                  </ns1:cubicBezTo>
                  <ns1:lnTo>
                    <ns1:pt x="26" y="12"/>
                  </ns1:ln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41" name="Freeform 88"/>
            <ns0:cNvSpPr>
              <ns1:spLocks/>
            </ns0:cNvSpPr>
            <ns0:nvPr/>
          </ns0:nvSpPr>
          <ns0:spPr bwMode="auto">
            <ns1:xfrm>
              <ns1:off x="8758238" y="1257300"/>
              <ns1:ext cx="925512" cy="46038"/>
            </ns1:xfrm>
            <ns1:custGeom>
              <ns1:avLst/>
              <ns1:gdLst>
                <ns1:gd name="T0" fmla="*/ 238 w 244"/>
                <ns1:gd name="T1" fmla="*/ 12 h 12"/>
                <ns1:gd name="T2" fmla="*/ 6 w 244"/>
                <ns1:gd name="T3" fmla="*/ 12 h 12"/>
                <ns1:gd name="T4" fmla="*/ 0 w 244"/>
                <ns1:gd name="T5" fmla="*/ 6 h 12"/>
                <ns1:gd name="T6" fmla="*/ 6 w 244"/>
                <ns1:gd name="T7" fmla="*/ 0 h 12"/>
                <ns1:gd name="T8" fmla="*/ 238 w 244"/>
                <ns1:gd name="T9" fmla="*/ 0 h 12"/>
                <ns1:gd name="T10" fmla="*/ 244 w 244"/>
                <ns1:gd name="T11" fmla="*/ 6 h 12"/>
                <ns1:gd name="T12" fmla="*/ 238 w 244"/>
                <ns1:gd name="T13" fmla="*/ 12 h 12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</ns1:cxnLst>
              <ns1:rect l="0" t="0" r="r" b="b"/>
              <ns1:pathLst>
                <ns1:path w="244" h="12">
                  <ns1:moveTo>
                    <ns1:pt x="238" y="12"/>
                  </ns1:moveTo>
                  <ns1:cubicBezTo>
                    <ns1:pt x="6" y="12"/>
                    <ns1:pt x="6" y="12"/>
                    <ns1:pt x="6" y="12"/>
                  </ns1:cubicBezTo>
                  <ns1:cubicBezTo>
                    <ns1:pt x="3" y="12"/>
                    <ns1:pt x="0" y="9"/>
                    <ns1:pt x="0" y="6"/>
                  </ns1:cubicBezTo>
                  <ns1:cubicBezTo>
                    <ns1:pt x="0" y="3"/>
                    <ns1:pt x="3" y="0"/>
                    <ns1:pt x="6" y="0"/>
                  </ns1:cubicBezTo>
                  <ns1:cubicBezTo>
                    <ns1:pt x="238" y="0"/>
                    <ns1:pt x="238" y="0"/>
                    <ns1:pt x="238" y="0"/>
                  </ns1:cubicBezTo>
                  <ns1:cubicBezTo>
                    <ns1:pt x="242" y="0"/>
                    <ns1:pt x="244" y="3"/>
                    <ns1:pt x="244" y="6"/>
                  </ns1:cubicBezTo>
                  <ns1:cubicBezTo>
                    <ns1:pt x="244" y="9"/>
                    <ns1:pt x="242" y="12"/>
                    <ns1:pt x="238" y="12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42" name="Freeform 89"/>
            <ns0:cNvSpPr>
              <ns1:spLocks noEditPoints="1"/>
            </ns0:cNvSpPr>
            <ns0:nvPr/>
          </ns0:nvSpPr>
          <ns0:spPr bwMode="auto">
            <ns1:xfrm>
              <ns1:off x="8848725" y="1165225"/>
              <ns1:ext cx="76200" cy="76200"/>
            </ns1:xfrm>
            <ns1:custGeom>
              <ns1:avLst/>
              <ns1:gdLst>
                <ns1:gd name="T0" fmla="*/ 10 w 20"/>
                <ns1:gd name="T1" fmla="*/ 20 h 20"/>
                <ns1:gd name="T2" fmla="*/ 0 w 20"/>
                <ns1:gd name="T3" fmla="*/ 10 h 20"/>
                <ns1:gd name="T4" fmla="*/ 10 w 20"/>
                <ns1:gd name="T5" fmla="*/ 0 h 20"/>
                <ns1:gd name="T6" fmla="*/ 20 w 20"/>
                <ns1:gd name="T7" fmla="*/ 10 h 20"/>
                <ns1:gd name="T8" fmla="*/ 10 w 20"/>
                <ns1:gd name="T9" fmla="*/ 20 h 20"/>
                <ns1:gd name="T10" fmla="*/ 10 w 20"/>
                <ns1:gd name="T11" fmla="*/ 8 h 20"/>
                <ns1:gd name="T12" fmla="*/ 8 w 20"/>
                <ns1:gd name="T13" fmla="*/ 10 h 20"/>
                <ns1:gd name="T14" fmla="*/ 10 w 20"/>
                <ns1:gd name="T15" fmla="*/ 12 h 20"/>
                <ns1:gd name="T16" fmla="*/ 12 w 20"/>
                <ns1:gd name="T17" fmla="*/ 10 h 20"/>
                <ns1:gd name="T18" fmla="*/ 10 w 20"/>
                <ns1:gd name="T19" fmla="*/ 8 h 20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</ns1:cxnLst>
              <ns1:rect l="0" t="0" r="r" b="b"/>
              <ns1:pathLst>
                <ns1:path w="20" h="20">
                  <ns1:moveTo>
                    <ns1:pt x="10" y="20"/>
                  </ns1:moveTo>
                  <ns1:cubicBezTo>
                    <ns1:pt x="5" y="20"/>
                    <ns1:pt x="0" y="16"/>
                    <ns1:pt x="0" y="10"/>
                  </ns1:cubicBezTo>
                  <ns1:cubicBezTo>
                    <ns1:pt x="0" y="4"/>
                    <ns1:pt x="5" y="0"/>
                    <ns1:pt x="10" y="0"/>
                  </ns1:cubicBezTo>
                  <ns1:cubicBezTo>
                    <ns1:pt x="16" y="0"/>
                    <ns1:pt x="20" y="4"/>
                    <ns1:pt x="20" y="10"/>
                  </ns1:cubicBezTo>
                  <ns1:cubicBezTo>
                    <ns1:pt x="20" y="16"/>
                    <ns1:pt x="16" y="20"/>
                    <ns1:pt x="10" y="20"/>
                  </ns1:cubicBezTo>
                  <ns1:close/>
                  <ns1:moveTo>
                    <ns1:pt x="10" y="8"/>
                  </ns1:moveTo>
                  <ns1:cubicBezTo>
                    <ns1:pt x="9" y="8"/>
                    <ns1:pt x="8" y="9"/>
                    <ns1:pt x="8" y="10"/>
                  </ns1:cubicBezTo>
                  <ns1:cubicBezTo>
                    <ns1:pt x="8" y="11"/>
                    <ns1:pt x="9" y="12"/>
                    <ns1:pt x="10" y="12"/>
                  </ns1:cubicBezTo>
                  <ns1:cubicBezTo>
                    <ns1:pt x="11" y="12"/>
                    <ns1:pt x="12" y="11"/>
                    <ns1:pt x="12" y="10"/>
                  </ns1:cubicBezTo>
                  <ns1:cubicBezTo>
                    <ns1:pt x="12" y="9"/>
                    <ns1:pt x="11" y="8"/>
                    <ns1:pt x="10" y="8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43" name="Freeform 90"/>
            <ns0:cNvSpPr>
              <ns1:spLocks noEditPoints="1"/>
            </ns0:cNvSpPr>
            <ns0:nvPr/>
          </ns0:nvSpPr>
          <ns0:spPr bwMode="auto">
            <ns1:xfrm>
              <ns1:off x="8939213" y="1165225"/>
              <ns1:ext cx="76200" cy="76200"/>
            </ns1:xfrm>
            <ns1:custGeom>
              <ns1:avLst/>
              <ns1:gdLst>
                <ns1:gd name="T0" fmla="*/ 10 w 20"/>
                <ns1:gd name="T1" fmla="*/ 20 h 20"/>
                <ns1:gd name="T2" fmla="*/ 0 w 20"/>
                <ns1:gd name="T3" fmla="*/ 10 h 20"/>
                <ns1:gd name="T4" fmla="*/ 10 w 20"/>
                <ns1:gd name="T5" fmla="*/ 0 h 20"/>
                <ns1:gd name="T6" fmla="*/ 20 w 20"/>
                <ns1:gd name="T7" fmla="*/ 10 h 20"/>
                <ns1:gd name="T8" fmla="*/ 10 w 20"/>
                <ns1:gd name="T9" fmla="*/ 20 h 20"/>
                <ns1:gd name="T10" fmla="*/ 10 w 20"/>
                <ns1:gd name="T11" fmla="*/ 8 h 20"/>
                <ns1:gd name="T12" fmla="*/ 8 w 20"/>
                <ns1:gd name="T13" fmla="*/ 10 h 20"/>
                <ns1:gd name="T14" fmla="*/ 10 w 20"/>
                <ns1:gd name="T15" fmla="*/ 12 h 20"/>
                <ns1:gd name="T16" fmla="*/ 12 w 20"/>
                <ns1:gd name="T17" fmla="*/ 10 h 20"/>
                <ns1:gd name="T18" fmla="*/ 10 w 20"/>
                <ns1:gd name="T19" fmla="*/ 8 h 20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</ns1:cxnLst>
              <ns1:rect l="0" t="0" r="r" b="b"/>
              <ns1:pathLst>
                <ns1:path w="20" h="20">
                  <ns1:moveTo>
                    <ns1:pt x="10" y="20"/>
                  </ns1:moveTo>
                  <ns1:cubicBezTo>
                    <ns1:pt x="5" y="20"/>
                    <ns1:pt x="0" y="16"/>
                    <ns1:pt x="0" y="10"/>
                  </ns1:cubicBezTo>
                  <ns1:cubicBezTo>
                    <ns1:pt x="0" y="4"/>
                    <ns1:pt x="5" y="0"/>
                    <ns1:pt x="10" y="0"/>
                  </ns1:cubicBezTo>
                  <ns1:cubicBezTo>
                    <ns1:pt x="16" y="0"/>
                    <ns1:pt x="20" y="4"/>
                    <ns1:pt x="20" y="10"/>
                  </ns1:cubicBezTo>
                  <ns1:cubicBezTo>
                    <ns1:pt x="20" y="16"/>
                    <ns1:pt x="16" y="20"/>
                    <ns1:pt x="10" y="20"/>
                  </ns1:cubicBezTo>
                  <ns1:close/>
                  <ns1:moveTo>
                    <ns1:pt x="10" y="8"/>
                  </ns1:moveTo>
                  <ns1:cubicBezTo>
                    <ns1:pt x="9" y="8"/>
                    <ns1:pt x="8" y="9"/>
                    <ns1:pt x="8" y="10"/>
                  </ns1:cubicBezTo>
                  <ns1:cubicBezTo>
                    <ns1:pt x="8" y="11"/>
                    <ns1:pt x="9" y="12"/>
                    <ns1:pt x="10" y="12"/>
                  </ns1:cubicBezTo>
                  <ns1:cubicBezTo>
                    <ns1:pt x="11" y="12"/>
                    <ns1:pt x="12" y="11"/>
                    <ns1:pt x="12" y="10"/>
                  </ns1:cubicBezTo>
                  <ns1:cubicBezTo>
                    <ns1:pt x="12" y="9"/>
                    <ns1:pt x="11" y="8"/>
                    <ns1:pt x="10" y="8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44" name="Freeform 91"/>
            <ns0:cNvSpPr>
              <ns1:spLocks noEditPoints="1"/>
            </ns0:cNvSpPr>
            <ns0:nvPr/>
          </ns0:nvSpPr>
          <ns0:spPr bwMode="auto">
            <ns1:xfrm>
              <ns1:off x="9031288" y="1165225"/>
              <ns1:ext cx="76200" cy="76200"/>
            </ns1:xfrm>
            <ns1:custGeom>
              <ns1:avLst/>
              <ns1:gdLst>
                <ns1:gd name="T0" fmla="*/ 10 w 20"/>
                <ns1:gd name="T1" fmla="*/ 20 h 20"/>
                <ns1:gd name="T2" fmla="*/ 0 w 20"/>
                <ns1:gd name="T3" fmla="*/ 10 h 20"/>
                <ns1:gd name="T4" fmla="*/ 10 w 20"/>
                <ns1:gd name="T5" fmla="*/ 0 h 20"/>
                <ns1:gd name="T6" fmla="*/ 20 w 20"/>
                <ns1:gd name="T7" fmla="*/ 10 h 20"/>
                <ns1:gd name="T8" fmla="*/ 10 w 20"/>
                <ns1:gd name="T9" fmla="*/ 20 h 20"/>
                <ns1:gd name="T10" fmla="*/ 10 w 20"/>
                <ns1:gd name="T11" fmla="*/ 8 h 20"/>
                <ns1:gd name="T12" fmla="*/ 8 w 20"/>
                <ns1:gd name="T13" fmla="*/ 10 h 20"/>
                <ns1:gd name="T14" fmla="*/ 10 w 20"/>
                <ns1:gd name="T15" fmla="*/ 12 h 20"/>
                <ns1:gd name="T16" fmla="*/ 12 w 20"/>
                <ns1:gd name="T17" fmla="*/ 10 h 20"/>
                <ns1:gd name="T18" fmla="*/ 10 w 20"/>
                <ns1:gd name="T19" fmla="*/ 8 h 20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</ns1:cxnLst>
              <ns1:rect l="0" t="0" r="r" b="b"/>
              <ns1:pathLst>
                <ns1:path w="20" h="20">
                  <ns1:moveTo>
                    <ns1:pt x="10" y="20"/>
                  </ns1:moveTo>
                  <ns1:cubicBezTo>
                    <ns1:pt x="5" y="20"/>
                    <ns1:pt x="0" y="16"/>
                    <ns1:pt x="0" y="10"/>
                  </ns1:cubicBezTo>
                  <ns1:cubicBezTo>
                    <ns1:pt x="0" y="4"/>
                    <ns1:pt x="5" y="0"/>
                    <ns1:pt x="10" y="0"/>
                  </ns1:cubicBezTo>
                  <ns1:cubicBezTo>
                    <ns1:pt x="16" y="0"/>
                    <ns1:pt x="20" y="4"/>
                    <ns1:pt x="20" y="10"/>
                  </ns1:cubicBezTo>
                  <ns1:cubicBezTo>
                    <ns1:pt x="20" y="16"/>
                    <ns1:pt x="16" y="20"/>
                    <ns1:pt x="10" y="20"/>
                  </ns1:cubicBezTo>
                  <ns1:close/>
                  <ns1:moveTo>
                    <ns1:pt x="10" y="8"/>
                  </ns1:moveTo>
                  <ns1:cubicBezTo>
                    <ns1:pt x="9" y="8"/>
                    <ns1:pt x="8" y="9"/>
                    <ns1:pt x="8" y="10"/>
                  </ns1:cubicBezTo>
                  <ns1:cubicBezTo>
                    <ns1:pt x="8" y="11"/>
                    <ns1:pt x="9" y="12"/>
                    <ns1:pt x="10" y="12"/>
                  </ns1:cubicBezTo>
                  <ns1:cubicBezTo>
                    <ns1:pt x="11" y="12"/>
                    <ns1:pt x="12" y="11"/>
                    <ns1:pt x="12" y="10"/>
                  </ns1:cubicBezTo>
                  <ns1:cubicBezTo>
                    <ns1:pt x="12" y="9"/>
                    <ns1:pt x="11" y="8"/>
                    <ns1:pt x="10" y="8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</ns0:grpSp>
      <ns0:sp>
        <ns0:nvSpPr>
          <ns0:cNvPr id="45" name="Freeform 52"/>
          <ns0:cNvSpPr>
            <ns1:spLocks noEditPoints="1"/>
          </ns0:cNvSpPr>
          <ns0:nvPr/>
        </ns0:nvSpPr>
        <ns0:spPr bwMode="auto">
          <ns1:xfrm>
            <ns1:off x="6218034" y="2908183"/>
            <ns1:ext cx="424257" cy="325592"/>
          </ns1:xfrm>
          <ns1:custGeom>
            <ns1:avLst/>
            <ns1:gdLst>
              <ns1:gd name="T0" fmla="*/ 113 w 128"/>
              <ns1:gd name="T1" fmla="*/ 0 h 98"/>
              <ns1:gd name="T2" fmla="*/ 98 w 128"/>
              <ns1:gd name="T3" fmla="*/ 15 h 98"/>
              <ns1:gd name="T4" fmla="*/ 103 w 128"/>
              <ns1:gd name="T5" fmla="*/ 26 h 98"/>
              <ns1:gd name="T6" fmla="*/ 84 w 128"/>
              <ns1:gd name="T7" fmla="*/ 54 h 98"/>
              <ns1:gd name="T8" fmla="*/ 79 w 128"/>
              <ns1:gd name="T9" fmla="*/ 52 h 98"/>
              <ns1:gd name="T10" fmla="*/ 66 w 128"/>
              <ns1:gd name="T11" fmla="*/ 60 h 98"/>
              <ns1:gd name="T12" fmla="*/ 55 w 128"/>
              <ns1:gd name="T13" fmla="*/ 54 h 98"/>
              <ns1:gd name="T14" fmla="*/ 56 w 128"/>
              <ns1:gd name="T15" fmla="*/ 49 h 98"/>
              <ns1:gd name="T16" fmla="*/ 41 w 128"/>
              <ns1:gd name="T17" fmla="*/ 34 h 98"/>
              <ns1:gd name="T18" fmla="*/ 26 w 128"/>
              <ns1:gd name="T19" fmla="*/ 49 h 98"/>
              <ns1:gd name="T20" fmla="*/ 31 w 128"/>
              <ns1:gd name="T21" fmla="*/ 60 h 98"/>
              <ns1:gd name="T22" fmla="*/ 23 w 128"/>
              <ns1:gd name="T23" fmla="*/ 70 h 98"/>
              <ns1:gd name="T24" fmla="*/ 15 w 128"/>
              <ns1:gd name="T25" fmla="*/ 68 h 98"/>
              <ns1:gd name="T26" fmla="*/ 0 w 128"/>
              <ns1:gd name="T27" fmla="*/ 83 h 98"/>
              <ns1:gd name="T28" fmla="*/ 15 w 128"/>
              <ns1:gd name="T29" fmla="*/ 98 h 98"/>
              <ns1:gd name="T30" fmla="*/ 30 w 128"/>
              <ns1:gd name="T31" fmla="*/ 83 h 98"/>
              <ns1:gd name="T32" fmla="*/ 26 w 128"/>
              <ns1:gd name="T33" fmla="*/ 73 h 98"/>
              <ns1:gd name="T34" fmla="*/ 34 w 128"/>
              <ns1:gd name="T35" fmla="*/ 62 h 98"/>
              <ns1:gd name="T36" fmla="*/ 41 w 128"/>
              <ns1:gd name="T37" fmla="*/ 64 h 98"/>
              <ns1:gd name="T38" fmla="*/ 53 w 128"/>
              <ns1:gd name="T39" fmla="*/ 57 h 98"/>
              <ns1:gd name="T40" fmla="*/ 64 w 128"/>
              <ns1:gd name="T41" fmla="*/ 64 h 98"/>
              <ns1:gd name="T42" fmla="*/ 64 w 128"/>
              <ns1:gd name="T43" fmla="*/ 68 h 98"/>
              <ns1:gd name="T44" fmla="*/ 79 w 128"/>
              <ns1:gd name="T45" fmla="*/ 83 h 98"/>
              <ns1:gd name="T46" fmla="*/ 94 w 128"/>
              <ns1:gd name="T47" fmla="*/ 68 h 98"/>
              <ns1:gd name="T48" fmla="*/ 88 w 128"/>
              <ns1:gd name="T49" fmla="*/ 56 h 98"/>
              <ns1:gd name="T50" fmla="*/ 106 w 128"/>
              <ns1:gd name="T51" fmla="*/ 28 h 98"/>
              <ns1:gd name="T52" fmla="*/ 113 w 128"/>
              <ns1:gd name="T53" fmla="*/ 30 h 98"/>
              <ns1:gd name="T54" fmla="*/ 128 w 128"/>
              <ns1:gd name="T55" fmla="*/ 15 h 98"/>
              <ns1:gd name="T56" fmla="*/ 113 w 128"/>
              <ns1:gd name="T57" fmla="*/ 0 h 98"/>
              <ns1:gd name="T58" fmla="*/ 15 w 128"/>
              <ns1:gd name="T59" fmla="*/ 90 h 98"/>
              <ns1:gd name="T60" fmla="*/ 7 w 128"/>
              <ns1:gd name="T61" fmla="*/ 83 h 98"/>
              <ns1:gd name="T62" fmla="*/ 15 w 128"/>
              <ns1:gd name="T63" fmla="*/ 75 h 98"/>
              <ns1:gd name="T64" fmla="*/ 22 w 128"/>
              <ns1:gd name="T65" fmla="*/ 83 h 98"/>
              <ns1:gd name="T66" fmla="*/ 15 w 128"/>
              <ns1:gd name="T67" fmla="*/ 90 h 98"/>
              <ns1:gd name="T68" fmla="*/ 41 w 128"/>
              <ns1:gd name="T69" fmla="*/ 56 h 98"/>
              <ns1:gd name="T70" fmla="*/ 34 w 128"/>
              <ns1:gd name="T71" fmla="*/ 49 h 98"/>
              <ns1:gd name="T72" fmla="*/ 41 w 128"/>
              <ns1:gd name="T73" fmla="*/ 41 h 98"/>
              <ns1:gd name="T74" fmla="*/ 49 w 128"/>
              <ns1:gd name="T75" fmla="*/ 49 h 98"/>
              <ns1:gd name="T76" fmla="*/ 41 w 128"/>
              <ns1:gd name="T77" fmla="*/ 56 h 98"/>
              <ns1:gd name="T78" fmla="*/ 79 w 128"/>
              <ns1:gd name="T79" fmla="*/ 75 h 98"/>
              <ns1:gd name="T80" fmla="*/ 71 w 128"/>
              <ns1:gd name="T81" fmla="*/ 68 h 98"/>
              <ns1:gd name="T82" fmla="*/ 79 w 128"/>
              <ns1:gd name="T83" fmla="*/ 60 h 98"/>
              <ns1:gd name="T84" fmla="*/ 86 w 128"/>
              <ns1:gd name="T85" fmla="*/ 68 h 98"/>
              <ns1:gd name="T86" fmla="*/ 79 w 128"/>
              <ns1:gd name="T87" fmla="*/ 75 h 98"/>
              <ns1:gd name="T88" fmla="*/ 113 w 128"/>
              <ns1:gd name="T89" fmla="*/ 22 h 98"/>
              <ns1:gd name="T90" fmla="*/ 105 w 128"/>
              <ns1:gd name="T91" fmla="*/ 15 h 98"/>
              <ns1:gd name="T92" fmla="*/ 113 w 128"/>
              <ns1:gd name="T93" fmla="*/ 7 h 98"/>
              <ns1:gd name="T94" fmla="*/ 120 w 128"/>
              <ns1:gd name="T95" fmla="*/ 15 h 98"/>
              <ns1:gd name="T96" fmla="*/ 113 w 128"/>
              <ns1:gd name="T97" fmla="*/ 22 h 98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  <ns1:cxn ang="0">
                <ns1:pos x="T32" y="T33"/>
              </ns1:cxn>
              <ns1:cxn ang="0">
                <ns1:pos x="T34" y="T35"/>
              </ns1:cxn>
              <ns1:cxn ang="0">
                <ns1:pos x="T36" y="T37"/>
              </ns1:cxn>
              <ns1:cxn ang="0">
                <ns1:pos x="T38" y="T39"/>
              </ns1:cxn>
              <ns1:cxn ang="0">
                <ns1:pos x="T40" y="T41"/>
              </ns1:cxn>
              <ns1:cxn ang="0">
                <ns1:pos x="T42" y="T43"/>
              </ns1:cxn>
              <ns1:cxn ang="0">
                <ns1:pos x="T44" y="T45"/>
              </ns1:cxn>
              <ns1:cxn ang="0">
                <ns1:pos x="T46" y="T47"/>
              </ns1:cxn>
              <ns1:cxn ang="0">
                <ns1:pos x="T48" y="T49"/>
              </ns1:cxn>
              <ns1:cxn ang="0">
                <ns1:pos x="T50" y="T51"/>
              </ns1:cxn>
              <ns1:cxn ang="0">
                <ns1:pos x="T52" y="T53"/>
              </ns1:cxn>
              <ns1:cxn ang="0">
                <ns1:pos x="T54" y="T55"/>
              </ns1:cxn>
              <ns1:cxn ang="0">
                <ns1:pos x="T56" y="T57"/>
              </ns1:cxn>
              <ns1:cxn ang="0">
                <ns1:pos x="T58" y="T59"/>
              </ns1:cxn>
              <ns1:cxn ang="0">
                <ns1:pos x="T60" y="T61"/>
              </ns1:cxn>
              <ns1:cxn ang="0">
                <ns1:pos x="T62" y="T63"/>
              </ns1:cxn>
              <ns1:cxn ang="0">
                <ns1:pos x="T64" y="T65"/>
              </ns1:cxn>
              <ns1:cxn ang="0">
                <ns1:pos x="T66" y="T67"/>
              </ns1:cxn>
              <ns1:cxn ang="0">
                <ns1:pos x="T68" y="T69"/>
              </ns1:cxn>
              <ns1:cxn ang="0">
                <ns1:pos x="T70" y="T71"/>
              </ns1:cxn>
              <ns1:cxn ang="0">
                <ns1:pos x="T72" y="T73"/>
              </ns1:cxn>
              <ns1:cxn ang="0">
                <ns1:pos x="T74" y="T75"/>
              </ns1:cxn>
              <ns1:cxn ang="0">
                <ns1:pos x="T76" y="T77"/>
              </ns1:cxn>
              <ns1:cxn ang="0">
                <ns1:pos x="T78" y="T79"/>
              </ns1:cxn>
              <ns1:cxn ang="0">
                <ns1:pos x="T80" y="T81"/>
              </ns1:cxn>
              <ns1:cxn ang="0">
                <ns1:pos x="T82" y="T83"/>
              </ns1:cxn>
              <ns1:cxn ang="0">
                <ns1:pos x="T84" y="T85"/>
              </ns1:cxn>
              <ns1:cxn ang="0">
                <ns1:pos x="T86" y="T87"/>
              </ns1:cxn>
              <ns1:cxn ang="0">
                <ns1:pos x="T88" y="T89"/>
              </ns1:cxn>
              <ns1:cxn ang="0">
                <ns1:pos x="T90" y="T91"/>
              </ns1:cxn>
              <ns1:cxn ang="0">
                <ns1:pos x="T92" y="T93"/>
              </ns1:cxn>
              <ns1:cxn ang="0">
                <ns1:pos x="T94" y="T95"/>
              </ns1:cxn>
              <ns1:cxn ang="0">
                <ns1:pos x="T96" y="T97"/>
              </ns1:cxn>
            </ns1:cxnLst>
            <ns1:rect l="0" t="0" r="r" b="b"/>
            <ns1:pathLst>
              <ns1:path w="128" h="98">
                <ns1:moveTo>
                  <ns1:pt x="113" y="0"/>
                </ns1:moveTo>
                <ns1:cubicBezTo>
                  <ns1:pt x="104" y="0"/>
                  <ns1:pt x="98" y="7"/>
                  <ns1:pt x="98" y="15"/>
                </ns1:cubicBezTo>
                <ns1:cubicBezTo>
                  <ns1:pt x="98" y="19"/>
                  <ns1:pt x="100" y="23"/>
                  <ns1:pt x="103" y="26"/>
                </ns1:cubicBezTo>
                <ns1:cubicBezTo>
                  <ns1:pt x="84" y="54"/>
                  <ns1:pt x="84" y="54"/>
                  <ns1:pt x="84" y="54"/>
                </ns1:cubicBezTo>
                <ns1:cubicBezTo>
                  <ns1:pt x="83" y="53"/>
                  <ns1:pt x="81" y="52"/>
                  <ns1:pt x="79" y="52"/>
                </ns1:cubicBezTo>
                <ns1:cubicBezTo>
                  <ns1:pt x="73" y="52"/>
                  <ns1:pt x="68" y="56"/>
                  <ns1:pt x="66" y="60"/>
                </ns1:cubicBezTo>
                <ns1:cubicBezTo>
                  <ns1:pt x="55" y="54"/>
                  <ns1:pt x="55" y="54"/>
                  <ns1:pt x="55" y="54"/>
                </ns1:cubicBezTo>
                <ns1:cubicBezTo>
                  <ns1:pt x="56" y="53"/>
                  <ns1:pt x="56" y="51"/>
                  <ns1:pt x="56" y="49"/>
                </ns1:cubicBezTo>
                <ns1:cubicBezTo>
                  <ns1:pt x="56" y="40"/>
                  <ns1:pt x="49" y="34"/>
                  <ns1:pt x="41" y="34"/>
                </ns1:cubicBezTo>
                <ns1:cubicBezTo>
                  <ns1:pt x="33" y="34"/>
                  <ns1:pt x="26" y="40"/>
                  <ns1:pt x="26" y="49"/>
                </ns1:cubicBezTo>
                <ns1:cubicBezTo>
                  <ns1:pt x="26" y="53"/>
                  <ns1:pt x="28" y="57"/>
                  <ns1:pt x="31" y="60"/>
                </ns1:cubicBezTo>
                <ns1:cubicBezTo>
                  <ns1:pt x="23" y="70"/>
                  <ns1:pt x="23" y="70"/>
                  <ns1:pt x="23" y="70"/>
                </ns1:cubicBezTo>
                <ns1:cubicBezTo>
                  <ns1:pt x="21" y="69"/>
                  <ns1:pt x="18" y="68"/>
                  <ns1:pt x="15" y="68"/>
                </ns1:cubicBezTo>
                <ns1:cubicBezTo>
                  <ns1:pt x="6" y="68"/>
                  <ns1:pt x="0" y="74"/>
                  <ns1:pt x="0" y="83"/>
                </ns1:cubicBezTo>
                <ns1:cubicBezTo>
                  <ns1:pt x="0" y="91"/>
                  <ns1:pt x="6" y="98"/>
                  <ns1:pt x="15" y="98"/>
                </ns1:cubicBezTo>
                <ns1:cubicBezTo>
                  <ns1:pt x="23" y="98"/>
                  <ns1:pt x="30" y="91"/>
                  <ns1:pt x="30" y="83"/>
                </ns1:cubicBezTo>
                <ns1:cubicBezTo>
                  <ns1:pt x="30" y="79"/>
                  <ns1:pt x="28" y="76"/>
                  <ns1:pt x="26" y="73"/>
                </ns1:cubicBezTo>
                <ns1:cubicBezTo>
                  <ns1:pt x="34" y="62"/>
                  <ns1:pt x="34" y="62"/>
                  <ns1:pt x="34" y="62"/>
                </ns1:cubicBezTo>
                <ns1:cubicBezTo>
                  <ns1:pt x="36" y="63"/>
                  <ns1:pt x="39" y="64"/>
                  <ns1:pt x="41" y="64"/>
                </ns1:cubicBezTo>
                <ns1:cubicBezTo>
                  <ns1:pt x="46" y="64"/>
                  <ns1:pt x="51" y="61"/>
                  <ns1:pt x="53" y="57"/>
                </ns1:cubicBezTo>
                <ns1:cubicBezTo>
                  <ns1:pt x="64" y="64"/>
                  <ns1:pt x="64" y="64"/>
                  <ns1:pt x="64" y="64"/>
                </ns1:cubicBezTo>
                <ns1:cubicBezTo>
                  <ns1:pt x="64" y="65"/>
                  <ns1:pt x="64" y="66"/>
                  <ns1:pt x="64" y="68"/>
                </ns1:cubicBezTo>
                <ns1:cubicBezTo>
                  <ns1:pt x="64" y="76"/>
                  <ns1:pt x="70" y="83"/>
                  <ns1:pt x="79" y="83"/>
                </ns1:cubicBezTo>
                <ns1:cubicBezTo>
                  <ns1:pt x="87" y="83"/>
                  <ns1:pt x="94" y="76"/>
                  <ns1:pt x="94" y="68"/>
                </ns1:cubicBezTo>
                <ns1:cubicBezTo>
                  <ns1:pt x="94" y="63"/>
                  <ns1:pt x="91" y="58"/>
                  <ns1:pt x="88" y="56"/>
                </ns1:cubicBezTo>
                <ns1:cubicBezTo>
                  <ns1:pt x="106" y="28"/>
                  <ns1:pt x="106" y="28"/>
                  <ns1:pt x="106" y="28"/>
                </ns1:cubicBezTo>
                <ns1:cubicBezTo>
                  <ns1:pt x="108" y="29"/>
                  <ns1:pt x="110" y="30"/>
                  <ns1:pt x="113" y="30"/>
                </ns1:cubicBezTo>
                <ns1:cubicBezTo>
                  <ns1:pt x="121" y="30"/>
                  <ns1:pt x="128" y="23"/>
                  <ns1:pt x="128" y="15"/>
                </ns1:cubicBezTo>
                <ns1:cubicBezTo>
                  <ns1:pt x="128" y="7"/>
                  <ns1:pt x="121" y="0"/>
                  <ns1:pt x="113" y="0"/>
                </ns1:cubicBezTo>
                <ns1:close/>
                <ns1:moveTo>
                  <ns1:pt x="15" y="90"/>
                </ns1:moveTo>
                <ns1:cubicBezTo>
                  <ns1:pt x="11" y="90"/>
                  <ns1:pt x="7" y="87"/>
                  <ns1:pt x="7" y="83"/>
                </ns1:cubicBezTo>
                <ns1:cubicBezTo>
                  <ns1:pt x="7" y="78"/>
                  <ns1:pt x="11" y="75"/>
                  <ns1:pt x="15" y="75"/>
                </ns1:cubicBezTo>
                <ns1:cubicBezTo>
                  <ns1:pt x="19" y="75"/>
                  <ns1:pt x="22" y="78"/>
                  <ns1:pt x="22" y="83"/>
                </ns1:cubicBezTo>
                <ns1:cubicBezTo>
                  <ns1:pt x="22" y="87"/>
                  <ns1:pt x="19" y="90"/>
                  <ns1:pt x="15" y="90"/>
                </ns1:cubicBezTo>
                <ns1:close/>
                <ns1:moveTo>
                  <ns1:pt x="41" y="56"/>
                </ns1:moveTo>
                <ns1:cubicBezTo>
                  <ns1:pt x="37" y="56"/>
                  <ns1:pt x="34" y="53"/>
                  <ns1:pt x="34" y="49"/>
                </ns1:cubicBezTo>
                <ns1:cubicBezTo>
                  <ns1:pt x="34" y="45"/>
                  <ns1:pt x="37" y="41"/>
                  <ns1:pt x="41" y="41"/>
                </ns1:cubicBezTo>
                <ns1:cubicBezTo>
                  <ns1:pt x="45" y="41"/>
                  <ns1:pt x="49" y="45"/>
                  <ns1:pt x="49" y="49"/>
                </ns1:cubicBezTo>
                <ns1:cubicBezTo>
                  <ns1:pt x="49" y="53"/>
                  <ns1:pt x="45" y="56"/>
                  <ns1:pt x="41" y="56"/>
                </ns1:cubicBezTo>
                <ns1:close/>
                <ns1:moveTo>
                  <ns1:pt x="79" y="75"/>
                </ns1:moveTo>
                <ns1:cubicBezTo>
                  <ns1:pt x="75" y="75"/>
                  <ns1:pt x="71" y="72"/>
                  <ns1:pt x="71" y="68"/>
                </ns1:cubicBezTo>
                <ns1:cubicBezTo>
                  <ns1:pt x="71" y="63"/>
                  <ns1:pt x="75" y="60"/>
                  <ns1:pt x="79" y="60"/>
                </ns1:cubicBezTo>
                <ns1:cubicBezTo>
                  <ns1:pt x="83" y="60"/>
                  <ns1:pt x="86" y="63"/>
                  <ns1:pt x="86" y="68"/>
                </ns1:cubicBezTo>
                <ns1:cubicBezTo>
                  <ns1:pt x="86" y="72"/>
                  <ns1:pt x="83" y="75"/>
                  <ns1:pt x="79" y="75"/>
                </ns1:cubicBezTo>
                <ns1:close/>
                <ns1:moveTo>
                  <ns1:pt x="113" y="22"/>
                </ns1:moveTo>
                <ns1:cubicBezTo>
                  <ns1:pt x="108" y="22"/>
                  <ns1:pt x="105" y="19"/>
                  <ns1:pt x="105" y="15"/>
                </ns1:cubicBezTo>
                <ns1:cubicBezTo>
                  <ns1:pt x="105" y="11"/>
                  <ns1:pt x="108" y="7"/>
                  <ns1:pt x="113" y="7"/>
                </ns1:cubicBezTo>
                <ns1:cubicBezTo>
                  <ns1:pt x="117" y="7"/>
                  <ns1:pt x="120" y="11"/>
                  <ns1:pt x="120" y="15"/>
                </ns1:cubicBezTo>
                <ns1:cubicBezTo>
                  <ns1:pt x="120" y="19"/>
                  <ns1:pt x="117" y="22"/>
                  <ns1:pt x="113" y="22"/>
                </ns1:cubicBezTo>
                <ns1:close/>
              </ns1:path>
            </ns1:pathLst>
          </ns1:custGeom>
          <ns1:solidFill>
            <ns1:schemeClr val="tx1"/>
          </ns1:solidFill>
          <ns1:ln>
            <ns1:noFill/>
          </ns1:ln>
          <ns1:extLst/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id-ID" sz="2700"/>
          </ns1:p>
        </ns0:txBody>
      </ns0:sp>
      <ns0:grpSp>
        <ns0:nvGrpSpPr>
          <ns0:cNvPr id="46" name="Group 45"/>
          <ns0:cNvGrpSpPr/>
          <ns0:nvPr/>
        </ns0:nvGrpSpPr>
        <ns0:grpSpPr>
          <ns1:xfrm>
            <ns1:off x="5245336" y="3786364"/>
            <ns1:ext cx="369653" cy="285640"/>
            <ns1:chOff x="9945687" y="1014413"/>
            <ns1:chExt cx="454026" cy="350837"/>
          </ns1:xfrm>
          <ns1:solidFill>
            <ns1:schemeClr val="tx1"/>
          </ns1:solidFill>
        </ns0:grpSpPr>
        <ns0:sp>
          <ns0:nvSpPr>
            <ns0:cNvPr id="47" name="Freeform 24"/>
            <ns0:cNvSpPr>
              <ns1:spLocks/>
            </ns0:cNvSpPr>
            <ns0:nvPr/>
          </ns0:nvSpPr>
          <ns0:spPr bwMode="auto">
            <ns1:xfrm>
              <ns1:off x="9945687" y="1065213"/>
              <ns1:ext cx="431800" cy="300037"/>
            </ns1:xfrm>
            <ns1:custGeom>
              <ns1:avLst/>
              <ns1:gdLst>
                <ns1:gd name="T0" fmla="*/ 103 w 112"/>
                <ns1:gd name="T1" fmla="*/ 78 h 78"/>
                <ns1:gd name="T2" fmla="*/ 9 w 112"/>
                <ns1:gd name="T3" fmla="*/ 78 h 78"/>
                <ns1:gd name="T4" fmla="*/ 0 w 112"/>
                <ns1:gd name="T5" fmla="*/ 69 h 78"/>
                <ns1:gd name="T6" fmla="*/ 0 w 112"/>
                <ns1:gd name="T7" fmla="*/ 8 h 78"/>
                <ns1:gd name="T8" fmla="*/ 9 w 112"/>
                <ns1:gd name="T9" fmla="*/ 0 h 78"/>
                <ns1:gd name="T10" fmla="*/ 42 w 112"/>
                <ns1:gd name="T11" fmla="*/ 0 h 78"/>
                <ns1:gd name="T12" fmla="*/ 46 w 112"/>
                <ns1:gd name="T13" fmla="*/ 4 h 78"/>
                <ns1:gd name="T14" fmla="*/ 42 w 112"/>
                <ns1:gd name="T15" fmla="*/ 8 h 78"/>
                <ns1:gd name="T16" fmla="*/ 9 w 112"/>
                <ns1:gd name="T17" fmla="*/ 8 h 78"/>
                <ns1:gd name="T18" fmla="*/ 8 w 112"/>
                <ns1:gd name="T19" fmla="*/ 8 h 78"/>
                <ns1:gd name="T20" fmla="*/ 8 w 112"/>
                <ns1:gd name="T21" fmla="*/ 69 h 78"/>
                <ns1:gd name="T22" fmla="*/ 9 w 112"/>
                <ns1:gd name="T23" fmla="*/ 70 h 78"/>
                <ns1:gd name="T24" fmla="*/ 103 w 112"/>
                <ns1:gd name="T25" fmla="*/ 70 h 78"/>
                <ns1:gd name="T26" fmla="*/ 104 w 112"/>
                <ns1:gd name="T27" fmla="*/ 69 h 78"/>
                <ns1:gd name="T28" fmla="*/ 104 w 112"/>
                <ns1:gd name="T29" fmla="*/ 43 h 78"/>
                <ns1:gd name="T30" fmla="*/ 108 w 112"/>
                <ns1:gd name="T31" fmla="*/ 39 h 78"/>
                <ns1:gd name="T32" fmla="*/ 112 w 112"/>
                <ns1:gd name="T33" fmla="*/ 43 h 78"/>
                <ns1:gd name="T34" fmla="*/ 112 w 112"/>
                <ns1:gd name="T35" fmla="*/ 69 h 78"/>
                <ns1:gd name="T36" fmla="*/ 103 w 112"/>
                <ns1:gd name="T37" fmla="*/ 78 h 78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  <ns1:cxn ang="0">
                  <ns1:pos x="T30" y="T31"/>
                </ns1:cxn>
                <ns1:cxn ang="0">
                  <ns1:pos x="T32" y="T33"/>
                </ns1:cxn>
                <ns1:cxn ang="0">
                  <ns1:pos x="T34" y="T35"/>
                </ns1:cxn>
                <ns1:cxn ang="0">
                  <ns1:pos x="T36" y="T37"/>
                </ns1:cxn>
              </ns1:cxnLst>
              <ns1:rect l="0" t="0" r="r" b="b"/>
              <ns1:pathLst>
                <ns1:path w="112" h="78">
                  <ns1:moveTo>
                    <ns1:pt x="103" y="78"/>
                  </ns1:moveTo>
                  <ns1:cubicBezTo>
                    <ns1:pt x="9" y="78"/>
                    <ns1:pt x="9" y="78"/>
                    <ns1:pt x="9" y="78"/>
                  </ns1:cubicBezTo>
                  <ns1:cubicBezTo>
                    <ns1:pt x="4" y="78"/>
                    <ns1:pt x="0" y="74"/>
                    <ns1:pt x="0" y="69"/>
                  </ns1:cubicBezTo>
                  <ns1:cubicBezTo>
                    <ns1:pt x="0" y="8"/>
                    <ns1:pt x="0" y="8"/>
                    <ns1:pt x="0" y="8"/>
                  </ns1:cubicBezTo>
                  <ns1:cubicBezTo>
                    <ns1:pt x="0" y="4"/>
                    <ns1:pt x="4" y="0"/>
                    <ns1:pt x="9" y="0"/>
                  </ns1:cubicBezTo>
                  <ns1:cubicBezTo>
                    <ns1:pt x="42" y="0"/>
                    <ns1:pt x="42" y="0"/>
                    <ns1:pt x="42" y="0"/>
                  </ns1:cubicBezTo>
                  <ns1:cubicBezTo>
                    <ns1:pt x="44" y="0"/>
                    <ns1:pt x="46" y="1"/>
                    <ns1:pt x="46" y="4"/>
                  </ns1:cubicBezTo>
                  <ns1:cubicBezTo>
                    <ns1:pt x="46" y="6"/>
                    <ns1:pt x="44" y="8"/>
                    <ns1:pt x="42" y="8"/>
                  </ns1:cubicBezTo>
                  <ns1:cubicBezTo>
                    <ns1:pt x="9" y="8"/>
                    <ns1:pt x="9" y="8"/>
                    <ns1:pt x="9" y="8"/>
                  </ns1:cubicBezTo>
                  <ns1:cubicBezTo>
                    <ns1:pt x="8" y="8"/>
                    <ns1:pt x="8" y="8"/>
                    <ns1:pt x="8" y="8"/>
                  </ns1:cubicBezTo>
                  <ns1:cubicBezTo>
                    <ns1:pt x="8" y="69"/>
                    <ns1:pt x="8" y="69"/>
                    <ns1:pt x="8" y="69"/>
                  </ns1:cubicBezTo>
                  <ns1:cubicBezTo>
                    <ns1:pt x="8" y="70"/>
                    <ns1:pt x="8" y="70"/>
                    <ns1:pt x="9" y="70"/>
                  </ns1:cubicBezTo>
                  <ns1:cubicBezTo>
                    <ns1:pt x="103" y="70"/>
                    <ns1:pt x="103" y="70"/>
                    <ns1:pt x="103" y="70"/>
                  </ns1:cubicBezTo>
                  <ns1:cubicBezTo>
                    <ns1:pt x="103" y="70"/>
                    <ns1:pt x="104" y="70"/>
                    <ns1:pt x="104" y="69"/>
                  </ns1:cubicBezTo>
                  <ns1:cubicBezTo>
                    <ns1:pt x="104" y="43"/>
                    <ns1:pt x="104" y="43"/>
                    <ns1:pt x="104" y="43"/>
                  </ns1:cubicBezTo>
                  <ns1:cubicBezTo>
                    <ns1:pt x="104" y="41"/>
                    <ns1:pt x="105" y="39"/>
                    <ns1:pt x="108" y="39"/>
                  </ns1:cubicBezTo>
                  <ns1:cubicBezTo>
                    <ns1:pt x="110" y="39"/>
                    <ns1:pt x="112" y="41"/>
                    <ns1:pt x="112" y="43"/>
                  </ns1:cubicBezTo>
                  <ns1:cubicBezTo>
                    <ns1:pt x="112" y="69"/>
                    <ns1:pt x="112" y="69"/>
                    <ns1:pt x="112" y="69"/>
                  </ns1:cubicBezTo>
                  <ns1:cubicBezTo>
                    <ns1:pt x="112" y="74"/>
                    <ns1:pt x="108" y="78"/>
                    <ns1:pt x="103" y="78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48" name="Freeform 25"/>
            <ns0:cNvSpPr>
              <ns1:spLocks/>
            </ns0:cNvSpPr>
            <ns0:nvPr/>
          </ns0:nvSpPr>
          <ns0:spPr bwMode="auto">
            <ns1:xfrm>
              <ns1:off x="10080625" y="1014413"/>
              <ns1:ext cx="319088" cy="288925"/>
            </ns1:xfrm>
            <ns1:custGeom>
              <ns1:avLst/>
              <ns1:gdLst>
                <ns1:gd name="T0" fmla="*/ 46 w 83"/>
                <ns1:gd name="T1" fmla="*/ 58 h 75"/>
                <ns1:gd name="T2" fmla="*/ 83 w 83"/>
                <ns1:gd name="T3" fmla="*/ 29 h 75"/>
                <ns1:gd name="T4" fmla="*/ 46 w 83"/>
                <ns1:gd name="T5" fmla="*/ 0 h 75"/>
                <ns1:gd name="T6" fmla="*/ 46 w 83"/>
                <ns1:gd name="T7" fmla="*/ 20 h 75"/>
                <ns1:gd name="T8" fmla="*/ 0 w 83"/>
                <ns1:gd name="T9" fmla="*/ 75 h 75"/>
                <ns1:gd name="T10" fmla="*/ 46 w 83"/>
                <ns1:gd name="T11" fmla="*/ 40 h 75"/>
                <ns1:gd name="T12" fmla="*/ 46 w 83"/>
                <ns1:gd name="T13" fmla="*/ 58 h 75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</ns1:cxnLst>
              <ns1:rect l="0" t="0" r="r" b="b"/>
              <ns1:pathLst>
                <ns1:path w="83" h="75">
                  <ns1:moveTo>
                    <ns1:pt x="46" y="58"/>
                  </ns1:moveTo>
                  <ns1:cubicBezTo>
                    <ns1:pt x="83" y="29"/>
                    <ns1:pt x="83" y="29"/>
                    <ns1:pt x="83" y="29"/>
                  </ns1:cubicBezTo>
                  <ns1:cubicBezTo>
                    <ns1:pt x="46" y="0"/>
                    <ns1:pt x="46" y="0"/>
                    <ns1:pt x="46" y="0"/>
                  </ns1:cubicBezTo>
                  <ns1:cubicBezTo>
                    <ns1:pt x="46" y="20"/>
                    <ns1:pt x="46" y="20"/>
                    <ns1:pt x="46" y="20"/>
                  </ns1:cubicBezTo>
                  <ns1:cubicBezTo>
                    <ns1:pt x="10" y="21"/>
                    <ns1:pt x="0" y="38"/>
                    <ns1:pt x="0" y="75"/>
                  </ns1:cubicBezTo>
                  <ns1:cubicBezTo>
                    <ns1:pt x="15" y="43"/>
                    <ns1:pt x="30" y="41"/>
                    <ns1:pt x="46" y="40"/>
                  </ns1:cubicBezTo>
                  <ns1:cubicBezTo>
                    <ns1:pt x="46" y="58"/>
                    <ns1:pt x="46" y="58"/>
                    <ns1:pt x="46" y="58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</ns0:grpSp>
      <ns0:grpSp>
        <ns0:nvGrpSpPr>
          <ns0:cNvPr id="49" name="Group 48"/>
          <ns0:cNvGrpSpPr/>
          <ns0:nvPr/>
        </ns0:nvGrpSpPr>
        <ns0:grpSpPr>
          <ns1:xfrm>
            <ns1:off x="6232630" y="3742580"/>
            <ns1:ext cx="395062" cy="373208"/>
            <ns1:chOff x="10121900" y="790575"/>
            <ns1:chExt cx="746125" cy="704851"/>
          </ns1:xfrm>
          <ns1:solidFill>
            <ns1:schemeClr val="tx1"/>
          </ns1:solidFill>
        </ns0:grpSpPr>
        <ns0:sp>
          <ns0:nvSpPr>
            <ns0:cNvPr id="50" name="Freeform 29"/>
            <ns0:cNvSpPr>
              <ns1:spLocks noEditPoints="1"/>
            </ns0:cNvSpPr>
            <ns0:nvPr/>
          </ns0:nvSpPr>
          <ns0:spPr bwMode="auto">
            <ns1:xfrm>
              <ns1:off x="10121900" y="947738"/>
              <ns1:ext cx="746125" cy="547688"/>
            </ns1:xfrm>
            <ns1:custGeom>
              <ns1:avLst/>
              <ns1:gdLst>
                <ns1:gd name="T0" fmla="*/ 167 w 196"/>
                <ns1:gd name="T1" fmla="*/ 35 h 144"/>
                <ns1:gd name="T2" fmla="*/ 153 w 196"/>
                <ns1:gd name="T3" fmla="*/ 34 h 144"/>
                <ns1:gd name="T4" fmla="*/ 136 w 196"/>
                <ns1:gd name="T5" fmla="*/ 28 h 144"/>
                <ns1:gd name="T6" fmla="*/ 172 w 196"/>
                <ns1:gd name="T7" fmla="*/ 28 h 144"/>
                <ns1:gd name="T8" fmla="*/ 167 w 196"/>
                <ns1:gd name="T9" fmla="*/ 18 h 144"/>
                <ns1:gd name="T10" fmla="*/ 167 w 196"/>
                <ns1:gd name="T11" fmla="*/ 11 h 144"/>
                <ns1:gd name="T12" fmla="*/ 151 w 196"/>
                <ns1:gd name="T13" fmla="*/ 8 h 144"/>
                <ns1:gd name="T14" fmla="*/ 136 w 196"/>
                <ns1:gd name="T15" fmla="*/ 6 h 144"/>
                <ns1:gd name="T16" fmla="*/ 122 w 196"/>
                <ns1:gd name="T17" fmla="*/ 7 h 144"/>
                <ns1:gd name="T18" fmla="*/ 113 w 196"/>
                <ns1:gd name="T19" fmla="*/ 10 h 144"/>
                <ns1:gd name="T20" fmla="*/ 105 w 196"/>
                <ns1:gd name="T21" fmla="*/ 6 h 144"/>
                <ns1:gd name="T22" fmla="*/ 105 w 196"/>
                <ns1:gd name="T23" fmla="*/ 0 h 144"/>
                <ns1:gd name="T24" fmla="*/ 43 w 196"/>
                <ns1:gd name="T25" fmla="*/ 0 h 144"/>
                <ns1:gd name="T26" fmla="*/ 0 w 196"/>
                <ns1:gd name="T27" fmla="*/ 71 h 144"/>
                <ns1:gd name="T28" fmla="*/ 108 w 196"/>
                <ns1:gd name="T29" fmla="*/ 132 h 144"/>
                <ns1:gd name="T30" fmla="*/ 170 w 196"/>
                <ns1:gd name="T31" fmla="*/ 126 h 144"/>
                <ns1:gd name="T32" fmla="*/ 167 w 196"/>
                <ns1:gd name="T33" fmla="*/ 37 h 144"/>
                <ns1:gd name="T34" fmla="*/ 76 w 196"/>
                <ns1:gd name="T35" fmla="*/ 109 h 144"/>
                <ns1:gd name="T36" fmla="*/ 64 w 196"/>
                <ns1:gd name="T37" fmla="*/ 110 h 144"/>
                <ns1:gd name="T38" fmla="*/ 37 w 196"/>
                <ns1:gd name="T39" fmla="*/ 79 h 144"/>
                <ns1:gd name="T40" fmla="*/ 53 w 196"/>
                <ns1:gd name="T41" fmla="*/ 76 h 144"/>
                <ns1:gd name="T42" fmla="*/ 67 w 196"/>
                <ns1:gd name="T43" fmla="*/ 84 h 144"/>
                <ns1:gd name="T44" fmla="*/ 54 w 196"/>
                <ns1:gd name="T45" fmla="*/ 67 h 144"/>
                <ns1:gd name="T46" fmla="*/ 59 w 196"/>
                <ns1:gd name="T47" fmla="*/ 30 h 144"/>
                <ns1:gd name="T48" fmla="*/ 60 w 196"/>
                <ns1:gd name="T49" fmla="*/ 22 h 144"/>
                <ns1:gd name="T50" fmla="*/ 73 w 196"/>
                <ns1:gd name="T51" fmla="*/ 29 h 144"/>
                <ns1:gd name="T52" fmla="*/ 95 w 196"/>
                <ns1:gd name="T53" fmla="*/ 52 h 144"/>
                <ns1:gd name="T54" fmla="*/ 70 w 196"/>
                <ns1:gd name="T55" fmla="*/ 48 h 144"/>
                <ns1:gd name="T56" fmla="*/ 82 w 196"/>
                <ns1:gd name="T57" fmla="*/ 62 h 144"/>
                <ns1:gd name="T58" fmla="*/ 76 w 196"/>
                <ns1:gd name="T59" fmla="*/ 102 h 144"/>
                <ns1:gd name="T60" fmla="*/ 145 w 196"/>
                <ns1:gd name="T61" fmla="*/ 108 h 144"/>
                <ns1:gd name="T62" fmla="*/ 137 w 196"/>
                <ns1:gd name="T63" fmla="*/ 110 h 144"/>
                <ns1:gd name="T64" fmla="*/ 118 w 196"/>
                <ns1:gd name="T65" fmla="*/ 87 h 144"/>
                <ns1:gd name="T66" fmla="*/ 129 w 196"/>
                <ns1:gd name="T67" fmla="*/ 85 h 144"/>
                <ns1:gd name="T68" fmla="*/ 139 w 196"/>
                <ns1:gd name="T69" fmla="*/ 91 h 144"/>
                <ns1:gd name="T70" fmla="*/ 129 w 196"/>
                <ns1:gd name="T71" fmla="*/ 79 h 144"/>
                <ns1:gd name="T72" fmla="*/ 133 w 196"/>
                <ns1:gd name="T73" fmla="*/ 53 h 144"/>
                <ns1:gd name="T74" fmla="*/ 134 w 196"/>
                <ns1:gd name="T75" fmla="*/ 47 h 144"/>
                <ns1:gd name="T76" fmla="*/ 143 w 196"/>
                <ns1:gd name="T77" fmla="*/ 52 h 144"/>
                <ns1:gd name="T78" fmla="*/ 158 w 196"/>
                <ns1:gd name="T79" fmla="*/ 68 h 144"/>
                <ns1:gd name="T80" fmla="*/ 141 w 196"/>
                <ns1:gd name="T81" fmla="*/ 65 h 144"/>
                <ns1:gd name="T82" fmla="*/ 150 w 196"/>
                <ns1:gd name="T83" fmla="*/ 75 h 144"/>
                <ns1:gd name="T84" fmla="*/ 145 w 196"/>
                <ns1:gd name="T85" fmla="*/ 104 h 144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  <ns1:cxn ang="0">
                  <ns1:pos x="T30" y="T31"/>
                </ns1:cxn>
                <ns1:cxn ang="0">
                  <ns1:pos x="T32" y="T33"/>
                </ns1:cxn>
                <ns1:cxn ang="0">
                  <ns1:pos x="T34" y="T35"/>
                </ns1:cxn>
                <ns1:cxn ang="0">
                  <ns1:pos x="T36" y="T37"/>
                </ns1:cxn>
                <ns1:cxn ang="0">
                  <ns1:pos x="T38" y="T39"/>
                </ns1:cxn>
                <ns1:cxn ang="0">
                  <ns1:pos x="T40" y="T41"/>
                </ns1:cxn>
                <ns1:cxn ang="0">
                  <ns1:pos x="T42" y="T43"/>
                </ns1:cxn>
                <ns1:cxn ang="0">
                  <ns1:pos x="T44" y="T45"/>
                </ns1:cxn>
                <ns1:cxn ang="0">
                  <ns1:pos x="T46" y="T47"/>
                </ns1:cxn>
                <ns1:cxn ang="0">
                  <ns1:pos x="T48" y="T49"/>
                </ns1:cxn>
                <ns1:cxn ang="0">
                  <ns1:pos x="T50" y="T51"/>
                </ns1:cxn>
                <ns1:cxn ang="0">
                  <ns1:pos x="T52" y="T53"/>
                </ns1:cxn>
                <ns1:cxn ang="0">
                  <ns1:pos x="T54" y="T55"/>
                </ns1:cxn>
                <ns1:cxn ang="0">
                  <ns1:pos x="T56" y="T57"/>
                </ns1:cxn>
                <ns1:cxn ang="0">
                  <ns1:pos x="T58" y="T59"/>
                </ns1:cxn>
                <ns1:cxn ang="0">
                  <ns1:pos x="T60" y="T61"/>
                </ns1:cxn>
                <ns1:cxn ang="0">
                  <ns1:pos x="T62" y="T63"/>
                </ns1:cxn>
                <ns1:cxn ang="0">
                  <ns1:pos x="T64" y="T65"/>
                </ns1:cxn>
                <ns1:cxn ang="0">
                  <ns1:pos x="T66" y="T67"/>
                </ns1:cxn>
                <ns1:cxn ang="0">
                  <ns1:pos x="T68" y="T69"/>
                </ns1:cxn>
                <ns1:cxn ang="0">
                  <ns1:pos x="T70" y="T71"/>
                </ns1:cxn>
                <ns1:cxn ang="0">
                  <ns1:pos x="T72" y="T73"/>
                </ns1:cxn>
                <ns1:cxn ang="0">
                  <ns1:pos x="T74" y="T75"/>
                </ns1:cxn>
                <ns1:cxn ang="0">
                  <ns1:pos x="T76" y="T77"/>
                </ns1:cxn>
                <ns1:cxn ang="0">
                  <ns1:pos x="T78" y="T79"/>
                </ns1:cxn>
                <ns1:cxn ang="0">
                  <ns1:pos x="T80" y="T81"/>
                </ns1:cxn>
                <ns1:cxn ang="0">
                  <ns1:pos x="T82" y="T83"/>
                </ns1:cxn>
                <ns1:cxn ang="0">
                  <ns1:pos x="T84" y="T85"/>
                </ns1:cxn>
              </ns1:cxnLst>
              <ns1:rect l="0" t="0" r="r" b="b"/>
              <ns1:pathLst>
                <ns1:path w="196" h="144">
                  <ns1:moveTo>
                    <ns1:pt x="167" y="37"/>
                  </ns1:moveTo>
                  <ns1:cubicBezTo>
                    <ns1:pt x="168" y="36"/>
                    <ns1:pt x="168" y="35"/>
                    <ns1:pt x="167" y="35"/>
                  </ns1:cubicBezTo>
                  <ns1:cubicBezTo>
                    <ns1:pt x="167" y="34"/>
                    <ns1:pt x="167" y="33"/>
                    <ns1:pt x="167" y="33"/>
                  </ns1:cubicBezTo>
                  <ns1:cubicBezTo>
                    <ns1:pt x="163" y="33"/>
                    <ns1:pt x="158" y="34"/>
                    <ns1:pt x="153" y="34"/>
                  </ns1:cubicBezTo>
                  <ns1:cubicBezTo>
                    <ns1:pt x="133" y="34"/>
                    <ns1:pt x="117" y="26"/>
                    <ns1:pt x="115" y="17"/>
                  </ns1:cubicBezTo>
                  <ns1:cubicBezTo>
                    <ns1:pt x="122" y="22"/>
                    <ns1:pt x="132" y="27"/>
                    <ns1:pt x="136" y="28"/>
                  </ns1:cubicBezTo>
                  <ns1:cubicBezTo>
                    <ns1:pt x="136" y="28"/>
                    <ns1:pt x="137" y="28"/>
                    <ns1:pt x="137" y="28"/>
                  </ns1:cubicBezTo>
                  <ns1:cubicBezTo>
                    <ns1:pt x="149" y="33"/>
                    <ns1:pt x="172" y="28"/>
                    <ns1:pt x="172" y="28"/>
                  </ns1:cubicBezTo>
                  <ns1:cubicBezTo>
                    <ns1:pt x="172" y="28"/>
                    <ns1:pt x="173" y="27"/>
                    <ns1:pt x="171" y="25"/>
                  </ns1:cubicBezTo>
                  <ns1:cubicBezTo>
                    <ns1:pt x="168" y="22"/>
                    <ns1:pt x="165" y="21"/>
                    <ns1:pt x="167" y="18"/>
                  </ns1:cubicBezTo>
                  <ns1:cubicBezTo>
                    <ns1:pt x="168" y="16"/>
                    <ns1:pt x="170" y="14"/>
                    <ns1:pt x="169" y="12"/>
                  </ns1:cubicBezTo>
                  <ns1:cubicBezTo>
                    <ns1:pt x="169" y="12"/>
                    <ns1:pt x="168" y="11"/>
                    <ns1:pt x="167" y="11"/>
                  </ns1:cubicBezTo>
                  <ns1:cubicBezTo>
                    <ns1:pt x="163" y="11"/>
                    <ns1:pt x="157" y="12"/>
                    <ns1:pt x="157" y="12"/>
                  </ns1:cubicBezTo>
                  <ns1:cubicBezTo>
                    <ns1:pt x="157" y="12"/>
                    <ns1:pt x="156" y="9"/>
                    <ns1:pt x="151" y="8"/>
                  </ns1:cubicBezTo>
                  <ns1:cubicBezTo>
                    <ns1:pt x="147" y="7"/>
                    <ns1:pt x="140" y="5"/>
                    <ns1:pt x="136" y="5"/>
                  </ns1:cubicBezTo>
                  <ns1:cubicBezTo>
                    <ns1:pt x="136" y="5"/>
                    <ns1:pt x="136" y="6"/>
                    <ns1:pt x="136" y="6"/>
                  </ns1:cubicBezTo>
                  <ns1:cubicBezTo>
                    <ns1:pt x="133" y="7"/>
                    <ns1:pt x="129" y="10"/>
                    <ns1:pt x="125" y="9"/>
                  </ns1:cubicBezTo>
                  <ns1:cubicBezTo>
                    <ns1:pt x="123" y="8"/>
                    <ns1:pt x="122" y="8"/>
                    <ns1:pt x="122" y="7"/>
                  </ns1:cubicBezTo>
                  <ns1:cubicBezTo>
                    <ns1:pt x="120" y="7"/>
                    <ns1:pt x="119" y="6"/>
                    <ns1:pt x="117" y="7"/>
                  </ns1:cubicBezTo>
                  <ns1:cubicBezTo>
                    <ns1:pt x="113" y="7"/>
                    <ns1:pt x="113" y="10"/>
                    <ns1:pt x="113" y="10"/>
                  </ns1:cubicBezTo>
                  <ns1:cubicBezTo>
                    <ns1:pt x="113" y="10"/>
                    <ns1:pt x="112" y="10"/>
                    <ns1:pt x="112" y="10"/>
                  </ns1:cubicBezTo>
                  <ns1:cubicBezTo>
                    <ns1:pt x="110" y="8"/>
                    <ns1:pt x="107" y="7"/>
                    <ns1:pt x="105" y="6"/>
                  </ns1:cubicBezTo>
                  <ns1:cubicBezTo>
                    <ns1:pt x="106" y="5"/>
                    <ns1:pt x="106" y="4"/>
                    <ns1:pt x="104" y="3"/>
                  </ns1:cubicBezTo>
                  <ns1:cubicBezTo>
                    <ns1:pt x="105" y="2"/>
                    <ns1:pt x="105" y="1"/>
                    <ns1:pt x="105" y="0"/>
                  </ns1:cubicBezTo>
                  <ns1:cubicBezTo>
                    <ns1:pt x="96" y="2"/>
                    <ns1:pt x="85" y="3"/>
                    <ns1:pt x="73" y="3"/>
                  </ns1:cubicBezTo>
                  <ns1:cubicBezTo>
                    <ns1:pt x="62" y="3"/>
                    <ns1:pt x="51" y="2"/>
                    <ns1:pt x="43" y="0"/>
                  </ns1:cubicBezTo>
                  <ns1:cubicBezTo>
                    <ns1:pt x="42" y="2"/>
                    <ns1:pt x="41" y="4"/>
                    <ns1:pt x="41" y="5"/>
                  </ns1:cubicBezTo>
                  <ns1:cubicBezTo>
                    <ns1:pt x="17" y="17"/>
                    <ns1:pt x="0" y="42"/>
                    <ns1:pt x="0" y="71"/>
                  </ns1:cubicBezTo>
                  <ns1:cubicBezTo>
                    <ns1:pt x="0" y="93"/>
                    <ns1:pt x="10" y="113"/>
                    <ns1:pt x="26" y="127"/>
                  </ns1:cubicBezTo>
                  <ns1:cubicBezTo>
                    <ns1:pt x="43" y="142"/>
                    <ns1:pt x="89" y="144"/>
                    <ns1:pt x="108" y="132"/>
                  </ns1:cubicBezTo>
                  <ns1:cubicBezTo>
                    <ns1:pt x="111" y="131"/>
                    <ns1:pt x="114" y="128"/>
                    <ns1:pt x="117" y="126"/>
                  </ns1:cubicBezTo>
                  <ns1:cubicBezTo>
                    <ns1:pt x="132" y="133"/>
                    <ns1:pt x="158" y="133"/>
                    <ns1:pt x="170" y="126"/>
                  </ns1:cubicBezTo>
                  <ns1:cubicBezTo>
                    <ns1:pt x="184" y="118"/>
                    <ns1:pt x="196" y="100"/>
                    <ns1:pt x="196" y="83"/>
                  </ns1:cubicBezTo>
                  <ns1:cubicBezTo>
                    <ns1:pt x="196" y="62"/>
                    <ns1:pt x="184" y="45"/>
                    <ns1:pt x="167" y="37"/>
                  </ns1:cubicBezTo>
                  <ns1:close/>
                  <ns1:moveTo>
                    <ns1:pt x="76" y="102"/>
                  </ns1:moveTo>
                  <ns1:cubicBezTo>
                    <ns1:pt x="76" y="109"/>
                    <ns1:pt x="76" y="109"/>
                    <ns1:pt x="76" y="109"/>
                  </ns1:cubicBezTo>
                  <ns1:cubicBezTo>
                    <ns1:pt x="76" y="109"/>
                    <ns1:pt x="76" y="110"/>
                    <ns1:pt x="75" y="110"/>
                  </ns1:cubicBezTo>
                  <ns1:cubicBezTo>
                    <ns1:pt x="64" y="110"/>
                    <ns1:pt x="64" y="110"/>
                    <ns1:pt x="64" y="110"/>
                  </ns1:cubicBezTo>
                  <ns1:cubicBezTo>
                    <ns1:pt x="63" y="110"/>
                    <ns1:pt x="63" y="109"/>
                    <ns1:pt x="63" y="102"/>
                  </ns1:cubicBezTo>
                  <ns1:cubicBezTo>
                    <ns1:pt x="47" y="101"/>
                    <ns1:pt x="38" y="93"/>
                    <ns1:pt x="37" y="79"/>
                  </ns1:cubicBezTo>
                  <ns1:cubicBezTo>
                    <ns1:pt x="37" y="78"/>
                    <ns1:pt x="38" y="78"/>
                    <ns1:pt x="38" y="78"/>
                  </ns1:cubicBezTo>
                  <ns1:cubicBezTo>
                    <ns1:pt x="53" y="76"/>
                    <ns1:pt x="53" y="76"/>
                    <ns1:pt x="53" y="76"/>
                  </ns1:cubicBezTo>
                  <ns1:cubicBezTo>
                    <ns1:pt x="54" y="76"/>
                    <ns1:pt x="54" y="76"/>
                    <ns1:pt x="55" y="77"/>
                  </ns1:cubicBezTo>
                  <ns1:cubicBezTo>
                    <ns1:pt x="56" y="84"/>
                    <ns1:pt x="63" y="84"/>
                    <ns1:pt x="67" y="84"/>
                  </ns1:cubicBezTo>
                  <ns1:cubicBezTo>
                    <ns1:pt x="69" y="83"/>
                    <ns1:pt x="70" y="82"/>
                    <ns1:pt x="70" y="81"/>
                  </ns1:cubicBezTo>
                  <ns1:cubicBezTo>
                    <ns1:pt x="71" y="77"/>
                    <ns1:pt x="68" y="73"/>
                    <ns1:pt x="54" y="67"/>
                  </ns1:cubicBezTo>
                  <ns1:cubicBezTo>
                    <ns1:pt x="44" y="62"/>
                    <ns1:pt x="39" y="60"/>
                    <ns1:pt x="39" y="52"/>
                  </ns1:cubicBezTo>
                  <ns1:cubicBezTo>
                    <ns1:pt x="38" y="43"/>
                    <ns1:pt x="45" y="33"/>
                    <ns1:pt x="59" y="30"/>
                  </ns1:cubicBezTo>
                  <ns1:cubicBezTo>
                    <ns1:pt x="59" y="23"/>
                    <ns1:pt x="59" y="23"/>
                    <ns1:pt x="59" y="23"/>
                  </ns1:cubicBezTo>
                  <ns1:cubicBezTo>
                    <ns1:pt x="59" y="23"/>
                    <ns1:pt x="60" y="22"/>
                    <ns1:pt x="60" y="22"/>
                  </ns1:cubicBezTo>
                  <ns1:cubicBezTo>
                    <ns1:pt x="71" y="22"/>
                    <ns1:pt x="71" y="22"/>
                    <ns1:pt x="71" y="22"/>
                  </ns1:cubicBezTo>
                  <ns1:cubicBezTo>
                    <ns1:pt x="72" y="22"/>
                    <ns1:pt x="72" y="22"/>
                    <ns1:pt x="73" y="29"/>
                  </ns1:cubicBezTo>
                  <ns1:cubicBezTo>
                    <ns1:pt x="87" y="31"/>
                    <ns1:pt x="96" y="40"/>
                    <ns1:pt x="96" y="50"/>
                  </ns1:cubicBezTo>
                  <ns1:cubicBezTo>
                    <ns1:pt x="96" y="51"/>
                    <ns1:pt x="96" y="51"/>
                    <ns1:pt x="95" y="52"/>
                  </ns1:cubicBezTo>
                  <ns1:cubicBezTo>
                    <ns1:pt x="79" y="53"/>
                    <ns1:pt x="79" y="53"/>
                    <ns1:pt x="79" y="53"/>
                  </ns1:cubicBezTo>
                  <ns1:cubicBezTo>
                    <ns1:pt x="79" y="53"/>
                    <ns1:pt x="78" y="47"/>
                    <ns1:pt x="70" y="48"/>
                  </ns1:cubicBezTo>
                  <ns1:cubicBezTo>
                    <ns1:pt x="67" y="48"/>
                    <ns1:pt x="67" y="50"/>
                    <ns1:pt x="67" y="51"/>
                  </ns1:cubicBezTo>
                  <ns1:cubicBezTo>
                    <ns1:pt x="67" y="55"/>
                    <ns1:pt x="72" y="57"/>
                    <ns1:pt x="82" y="62"/>
                  </ns1:cubicBezTo>
                  <ns1:cubicBezTo>
                    <ns1:pt x="92" y="67"/>
                    <ns1:pt x="97" y="71"/>
                    <ns1:pt x="98" y="79"/>
                  </ns1:cubicBezTo>
                  <ns1:cubicBezTo>
                    <ns1:pt x="98" y="90"/>
                    <ns1:pt x="90" y="99"/>
                    <ns1:pt x="76" y="102"/>
                  </ns1:cubicBezTo>
                  <ns1:close/>
                  <ns1:moveTo>
                    <ns1:pt x="145" y="104"/>
                  </ns1:moveTo>
                  <ns1:cubicBezTo>
                    <ns1:pt x="145" y="108"/>
                    <ns1:pt x="145" y="108"/>
                    <ns1:pt x="145" y="108"/>
                  </ns1:cubicBezTo>
                  <ns1:cubicBezTo>
                    <ns1:pt x="145" y="109"/>
                    <ns1:pt x="145" y="109"/>
                    <ns1:pt x="145" y="109"/>
                  </ns1:cubicBezTo>
                  <ns1:cubicBezTo>
                    <ns1:pt x="137" y="110"/>
                    <ns1:pt x="137" y="110"/>
                    <ns1:pt x="137" y="110"/>
                  </ns1:cubicBezTo>
                  <ns1:cubicBezTo>
                    <ns1:pt x="136" y="110"/>
                    <ns1:pt x="136" y="109"/>
                    <ns1:pt x="136" y="104"/>
                  </ns1:cubicBezTo>
                  <ns1:cubicBezTo>
                    <ns1:pt x="124" y="103"/>
                    <ns1:pt x="118" y="97"/>
                    <ns1:pt x="118" y="87"/>
                  </ns1:cubicBezTo>
                  <ns1:cubicBezTo>
                    <ns1:pt x="118" y="87"/>
                    <ns1:pt x="118" y="87"/>
                    <ns1:pt x="119" y="87"/>
                  </ns1:cubicBezTo>
                  <ns1:cubicBezTo>
                    <ns1:pt x="129" y="85"/>
                    <ns1:pt x="129" y="85"/>
                    <ns1:pt x="129" y="85"/>
                  </ns1:cubicBezTo>
                  <ns1:cubicBezTo>
                    <ns1:pt x="130" y="85"/>
                    <ns1:pt x="130" y="86"/>
                    <ns1:pt x="130" y="86"/>
                  </ns1:cubicBezTo>
                  <ns1:cubicBezTo>
                    <ns1:pt x="131" y="91"/>
                    <ns1:pt x="136" y="91"/>
                    <ns1:pt x="139" y="91"/>
                  </ns1:cubicBezTo>
                  <ns1:cubicBezTo>
                    <ns1:pt x="140" y="90"/>
                    <ns1:pt x="141" y="90"/>
                    <ns1:pt x="141" y="89"/>
                  </ns1:cubicBezTo>
                  <ns1:cubicBezTo>
                    <ns1:pt x="142" y="86"/>
                    <ns1:pt x="140" y="83"/>
                    <ns1:pt x="129" y="79"/>
                  </ns1:cubicBezTo>
                  <ns1:cubicBezTo>
                    <ns1:pt x="123" y="76"/>
                    <ns1:pt x="119" y="74"/>
                    <ns1:pt x="119" y="68"/>
                  </ns1:cubicBezTo>
                  <ns1:cubicBezTo>
                    <ns1:pt x="118" y="62"/>
                    <ns1:pt x="124" y="55"/>
                    <ns1:pt x="133" y="53"/>
                  </ns1:cubicBezTo>
                  <ns1:cubicBezTo>
                    <ns1:pt x="133" y="48"/>
                    <ns1:pt x="133" y="48"/>
                    <ns1:pt x="133" y="48"/>
                  </ns1:cubicBezTo>
                  <ns1:cubicBezTo>
                    <ns1:pt x="133" y="48"/>
                    <ns1:pt x="134" y="47"/>
                    <ns1:pt x="134" y="47"/>
                  </ns1:cubicBezTo>
                  <ns1:cubicBezTo>
                    <ns1:pt x="142" y="47"/>
                    <ns1:pt x="142" y="47"/>
                    <ns1:pt x="142" y="47"/>
                  </ns1:cubicBezTo>
                  <ns1:cubicBezTo>
                    <ns1:pt x="143" y="47"/>
                    <ns1:pt x="143" y="47"/>
                    <ns1:pt x="143" y="52"/>
                  </ns1:cubicBezTo>
                  <ns1:cubicBezTo>
                    <ns1:pt x="153" y="53"/>
                    <ns1:pt x="159" y="60"/>
                    <ns1:pt x="160" y="67"/>
                  </ns1:cubicBezTo>
                  <ns1:cubicBezTo>
                    <ns1:pt x="160" y="68"/>
                    <ns1:pt x="159" y="68"/>
                    <ns1:pt x="158" y="68"/>
                  </ns1:cubicBezTo>
                  <ns1:cubicBezTo>
                    <ns1:pt x="147" y="69"/>
                    <ns1:pt x="147" y="69"/>
                    <ns1:pt x="147" y="69"/>
                  </ns1:cubicBezTo>
                  <ns1:cubicBezTo>
                    <ns1:pt x="147" y="69"/>
                    <ns1:pt x="147" y="65"/>
                    <ns1:pt x="141" y="65"/>
                  </ns1:cubicBezTo>
                  <ns1:cubicBezTo>
                    <ns1:pt x="139" y="66"/>
                    <ns1:pt x="139" y="67"/>
                    <ns1:pt x="139" y="68"/>
                  </ns1:cubicBezTo>
                  <ns1:cubicBezTo>
                    <ns1:pt x="139" y="70"/>
                    <ns1:pt x="142" y="72"/>
                    <ns1:pt x="150" y="75"/>
                  </ns1:cubicBezTo>
                  <ns1:cubicBezTo>
                    <ns1:pt x="157" y="79"/>
                    <ns1:pt x="160" y="82"/>
                    <ns1:pt x="161" y="87"/>
                  </ns1:cubicBezTo>
                  <ns1:cubicBezTo>
                    <ns1:pt x="161" y="96"/>
                    <ns1:pt x="155" y="102"/>
                    <ns1:pt x="145" y="104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51" name="Freeform 30"/>
            <ns0:cNvSpPr>
              <ns1:spLocks/>
            </ns0:cNvSpPr>
            <ns0:nvPr/>
          </ns0:nvSpPr>
          <ns0:spPr bwMode="auto">
            <ns1:xfrm>
              <ns1:off x="10198100" y="790575"/>
              <ns1:ext cx="406400" cy="152400"/>
            </ns1:xfrm>
            <ns1:custGeom>
              <ns1:avLst/>
              <ns1:gdLst>
                <ns1:gd name="T0" fmla="*/ 26 w 107"/>
                <ns1:gd name="T1" fmla="*/ 38 h 40"/>
                <ns1:gd name="T2" fmla="*/ 50 w 107"/>
                <ns1:gd name="T3" fmla="*/ 40 h 40"/>
                <ns1:gd name="T4" fmla="*/ 84 w 107"/>
                <ns1:gd name="T5" fmla="*/ 37 h 40"/>
                <ns1:gd name="T6" fmla="*/ 107 w 107"/>
                <ns1:gd name="T7" fmla="*/ 25 h 40"/>
                <ns1:gd name="T8" fmla="*/ 102 w 107"/>
                <ns1:gd name="T9" fmla="*/ 20 h 40"/>
                <ns1:gd name="T10" fmla="*/ 93 w 107"/>
                <ns1:gd name="T11" fmla="*/ 12 h 40"/>
                <ns1:gd name="T12" fmla="*/ 95 w 107"/>
                <ns1:gd name="T13" fmla="*/ 1 h 40"/>
                <ns1:gd name="T14" fmla="*/ 91 w 107"/>
                <ns1:gd name="T15" fmla="*/ 1 h 40"/>
                <ns1:gd name="T16" fmla="*/ 75 w 107"/>
                <ns1:gd name="T17" fmla="*/ 7 h 40"/>
                <ns1:gd name="T18" fmla="*/ 64 w 107"/>
                <ns1:gd name="T19" fmla="*/ 3 h 40"/>
                <ns1:gd name="T20" fmla="*/ 40 w 107"/>
                <ns1:gd name="T21" fmla="*/ 5 h 40"/>
                <ns1:gd name="T22" fmla="*/ 39 w 107"/>
                <ns1:gd name="T23" fmla="*/ 6 h 40"/>
                <ns1:gd name="T24" fmla="*/ 23 w 107"/>
                <ns1:gd name="T25" fmla="*/ 16 h 40"/>
                <ns1:gd name="T26" fmla="*/ 17 w 107"/>
                <ns1:gd name="T27" fmla="*/ 15 h 40"/>
                <ns1:gd name="T28" fmla="*/ 10 w 107"/>
                <ns1:gd name="T29" fmla="*/ 16 h 40"/>
                <ns1:gd name="T30" fmla="*/ 5 w 107"/>
                <ns1:gd name="T31" fmla="*/ 23 h 40"/>
                <ns1:gd name="T32" fmla="*/ 0 w 107"/>
                <ns1:gd name="T33" fmla="*/ 28 h 40"/>
                <ns1:gd name="T34" fmla="*/ 27 w 107"/>
                <ns1:gd name="T35" fmla="*/ 38 h 40"/>
                <ns1:gd name="T36" fmla="*/ 26 w 107"/>
                <ns1:gd name="T37" fmla="*/ 38 h 40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  <ns1:cxn ang="0">
                  <ns1:pos x="T30" y="T31"/>
                </ns1:cxn>
                <ns1:cxn ang="0">
                  <ns1:pos x="T32" y="T33"/>
                </ns1:cxn>
                <ns1:cxn ang="0">
                  <ns1:pos x="T34" y="T35"/>
                </ns1:cxn>
                <ns1:cxn ang="0">
                  <ns1:pos x="T36" y="T37"/>
                </ns1:cxn>
              </ns1:cxnLst>
              <ns1:rect l="0" t="0" r="r" b="b"/>
              <ns1:pathLst>
                <ns1:path w="107" h="40">
                  <ns1:moveTo>
                    <ns1:pt x="26" y="38"/>
                  </ns1:moveTo>
                  <ns1:cubicBezTo>
                    <ns1:pt x="33" y="40"/>
                    <ns1:pt x="42" y="40"/>
                    <ns1:pt x="50" y="40"/>
                  </ns1:cubicBezTo>
                  <ns1:cubicBezTo>
                    <ns1:pt x="63" y="40"/>
                    <ns1:pt x="74" y="39"/>
                    <ns1:pt x="84" y="37"/>
                  </ns1:cubicBezTo>
                  <ns1:cubicBezTo>
                    <ns1:pt x="107" y="25"/>
                    <ns1:pt x="107" y="25"/>
                    <ns1:pt x="107" y="25"/>
                  </ns1:cubicBezTo>
                  <ns1:cubicBezTo>
                    <ns1:pt x="107" y="25"/>
                    <ns1:pt x="107" y="22"/>
                    <ns1:pt x="102" y="20"/>
                  </ns1:cubicBezTo>
                  <ns1:cubicBezTo>
                    <ns1:pt x="98" y="17"/>
                    <ns1:pt x="92" y="16"/>
                    <ns1:pt x="93" y="12"/>
                  </ns1:cubicBezTo>
                  <ns1:cubicBezTo>
                    <ns1:pt x="94" y="8"/>
                    <ns1:pt x="96" y="3"/>
                    <ns1:pt x="95" y="1"/>
                  </ns1:cubicBezTo>
                  <ns1:cubicBezTo>
                    <ns1:pt x="94" y="0"/>
                    <ns1:pt x="93" y="0"/>
                    <ns1:pt x="91" y="1"/>
                  </ns1:cubicBezTo>
                  <ns1:cubicBezTo>
                    <ns1:pt x="84" y="2"/>
                    <ns1:pt x="75" y="7"/>
                    <ns1:pt x="75" y="7"/>
                  </ns1:cubicBezTo>
                  <ns1:cubicBezTo>
                    <ns1:pt x="75" y="7"/>
                    <ns1:pt x="73" y="3"/>
                    <ns1:pt x="64" y="3"/>
                  </ns1:cubicBezTo>
                  <ns1:cubicBezTo>
                    <ns1:pt x="57" y="3"/>
                    <ns1:pt x="45" y="3"/>
                    <ns1:pt x="40" y="5"/>
                  </ns1:cubicBezTo>
                  <ns1:cubicBezTo>
                    <ns1:pt x="39" y="5"/>
                    <ns1:pt x="39" y="6"/>
                    <ns1:pt x="39" y="6"/>
                  </ns1:cubicBezTo>
                  <ns1:cubicBezTo>
                    <ns1:pt x="36" y="8"/>
                    <ns1:pt x="30" y="16"/>
                    <ns1:pt x="23" y="16"/>
                  </ns1:cubicBezTo>
                  <ns1:cubicBezTo>
                    <ns1:pt x="21" y="16"/>
                    <ns1:pt x="19" y="15"/>
                    <ns1:pt x="17" y="15"/>
                  </ns1:cubicBezTo>
                  <ns1:cubicBezTo>
                    <ns1:pt x="15" y="14"/>
                    <ns1:pt x="14" y="14"/>
                    <ns1:pt x="10" y="16"/>
                  </ns1:cubicBezTo>
                  <ns1:cubicBezTo>
                    <ns1:pt x="5" y="19"/>
                    <ns1:pt x="5" y="23"/>
                    <ns1:pt x="5" y="23"/>
                  </ns1:cubicBezTo>
                  <ns1:cubicBezTo>
                    <ns1:pt x="5" y="23"/>
                    <ns1:pt x="0" y="22"/>
                    <ns1:pt x="0" y="28"/>
                  </ns1:cubicBezTo>
                  <ns1:cubicBezTo>
                    <ns1:pt x="15" y="35"/>
                    <ns1:pt x="27" y="38"/>
                    <ns1:pt x="27" y="38"/>
                  </ns1:cubicBezTo>
                  <ns1:cubicBezTo>
                    <ns1:pt x="27" y="38"/>
                    <ns1:pt x="26" y="38"/>
                    <ns1:pt x="26" y="38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</ns0:grpSp>
      <ns0:grpSp>
        <ns0:nvGrpSpPr>
          <ns0:cNvPr id="52" name="Group 51"/>
          <ns0:cNvGrpSpPr/>
          <ns0:nvPr/>
        </ns0:nvGrpSpPr>
        <ns0:grpSpPr>
          <ns1:xfrm>
            <ns1:off x="4226079" y="2045602"/>
            <ns1:ext cx="355572" cy="338477"/>
            <ns1:chOff x="10755313" y="220663"/>
            <ns1:chExt cx="990600" cy="942975"/>
          </ns1:xfrm>
          <ns1:solidFill>
            <ns1:schemeClr val="tx1"/>
          </ns1:solidFill>
        </ns0:grpSpPr>
        <ns0:sp>
          <ns0:nvSpPr>
            <ns0:cNvPr id="53" name="Freeform 24"/>
            <ns0:cNvSpPr>
              <ns1:spLocks noEditPoints="1"/>
            </ns0:cNvSpPr>
            <ns0:nvPr/>
          </ns0:nvSpPr>
          <ns0:spPr bwMode="auto">
            <ns1:xfrm>
              <ns1:off x="10755313" y="220663"/>
              <ns1:ext cx="990600" cy="942975"/>
            </ns1:xfrm>
            <ns1:custGeom>
              <ns1:avLst/>
              <ns1:gdLst>
                <ns1:gd name="T0" fmla="*/ 239 w 261"/>
                <ns1:gd name="T1" fmla="*/ 0 h 248"/>
                <ns1:gd name="T2" fmla="*/ 22 w 261"/>
                <ns1:gd name="T3" fmla="*/ 0 h 248"/>
                <ns1:gd name="T4" fmla="*/ 0 w 261"/>
                <ns1:gd name="T5" fmla="*/ 22 h 248"/>
                <ns1:gd name="T6" fmla="*/ 0 w 261"/>
                <ns1:gd name="T7" fmla="*/ 190 h 248"/>
                <ns1:gd name="T8" fmla="*/ 22 w 261"/>
                <ns1:gd name="T9" fmla="*/ 212 h 248"/>
                <ns1:gd name="T10" fmla="*/ 88 w 261"/>
                <ns1:gd name="T11" fmla="*/ 212 h 248"/>
                <ns1:gd name="T12" fmla="*/ 76 w 261"/>
                <ns1:gd name="T13" fmla="*/ 224 h 248"/>
                <ns1:gd name="T14" fmla="*/ 70 w 261"/>
                <ns1:gd name="T15" fmla="*/ 231 h 248"/>
                <ns1:gd name="T16" fmla="*/ 70 w 261"/>
                <ns1:gd name="T17" fmla="*/ 241 h 248"/>
                <ns1:gd name="T18" fmla="*/ 86 w 261"/>
                <ns1:gd name="T19" fmla="*/ 248 h 248"/>
                <ns1:gd name="T20" fmla="*/ 175 w 261"/>
                <ns1:gd name="T21" fmla="*/ 248 h 248"/>
                <ns1:gd name="T22" fmla="*/ 191 w 261"/>
                <ns1:gd name="T23" fmla="*/ 241 h 248"/>
                <ns1:gd name="T24" fmla="*/ 191 w 261"/>
                <ns1:gd name="T25" fmla="*/ 231 h 248"/>
                <ns1:gd name="T26" fmla="*/ 185 w 261"/>
                <ns1:gd name="T27" fmla="*/ 224 h 248"/>
                <ns1:gd name="T28" fmla="*/ 173 w 261"/>
                <ns1:gd name="T29" fmla="*/ 212 h 248"/>
                <ns1:gd name="T30" fmla="*/ 239 w 261"/>
                <ns1:gd name="T31" fmla="*/ 212 h 248"/>
                <ns1:gd name="T32" fmla="*/ 261 w 261"/>
                <ns1:gd name="T33" fmla="*/ 190 h 248"/>
                <ns1:gd name="T34" fmla="*/ 261 w 261"/>
                <ns1:gd name="T35" fmla="*/ 22 h 248"/>
                <ns1:gd name="T36" fmla="*/ 239 w 261"/>
                <ns1:gd name="T37" fmla="*/ 0 h 248"/>
                <ns1:gd name="T38" fmla="*/ 179 w 261"/>
                <ns1:gd name="T39" fmla="*/ 230 h 248"/>
                <ns1:gd name="T40" fmla="*/ 184 w 261"/>
                <ns1:gd name="T41" fmla="*/ 236 h 248"/>
                <ns1:gd name="T42" fmla="*/ 184 w 261"/>
                <ns1:gd name="T43" fmla="*/ 238 h 248"/>
                <ns1:gd name="T44" fmla="*/ 175 w 261"/>
                <ns1:gd name="T45" fmla="*/ 240 h 248"/>
                <ns1:gd name="T46" fmla="*/ 86 w 261"/>
                <ns1:gd name="T47" fmla="*/ 240 h 248"/>
                <ns1:gd name="T48" fmla="*/ 77 w 261"/>
                <ns1:gd name="T49" fmla="*/ 238 h 248"/>
                <ns1:gd name="T50" fmla="*/ 77 w 261"/>
                <ns1:gd name="T51" fmla="*/ 236 h 248"/>
                <ns1:gd name="T52" fmla="*/ 77 w 261"/>
                <ns1:gd name="T53" fmla="*/ 236 h 248"/>
                <ns1:gd name="T54" fmla="*/ 82 w 261"/>
                <ns1:gd name="T55" fmla="*/ 230 h 248"/>
                <ns1:gd name="T56" fmla="*/ 98 w 261"/>
                <ns1:gd name="T57" fmla="*/ 212 h 248"/>
                <ns1:gd name="T58" fmla="*/ 163 w 261"/>
                <ns1:gd name="T59" fmla="*/ 212 h 248"/>
                <ns1:gd name="T60" fmla="*/ 179 w 261"/>
                <ns1:gd name="T61" fmla="*/ 230 h 248"/>
                <ns1:gd name="T62" fmla="*/ 245 w 261"/>
                <ns1:gd name="T63" fmla="*/ 190 h 248"/>
                <ns1:gd name="T64" fmla="*/ 239 w 261"/>
                <ns1:gd name="T65" fmla="*/ 196 h 248"/>
                <ns1:gd name="T66" fmla="*/ 22 w 261"/>
                <ns1:gd name="T67" fmla="*/ 196 h 248"/>
                <ns1:gd name="T68" fmla="*/ 16 w 261"/>
                <ns1:gd name="T69" fmla="*/ 190 h 248"/>
                <ns1:gd name="T70" fmla="*/ 16 w 261"/>
                <ns1:gd name="T71" fmla="*/ 22 h 248"/>
                <ns1:gd name="T72" fmla="*/ 22 w 261"/>
                <ns1:gd name="T73" fmla="*/ 16 h 248"/>
                <ns1:gd name="T74" fmla="*/ 239 w 261"/>
                <ns1:gd name="T75" fmla="*/ 16 h 248"/>
                <ns1:gd name="T76" fmla="*/ 245 w 261"/>
                <ns1:gd name="T77" fmla="*/ 22 h 248"/>
                <ns1:gd name="T78" fmla="*/ 245 w 261"/>
                <ns1:gd name="T79" fmla="*/ 190 h 248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  <ns1:cxn ang="0">
                  <ns1:pos x="T30" y="T31"/>
                </ns1:cxn>
                <ns1:cxn ang="0">
                  <ns1:pos x="T32" y="T33"/>
                </ns1:cxn>
                <ns1:cxn ang="0">
                  <ns1:pos x="T34" y="T35"/>
                </ns1:cxn>
                <ns1:cxn ang="0">
                  <ns1:pos x="T36" y="T37"/>
                </ns1:cxn>
                <ns1:cxn ang="0">
                  <ns1:pos x="T38" y="T39"/>
                </ns1:cxn>
                <ns1:cxn ang="0">
                  <ns1:pos x="T40" y="T41"/>
                </ns1:cxn>
                <ns1:cxn ang="0">
                  <ns1:pos x="T42" y="T43"/>
                </ns1:cxn>
                <ns1:cxn ang="0">
                  <ns1:pos x="T44" y="T45"/>
                </ns1:cxn>
                <ns1:cxn ang="0">
                  <ns1:pos x="T46" y="T47"/>
                </ns1:cxn>
                <ns1:cxn ang="0">
                  <ns1:pos x="T48" y="T49"/>
                </ns1:cxn>
                <ns1:cxn ang="0">
                  <ns1:pos x="T50" y="T51"/>
                </ns1:cxn>
                <ns1:cxn ang="0">
                  <ns1:pos x="T52" y="T53"/>
                </ns1:cxn>
                <ns1:cxn ang="0">
                  <ns1:pos x="T54" y="T55"/>
                </ns1:cxn>
                <ns1:cxn ang="0">
                  <ns1:pos x="T56" y="T57"/>
                </ns1:cxn>
                <ns1:cxn ang="0">
                  <ns1:pos x="T58" y="T59"/>
                </ns1:cxn>
                <ns1:cxn ang="0">
                  <ns1:pos x="T60" y="T61"/>
                </ns1:cxn>
                <ns1:cxn ang="0">
                  <ns1:pos x="T62" y="T63"/>
                </ns1:cxn>
                <ns1:cxn ang="0">
                  <ns1:pos x="T64" y="T65"/>
                </ns1:cxn>
                <ns1:cxn ang="0">
                  <ns1:pos x="T66" y="T67"/>
                </ns1:cxn>
                <ns1:cxn ang="0">
                  <ns1:pos x="T68" y="T69"/>
                </ns1:cxn>
                <ns1:cxn ang="0">
                  <ns1:pos x="T70" y="T71"/>
                </ns1:cxn>
                <ns1:cxn ang="0">
                  <ns1:pos x="T72" y="T73"/>
                </ns1:cxn>
                <ns1:cxn ang="0">
                  <ns1:pos x="T74" y="T75"/>
                </ns1:cxn>
                <ns1:cxn ang="0">
                  <ns1:pos x="T76" y="T77"/>
                </ns1:cxn>
                <ns1:cxn ang="0">
                  <ns1:pos x="T78" y="T79"/>
                </ns1:cxn>
              </ns1:cxnLst>
              <ns1:rect l="0" t="0" r="r" b="b"/>
              <ns1:pathLst>
                <ns1:path w="261" h="248">
                  <ns1:moveTo>
                    <ns1:pt x="239" y="0"/>
                  </ns1:moveTo>
                  <ns1:cubicBezTo>
                    <ns1:pt x="22" y="0"/>
                    <ns1:pt x="22" y="0"/>
                    <ns1:pt x="22" y="0"/>
                  </ns1:cubicBezTo>
                  <ns1:cubicBezTo>
                    <ns1:pt x="10" y="0"/>
                    <ns1:pt x="0" y="10"/>
                    <ns1:pt x="0" y="22"/>
                  </ns1:cubicBezTo>
                  <ns1:cubicBezTo>
                    <ns1:pt x="0" y="190"/>
                    <ns1:pt x="0" y="190"/>
                    <ns1:pt x="0" y="190"/>
                  </ns1:cubicBezTo>
                  <ns1:cubicBezTo>
                    <ns1:pt x="0" y="202"/>
                    <ns1:pt x="10" y="212"/>
                    <ns1:pt x="22" y="212"/>
                  </ns1:cubicBezTo>
                  <ns1:cubicBezTo>
                    <ns1:pt x="88" y="212"/>
                    <ns1:pt x="88" y="212"/>
                    <ns1:pt x="88" y="212"/>
                  </ns1:cubicBezTo>
                  <ns1:cubicBezTo>
                    <ns1:pt x="85" y="216"/>
                    <ns1:pt x="79" y="222"/>
                    <ns1:pt x="76" y="224"/>
                  </ns1:cubicBezTo>
                  <ns1:cubicBezTo>
                    <ns1:pt x="74" y="227"/>
                    <ns1:pt x="71" y="229"/>
                    <ns1:pt x="70" y="231"/>
                  </ns1:cubicBezTo>
                  <ns1:cubicBezTo>
                    <ns1:pt x="69" y="233"/>
                    <ns1:pt x="68" y="237"/>
                    <ns1:pt x="70" y="241"/>
                  </ns1:cubicBezTo>
                  <ns1:cubicBezTo>
                    <ns1:pt x="71" y="244"/>
                    <ns1:pt x="76" y="248"/>
                    <ns1:pt x="86" y="248"/>
                  </ns1:cubicBezTo>
                  <ns1:cubicBezTo>
                    <ns1:pt x="175" y="248"/>
                    <ns1:pt x="175" y="248"/>
                    <ns1:pt x="175" y="248"/>
                  </ns1:cubicBezTo>
                  <ns1:cubicBezTo>
                    <ns1:pt x="185" y="248"/>
                    <ns1:pt x="190" y="244"/>
                    <ns1:pt x="191" y="241"/>
                  </ns1:cubicBezTo>
                  <ns1:cubicBezTo>
                    <ns1:pt x="193" y="237"/>
                    <ns1:pt x="192" y="233"/>
                    <ns1:pt x="191" y="231"/>
                  </ns1:cubicBezTo>
                  <ns1:cubicBezTo>
                    <ns1:pt x="190" y="229"/>
                    <ns1:pt x="187" y="227"/>
                    <ns1:pt x="185" y="224"/>
                  </ns1:cubicBezTo>
                  <ns1:cubicBezTo>
                    <ns1:pt x="182" y="222"/>
                    <ns1:pt x="176" y="216"/>
                    <ns1:pt x="173" y="212"/>
                  </ns1:cubicBezTo>
                  <ns1:cubicBezTo>
                    <ns1:pt x="239" y="212"/>
                    <ns1:pt x="239" y="212"/>
                    <ns1:pt x="239" y="212"/>
                  </ns1:cubicBezTo>
                  <ns1:cubicBezTo>
                    <ns1:pt x="251" y="212"/>
                    <ns1:pt x="261" y="202"/>
                    <ns1:pt x="261" y="190"/>
                  </ns1:cubicBezTo>
                  <ns1:cubicBezTo>
                    <ns1:pt x="261" y="22"/>
                    <ns1:pt x="261" y="22"/>
                    <ns1:pt x="261" y="22"/>
                  </ns1:cubicBezTo>
                  <ns1:cubicBezTo>
                    <ns1:pt x="261" y="10"/>
                    <ns1:pt x="251" y="0"/>
                    <ns1:pt x="239" y="0"/>
                  </ns1:cubicBezTo>
                  <ns1:close/>
                  <ns1:moveTo>
                    <ns1:pt x="179" y="230"/>
                  </ns1:moveTo>
                  <ns1:cubicBezTo>
                    <ns1:pt x="181" y="233"/>
                    <ns1:pt x="183" y="235"/>
                    <ns1:pt x="184" y="236"/>
                  </ns1:cubicBezTo>
                  <ns1:cubicBezTo>
                    <ns1:pt x="184" y="236"/>
                    <ns1:pt x="185" y="237"/>
                    <ns1:pt x="184" y="238"/>
                  </ns1:cubicBezTo>
                  <ns1:cubicBezTo>
                    <ns1:pt x="183" y="239"/>
                    <ns1:pt x="179" y="240"/>
                    <ns1:pt x="175" y="240"/>
                  </ns1:cubicBezTo>
                  <ns1:cubicBezTo>
                    <ns1:pt x="86" y="240"/>
                    <ns1:pt x="86" y="240"/>
                    <ns1:pt x="86" y="240"/>
                  </ns1:cubicBezTo>
                  <ns1:cubicBezTo>
                    <ns1:pt x="82" y="240"/>
                    <ns1:pt x="78" y="239"/>
                    <ns1:pt x="77" y="238"/>
                  </ns1:cubicBezTo>
                  <ns1:cubicBezTo>
                    <ns1:pt x="77" y="237"/>
                    <ns1:pt x="77" y="236"/>
                    <ns1:pt x="77" y="236"/>
                  </ns1:cubicBezTo>
                  <ns1:cubicBezTo>
                    <ns1:pt x="77" y="236"/>
                    <ns1:pt x="77" y="236"/>
                    <ns1:pt x="77" y="236"/>
                  </ns1:cubicBezTo>
                  <ns1:cubicBezTo>
                    <ns1:pt x="78" y="235"/>
                    <ns1:pt x="80" y="233"/>
                    <ns1:pt x="82" y="230"/>
                  </ns1:cubicBezTo>
                  <ns1:cubicBezTo>
                    <ns1:pt x="89" y="223"/>
                    <ns1:pt x="95" y="217"/>
                    <ns1:pt x="98" y="212"/>
                  </ns1:cubicBezTo>
                  <ns1:cubicBezTo>
                    <ns1:pt x="163" y="212"/>
                    <ns1:pt x="163" y="212"/>
                    <ns1:pt x="163" y="212"/>
                  </ns1:cubicBezTo>
                  <ns1:cubicBezTo>
                    <ns1:pt x="166" y="217"/>
                    <ns1:pt x="172" y="223"/>
                    <ns1:pt x="179" y="230"/>
                  </ns1:cubicBezTo>
                  <ns1:close/>
                  <ns1:moveTo>
                    <ns1:pt x="245" y="190"/>
                  </ns1:moveTo>
                  <ns1:cubicBezTo>
                    <ns1:pt x="245" y="193"/>
                    <ns1:pt x="242" y="196"/>
                    <ns1:pt x="239" y="196"/>
                  </ns1:cubicBezTo>
                  <ns1:cubicBezTo>
                    <ns1:pt x="22" y="196"/>
                    <ns1:pt x="22" y="196"/>
                    <ns1:pt x="22" y="196"/>
                  </ns1:cubicBezTo>
                  <ns1:cubicBezTo>
                    <ns1:pt x="19" y="196"/>
                    <ns1:pt x="16" y="193"/>
                    <ns1:pt x="16" y="190"/>
                  </ns1:cubicBezTo>
                  <ns1:cubicBezTo>
                    <ns1:pt x="16" y="22"/>
                    <ns1:pt x="16" y="22"/>
                    <ns1:pt x="16" y="22"/>
                  </ns1:cubicBezTo>
                  <ns1:cubicBezTo>
                    <ns1:pt x="16" y="19"/>
                    <ns1:pt x="19" y="16"/>
                    <ns1:pt x="22" y="16"/>
                  </ns1:cubicBezTo>
                  <ns1:cubicBezTo>
                    <ns1:pt x="239" y="16"/>
                    <ns1:pt x="239" y="16"/>
                    <ns1:pt x="239" y="16"/>
                  </ns1:cubicBezTo>
                  <ns1:cubicBezTo>
                    <ns1:pt x="242" y="16"/>
                    <ns1:pt x="245" y="19"/>
                    <ns1:pt x="245" y="22"/>
                  </ns1:cubicBezTo>
                  <ns1:lnTo>
                    <ns1:pt x="245" y="190"/>
                  </ns1:ln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54" name="Freeform 25"/>
            <ns0:cNvSpPr>
              <ns1:spLocks noEditPoints="1"/>
            </ns0:cNvSpPr>
            <ns0:nvPr/>
          </ns0:nvSpPr>
          <ns0:spPr bwMode="auto">
            <ns1:xfrm>
              <ns1:off x="10879138" y="342901"/>
              <ns1:ext cx="741363" cy="498475"/>
            </ns1:xfrm>
            <ns1:custGeom>
              <ns1:avLst/>
              <ns1:gdLst>
                <ns1:gd name="T0" fmla="*/ 182 w 195"/>
                <ns1:gd name="T1" fmla="*/ 0 h 131"/>
                <ns1:gd name="T2" fmla="*/ 13 w 195"/>
                <ns1:gd name="T3" fmla="*/ 0 h 131"/>
                <ns1:gd name="T4" fmla="*/ 0 w 195"/>
                <ns1:gd name="T5" fmla="*/ 14 h 131"/>
                <ns1:gd name="T6" fmla="*/ 0 w 195"/>
                <ns1:gd name="T7" fmla="*/ 117 h 131"/>
                <ns1:gd name="T8" fmla="*/ 13 w 195"/>
                <ns1:gd name="T9" fmla="*/ 131 h 131"/>
                <ns1:gd name="T10" fmla="*/ 182 w 195"/>
                <ns1:gd name="T11" fmla="*/ 131 h 131"/>
                <ns1:gd name="T12" fmla="*/ 195 w 195"/>
                <ns1:gd name="T13" fmla="*/ 117 h 131"/>
                <ns1:gd name="T14" fmla="*/ 195 w 195"/>
                <ns1:gd name="T15" fmla="*/ 14 h 131"/>
                <ns1:gd name="T16" fmla="*/ 182 w 195"/>
                <ns1:gd name="T17" fmla="*/ 0 h 131"/>
                <ns1:gd name="T18" fmla="*/ 13 w 195"/>
                <ns1:gd name="T19" fmla="*/ 9 h 131"/>
                <ns1:gd name="T20" fmla="*/ 182 w 195"/>
                <ns1:gd name="T21" fmla="*/ 9 h 131"/>
                <ns1:gd name="T22" fmla="*/ 187 w 195"/>
                <ns1:gd name="T23" fmla="*/ 14 h 131"/>
                <ns1:gd name="T24" fmla="*/ 187 w 195"/>
                <ns1:gd name="T25" fmla="*/ 48 h 131"/>
                <ns1:gd name="T26" fmla="*/ 154 w 195"/>
                <ns1:gd name="T27" fmla="*/ 85 h 131"/>
                <ns1:gd name="T28" fmla="*/ 125 w 195"/>
                <ns1:gd name="T29" fmla="*/ 47 h 131"/>
                <ns1:gd name="T30" fmla="*/ 122 w 195"/>
                <ns1:gd name="T31" fmla="*/ 45 h 131"/>
                <ns1:gd name="T32" fmla="*/ 119 w 195"/>
                <ns1:gd name="T33" fmla="*/ 47 h 131"/>
                <ns1:gd name="T34" fmla="*/ 81 w 195"/>
                <ns1:gd name="T35" fmla="*/ 100 h 131"/>
                <ns1:gd name="T36" fmla="*/ 51 w 195"/>
                <ns1:gd name="T37" fmla="*/ 71 h 131"/>
                <ns1:gd name="T38" fmla="*/ 46 w 195"/>
                <ns1:gd name="T39" fmla="*/ 71 h 131"/>
                <ns1:gd name="T40" fmla="*/ 8 w 195"/>
                <ns1:gd name="T41" fmla="*/ 105 h 131"/>
                <ns1:gd name="T42" fmla="*/ 8 w 195"/>
                <ns1:gd name="T43" fmla="*/ 14 h 131"/>
                <ns1:gd name="T44" fmla="*/ 13 w 195"/>
                <ns1:gd name="T45" fmla="*/ 9 h 131"/>
                <ns1:gd name="T46" fmla="*/ 182 w 195"/>
                <ns1:gd name="T47" fmla="*/ 123 h 131"/>
                <ns1:gd name="T48" fmla="*/ 13 w 195"/>
                <ns1:gd name="T49" fmla="*/ 123 h 131"/>
                <ns1:gd name="T50" fmla="*/ 8 w 195"/>
                <ns1:gd name="T51" fmla="*/ 117 h 131"/>
                <ns1:gd name="T52" fmla="*/ 8 w 195"/>
                <ns1:gd name="T53" fmla="*/ 116 h 131"/>
                <ns1:gd name="T54" fmla="*/ 48 w 195"/>
                <ns1:gd name="T55" fmla="*/ 79 h 131"/>
                <ns1:gd name="T56" fmla="*/ 78 w 195"/>
                <ns1:gd name="T57" fmla="*/ 109 h 131"/>
                <ns1:gd name="T58" fmla="*/ 82 w 195"/>
                <ns1:gd name="T59" fmla="*/ 110 h 131"/>
                <ns1:gd name="T60" fmla="*/ 85 w 195"/>
                <ns1:gd name="T61" fmla="*/ 109 h 131"/>
                <ns1:gd name="T62" fmla="*/ 122 w 195"/>
                <ns1:gd name="T63" fmla="*/ 56 h 131"/>
                <ns1:gd name="T64" fmla="*/ 151 w 195"/>
                <ns1:gd name="T65" fmla="*/ 94 h 131"/>
                <ns1:gd name="T66" fmla="*/ 154 w 195"/>
                <ns1:gd name="T67" fmla="*/ 95 h 131"/>
                <ns1:gd name="T68" fmla="*/ 157 w 195"/>
                <ns1:gd name="T69" fmla="*/ 94 h 131"/>
                <ns1:gd name="T70" fmla="*/ 187 w 195"/>
                <ns1:gd name="T71" fmla="*/ 60 h 131"/>
                <ns1:gd name="T72" fmla="*/ 187 w 195"/>
                <ns1:gd name="T73" fmla="*/ 117 h 131"/>
                <ns1:gd name="T74" fmla="*/ 182 w 195"/>
                <ns1:gd name="T75" fmla="*/ 123 h 131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  <ns1:cxn ang="0">
                  <ns1:pos x="T30" y="T31"/>
                </ns1:cxn>
                <ns1:cxn ang="0">
                  <ns1:pos x="T32" y="T33"/>
                </ns1:cxn>
                <ns1:cxn ang="0">
                  <ns1:pos x="T34" y="T35"/>
                </ns1:cxn>
                <ns1:cxn ang="0">
                  <ns1:pos x="T36" y="T37"/>
                </ns1:cxn>
                <ns1:cxn ang="0">
                  <ns1:pos x="T38" y="T39"/>
                </ns1:cxn>
                <ns1:cxn ang="0">
                  <ns1:pos x="T40" y="T41"/>
                </ns1:cxn>
                <ns1:cxn ang="0">
                  <ns1:pos x="T42" y="T43"/>
                </ns1:cxn>
                <ns1:cxn ang="0">
                  <ns1:pos x="T44" y="T45"/>
                </ns1:cxn>
                <ns1:cxn ang="0">
                  <ns1:pos x="T46" y="T47"/>
                </ns1:cxn>
                <ns1:cxn ang="0">
                  <ns1:pos x="T48" y="T49"/>
                </ns1:cxn>
                <ns1:cxn ang="0">
                  <ns1:pos x="T50" y="T51"/>
                </ns1:cxn>
                <ns1:cxn ang="0">
                  <ns1:pos x="T52" y="T53"/>
                </ns1:cxn>
                <ns1:cxn ang="0">
                  <ns1:pos x="T54" y="T55"/>
                </ns1:cxn>
                <ns1:cxn ang="0">
                  <ns1:pos x="T56" y="T57"/>
                </ns1:cxn>
                <ns1:cxn ang="0">
                  <ns1:pos x="T58" y="T59"/>
                </ns1:cxn>
                <ns1:cxn ang="0">
                  <ns1:pos x="T60" y="T61"/>
                </ns1:cxn>
                <ns1:cxn ang="0">
                  <ns1:pos x="T62" y="T63"/>
                </ns1:cxn>
                <ns1:cxn ang="0">
                  <ns1:pos x="T64" y="T65"/>
                </ns1:cxn>
                <ns1:cxn ang="0">
                  <ns1:pos x="T66" y="T67"/>
                </ns1:cxn>
                <ns1:cxn ang="0">
                  <ns1:pos x="T68" y="T69"/>
                </ns1:cxn>
                <ns1:cxn ang="0">
                  <ns1:pos x="T70" y="T71"/>
                </ns1:cxn>
                <ns1:cxn ang="0">
                  <ns1:pos x="T72" y="T73"/>
                </ns1:cxn>
                <ns1:cxn ang="0">
                  <ns1:pos x="T74" y="T75"/>
                </ns1:cxn>
              </ns1:cxnLst>
              <ns1:rect l="0" t="0" r="r" b="b"/>
              <ns1:pathLst>
                <ns1:path w="195" h="131">
                  <ns1:moveTo>
                    <ns1:pt x="182" y="0"/>
                  </ns1:moveTo>
                  <ns1:cubicBezTo>
                    <ns1:pt x="13" y="0"/>
                    <ns1:pt x="13" y="0"/>
                    <ns1:pt x="13" y="0"/>
                  </ns1:cubicBezTo>
                  <ns1:cubicBezTo>
                    <ns1:pt x="6" y="0"/>
                    <ns1:pt x="0" y="7"/>
                    <ns1:pt x="0" y="14"/>
                  </ns1:cubicBezTo>
                  <ns1:cubicBezTo>
                    <ns1:pt x="0" y="117"/>
                    <ns1:pt x="0" y="117"/>
                    <ns1:pt x="0" y="117"/>
                  </ns1:cubicBezTo>
                  <ns1:cubicBezTo>
                    <ns1:pt x="0" y="125"/>
                    <ns1:pt x="6" y="131"/>
                    <ns1:pt x="13" y="131"/>
                  </ns1:cubicBezTo>
                  <ns1:cubicBezTo>
                    <ns1:pt x="182" y="131"/>
                    <ns1:pt x="182" y="131"/>
                    <ns1:pt x="182" y="131"/>
                  </ns1:cubicBezTo>
                  <ns1:cubicBezTo>
                    <ns1:pt x="189" y="131"/>
                    <ns1:pt x="195" y="125"/>
                    <ns1:pt x="195" y="117"/>
                  </ns1:cubicBezTo>
                  <ns1:cubicBezTo>
                    <ns1:pt x="195" y="14"/>
                    <ns1:pt x="195" y="14"/>
                    <ns1:pt x="195" y="14"/>
                  </ns1:cubicBezTo>
                  <ns1:cubicBezTo>
                    <ns1:pt x="195" y="7"/>
                    <ns1:pt x="189" y="0"/>
                    <ns1:pt x="182" y="0"/>
                  </ns1:cubicBezTo>
                  <ns1:close/>
                  <ns1:moveTo>
                    <ns1:pt x="13" y="9"/>
                  </ns1:moveTo>
                  <ns1:cubicBezTo>
                    <ns1:pt x="182" y="9"/>
                    <ns1:pt x="182" y="9"/>
                    <ns1:pt x="182" y="9"/>
                  </ns1:cubicBezTo>
                  <ns1:cubicBezTo>
                    <ns1:pt x="185" y="9"/>
                    <ns1:pt x="187" y="11"/>
                    <ns1:pt x="187" y="14"/>
                  </ns1:cubicBezTo>
                  <ns1:cubicBezTo>
                    <ns1:pt x="187" y="48"/>
                    <ns1:pt x="187" y="48"/>
                    <ns1:pt x="187" y="48"/>
                  </ns1:cubicBezTo>
                  <ns1:cubicBezTo>
                    <ns1:pt x="154" y="85"/>
                    <ns1:pt x="154" y="85"/>
                    <ns1:pt x="154" y="85"/>
                  </ns1:cubicBezTo>
                  <ns1:cubicBezTo>
                    <ns1:pt x="125" y="47"/>
                    <ns1:pt x="125" y="47"/>
                    <ns1:pt x="125" y="47"/>
                  </ns1:cubicBezTo>
                  <ns1:cubicBezTo>
                    <ns1:pt x="124" y="46"/>
                    <ns1:pt x="123" y="45"/>
                    <ns1:pt x="122" y="45"/>
                  </ns1:cubicBezTo>
                  <ns1:cubicBezTo>
                    <ns1:pt x="121" y="45"/>
                    <ns1:pt x="119" y="46"/>
                    <ns1:pt x="119" y="47"/>
                  </ns1:cubicBezTo>
                  <ns1:cubicBezTo>
                    <ns1:pt x="81" y="100"/>
                    <ns1:pt x="81" y="100"/>
                    <ns1:pt x="81" y="100"/>
                  </ns1:cubicBezTo>
                  <ns1:cubicBezTo>
                    <ns1:pt x="51" y="71"/>
                    <ns1:pt x="51" y="71"/>
                    <ns1:pt x="51" y="71"/>
                  </ns1:cubicBezTo>
                  <ns1:cubicBezTo>
                    <ns1:pt x="50" y="69"/>
                    <ns1:pt x="47" y="69"/>
                    <ns1:pt x="46" y="71"/>
                  </ns1:cubicBezTo>
                  <ns1:cubicBezTo>
                    <ns1:pt x="8" y="105"/>
                    <ns1:pt x="8" y="105"/>
                    <ns1:pt x="8" y="105"/>
                  </ns1:cubicBezTo>
                  <ns1:cubicBezTo>
                    <ns1:pt x="8" y="14"/>
                    <ns1:pt x="8" y="14"/>
                    <ns1:pt x="8" y="14"/>
                  </ns1:cubicBezTo>
                  <ns1:cubicBezTo>
                    <ns1:pt x="8" y="11"/>
                    <ns1:pt x="10" y="9"/>
                    <ns1:pt x="13" y="9"/>
                  </ns1:cubicBezTo>
                  <ns1:close/>
                  <ns1:moveTo>
                    <ns1:pt x="182" y="123"/>
                  </ns1:moveTo>
                  <ns1:cubicBezTo>
                    <ns1:pt x="13" y="123"/>
                    <ns1:pt x="13" y="123"/>
                    <ns1:pt x="13" y="123"/>
                  </ns1:cubicBezTo>
                  <ns1:cubicBezTo>
                    <ns1:pt x="10" y="123"/>
                    <ns1:pt x="8" y="120"/>
                    <ns1:pt x="8" y="117"/>
                  </ns1:cubicBezTo>
                  <ns1:cubicBezTo>
                    <ns1:pt x="8" y="116"/>
                    <ns1:pt x="8" y="116"/>
                    <ns1:pt x="8" y="116"/>
                  </ns1:cubicBezTo>
                  <ns1:cubicBezTo>
                    <ns1:pt x="48" y="79"/>
                    <ns1:pt x="48" y="79"/>
                    <ns1:pt x="48" y="79"/>
                  </ns1:cubicBezTo>
                  <ns1:cubicBezTo>
                    <ns1:pt x="78" y="109"/>
                    <ns1:pt x="78" y="109"/>
                    <ns1:pt x="78" y="109"/>
                  </ns1:cubicBezTo>
                  <ns1:cubicBezTo>
                    <ns1:pt x="79" y="110"/>
                    <ns1:pt x="80" y="111"/>
                    <ns1:pt x="82" y="110"/>
                  </ns1:cubicBezTo>
                  <ns1:cubicBezTo>
                    <ns1:pt x="83" y="110"/>
                    <ns1:pt x="84" y="110"/>
                    <ns1:pt x="85" y="109"/>
                  </ns1:cubicBezTo>
                  <ns1:cubicBezTo>
                    <ns1:pt x="122" y="56"/>
                    <ns1:pt x="122" y="56"/>
                    <ns1:pt x="122" y="56"/>
                  </ns1:cubicBezTo>
                  <ns1:cubicBezTo>
                    <ns1:pt x="151" y="94"/>
                    <ns1:pt x="151" y="94"/>
                    <ns1:pt x="151" y="94"/>
                  </ns1:cubicBezTo>
                  <ns1:cubicBezTo>
                    <ns1:pt x="152" y="95"/>
                    <ns1:pt x="153" y="95"/>
                    <ns1:pt x="154" y="95"/>
                  </ns1:cubicBezTo>
                  <ns1:cubicBezTo>
                    <ns1:pt x="155" y="95"/>
                    <ns1:pt x="156" y="95"/>
                    <ns1:pt x="157" y="94"/>
                  </ns1:cubicBezTo>
                  <ns1:cubicBezTo>
                    <ns1:pt x="187" y="60"/>
                    <ns1:pt x="187" y="60"/>
                    <ns1:pt x="187" y="60"/>
                  </ns1:cubicBezTo>
                  <ns1:cubicBezTo>
                    <ns1:pt x="187" y="117"/>
                    <ns1:pt x="187" y="117"/>
                    <ns1:pt x="187" y="117"/>
                  </ns1:cubicBezTo>
                  <ns1:cubicBezTo>
                    <ns1:pt x="187" y="120"/>
                    <ns1:pt x="185" y="123"/>
                    <ns1:pt x="182" y="123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55" name="Freeform 26"/>
            <ns0:cNvSpPr>
              <ns1:spLocks noEditPoints="1"/>
            </ns0:cNvSpPr>
            <ns0:nvPr/>
          </ns0:nvSpPr>
          <ns0:spPr bwMode="auto">
            <ns1:xfrm>
              <ns1:off x="11202988" y="855663"/>
              <ns1:ext cx="93663" cy="92075"/>
            </ns1:xfrm>
            <ns1:custGeom>
              <ns1:avLst/>
              <ns1:gdLst>
                <ns1:gd name="T0" fmla="*/ 13 w 25"/>
                <ns1:gd name="T1" fmla="*/ 0 h 24"/>
                <ns1:gd name="T2" fmla="*/ 0 w 25"/>
                <ns1:gd name="T3" fmla="*/ 12 h 24"/>
                <ns1:gd name="T4" fmla="*/ 13 w 25"/>
                <ns1:gd name="T5" fmla="*/ 24 h 24"/>
                <ns1:gd name="T6" fmla="*/ 25 w 25"/>
                <ns1:gd name="T7" fmla="*/ 12 h 24"/>
                <ns1:gd name="T8" fmla="*/ 13 w 25"/>
                <ns1:gd name="T9" fmla="*/ 0 h 24"/>
                <ns1:gd name="T10" fmla="*/ 13 w 25"/>
                <ns1:gd name="T11" fmla="*/ 16 h 24"/>
                <ns1:gd name="T12" fmla="*/ 8 w 25"/>
                <ns1:gd name="T13" fmla="*/ 12 h 24"/>
                <ns1:gd name="T14" fmla="*/ 13 w 25"/>
                <ns1:gd name="T15" fmla="*/ 8 h 24"/>
                <ns1:gd name="T16" fmla="*/ 17 w 25"/>
                <ns1:gd name="T17" fmla="*/ 12 h 24"/>
                <ns1:gd name="T18" fmla="*/ 13 w 25"/>
                <ns1:gd name="T19" fmla="*/ 16 h 24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</ns1:cxnLst>
              <ns1:rect l="0" t="0" r="r" b="b"/>
              <ns1:pathLst>
                <ns1:path w="25" h="24">
                  <ns1:moveTo>
                    <ns1:pt x="13" y="0"/>
                  </ns1:moveTo>
                  <ns1:cubicBezTo>
                    <ns1:pt x="6" y="0"/>
                    <ns1:pt x="0" y="5"/>
                    <ns1:pt x="0" y="12"/>
                  </ns1:cubicBezTo>
                  <ns1:cubicBezTo>
                    <ns1:pt x="0" y="19"/>
                    <ns1:pt x="6" y="24"/>
                    <ns1:pt x="13" y="24"/>
                  </ns1:cubicBezTo>
                  <ns1:cubicBezTo>
                    <ns1:pt x="19" y="24"/>
                    <ns1:pt x="25" y="19"/>
                    <ns1:pt x="25" y="12"/>
                  </ns1:cubicBezTo>
                  <ns1:cubicBezTo>
                    <ns1:pt x="25" y="5"/>
                    <ns1:pt x="19" y="0"/>
                    <ns1:pt x="13" y="0"/>
                  </ns1:cubicBezTo>
                  <ns1:close/>
                  <ns1:moveTo>
                    <ns1:pt x="13" y="16"/>
                  </ns1:moveTo>
                  <ns1:cubicBezTo>
                    <ns1:pt x="10" y="16"/>
                    <ns1:pt x="8" y="14"/>
                    <ns1:pt x="8" y="12"/>
                  </ns1:cubicBezTo>
                  <ns1:cubicBezTo>
                    <ns1:pt x="8" y="10"/>
                    <ns1:pt x="10" y="8"/>
                    <ns1:pt x="13" y="8"/>
                  </ns1:cubicBezTo>
                  <ns1:cubicBezTo>
                    <ns1:pt x="15" y="8"/>
                    <ns1:pt x="17" y="10"/>
                    <ns1:pt x="17" y="12"/>
                  </ns1:cubicBezTo>
                  <ns1:cubicBezTo>
                    <ns1:pt x="17" y="14"/>
                    <ns1:pt x="15" y="16"/>
                    <ns1:pt x="13" y="16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</ns0:grpSp>
      <ns0:grpSp>
        <ns0:nvGrpSpPr>
          <ns0:cNvPr id="56" name="Group 55"/>
          <ns0:cNvGrpSpPr/>
          <ns0:nvPr/>
        </ns0:nvGrpSpPr>
        <ns0:grpSpPr>
          <ns1:xfrm>
            <ns1:off x="2179046" y="372528"/>
            <ns1:ext cx="473688" cy="379101"/>
            <ns1:chOff x="10755313" y="4014788"/>
            <ns1:chExt cx="1001712" cy="801688"/>
          </ns1:xfrm>
          <ns1:solidFill>
            <ns1:schemeClr val="tx1"/>
          </ns1:solidFill>
        </ns0:grpSpPr>
        <ns0:sp>
          <ns0:nvSpPr>
            <ns0:cNvPr id="57" name="Freeform 30"/>
            <ns0:cNvSpPr>
              <ns1:spLocks/>
            </ns0:cNvSpPr>
            <ns0:nvPr/>
          </ns0:nvSpPr>
          <ns0:spPr bwMode="auto">
            <ns1:xfrm>
              <ns1:off x="10755313" y="4014788"/>
              <ns1:ext cx="1001712" cy="669925"/>
            </ns1:xfrm>
            <ns1:custGeom>
              <ns1:avLst/>
              <ns1:gdLst>
                <ns1:gd name="T0" fmla="*/ 193 w 264"/>
                <ns1:gd name="T1" fmla="*/ 176 h 176"/>
                <ns1:gd name="T2" fmla="*/ 184 w 264"/>
                <ns1:gd name="T3" fmla="*/ 167 h 176"/>
                <ns1:gd name="T4" fmla="*/ 193 w 264"/>
                <ns1:gd name="T5" fmla="*/ 159 h 176"/>
                <ns1:gd name="T6" fmla="*/ 211 w 264"/>
                <ns1:gd name="T7" fmla="*/ 158 h 176"/>
                <ns1:gd name="T8" fmla="*/ 212 w 264"/>
                <ns1:gd name="T9" fmla="*/ 158 h 176"/>
                <ns1:gd name="T10" fmla="*/ 212 w 264"/>
                <ns1:gd name="T11" fmla="*/ 158 h 176"/>
                <ns1:gd name="T12" fmla="*/ 246 w 264"/>
                <ns1:gd name="T13" fmla="*/ 123 h 176"/>
                <ns1:gd name="T14" fmla="*/ 211 w 264"/>
                <ns1:gd name="T15" fmla="*/ 88 h 176"/>
                <ns1:gd name="T16" fmla="*/ 203 w 264"/>
                <ns1:gd name="T17" fmla="*/ 89 h 176"/>
                <ns1:gd name="T18" fmla="*/ 195 w 264"/>
                <ns1:gd name="T19" fmla="*/ 87 h 176"/>
                <ns1:gd name="T20" fmla="*/ 193 w 264"/>
                <ns1:gd name="T21" fmla="*/ 79 h 176"/>
                <ns1:gd name="T22" fmla="*/ 194 w 264"/>
                <ns1:gd name="T23" fmla="*/ 70 h 176"/>
                <ns1:gd name="T24" fmla="*/ 141 w 264"/>
                <ns1:gd name="T25" fmla="*/ 18 h 176"/>
                <ns1:gd name="T26" fmla="*/ 88 w 264"/>
                <ns1:gd name="T27" fmla="*/ 66 h 176"/>
                <ns1:gd name="T28" fmla="*/ 84 w 264"/>
                <ns1:gd name="T29" fmla="*/ 72 h 176"/>
                <ns1:gd name="T30" fmla="*/ 77 w 264"/>
                <ns1:gd name="T31" fmla="*/ 73 h 176"/>
                <ns1:gd name="T32" fmla="*/ 62 w 264"/>
                <ns1:gd name="T33" fmla="*/ 70 h 176"/>
                <ns1:gd name="T34" fmla="*/ 18 w 264"/>
                <ns1:gd name="T35" fmla="*/ 114 h 176"/>
                <ns1:gd name="T36" fmla="*/ 60 w 264"/>
                <ns1:gd name="T37" fmla="*/ 158 h 176"/>
                <ns1:gd name="T38" fmla="*/ 61 w 264"/>
                <ns1:gd name="T39" fmla="*/ 158 h 176"/>
                <ns1:gd name="T40" fmla="*/ 65 w 264"/>
                <ns1:gd name="T41" fmla="*/ 159 h 176"/>
                <ns1:gd name="T42" fmla="*/ 80 w 264"/>
                <ns1:gd name="T43" fmla="*/ 159 h 176"/>
                <ns1:gd name="T44" fmla="*/ 88 w 264"/>
                <ns1:gd name="T45" fmla="*/ 167 h 176"/>
                <ns1:gd name="T46" fmla="*/ 80 w 264"/>
                <ns1:gd name="T47" fmla="*/ 176 h 176"/>
                <ns1:gd name="T48" fmla="*/ 63 w 264"/>
                <ns1:gd name="T49" fmla="*/ 176 h 176"/>
                <ns1:gd name="T50" fmla="*/ 62 w 264"/>
                <ns1:gd name="T51" fmla="*/ 176 h 176"/>
                <ns1:gd name="T52" fmla="*/ 0 w 264"/>
                <ns1:gd name="T53" fmla="*/ 114 h 176"/>
                <ns1:gd name="T54" fmla="*/ 62 w 264"/>
                <ns1:gd name="T55" fmla="*/ 53 h 176"/>
                <ns1:gd name="T56" fmla="*/ 73 w 264"/>
                <ns1:gd name="T57" fmla="*/ 54 h 176"/>
                <ns1:gd name="T58" fmla="*/ 141 w 264"/>
                <ns1:gd name="T59" fmla="*/ 0 h 176"/>
                <ns1:gd name="T60" fmla="*/ 211 w 264"/>
                <ns1:gd name="T61" fmla="*/ 70 h 176"/>
                <ns1:gd name="T62" fmla="*/ 211 w 264"/>
                <ns1:gd name="T63" fmla="*/ 70 h 176"/>
                <ns1:gd name="T64" fmla="*/ 211 w 264"/>
                <ns1:gd name="T65" fmla="*/ 70 h 176"/>
                <ns1:gd name="T66" fmla="*/ 264 w 264"/>
                <ns1:gd name="T67" fmla="*/ 123 h 176"/>
                <ns1:gd name="T68" fmla="*/ 211 w 264"/>
                <ns1:gd name="T69" fmla="*/ 176 h 176"/>
                <ns1:gd name="T70" fmla="*/ 210 w 264"/>
                <ns1:gd name="T71" fmla="*/ 176 h 176"/>
                <ns1:gd name="T72" fmla="*/ 193 w 264"/>
                <ns1:gd name="T73" fmla="*/ 176 h 176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  <ns1:cxn ang="0">
                  <ns1:pos x="T30" y="T31"/>
                </ns1:cxn>
                <ns1:cxn ang="0">
                  <ns1:pos x="T32" y="T33"/>
                </ns1:cxn>
                <ns1:cxn ang="0">
                  <ns1:pos x="T34" y="T35"/>
                </ns1:cxn>
                <ns1:cxn ang="0">
                  <ns1:pos x="T36" y="T37"/>
                </ns1:cxn>
                <ns1:cxn ang="0">
                  <ns1:pos x="T38" y="T39"/>
                </ns1:cxn>
                <ns1:cxn ang="0">
                  <ns1:pos x="T40" y="T41"/>
                </ns1:cxn>
                <ns1:cxn ang="0">
                  <ns1:pos x="T42" y="T43"/>
                </ns1:cxn>
                <ns1:cxn ang="0">
                  <ns1:pos x="T44" y="T45"/>
                </ns1:cxn>
                <ns1:cxn ang="0">
                  <ns1:pos x="T46" y="T47"/>
                </ns1:cxn>
                <ns1:cxn ang="0">
                  <ns1:pos x="T48" y="T49"/>
                </ns1:cxn>
                <ns1:cxn ang="0">
                  <ns1:pos x="T50" y="T51"/>
                </ns1:cxn>
                <ns1:cxn ang="0">
                  <ns1:pos x="T52" y="T53"/>
                </ns1:cxn>
                <ns1:cxn ang="0">
                  <ns1:pos x="T54" y="T55"/>
                </ns1:cxn>
                <ns1:cxn ang="0">
                  <ns1:pos x="T56" y="T57"/>
                </ns1:cxn>
                <ns1:cxn ang="0">
                  <ns1:pos x="T58" y="T59"/>
                </ns1:cxn>
                <ns1:cxn ang="0">
                  <ns1:pos x="T60" y="T61"/>
                </ns1:cxn>
                <ns1:cxn ang="0">
                  <ns1:pos x="T62" y="T63"/>
                </ns1:cxn>
                <ns1:cxn ang="0">
                  <ns1:pos x="T64" y="T65"/>
                </ns1:cxn>
                <ns1:cxn ang="0">
                  <ns1:pos x="T66" y="T67"/>
                </ns1:cxn>
                <ns1:cxn ang="0">
                  <ns1:pos x="T68" y="T69"/>
                </ns1:cxn>
                <ns1:cxn ang="0">
                  <ns1:pos x="T70" y="T71"/>
                </ns1:cxn>
                <ns1:cxn ang="0">
                  <ns1:pos x="T72" y="T73"/>
                </ns1:cxn>
              </ns1:cxnLst>
              <ns1:rect l="0" t="0" r="r" b="b"/>
              <ns1:pathLst>
                <ns1:path w="264" h="176">
                  <ns1:moveTo>
                    <ns1:pt x="193" y="176"/>
                  </ns1:moveTo>
                  <ns1:cubicBezTo>
                    <ns1:pt x="188" y="176"/>
                    <ns1:pt x="184" y="172"/>
                    <ns1:pt x="184" y="167"/>
                  </ns1:cubicBezTo>
                  <ns1:cubicBezTo>
                    <ns1:pt x="184" y="162"/>
                    <ns1:pt x="188" y="159"/>
                    <ns1:pt x="193" y="159"/>
                  </ns1:cubicBezTo>
                  <ns1:cubicBezTo>
                    <ns1:pt x="211" y="158"/>
                    <ns1:pt x="211" y="158"/>
                    <ns1:pt x="211" y="158"/>
                  </ns1:cubicBezTo>
                  <ns1:cubicBezTo>
                    <ns1:pt x="211" y="158"/>
                    <ns1:pt x="212" y="158"/>
                    <ns1:pt x="212" y="158"/>
                  </ns1:cubicBezTo>
                  <ns1:cubicBezTo>
                    <ns1:pt x="212" y="158"/>
                    <ns1:pt x="212" y="158"/>
                    <ns1:pt x="212" y="158"/>
                  </ns1:cubicBezTo>
                  <ns1:cubicBezTo>
                    <ns1:pt x="231" y="158"/>
                    <ns1:pt x="246" y="142"/>
                    <ns1:pt x="246" y="123"/>
                  </ns1:cubicBezTo>
                  <ns1:cubicBezTo>
                    <ns1:pt x="246" y="104"/>
                    <ns1:pt x="231" y="88"/>
                    <ns1:pt x="211" y="88"/>
                  </ns1:cubicBezTo>
                  <ns1:cubicBezTo>
                    <ns1:pt x="209" y="88"/>
                    <ns1:pt x="206" y="88"/>
                    <ns1:pt x="203" y="89"/>
                  </ns1:cubicBezTo>
                  <ns1:cubicBezTo>
                    <ns1:pt x="201" y="90"/>
                    <ns1:pt x="198" y="89"/>
                    <ns1:pt x="195" y="87"/>
                  </ns1:cubicBezTo>
                  <ns1:cubicBezTo>
                    <ns1:pt x="193" y="85"/>
                    <ns1:pt x="192" y="82"/>
                    <ns1:pt x="193" y="79"/>
                  </ns1:cubicBezTo>
                  <ns1:cubicBezTo>
                    <ns1:pt x="193" y="76"/>
                    <ns1:pt x="194" y="73"/>
                    <ns1:pt x="194" y="70"/>
                  </ns1:cubicBezTo>
                  <ns1:cubicBezTo>
                    <ns1:pt x="194" y="41"/>
                    <ns1:pt x="170" y="18"/>
                    <ns1:pt x="141" y="18"/>
                  </ns1:cubicBezTo>
                  <ns1:cubicBezTo>
                    <ns1:pt x="113" y="18"/>
                    <ns1:pt x="91" y="38"/>
                    <ns1:pt x="88" y="66"/>
                  </ns1:cubicBezTo>
                  <ns1:cubicBezTo>
                    <ns1:pt x="88" y="68"/>
                    <ns1:pt x="87" y="71"/>
                    <ns1:pt x="84" y="72"/>
                  </ns1:cubicBezTo>
                  <ns1:cubicBezTo>
                    <ns1:pt x="82" y="74"/>
                    <ns1:pt x="79" y="74"/>
                    <ns1:pt x="77" y="73"/>
                  </ns1:cubicBezTo>
                  <ns1:cubicBezTo>
                    <ns1:pt x="71" y="71"/>
                    <ns1:pt x="67" y="70"/>
                    <ns1:pt x="62" y="70"/>
                  </ns1:cubicBezTo>
                  <ns1:cubicBezTo>
                    <ns1:pt x="37" y="70"/>
                    <ns1:pt x="18" y="90"/>
                    <ns1:pt x="18" y="114"/>
                  </ns1:cubicBezTo>
                  <ns1:cubicBezTo>
                    <ns1:pt x="18" y="138"/>
                    <ns1:pt x="37" y="158"/>
                    <ns1:pt x="60" y="158"/>
                  </ns1:cubicBezTo>
                  <ns1:cubicBezTo>
                    <ns1:pt x="61" y="158"/>
                    <ns1:pt x="61" y="158"/>
                    <ns1:pt x="61" y="158"/>
                  </ns1:cubicBezTo>
                  <ns1:cubicBezTo>
                    <ns1:pt x="65" y="159"/>
                    <ns1:pt x="65" y="159"/>
                    <ns1:pt x="65" y="159"/>
                  </ns1:cubicBezTo>
                  <ns1:cubicBezTo>
                    <ns1:pt x="80" y="159"/>
                    <ns1:pt x="80" y="159"/>
                    <ns1:pt x="80" y="159"/>
                  </ns1:cubicBezTo>
                  <ns1:cubicBezTo>
                    <ns1:pt x="85" y="159"/>
                    <ns1:pt x="88" y="162"/>
                    <ns1:pt x="88" y="167"/>
                  </ns1:cubicBezTo>
                  <ns1:cubicBezTo>
                    <ns1:pt x="88" y="172"/>
                    <ns1:pt x="85" y="176"/>
                    <ns1:pt x="80" y="176"/>
                  </ns1:cubicBezTo>
                  <ns1:cubicBezTo>
                    <ns1:pt x="63" y="176"/>
                    <ns1:pt x="63" y="176"/>
                    <ns1:pt x="63" y="176"/>
                  </ns1:cubicBezTo>
                  <ns1:cubicBezTo>
                    <ns1:pt x="62" y="176"/>
                    <ns1:pt x="62" y="176"/>
                    <ns1:pt x="62" y="176"/>
                  </ns1:cubicBezTo>
                  <ns1:cubicBezTo>
                    <ns1:pt x="28" y="176"/>
                    <ns1:pt x="0" y="148"/>
                    <ns1:pt x="0" y="114"/>
                  </ns1:cubicBezTo>
                  <ns1:cubicBezTo>
                    <ns1:pt x="0" y="80"/>
                    <ns1:pt x="28" y="53"/>
                    <ns1:pt x="62" y="53"/>
                  </ns1:cubicBezTo>
                  <ns1:cubicBezTo>
                    <ns1:pt x="65" y="53"/>
                    <ns1:pt x="69" y="53"/>
                    <ns1:pt x="73" y="54"/>
                  </ns1:cubicBezTo>
                  <ns1:cubicBezTo>
                    <ns1:pt x="80" y="23"/>
                    <ns1:pt x="108" y="0"/>
                    <ns1:pt x="141" y="0"/>
                  </ns1:cubicBezTo>
                  <ns1:cubicBezTo>
                    <ns1:pt x="180" y="0"/>
                    <ns1:pt x="211" y="32"/>
                    <ns1:pt x="211" y="70"/>
                  </ns1:cubicBezTo>
                  <ns1:cubicBezTo>
                    <ns1:pt x="211" y="70"/>
                    <ns1:pt x="211" y="70"/>
                    <ns1:pt x="211" y="70"/>
                  </ns1:cubicBezTo>
                  <ns1:cubicBezTo>
                    <ns1:pt x="211" y="70"/>
                    <ns1:pt x="211" y="70"/>
                    <ns1:pt x="211" y="70"/>
                  </ns1:cubicBezTo>
                  <ns1:cubicBezTo>
                    <ns1:pt x="240" y="70"/>
                    <ns1:pt x="264" y="94"/>
                    <ns1:pt x="264" y="123"/>
                  </ns1:cubicBezTo>
                  <ns1:cubicBezTo>
                    <ns1:pt x="264" y="152"/>
                    <ns1:pt x="240" y="176"/>
                    <ns1:pt x="211" y="176"/>
                  </ns1:cubicBezTo>
                  <ns1:cubicBezTo>
                    <ns1:pt x="211" y="176"/>
                    <ns1:pt x="211" y="176"/>
                    <ns1:pt x="210" y="176"/>
                  </ns1:cubicBezTo>
                  <ns1:lnTo>
                    <ns1:pt x="193" y="176"/>
                  </ns1:ln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58" name="Freeform 31"/>
            <ns0:cNvSpPr>
              <ns1:spLocks/>
            </ns0:cNvSpPr>
            <ns0:nvPr/>
          </ns0:nvSpPr>
          <ns0:spPr bwMode="auto">
            <ns1:xfrm>
              <ns1:off x="11122025" y="4251326"/>
              <ns1:ext cx="334962" cy="565150"/>
            </ns1:xfrm>
            <ns1:custGeom>
              <ns1:avLst/>
              <ns1:gdLst>
                <ns1:gd name="T0" fmla="*/ 211 w 211"/>
                <ns1:gd name="T1" fmla="*/ 146 h 356"/>
                <ns1:gd name="T2" fmla="*/ 127 w 211"/>
                <ns1:gd name="T3" fmla="*/ 146 h 356"/>
                <ns1:gd name="T4" fmla="*/ 127 w 211"/>
                <ns1:gd name="T5" fmla="*/ 0 h 356"/>
                <ns1:gd name="T6" fmla="*/ 0 w 211"/>
                <ns1:gd name="T7" fmla="*/ 210 h 356"/>
                <ns1:gd name="T8" fmla="*/ 84 w 211"/>
                <ns1:gd name="T9" fmla="*/ 210 h 356"/>
                <ns1:gd name="T10" fmla="*/ 84 w 211"/>
                <ns1:gd name="T11" fmla="*/ 356 h 356"/>
                <ns1:gd name="T12" fmla="*/ 211 w 211"/>
                <ns1:gd name="T13" fmla="*/ 146 h 356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</ns1:cxnLst>
              <ns1:rect l="0" t="0" r="r" b="b"/>
              <ns1:pathLst>
                <ns1:path w="211" h="356">
                  <ns1:moveTo>
                    <ns1:pt x="211" y="146"/>
                  </ns1:moveTo>
                  <ns1:lnTo>
                    <ns1:pt x="127" y="146"/>
                  </ns1:lnTo>
                  <ns1:lnTo>
                    <ns1:pt x="127" y="0"/>
                  </ns1:lnTo>
                  <ns1:lnTo>
                    <ns1:pt x="0" y="210"/>
                  </ns1:lnTo>
                  <ns1:lnTo>
                    <ns1:pt x="84" y="210"/>
                  </ns1:lnTo>
                  <ns1:lnTo>
                    <ns1:pt x="84" y="356"/>
                  </ns1:lnTo>
                  <ns1:lnTo>
                    <ns1:pt x="211" y="146"/>
                  </ns1:ln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</ns0:grpSp>
      <ns0:sp>
        <ns0:nvSpPr>
          <ns0:cNvPr id="59" name="Freeform 53"/>
          <ns0:cNvSpPr>
            <ns1:spLocks noEditPoints="1"/>
          </ns0:cNvSpPr>
          <ns0:nvPr/>
        </ns0:nvSpPr>
        <ns0:spPr bwMode="auto">
          <ns1:xfrm>
            <ns1:off x="5228789" y="2023290"/>
            <ns1:ext cx="402747" cy="383101"/>
          </ns1:xfrm>
          <ns1:custGeom>
            <ns1:avLst/>
            <ns1:gdLst>
              <ns1:gd name="T0" fmla="*/ 96 w 122"/>
              <ns1:gd name="T1" fmla="*/ 116 h 116"/>
              <ns1:gd name="T2" fmla="*/ 94 w 122"/>
              <ns1:gd name="T3" fmla="*/ 116 h 116"/>
              <ns1:gd name="T4" fmla="*/ 61 w 122"/>
              <ns1:gd name="T5" fmla="*/ 100 h 116"/>
              <ns1:gd name="T6" fmla="*/ 28 w 122"/>
              <ns1:gd name="T7" fmla="*/ 116 h 116"/>
              <ns1:gd name="T8" fmla="*/ 24 w 122"/>
              <ns1:gd name="T9" fmla="*/ 115 h 116"/>
              <ns1:gd name="T10" fmla="*/ 22 w 122"/>
              <ns1:gd name="T11" fmla="*/ 111 h 116"/>
              <ns1:gd name="T12" fmla="*/ 27 w 122"/>
              <ns1:gd name="T13" fmla="*/ 75 h 116"/>
              <ns1:gd name="T14" fmla="*/ 2 w 122"/>
              <ns1:gd name="T15" fmla="*/ 48 h 116"/>
              <ns1:gd name="T16" fmla="*/ 1 w 122"/>
              <ns1:gd name="T17" fmla="*/ 44 h 116"/>
              <ns1:gd name="T18" fmla="*/ 4 w 122"/>
              <ns1:gd name="T19" fmla="*/ 41 h 116"/>
              <ns1:gd name="T20" fmla="*/ 40 w 122"/>
              <ns1:gd name="T21" fmla="*/ 34 h 116"/>
              <ns1:gd name="T22" fmla="*/ 57 w 122"/>
              <ns1:gd name="T23" fmla="*/ 2 h 116"/>
              <ns1:gd name="T24" fmla="*/ 65 w 122"/>
              <ns1:gd name="T25" fmla="*/ 2 h 116"/>
              <ns1:gd name="T26" fmla="*/ 82 w 122"/>
              <ns1:gd name="T27" fmla="*/ 34 h 116"/>
              <ns1:gd name="T28" fmla="*/ 118 w 122"/>
              <ns1:gd name="T29" fmla="*/ 41 h 116"/>
              <ns1:gd name="T30" fmla="*/ 121 w 122"/>
              <ns1:gd name="T31" fmla="*/ 44 h 116"/>
              <ns1:gd name="T32" fmla="*/ 120 w 122"/>
              <ns1:gd name="T33" fmla="*/ 48 h 116"/>
              <ns1:gd name="T34" fmla="*/ 95 w 122"/>
              <ns1:gd name="T35" fmla="*/ 75 h 116"/>
              <ns1:gd name="T36" fmla="*/ 100 w 122"/>
              <ns1:gd name="T37" fmla="*/ 111 h 116"/>
              <ns1:gd name="T38" fmla="*/ 98 w 122"/>
              <ns1:gd name="T39" fmla="*/ 115 h 116"/>
              <ns1:gd name="T40" fmla="*/ 96 w 122"/>
              <ns1:gd name="T41" fmla="*/ 116 h 116"/>
              <ns1:gd name="T42" fmla="*/ 61 w 122"/>
              <ns1:gd name="T43" fmla="*/ 92 h 116"/>
              <ns1:gd name="T44" fmla="*/ 63 w 122"/>
              <ns1:gd name="T45" fmla="*/ 92 h 116"/>
              <ns1:gd name="T46" fmla="*/ 91 w 122"/>
              <ns1:gd name="T47" fmla="*/ 105 h 116"/>
              <ns1:gd name="T48" fmla="*/ 87 w 122"/>
              <ns1:gd name="T49" fmla="*/ 74 h 116"/>
              <ns1:gd name="T50" fmla="*/ 88 w 122"/>
              <ns1:gd name="T51" fmla="*/ 71 h 116"/>
              <ns1:gd name="T52" fmla="*/ 109 w 122"/>
              <ns1:gd name="T53" fmla="*/ 48 h 116"/>
              <ns1:gd name="T54" fmla="*/ 79 w 122"/>
              <ns1:gd name="T55" fmla="*/ 42 h 116"/>
              <ns1:gd name="T56" fmla="*/ 76 w 122"/>
              <ns1:gd name="T57" fmla="*/ 40 h 116"/>
              <ns1:gd name="T58" fmla="*/ 61 w 122"/>
              <ns1:gd name="T59" fmla="*/ 12 h 116"/>
              <ns1:gd name="T60" fmla="*/ 46 w 122"/>
              <ns1:gd name="T61" fmla="*/ 40 h 116"/>
              <ns1:gd name="T62" fmla="*/ 43 w 122"/>
              <ns1:gd name="T63" fmla="*/ 42 h 116"/>
              <ns1:gd name="T64" fmla="*/ 13 w 122"/>
              <ns1:gd name="T65" fmla="*/ 48 h 116"/>
              <ns1:gd name="T66" fmla="*/ 34 w 122"/>
              <ns1:gd name="T67" fmla="*/ 71 h 116"/>
              <ns1:gd name="T68" fmla="*/ 35 w 122"/>
              <ns1:gd name="T69" fmla="*/ 74 h 116"/>
              <ns1:gd name="T70" fmla="*/ 31 w 122"/>
              <ns1:gd name="T71" fmla="*/ 105 h 116"/>
              <ns1:gd name="T72" fmla="*/ 59 w 122"/>
              <ns1:gd name="T73" fmla="*/ 92 h 116"/>
              <ns1:gd name="T74" fmla="*/ 61 w 122"/>
              <ns1:gd name="T75" fmla="*/ 92 h 116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  <ns1:cxn ang="0">
                <ns1:pos x="T32" y="T33"/>
              </ns1:cxn>
              <ns1:cxn ang="0">
                <ns1:pos x="T34" y="T35"/>
              </ns1:cxn>
              <ns1:cxn ang="0">
                <ns1:pos x="T36" y="T37"/>
              </ns1:cxn>
              <ns1:cxn ang="0">
                <ns1:pos x="T38" y="T39"/>
              </ns1:cxn>
              <ns1:cxn ang="0">
                <ns1:pos x="T40" y="T41"/>
              </ns1:cxn>
              <ns1:cxn ang="0">
                <ns1:pos x="T42" y="T43"/>
              </ns1:cxn>
              <ns1:cxn ang="0">
                <ns1:pos x="T44" y="T45"/>
              </ns1:cxn>
              <ns1:cxn ang="0">
                <ns1:pos x="T46" y="T47"/>
              </ns1:cxn>
              <ns1:cxn ang="0">
                <ns1:pos x="T48" y="T49"/>
              </ns1:cxn>
              <ns1:cxn ang="0">
                <ns1:pos x="T50" y="T51"/>
              </ns1:cxn>
              <ns1:cxn ang="0">
                <ns1:pos x="T52" y="T53"/>
              </ns1:cxn>
              <ns1:cxn ang="0">
                <ns1:pos x="T54" y="T55"/>
              </ns1:cxn>
              <ns1:cxn ang="0">
                <ns1:pos x="T56" y="T57"/>
              </ns1:cxn>
              <ns1:cxn ang="0">
                <ns1:pos x="T58" y="T59"/>
              </ns1:cxn>
              <ns1:cxn ang="0">
                <ns1:pos x="T60" y="T61"/>
              </ns1:cxn>
              <ns1:cxn ang="0">
                <ns1:pos x="T62" y="T63"/>
              </ns1:cxn>
              <ns1:cxn ang="0">
                <ns1:pos x="T64" y="T65"/>
              </ns1:cxn>
              <ns1:cxn ang="0">
                <ns1:pos x="T66" y="T67"/>
              </ns1:cxn>
              <ns1:cxn ang="0">
                <ns1:pos x="T68" y="T69"/>
              </ns1:cxn>
              <ns1:cxn ang="0">
                <ns1:pos x="T70" y="T71"/>
              </ns1:cxn>
              <ns1:cxn ang="0">
                <ns1:pos x="T72" y="T73"/>
              </ns1:cxn>
              <ns1:cxn ang="0">
                <ns1:pos x="T74" y="T75"/>
              </ns1:cxn>
            </ns1:cxnLst>
            <ns1:rect l="0" t="0" r="r" b="b"/>
            <ns1:pathLst>
              <ns1:path w="122" h="116">
                <ns1:moveTo>
                  <ns1:pt x="96" y="116"/>
                </ns1:moveTo>
                <ns1:cubicBezTo>
                  <ns1:pt x="95" y="116"/>
                  <ns1:pt x="95" y="116"/>
                  <ns1:pt x="94" y="116"/>
                </ns1:cubicBezTo>
                <ns1:cubicBezTo>
                  <ns1:pt x="61" y="100"/>
                  <ns1:pt x="61" y="100"/>
                  <ns1:pt x="61" y="100"/>
                </ns1:cubicBezTo>
                <ns1:cubicBezTo>
                  <ns1:pt x="28" y="116"/>
                  <ns1:pt x="28" y="116"/>
                  <ns1:pt x="28" y="116"/>
                </ns1:cubicBezTo>
                <ns1:cubicBezTo>
                  <ns1:pt x="27" y="116"/>
                  <ns1:pt x="25" y="116"/>
                  <ns1:pt x="24" y="115"/>
                </ns1:cubicBezTo>
                <ns1:cubicBezTo>
                  <ns1:pt x="23" y="114"/>
                  <ns1:pt x="22" y="113"/>
                  <ns1:pt x="22" y="111"/>
                </ns1:cubicBezTo>
                <ns1:cubicBezTo>
                  <ns1:pt x="27" y="75"/>
                  <ns1:pt x="27" y="75"/>
                  <ns1:pt x="27" y="75"/>
                </ns1:cubicBezTo>
                <ns1:cubicBezTo>
                  <ns1:pt x="2" y="48"/>
                  <ns1:pt x="2" y="48"/>
                  <ns1:pt x="2" y="48"/>
                </ns1:cubicBezTo>
                <ns1:cubicBezTo>
                  <ns1:pt x="1" y="47"/>
                  <ns1:pt x="0" y="45"/>
                  <ns1:pt x="1" y="44"/>
                </ns1:cubicBezTo>
                <ns1:cubicBezTo>
                  <ns1:pt x="1" y="43"/>
                  <ns1:pt x="2" y="42"/>
                  <ns1:pt x="4" y="41"/>
                </ns1:cubicBezTo>
                <ns1:cubicBezTo>
                  <ns1:pt x="40" y="34"/>
                  <ns1:pt x="40" y="34"/>
                  <ns1:pt x="40" y="34"/>
                </ns1:cubicBezTo>
                <ns1:cubicBezTo>
                  <ns1:pt x="57" y="2"/>
                  <ns1:pt x="57" y="2"/>
                  <ns1:pt x="57" y="2"/>
                </ns1:cubicBezTo>
                <ns1:cubicBezTo>
                  <ns1:pt x="59" y="0"/>
                  <ns1:pt x="63" y="0"/>
                  <ns1:pt x="65" y="2"/>
                </ns1:cubicBezTo>
                <ns1:cubicBezTo>
                  <ns1:pt x="82" y="34"/>
                  <ns1:pt x="82" y="34"/>
                  <ns1:pt x="82" y="34"/>
                </ns1:cubicBezTo>
                <ns1:cubicBezTo>
                  <ns1:pt x="118" y="41"/>
                  <ns1:pt x="118" y="41"/>
                  <ns1:pt x="118" y="41"/>
                </ns1:cubicBezTo>
                <ns1:cubicBezTo>
                  <ns1:pt x="120" y="42"/>
                  <ns1:pt x="121" y="43"/>
                  <ns1:pt x="121" y="44"/>
                </ns1:cubicBezTo>
                <ns1:cubicBezTo>
                  <ns1:pt x="122" y="45"/>
                  <ns1:pt x="121" y="47"/>
                  <ns1:pt x="120" y="48"/>
                </ns1:cubicBezTo>
                <ns1:cubicBezTo>
                  <ns1:pt x="95" y="75"/>
                  <ns1:pt x="95" y="75"/>
                  <ns1:pt x="95" y="75"/>
                </ns1:cubicBezTo>
                <ns1:cubicBezTo>
                  <ns1:pt x="100" y="111"/>
                  <ns1:pt x="100" y="111"/>
                  <ns1:pt x="100" y="111"/>
                </ns1:cubicBezTo>
                <ns1:cubicBezTo>
                  <ns1:pt x="100" y="113"/>
                  <ns1:pt x="99" y="114"/>
                  <ns1:pt x="98" y="115"/>
                </ns1:cubicBezTo>
                <ns1:cubicBezTo>
                  <ns1:pt x="97" y="116"/>
                  <ns1:pt x="97" y="116"/>
                  <ns1:pt x="96" y="116"/>
                </ns1:cubicBezTo>
                <ns1:close/>
                <ns1:moveTo>
                  <ns1:pt x="61" y="92"/>
                </ns1:moveTo>
                <ns1:cubicBezTo>
                  <ns1:pt x="62" y="92"/>
                  <ns1:pt x="62" y="92"/>
                  <ns1:pt x="63" y="92"/>
                </ns1:cubicBezTo>
                <ns1:cubicBezTo>
                  <ns1:pt x="91" y="105"/>
                  <ns1:pt x="91" y="105"/>
                  <ns1:pt x="91" y="105"/>
                </ns1:cubicBezTo>
                <ns1:cubicBezTo>
                  <ns1:pt x="87" y="74"/>
                  <ns1:pt x="87" y="74"/>
                  <ns1:pt x="87" y="74"/>
                </ns1:cubicBezTo>
                <ns1:cubicBezTo>
                  <ns1:pt x="87" y="73"/>
                  <ns1:pt x="87" y="72"/>
                  <ns1:pt x="88" y="71"/>
                </ns1:cubicBezTo>
                <ns1:cubicBezTo>
                  <ns1:pt x="109" y="48"/>
                  <ns1:pt x="109" y="48"/>
                  <ns1:pt x="109" y="48"/>
                </ns1:cubicBezTo>
                <ns1:cubicBezTo>
                  <ns1:pt x="79" y="42"/>
                  <ns1:pt x="79" y="42"/>
                  <ns1:pt x="79" y="42"/>
                </ns1:cubicBezTo>
                <ns1:cubicBezTo>
                  <ns1:pt x="78" y="42"/>
                  <ns1:pt x="77" y="41"/>
                  <ns1:pt x="76" y="40"/>
                </ns1:cubicBezTo>
                <ns1:cubicBezTo>
                  <ns1:pt x="61" y="12"/>
                  <ns1:pt x="61" y="12"/>
                  <ns1:pt x="61" y="12"/>
                </ns1:cubicBezTo>
                <ns1:cubicBezTo>
                  <ns1:pt x="46" y="40"/>
                  <ns1:pt x="46" y="40"/>
                  <ns1:pt x="46" y="40"/>
                </ns1:cubicBezTo>
                <ns1:cubicBezTo>
                  <ns1:pt x="45" y="41"/>
                  <ns1:pt x="44" y="42"/>
                  <ns1:pt x="43" y="42"/>
                </ns1:cubicBezTo>
                <ns1:cubicBezTo>
                  <ns1:pt x="13" y="48"/>
                  <ns1:pt x="13" y="48"/>
                  <ns1:pt x="13" y="48"/>
                </ns1:cubicBezTo>
                <ns1:cubicBezTo>
                  <ns1:pt x="34" y="71"/>
                  <ns1:pt x="34" y="71"/>
                  <ns1:pt x="34" y="71"/>
                </ns1:cubicBezTo>
                <ns1:cubicBezTo>
                  <ns1:pt x="35" y="72"/>
                  <ns1:pt x="35" y="73"/>
                  <ns1:pt x="35" y="74"/>
                </ns1:cubicBezTo>
                <ns1:cubicBezTo>
                  <ns1:pt x="31" y="105"/>
                  <ns1:pt x="31" y="105"/>
                  <ns1:pt x="31" y="105"/>
                </ns1:cubicBezTo>
                <ns1:cubicBezTo>
                  <ns1:pt x="59" y="92"/>
                  <ns1:pt x="59" y="92"/>
                  <ns1:pt x="59" y="92"/>
                </ns1:cubicBezTo>
                <ns1:cubicBezTo>
                  <ns1:pt x="60" y="92"/>
                  <ns1:pt x="60" y="92"/>
                  <ns1:pt x="61" y="92"/>
                </ns1:cubicBezTo>
                <ns1:close/>
              </ns1:path>
            </ns1:pathLst>
          </ns1:custGeom>
          <ns1:solidFill>
            <ns1:schemeClr val="tx1"/>
          </ns1:solidFill>
          <ns1:ln>
            <ns1:noFill/>
          </ns1:ln>
          <ns1:extLst/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id-ID" sz="2700"/>
          </ns1:p>
        </ns0:txBody>
      </ns0:sp>
      <ns0:grpSp>
        <ns0:nvGrpSpPr>
          <ns0:cNvPr id="60" name="Group 59"/>
          <ns0:cNvGrpSpPr/>
          <ns0:nvPr/>
        </ns0:nvGrpSpPr>
        <ns0:grpSpPr>
          <ns1:xfrm>
            <ns1:off x="6246462" y="2039586"/>
            <ns1:ext cx="367401" cy="350509"/>
            <ns1:chOff x="4849813" y="501081"/>
            <ns1:chExt cx="1104900" cy="1054100"/>
          </ns1:xfrm>
          <ns1:solidFill>
            <ns1:schemeClr val="tx1"/>
          </ns1:solidFill>
        </ns0:grpSpPr>
        <ns0:sp>
          <ns0:nvSpPr>
            <ns0:cNvPr id="61" name="Freeform 5"/>
            <ns0:cNvSpPr>
              <ns1:spLocks noEditPoints="1"/>
            </ns0:cNvSpPr>
            <ns0:nvPr/>
          </ns0:nvSpPr>
          <ns0:spPr bwMode="auto">
            <ns1:xfrm>
              <ns1:off x="4849813" y="501081"/>
              <ns1:ext cx="1104900" cy="1054100"/>
            </ns1:xfrm>
            <ns1:custGeom>
              <ns1:avLst/>
              <ns1:gdLst>
                <ns1:gd name="T0" fmla="*/ 482 w 526"/>
                <ns1:gd name="T1" fmla="*/ 0 h 502"/>
                <ns1:gd name="T2" fmla="*/ 44 w 526"/>
                <ns1:gd name="T3" fmla="*/ 0 h 502"/>
                <ns1:gd name="T4" fmla="*/ 0 w 526"/>
                <ns1:gd name="T5" fmla="*/ 45 h 502"/>
                <ns1:gd name="T6" fmla="*/ 0 w 526"/>
                <ns1:gd name="T7" fmla="*/ 384 h 502"/>
                <ns1:gd name="T8" fmla="*/ 44 w 526"/>
                <ns1:gd name="T9" fmla="*/ 428 h 502"/>
                <ns1:gd name="T10" fmla="*/ 177 w 526"/>
                <ns1:gd name="T11" fmla="*/ 428 h 502"/>
                <ns1:gd name="T12" fmla="*/ 154 w 526"/>
                <ns1:gd name="T13" fmla="*/ 454 h 502"/>
                <ns1:gd name="T14" fmla="*/ 141 w 526"/>
                <ns1:gd name="T15" fmla="*/ 467 h 502"/>
                <ns1:gd name="T16" fmla="*/ 140 w 526"/>
                <ns1:gd name="T17" fmla="*/ 487 h 502"/>
                <ns1:gd name="T18" fmla="*/ 173 w 526"/>
                <ns1:gd name="T19" fmla="*/ 502 h 502"/>
                <ns1:gd name="T20" fmla="*/ 352 w 526"/>
                <ns1:gd name="T21" fmla="*/ 502 h 502"/>
                <ns1:gd name="T22" fmla="*/ 386 w 526"/>
                <ns1:gd name="T23" fmla="*/ 487 h 502"/>
                <ns1:gd name="T24" fmla="*/ 384 w 526"/>
                <ns1:gd name="T25" fmla="*/ 467 h 502"/>
                <ns1:gd name="T26" fmla="*/ 372 w 526"/>
                <ns1:gd name="T27" fmla="*/ 453 h 502"/>
                <ns1:gd name="T28" fmla="*/ 348 w 526"/>
                <ns1:gd name="T29" fmla="*/ 428 h 502"/>
                <ns1:gd name="T30" fmla="*/ 482 w 526"/>
                <ns1:gd name="T31" fmla="*/ 428 h 502"/>
                <ns1:gd name="T32" fmla="*/ 526 w 526"/>
                <ns1:gd name="T33" fmla="*/ 384 h 502"/>
                <ns1:gd name="T34" fmla="*/ 526 w 526"/>
                <ns1:gd name="T35" fmla="*/ 45 h 502"/>
                <ns1:gd name="T36" fmla="*/ 482 w 526"/>
                <ns1:gd name="T37" fmla="*/ 0 h 502"/>
                <ns1:gd name="T38" fmla="*/ 360 w 526"/>
                <ns1:gd name="T39" fmla="*/ 465 h 502"/>
                <ns1:gd name="T40" fmla="*/ 371 w 526"/>
                <ns1:gd name="T41" fmla="*/ 476 h 502"/>
                <ns1:gd name="T42" fmla="*/ 371 w 526"/>
                <ns1:gd name="T43" fmla="*/ 480 h 502"/>
                <ns1:gd name="T44" fmla="*/ 352 w 526"/>
                <ns1:gd name="T45" fmla="*/ 485 h 502"/>
                <ns1:gd name="T46" fmla="*/ 173 w 526"/>
                <ns1:gd name="T47" fmla="*/ 485 h 502"/>
                <ns1:gd name="T48" fmla="*/ 155 w 526"/>
                <ns1:gd name="T49" fmla="*/ 480 h 502"/>
                <ns1:gd name="T50" fmla="*/ 154 w 526"/>
                <ns1:gd name="T51" fmla="*/ 476 h 502"/>
                <ns1:gd name="T52" fmla="*/ 154 w 526"/>
                <ns1:gd name="T53" fmla="*/ 477 h 502"/>
                <ns1:gd name="T54" fmla="*/ 165 w 526"/>
                <ns1:gd name="T55" fmla="*/ 465 h 502"/>
                <ns1:gd name="T56" fmla="*/ 196 w 526"/>
                <ns1:gd name="T57" fmla="*/ 428 h 502"/>
                <ns1:gd name="T58" fmla="*/ 329 w 526"/>
                <ns1:gd name="T59" fmla="*/ 428 h 502"/>
                <ns1:gd name="T60" fmla="*/ 360 w 526"/>
                <ns1:gd name="T61" fmla="*/ 465 h 502"/>
                <ns1:gd name="T62" fmla="*/ 493 w 526"/>
                <ns1:gd name="T63" fmla="*/ 384 h 502"/>
                <ns1:gd name="T64" fmla="*/ 482 w 526"/>
                <ns1:gd name="T65" fmla="*/ 395 h 502"/>
                <ns1:gd name="T66" fmla="*/ 44 w 526"/>
                <ns1:gd name="T67" fmla="*/ 395 h 502"/>
                <ns1:gd name="T68" fmla="*/ 32 w 526"/>
                <ns1:gd name="T69" fmla="*/ 384 h 502"/>
                <ns1:gd name="T70" fmla="*/ 32 w 526"/>
                <ns1:gd name="T71" fmla="*/ 45 h 502"/>
                <ns1:gd name="T72" fmla="*/ 44 w 526"/>
                <ns1:gd name="T73" fmla="*/ 33 h 502"/>
                <ns1:gd name="T74" fmla="*/ 482 w 526"/>
                <ns1:gd name="T75" fmla="*/ 33 h 502"/>
                <ns1:gd name="T76" fmla="*/ 493 w 526"/>
                <ns1:gd name="T77" fmla="*/ 45 h 502"/>
                <ns1:gd name="T78" fmla="*/ 493 w 526"/>
                <ns1:gd name="T79" fmla="*/ 384 h 502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  <ns1:cxn ang="0">
                  <ns1:pos x="T30" y="T31"/>
                </ns1:cxn>
                <ns1:cxn ang="0">
                  <ns1:pos x="T32" y="T33"/>
                </ns1:cxn>
                <ns1:cxn ang="0">
                  <ns1:pos x="T34" y="T35"/>
                </ns1:cxn>
                <ns1:cxn ang="0">
                  <ns1:pos x="T36" y="T37"/>
                </ns1:cxn>
                <ns1:cxn ang="0">
                  <ns1:pos x="T38" y="T39"/>
                </ns1:cxn>
                <ns1:cxn ang="0">
                  <ns1:pos x="T40" y="T41"/>
                </ns1:cxn>
                <ns1:cxn ang="0">
                  <ns1:pos x="T42" y="T43"/>
                </ns1:cxn>
                <ns1:cxn ang="0">
                  <ns1:pos x="T44" y="T45"/>
                </ns1:cxn>
                <ns1:cxn ang="0">
                  <ns1:pos x="T46" y="T47"/>
                </ns1:cxn>
                <ns1:cxn ang="0">
                  <ns1:pos x="T48" y="T49"/>
                </ns1:cxn>
                <ns1:cxn ang="0">
                  <ns1:pos x="T50" y="T51"/>
                </ns1:cxn>
                <ns1:cxn ang="0">
                  <ns1:pos x="T52" y="T53"/>
                </ns1:cxn>
                <ns1:cxn ang="0">
                  <ns1:pos x="T54" y="T55"/>
                </ns1:cxn>
                <ns1:cxn ang="0">
                  <ns1:pos x="T56" y="T57"/>
                </ns1:cxn>
                <ns1:cxn ang="0">
                  <ns1:pos x="T58" y="T59"/>
                </ns1:cxn>
                <ns1:cxn ang="0">
                  <ns1:pos x="T60" y="T61"/>
                </ns1:cxn>
                <ns1:cxn ang="0">
                  <ns1:pos x="T62" y="T63"/>
                </ns1:cxn>
                <ns1:cxn ang="0">
                  <ns1:pos x="T64" y="T65"/>
                </ns1:cxn>
                <ns1:cxn ang="0">
                  <ns1:pos x="T66" y="T67"/>
                </ns1:cxn>
                <ns1:cxn ang="0">
                  <ns1:pos x="T68" y="T69"/>
                </ns1:cxn>
                <ns1:cxn ang="0">
                  <ns1:pos x="T70" y="T71"/>
                </ns1:cxn>
                <ns1:cxn ang="0">
                  <ns1:pos x="T72" y="T73"/>
                </ns1:cxn>
                <ns1:cxn ang="0">
                  <ns1:pos x="T74" y="T75"/>
                </ns1:cxn>
                <ns1:cxn ang="0">
                  <ns1:pos x="T76" y="T77"/>
                </ns1:cxn>
                <ns1:cxn ang="0">
                  <ns1:pos x="T78" y="T79"/>
                </ns1:cxn>
              </ns1:cxnLst>
              <ns1:rect l="0" t="0" r="r" b="b"/>
              <ns1:pathLst>
                <ns1:path w="526" h="502">
                  <ns1:moveTo>
                    <ns1:pt x="482" y="0"/>
                  </ns1:moveTo>
                  <ns1:cubicBezTo>
                    <ns1:pt x="44" y="0"/>
                    <ns1:pt x="44" y="0"/>
                    <ns1:pt x="44" y="0"/>
                  </ns1:cubicBezTo>
                  <ns1:cubicBezTo>
                    <ns1:pt x="19" y="0"/>
                    <ns1:pt x="0" y="20"/>
                    <ns1:pt x="0" y="45"/>
                  </ns1:cubicBezTo>
                  <ns1:cubicBezTo>
                    <ns1:pt x="0" y="384"/>
                    <ns1:pt x="0" y="384"/>
                    <ns1:pt x="0" y="384"/>
                  </ns1:cubicBezTo>
                  <ns1:cubicBezTo>
                    <ns1:pt x="0" y="408"/>
                    <ns1:pt x="19" y="428"/>
                    <ns1:pt x="44" y="428"/>
                  </ns1:cubicBezTo>
                  <ns1:cubicBezTo>
                    <ns1:pt x="177" y="428"/>
                    <ns1:pt x="177" y="428"/>
                    <ns1:pt x="177" y="428"/>
                  </ns1:cubicBezTo>
                  <ns1:cubicBezTo>
                    <ns1:pt x="170" y="437"/>
                    <ns1:pt x="159" y="448"/>
                    <ns1:pt x="154" y="454"/>
                  </ns1:cubicBezTo>
                  <ns1:cubicBezTo>
                    <ns1:pt x="148" y="459"/>
                    <ns1:pt x="144" y="463"/>
                    <ns1:pt x="141" y="467"/>
                  </ns1:cubicBezTo>
                  <ns1:cubicBezTo>
                    <ns1:pt x="138" y="471"/>
                    <ns1:pt x="136" y="480"/>
                    <ns1:pt x="140" y="487"/>
                  </ns1:cubicBezTo>
                  <ns1:cubicBezTo>
                    <ns1:pt x="144" y="494"/>
                    <ns1:pt x="152" y="502"/>
                    <ns1:pt x="173" y="502"/>
                  </ns1:cubicBezTo>
                  <ns1:cubicBezTo>
                    <ns1:pt x="352" y="502"/>
                    <ns1:pt x="352" y="502"/>
                    <ns1:pt x="352" y="502"/>
                  </ns1:cubicBezTo>
                  <ns1:cubicBezTo>
                    <ns1:pt x="374" y="502"/>
                    <ns1:pt x="382" y="494"/>
                    <ns1:pt x="386" y="487"/>
                  </ns1:cubicBezTo>
                  <ns1:cubicBezTo>
                    <ns1:pt x="389" y="480"/>
                    <ns1:pt x="388" y="471"/>
                    <ns1:pt x="384" y="467"/>
                  </ns1:cubicBezTo>
                  <ns1:cubicBezTo>
                    <ns1:pt x="382" y="463"/>
                    <ns1:pt x="378" y="459"/>
                    <ns1:pt x="372" y="453"/>
                  </ns1:cubicBezTo>
                  <ns1:cubicBezTo>
                    <ns1:pt x="367" y="448"/>
                    <ns1:pt x="355" y="437"/>
                    <ns1:pt x="348" y="428"/>
                  </ns1:cubicBezTo>
                  <ns1:cubicBezTo>
                    <ns1:pt x="482" y="428"/>
                    <ns1:pt x="482" y="428"/>
                    <ns1:pt x="482" y="428"/>
                  </ns1:cubicBezTo>
                  <ns1:cubicBezTo>
                    <ns1:pt x="506" y="428"/>
                    <ns1:pt x="526" y="408"/>
                    <ns1:pt x="526" y="384"/>
                  </ns1:cubicBezTo>
                  <ns1:cubicBezTo>
                    <ns1:pt x="526" y="45"/>
                    <ns1:pt x="526" y="45"/>
                    <ns1:pt x="526" y="45"/>
                  </ns1:cubicBezTo>
                  <ns1:cubicBezTo>
                    <ns1:pt x="526" y="20"/>
                    <ns1:pt x="506" y="0"/>
                    <ns1:pt x="482" y="0"/>
                  </ns1:cubicBezTo>
                  <ns1:close/>
                  <ns1:moveTo>
                    <ns1:pt x="360" y="465"/>
                  </ns1:moveTo>
                  <ns1:cubicBezTo>
                    <ns1:pt x="365" y="470"/>
                    <ns1:pt x="370" y="474"/>
                    <ns1:pt x="371" y="476"/>
                  </ns1:cubicBezTo>
                  <ns1:cubicBezTo>
                    <ns1:pt x="371" y="476"/>
                    <ns1:pt x="372" y="478"/>
                    <ns1:pt x="371" y="480"/>
                  </ns1:cubicBezTo>
                  <ns1:cubicBezTo>
                    <ns1:pt x="368" y="483"/>
                    <ns1:pt x="362" y="485"/>
                    <ns1:pt x="352" y="485"/>
                  </ns1:cubicBezTo>
                  <ns1:cubicBezTo>
                    <ns1:pt x="173" y="485"/>
                    <ns1:pt x="173" y="485"/>
                    <ns1:pt x="173" y="485"/>
                  </ns1:cubicBezTo>
                  <ns1:cubicBezTo>
                    <ns1:pt x="164" y="485"/>
                    <ns1:pt x="157" y="483"/>
                    <ns1:pt x="155" y="480"/>
                  </ns1:cubicBezTo>
                  <ns1:cubicBezTo>
                    <ns1:pt x="154" y="478"/>
                    <ns1:pt x="155" y="476"/>
                    <ns1:pt x="154" y="476"/>
                  </ns1:cubicBezTo>
                  <ns1:cubicBezTo>
                    <ns1:pt x="154" y="476"/>
                    <ns1:pt x="154" y="476"/>
                    <ns1:pt x="154" y="477"/>
                  </ns1:cubicBezTo>
                  <ns1:cubicBezTo>
                    <ns1:pt x="156" y="474"/>
                    <ns1:pt x="161" y="470"/>
                    <ns1:pt x="165" y="465"/>
                  </ns1:cubicBezTo>
                  <ns1:cubicBezTo>
                    <ns1:pt x="180" y="451"/>
                    <ns1:pt x="191" y="439"/>
                    <ns1:pt x="196" y="428"/>
                  </ns1:cubicBezTo>
                  <ns1:cubicBezTo>
                    <ns1:pt x="329" y="428"/>
                    <ns1:pt x="329" y="428"/>
                    <ns1:pt x="329" y="428"/>
                  </ns1:cubicBezTo>
                  <ns1:cubicBezTo>
                    <ns1:pt x="334" y="439"/>
                    <ns1:pt x="346" y="451"/>
                    <ns1:pt x="360" y="465"/>
                  </ns1:cubicBezTo>
                  <ns1:close/>
                  <ns1:moveTo>
                    <ns1:pt x="493" y="384"/>
                  </ns1:moveTo>
                  <ns1:cubicBezTo>
                    <ns1:pt x="493" y="390"/>
                    <ns1:pt x="488" y="395"/>
                    <ns1:pt x="482" y="395"/>
                  </ns1:cubicBezTo>
                  <ns1:cubicBezTo>
                    <ns1:pt x="44" y="395"/>
                    <ns1:pt x="44" y="395"/>
                    <ns1:pt x="44" y="395"/>
                  </ns1:cubicBezTo>
                  <ns1:cubicBezTo>
                    <ns1:pt x="38" y="395"/>
                    <ns1:pt x="32" y="390"/>
                    <ns1:pt x="32" y="384"/>
                  </ns1:cubicBezTo>
                  <ns1:cubicBezTo>
                    <ns1:pt x="32" y="45"/>
                    <ns1:pt x="32" y="45"/>
                    <ns1:pt x="32" y="45"/>
                  </ns1:cubicBezTo>
                  <ns1:cubicBezTo>
                    <ns1:pt x="32" y="38"/>
                    <ns1:pt x="38" y="33"/>
                    <ns1:pt x="44" y="33"/>
                  </ns1:cubicBezTo>
                  <ns1:cubicBezTo>
                    <ns1:pt x="482" y="33"/>
                    <ns1:pt x="482" y="33"/>
                    <ns1:pt x="482" y="33"/>
                  </ns1:cubicBezTo>
                  <ns1:cubicBezTo>
                    <ns1:pt x="488" y="33"/>
                    <ns1:pt x="493" y="38"/>
                    <ns1:pt x="493" y="45"/>
                  </ns1:cubicBezTo>
                  <ns1:lnTo>
                    <ns1:pt x="493" y="384"/>
                  </ns1:ln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62" name="Freeform 6"/>
            <ns0:cNvSpPr>
              <ns1:spLocks noEditPoints="1"/>
            </ns0:cNvSpPr>
            <ns0:nvPr/>
          </ns0:nvSpPr>
          <ns0:spPr bwMode="auto">
            <ns1:xfrm>
              <ns1:off x="4986338" y="640781"/>
              <ns1:ext cx="828675" cy="552450"/>
            </ns1:xfrm>
            <ns1:custGeom>
              <ns1:avLst/>
              <ns1:gdLst>
                <ns1:gd name="T0" fmla="*/ 367 w 395"/>
                <ns1:gd name="T1" fmla="*/ 0 h 264"/>
                <ns1:gd name="T2" fmla="*/ 28 w 395"/>
                <ns1:gd name="T3" fmla="*/ 0 h 264"/>
                <ns1:gd name="T4" fmla="*/ 0 w 395"/>
                <ns1:gd name="T5" fmla="*/ 28 h 264"/>
                <ns1:gd name="T6" fmla="*/ 0 w 395"/>
                <ns1:gd name="T7" fmla="*/ 236 h 264"/>
                <ns1:gd name="T8" fmla="*/ 28 w 395"/>
                <ns1:gd name="T9" fmla="*/ 264 h 264"/>
                <ns1:gd name="T10" fmla="*/ 367 w 395"/>
                <ns1:gd name="T11" fmla="*/ 264 h 264"/>
                <ns1:gd name="T12" fmla="*/ 395 w 395"/>
                <ns1:gd name="T13" fmla="*/ 236 h 264"/>
                <ns1:gd name="T14" fmla="*/ 395 w 395"/>
                <ns1:gd name="T15" fmla="*/ 28 h 264"/>
                <ns1:gd name="T16" fmla="*/ 367 w 395"/>
                <ns1:gd name="T17" fmla="*/ 0 h 264"/>
                <ns1:gd name="T18" fmla="*/ 379 w 395"/>
                <ns1:gd name="T19" fmla="*/ 236 h 264"/>
                <ns1:gd name="T20" fmla="*/ 367 w 395"/>
                <ns1:gd name="T21" fmla="*/ 247 h 264"/>
                <ns1:gd name="T22" fmla="*/ 28 w 395"/>
                <ns1:gd name="T23" fmla="*/ 247 h 264"/>
                <ns1:gd name="T24" fmla="*/ 17 w 395"/>
                <ns1:gd name="T25" fmla="*/ 236 h 264"/>
                <ns1:gd name="T26" fmla="*/ 17 w 395"/>
                <ns1:gd name="T27" fmla="*/ 28 h 264"/>
                <ns1:gd name="T28" fmla="*/ 28 w 395"/>
                <ns1:gd name="T29" fmla="*/ 17 h 264"/>
                <ns1:gd name="T30" fmla="*/ 367 w 395"/>
                <ns1:gd name="T31" fmla="*/ 17 h 264"/>
                <ns1:gd name="T32" fmla="*/ 379 w 395"/>
                <ns1:gd name="T33" fmla="*/ 28 h 264"/>
                <ns1:gd name="T34" fmla="*/ 379 w 395"/>
                <ns1:gd name="T35" fmla="*/ 236 h 264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  <ns1:cxn ang="0">
                  <ns1:pos x="T30" y="T31"/>
                </ns1:cxn>
                <ns1:cxn ang="0">
                  <ns1:pos x="T32" y="T33"/>
                </ns1:cxn>
                <ns1:cxn ang="0">
                  <ns1:pos x="T34" y="T35"/>
                </ns1:cxn>
              </ns1:cxnLst>
              <ns1:rect l="0" t="0" r="r" b="b"/>
              <ns1:pathLst>
                <ns1:path w="395" h="264">
                  <ns1:moveTo>
                    <ns1:pt x="367" y="0"/>
                  </ns1:moveTo>
                  <ns1:cubicBezTo>
                    <ns1:pt x="28" y="0"/>
                    <ns1:pt x="28" y="0"/>
                    <ns1:pt x="28" y="0"/>
                  </ns1:cubicBezTo>
                  <ns1:cubicBezTo>
                    <ns1:pt x="13" y="0"/>
                    <ns1:pt x="0" y="13"/>
                    <ns1:pt x="0" y="28"/>
                  </ns1:cubicBezTo>
                  <ns1:cubicBezTo>
                    <ns1:pt x="0" y="236"/>
                    <ns1:pt x="0" y="236"/>
                    <ns1:pt x="0" y="236"/>
                  </ns1:cubicBezTo>
                  <ns1:cubicBezTo>
                    <ns1:pt x="0" y="251"/>
                    <ns1:pt x="13" y="264"/>
                    <ns1:pt x="28" y="264"/>
                  </ns1:cubicBezTo>
                  <ns1:cubicBezTo>
                    <ns1:pt x="367" y="264"/>
                    <ns1:pt x="367" y="264"/>
                    <ns1:pt x="367" y="264"/>
                  </ns1:cubicBezTo>
                  <ns1:cubicBezTo>
                    <ns1:pt x="383" y="264"/>
                    <ns1:pt x="395" y="251"/>
                    <ns1:pt x="395" y="236"/>
                  </ns1:cubicBezTo>
                  <ns1:cubicBezTo>
                    <ns1:pt x="395" y="28"/>
                    <ns1:pt x="395" y="28"/>
                    <ns1:pt x="395" y="28"/>
                  </ns1:cubicBezTo>
                  <ns1:cubicBezTo>
                    <ns1:pt x="395" y="13"/>
                    <ns1:pt x="383" y="0"/>
                    <ns1:pt x="367" y="0"/>
                  </ns1:cubicBezTo>
                  <ns1:close/>
                  <ns1:moveTo>
                    <ns1:pt x="379" y="236"/>
                  </ns1:moveTo>
                  <ns1:cubicBezTo>
                    <ns1:pt x="379" y="242"/>
                    <ns1:pt x="374" y="247"/>
                    <ns1:pt x="367" y="247"/>
                  </ns1:cubicBezTo>
                  <ns1:cubicBezTo>
                    <ns1:pt x="28" y="247"/>
                    <ns1:pt x="28" y="247"/>
                    <ns1:pt x="28" y="247"/>
                  </ns1:cubicBezTo>
                  <ns1:cubicBezTo>
                    <ns1:pt x="22" y="247"/>
                    <ns1:pt x="17" y="242"/>
                    <ns1:pt x="17" y="236"/>
                  </ns1:cubicBezTo>
                  <ns1:cubicBezTo>
                    <ns1:pt x="17" y="28"/>
                    <ns1:pt x="17" y="28"/>
                    <ns1:pt x="17" y="28"/>
                  </ns1:cubicBezTo>
                  <ns1:cubicBezTo>
                    <ns1:pt x="17" y="22"/>
                    <ns1:pt x="22" y="17"/>
                    <ns1:pt x="28" y="17"/>
                  </ns1:cubicBezTo>
                  <ns1:cubicBezTo>
                    <ns1:pt x="367" y="17"/>
                    <ns1:pt x="367" y="17"/>
                    <ns1:pt x="367" y="17"/>
                  </ns1:cubicBezTo>
                  <ns1:cubicBezTo>
                    <ns1:pt x="374" y="17"/>
                    <ns1:pt x="379" y="22"/>
                    <ns1:pt x="379" y="28"/>
                  </ns1:cubicBezTo>
                  <ns1:lnTo>
                    <ns1:pt x="379" y="236"/>
                  </ns1:ln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63" name="Freeform 7"/>
            <ns0:cNvSpPr>
              <ns1:spLocks noEditPoints="1"/>
            </ns0:cNvSpPr>
            <ns0:nvPr/>
          </ns0:nvSpPr>
          <ns0:spPr bwMode="auto">
            <ns1:xfrm>
              <ns1:off x="5349875" y="1209106"/>
              <ns1:ext cx="104775" cy="104775"/>
            </ns1:xfrm>
            <ns1:custGeom>
              <ns1:avLst/>
              <ns1:gdLst>
                <ns1:gd name="T0" fmla="*/ 25 w 50"/>
                <ns1:gd name="T1" fmla="*/ 0 h 50"/>
                <ns1:gd name="T2" fmla="*/ 0 w 50"/>
                <ns1:gd name="T3" fmla="*/ 25 h 50"/>
                <ns1:gd name="T4" fmla="*/ 25 w 50"/>
                <ns1:gd name="T5" fmla="*/ 50 h 50"/>
                <ns1:gd name="T6" fmla="*/ 50 w 50"/>
                <ns1:gd name="T7" fmla="*/ 25 h 50"/>
                <ns1:gd name="T8" fmla="*/ 25 w 50"/>
                <ns1:gd name="T9" fmla="*/ 0 h 50"/>
                <ns1:gd name="T10" fmla="*/ 25 w 50"/>
                <ns1:gd name="T11" fmla="*/ 33 h 50"/>
                <ns1:gd name="T12" fmla="*/ 17 w 50"/>
                <ns1:gd name="T13" fmla="*/ 25 h 50"/>
                <ns1:gd name="T14" fmla="*/ 25 w 50"/>
                <ns1:gd name="T15" fmla="*/ 17 h 50"/>
                <ns1:gd name="T16" fmla="*/ 33 w 50"/>
                <ns1:gd name="T17" fmla="*/ 25 h 50"/>
                <ns1:gd name="T18" fmla="*/ 25 w 50"/>
                <ns1:gd name="T19" fmla="*/ 33 h 50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</ns1:cxnLst>
              <ns1:rect l="0" t="0" r="r" b="b"/>
              <ns1:pathLst>
                <ns1:path w="50" h="50">
                  <ns1:moveTo>
                    <ns1:pt x="25" y="0"/>
                  </ns1:moveTo>
                  <ns1:cubicBezTo>
                    <ns1:pt x="11" y="0"/>
                    <ns1:pt x="0" y="12"/>
                    <ns1:pt x="0" y="25"/>
                  </ns1:cubicBezTo>
                  <ns1:cubicBezTo>
                    <ns1:pt x="0" y="39"/>
                    <ns1:pt x="11" y="50"/>
                    <ns1:pt x="25" y="50"/>
                  </ns1:cubicBezTo>
                  <ns1:cubicBezTo>
                    <ns1:pt x="38" y="50"/>
                    <ns1:pt x="50" y="39"/>
                    <ns1:pt x="50" y="25"/>
                  </ns1:cubicBezTo>
                  <ns1:cubicBezTo>
                    <ns1:pt x="50" y="12"/>
                    <ns1:pt x="38" y="0"/>
                    <ns1:pt x="25" y="0"/>
                  </ns1:cubicBezTo>
                  <ns1:close/>
                  <ns1:moveTo>
                    <ns1:pt x="25" y="33"/>
                  </ns1:moveTo>
                  <ns1:cubicBezTo>
                    <ns1:pt x="20" y="33"/>
                    <ns1:pt x="17" y="30"/>
                    <ns1:pt x="17" y="25"/>
                  </ns1:cubicBezTo>
                  <ns1:cubicBezTo>
                    <ns1:pt x="17" y="21"/>
                    <ns1:pt x="20" y="17"/>
                    <ns1:pt x="25" y="17"/>
                  </ns1:cubicBezTo>
                  <ns1:cubicBezTo>
                    <ns1:pt x="29" y="17"/>
                    <ns1:pt x="33" y="21"/>
                    <ns1:pt x="33" y="25"/>
                  </ns1:cubicBezTo>
                  <ns1:cubicBezTo>
                    <ns1:pt x="33" y="30"/>
                    <ns1:pt x="29" y="33"/>
                    <ns1:pt x="25" y="33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64" name="Freeform 8"/>
            <ns0:cNvSpPr>
              <ns1:spLocks noEditPoints="1"/>
            </ns0:cNvSpPr>
            <ns0:nvPr/>
          </ns0:nvSpPr>
          <ns0:spPr bwMode="auto">
            <ns1:xfrm>
              <ns1:off x="5480050" y="866206"/>
              <ns1:ext cx="280988" cy="280988"/>
            </ns1:xfrm>
            <ns1:custGeom>
              <ns1:avLst/>
              <ns1:gdLst>
                <ns1:gd name="T0" fmla="*/ 67 w 134"/>
                <ns1:gd name="T1" fmla="*/ 134 h 134"/>
                <ns1:gd name="T2" fmla="*/ 0 w 134"/>
                <ns1:gd name="T3" fmla="*/ 67 h 134"/>
                <ns1:gd name="T4" fmla="*/ 67 w 134"/>
                <ns1:gd name="T5" fmla="*/ 0 h 134"/>
                <ns1:gd name="T6" fmla="*/ 134 w 134"/>
                <ns1:gd name="T7" fmla="*/ 67 h 134"/>
                <ns1:gd name="T8" fmla="*/ 67 w 134"/>
                <ns1:gd name="T9" fmla="*/ 134 h 134"/>
                <ns1:gd name="T10" fmla="*/ 67 w 134"/>
                <ns1:gd name="T11" fmla="*/ 10 h 134"/>
                <ns1:gd name="T12" fmla="*/ 10 w 134"/>
                <ns1:gd name="T13" fmla="*/ 67 h 134"/>
                <ns1:gd name="T14" fmla="*/ 67 w 134"/>
                <ns1:gd name="T15" fmla="*/ 124 h 134"/>
                <ns1:gd name="T16" fmla="*/ 124 w 134"/>
                <ns1:gd name="T17" fmla="*/ 67 h 134"/>
                <ns1:gd name="T18" fmla="*/ 67 w 134"/>
                <ns1:gd name="T19" fmla="*/ 10 h 134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</ns1:cxnLst>
              <ns1:rect l="0" t="0" r="r" b="b"/>
              <ns1:pathLst>
                <ns1:path w="134" h="134">
                  <ns1:moveTo>
                    <ns1:pt x="67" y="134"/>
                  </ns1:moveTo>
                  <ns1:cubicBezTo>
                    <ns1:pt x="30" y="134"/>
                    <ns1:pt x="0" y="104"/>
                    <ns1:pt x="0" y="67"/>
                  </ns1:cubicBezTo>
                  <ns1:cubicBezTo>
                    <ns1:pt x="0" y="30"/>
                    <ns1:pt x="30" y="0"/>
                    <ns1:pt x="67" y="0"/>
                  </ns1:cubicBezTo>
                  <ns1:cubicBezTo>
                    <ns1:pt x="104" y="0"/>
                    <ns1:pt x="134" y="30"/>
                    <ns1:pt x="134" y="67"/>
                  </ns1:cubicBezTo>
                  <ns1:cubicBezTo>
                    <ns1:pt x="134" y="104"/>
                    <ns1:pt x="104" y="134"/>
                    <ns1:pt x="67" y="134"/>
                  </ns1:cubicBezTo>
                  <ns1:close/>
                  <ns1:moveTo>
                    <ns1:pt x="67" y="10"/>
                  </ns1:moveTo>
                  <ns1:cubicBezTo>
                    <ns1:pt x="35" y="10"/>
                    <ns1:pt x="10" y="35"/>
                    <ns1:pt x="10" y="67"/>
                  </ns1:cubicBezTo>
                  <ns1:cubicBezTo>
                    <ns1:pt x="10" y="98"/>
                    <ns1:pt x="35" y="124"/>
                    <ns1:pt x="67" y="124"/>
                  </ns1:cubicBezTo>
                  <ns1:cubicBezTo>
                    <ns1:pt x="98" y="124"/>
                    <ns1:pt x="124" y="98"/>
                    <ns1:pt x="124" y="67"/>
                  </ns1:cubicBezTo>
                  <ns1:cubicBezTo>
                    <ns1:pt x="124" y="35"/>
                    <ns1:pt x="98" y="10"/>
                    <ns1:pt x="67" y="10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65" name="Freeform 9"/>
            <ns0:cNvSpPr>
              <ns1:spLocks noEditPoints="1"/>
            </ns0:cNvSpPr>
            <ns0:nvPr/>
          </ns0:nvSpPr>
          <ns0:spPr bwMode="auto">
            <ns1:xfrm>
              <ns1:off x="5545138" y="931293"/>
              <ns1:ext cx="150813" cy="150813"/>
            </ns1:xfrm>
            <ns1:custGeom>
              <ns1:avLst/>
              <ns1:gdLst>
                <ns1:gd name="T0" fmla="*/ 36 w 72"/>
                <ns1:gd name="T1" fmla="*/ 72 h 72"/>
                <ns1:gd name="T2" fmla="*/ 0 w 72"/>
                <ns1:gd name="T3" fmla="*/ 36 h 72"/>
                <ns1:gd name="T4" fmla="*/ 36 w 72"/>
                <ns1:gd name="T5" fmla="*/ 0 h 72"/>
                <ns1:gd name="T6" fmla="*/ 72 w 72"/>
                <ns1:gd name="T7" fmla="*/ 36 h 72"/>
                <ns1:gd name="T8" fmla="*/ 36 w 72"/>
                <ns1:gd name="T9" fmla="*/ 72 h 72"/>
                <ns1:gd name="T10" fmla="*/ 36 w 72"/>
                <ns1:gd name="T11" fmla="*/ 10 h 72"/>
                <ns1:gd name="T12" fmla="*/ 10 w 72"/>
                <ns1:gd name="T13" fmla="*/ 36 h 72"/>
                <ns1:gd name="T14" fmla="*/ 36 w 72"/>
                <ns1:gd name="T15" fmla="*/ 62 h 72"/>
                <ns1:gd name="T16" fmla="*/ 62 w 72"/>
                <ns1:gd name="T17" fmla="*/ 36 h 72"/>
                <ns1:gd name="T18" fmla="*/ 36 w 72"/>
                <ns1:gd name="T19" fmla="*/ 10 h 72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</ns1:cxnLst>
              <ns1:rect l="0" t="0" r="r" b="b"/>
              <ns1:pathLst>
                <ns1:path w="72" h="72">
                  <ns1:moveTo>
                    <ns1:pt x="36" y="72"/>
                  </ns1:moveTo>
                  <ns1:cubicBezTo>
                    <ns1:pt x="16" y="72"/>
                    <ns1:pt x="0" y="56"/>
                    <ns1:pt x="0" y="36"/>
                  </ns1:cubicBezTo>
                  <ns1:cubicBezTo>
                    <ns1:pt x="0" y="16"/>
                    <ns1:pt x="16" y="0"/>
                    <ns1:pt x="36" y="0"/>
                  </ns1:cubicBezTo>
                  <ns1:cubicBezTo>
                    <ns1:pt x="56" y="0"/>
                    <ns1:pt x="72" y="16"/>
                    <ns1:pt x="72" y="36"/>
                  </ns1:cubicBezTo>
                  <ns1:cubicBezTo>
                    <ns1:pt x="72" y="56"/>
                    <ns1:pt x="56" y="72"/>
                    <ns1:pt x="36" y="72"/>
                  </ns1:cubicBezTo>
                  <ns1:close/>
                  <ns1:moveTo>
                    <ns1:pt x="36" y="10"/>
                  </ns1:moveTo>
                  <ns1:cubicBezTo>
                    <ns1:pt x="22" y="10"/>
                    <ns1:pt x="10" y="21"/>
                    <ns1:pt x="10" y="36"/>
                  </ns1:cubicBezTo>
                  <ns1:cubicBezTo>
                    <ns1:pt x="10" y="50"/>
                    <ns1:pt x="22" y="62"/>
                    <ns1:pt x="36" y="62"/>
                  </ns1:cubicBezTo>
                  <ns1:cubicBezTo>
                    <ns1:pt x="50" y="62"/>
                    <ns1:pt x="62" y="50"/>
                    <ns1:pt x="62" y="36"/>
                  </ns1:cubicBezTo>
                  <ns1:cubicBezTo>
                    <ns1:pt x="62" y="21"/>
                    <ns1:pt x="50" y="10"/>
                    <ns1:pt x="36" y="10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66" name="Freeform 10"/>
            <ns0:cNvSpPr>
              <ns1:spLocks/>
            </ns0:cNvSpPr>
            <ns0:nvPr/>
          </ns0:nvSpPr>
          <ns0:spPr bwMode="auto">
            <ns1:xfrm>
              <ns1:off x="5316538" y="702693"/>
              <ns1:ext cx="371475" cy="396875"/>
            </ns1:xfrm>
            <ns1:custGeom>
              <ns1:avLst/>
              <ns1:gdLst>
                <ns1:gd name="T0" fmla="*/ 155 w 177"/>
                <ns1:gd name="T1" fmla="*/ 0 h 189"/>
                <ns1:gd name="T2" fmla="*/ 134 w 177"/>
                <ns1:gd name="T3" fmla="*/ 0 h 189"/>
                <ns1:gd name="T4" fmla="*/ 104 w 177"/>
                <ns1:gd name="T5" fmla="*/ 28 h 189"/>
                <ns1:gd name="T6" fmla="*/ 91 w 177"/>
                <ns1:gd name="T7" fmla="*/ 33 h 189"/>
                <ns1:gd name="T8" fmla="*/ 72 w 177"/>
                <ns1:gd name="T9" fmla="*/ 26 h 189"/>
                <ns1:gd name="T10" fmla="*/ 50 w 177"/>
                <ns1:gd name="T11" fmla="*/ 35 h 189"/>
                <ns1:gd name="T12" fmla="*/ 35 w 177"/>
                <ns1:gd name="T13" fmla="*/ 50 h 189"/>
                <ns1:gd name="T14" fmla="*/ 26 w 177"/>
                <ns1:gd name="T15" fmla="*/ 72 h 189"/>
                <ns1:gd name="T16" fmla="*/ 33 w 177"/>
                <ns1:gd name="T17" fmla="*/ 91 h 189"/>
                <ns1:gd name="T18" fmla="*/ 28 w 177"/>
                <ns1:gd name="T19" fmla="*/ 104 h 189"/>
                <ns1:gd name="T20" fmla="*/ 0 w 177"/>
                <ns1:gd name="T21" fmla="*/ 134 h 189"/>
                <ns1:gd name="T22" fmla="*/ 0 w 177"/>
                <ns1:gd name="T23" fmla="*/ 155 h 189"/>
                <ns1:gd name="T24" fmla="*/ 28 w 177"/>
                <ns1:gd name="T25" fmla="*/ 186 h 189"/>
                <ns1:gd name="T26" fmla="*/ 29 w 177"/>
                <ns1:gd name="T27" fmla="*/ 189 h 189"/>
                <ns1:gd name="T28" fmla="*/ 52 w 177"/>
                <ns1:gd name="T29" fmla="*/ 189 h 189"/>
                <ns1:gd name="T30" fmla="*/ 44 w 177"/>
                <ns1:gd name="T31" fmla="*/ 165 h 189"/>
                <ns1:gd name="T32" fmla="*/ 31 w 177"/>
                <ns1:gd name="T33" fmla="*/ 165 h 189"/>
                <ns1:gd name="T34" fmla="*/ 21 w 177"/>
                <ns1:gd name="T35" fmla="*/ 155 h 189"/>
                <ns1:gd name="T36" fmla="*/ 21 w 177"/>
                <ns1:gd name="T37" fmla="*/ 134 h 189"/>
                <ns1:gd name="T38" fmla="*/ 31 w 177"/>
                <ns1:gd name="T39" fmla="*/ 124 h 189"/>
                <ns1:gd name="T40" fmla="*/ 44 w 177"/>
                <ns1:gd name="T41" fmla="*/ 124 h 189"/>
                <ns1:gd name="T42" fmla="*/ 59 w 177"/>
                <ns1:gd name="T43" fmla="*/ 88 h 189"/>
                <ns1:gd name="T44" fmla="*/ 50 w 177"/>
                <ns1:gd name="T45" fmla="*/ 79 h 189"/>
                <ns1:gd name="T46" fmla="*/ 50 w 177"/>
                <ns1:gd name="T47" fmla="*/ 64 h 189"/>
                <ns1:gd name="T48" fmla="*/ 64 w 177"/>
                <ns1:gd name="T49" fmla="*/ 50 h 189"/>
                <ns1:gd name="T50" fmla="*/ 72 w 177"/>
                <ns1:gd name="T51" fmla="*/ 47 h 189"/>
                <ns1:gd name="T52" fmla="*/ 79 w 177"/>
                <ns1:gd name="T53" fmla="*/ 50 h 189"/>
                <ns1:gd name="T54" fmla="*/ 88 w 177"/>
                <ns1:gd name="T55" fmla="*/ 59 h 189"/>
                <ns1:gd name="T56" fmla="*/ 124 w 177"/>
                <ns1:gd name="T57" fmla="*/ 43 h 189"/>
                <ns1:gd name="T58" fmla="*/ 124 w 177"/>
                <ns1:gd name="T59" fmla="*/ 31 h 189"/>
                <ns1:gd name="T60" fmla="*/ 134 w 177"/>
                <ns1:gd name="T61" fmla="*/ 21 h 189"/>
                <ns1:gd name="T62" fmla="*/ 155 w 177"/>
                <ns1:gd name="T63" fmla="*/ 21 h 189"/>
                <ns1:gd name="T64" fmla="*/ 165 w 177"/>
                <ns1:gd name="T65" fmla="*/ 31 h 189"/>
                <ns1:gd name="T66" fmla="*/ 165 w 177"/>
                <ns1:gd name="T67" fmla="*/ 43 h 189"/>
                <ns1:gd name="T68" fmla="*/ 177 w 177"/>
                <ns1:gd name="T69" fmla="*/ 47 h 189"/>
                <ns1:gd name="T70" fmla="*/ 177 w 177"/>
                <ns1:gd name="T71" fmla="*/ 9 h 189"/>
                <ns1:gd name="T72" fmla="*/ 155 w 177"/>
                <ns1:gd name="T73" fmla="*/ 0 h 189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  <ns1:cxn ang="0">
                  <ns1:pos x="T30" y="T31"/>
                </ns1:cxn>
                <ns1:cxn ang="0">
                  <ns1:pos x="T32" y="T33"/>
                </ns1:cxn>
                <ns1:cxn ang="0">
                  <ns1:pos x="T34" y="T35"/>
                </ns1:cxn>
                <ns1:cxn ang="0">
                  <ns1:pos x="T36" y="T37"/>
                </ns1:cxn>
                <ns1:cxn ang="0">
                  <ns1:pos x="T38" y="T39"/>
                </ns1:cxn>
                <ns1:cxn ang="0">
                  <ns1:pos x="T40" y="T41"/>
                </ns1:cxn>
                <ns1:cxn ang="0">
                  <ns1:pos x="T42" y="T43"/>
                </ns1:cxn>
                <ns1:cxn ang="0">
                  <ns1:pos x="T44" y="T45"/>
                </ns1:cxn>
                <ns1:cxn ang="0">
                  <ns1:pos x="T46" y="T47"/>
                </ns1:cxn>
                <ns1:cxn ang="0">
                  <ns1:pos x="T48" y="T49"/>
                </ns1:cxn>
                <ns1:cxn ang="0">
                  <ns1:pos x="T50" y="T51"/>
                </ns1:cxn>
                <ns1:cxn ang="0">
                  <ns1:pos x="T52" y="T53"/>
                </ns1:cxn>
                <ns1:cxn ang="0">
                  <ns1:pos x="T54" y="T55"/>
                </ns1:cxn>
                <ns1:cxn ang="0">
                  <ns1:pos x="T56" y="T57"/>
                </ns1:cxn>
                <ns1:cxn ang="0">
                  <ns1:pos x="T58" y="T59"/>
                </ns1:cxn>
                <ns1:cxn ang="0">
                  <ns1:pos x="T60" y="T61"/>
                </ns1:cxn>
                <ns1:cxn ang="0">
                  <ns1:pos x="T62" y="T63"/>
                </ns1:cxn>
                <ns1:cxn ang="0">
                  <ns1:pos x="T64" y="T65"/>
                </ns1:cxn>
                <ns1:cxn ang="0">
                  <ns1:pos x="T66" y="T67"/>
                </ns1:cxn>
                <ns1:cxn ang="0">
                  <ns1:pos x="T68" y="T69"/>
                </ns1:cxn>
                <ns1:cxn ang="0">
                  <ns1:pos x="T70" y="T71"/>
                </ns1:cxn>
                <ns1:cxn ang="0">
                  <ns1:pos x="T72" y="T73"/>
                </ns1:cxn>
              </ns1:cxnLst>
              <ns1:rect l="0" t="0" r="r" b="b"/>
              <ns1:pathLst>
                <ns1:path w="177" h="189">
                  <ns1:moveTo>
                    <ns1:pt x="155" y="0"/>
                  </ns1:moveTo>
                  <ns1:cubicBezTo>
                    <ns1:pt x="134" y="0"/>
                    <ns1:pt x="134" y="0"/>
                    <ns1:pt x="134" y="0"/>
                  </ns1:cubicBezTo>
                  <ns1:cubicBezTo>
                    <ns1:pt x="118" y="0"/>
                    <ns1:pt x="105" y="12"/>
                    <ns1:pt x="104" y="28"/>
                  </ns1:cubicBezTo>
                  <ns1:cubicBezTo>
                    <ns1:pt x="99" y="29"/>
                    <ns1:pt x="95" y="31"/>
                    <ns1:pt x="91" y="33"/>
                  </ns1:cubicBezTo>
                  <ns1:cubicBezTo>
                    <ns1:pt x="86" y="28"/>
                    <ns1:pt x="79" y="26"/>
                    <ns1:pt x="72" y="26"/>
                  </ns1:cubicBezTo>
                  <ns1:cubicBezTo>
                    <ns1:pt x="63" y="26"/>
                    <ns1:pt x="56" y="29"/>
                    <ns1:pt x="50" y="35"/>
                  </ns1:cubicBezTo>
                  <ns1:cubicBezTo>
                    <ns1:pt x="35" y="50"/>
                    <ns1:pt x="35" y="50"/>
                    <ns1:pt x="35" y="50"/>
                  </ns1:cubicBezTo>
                  <ns1:cubicBezTo>
                    <ns1:pt x="29" y="56"/>
                    <ns1:pt x="26" y="63"/>
                    <ns1:pt x="26" y="72"/>
                  </ns1:cubicBezTo>
                  <ns1:cubicBezTo>
                    <ns1:pt x="26" y="79"/>
                    <ns1:pt x="29" y="86"/>
                    <ns1:pt x="33" y="91"/>
                  </ns1:cubicBezTo>
                  <ns1:cubicBezTo>
                    <ns1:pt x="31" y="95"/>
                    <ns1:pt x="29" y="99"/>
                    <ns1:pt x="28" y="104"/>
                  </ns1:cubicBezTo>
                  <ns1:cubicBezTo>
                    <ns1:pt x="12" y="105"/>
                    <ns1:pt x="0" y="118"/>
                    <ns1:pt x="0" y="134"/>
                  </ns1:cubicBezTo>
                  <ns1:cubicBezTo>
                    <ns1:pt x="0" y="155"/>
                    <ns1:pt x="0" y="155"/>
                    <ns1:pt x="0" y="155"/>
                  </ns1:cubicBezTo>
                  <ns1:cubicBezTo>
                    <ns1:pt x="0" y="171"/>
                    <ns1:pt x="12" y="184"/>
                    <ns1:pt x="28" y="186"/>
                  </ns1:cubicBezTo>
                  <ns1:cubicBezTo>
                    <ns1:pt x="28" y="187"/>
                    <ns1:pt x="29" y="188"/>
                    <ns1:pt x="29" y="189"/>
                  </ns1:cubicBezTo>
                  <ns1:cubicBezTo>
                    <ns1:pt x="52" y="189"/>
                    <ns1:pt x="52" y="189"/>
                    <ns1:pt x="52" y="189"/>
                  </ns1:cubicBezTo>
                  <ns1:cubicBezTo>
                    <ns1:pt x="48" y="182"/>
                    <ns1:pt x="45" y="174"/>
                    <ns1:pt x="44" y="165"/>
                  </ns1:cubicBezTo>
                  <ns1:cubicBezTo>
                    <ns1:pt x="31" y="165"/>
                    <ns1:pt x="31" y="165"/>
                    <ns1:pt x="31" y="165"/>
                  </ns1:cubicBezTo>
                  <ns1:cubicBezTo>
                    <ns1:pt x="25" y="165"/>
                    <ns1:pt x="21" y="161"/>
                    <ns1:pt x="21" y="155"/>
                  </ns1:cubicBezTo>
                  <ns1:cubicBezTo>
                    <ns1:pt x="21" y="134"/>
                    <ns1:pt x="21" y="134"/>
                    <ns1:pt x="21" y="134"/>
                  </ns1:cubicBezTo>
                  <ns1:cubicBezTo>
                    <ns1:pt x="21" y="129"/>
                    <ns1:pt x="25" y="124"/>
                    <ns1:pt x="31" y="124"/>
                  </ns1:cubicBezTo>
                  <ns1:cubicBezTo>
                    <ns1:pt x="44" y="124"/>
                    <ns1:pt x="44" y="124"/>
                    <ns1:pt x="44" y="124"/>
                  </ns1:cubicBezTo>
                  <ns1:cubicBezTo>
                    <ns1:pt x="46" y="111"/>
                    <ns1:pt x="52" y="99"/>
                    <ns1:pt x="59" y="88"/>
                  </ns1:cubicBezTo>
                  <ns1:cubicBezTo>
                    <ns1:pt x="50" y="79"/>
                    <ns1:pt x="50" y="79"/>
                    <ns1:pt x="50" y="79"/>
                  </ns1:cubicBezTo>
                  <ns1:cubicBezTo>
                    <ns1:pt x="46" y="75"/>
                    <ns1:pt x="46" y="68"/>
                    <ns1:pt x="50" y="64"/>
                  </ns1:cubicBezTo>
                  <ns1:cubicBezTo>
                    <ns1:pt x="64" y="50"/>
                    <ns1:pt x="64" y="50"/>
                    <ns1:pt x="64" y="50"/>
                  </ns1:cubicBezTo>
                  <ns1:cubicBezTo>
                    <ns1:pt x="66" y="48"/>
                    <ns1:pt x="69" y="47"/>
                    <ns1:pt x="72" y="47"/>
                  </ns1:cubicBezTo>
                  <ns1:cubicBezTo>
                    <ns1:pt x="74" y="47"/>
                    <ns1:pt x="77" y="48"/>
                    <ns1:pt x="79" y="50"/>
                  </ns1:cubicBezTo>
                  <ns1:cubicBezTo>
                    <ns1:pt x="88" y="59"/>
                    <ns1:pt x="88" y="59"/>
                    <ns1:pt x="88" y="59"/>
                  </ns1:cubicBezTo>
                  <ns1:cubicBezTo>
                    <ns1:pt x="99" y="52"/>
                    <ns1:pt x="111" y="46"/>
                    <ns1:pt x="124" y="43"/>
                  </ns1:cubicBezTo>
                  <ns1:cubicBezTo>
                    <ns1:pt x="124" y="31"/>
                    <ns1:pt x="124" y="31"/>
                    <ns1:pt x="124" y="31"/>
                  </ns1:cubicBezTo>
                  <ns1:cubicBezTo>
                    <ns1:pt x="124" y="25"/>
                    <ns1:pt x="129" y="21"/>
                    <ns1:pt x="134" y="21"/>
                  </ns1:cubicBezTo>
                  <ns1:cubicBezTo>
                    <ns1:pt x="155" y="21"/>
                    <ns1:pt x="155" y="21"/>
                    <ns1:pt x="155" y="21"/>
                  </ns1:cubicBezTo>
                  <ns1:cubicBezTo>
                    <ns1:pt x="161" y="21"/>
                    <ns1:pt x="165" y="25"/>
                    <ns1:pt x="165" y="31"/>
                  </ns1:cubicBezTo>
                  <ns1:cubicBezTo>
                    <ns1:pt x="165" y="43"/>
                    <ns1:pt x="165" y="43"/>
                    <ns1:pt x="165" y="43"/>
                  </ns1:cubicBezTo>
                  <ns1:cubicBezTo>
                    <ns1:pt x="169" y="44"/>
                    <ns1:pt x="173" y="45"/>
                    <ns1:pt x="177" y="47"/>
                  </ns1:cubicBezTo>
                  <ns1:cubicBezTo>
                    <ns1:pt x="177" y="9"/>
                    <ns1:pt x="177" y="9"/>
                    <ns1:pt x="177" y="9"/>
                  </ns1:cubicBezTo>
                  <ns1:cubicBezTo>
                    <ns1:pt x="171" y="3"/>
                    <ns1:pt x="163" y="0"/>
                    <ns1:pt x="155" y="0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</ns0:grpSp>
      <ns0:grpSp>
        <ns0:nvGrpSpPr>
          <ns0:cNvPr id="67" name="Group 66"/>
          <ns0:cNvGrpSpPr/>
          <ns0:nvPr/>
        </ns0:nvGrpSpPr>
        <ns0:grpSpPr>
          <ns1:xfrm>
            <ns1:off x="4208501" y="376166"/>
            <ns1:ext cx="390728" cy="371822"/>
            <ns1:chOff x="6719888" y="887413"/>
            <ns1:chExt cx="492125" cy="468312"/>
          </ns1:xfrm>
          <ns1:solidFill>
            <ns1:schemeClr val="tx1"/>
          </ns1:solidFill>
        </ns0:grpSpPr>
        <ns0:sp>
          <ns0:nvSpPr>
            <ns0:cNvPr id="68" name="Freeform 13"/>
            <ns0:cNvSpPr>
              <ns1:spLocks noEditPoints="1"/>
            </ns0:cNvSpPr>
            <ns0:nvPr/>
          </ns0:nvSpPr>
          <ns0:spPr bwMode="auto">
            <ns1:xfrm>
              <ns1:off x="6719888" y="887413"/>
              <ns1:ext cx="492125" cy="468312"/>
            </ns1:xfrm>
            <ns1:custGeom>
              <ns1:avLst/>
              <ns1:gdLst>
                <ns1:gd name="T0" fmla="*/ 117 w 128"/>
                <ns1:gd name="T1" fmla="*/ 0 h 122"/>
                <ns1:gd name="T2" fmla="*/ 11 w 128"/>
                <ns1:gd name="T3" fmla="*/ 0 h 122"/>
                <ns1:gd name="T4" fmla="*/ 0 w 128"/>
                <ns1:gd name="T5" fmla="*/ 11 h 122"/>
                <ns1:gd name="T6" fmla="*/ 0 w 128"/>
                <ns1:gd name="T7" fmla="*/ 93 h 122"/>
                <ns1:gd name="T8" fmla="*/ 11 w 128"/>
                <ns1:gd name="T9" fmla="*/ 104 h 122"/>
                <ns1:gd name="T10" fmla="*/ 43 w 128"/>
                <ns1:gd name="T11" fmla="*/ 104 h 122"/>
                <ns1:gd name="T12" fmla="*/ 38 w 128"/>
                <ns1:gd name="T13" fmla="*/ 110 h 122"/>
                <ns1:gd name="T14" fmla="*/ 35 w 128"/>
                <ns1:gd name="T15" fmla="*/ 113 h 122"/>
                <ns1:gd name="T16" fmla="*/ 34 w 128"/>
                <ns1:gd name="T17" fmla="*/ 118 h 122"/>
                <ns1:gd name="T18" fmla="*/ 42 w 128"/>
                <ns1:gd name="T19" fmla="*/ 122 h 122"/>
                <ns1:gd name="T20" fmla="*/ 86 w 128"/>
                <ns1:gd name="T21" fmla="*/ 122 h 122"/>
                <ns1:gd name="T22" fmla="*/ 94 w 128"/>
                <ns1:gd name="T23" fmla="*/ 118 h 122"/>
                <ns1:gd name="T24" fmla="*/ 94 w 128"/>
                <ns1:gd name="T25" fmla="*/ 113 h 122"/>
                <ns1:gd name="T26" fmla="*/ 91 w 128"/>
                <ns1:gd name="T27" fmla="*/ 110 h 122"/>
                <ns1:gd name="T28" fmla="*/ 85 w 128"/>
                <ns1:gd name="T29" fmla="*/ 104 h 122"/>
                <ns1:gd name="T30" fmla="*/ 117 w 128"/>
                <ns1:gd name="T31" fmla="*/ 104 h 122"/>
                <ns1:gd name="T32" fmla="*/ 128 w 128"/>
                <ns1:gd name="T33" fmla="*/ 93 h 122"/>
                <ns1:gd name="T34" fmla="*/ 128 w 128"/>
                <ns1:gd name="T35" fmla="*/ 11 h 122"/>
                <ns1:gd name="T36" fmla="*/ 117 w 128"/>
                <ns1:gd name="T37" fmla="*/ 0 h 122"/>
                <ns1:gd name="T38" fmla="*/ 88 w 128"/>
                <ns1:gd name="T39" fmla="*/ 113 h 122"/>
                <ns1:gd name="T40" fmla="*/ 90 w 128"/>
                <ns1:gd name="T41" fmla="*/ 116 h 122"/>
                <ns1:gd name="T42" fmla="*/ 90 w 128"/>
                <ns1:gd name="T43" fmla="*/ 116 h 122"/>
                <ns1:gd name="T44" fmla="*/ 86 w 128"/>
                <ns1:gd name="T45" fmla="*/ 118 h 122"/>
                <ns1:gd name="T46" fmla="*/ 42 w 128"/>
                <ns1:gd name="T47" fmla="*/ 118 h 122"/>
                <ns1:gd name="T48" fmla="*/ 38 w 128"/>
                <ns1:gd name="T49" fmla="*/ 116 h 122"/>
                <ns1:gd name="T50" fmla="*/ 38 w 128"/>
                <ns1:gd name="T51" fmla="*/ 116 h 122"/>
                <ns1:gd name="T52" fmla="*/ 38 w 128"/>
                <ns1:gd name="T53" fmla="*/ 116 h 122"/>
                <ns1:gd name="T54" fmla="*/ 40 w 128"/>
                <ns1:gd name="T55" fmla="*/ 113 h 122"/>
                <ns1:gd name="T56" fmla="*/ 48 w 128"/>
                <ns1:gd name="T57" fmla="*/ 104 h 122"/>
                <ns1:gd name="T58" fmla="*/ 80 w 128"/>
                <ns1:gd name="T59" fmla="*/ 104 h 122"/>
                <ns1:gd name="T60" fmla="*/ 88 w 128"/>
                <ns1:gd name="T61" fmla="*/ 113 h 122"/>
                <ns1:gd name="T62" fmla="*/ 120 w 128"/>
                <ns1:gd name="T63" fmla="*/ 93 h 122"/>
                <ns1:gd name="T64" fmla="*/ 117 w 128"/>
                <ns1:gd name="T65" fmla="*/ 96 h 122"/>
                <ns1:gd name="T66" fmla="*/ 11 w 128"/>
                <ns1:gd name="T67" fmla="*/ 96 h 122"/>
                <ns1:gd name="T68" fmla="*/ 8 w 128"/>
                <ns1:gd name="T69" fmla="*/ 93 h 122"/>
                <ns1:gd name="T70" fmla="*/ 8 w 128"/>
                <ns1:gd name="T71" fmla="*/ 11 h 122"/>
                <ns1:gd name="T72" fmla="*/ 11 w 128"/>
                <ns1:gd name="T73" fmla="*/ 8 h 122"/>
                <ns1:gd name="T74" fmla="*/ 117 w 128"/>
                <ns1:gd name="T75" fmla="*/ 8 h 122"/>
                <ns1:gd name="T76" fmla="*/ 120 w 128"/>
                <ns1:gd name="T77" fmla="*/ 11 h 122"/>
                <ns1:gd name="T78" fmla="*/ 120 w 128"/>
                <ns1:gd name="T79" fmla="*/ 93 h 122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  <ns1:cxn ang="0">
                  <ns1:pos x="T30" y="T31"/>
                </ns1:cxn>
                <ns1:cxn ang="0">
                  <ns1:pos x="T32" y="T33"/>
                </ns1:cxn>
                <ns1:cxn ang="0">
                  <ns1:pos x="T34" y="T35"/>
                </ns1:cxn>
                <ns1:cxn ang="0">
                  <ns1:pos x="T36" y="T37"/>
                </ns1:cxn>
                <ns1:cxn ang="0">
                  <ns1:pos x="T38" y="T39"/>
                </ns1:cxn>
                <ns1:cxn ang="0">
                  <ns1:pos x="T40" y="T41"/>
                </ns1:cxn>
                <ns1:cxn ang="0">
                  <ns1:pos x="T42" y="T43"/>
                </ns1:cxn>
                <ns1:cxn ang="0">
                  <ns1:pos x="T44" y="T45"/>
                </ns1:cxn>
                <ns1:cxn ang="0">
                  <ns1:pos x="T46" y="T47"/>
                </ns1:cxn>
                <ns1:cxn ang="0">
                  <ns1:pos x="T48" y="T49"/>
                </ns1:cxn>
                <ns1:cxn ang="0">
                  <ns1:pos x="T50" y="T51"/>
                </ns1:cxn>
                <ns1:cxn ang="0">
                  <ns1:pos x="T52" y="T53"/>
                </ns1:cxn>
                <ns1:cxn ang="0">
                  <ns1:pos x="T54" y="T55"/>
                </ns1:cxn>
                <ns1:cxn ang="0">
                  <ns1:pos x="T56" y="T57"/>
                </ns1:cxn>
                <ns1:cxn ang="0">
                  <ns1:pos x="T58" y="T59"/>
                </ns1:cxn>
                <ns1:cxn ang="0">
                  <ns1:pos x="T60" y="T61"/>
                </ns1:cxn>
                <ns1:cxn ang="0">
                  <ns1:pos x="T62" y="T63"/>
                </ns1:cxn>
                <ns1:cxn ang="0">
                  <ns1:pos x="T64" y="T65"/>
                </ns1:cxn>
                <ns1:cxn ang="0">
                  <ns1:pos x="T66" y="T67"/>
                </ns1:cxn>
                <ns1:cxn ang="0">
                  <ns1:pos x="T68" y="T69"/>
                </ns1:cxn>
                <ns1:cxn ang="0">
                  <ns1:pos x="T70" y="T71"/>
                </ns1:cxn>
                <ns1:cxn ang="0">
                  <ns1:pos x="T72" y="T73"/>
                </ns1:cxn>
                <ns1:cxn ang="0">
                  <ns1:pos x="T74" y="T75"/>
                </ns1:cxn>
                <ns1:cxn ang="0">
                  <ns1:pos x="T76" y="T77"/>
                </ns1:cxn>
                <ns1:cxn ang="0">
                  <ns1:pos x="T78" y="T79"/>
                </ns1:cxn>
              </ns1:cxnLst>
              <ns1:rect l="0" t="0" r="r" b="b"/>
              <ns1:pathLst>
                <ns1:path w="128" h="122">
                  <ns1:moveTo>
                    <ns1:pt x="117" y="0"/>
                  </ns1:moveTo>
                  <ns1:cubicBezTo>
                    <ns1:pt x="11" y="0"/>
                    <ns1:pt x="11" y="0"/>
                    <ns1:pt x="11" y="0"/>
                  </ns1:cubicBezTo>
                  <ns1:cubicBezTo>
                    <ns1:pt x="5" y="0"/>
                    <ns1:pt x="0" y="5"/>
                    <ns1:pt x="0" y="11"/>
                  </ns1:cubicBezTo>
                  <ns1:cubicBezTo>
                    <ns1:pt x="0" y="93"/>
                    <ns1:pt x="0" y="93"/>
                    <ns1:pt x="0" y="93"/>
                  </ns1:cubicBezTo>
                  <ns1:cubicBezTo>
                    <ns1:pt x="0" y="99"/>
                    <ns1:pt x="5" y="104"/>
                    <ns1:pt x="11" y="104"/>
                  </ns1:cubicBezTo>
                  <ns1:cubicBezTo>
                    <ns1:pt x="43" y="104"/>
                    <ns1:pt x="43" y="104"/>
                    <ns1:pt x="43" y="104"/>
                  </ns1:cubicBezTo>
                  <ns1:cubicBezTo>
                    <ns1:pt x="42" y="106"/>
                    <ns1:pt x="39" y="109"/>
                    <ns1:pt x="38" y="110"/>
                  </ns1:cubicBezTo>
                  <ns1:cubicBezTo>
                    <ns1:pt x="36" y="111"/>
                    <ns1:pt x="35" y="112"/>
                    <ns1:pt x="35" y="113"/>
                  </ns1:cubicBezTo>
                  <ns1:cubicBezTo>
                    <ns1:pt x="34" y="114"/>
                    <ns1:pt x="33" y="116"/>
                    <ns1:pt x="34" y="118"/>
                  </ns1:cubicBezTo>
                  <ns1:cubicBezTo>
                    <ns1:pt x="35" y="120"/>
                    <ns1:pt x="37" y="122"/>
                    <ns1:pt x="42" y="122"/>
                  </ns1:cubicBezTo>
                  <ns1:cubicBezTo>
                    <ns1:pt x="86" y="122"/>
                    <ns1:pt x="86" y="122"/>
                    <ns1:pt x="86" y="122"/>
                  </ns1:cubicBezTo>
                  <ns1:cubicBezTo>
                    <ns1:pt x="91" y="122"/>
                    <ns1:pt x="93" y="120"/>
                    <ns1:pt x="94" y="118"/>
                  </ns1:cubicBezTo>
                  <ns1:cubicBezTo>
                    <ns1:pt x="95" y="116"/>
                    <ns1:pt x="95" y="114"/>
                    <ns1:pt x="94" y="113"/>
                  </ns1:cubicBezTo>
                  <ns1:cubicBezTo>
                    <ns1:pt x="93" y="112"/>
                    <ns1:pt x="92" y="111"/>
                    <ns1:pt x="91" y="110"/>
                  </ns1:cubicBezTo>
                  <ns1:cubicBezTo>
                    <ns1:pt x="89" y="109"/>
                    <ns1:pt x="87" y="106"/>
                    <ns1:pt x="85" y="104"/>
                  </ns1:cubicBezTo>
                  <ns1:cubicBezTo>
                    <ns1:pt x="117" y="104"/>
                    <ns1:pt x="117" y="104"/>
                    <ns1:pt x="117" y="104"/>
                  </ns1:cubicBezTo>
                  <ns1:cubicBezTo>
                    <ns1:pt x="123" y="104"/>
                    <ns1:pt x="128" y="99"/>
                    <ns1:pt x="128" y="93"/>
                  </ns1:cubicBezTo>
                  <ns1:cubicBezTo>
                    <ns1:pt x="128" y="11"/>
                    <ns1:pt x="128" y="11"/>
                    <ns1:pt x="128" y="11"/>
                  </ns1:cubicBezTo>
                  <ns1:cubicBezTo>
                    <ns1:pt x="128" y="5"/>
                    <ns1:pt x="123" y="0"/>
                    <ns1:pt x="117" y="0"/>
                  </ns1:cubicBezTo>
                  <ns1:close/>
                  <ns1:moveTo>
                    <ns1:pt x="88" y="113"/>
                  </ns1:moveTo>
                  <ns1:cubicBezTo>
                    <ns1:pt x="89" y="114"/>
                    <ns1:pt x="90" y="115"/>
                    <ns1:pt x="90" y="116"/>
                  </ns1:cubicBezTo>
                  <ns1:cubicBezTo>
                    <ns1:pt x="90" y="116"/>
                    <ns1:pt x="91" y="116"/>
                    <ns1:pt x="90" y="116"/>
                  </ns1:cubicBezTo>
                  <ns1:cubicBezTo>
                    <ns1:pt x="90" y="117"/>
                    <ns1:pt x="88" y="118"/>
                    <ns1:pt x="86" y="118"/>
                  </ns1:cubicBezTo>
                  <ns1:cubicBezTo>
                    <ns1:pt x="42" y="118"/>
                    <ns1:pt x="42" y="118"/>
                    <ns1:pt x="42" y="118"/>
                  </ns1:cubicBezTo>
                  <ns1:cubicBezTo>
                    <ns1:pt x="40" y="118"/>
                    <ns1:pt x="38" y="117"/>
                    <ns1:pt x="38" y="116"/>
                  </ns1:cubicBezTo>
                  <ns1:cubicBezTo>
                    <ns1:pt x="38" y="116"/>
                    <ns1:pt x="38" y="116"/>
                    <ns1:pt x="38" y="116"/>
                  </ns1:cubicBezTo>
                  <ns1:cubicBezTo>
                    <ns1:pt x="38" y="116"/>
                    <ns1:pt x="38" y="116"/>
                    <ns1:pt x="38" y="116"/>
                  </ns1:cubicBezTo>
                  <ns1:cubicBezTo>
                    <ns1:pt x="38" y="115"/>
                    <ns1:pt x="39" y="114"/>
                    <ns1:pt x="40" y="113"/>
                  </ns1:cubicBezTo>
                  <ns1:cubicBezTo>
                    <ns1:pt x="44" y="109"/>
                    <ns1:pt x="47" y="106"/>
                    <ns1:pt x="48" y="104"/>
                  </ns1:cubicBezTo>
                  <ns1:cubicBezTo>
                    <ns1:pt x="80" y="104"/>
                    <ns1:pt x="80" y="104"/>
                    <ns1:pt x="80" y="104"/>
                  </ns1:cubicBezTo>
                  <ns1:cubicBezTo>
                    <ns1:pt x="82" y="106"/>
                    <ns1:pt x="84" y="109"/>
                    <ns1:pt x="88" y="113"/>
                  </ns1:cubicBezTo>
                  <ns1:close/>
                  <ns1:moveTo>
                    <ns1:pt x="120" y="93"/>
                  </ns1:moveTo>
                  <ns1:cubicBezTo>
                    <ns1:pt x="120" y="95"/>
                    <ns1:pt x="119" y="96"/>
                    <ns1:pt x="117" y="96"/>
                  </ns1:cubicBezTo>
                  <ns1:cubicBezTo>
                    <ns1:pt x="11" y="96"/>
                    <ns1:pt x="11" y="96"/>
                    <ns1:pt x="11" y="96"/>
                  </ns1:cubicBezTo>
                  <ns1:cubicBezTo>
                    <ns1:pt x="9" y="96"/>
                    <ns1:pt x="8" y="95"/>
                    <ns1:pt x="8" y="93"/>
                  </ns1:cubicBezTo>
                  <ns1:cubicBezTo>
                    <ns1:pt x="8" y="11"/>
                    <ns1:pt x="8" y="11"/>
                    <ns1:pt x="8" y="11"/>
                  </ns1:cubicBezTo>
                  <ns1:cubicBezTo>
                    <ns1:pt x="8" y="9"/>
                    <ns1:pt x="9" y="8"/>
                    <ns1:pt x="11" y="8"/>
                  </ns1:cubicBezTo>
                  <ns1:cubicBezTo>
                    <ns1:pt x="117" y="8"/>
                    <ns1:pt x="117" y="8"/>
                    <ns1:pt x="117" y="8"/>
                  </ns1:cubicBezTo>
                  <ns1:cubicBezTo>
                    <ns1:pt x="119" y="8"/>
                    <ns1:pt x="120" y="9"/>
                    <ns1:pt x="120" y="11"/>
                  </ns1:cubicBezTo>
                  <ns1:lnTo>
                    <ns1:pt x="120" y="93"/>
                  </ns1:ln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69" name="Freeform 14"/>
            <ns0:cNvSpPr>
              <ns1:spLocks noEditPoints="1"/>
            </ns0:cNvSpPr>
            <ns0:nvPr/>
          </ns0:nvSpPr>
          <ns0:spPr bwMode="auto">
            <ns1:xfrm>
              <ns1:off x="6781801" y="947738"/>
              <ns1:ext cx="368300" cy="247650"/>
            </ns1:xfrm>
            <ns1:custGeom>
              <ns1:avLst/>
              <ns1:gdLst>
                <ns1:gd name="T0" fmla="*/ 89 w 96"/>
                <ns1:gd name="T1" fmla="*/ 0 h 64"/>
                <ns1:gd name="T2" fmla="*/ 7 w 96"/>
                <ns1:gd name="T3" fmla="*/ 0 h 64"/>
                <ns1:gd name="T4" fmla="*/ 0 w 96"/>
                <ns1:gd name="T5" fmla="*/ 7 h 64"/>
                <ns1:gd name="T6" fmla="*/ 0 w 96"/>
                <ns1:gd name="T7" fmla="*/ 57 h 64"/>
                <ns1:gd name="T8" fmla="*/ 7 w 96"/>
                <ns1:gd name="T9" fmla="*/ 64 h 64"/>
                <ns1:gd name="T10" fmla="*/ 89 w 96"/>
                <ns1:gd name="T11" fmla="*/ 64 h 64"/>
                <ns1:gd name="T12" fmla="*/ 96 w 96"/>
                <ns1:gd name="T13" fmla="*/ 57 h 64"/>
                <ns1:gd name="T14" fmla="*/ 96 w 96"/>
                <ns1:gd name="T15" fmla="*/ 7 h 64"/>
                <ns1:gd name="T16" fmla="*/ 89 w 96"/>
                <ns1:gd name="T17" fmla="*/ 0 h 64"/>
                <ns1:gd name="T18" fmla="*/ 92 w 96"/>
                <ns1:gd name="T19" fmla="*/ 57 h 64"/>
                <ns1:gd name="T20" fmla="*/ 89 w 96"/>
                <ns1:gd name="T21" fmla="*/ 60 h 64"/>
                <ns1:gd name="T22" fmla="*/ 7 w 96"/>
                <ns1:gd name="T23" fmla="*/ 60 h 64"/>
                <ns1:gd name="T24" fmla="*/ 4 w 96"/>
                <ns1:gd name="T25" fmla="*/ 57 h 64"/>
                <ns1:gd name="T26" fmla="*/ 4 w 96"/>
                <ns1:gd name="T27" fmla="*/ 7 h 64"/>
                <ns1:gd name="T28" fmla="*/ 7 w 96"/>
                <ns1:gd name="T29" fmla="*/ 4 h 64"/>
                <ns1:gd name="T30" fmla="*/ 89 w 96"/>
                <ns1:gd name="T31" fmla="*/ 4 h 64"/>
                <ns1:gd name="T32" fmla="*/ 92 w 96"/>
                <ns1:gd name="T33" fmla="*/ 7 h 64"/>
                <ns1:gd name="T34" fmla="*/ 92 w 96"/>
                <ns1:gd name="T35" fmla="*/ 57 h 64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  <ns1:cxn ang="0">
                  <ns1:pos x="T30" y="T31"/>
                </ns1:cxn>
                <ns1:cxn ang="0">
                  <ns1:pos x="T32" y="T33"/>
                </ns1:cxn>
                <ns1:cxn ang="0">
                  <ns1:pos x="T34" y="T35"/>
                </ns1:cxn>
              </ns1:cxnLst>
              <ns1:rect l="0" t="0" r="r" b="b"/>
              <ns1:pathLst>
                <ns1:path w="96" h="64">
                  <ns1:moveTo>
                    <ns1:pt x="89" y="0"/>
                  </ns1:moveTo>
                  <ns1:cubicBezTo>
                    <ns1:pt x="7" y="0"/>
                    <ns1:pt x="7" y="0"/>
                    <ns1:pt x="7" y="0"/>
                  </ns1:cubicBezTo>
                  <ns1:cubicBezTo>
                    <ns1:pt x="3" y="0"/>
                    <ns1:pt x="0" y="3"/>
                    <ns1:pt x="0" y="7"/>
                  </ns1:cubicBezTo>
                  <ns1:cubicBezTo>
                    <ns1:pt x="0" y="57"/>
                    <ns1:pt x="0" y="57"/>
                    <ns1:pt x="0" y="57"/>
                  </ns1:cubicBezTo>
                  <ns1:cubicBezTo>
                    <ns1:pt x="0" y="61"/>
                    <ns1:pt x="3" y="64"/>
                    <ns1:pt x="7" y="64"/>
                  </ns1:cubicBezTo>
                  <ns1:cubicBezTo>
                    <ns1:pt x="89" y="64"/>
                    <ns1:pt x="89" y="64"/>
                    <ns1:pt x="89" y="64"/>
                  </ns1:cubicBezTo>
                  <ns1:cubicBezTo>
                    <ns1:pt x="93" y="64"/>
                    <ns1:pt x="96" y="61"/>
                    <ns1:pt x="96" y="57"/>
                  </ns1:cubicBezTo>
                  <ns1:cubicBezTo>
                    <ns1:pt x="96" y="7"/>
                    <ns1:pt x="96" y="7"/>
                    <ns1:pt x="96" y="7"/>
                  </ns1:cubicBezTo>
                  <ns1:cubicBezTo>
                    <ns1:pt x="96" y="3"/>
                    <ns1:pt x="93" y="0"/>
                    <ns1:pt x="89" y="0"/>
                  </ns1:cubicBezTo>
                  <ns1:close/>
                  <ns1:moveTo>
                    <ns1:pt x="92" y="57"/>
                  </ns1:moveTo>
                  <ns1:cubicBezTo>
                    <ns1:pt x="92" y="59"/>
                    <ns1:pt x="91" y="60"/>
                    <ns1:pt x="89" y="60"/>
                  </ns1:cubicBezTo>
                  <ns1:cubicBezTo>
                    <ns1:pt x="7" y="60"/>
                    <ns1:pt x="7" y="60"/>
                    <ns1:pt x="7" y="60"/>
                  </ns1:cubicBezTo>
                  <ns1:cubicBezTo>
                    <ns1:pt x="5" y="60"/>
                    <ns1:pt x="4" y="59"/>
                    <ns1:pt x="4" y="57"/>
                  </ns1:cubicBezTo>
                  <ns1:cubicBezTo>
                    <ns1:pt x="4" y="7"/>
                    <ns1:pt x="4" y="7"/>
                    <ns1:pt x="4" y="7"/>
                  </ns1:cubicBezTo>
                  <ns1:cubicBezTo>
                    <ns1:pt x="4" y="5"/>
                    <ns1:pt x="5" y="4"/>
                    <ns1:pt x="7" y="4"/>
                  </ns1:cubicBezTo>
                  <ns1:cubicBezTo>
                    <ns1:pt x="89" y="4"/>
                    <ns1:pt x="89" y="4"/>
                    <ns1:pt x="89" y="4"/>
                  </ns1:cubicBezTo>
                  <ns1:cubicBezTo>
                    <ns1:pt x="91" y="4"/>
                    <ns1:pt x="92" y="5"/>
                    <ns1:pt x="92" y="7"/>
                  </ns1:cubicBezTo>
                  <ns1:lnTo>
                    <ns1:pt x="92" y="57"/>
                  </ns1:ln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70" name="Freeform 15"/>
            <ns0:cNvSpPr>
              <ns1:spLocks noEditPoints="1"/>
            </ns0:cNvSpPr>
            <ns0:nvPr/>
          </ns0:nvSpPr>
          <ns0:spPr bwMode="auto">
            <ns1:xfrm>
              <ns1:off x="6943726" y="1201738"/>
              <ns1:ext cx="46038" cy="47625"/>
            </ns1:xfrm>
            <ns1:custGeom>
              <ns1:avLst/>
              <ns1:gdLst>
                <ns1:gd name="T0" fmla="*/ 6 w 12"/>
                <ns1:gd name="T1" fmla="*/ 0 h 12"/>
                <ns1:gd name="T2" fmla="*/ 0 w 12"/>
                <ns1:gd name="T3" fmla="*/ 6 h 12"/>
                <ns1:gd name="T4" fmla="*/ 6 w 12"/>
                <ns1:gd name="T5" fmla="*/ 12 h 12"/>
                <ns1:gd name="T6" fmla="*/ 12 w 12"/>
                <ns1:gd name="T7" fmla="*/ 6 h 12"/>
                <ns1:gd name="T8" fmla="*/ 6 w 12"/>
                <ns1:gd name="T9" fmla="*/ 0 h 12"/>
                <ns1:gd name="T10" fmla="*/ 6 w 12"/>
                <ns1:gd name="T11" fmla="*/ 8 h 12"/>
                <ns1:gd name="T12" fmla="*/ 4 w 12"/>
                <ns1:gd name="T13" fmla="*/ 6 h 12"/>
                <ns1:gd name="T14" fmla="*/ 6 w 12"/>
                <ns1:gd name="T15" fmla="*/ 4 h 12"/>
                <ns1:gd name="T16" fmla="*/ 8 w 12"/>
                <ns1:gd name="T17" fmla="*/ 6 h 12"/>
                <ns1:gd name="T18" fmla="*/ 6 w 12"/>
                <ns1:gd name="T19" fmla="*/ 8 h 12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</ns1:cxnLst>
              <ns1:rect l="0" t="0" r="r" b="b"/>
              <ns1:pathLst>
                <ns1:path w="12" h="12">
                  <ns1:moveTo>
                    <ns1:pt x="6" y="0"/>
                  </ns1:moveTo>
                  <ns1:cubicBezTo>
                    <ns1:pt x="3" y="0"/>
                    <ns1:pt x="0" y="3"/>
                    <ns1:pt x="0" y="6"/>
                  </ns1:cubicBezTo>
                  <ns1:cubicBezTo>
                    <ns1:pt x="0" y="9"/>
                    <ns1:pt x="3" y="12"/>
                    <ns1:pt x="6" y="12"/>
                  </ns1:cubicBezTo>
                  <ns1:cubicBezTo>
                    <ns1:pt x="9" y="12"/>
                    <ns1:pt x="12" y="9"/>
                    <ns1:pt x="12" y="6"/>
                  </ns1:cubicBezTo>
                  <ns1:cubicBezTo>
                    <ns1:pt x="12" y="3"/>
                    <ns1:pt x="9" y="0"/>
                    <ns1:pt x="6" y="0"/>
                  </ns1:cubicBezTo>
                  <ns1:close/>
                  <ns1:moveTo>
                    <ns1:pt x="6" y="8"/>
                  </ns1:moveTo>
                  <ns1:cubicBezTo>
                    <ns1:pt x="5" y="8"/>
                    <ns1:pt x="4" y="7"/>
                    <ns1:pt x="4" y="6"/>
                  </ns1:cubicBezTo>
                  <ns1:cubicBezTo>
                    <ns1:pt x="4" y="5"/>
                    <ns1:pt x="5" y="4"/>
                    <ns1:pt x="6" y="4"/>
                  </ns1:cubicBezTo>
                  <ns1:cubicBezTo>
                    <ns1:pt x="7" y="4"/>
                    <ns1:pt x="8" y="5"/>
                    <ns1:pt x="8" y="6"/>
                  </ns1:cubicBezTo>
                  <ns1:cubicBezTo>
                    <ns1:pt x="8" y="7"/>
                    <ns1:pt x="7" y="8"/>
                    <ns1:pt x="6" y="8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71" name="Freeform 16"/>
            <ns0:cNvSpPr>
              <ns1:spLocks/>
            </ns0:cNvSpPr>
            <ns0:nvPr/>
          </ns0:nvSpPr>
          <ns0:spPr bwMode="auto">
            <ns1:xfrm>
              <ns1:off x="6881813" y="1044575"/>
              <ns1:ext cx="61913" cy="65087"/>
            </ns1:xfrm>
            <ns1:custGeom>
              <ns1:avLst/>
              <ns1:gdLst>
                <ns1:gd name="T0" fmla="*/ 0 w 39"/>
                <ns1:gd name="T1" fmla="*/ 24 h 41"/>
                <ns1:gd name="T2" fmla="*/ 39 w 39"/>
                <ns1:gd name="T3" fmla="*/ 41 h 41"/>
                <ns1:gd name="T4" fmla="*/ 39 w 39"/>
                <ns1:gd name="T5" fmla="*/ 32 h 41"/>
                <ns1:gd name="T6" fmla="*/ 12 w 39"/>
                <ns1:gd name="T7" fmla="*/ 19 h 41"/>
                <ns1:gd name="T8" fmla="*/ 39 w 39"/>
                <ns1:gd name="T9" fmla="*/ 10 h 41"/>
                <ns1:gd name="T10" fmla="*/ 39 w 39"/>
                <ns1:gd name="T11" fmla="*/ 0 h 41"/>
                <ns1:gd name="T12" fmla="*/ 0 w 39"/>
                <ns1:gd name="T13" fmla="*/ 17 h 41"/>
                <ns1:gd name="T14" fmla="*/ 0 w 39"/>
                <ns1:gd name="T15" fmla="*/ 24 h 41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</ns1:cxnLst>
              <ns1:rect l="0" t="0" r="r" b="b"/>
              <ns1:pathLst>
                <ns1:path w="39" h="41">
                  <ns1:moveTo>
                    <ns1:pt x="0" y="24"/>
                  </ns1:moveTo>
                  <ns1:lnTo>
                    <ns1:pt x="39" y="41"/>
                  </ns1:lnTo>
                  <ns1:lnTo>
                    <ns1:pt x="39" y="32"/>
                  </ns1:lnTo>
                  <ns1:lnTo>
                    <ns1:pt x="12" y="19"/>
                  </ns1:lnTo>
                  <ns1:lnTo>
                    <ns1:pt x="39" y="10"/>
                  </ns1:lnTo>
                  <ns1:lnTo>
                    <ns1:pt x="39" y="0"/>
                  </ns1:lnTo>
                  <ns1:lnTo>
                    <ns1:pt x="0" y="17"/>
                  </ns1:lnTo>
                  <ns1:lnTo>
                    <ns1:pt x="0" y="24"/>
                  </ns1:ln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72" name="Freeform 17"/>
            <ns0:cNvSpPr>
              <ns1:spLocks/>
            </ns0:cNvSpPr>
            <ns0:nvPr/>
          </ns0:nvSpPr>
          <ns0:spPr bwMode="auto">
            <ns1:xfrm>
              <ns1:off x="6950076" y="1033463"/>
              <ns1:ext cx="31750" cy="87312"/>
            </ns1:xfrm>
            <ns1:custGeom>
              <ns1:avLst/>
              <ns1:gdLst>
                <ns1:gd name="T0" fmla="*/ 7 w 8"/>
                <ns1:gd name="T1" fmla="*/ 0 h 23"/>
                <ns1:gd name="T2" fmla="*/ 5 w 8"/>
                <ns1:gd name="T3" fmla="*/ 0 h 23"/>
                <ns1:gd name="T4" fmla="*/ 5 w 8"/>
                <ns1:gd name="T5" fmla="*/ 2 h 23"/>
                <ns1:gd name="T6" fmla="*/ 0 w 8"/>
                <ns1:gd name="T7" fmla="*/ 20 h 23"/>
                <ns1:gd name="T8" fmla="*/ 0 w 8"/>
                <ns1:gd name="T9" fmla="*/ 22 h 23"/>
                <ns1:gd name="T10" fmla="*/ 2 w 8"/>
                <ns1:gd name="T11" fmla="*/ 23 h 23"/>
                <ns1:gd name="T12" fmla="*/ 3 w 8"/>
                <ns1:gd name="T13" fmla="*/ 23 h 23"/>
                <ns1:gd name="T14" fmla="*/ 3 w 8"/>
                <ns1:gd name="T15" fmla="*/ 22 h 23"/>
                <ns1:gd name="T16" fmla="*/ 4 w 8"/>
                <ns1:gd name="T17" fmla="*/ 21 h 23"/>
                <ns1:gd name="T18" fmla="*/ 8 w 8"/>
                <ns1:gd name="T19" fmla="*/ 3 h 23"/>
                <ns1:gd name="T20" fmla="*/ 8 w 8"/>
                <ns1:gd name="T21" fmla="*/ 1 h 23"/>
                <ns1:gd name="T22" fmla="*/ 8 w 8"/>
                <ns1:gd name="T23" fmla="*/ 0 h 23"/>
                <ns1:gd name="T24" fmla="*/ 7 w 8"/>
                <ns1:gd name="T25" fmla="*/ 0 h 23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</ns1:cxnLst>
              <ns1:rect l="0" t="0" r="r" b="b"/>
              <ns1:pathLst>
                <ns1:path w="8" h="23">
                  <ns1:moveTo>
                    <ns1:pt x="7" y="0"/>
                  </ns1:moveTo>
                  <ns1:cubicBezTo>
                    <ns1:pt x="6" y="0"/>
                    <ns1:pt x="6" y="0"/>
                    <ns1:pt x="5" y="0"/>
                  </ns1:cubicBezTo>
                  <ns1:cubicBezTo>
                    <ns1:pt x="5" y="0"/>
                    <ns1:pt x="5" y="1"/>
                    <ns1:pt x="5" y="2"/>
                  </ns1:cubicBezTo>
                  <ns1:cubicBezTo>
                    <ns1:pt x="0" y="20"/>
                    <ns1:pt x="0" y="20"/>
                    <ns1:pt x="0" y="20"/>
                  </ns1:cubicBezTo>
                  <ns1:cubicBezTo>
                    <ns1:pt x="0" y="21"/>
                    <ns1:pt x="0" y="22"/>
                    <ns1:pt x="0" y="22"/>
                  </ns1:cubicBezTo>
                  <ns1:cubicBezTo>
                    <ns1:pt x="0" y="23"/>
                    <ns1:pt x="1" y="23"/>
                    <ns1:pt x="2" y="23"/>
                  </ns1:cubicBezTo>
                  <ns1:cubicBezTo>
                    <ns1:pt x="2" y="23"/>
                    <ns1:pt x="2" y="23"/>
                    <ns1:pt x="3" y="23"/>
                  </ns1:cubicBezTo>
                  <ns1:cubicBezTo>
                    <ns1:pt x="3" y="23"/>
                    <ns1:pt x="3" y="22"/>
                    <ns1:pt x="3" y="22"/>
                  </ns1:cubicBezTo>
                  <ns1:cubicBezTo>
                    <ns1:pt x="3" y="22"/>
                    <ns1:pt x="3" y="21"/>
                    <ns1:pt x="4" y="21"/>
                  </ns1:cubicBezTo>
                  <ns1:cubicBezTo>
                    <ns1:pt x="8" y="3"/>
                    <ns1:pt x="8" y="3"/>
                    <ns1:pt x="8" y="3"/>
                  </ns1:cubicBezTo>
                  <ns1:cubicBezTo>
                    <ns1:pt x="8" y="2"/>
                    <ns1:pt x="8" y="1"/>
                    <ns1:pt x="8" y="1"/>
                  </ns1:cubicBezTo>
                  <ns1:cubicBezTo>
                    <ns1:pt x="8" y="0"/>
                    <ns1:pt x="8" y="0"/>
                    <ns1:pt x="8" y="0"/>
                  </ns1:cubicBezTo>
                  <ns1:cubicBezTo>
                    <ns1:pt x="8" y="0"/>
                    <ns1:pt x="7" y="0"/>
                    <ns1:pt x="7" y="0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73" name="Freeform 18"/>
            <ns0:cNvSpPr>
              <ns1:spLocks/>
            </ns0:cNvSpPr>
            <ns0:nvPr/>
          </ns0:nvSpPr>
          <ns0:spPr bwMode="auto">
            <ns1:xfrm>
              <ns1:off x="6989763" y="1044575"/>
              <ns1:ext cx="60325" cy="65087"/>
            </ns1:xfrm>
            <ns1:custGeom>
              <ns1:avLst/>
              <ns1:gdLst>
                <ns1:gd name="T0" fmla="*/ 0 w 38"/>
                <ns1:gd name="T1" fmla="*/ 10 h 41"/>
                <ns1:gd name="T2" fmla="*/ 26 w 38"/>
                <ns1:gd name="T3" fmla="*/ 19 h 41"/>
                <ns1:gd name="T4" fmla="*/ 0 w 38"/>
                <ns1:gd name="T5" fmla="*/ 32 h 41"/>
                <ns1:gd name="T6" fmla="*/ 0 w 38"/>
                <ns1:gd name="T7" fmla="*/ 41 h 41"/>
                <ns1:gd name="T8" fmla="*/ 38 w 38"/>
                <ns1:gd name="T9" fmla="*/ 24 h 41"/>
                <ns1:gd name="T10" fmla="*/ 38 w 38"/>
                <ns1:gd name="T11" fmla="*/ 17 h 41"/>
                <ns1:gd name="T12" fmla="*/ 0 w 38"/>
                <ns1:gd name="T13" fmla="*/ 0 h 41"/>
                <ns1:gd name="T14" fmla="*/ 0 w 38"/>
                <ns1:gd name="T15" fmla="*/ 10 h 41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</ns1:cxnLst>
              <ns1:rect l="0" t="0" r="r" b="b"/>
              <ns1:pathLst>
                <ns1:path w="38" h="41">
                  <ns1:moveTo>
                    <ns1:pt x="0" y="10"/>
                  </ns1:moveTo>
                  <ns1:lnTo>
                    <ns1:pt x="26" y="19"/>
                  </ns1:lnTo>
                  <ns1:lnTo>
                    <ns1:pt x="0" y="32"/>
                  </ns1:lnTo>
                  <ns1:lnTo>
                    <ns1:pt x="0" y="41"/>
                  </ns1:lnTo>
                  <ns1:lnTo>
                    <ns1:pt x="38" y="24"/>
                  </ns1:lnTo>
                  <ns1:lnTo>
                    <ns1:pt x="38" y="17"/>
                  </ns1:lnTo>
                  <ns1:lnTo>
                    <ns1:pt x="0" y="0"/>
                  </ns1:lnTo>
                  <ns1:lnTo>
                    <ns1:pt x="0" y="10"/>
                  </ns1:ln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</ns0:grpSp>
      <ns0:grpSp>
        <ns0:nvGrpSpPr>
          <ns0:cNvPr id="74" name="Group 73"/>
          <ns0:cNvGrpSpPr/>
          <ns0:nvPr/>
        </ns0:nvGrpSpPr>
        <ns0:grpSpPr>
          <ns1:xfrm>
            <ns1:off x="3188414" y="2849734"/>
            <ns1:ext cx="441736" cy="442490"/>
            <ns1:chOff x="7456488" y="5027613"/>
            <ns1:chExt cx="930275" cy="931862"/>
          </ns1:xfrm>
          <ns1:solidFill>
            <ns1:schemeClr val="tx1"/>
          </ns1:solidFill>
        </ns0:grpSpPr>
        <ns0:sp>
          <ns0:nvSpPr>
            <ns0:cNvPr id="75" name="Freeform 5"/>
            <ns0:cNvSpPr>
              <ns1:spLocks noEditPoints="1"/>
            </ns0:cNvSpPr>
            <ns0:nvPr/>
          </ns0:nvSpPr>
          <ns0:spPr bwMode="auto">
            <ns1:xfrm>
              <ns1:off x="7456488" y="5183188"/>
              <ns1:ext cx="744538" cy="776287"/>
            </ns1:xfrm>
            <ns1:custGeom>
              <ns1:avLst/>
              <ns1:gdLst>
                <ns1:gd name="T0" fmla="*/ 134 w 196"/>
                <ns1:gd name="T1" fmla="*/ 204 h 204"/>
                <ns1:gd name="T2" fmla="*/ 128 w 196"/>
                <ns1:gd name="T3" fmla="*/ 180 h 204"/>
                <ns1:gd name="T4" fmla="*/ 16 w 196"/>
                <ns1:gd name="T5" fmla="*/ 174 h 204"/>
                <ns1:gd name="T6" fmla="*/ 6 w 196"/>
                <ns1:gd name="T7" fmla="*/ 68 h 204"/>
                <ns1:gd name="T8" fmla="*/ 0 w 196"/>
                <ns1:gd name="T9" fmla="*/ 30 h 204"/>
                <ns1:gd name="T10" fmla="*/ 16 w 196"/>
                <ns1:gd name="T11" fmla="*/ 24 h 204"/>
                <ns1:gd name="T12" fmla="*/ 22 w 196"/>
                <ns1:gd name="T13" fmla="*/ 0 h 204"/>
                <ns1:gd name="T14" fmla="*/ 60 w 196"/>
                <ns1:gd name="T15" fmla="*/ 6 h 204"/>
                <ns1:gd name="T16" fmla="*/ 166 w 196"/>
                <ns1:gd name="T17" fmla="*/ 24 h 204"/>
                <ns1:gd name="T18" fmla="*/ 172 w 196"/>
                <ns1:gd name="T19" fmla="*/ 136 h 204"/>
                <ns1:gd name="T20" fmla="*/ 196 w 196"/>
                <ns1:gd name="T21" fmla="*/ 142 h 204"/>
                <ns1:gd name="T22" fmla="*/ 190 w 196"/>
                <ns1:gd name="T23" fmla="*/ 180 h 204"/>
                <ns1:gd name="T24" fmla="*/ 172 w 196"/>
                <ns1:gd name="T25" fmla="*/ 198 h 204"/>
                <ns1:gd name="T26" fmla="*/ 140 w 196"/>
                <ns1:gd name="T27" fmla="*/ 192 h 204"/>
                <ns1:gd name="T28" fmla="*/ 160 w 196"/>
                <ns1:gd name="T29" fmla="*/ 174 h 204"/>
                <ns1:gd name="T30" fmla="*/ 184 w 196"/>
                <ns1:gd name="T31" fmla="*/ 168 h 204"/>
                <ns1:gd name="T32" fmla="*/ 166 w 196"/>
                <ns1:gd name="T33" fmla="*/ 148 h 204"/>
                <ns1:gd name="T34" fmla="*/ 160 w 196"/>
                <ns1:gd name="T35" fmla="*/ 36 h 204"/>
                <ns1:gd name="T36" fmla="*/ 48 w 196"/>
                <ns1:gd name="T37" fmla="*/ 30 h 204"/>
                <ns1:gd name="T38" fmla="*/ 28 w 196"/>
                <ns1:gd name="T39" fmla="*/ 12 h 204"/>
                <ns1:gd name="T40" fmla="*/ 22 w 196"/>
                <ns1:gd name="T41" fmla="*/ 36 h 204"/>
                <ns1:gd name="T42" fmla="*/ 12 w 196"/>
                <ns1:gd name="T43" fmla="*/ 56 h 204"/>
                <ns1:gd name="T44" fmla="*/ 28 w 196"/>
                <ns1:gd name="T45" fmla="*/ 62 h 204"/>
                <ns1:gd name="T46" fmla="*/ 134 w 196"/>
                <ns1:gd name="T47" fmla="*/ 168 h 204"/>
                <ns1:gd name="T48" fmla="*/ 140 w 196"/>
                <ns1:gd name="T49" fmla="*/ 192 h 204"/>
                <ns1:gd name="T50" fmla="*/ 54 w 196"/>
                <ns1:gd name="T51" fmla="*/ 148 h 204"/>
                <ns1:gd name="T52" fmla="*/ 48 w 196"/>
                <ns1:gd name="T53" fmla="*/ 62 h 204"/>
                <ns1:gd name="T54" fmla="*/ 134 w 196"/>
                <ns1:gd name="T55" fmla="*/ 56 h 204"/>
                <ns1:gd name="T56" fmla="*/ 140 w 196"/>
                <ns1:gd name="T57" fmla="*/ 142 h 204"/>
                <ns1:gd name="T58" fmla="*/ 60 w 196"/>
                <ns1:gd name="T59" fmla="*/ 136 h 204"/>
                <ns1:gd name="T60" fmla="*/ 128 w 196"/>
                <ns1:gd name="T61" fmla="*/ 68 h 204"/>
                <ns1:gd name="T62" fmla="*/ 60 w 196"/>
                <ns1:gd name="T63" fmla="*/ 136 h 204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  <ns1:cxn ang="0">
                  <ns1:pos x="T30" y="T31"/>
                </ns1:cxn>
                <ns1:cxn ang="0">
                  <ns1:pos x="T32" y="T33"/>
                </ns1:cxn>
                <ns1:cxn ang="0">
                  <ns1:pos x="T34" y="T35"/>
                </ns1:cxn>
                <ns1:cxn ang="0">
                  <ns1:pos x="T36" y="T37"/>
                </ns1:cxn>
                <ns1:cxn ang="0">
                  <ns1:pos x="T38" y="T39"/>
                </ns1:cxn>
                <ns1:cxn ang="0">
                  <ns1:pos x="T40" y="T41"/>
                </ns1:cxn>
                <ns1:cxn ang="0">
                  <ns1:pos x="T42" y="T43"/>
                </ns1:cxn>
                <ns1:cxn ang="0">
                  <ns1:pos x="T44" y="T45"/>
                </ns1:cxn>
                <ns1:cxn ang="0">
                  <ns1:pos x="T46" y="T47"/>
                </ns1:cxn>
                <ns1:cxn ang="0">
                  <ns1:pos x="T48" y="T49"/>
                </ns1:cxn>
                <ns1:cxn ang="0">
                  <ns1:pos x="T50" y="T51"/>
                </ns1:cxn>
                <ns1:cxn ang="0">
                  <ns1:pos x="T52" y="T53"/>
                </ns1:cxn>
                <ns1:cxn ang="0">
                  <ns1:pos x="T54" y="T55"/>
                </ns1:cxn>
                <ns1:cxn ang="0">
                  <ns1:pos x="T56" y="T57"/>
                </ns1:cxn>
                <ns1:cxn ang="0">
                  <ns1:pos x="T58" y="T59"/>
                </ns1:cxn>
                <ns1:cxn ang="0">
                  <ns1:pos x="T60" y="T61"/>
                </ns1:cxn>
                <ns1:cxn ang="0">
                  <ns1:pos x="T62" y="T63"/>
                </ns1:cxn>
              </ns1:cxnLst>
              <ns1:rect l="0" t="0" r="r" b="b"/>
              <ns1:pathLst>
                <ns1:path w="196" h="204">
                  <ns1:moveTo>
                    <ns1:pt x="166" y="204"/>
                  </ns1:moveTo>
                  <ns1:cubicBezTo>
                    <ns1:pt x="134" y="204"/>
                    <ns1:pt x="134" y="204"/>
                    <ns1:pt x="134" y="204"/>
                  </ns1:cubicBezTo>
                  <ns1:cubicBezTo>
                    <ns1:pt x="131" y="204"/>
                    <ns1:pt x="128" y="201"/>
                    <ns1:pt x="128" y="198"/>
                  </ns1:cubicBezTo>
                  <ns1:cubicBezTo>
                    <ns1:pt x="128" y="180"/>
                    <ns1:pt x="128" y="180"/>
                    <ns1:pt x="128" y="180"/>
                  </ns1:cubicBezTo>
                  <ns1:cubicBezTo>
                    <ns1:pt x="22" y="180"/>
                    <ns1:pt x="22" y="180"/>
                    <ns1:pt x="22" y="180"/>
                  </ns1:cubicBezTo>
                  <ns1:cubicBezTo>
                    <ns1:pt x="19" y="180"/>
                    <ns1:pt x="16" y="177"/>
                    <ns1:pt x="16" y="174"/>
                  </ns1:cubicBezTo>
                  <ns1:cubicBezTo>
                    <ns1:pt x="16" y="68"/>
                    <ns1:pt x="16" y="68"/>
                    <ns1:pt x="16" y="68"/>
                  </ns1:cubicBezTo>
                  <ns1:cubicBezTo>
                    <ns1:pt x="6" y="68"/>
                    <ns1:pt x="6" y="68"/>
                    <ns1:pt x="6" y="68"/>
                  </ns1:cubicBezTo>
                  <ns1:cubicBezTo>
                    <ns1:pt x="3" y="68"/>
                    <ns1:pt x="0" y="65"/>
                    <ns1:pt x="0" y="62"/>
                  </ns1:cubicBezTo>
                  <ns1:cubicBezTo>
                    <ns1:pt x="0" y="30"/>
                    <ns1:pt x="0" y="30"/>
                    <ns1:pt x="0" y="30"/>
                  </ns1:cubicBezTo>
                  <ns1:cubicBezTo>
                    <ns1:pt x="0" y="27"/>
                    <ns1:pt x="3" y="24"/>
                    <ns1:pt x="6" y="24"/>
                  </ns1:cubicBezTo>
                  <ns1:cubicBezTo>
                    <ns1:pt x="16" y="24"/>
                    <ns1:pt x="16" y="24"/>
                    <ns1:pt x="16" y="24"/>
                  </ns1:cubicBezTo>
                  <ns1:cubicBezTo>
                    <ns1:pt x="16" y="6"/>
                    <ns1:pt x="16" y="6"/>
                    <ns1:pt x="16" y="6"/>
                  </ns1:cubicBezTo>
                  <ns1:cubicBezTo>
                    <ns1:pt x="16" y="3"/>
                    <ns1:pt x="19" y="0"/>
                    <ns1:pt x="22" y="0"/>
                  </ns1:cubicBezTo>
                  <ns1:cubicBezTo>
                    <ns1:pt x="54" y="0"/>
                    <ns1:pt x="54" y="0"/>
                    <ns1:pt x="54" y="0"/>
                  </ns1:cubicBezTo>
                  <ns1:cubicBezTo>
                    <ns1:pt x="57" y="0"/>
                    <ns1:pt x="60" y="3"/>
                    <ns1:pt x="60" y="6"/>
                  </ns1:cubicBezTo>
                  <ns1:cubicBezTo>
                    <ns1:pt x="60" y="24"/>
                    <ns1:pt x="60" y="24"/>
                    <ns1:pt x="60" y="24"/>
                  </ns1:cubicBezTo>
                  <ns1:cubicBezTo>
                    <ns1:pt x="166" y="24"/>
                    <ns1:pt x="166" y="24"/>
                    <ns1:pt x="166" y="24"/>
                  </ns1:cubicBezTo>
                  <ns1:cubicBezTo>
                    <ns1:pt x="169" y="24"/>
                    <ns1:pt x="172" y="27"/>
                    <ns1:pt x="172" y="30"/>
                  </ns1:cubicBezTo>
                  <ns1:cubicBezTo>
                    <ns1:pt x="172" y="136"/>
                    <ns1:pt x="172" y="136"/>
                    <ns1:pt x="172" y="136"/>
                  </ns1:cubicBezTo>
                  <ns1:cubicBezTo>
                    <ns1:pt x="190" y="136"/>
                    <ns1:pt x="190" y="136"/>
                    <ns1:pt x="190" y="136"/>
                  </ns1:cubicBezTo>
                  <ns1:cubicBezTo>
                    <ns1:pt x="193" y="136"/>
                    <ns1:pt x="196" y="139"/>
                    <ns1:pt x="196" y="142"/>
                  </ns1:cubicBezTo>
                  <ns1:cubicBezTo>
                    <ns1:pt x="196" y="174"/>
                    <ns1:pt x="196" y="174"/>
                    <ns1:pt x="196" y="174"/>
                  </ns1:cubicBezTo>
                  <ns1:cubicBezTo>
                    <ns1:pt x="196" y="177"/>
                    <ns1:pt x="193" y="180"/>
                    <ns1:pt x="190" y="180"/>
                  </ns1:cubicBezTo>
                  <ns1:cubicBezTo>
                    <ns1:pt x="172" y="180"/>
                    <ns1:pt x="172" y="180"/>
                    <ns1:pt x="172" y="180"/>
                  </ns1:cubicBezTo>
                  <ns1:cubicBezTo>
                    <ns1:pt x="172" y="198"/>
                    <ns1:pt x="172" y="198"/>
                    <ns1:pt x="172" y="198"/>
                  </ns1:cubicBezTo>
                  <ns1:cubicBezTo>
                    <ns1:pt x="172" y="201"/>
                    <ns1:pt x="169" y="204"/>
                    <ns1:pt x="166" y="204"/>
                  </ns1:cubicBezTo>
                  <ns1:close/>
                  <ns1:moveTo>
                    <ns1:pt x="140" y="192"/>
                  </ns1:moveTo>
                  <ns1:cubicBezTo>
                    <ns1:pt x="160" y="192"/>
                    <ns1:pt x="160" y="192"/>
                    <ns1:pt x="160" y="192"/>
                  </ns1:cubicBezTo>
                  <ns1:cubicBezTo>
                    <ns1:pt x="160" y="174"/>
                    <ns1:pt x="160" y="174"/>
                    <ns1:pt x="160" y="174"/>
                  </ns1:cubicBezTo>
                  <ns1:cubicBezTo>
                    <ns1:pt x="160" y="171"/>
                    <ns1:pt x="163" y="168"/>
                    <ns1:pt x="166" y="168"/>
                  </ns1:cubicBezTo>
                  <ns1:cubicBezTo>
                    <ns1:pt x="184" y="168"/>
                    <ns1:pt x="184" y="168"/>
                    <ns1:pt x="184" y="168"/>
                  </ns1:cubicBezTo>
                  <ns1:cubicBezTo>
                    <ns1:pt x="184" y="148"/>
                    <ns1:pt x="184" y="148"/>
                    <ns1:pt x="184" y="148"/>
                  </ns1:cubicBezTo>
                  <ns1:cubicBezTo>
                    <ns1:pt x="166" y="148"/>
                    <ns1:pt x="166" y="148"/>
                    <ns1:pt x="166" y="148"/>
                  </ns1:cubicBezTo>
                  <ns1:cubicBezTo>
                    <ns1:pt x="163" y="148"/>
                    <ns1:pt x="160" y="145"/>
                    <ns1:pt x="160" y="142"/>
                  </ns1:cubicBezTo>
                  <ns1:cubicBezTo>
                    <ns1:pt x="160" y="36"/>
                    <ns1:pt x="160" y="36"/>
                    <ns1:pt x="160" y="36"/>
                  </ns1:cubicBezTo>
                  <ns1:cubicBezTo>
                    <ns1:pt x="54" y="36"/>
                    <ns1:pt x="54" y="36"/>
                    <ns1:pt x="54" y="36"/>
                  </ns1:cubicBezTo>
                  <ns1:cubicBezTo>
                    <ns1:pt x="51" y="36"/>
                    <ns1:pt x="48" y="33"/>
                    <ns1:pt x="48" y="30"/>
                  </ns1:cubicBezTo>
                  <ns1:cubicBezTo>
                    <ns1:pt x="48" y="12"/>
                    <ns1:pt x="48" y="12"/>
                    <ns1:pt x="48" y="12"/>
                  </ns1:cubicBezTo>
                  <ns1:cubicBezTo>
                    <ns1:pt x="28" y="12"/>
                    <ns1:pt x="28" y="12"/>
                    <ns1:pt x="28" y="12"/>
                  </ns1:cubicBezTo>
                  <ns1:cubicBezTo>
                    <ns1:pt x="28" y="30"/>
                    <ns1:pt x="28" y="30"/>
                    <ns1:pt x="28" y="30"/>
                  </ns1:cubicBezTo>
                  <ns1:cubicBezTo>
                    <ns1:pt x="28" y="33"/>
                    <ns1:pt x="25" y="36"/>
                    <ns1:pt x="22" y="36"/>
                  </ns1:cubicBezTo>
                  <ns1:cubicBezTo>
                    <ns1:pt x="12" y="36"/>
                    <ns1:pt x="12" y="36"/>
                    <ns1:pt x="12" y="36"/>
                  </ns1:cubicBezTo>
                  <ns1:cubicBezTo>
                    <ns1:pt x="12" y="56"/>
                    <ns1:pt x="12" y="56"/>
                    <ns1:pt x="12" y="56"/>
                  </ns1:cubicBezTo>
                  <ns1:cubicBezTo>
                    <ns1:pt x="22" y="56"/>
                    <ns1:pt x="22" y="56"/>
                    <ns1:pt x="22" y="56"/>
                  </ns1:cubicBezTo>
                  <ns1:cubicBezTo>
                    <ns1:pt x="25" y="56"/>
                    <ns1:pt x="28" y="59"/>
                    <ns1:pt x="28" y="62"/>
                  </ns1:cubicBezTo>
                  <ns1:cubicBezTo>
                    <ns1:pt x="28" y="168"/>
                    <ns1:pt x="28" y="168"/>
                    <ns1:pt x="28" y="168"/>
                  </ns1:cubicBezTo>
                  <ns1:cubicBezTo>
                    <ns1:pt x="134" y="168"/>
                    <ns1:pt x="134" y="168"/>
                    <ns1:pt x="134" y="168"/>
                  </ns1:cubicBezTo>
                  <ns1:cubicBezTo>
                    <ns1:pt x="137" y="168"/>
                    <ns1:pt x="140" y="171"/>
                    <ns1:pt x="140" y="174"/>
                  </ns1:cubicBezTo>
                  <ns1:lnTo>
                    <ns1:pt x="140" y="192"/>
                  </ns1:lnTo>
                  <ns1:close/>
                  <ns1:moveTo>
                    <ns1:pt x="134" y="148"/>
                  </ns1:moveTo>
                  <ns1:cubicBezTo>
                    <ns1:pt x="54" y="148"/>
                    <ns1:pt x="54" y="148"/>
                    <ns1:pt x="54" y="148"/>
                  </ns1:cubicBezTo>
                  <ns1:cubicBezTo>
                    <ns1:pt x="51" y="148"/>
                    <ns1:pt x="48" y="145"/>
                    <ns1:pt x="48" y="142"/>
                  </ns1:cubicBezTo>
                  <ns1:cubicBezTo>
                    <ns1:pt x="48" y="62"/>
                    <ns1:pt x="48" y="62"/>
                    <ns1:pt x="48" y="62"/>
                  </ns1:cubicBezTo>
                  <ns1:cubicBezTo>
                    <ns1:pt x="48" y="59"/>
                    <ns1:pt x="51" y="56"/>
                    <ns1:pt x="54" y="56"/>
                  </ns1:cubicBezTo>
                  <ns1:cubicBezTo>
                    <ns1:pt x="134" y="56"/>
                    <ns1:pt x="134" y="56"/>
                    <ns1:pt x="134" y="56"/>
                  </ns1:cubicBezTo>
                  <ns1:cubicBezTo>
                    <ns1:pt x="137" y="56"/>
                    <ns1:pt x="140" y="59"/>
                    <ns1:pt x="140" y="62"/>
                  </ns1:cubicBezTo>
                  <ns1:cubicBezTo>
                    <ns1:pt x="140" y="142"/>
                    <ns1:pt x="140" y="142"/>
                    <ns1:pt x="140" y="142"/>
                  </ns1:cubicBezTo>
                  <ns1:cubicBezTo>
                    <ns1:pt x="140" y="145"/>
                    <ns1:pt x="137" y="148"/>
                    <ns1:pt x="134" y="148"/>
                  </ns1:cubicBezTo>
                  <ns1:close/>
                  <ns1:moveTo>
                    <ns1:pt x="60" y="136"/>
                  </ns1:moveTo>
                  <ns1:cubicBezTo>
                    <ns1:pt x="128" y="136"/>
                    <ns1:pt x="128" y="136"/>
                    <ns1:pt x="128" y="136"/>
                  </ns1:cubicBezTo>
                  <ns1:cubicBezTo>
                    <ns1:pt x="128" y="68"/>
                    <ns1:pt x="128" y="68"/>
                    <ns1:pt x="128" y="68"/>
                  </ns1:cubicBezTo>
                  <ns1:cubicBezTo>
                    <ns1:pt x="60" y="68"/>
                    <ns1:pt x="60" y="68"/>
                    <ns1:pt x="60" y="68"/>
                  </ns1:cubicBezTo>
                  <ns1:lnTo>
                    <ns1:pt x="60" y="136"/>
                  </ns1:ln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76" name="Freeform 6"/>
            <ns0:cNvSpPr>
              <ns1:spLocks/>
            </ns0:cNvSpPr>
            <ns0:nvPr/>
          </ns0:nvSpPr>
          <ns0:spPr bwMode="auto">
            <ns1:xfrm>
              <ns1:off x="7635876" y="5392738"/>
              <ns1:ext cx="355600" cy="354012"/>
            </ns1:xfrm>
            <ns1:custGeom>
              <ns1:avLst/>
              <ns1:gdLst>
                <ns1:gd name="T0" fmla="*/ 7 w 94"/>
                <ns1:gd name="T1" fmla="*/ 93 h 93"/>
                <ns1:gd name="T2" fmla="*/ 3 w 94"/>
                <ns1:gd name="T3" fmla="*/ 91 h 93"/>
                <ns1:gd name="T4" fmla="*/ 3 w 94"/>
                <ns1:gd name="T5" fmla="*/ 83 h 93"/>
                <ns1:gd name="T6" fmla="*/ 83 w 94"/>
                <ns1:gd name="T7" fmla="*/ 3 h 93"/>
                <ns1:gd name="T8" fmla="*/ 91 w 94"/>
                <ns1:gd name="T9" fmla="*/ 3 h 93"/>
                <ns1:gd name="T10" fmla="*/ 91 w 94"/>
                <ns1:gd name="T11" fmla="*/ 11 h 93"/>
                <ns1:gd name="T12" fmla="*/ 11 w 94"/>
                <ns1:gd name="T13" fmla="*/ 91 h 93"/>
                <ns1:gd name="T14" fmla="*/ 7 w 94"/>
                <ns1:gd name="T15" fmla="*/ 93 h 93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</ns1:cxnLst>
              <ns1:rect l="0" t="0" r="r" b="b"/>
              <ns1:pathLst>
                <ns1:path w="94" h="93">
                  <ns1:moveTo>
                    <ns1:pt x="7" y="93"/>
                  </ns1:moveTo>
                  <ns1:cubicBezTo>
                    <ns1:pt x="5" y="93"/>
                    <ns1:pt x="4" y="92"/>
                    <ns1:pt x="3" y="91"/>
                  </ns1:cubicBezTo>
                  <ns1:cubicBezTo>
                    <ns1:pt x="0" y="89"/>
                    <ns1:pt x="0" y="85"/>
                    <ns1:pt x="3" y="83"/>
                  </ns1:cubicBezTo>
                  <ns1:cubicBezTo>
                    <ns1:pt x="83" y="3"/>
                    <ns1:pt x="83" y="3"/>
                    <ns1:pt x="83" y="3"/>
                  </ns1:cubicBezTo>
                  <ns1:cubicBezTo>
                    <ns1:pt x="85" y="0"/>
                    <ns1:pt x="89" y="0"/>
                    <ns1:pt x="91" y="3"/>
                  </ns1:cubicBezTo>
                  <ns1:cubicBezTo>
                    <ns1:pt x="94" y="5"/>
                    <ns1:pt x="94" y="9"/>
                    <ns1:pt x="91" y="11"/>
                  </ns1:cubicBezTo>
                  <ns1:cubicBezTo>
                    <ns1:pt x="11" y="91"/>
                    <ns1:pt x="11" y="91"/>
                    <ns1:pt x="11" y="91"/>
                  </ns1:cubicBezTo>
                  <ns1:cubicBezTo>
                    <ns1:pt x="10" y="92"/>
                    <ns1:pt x="9" y="93"/>
                    <ns1:pt x="7" y="93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77" name="Freeform 7"/>
            <ns0:cNvSpPr>
              <ns1:spLocks/>
            </ns0:cNvSpPr>
            <ns0:nvPr/>
          </ns0:nvSpPr>
          <ns0:spPr bwMode="auto">
            <ns1:xfrm>
              <ns1:off x="8059738" y="5027613"/>
              <ns1:ext cx="327025" cy="292100"/>
            </ns1:xfrm>
            <ns1:custGeom>
              <ns1:avLst/>
              <ns1:gdLst>
                <ns1:gd name="T0" fmla="*/ 7 w 86"/>
                <ns1:gd name="T1" fmla="*/ 77 h 77"/>
                <ns1:gd name="T2" fmla="*/ 3 w 86"/>
                <ns1:gd name="T3" fmla="*/ 75 h 77"/>
                <ns1:gd name="T4" fmla="*/ 3 w 86"/>
                <ns1:gd name="T5" fmla="*/ 67 h 77"/>
                <ns1:gd name="T6" fmla="*/ 75 w 86"/>
                <ns1:gd name="T7" fmla="*/ 3 h 77"/>
                <ns1:gd name="T8" fmla="*/ 83 w 86"/>
                <ns1:gd name="T9" fmla="*/ 3 h 77"/>
                <ns1:gd name="T10" fmla="*/ 83 w 86"/>
                <ns1:gd name="T11" fmla="*/ 11 h 77"/>
                <ns1:gd name="T12" fmla="*/ 11 w 86"/>
                <ns1:gd name="T13" fmla="*/ 75 h 77"/>
                <ns1:gd name="T14" fmla="*/ 7 w 86"/>
                <ns1:gd name="T15" fmla="*/ 77 h 77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</ns1:cxnLst>
              <ns1:rect l="0" t="0" r="r" b="b"/>
              <ns1:pathLst>
                <ns1:path w="86" h="77">
                  <ns1:moveTo>
                    <ns1:pt x="7" y="77"/>
                  </ns1:moveTo>
                  <ns1:cubicBezTo>
                    <ns1:pt x="5" y="77"/>
                    <ns1:pt x="4" y="76"/>
                    <ns1:pt x="3" y="75"/>
                  </ns1:cubicBezTo>
                  <ns1:cubicBezTo>
                    <ns1:pt x="0" y="73"/>
                    <ns1:pt x="1" y="69"/>
                    <ns1:pt x="3" y="67"/>
                  </ns1:cubicBezTo>
                  <ns1:cubicBezTo>
                    <ns1:pt x="75" y="3"/>
                    <ns1:pt x="75" y="3"/>
                    <ns1:pt x="75" y="3"/>
                  </ns1:cubicBezTo>
                  <ns1:cubicBezTo>
                    <ns1:pt x="77" y="0"/>
                    <ns1:pt x="81" y="1"/>
                    <ns1:pt x="83" y="3"/>
                  </ns1:cubicBezTo>
                  <ns1:cubicBezTo>
                    <ns1:pt x="86" y="5"/>
                    <ns1:pt x="85" y="9"/>
                    <ns1:pt x="83" y="11"/>
                  </ns1:cubicBezTo>
                  <ns1:cubicBezTo>
                    <ns1:pt x="11" y="75"/>
                    <ns1:pt x="11" y="75"/>
                    <ns1:pt x="11" y="75"/>
                  </ns1:cubicBezTo>
                  <ns1:cubicBezTo>
                    <ns1:pt x="10" y="77"/>
                    <ns1:pt x="8" y="77"/>
                    <ns1:pt x="7" y="77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78" name="Freeform 8"/>
            <ns0:cNvSpPr>
              <ns1:spLocks/>
            </ns0:cNvSpPr>
            <ns0:nvPr/>
          </ns0:nvSpPr>
          <ns0:spPr bwMode="auto">
            <ns1:xfrm>
              <ns1:off x="7513638" y="5275263"/>
              <ns1:ext cx="171450" cy="44450"/>
            </ns1:xfrm>
            <ns1:custGeom>
              <ns1:avLst/>
              <ns1:gdLst>
                <ns1:gd name="T0" fmla="*/ 39 w 45"/>
                <ns1:gd name="T1" fmla="*/ 12 h 12"/>
                <ns1:gd name="T2" fmla="*/ 6 w 45"/>
                <ns1:gd name="T3" fmla="*/ 12 h 12"/>
                <ns1:gd name="T4" fmla="*/ 0 w 45"/>
                <ns1:gd name="T5" fmla="*/ 6 h 12"/>
                <ns1:gd name="T6" fmla="*/ 6 w 45"/>
                <ns1:gd name="T7" fmla="*/ 0 h 12"/>
                <ns1:gd name="T8" fmla="*/ 39 w 45"/>
                <ns1:gd name="T9" fmla="*/ 0 h 12"/>
                <ns1:gd name="T10" fmla="*/ 45 w 45"/>
                <ns1:gd name="T11" fmla="*/ 6 h 12"/>
                <ns1:gd name="T12" fmla="*/ 39 w 45"/>
                <ns1:gd name="T13" fmla="*/ 12 h 12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</ns1:cxnLst>
              <ns1:rect l="0" t="0" r="r" b="b"/>
              <ns1:pathLst>
                <ns1:path w="45" h="12">
                  <ns1:moveTo>
                    <ns1:pt x="39" y="12"/>
                  </ns1:moveTo>
                  <ns1:cubicBezTo>
                    <ns1:pt x="6" y="12"/>
                    <ns1:pt x="6" y="12"/>
                    <ns1:pt x="6" y="12"/>
                  </ns1:cubicBezTo>
                  <ns1:cubicBezTo>
                    <ns1:pt x="3" y="12"/>
                    <ns1:pt x="0" y="9"/>
                    <ns1:pt x="0" y="6"/>
                  </ns1:cubicBezTo>
                  <ns1:cubicBezTo>
                    <ns1:pt x="0" y="3"/>
                    <ns1:pt x="3" y="0"/>
                    <ns1:pt x="6" y="0"/>
                  </ns1:cubicBezTo>
                  <ns1:cubicBezTo>
                    <ns1:pt x="39" y="0"/>
                    <ns1:pt x="39" y="0"/>
                    <ns1:pt x="39" y="0"/>
                  </ns1:cubicBezTo>
                  <ns1:cubicBezTo>
                    <ns1:pt x="42" y="0"/>
                    <ns1:pt x="45" y="3"/>
                    <ns1:pt x="45" y="6"/>
                  </ns1:cubicBezTo>
                  <ns1:cubicBezTo>
                    <ns1:pt x="45" y="9"/>
                    <ns1:pt x="42" y="12"/>
                    <ns1:pt x="39" y="12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79" name="Freeform 9"/>
            <ns0:cNvSpPr>
              <ns1:spLocks/>
            </ns0:cNvSpPr>
            <ns0:nvPr/>
          </ns0:nvSpPr>
          <ns0:spPr bwMode="auto">
            <ns1:xfrm>
              <ns1:off x="7518401" y="5395913"/>
              <ns1:ext cx="166688" cy="46037"/>
            </ns1:xfrm>
            <ns1:custGeom>
              <ns1:avLst/>
              <ns1:gdLst>
                <ns1:gd name="T0" fmla="*/ 38 w 44"/>
                <ns1:gd name="T1" fmla="*/ 12 h 12"/>
                <ns1:gd name="T2" fmla="*/ 6 w 44"/>
                <ns1:gd name="T3" fmla="*/ 12 h 12"/>
                <ns1:gd name="T4" fmla="*/ 0 w 44"/>
                <ns1:gd name="T5" fmla="*/ 6 h 12"/>
                <ns1:gd name="T6" fmla="*/ 6 w 44"/>
                <ns1:gd name="T7" fmla="*/ 0 h 12"/>
                <ns1:gd name="T8" fmla="*/ 38 w 44"/>
                <ns1:gd name="T9" fmla="*/ 0 h 12"/>
                <ns1:gd name="T10" fmla="*/ 44 w 44"/>
                <ns1:gd name="T11" fmla="*/ 6 h 12"/>
                <ns1:gd name="T12" fmla="*/ 38 w 44"/>
                <ns1:gd name="T13" fmla="*/ 12 h 12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</ns1:cxnLst>
              <ns1:rect l="0" t="0" r="r" b="b"/>
              <ns1:pathLst>
                <ns1:path w="44" h="12">
                  <ns1:moveTo>
                    <ns1:pt x="38" y="12"/>
                  </ns1:moveTo>
                  <ns1:cubicBezTo>
                    <ns1:pt x="6" y="12"/>
                    <ns1:pt x="6" y="12"/>
                    <ns1:pt x="6" y="12"/>
                  </ns1:cubicBezTo>
                  <ns1:cubicBezTo>
                    <ns1:pt x="3" y="12"/>
                    <ns1:pt x="0" y="9"/>
                    <ns1:pt x="0" y="6"/>
                  </ns1:cubicBezTo>
                  <ns1:cubicBezTo>
                    <ns1:pt x="0" y="3"/>
                    <ns1:pt x="3" y="0"/>
                    <ns1:pt x="6" y="0"/>
                  </ns1:cubicBezTo>
                  <ns1:cubicBezTo>
                    <ns1:pt x="38" y="0"/>
                    <ns1:pt x="38" y="0"/>
                    <ns1:pt x="38" y="0"/>
                  </ns1:cubicBezTo>
                  <ns1:cubicBezTo>
                    <ns1:pt x="41" y="0"/>
                    <ns1:pt x="44" y="3"/>
                    <ns1:pt x="44" y="6"/>
                  </ns1:cubicBezTo>
                  <ns1:cubicBezTo>
                    <ns1:pt x="44" y="9"/>
                    <ns1:pt x="41" y="12"/>
                    <ns1:pt x="38" y="12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80" name="Freeform 10"/>
            <ns0:cNvSpPr>
              <ns1:spLocks/>
            </ns0:cNvSpPr>
            <ns0:nvPr/>
          </ns0:nvSpPr>
          <ns0:spPr bwMode="auto">
            <ns1:xfrm>
              <ns1:off x="7942263" y="5700713"/>
              <ns1:ext cx="168275" cy="46037"/>
            </ns1:xfrm>
            <ns1:custGeom>
              <ns1:avLst/>
              <ns1:gdLst>
                <ns1:gd name="T0" fmla="*/ 38 w 44"/>
                <ns1:gd name="T1" fmla="*/ 12 h 12"/>
                <ns1:gd name="T2" fmla="*/ 6 w 44"/>
                <ns1:gd name="T3" fmla="*/ 12 h 12"/>
                <ns1:gd name="T4" fmla="*/ 0 w 44"/>
                <ns1:gd name="T5" fmla="*/ 6 h 12"/>
                <ns1:gd name="T6" fmla="*/ 6 w 44"/>
                <ns1:gd name="T7" fmla="*/ 0 h 12"/>
                <ns1:gd name="T8" fmla="*/ 38 w 44"/>
                <ns1:gd name="T9" fmla="*/ 0 h 12"/>
                <ns1:gd name="T10" fmla="*/ 44 w 44"/>
                <ns1:gd name="T11" fmla="*/ 6 h 12"/>
                <ns1:gd name="T12" fmla="*/ 38 w 44"/>
                <ns1:gd name="T13" fmla="*/ 12 h 12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</ns1:cxnLst>
              <ns1:rect l="0" t="0" r="r" b="b"/>
              <ns1:pathLst>
                <ns1:path w="44" h="12">
                  <ns1:moveTo>
                    <ns1:pt x="38" y="12"/>
                  </ns1:moveTo>
                  <ns1:cubicBezTo>
                    <ns1:pt x="6" y="12"/>
                    <ns1:pt x="6" y="12"/>
                    <ns1:pt x="6" y="12"/>
                  </ns1:cubicBezTo>
                  <ns1:cubicBezTo>
                    <ns1:pt x="3" y="12"/>
                    <ns1:pt x="0" y="9"/>
                    <ns1:pt x="0" y="6"/>
                  </ns1:cubicBezTo>
                  <ns1:cubicBezTo>
                    <ns1:pt x="0" y="3"/>
                    <ns1:pt x="3" y="0"/>
                    <ns1:pt x="6" y="0"/>
                  </ns1:cubicBezTo>
                  <ns1:cubicBezTo>
                    <ns1:pt x="38" y="0"/>
                    <ns1:pt x="38" y="0"/>
                    <ns1:pt x="38" y="0"/>
                  </ns1:cubicBezTo>
                  <ns1:cubicBezTo>
                    <ns1:pt x="41" y="0"/>
                    <ns1:pt x="44" y="3"/>
                    <ns1:pt x="44" y="6"/>
                  </ns1:cubicBezTo>
                  <ns1:cubicBezTo>
                    <ns1:pt x="44" y="9"/>
                    <ns1:pt x="41" y="12"/>
                    <ns1:pt x="38" y="12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81" name="Freeform 11"/>
            <ns0:cNvSpPr>
              <ns1:spLocks/>
            </ns0:cNvSpPr>
            <ns0:nvPr/>
          </ns0:nvSpPr>
          <ns0:spPr bwMode="auto">
            <ns1:xfrm>
              <ns1:off x="7942263" y="5821363"/>
              <ns1:ext cx="168275" cy="46037"/>
            </ns1:xfrm>
            <ns1:custGeom>
              <ns1:avLst/>
              <ns1:gdLst>
                <ns1:gd name="T0" fmla="*/ 38 w 44"/>
                <ns1:gd name="T1" fmla="*/ 12 h 12"/>
                <ns1:gd name="T2" fmla="*/ 6 w 44"/>
                <ns1:gd name="T3" fmla="*/ 12 h 12"/>
                <ns1:gd name="T4" fmla="*/ 0 w 44"/>
                <ns1:gd name="T5" fmla="*/ 6 h 12"/>
                <ns1:gd name="T6" fmla="*/ 6 w 44"/>
                <ns1:gd name="T7" fmla="*/ 0 h 12"/>
                <ns1:gd name="T8" fmla="*/ 38 w 44"/>
                <ns1:gd name="T9" fmla="*/ 0 h 12"/>
                <ns1:gd name="T10" fmla="*/ 44 w 44"/>
                <ns1:gd name="T11" fmla="*/ 6 h 12"/>
                <ns1:gd name="T12" fmla="*/ 38 w 44"/>
                <ns1:gd name="T13" fmla="*/ 12 h 12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</ns1:cxnLst>
              <ns1:rect l="0" t="0" r="r" b="b"/>
              <ns1:pathLst>
                <ns1:path w="44" h="12">
                  <ns1:moveTo>
                    <ns1:pt x="38" y="12"/>
                  </ns1:moveTo>
                  <ns1:cubicBezTo>
                    <ns1:pt x="6" y="12"/>
                    <ns1:pt x="6" y="12"/>
                    <ns1:pt x="6" y="12"/>
                  </ns1:cubicBezTo>
                  <ns1:cubicBezTo>
                    <ns1:pt x="3" y="12"/>
                    <ns1:pt x="0" y="9"/>
                    <ns1:pt x="0" y="6"/>
                  </ns1:cubicBezTo>
                  <ns1:cubicBezTo>
                    <ns1:pt x="0" y="3"/>
                    <ns1:pt x="3" y="0"/>
                    <ns1:pt x="6" y="0"/>
                  </ns1:cubicBezTo>
                  <ns1:cubicBezTo>
                    <ns1:pt x="38" y="0"/>
                    <ns1:pt x="38" y="0"/>
                    <ns1:pt x="38" y="0"/>
                  </ns1:cubicBezTo>
                  <ns1:cubicBezTo>
                    <ns1:pt x="41" y="0"/>
                    <ns1:pt x="44" y="3"/>
                    <ns1:pt x="44" y="6"/>
                  </ns1:cubicBezTo>
                  <ns1:cubicBezTo>
                    <ns1:pt x="44" y="9"/>
                    <ns1:pt x="41" y="12"/>
                    <ns1:pt x="38" y="12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</ns0:grpSp>
      <ns0:grpSp>
        <ns0:nvGrpSpPr>
          <ns0:cNvPr id="82" name="Group 81"/>
          <ns0:cNvGrpSpPr/>
          <ns0:nvPr/>
        </ns0:nvGrpSpPr>
        <ns0:grpSpPr>
          <ns1:xfrm>
            <ns1:off x="5262417" y="2903778"/>
            <ns1:ext cx="335491" cy="334405"/>
            <ns1:chOff x="9053513" y="484188"/>
            <ns1:chExt cx="490538" cy="488950"/>
          </ns1:xfrm>
          <ns1:solidFill>
            <ns1:schemeClr val="tx1"/>
          </ns1:solidFill>
        </ns0:grpSpPr>
        <ns0:sp>
          <ns0:nvSpPr>
            <ns0:cNvPr id="83" name="Freeform 5"/>
            <ns0:cNvSpPr>
              <ns1:spLocks noEditPoints="1"/>
            </ns0:cNvSpPr>
            <ns0:nvPr/>
          </ns0:nvSpPr>
          <ns0:spPr bwMode="auto">
            <ns1:xfrm>
              <ns1:off x="9053513" y="484188"/>
              <ns1:ext cx="152400" cy="488950"/>
            </ns1:xfrm>
            <ns1:custGeom>
              <ns1:avLst/>
              <ns1:gdLst>
                <ns1:gd name="T0" fmla="*/ 32 w 40"/>
                <ns1:gd name="T1" fmla="*/ 24 h 128"/>
                <ns1:gd name="T2" fmla="*/ 32 w 40"/>
                <ns1:gd name="T3" fmla="*/ 12 h 128"/>
                <ns1:gd name="T4" fmla="*/ 20 w 40"/>
                <ns1:gd name="T5" fmla="*/ 0 h 128"/>
                <ns1:gd name="T6" fmla="*/ 8 w 40"/>
                <ns1:gd name="T7" fmla="*/ 12 h 128"/>
                <ns1:gd name="T8" fmla="*/ 8 w 40"/>
                <ns1:gd name="T9" fmla="*/ 24 h 128"/>
                <ns1:gd name="T10" fmla="*/ 0 w 40"/>
                <ns1:gd name="T11" fmla="*/ 40 h 128"/>
                <ns1:gd name="T12" fmla="*/ 8 w 40"/>
                <ns1:gd name="T13" fmla="*/ 56 h 128"/>
                <ns1:gd name="T14" fmla="*/ 8 w 40"/>
                <ns1:gd name="T15" fmla="*/ 116 h 128"/>
                <ns1:gd name="T16" fmla="*/ 20 w 40"/>
                <ns1:gd name="T17" fmla="*/ 128 h 128"/>
                <ns1:gd name="T18" fmla="*/ 32 w 40"/>
                <ns1:gd name="T19" fmla="*/ 116 h 128"/>
                <ns1:gd name="T20" fmla="*/ 32 w 40"/>
                <ns1:gd name="T21" fmla="*/ 56 h 128"/>
                <ns1:gd name="T22" fmla="*/ 40 w 40"/>
                <ns1:gd name="T23" fmla="*/ 40 h 128"/>
                <ns1:gd name="T24" fmla="*/ 32 w 40"/>
                <ns1:gd name="T25" fmla="*/ 24 h 128"/>
                <ns1:gd name="T26" fmla="*/ 16 w 40"/>
                <ns1:gd name="T27" fmla="*/ 12 h 128"/>
                <ns1:gd name="T28" fmla="*/ 20 w 40"/>
                <ns1:gd name="T29" fmla="*/ 8 h 128"/>
                <ns1:gd name="T30" fmla="*/ 24 w 40"/>
                <ns1:gd name="T31" fmla="*/ 12 h 128"/>
                <ns1:gd name="T32" fmla="*/ 24 w 40"/>
                <ns1:gd name="T33" fmla="*/ 20 h 128"/>
                <ns1:gd name="T34" fmla="*/ 20 w 40"/>
                <ns1:gd name="T35" fmla="*/ 20 h 128"/>
                <ns1:gd name="T36" fmla="*/ 16 w 40"/>
                <ns1:gd name="T37" fmla="*/ 20 h 128"/>
                <ns1:gd name="T38" fmla="*/ 16 w 40"/>
                <ns1:gd name="T39" fmla="*/ 12 h 128"/>
                <ns1:gd name="T40" fmla="*/ 24 w 40"/>
                <ns1:gd name="T41" fmla="*/ 116 h 128"/>
                <ns1:gd name="T42" fmla="*/ 20 w 40"/>
                <ns1:gd name="T43" fmla="*/ 120 h 128"/>
                <ns1:gd name="T44" fmla="*/ 16 w 40"/>
                <ns1:gd name="T45" fmla="*/ 116 h 128"/>
                <ns1:gd name="T46" fmla="*/ 16 w 40"/>
                <ns1:gd name="T47" fmla="*/ 60 h 128"/>
                <ns1:gd name="T48" fmla="*/ 20 w 40"/>
                <ns1:gd name="T49" fmla="*/ 60 h 128"/>
                <ns1:gd name="T50" fmla="*/ 24 w 40"/>
                <ns1:gd name="T51" fmla="*/ 60 h 128"/>
                <ns1:gd name="T52" fmla="*/ 24 w 40"/>
                <ns1:gd name="T53" fmla="*/ 116 h 128"/>
                <ns1:gd name="T54" fmla="*/ 31 w 40"/>
                <ns1:gd name="T55" fmla="*/ 43 h 128"/>
                <ns1:gd name="T56" fmla="*/ 31 w 40"/>
                <ns1:gd name="T57" fmla="*/ 44 h 128"/>
                <ns1:gd name="T58" fmla="*/ 30 w 40"/>
                <ns1:gd name="T59" fmla="*/ 47 h 128"/>
                <ns1:gd name="T60" fmla="*/ 30 w 40"/>
                <ns1:gd name="T61" fmla="*/ 47 h 128"/>
                <ns1:gd name="T62" fmla="*/ 27 w 40"/>
                <ns1:gd name="T63" fmla="*/ 50 h 128"/>
                <ns1:gd name="T64" fmla="*/ 27 w 40"/>
                <ns1:gd name="T65" fmla="*/ 50 h 128"/>
                <ns1:gd name="T66" fmla="*/ 24 w 40"/>
                <ns1:gd name="T67" fmla="*/ 51 h 128"/>
                <ns1:gd name="T68" fmla="*/ 20 w 40"/>
                <ns1:gd name="T69" fmla="*/ 52 h 128"/>
                <ns1:gd name="T70" fmla="*/ 16 w 40"/>
                <ns1:gd name="T71" fmla="*/ 51 h 128"/>
                <ns1:gd name="T72" fmla="*/ 13 w 40"/>
                <ns1:gd name="T73" fmla="*/ 50 h 128"/>
                <ns1:gd name="T74" fmla="*/ 13 w 40"/>
                <ns1:gd name="T75" fmla="*/ 50 h 128"/>
                <ns1:gd name="T76" fmla="*/ 10 w 40"/>
                <ns1:gd name="T77" fmla="*/ 47 h 128"/>
                <ns1:gd name="T78" fmla="*/ 10 w 40"/>
                <ns1:gd name="T79" fmla="*/ 47 h 128"/>
                <ns1:gd name="T80" fmla="*/ 9 w 40"/>
                <ns1:gd name="T81" fmla="*/ 44 h 128"/>
                <ns1:gd name="T82" fmla="*/ 9 w 40"/>
                <ns1:gd name="T83" fmla="*/ 43 h 128"/>
                <ns1:gd name="T84" fmla="*/ 8 w 40"/>
                <ns1:gd name="T85" fmla="*/ 40 h 128"/>
                <ns1:gd name="T86" fmla="*/ 9 w 40"/>
                <ns1:gd name="T87" fmla="*/ 37 h 128"/>
                <ns1:gd name="T88" fmla="*/ 9 w 40"/>
                <ns1:gd name="T89" fmla="*/ 36 h 128"/>
                <ns1:gd name="T90" fmla="*/ 10 w 40"/>
                <ns1:gd name="T91" fmla="*/ 33 h 128"/>
                <ns1:gd name="T92" fmla="*/ 10 w 40"/>
                <ns1:gd name="T93" fmla="*/ 33 h 128"/>
                <ns1:gd name="T94" fmla="*/ 13 w 40"/>
                <ns1:gd name="T95" fmla="*/ 30 h 128"/>
                <ns1:gd name="T96" fmla="*/ 13 w 40"/>
                <ns1:gd name="T97" fmla="*/ 30 h 128"/>
                <ns1:gd name="T98" fmla="*/ 16 w 40"/>
                <ns1:gd name="T99" fmla="*/ 29 h 128"/>
                <ns1:gd name="T100" fmla="*/ 20 w 40"/>
                <ns1:gd name="T101" fmla="*/ 28 h 128"/>
                <ns1:gd name="T102" fmla="*/ 24 w 40"/>
                <ns1:gd name="T103" fmla="*/ 29 h 128"/>
                <ns1:gd name="T104" fmla="*/ 27 w 40"/>
                <ns1:gd name="T105" fmla="*/ 30 h 128"/>
                <ns1:gd name="T106" fmla="*/ 27 w 40"/>
                <ns1:gd name="T107" fmla="*/ 30 h 128"/>
                <ns1:gd name="T108" fmla="*/ 30 w 40"/>
                <ns1:gd name="T109" fmla="*/ 33 h 128"/>
                <ns1:gd name="T110" fmla="*/ 30 w 40"/>
                <ns1:gd name="T111" fmla="*/ 33 h 128"/>
                <ns1:gd name="T112" fmla="*/ 31 w 40"/>
                <ns1:gd name="T113" fmla="*/ 36 h 128"/>
                <ns1:gd name="T114" fmla="*/ 31 w 40"/>
                <ns1:gd name="T115" fmla="*/ 37 h 128"/>
                <ns1:gd name="T116" fmla="*/ 32 w 40"/>
                <ns1:gd name="T117" fmla="*/ 40 h 128"/>
                <ns1:gd name="T118" fmla="*/ 31 w 40"/>
                <ns1:gd name="T119" fmla="*/ 43 h 128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  <ns1:cxn ang="0">
                  <ns1:pos x="T30" y="T31"/>
                </ns1:cxn>
                <ns1:cxn ang="0">
                  <ns1:pos x="T32" y="T33"/>
                </ns1:cxn>
                <ns1:cxn ang="0">
                  <ns1:pos x="T34" y="T35"/>
                </ns1:cxn>
                <ns1:cxn ang="0">
                  <ns1:pos x="T36" y="T37"/>
                </ns1:cxn>
                <ns1:cxn ang="0">
                  <ns1:pos x="T38" y="T39"/>
                </ns1:cxn>
                <ns1:cxn ang="0">
                  <ns1:pos x="T40" y="T41"/>
                </ns1:cxn>
                <ns1:cxn ang="0">
                  <ns1:pos x="T42" y="T43"/>
                </ns1:cxn>
                <ns1:cxn ang="0">
                  <ns1:pos x="T44" y="T45"/>
                </ns1:cxn>
                <ns1:cxn ang="0">
                  <ns1:pos x="T46" y="T47"/>
                </ns1:cxn>
                <ns1:cxn ang="0">
                  <ns1:pos x="T48" y="T49"/>
                </ns1:cxn>
                <ns1:cxn ang="0">
                  <ns1:pos x="T50" y="T51"/>
                </ns1:cxn>
                <ns1:cxn ang="0">
                  <ns1:pos x="T52" y="T53"/>
                </ns1:cxn>
                <ns1:cxn ang="0">
                  <ns1:pos x="T54" y="T55"/>
                </ns1:cxn>
                <ns1:cxn ang="0">
                  <ns1:pos x="T56" y="T57"/>
                </ns1:cxn>
                <ns1:cxn ang="0">
                  <ns1:pos x="T58" y="T59"/>
                </ns1:cxn>
                <ns1:cxn ang="0">
                  <ns1:pos x="T60" y="T61"/>
                </ns1:cxn>
                <ns1:cxn ang="0">
                  <ns1:pos x="T62" y="T63"/>
                </ns1:cxn>
                <ns1:cxn ang="0">
                  <ns1:pos x="T64" y="T65"/>
                </ns1:cxn>
                <ns1:cxn ang="0">
                  <ns1:pos x="T66" y="T67"/>
                </ns1:cxn>
                <ns1:cxn ang="0">
                  <ns1:pos x="T68" y="T69"/>
                </ns1:cxn>
                <ns1:cxn ang="0">
                  <ns1:pos x="T70" y="T71"/>
                </ns1:cxn>
                <ns1:cxn ang="0">
                  <ns1:pos x="T72" y="T73"/>
                </ns1:cxn>
                <ns1:cxn ang="0">
                  <ns1:pos x="T74" y="T75"/>
                </ns1:cxn>
                <ns1:cxn ang="0">
                  <ns1:pos x="T76" y="T77"/>
                </ns1:cxn>
                <ns1:cxn ang="0">
                  <ns1:pos x="T78" y="T79"/>
                </ns1:cxn>
                <ns1:cxn ang="0">
                  <ns1:pos x="T80" y="T81"/>
                </ns1:cxn>
                <ns1:cxn ang="0">
                  <ns1:pos x="T82" y="T83"/>
                </ns1:cxn>
                <ns1:cxn ang="0">
                  <ns1:pos x="T84" y="T85"/>
                </ns1:cxn>
                <ns1:cxn ang="0">
                  <ns1:pos x="T86" y="T87"/>
                </ns1:cxn>
                <ns1:cxn ang="0">
                  <ns1:pos x="T88" y="T89"/>
                </ns1:cxn>
                <ns1:cxn ang="0">
                  <ns1:pos x="T90" y="T91"/>
                </ns1:cxn>
                <ns1:cxn ang="0">
                  <ns1:pos x="T92" y="T93"/>
                </ns1:cxn>
                <ns1:cxn ang="0">
                  <ns1:pos x="T94" y="T95"/>
                </ns1:cxn>
                <ns1:cxn ang="0">
                  <ns1:pos x="T96" y="T97"/>
                </ns1:cxn>
                <ns1:cxn ang="0">
                  <ns1:pos x="T98" y="T99"/>
                </ns1:cxn>
                <ns1:cxn ang="0">
                  <ns1:pos x="T100" y="T101"/>
                </ns1:cxn>
                <ns1:cxn ang="0">
                  <ns1:pos x="T102" y="T103"/>
                </ns1:cxn>
                <ns1:cxn ang="0">
                  <ns1:pos x="T104" y="T105"/>
                </ns1:cxn>
                <ns1:cxn ang="0">
                  <ns1:pos x="T106" y="T107"/>
                </ns1:cxn>
                <ns1:cxn ang="0">
                  <ns1:pos x="T108" y="T109"/>
                </ns1:cxn>
                <ns1:cxn ang="0">
                  <ns1:pos x="T110" y="T111"/>
                </ns1:cxn>
                <ns1:cxn ang="0">
                  <ns1:pos x="T112" y="T113"/>
                </ns1:cxn>
                <ns1:cxn ang="0">
                  <ns1:pos x="T114" y="T115"/>
                </ns1:cxn>
                <ns1:cxn ang="0">
                  <ns1:pos x="T116" y="T117"/>
                </ns1:cxn>
                <ns1:cxn ang="0">
                  <ns1:pos x="T118" y="T119"/>
                </ns1:cxn>
              </ns1:cxnLst>
              <ns1:rect l="0" t="0" r="r" b="b"/>
              <ns1:pathLst>
                <ns1:path w="40" h="128">
                  <ns1:moveTo>
                    <ns1:pt x="32" y="24"/>
                  </ns1:moveTo>
                  <ns1:cubicBezTo>
                    <ns1:pt x="32" y="12"/>
                    <ns1:pt x="32" y="12"/>
                    <ns1:pt x="32" y="12"/>
                  </ns1:cubicBezTo>
                  <ns1:cubicBezTo>
                    <ns1:pt x="32" y="5"/>
                    <ns1:pt x="27" y="0"/>
                    <ns1:pt x="20" y="0"/>
                  </ns1:cubicBezTo>
                  <ns1:cubicBezTo>
                    <ns1:pt x="13" y="0"/>
                    <ns1:pt x="8" y="5"/>
                    <ns1:pt x="8" y="12"/>
                  </ns1:cubicBezTo>
                  <ns1:cubicBezTo>
                    <ns1:pt x="8" y="24"/>
                    <ns1:pt x="8" y="24"/>
                    <ns1:pt x="8" y="24"/>
                  </ns1:cubicBezTo>
                  <ns1:cubicBezTo>
                    <ns1:pt x="3" y="28"/>
                    <ns1:pt x="0" y="33"/>
                    <ns1:pt x="0" y="40"/>
                  </ns1:cubicBezTo>
                  <ns1:cubicBezTo>
                    <ns1:pt x="0" y="47"/>
                    <ns1:pt x="3" y="52"/>
                    <ns1:pt x="8" y="56"/>
                  </ns1:cubicBezTo>
                  <ns1:cubicBezTo>
                    <ns1:pt x="8" y="116"/>
                    <ns1:pt x="8" y="116"/>
                    <ns1:pt x="8" y="116"/>
                  </ns1:cubicBezTo>
                  <ns1:cubicBezTo>
                    <ns1:pt x="8" y="123"/>
                    <ns1:pt x="13" y="128"/>
                    <ns1:pt x="20" y="128"/>
                  </ns1:cubicBezTo>
                  <ns1:cubicBezTo>
                    <ns1:pt x="27" y="128"/>
                    <ns1:pt x="32" y="123"/>
                    <ns1:pt x="32" y="116"/>
                  </ns1:cubicBezTo>
                  <ns1:cubicBezTo>
                    <ns1:pt x="32" y="56"/>
                    <ns1:pt x="32" y="56"/>
                    <ns1:pt x="32" y="56"/>
                  </ns1:cubicBezTo>
                  <ns1:cubicBezTo>
                    <ns1:pt x="37" y="52"/>
                    <ns1:pt x="40" y="47"/>
                    <ns1:pt x="40" y="40"/>
                  </ns1:cubicBezTo>
                  <ns1:cubicBezTo>
                    <ns1:pt x="40" y="33"/>
                    <ns1:pt x="37" y="28"/>
                    <ns1:pt x="32" y="24"/>
                  </ns1:cubicBezTo>
                  <ns1:close/>
                  <ns1:moveTo>
                    <ns1:pt x="16" y="12"/>
                  </ns1:moveTo>
                  <ns1:cubicBezTo>
                    <ns1:pt x="16" y="10"/>
                    <ns1:pt x="18" y="8"/>
                    <ns1:pt x="20" y="8"/>
                  </ns1:cubicBezTo>
                  <ns1:cubicBezTo>
                    <ns1:pt x="22" y="8"/>
                    <ns1:pt x="24" y="10"/>
                    <ns1:pt x="24" y="12"/>
                  </ns1:cubicBezTo>
                  <ns1:cubicBezTo>
                    <ns1:pt x="24" y="20"/>
                    <ns1:pt x="24" y="20"/>
                    <ns1:pt x="24" y="20"/>
                  </ns1:cubicBezTo>
                  <ns1:cubicBezTo>
                    <ns1:pt x="23" y="20"/>
                    <ns1:pt x="21" y="20"/>
                    <ns1:pt x="20" y="20"/>
                  </ns1:cubicBezTo>
                  <ns1:cubicBezTo>
                    <ns1:pt x="19" y="20"/>
                    <ns1:pt x="17" y="20"/>
                    <ns1:pt x="16" y="20"/>
                  </ns1:cubicBezTo>
                  <ns1:lnTo>
                    <ns1:pt x="16" y="12"/>
                  </ns1:lnTo>
                  <ns1:close/>
                  <ns1:moveTo>
                    <ns1:pt x="24" y="116"/>
                  </ns1:moveTo>
                  <ns1:cubicBezTo>
                    <ns1:pt x="24" y="118"/>
                    <ns1:pt x="22" y="120"/>
                    <ns1:pt x="20" y="120"/>
                  </ns1:cubicBezTo>
                  <ns1:cubicBezTo>
                    <ns1:pt x="18" y="120"/>
                    <ns1:pt x="16" y="118"/>
                    <ns1:pt x="16" y="116"/>
                  </ns1:cubicBezTo>
                  <ns1:cubicBezTo>
                    <ns1:pt x="16" y="60"/>
                    <ns1:pt x="16" y="60"/>
                    <ns1:pt x="16" y="60"/>
                  </ns1:cubicBezTo>
                  <ns1:cubicBezTo>
                    <ns1:pt x="17" y="60"/>
                    <ns1:pt x="19" y="60"/>
                    <ns1:pt x="20" y="60"/>
                  </ns1:cubicBezTo>
                  <ns1:cubicBezTo>
                    <ns1:pt x="21" y="60"/>
                    <ns1:pt x="23" y="60"/>
                    <ns1:pt x="24" y="60"/>
                  </ns1:cubicBezTo>
                  <ns1:lnTo>
                    <ns1:pt x="24" y="116"/>
                  </ns1:lnTo>
                  <ns1:close/>
                  <ns1:moveTo>
                    <ns1:pt x="31" y="43"/>
                  </ns1:moveTo>
                  <ns1:cubicBezTo>
                    <ns1:pt x="31" y="44"/>
                    <ns1:pt x="31" y="44"/>
                    <ns1:pt x="31" y="44"/>
                  </ns1:cubicBezTo>
                  <ns1:cubicBezTo>
                    <ns1:pt x="31" y="45"/>
                    <ns1:pt x="30" y="46"/>
                    <ns1:pt x="30" y="47"/>
                  </ns1:cubicBezTo>
                  <ns1:cubicBezTo>
                    <ns1:pt x="30" y="47"/>
                    <ns1:pt x="30" y="47"/>
                    <ns1:pt x="30" y="47"/>
                  </ns1:cubicBezTo>
                  <ns1:cubicBezTo>
                    <ns1:pt x="29" y="48"/>
                    <ns1:pt x="28" y="49"/>
                    <ns1:pt x="27" y="50"/>
                  </ns1:cubicBezTo>
                  <ns1:cubicBezTo>
                    <ns1:pt x="27" y="50"/>
                    <ns1:pt x="27" y="50"/>
                    <ns1:pt x="27" y="50"/>
                  </ns1:cubicBezTo>
                  <ns1:cubicBezTo>
                    <ns1:pt x="26" y="50"/>
                    <ns1:pt x="25" y="51"/>
                    <ns1:pt x="24" y="51"/>
                  </ns1:cubicBezTo>
                  <ns1:cubicBezTo>
                    <ns1:pt x="23" y="52"/>
                    <ns1:pt x="21" y="52"/>
                    <ns1:pt x="20" y="52"/>
                  </ns1:cubicBezTo>
                  <ns1:cubicBezTo>
                    <ns1:pt x="19" y="52"/>
                    <ns1:pt x="17" y="52"/>
                    <ns1:pt x="16" y="51"/>
                  </ns1:cubicBezTo>
                  <ns1:cubicBezTo>
                    <ns1:pt x="15" y="51"/>
                    <ns1:pt x="14" y="50"/>
                    <ns1:pt x="13" y="50"/>
                  </ns1:cubicBezTo>
                  <ns1:cubicBezTo>
                    <ns1:pt x="13" y="50"/>
                    <ns1:pt x="13" y="50"/>
                    <ns1:pt x="13" y="50"/>
                  </ns1:cubicBezTo>
                  <ns1:cubicBezTo>
                    <ns1:pt x="12" y="49"/>
                    <ns1:pt x="11" y="48"/>
                    <ns1:pt x="10" y="47"/>
                  </ns1:cubicBezTo>
                  <ns1:cubicBezTo>
                    <ns1:pt x="10" y="47"/>
                    <ns1:pt x="10" y="47"/>
                    <ns1:pt x="10" y="47"/>
                  </ns1:cubicBezTo>
                  <ns1:cubicBezTo>
                    <ns1:pt x="10" y="46"/>
                    <ns1:pt x="9" y="45"/>
                    <ns1:pt x="9" y="44"/>
                  </ns1:cubicBezTo>
                  <ns1:cubicBezTo>
                    <ns1:pt x="9" y="44"/>
                    <ns1:pt x="9" y="44"/>
                    <ns1:pt x="9" y="43"/>
                  </ns1:cubicBezTo>
                  <ns1:cubicBezTo>
                    <ns1:pt x="8" y="42"/>
                    <ns1:pt x="8" y="41"/>
                    <ns1:pt x="8" y="40"/>
                  </ns1:cubicBezTo>
                  <ns1:cubicBezTo>
                    <ns1:pt x="8" y="39"/>
                    <ns1:pt x="8" y="38"/>
                    <ns1:pt x="9" y="37"/>
                  </ns1:cubicBezTo>
                  <ns1:cubicBezTo>
                    <ns1:pt x="9" y="36"/>
                    <ns1:pt x="9" y="36"/>
                    <ns1:pt x="9" y="36"/>
                  </ns1:cubicBezTo>
                  <ns1:cubicBezTo>
                    <ns1:pt x="9" y="35"/>
                    <ns1:pt x="10" y="34"/>
                    <ns1:pt x="10" y="33"/>
                  </ns1:cubicBezTo>
                  <ns1:cubicBezTo>
                    <ns1:pt x="10" y="33"/>
                    <ns1:pt x="10" y="33"/>
                    <ns1:pt x="10" y="33"/>
                  </ns1:cubicBezTo>
                  <ns1:cubicBezTo>
                    <ns1:pt x="11" y="32"/>
                    <ns1:pt x="12" y="31"/>
                    <ns1:pt x="13" y="30"/>
                  </ns1:cubicBezTo>
                  <ns1:cubicBezTo>
                    <ns1:pt x="13" y="30"/>
                    <ns1:pt x="13" y="30"/>
                    <ns1:pt x="13" y="30"/>
                  </ns1:cubicBezTo>
                  <ns1:cubicBezTo>
                    <ns1:pt x="14" y="30"/>
                    <ns1:pt x="15" y="29"/>
                    <ns1:pt x="16" y="29"/>
                  </ns1:cubicBezTo>
                  <ns1:cubicBezTo>
                    <ns1:pt x="17" y="28"/>
                    <ns1:pt x="19" y="28"/>
                    <ns1:pt x="20" y="28"/>
                  </ns1:cubicBezTo>
                  <ns1:cubicBezTo>
                    <ns1:pt x="21" y="28"/>
                    <ns1:pt x="23" y="28"/>
                    <ns1:pt x="24" y="29"/>
                  </ns1:cubicBezTo>
                  <ns1:cubicBezTo>
                    <ns1:pt x="25" y="29"/>
                    <ns1:pt x="26" y="30"/>
                    <ns1:pt x="27" y="30"/>
                  </ns1:cubicBezTo>
                  <ns1:cubicBezTo>
                    <ns1:pt x="27" y="30"/>
                    <ns1:pt x="27" y="30"/>
                    <ns1:pt x="27" y="30"/>
                  </ns1:cubicBezTo>
                  <ns1:cubicBezTo>
                    <ns1:pt x="28" y="31"/>
                    <ns1:pt x="29" y="32"/>
                    <ns1:pt x="30" y="33"/>
                  </ns1:cubicBezTo>
                  <ns1:cubicBezTo>
                    <ns1:pt x="30" y="33"/>
                    <ns1:pt x="30" y="33"/>
                    <ns1:pt x="30" y="33"/>
                  </ns1:cubicBezTo>
                  <ns1:cubicBezTo>
                    <ns1:pt x="30" y="34"/>
                    <ns1:pt x="31" y="35"/>
                    <ns1:pt x="31" y="36"/>
                  </ns1:cubicBezTo>
                  <ns1:cubicBezTo>
                    <ns1:pt x="31" y="36"/>
                    <ns1:pt x="31" y="36"/>
                    <ns1:pt x="31" y="37"/>
                  </ns1:cubicBezTo>
                  <ns1:cubicBezTo>
                    <ns1:pt x="32" y="38"/>
                    <ns1:pt x="32" y="39"/>
                    <ns1:pt x="32" y="40"/>
                  </ns1:cubicBezTo>
                  <ns1:cubicBezTo>
                    <ns1:pt x="32" y="41"/>
                    <ns1:pt x="32" y="42"/>
                    <ns1:pt x="31" y="43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84" name="Freeform 6"/>
            <ns0:cNvSpPr>
              <ns1:spLocks noEditPoints="1"/>
            </ns0:cNvSpPr>
            <ns0:nvPr/>
          </ns0:nvSpPr>
          <ns0:spPr bwMode="auto">
            <ns1:xfrm>
              <ns1:off x="9390063" y="484188"/>
              <ns1:ext cx="153988" cy="488950"/>
            </ns1:xfrm>
            <ns1:custGeom>
              <ns1:avLst/>
              <ns1:gdLst>
                <ns1:gd name="T0" fmla="*/ 32 w 40"/>
                <ns1:gd name="T1" fmla="*/ 24 h 128"/>
                <ns1:gd name="T2" fmla="*/ 32 w 40"/>
                <ns1:gd name="T3" fmla="*/ 12 h 128"/>
                <ns1:gd name="T4" fmla="*/ 20 w 40"/>
                <ns1:gd name="T5" fmla="*/ 0 h 128"/>
                <ns1:gd name="T6" fmla="*/ 8 w 40"/>
                <ns1:gd name="T7" fmla="*/ 12 h 128"/>
                <ns1:gd name="T8" fmla="*/ 8 w 40"/>
                <ns1:gd name="T9" fmla="*/ 24 h 128"/>
                <ns1:gd name="T10" fmla="*/ 0 w 40"/>
                <ns1:gd name="T11" fmla="*/ 40 h 128"/>
                <ns1:gd name="T12" fmla="*/ 8 w 40"/>
                <ns1:gd name="T13" fmla="*/ 56 h 128"/>
                <ns1:gd name="T14" fmla="*/ 8 w 40"/>
                <ns1:gd name="T15" fmla="*/ 116 h 128"/>
                <ns1:gd name="T16" fmla="*/ 20 w 40"/>
                <ns1:gd name="T17" fmla="*/ 128 h 128"/>
                <ns1:gd name="T18" fmla="*/ 32 w 40"/>
                <ns1:gd name="T19" fmla="*/ 116 h 128"/>
                <ns1:gd name="T20" fmla="*/ 32 w 40"/>
                <ns1:gd name="T21" fmla="*/ 56 h 128"/>
                <ns1:gd name="T22" fmla="*/ 40 w 40"/>
                <ns1:gd name="T23" fmla="*/ 40 h 128"/>
                <ns1:gd name="T24" fmla="*/ 32 w 40"/>
                <ns1:gd name="T25" fmla="*/ 24 h 128"/>
                <ns1:gd name="T26" fmla="*/ 16 w 40"/>
                <ns1:gd name="T27" fmla="*/ 12 h 128"/>
                <ns1:gd name="T28" fmla="*/ 20 w 40"/>
                <ns1:gd name="T29" fmla="*/ 8 h 128"/>
                <ns1:gd name="T30" fmla="*/ 24 w 40"/>
                <ns1:gd name="T31" fmla="*/ 12 h 128"/>
                <ns1:gd name="T32" fmla="*/ 24 w 40"/>
                <ns1:gd name="T33" fmla="*/ 20 h 128"/>
                <ns1:gd name="T34" fmla="*/ 20 w 40"/>
                <ns1:gd name="T35" fmla="*/ 20 h 128"/>
                <ns1:gd name="T36" fmla="*/ 16 w 40"/>
                <ns1:gd name="T37" fmla="*/ 20 h 128"/>
                <ns1:gd name="T38" fmla="*/ 16 w 40"/>
                <ns1:gd name="T39" fmla="*/ 12 h 128"/>
                <ns1:gd name="T40" fmla="*/ 24 w 40"/>
                <ns1:gd name="T41" fmla="*/ 116 h 128"/>
                <ns1:gd name="T42" fmla="*/ 20 w 40"/>
                <ns1:gd name="T43" fmla="*/ 120 h 128"/>
                <ns1:gd name="T44" fmla="*/ 16 w 40"/>
                <ns1:gd name="T45" fmla="*/ 116 h 128"/>
                <ns1:gd name="T46" fmla="*/ 16 w 40"/>
                <ns1:gd name="T47" fmla="*/ 60 h 128"/>
                <ns1:gd name="T48" fmla="*/ 20 w 40"/>
                <ns1:gd name="T49" fmla="*/ 60 h 128"/>
                <ns1:gd name="T50" fmla="*/ 24 w 40"/>
                <ns1:gd name="T51" fmla="*/ 60 h 128"/>
                <ns1:gd name="T52" fmla="*/ 24 w 40"/>
                <ns1:gd name="T53" fmla="*/ 116 h 128"/>
                <ns1:gd name="T54" fmla="*/ 31 w 40"/>
                <ns1:gd name="T55" fmla="*/ 43 h 128"/>
                <ns1:gd name="T56" fmla="*/ 31 w 40"/>
                <ns1:gd name="T57" fmla="*/ 44 h 128"/>
                <ns1:gd name="T58" fmla="*/ 30 w 40"/>
                <ns1:gd name="T59" fmla="*/ 47 h 128"/>
                <ns1:gd name="T60" fmla="*/ 30 w 40"/>
                <ns1:gd name="T61" fmla="*/ 47 h 128"/>
                <ns1:gd name="T62" fmla="*/ 27 w 40"/>
                <ns1:gd name="T63" fmla="*/ 50 h 128"/>
                <ns1:gd name="T64" fmla="*/ 27 w 40"/>
                <ns1:gd name="T65" fmla="*/ 50 h 128"/>
                <ns1:gd name="T66" fmla="*/ 24 w 40"/>
                <ns1:gd name="T67" fmla="*/ 51 h 128"/>
                <ns1:gd name="T68" fmla="*/ 20 w 40"/>
                <ns1:gd name="T69" fmla="*/ 52 h 128"/>
                <ns1:gd name="T70" fmla="*/ 16 w 40"/>
                <ns1:gd name="T71" fmla="*/ 51 h 128"/>
                <ns1:gd name="T72" fmla="*/ 13 w 40"/>
                <ns1:gd name="T73" fmla="*/ 50 h 128"/>
                <ns1:gd name="T74" fmla="*/ 13 w 40"/>
                <ns1:gd name="T75" fmla="*/ 50 h 128"/>
                <ns1:gd name="T76" fmla="*/ 10 w 40"/>
                <ns1:gd name="T77" fmla="*/ 47 h 128"/>
                <ns1:gd name="T78" fmla="*/ 10 w 40"/>
                <ns1:gd name="T79" fmla="*/ 47 h 128"/>
                <ns1:gd name="T80" fmla="*/ 9 w 40"/>
                <ns1:gd name="T81" fmla="*/ 44 h 128"/>
                <ns1:gd name="T82" fmla="*/ 9 w 40"/>
                <ns1:gd name="T83" fmla="*/ 43 h 128"/>
                <ns1:gd name="T84" fmla="*/ 8 w 40"/>
                <ns1:gd name="T85" fmla="*/ 40 h 128"/>
                <ns1:gd name="T86" fmla="*/ 9 w 40"/>
                <ns1:gd name="T87" fmla="*/ 37 h 128"/>
                <ns1:gd name="T88" fmla="*/ 9 w 40"/>
                <ns1:gd name="T89" fmla="*/ 36 h 128"/>
                <ns1:gd name="T90" fmla="*/ 10 w 40"/>
                <ns1:gd name="T91" fmla="*/ 33 h 128"/>
                <ns1:gd name="T92" fmla="*/ 10 w 40"/>
                <ns1:gd name="T93" fmla="*/ 33 h 128"/>
                <ns1:gd name="T94" fmla="*/ 13 w 40"/>
                <ns1:gd name="T95" fmla="*/ 30 h 128"/>
                <ns1:gd name="T96" fmla="*/ 13 w 40"/>
                <ns1:gd name="T97" fmla="*/ 30 h 128"/>
                <ns1:gd name="T98" fmla="*/ 16 w 40"/>
                <ns1:gd name="T99" fmla="*/ 29 h 128"/>
                <ns1:gd name="T100" fmla="*/ 20 w 40"/>
                <ns1:gd name="T101" fmla="*/ 28 h 128"/>
                <ns1:gd name="T102" fmla="*/ 24 w 40"/>
                <ns1:gd name="T103" fmla="*/ 29 h 128"/>
                <ns1:gd name="T104" fmla="*/ 27 w 40"/>
                <ns1:gd name="T105" fmla="*/ 30 h 128"/>
                <ns1:gd name="T106" fmla="*/ 27 w 40"/>
                <ns1:gd name="T107" fmla="*/ 30 h 128"/>
                <ns1:gd name="T108" fmla="*/ 30 w 40"/>
                <ns1:gd name="T109" fmla="*/ 33 h 128"/>
                <ns1:gd name="T110" fmla="*/ 30 w 40"/>
                <ns1:gd name="T111" fmla="*/ 33 h 128"/>
                <ns1:gd name="T112" fmla="*/ 31 w 40"/>
                <ns1:gd name="T113" fmla="*/ 36 h 128"/>
                <ns1:gd name="T114" fmla="*/ 31 w 40"/>
                <ns1:gd name="T115" fmla="*/ 37 h 128"/>
                <ns1:gd name="T116" fmla="*/ 32 w 40"/>
                <ns1:gd name="T117" fmla="*/ 40 h 128"/>
                <ns1:gd name="T118" fmla="*/ 31 w 40"/>
                <ns1:gd name="T119" fmla="*/ 43 h 128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  <ns1:cxn ang="0">
                  <ns1:pos x="T30" y="T31"/>
                </ns1:cxn>
                <ns1:cxn ang="0">
                  <ns1:pos x="T32" y="T33"/>
                </ns1:cxn>
                <ns1:cxn ang="0">
                  <ns1:pos x="T34" y="T35"/>
                </ns1:cxn>
                <ns1:cxn ang="0">
                  <ns1:pos x="T36" y="T37"/>
                </ns1:cxn>
                <ns1:cxn ang="0">
                  <ns1:pos x="T38" y="T39"/>
                </ns1:cxn>
                <ns1:cxn ang="0">
                  <ns1:pos x="T40" y="T41"/>
                </ns1:cxn>
                <ns1:cxn ang="0">
                  <ns1:pos x="T42" y="T43"/>
                </ns1:cxn>
                <ns1:cxn ang="0">
                  <ns1:pos x="T44" y="T45"/>
                </ns1:cxn>
                <ns1:cxn ang="0">
                  <ns1:pos x="T46" y="T47"/>
                </ns1:cxn>
                <ns1:cxn ang="0">
                  <ns1:pos x="T48" y="T49"/>
                </ns1:cxn>
                <ns1:cxn ang="0">
                  <ns1:pos x="T50" y="T51"/>
                </ns1:cxn>
                <ns1:cxn ang="0">
                  <ns1:pos x="T52" y="T53"/>
                </ns1:cxn>
                <ns1:cxn ang="0">
                  <ns1:pos x="T54" y="T55"/>
                </ns1:cxn>
                <ns1:cxn ang="0">
                  <ns1:pos x="T56" y="T57"/>
                </ns1:cxn>
                <ns1:cxn ang="0">
                  <ns1:pos x="T58" y="T59"/>
                </ns1:cxn>
                <ns1:cxn ang="0">
                  <ns1:pos x="T60" y="T61"/>
                </ns1:cxn>
                <ns1:cxn ang="0">
                  <ns1:pos x="T62" y="T63"/>
                </ns1:cxn>
                <ns1:cxn ang="0">
                  <ns1:pos x="T64" y="T65"/>
                </ns1:cxn>
                <ns1:cxn ang="0">
                  <ns1:pos x="T66" y="T67"/>
                </ns1:cxn>
                <ns1:cxn ang="0">
                  <ns1:pos x="T68" y="T69"/>
                </ns1:cxn>
                <ns1:cxn ang="0">
                  <ns1:pos x="T70" y="T71"/>
                </ns1:cxn>
                <ns1:cxn ang="0">
                  <ns1:pos x="T72" y="T73"/>
                </ns1:cxn>
                <ns1:cxn ang="0">
                  <ns1:pos x="T74" y="T75"/>
                </ns1:cxn>
                <ns1:cxn ang="0">
                  <ns1:pos x="T76" y="T77"/>
                </ns1:cxn>
                <ns1:cxn ang="0">
                  <ns1:pos x="T78" y="T79"/>
                </ns1:cxn>
                <ns1:cxn ang="0">
                  <ns1:pos x="T80" y="T81"/>
                </ns1:cxn>
                <ns1:cxn ang="0">
                  <ns1:pos x="T82" y="T83"/>
                </ns1:cxn>
                <ns1:cxn ang="0">
                  <ns1:pos x="T84" y="T85"/>
                </ns1:cxn>
                <ns1:cxn ang="0">
                  <ns1:pos x="T86" y="T87"/>
                </ns1:cxn>
                <ns1:cxn ang="0">
                  <ns1:pos x="T88" y="T89"/>
                </ns1:cxn>
                <ns1:cxn ang="0">
                  <ns1:pos x="T90" y="T91"/>
                </ns1:cxn>
                <ns1:cxn ang="0">
                  <ns1:pos x="T92" y="T93"/>
                </ns1:cxn>
                <ns1:cxn ang="0">
                  <ns1:pos x="T94" y="T95"/>
                </ns1:cxn>
                <ns1:cxn ang="0">
                  <ns1:pos x="T96" y="T97"/>
                </ns1:cxn>
                <ns1:cxn ang="0">
                  <ns1:pos x="T98" y="T99"/>
                </ns1:cxn>
                <ns1:cxn ang="0">
                  <ns1:pos x="T100" y="T101"/>
                </ns1:cxn>
                <ns1:cxn ang="0">
                  <ns1:pos x="T102" y="T103"/>
                </ns1:cxn>
                <ns1:cxn ang="0">
                  <ns1:pos x="T104" y="T105"/>
                </ns1:cxn>
                <ns1:cxn ang="0">
                  <ns1:pos x="T106" y="T107"/>
                </ns1:cxn>
                <ns1:cxn ang="0">
                  <ns1:pos x="T108" y="T109"/>
                </ns1:cxn>
                <ns1:cxn ang="0">
                  <ns1:pos x="T110" y="T111"/>
                </ns1:cxn>
                <ns1:cxn ang="0">
                  <ns1:pos x="T112" y="T113"/>
                </ns1:cxn>
                <ns1:cxn ang="0">
                  <ns1:pos x="T114" y="T115"/>
                </ns1:cxn>
                <ns1:cxn ang="0">
                  <ns1:pos x="T116" y="T117"/>
                </ns1:cxn>
                <ns1:cxn ang="0">
                  <ns1:pos x="T118" y="T119"/>
                </ns1:cxn>
              </ns1:cxnLst>
              <ns1:rect l="0" t="0" r="r" b="b"/>
              <ns1:pathLst>
                <ns1:path w="40" h="128">
                  <ns1:moveTo>
                    <ns1:pt x="32" y="24"/>
                  </ns1:moveTo>
                  <ns1:cubicBezTo>
                    <ns1:pt x="32" y="12"/>
                    <ns1:pt x="32" y="12"/>
                    <ns1:pt x="32" y="12"/>
                  </ns1:cubicBezTo>
                  <ns1:cubicBezTo>
                    <ns1:pt x="32" y="5"/>
                    <ns1:pt x="27" y="0"/>
                    <ns1:pt x="20" y="0"/>
                  </ns1:cubicBezTo>
                  <ns1:cubicBezTo>
                    <ns1:pt x="13" y="0"/>
                    <ns1:pt x="8" y="5"/>
                    <ns1:pt x="8" y="12"/>
                  </ns1:cubicBezTo>
                  <ns1:cubicBezTo>
                    <ns1:pt x="8" y="24"/>
                    <ns1:pt x="8" y="24"/>
                    <ns1:pt x="8" y="24"/>
                  </ns1:cubicBezTo>
                  <ns1:cubicBezTo>
                    <ns1:pt x="3" y="28"/>
                    <ns1:pt x="0" y="33"/>
                    <ns1:pt x="0" y="40"/>
                  </ns1:cubicBezTo>
                  <ns1:cubicBezTo>
                    <ns1:pt x="0" y="47"/>
                    <ns1:pt x="3" y="52"/>
                    <ns1:pt x="8" y="56"/>
                  </ns1:cubicBezTo>
                  <ns1:cubicBezTo>
                    <ns1:pt x="8" y="116"/>
                    <ns1:pt x="8" y="116"/>
                    <ns1:pt x="8" y="116"/>
                  </ns1:cubicBezTo>
                  <ns1:cubicBezTo>
                    <ns1:pt x="8" y="123"/>
                    <ns1:pt x="13" y="128"/>
                    <ns1:pt x="20" y="128"/>
                  </ns1:cubicBezTo>
                  <ns1:cubicBezTo>
                    <ns1:pt x="27" y="128"/>
                    <ns1:pt x="32" y="123"/>
                    <ns1:pt x="32" y="116"/>
                  </ns1:cubicBezTo>
                  <ns1:cubicBezTo>
                    <ns1:pt x="32" y="56"/>
                    <ns1:pt x="32" y="56"/>
                    <ns1:pt x="32" y="56"/>
                  </ns1:cubicBezTo>
                  <ns1:cubicBezTo>
                    <ns1:pt x="37" y="52"/>
                    <ns1:pt x="40" y="47"/>
                    <ns1:pt x="40" y="40"/>
                  </ns1:cubicBezTo>
                  <ns1:cubicBezTo>
                    <ns1:pt x="40" y="33"/>
                    <ns1:pt x="37" y="28"/>
                    <ns1:pt x="32" y="24"/>
                  </ns1:cubicBezTo>
                  <ns1:close/>
                  <ns1:moveTo>
                    <ns1:pt x="16" y="12"/>
                  </ns1:moveTo>
                  <ns1:cubicBezTo>
                    <ns1:pt x="16" y="10"/>
                    <ns1:pt x="18" y="8"/>
                    <ns1:pt x="20" y="8"/>
                  </ns1:cubicBezTo>
                  <ns1:cubicBezTo>
                    <ns1:pt x="22" y="8"/>
                    <ns1:pt x="24" y="10"/>
                    <ns1:pt x="24" y="12"/>
                  </ns1:cubicBezTo>
                  <ns1:cubicBezTo>
                    <ns1:pt x="24" y="20"/>
                    <ns1:pt x="24" y="20"/>
                    <ns1:pt x="24" y="20"/>
                  </ns1:cubicBezTo>
                  <ns1:cubicBezTo>
                    <ns1:pt x="23" y="20"/>
                    <ns1:pt x="21" y="20"/>
                    <ns1:pt x="20" y="20"/>
                  </ns1:cubicBezTo>
                  <ns1:cubicBezTo>
                    <ns1:pt x="19" y="20"/>
                    <ns1:pt x="17" y="20"/>
                    <ns1:pt x="16" y="20"/>
                  </ns1:cubicBezTo>
                  <ns1:lnTo>
                    <ns1:pt x="16" y="12"/>
                  </ns1:lnTo>
                  <ns1:close/>
                  <ns1:moveTo>
                    <ns1:pt x="24" y="116"/>
                  </ns1:moveTo>
                  <ns1:cubicBezTo>
                    <ns1:pt x="24" y="118"/>
                    <ns1:pt x="22" y="120"/>
                    <ns1:pt x="20" y="120"/>
                  </ns1:cubicBezTo>
                  <ns1:cubicBezTo>
                    <ns1:pt x="18" y="120"/>
                    <ns1:pt x="16" y="118"/>
                    <ns1:pt x="16" y="116"/>
                  </ns1:cubicBezTo>
                  <ns1:cubicBezTo>
                    <ns1:pt x="16" y="60"/>
                    <ns1:pt x="16" y="60"/>
                    <ns1:pt x="16" y="60"/>
                  </ns1:cubicBezTo>
                  <ns1:cubicBezTo>
                    <ns1:pt x="17" y="60"/>
                    <ns1:pt x="19" y="60"/>
                    <ns1:pt x="20" y="60"/>
                  </ns1:cubicBezTo>
                  <ns1:cubicBezTo>
                    <ns1:pt x="21" y="60"/>
                    <ns1:pt x="23" y="60"/>
                    <ns1:pt x="24" y="60"/>
                  </ns1:cubicBezTo>
                  <ns1:lnTo>
                    <ns1:pt x="24" y="116"/>
                  </ns1:lnTo>
                  <ns1:close/>
                  <ns1:moveTo>
                    <ns1:pt x="31" y="43"/>
                  </ns1:moveTo>
                  <ns1:cubicBezTo>
                    <ns1:pt x="31" y="44"/>
                    <ns1:pt x="31" y="44"/>
                    <ns1:pt x="31" y="44"/>
                  </ns1:cubicBezTo>
                  <ns1:cubicBezTo>
                    <ns1:pt x="31" y="45"/>
                    <ns1:pt x="30" y="46"/>
                    <ns1:pt x="30" y="47"/>
                  </ns1:cubicBezTo>
                  <ns1:cubicBezTo>
                    <ns1:pt x="30" y="47"/>
                    <ns1:pt x="30" y="47"/>
                    <ns1:pt x="30" y="47"/>
                  </ns1:cubicBezTo>
                  <ns1:cubicBezTo>
                    <ns1:pt x="29" y="48"/>
                    <ns1:pt x="28" y="49"/>
                    <ns1:pt x="27" y="50"/>
                  </ns1:cubicBezTo>
                  <ns1:cubicBezTo>
                    <ns1:pt x="27" y="50"/>
                    <ns1:pt x="27" y="50"/>
                    <ns1:pt x="27" y="50"/>
                  </ns1:cubicBezTo>
                  <ns1:cubicBezTo>
                    <ns1:pt x="26" y="50"/>
                    <ns1:pt x="25" y="51"/>
                    <ns1:pt x="24" y="51"/>
                  </ns1:cubicBezTo>
                  <ns1:cubicBezTo>
                    <ns1:pt x="23" y="52"/>
                    <ns1:pt x="21" y="52"/>
                    <ns1:pt x="20" y="52"/>
                  </ns1:cubicBezTo>
                  <ns1:cubicBezTo>
                    <ns1:pt x="19" y="52"/>
                    <ns1:pt x="17" y="52"/>
                    <ns1:pt x="16" y="51"/>
                  </ns1:cubicBezTo>
                  <ns1:cubicBezTo>
                    <ns1:pt x="15" y="51"/>
                    <ns1:pt x="14" y="50"/>
                    <ns1:pt x="13" y="50"/>
                  </ns1:cubicBezTo>
                  <ns1:cubicBezTo>
                    <ns1:pt x="13" y="50"/>
                    <ns1:pt x="13" y="50"/>
                    <ns1:pt x="13" y="50"/>
                  </ns1:cubicBezTo>
                  <ns1:cubicBezTo>
                    <ns1:pt x="12" y="49"/>
                    <ns1:pt x="11" y="48"/>
                    <ns1:pt x="10" y="47"/>
                  </ns1:cubicBezTo>
                  <ns1:cubicBezTo>
                    <ns1:pt x="10" y="47"/>
                    <ns1:pt x="10" y="47"/>
                    <ns1:pt x="10" y="47"/>
                  </ns1:cubicBezTo>
                  <ns1:cubicBezTo>
                    <ns1:pt x="10" y="46"/>
                    <ns1:pt x="9" y="45"/>
                    <ns1:pt x="9" y="44"/>
                  </ns1:cubicBezTo>
                  <ns1:cubicBezTo>
                    <ns1:pt x="9" y="44"/>
                    <ns1:pt x="9" y="44"/>
                    <ns1:pt x="9" y="43"/>
                  </ns1:cubicBezTo>
                  <ns1:cubicBezTo>
                    <ns1:pt x="8" y="42"/>
                    <ns1:pt x="8" y="41"/>
                    <ns1:pt x="8" y="40"/>
                  </ns1:cubicBezTo>
                  <ns1:cubicBezTo>
                    <ns1:pt x="8" y="39"/>
                    <ns1:pt x="8" y="38"/>
                    <ns1:pt x="9" y="37"/>
                  </ns1:cubicBezTo>
                  <ns1:cubicBezTo>
                    <ns1:pt x="9" y="36"/>
                    <ns1:pt x="9" y="36"/>
                    <ns1:pt x="9" y="36"/>
                  </ns1:cubicBezTo>
                  <ns1:cubicBezTo>
                    <ns1:pt x="9" y="35"/>
                    <ns1:pt x="10" y="34"/>
                    <ns1:pt x="10" y="33"/>
                  </ns1:cubicBezTo>
                  <ns1:cubicBezTo>
                    <ns1:pt x="10" y="33"/>
                    <ns1:pt x="10" y="33"/>
                    <ns1:pt x="10" y="33"/>
                  </ns1:cubicBezTo>
                  <ns1:cubicBezTo>
                    <ns1:pt x="11" y="32"/>
                    <ns1:pt x="12" y="31"/>
                    <ns1:pt x="13" y="30"/>
                  </ns1:cubicBezTo>
                  <ns1:cubicBezTo>
                    <ns1:pt x="13" y="30"/>
                    <ns1:pt x="13" y="30"/>
                    <ns1:pt x="13" y="30"/>
                  </ns1:cubicBezTo>
                  <ns1:cubicBezTo>
                    <ns1:pt x="14" y="30"/>
                    <ns1:pt x="15" y="29"/>
                    <ns1:pt x="16" y="29"/>
                  </ns1:cubicBezTo>
                  <ns1:cubicBezTo>
                    <ns1:pt x="17" y="28"/>
                    <ns1:pt x="19" y="28"/>
                    <ns1:pt x="20" y="28"/>
                  </ns1:cubicBezTo>
                  <ns1:cubicBezTo>
                    <ns1:pt x="21" y="28"/>
                    <ns1:pt x="23" y="28"/>
                    <ns1:pt x="24" y="29"/>
                  </ns1:cubicBezTo>
                  <ns1:cubicBezTo>
                    <ns1:pt x="25" y="29"/>
                    <ns1:pt x="26" y="30"/>
                    <ns1:pt x="27" y="30"/>
                  </ns1:cubicBezTo>
                  <ns1:cubicBezTo>
                    <ns1:pt x="27" y="30"/>
                    <ns1:pt x="27" y="30"/>
                    <ns1:pt x="27" y="30"/>
                  </ns1:cubicBezTo>
                  <ns1:cubicBezTo>
                    <ns1:pt x="28" y="31"/>
                    <ns1:pt x="29" y="32"/>
                    <ns1:pt x="30" y="33"/>
                  </ns1:cubicBezTo>
                  <ns1:cubicBezTo>
                    <ns1:pt x="30" y="33"/>
                    <ns1:pt x="30" y="33"/>
                    <ns1:pt x="30" y="33"/>
                  </ns1:cubicBezTo>
                  <ns1:cubicBezTo>
                    <ns1:pt x="30" y="34"/>
                    <ns1:pt x="31" y="35"/>
                    <ns1:pt x="31" y="36"/>
                  </ns1:cubicBezTo>
                  <ns1:cubicBezTo>
                    <ns1:pt x="31" y="36"/>
                    <ns1:pt x="31" y="36"/>
                    <ns1:pt x="31" y="37"/>
                  </ns1:cubicBezTo>
                  <ns1:cubicBezTo>
                    <ns1:pt x="32" y="38"/>
                    <ns1:pt x="32" y="39"/>
                    <ns1:pt x="32" y="40"/>
                  </ns1:cubicBezTo>
                  <ns1:cubicBezTo>
                    <ns1:pt x="32" y="41"/>
                    <ns1:pt x="32" y="42"/>
                    <ns1:pt x="31" y="43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85" name="Freeform 7"/>
            <ns0:cNvSpPr>
              <ns1:spLocks noEditPoints="1"/>
            </ns0:cNvSpPr>
            <ns0:nvPr/>
          </ns0:nvSpPr>
          <ns0:spPr bwMode="auto">
            <ns1:xfrm>
              <ns1:off x="9221788" y="484188"/>
              <ns1:ext cx="153988" cy="488950"/>
            </ns1:xfrm>
            <ns1:custGeom>
              <ns1:avLst/>
              <ns1:gdLst>
                <ns1:gd name="T0" fmla="*/ 32 w 40"/>
                <ns1:gd name="T1" fmla="*/ 72 h 128"/>
                <ns1:gd name="T2" fmla="*/ 32 w 40"/>
                <ns1:gd name="T3" fmla="*/ 12 h 128"/>
                <ns1:gd name="T4" fmla="*/ 20 w 40"/>
                <ns1:gd name="T5" fmla="*/ 0 h 128"/>
                <ns1:gd name="T6" fmla="*/ 8 w 40"/>
                <ns1:gd name="T7" fmla="*/ 12 h 128"/>
                <ns1:gd name="T8" fmla="*/ 8 w 40"/>
                <ns1:gd name="T9" fmla="*/ 72 h 128"/>
                <ns1:gd name="T10" fmla="*/ 0 w 40"/>
                <ns1:gd name="T11" fmla="*/ 88 h 128"/>
                <ns1:gd name="T12" fmla="*/ 8 w 40"/>
                <ns1:gd name="T13" fmla="*/ 104 h 128"/>
                <ns1:gd name="T14" fmla="*/ 8 w 40"/>
                <ns1:gd name="T15" fmla="*/ 116 h 128"/>
                <ns1:gd name="T16" fmla="*/ 20 w 40"/>
                <ns1:gd name="T17" fmla="*/ 128 h 128"/>
                <ns1:gd name="T18" fmla="*/ 32 w 40"/>
                <ns1:gd name="T19" fmla="*/ 116 h 128"/>
                <ns1:gd name="T20" fmla="*/ 32 w 40"/>
                <ns1:gd name="T21" fmla="*/ 104 h 128"/>
                <ns1:gd name="T22" fmla="*/ 40 w 40"/>
                <ns1:gd name="T23" fmla="*/ 88 h 128"/>
                <ns1:gd name="T24" fmla="*/ 32 w 40"/>
                <ns1:gd name="T25" fmla="*/ 72 h 128"/>
                <ns1:gd name="T26" fmla="*/ 16 w 40"/>
                <ns1:gd name="T27" fmla="*/ 12 h 128"/>
                <ns1:gd name="T28" fmla="*/ 20 w 40"/>
                <ns1:gd name="T29" fmla="*/ 8 h 128"/>
                <ns1:gd name="T30" fmla="*/ 24 w 40"/>
                <ns1:gd name="T31" fmla="*/ 12 h 128"/>
                <ns1:gd name="T32" fmla="*/ 24 w 40"/>
                <ns1:gd name="T33" fmla="*/ 68 h 128"/>
                <ns1:gd name="T34" fmla="*/ 20 w 40"/>
                <ns1:gd name="T35" fmla="*/ 68 h 128"/>
                <ns1:gd name="T36" fmla="*/ 16 w 40"/>
                <ns1:gd name="T37" fmla="*/ 68 h 128"/>
                <ns1:gd name="T38" fmla="*/ 16 w 40"/>
                <ns1:gd name="T39" fmla="*/ 12 h 128"/>
                <ns1:gd name="T40" fmla="*/ 24 w 40"/>
                <ns1:gd name="T41" fmla="*/ 116 h 128"/>
                <ns1:gd name="T42" fmla="*/ 20 w 40"/>
                <ns1:gd name="T43" fmla="*/ 120 h 128"/>
                <ns1:gd name="T44" fmla="*/ 16 w 40"/>
                <ns1:gd name="T45" fmla="*/ 116 h 128"/>
                <ns1:gd name="T46" fmla="*/ 16 w 40"/>
                <ns1:gd name="T47" fmla="*/ 108 h 128"/>
                <ns1:gd name="T48" fmla="*/ 20 w 40"/>
                <ns1:gd name="T49" fmla="*/ 108 h 128"/>
                <ns1:gd name="T50" fmla="*/ 24 w 40"/>
                <ns1:gd name="T51" fmla="*/ 108 h 128"/>
                <ns1:gd name="T52" fmla="*/ 24 w 40"/>
                <ns1:gd name="T53" fmla="*/ 116 h 128"/>
                <ns1:gd name="T54" fmla="*/ 31 w 40"/>
                <ns1:gd name="T55" fmla="*/ 91 h 128"/>
                <ns1:gd name="T56" fmla="*/ 31 w 40"/>
                <ns1:gd name="T57" fmla="*/ 92 h 128"/>
                <ns1:gd name="T58" fmla="*/ 30 w 40"/>
                <ns1:gd name="T59" fmla="*/ 95 h 128"/>
                <ns1:gd name="T60" fmla="*/ 30 w 40"/>
                <ns1:gd name="T61" fmla="*/ 95 h 128"/>
                <ns1:gd name="T62" fmla="*/ 27 w 40"/>
                <ns1:gd name="T63" fmla="*/ 98 h 128"/>
                <ns1:gd name="T64" fmla="*/ 27 w 40"/>
                <ns1:gd name="T65" fmla="*/ 98 h 128"/>
                <ns1:gd name="T66" fmla="*/ 24 w 40"/>
                <ns1:gd name="T67" fmla="*/ 99 h 128"/>
                <ns1:gd name="T68" fmla="*/ 20 w 40"/>
                <ns1:gd name="T69" fmla="*/ 100 h 128"/>
                <ns1:gd name="T70" fmla="*/ 16 w 40"/>
                <ns1:gd name="T71" fmla="*/ 99 h 128"/>
                <ns1:gd name="T72" fmla="*/ 13 w 40"/>
                <ns1:gd name="T73" fmla="*/ 98 h 128"/>
                <ns1:gd name="T74" fmla="*/ 13 w 40"/>
                <ns1:gd name="T75" fmla="*/ 98 h 128"/>
                <ns1:gd name="T76" fmla="*/ 10 w 40"/>
                <ns1:gd name="T77" fmla="*/ 95 h 128"/>
                <ns1:gd name="T78" fmla="*/ 10 w 40"/>
                <ns1:gd name="T79" fmla="*/ 95 h 128"/>
                <ns1:gd name="T80" fmla="*/ 9 w 40"/>
                <ns1:gd name="T81" fmla="*/ 92 h 128"/>
                <ns1:gd name="T82" fmla="*/ 9 w 40"/>
                <ns1:gd name="T83" fmla="*/ 91 h 128"/>
                <ns1:gd name="T84" fmla="*/ 8 w 40"/>
                <ns1:gd name="T85" fmla="*/ 88 h 128"/>
                <ns1:gd name="T86" fmla="*/ 9 w 40"/>
                <ns1:gd name="T87" fmla="*/ 85 h 128"/>
                <ns1:gd name="T88" fmla="*/ 9 w 40"/>
                <ns1:gd name="T89" fmla="*/ 84 h 128"/>
                <ns1:gd name="T90" fmla="*/ 10 w 40"/>
                <ns1:gd name="T91" fmla="*/ 81 h 128"/>
                <ns1:gd name="T92" fmla="*/ 10 w 40"/>
                <ns1:gd name="T93" fmla="*/ 81 h 128"/>
                <ns1:gd name="T94" fmla="*/ 13 w 40"/>
                <ns1:gd name="T95" fmla="*/ 78 h 128"/>
                <ns1:gd name="T96" fmla="*/ 13 w 40"/>
                <ns1:gd name="T97" fmla="*/ 78 h 128"/>
                <ns1:gd name="T98" fmla="*/ 16 w 40"/>
                <ns1:gd name="T99" fmla="*/ 77 h 128"/>
                <ns1:gd name="T100" fmla="*/ 20 w 40"/>
                <ns1:gd name="T101" fmla="*/ 76 h 128"/>
                <ns1:gd name="T102" fmla="*/ 24 w 40"/>
                <ns1:gd name="T103" fmla="*/ 77 h 128"/>
                <ns1:gd name="T104" fmla="*/ 27 w 40"/>
                <ns1:gd name="T105" fmla="*/ 78 h 128"/>
                <ns1:gd name="T106" fmla="*/ 27 w 40"/>
                <ns1:gd name="T107" fmla="*/ 78 h 128"/>
                <ns1:gd name="T108" fmla="*/ 30 w 40"/>
                <ns1:gd name="T109" fmla="*/ 81 h 128"/>
                <ns1:gd name="T110" fmla="*/ 30 w 40"/>
                <ns1:gd name="T111" fmla="*/ 81 h 128"/>
                <ns1:gd name="T112" fmla="*/ 31 w 40"/>
                <ns1:gd name="T113" fmla="*/ 84 h 128"/>
                <ns1:gd name="T114" fmla="*/ 31 w 40"/>
                <ns1:gd name="T115" fmla="*/ 85 h 128"/>
                <ns1:gd name="T116" fmla="*/ 32 w 40"/>
                <ns1:gd name="T117" fmla="*/ 88 h 128"/>
                <ns1:gd name="T118" fmla="*/ 31 w 40"/>
                <ns1:gd name="T119" fmla="*/ 91 h 128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  <ns1:cxn ang="0">
                  <ns1:pos x="T30" y="T31"/>
                </ns1:cxn>
                <ns1:cxn ang="0">
                  <ns1:pos x="T32" y="T33"/>
                </ns1:cxn>
                <ns1:cxn ang="0">
                  <ns1:pos x="T34" y="T35"/>
                </ns1:cxn>
                <ns1:cxn ang="0">
                  <ns1:pos x="T36" y="T37"/>
                </ns1:cxn>
                <ns1:cxn ang="0">
                  <ns1:pos x="T38" y="T39"/>
                </ns1:cxn>
                <ns1:cxn ang="0">
                  <ns1:pos x="T40" y="T41"/>
                </ns1:cxn>
                <ns1:cxn ang="0">
                  <ns1:pos x="T42" y="T43"/>
                </ns1:cxn>
                <ns1:cxn ang="0">
                  <ns1:pos x="T44" y="T45"/>
                </ns1:cxn>
                <ns1:cxn ang="0">
                  <ns1:pos x="T46" y="T47"/>
                </ns1:cxn>
                <ns1:cxn ang="0">
                  <ns1:pos x="T48" y="T49"/>
                </ns1:cxn>
                <ns1:cxn ang="0">
                  <ns1:pos x="T50" y="T51"/>
                </ns1:cxn>
                <ns1:cxn ang="0">
                  <ns1:pos x="T52" y="T53"/>
                </ns1:cxn>
                <ns1:cxn ang="0">
                  <ns1:pos x="T54" y="T55"/>
                </ns1:cxn>
                <ns1:cxn ang="0">
                  <ns1:pos x="T56" y="T57"/>
                </ns1:cxn>
                <ns1:cxn ang="0">
                  <ns1:pos x="T58" y="T59"/>
                </ns1:cxn>
                <ns1:cxn ang="0">
                  <ns1:pos x="T60" y="T61"/>
                </ns1:cxn>
                <ns1:cxn ang="0">
                  <ns1:pos x="T62" y="T63"/>
                </ns1:cxn>
                <ns1:cxn ang="0">
                  <ns1:pos x="T64" y="T65"/>
                </ns1:cxn>
                <ns1:cxn ang="0">
                  <ns1:pos x="T66" y="T67"/>
                </ns1:cxn>
                <ns1:cxn ang="0">
                  <ns1:pos x="T68" y="T69"/>
                </ns1:cxn>
                <ns1:cxn ang="0">
                  <ns1:pos x="T70" y="T71"/>
                </ns1:cxn>
                <ns1:cxn ang="0">
                  <ns1:pos x="T72" y="T73"/>
                </ns1:cxn>
                <ns1:cxn ang="0">
                  <ns1:pos x="T74" y="T75"/>
                </ns1:cxn>
                <ns1:cxn ang="0">
                  <ns1:pos x="T76" y="T77"/>
                </ns1:cxn>
                <ns1:cxn ang="0">
                  <ns1:pos x="T78" y="T79"/>
                </ns1:cxn>
                <ns1:cxn ang="0">
                  <ns1:pos x="T80" y="T81"/>
                </ns1:cxn>
                <ns1:cxn ang="0">
                  <ns1:pos x="T82" y="T83"/>
                </ns1:cxn>
                <ns1:cxn ang="0">
                  <ns1:pos x="T84" y="T85"/>
                </ns1:cxn>
                <ns1:cxn ang="0">
                  <ns1:pos x="T86" y="T87"/>
                </ns1:cxn>
                <ns1:cxn ang="0">
                  <ns1:pos x="T88" y="T89"/>
                </ns1:cxn>
                <ns1:cxn ang="0">
                  <ns1:pos x="T90" y="T91"/>
                </ns1:cxn>
                <ns1:cxn ang="0">
                  <ns1:pos x="T92" y="T93"/>
                </ns1:cxn>
                <ns1:cxn ang="0">
                  <ns1:pos x="T94" y="T95"/>
                </ns1:cxn>
                <ns1:cxn ang="0">
                  <ns1:pos x="T96" y="T97"/>
                </ns1:cxn>
                <ns1:cxn ang="0">
                  <ns1:pos x="T98" y="T99"/>
                </ns1:cxn>
                <ns1:cxn ang="0">
                  <ns1:pos x="T100" y="T101"/>
                </ns1:cxn>
                <ns1:cxn ang="0">
                  <ns1:pos x="T102" y="T103"/>
                </ns1:cxn>
                <ns1:cxn ang="0">
                  <ns1:pos x="T104" y="T105"/>
                </ns1:cxn>
                <ns1:cxn ang="0">
                  <ns1:pos x="T106" y="T107"/>
                </ns1:cxn>
                <ns1:cxn ang="0">
                  <ns1:pos x="T108" y="T109"/>
                </ns1:cxn>
                <ns1:cxn ang="0">
                  <ns1:pos x="T110" y="T111"/>
                </ns1:cxn>
                <ns1:cxn ang="0">
                  <ns1:pos x="T112" y="T113"/>
                </ns1:cxn>
                <ns1:cxn ang="0">
                  <ns1:pos x="T114" y="T115"/>
                </ns1:cxn>
                <ns1:cxn ang="0">
                  <ns1:pos x="T116" y="T117"/>
                </ns1:cxn>
                <ns1:cxn ang="0">
                  <ns1:pos x="T118" y="T119"/>
                </ns1:cxn>
              </ns1:cxnLst>
              <ns1:rect l="0" t="0" r="r" b="b"/>
              <ns1:pathLst>
                <ns1:path w="40" h="128">
                  <ns1:moveTo>
                    <ns1:pt x="32" y="72"/>
                  </ns1:moveTo>
                  <ns1:cubicBezTo>
                    <ns1:pt x="32" y="12"/>
                    <ns1:pt x="32" y="12"/>
                    <ns1:pt x="32" y="12"/>
                  </ns1:cubicBezTo>
                  <ns1:cubicBezTo>
                    <ns1:pt x="32" y="5"/>
                    <ns1:pt x="27" y="0"/>
                    <ns1:pt x="20" y="0"/>
                  </ns1:cubicBezTo>
                  <ns1:cubicBezTo>
                    <ns1:pt x="13" y="0"/>
                    <ns1:pt x="8" y="5"/>
                    <ns1:pt x="8" y="12"/>
                  </ns1:cubicBezTo>
                  <ns1:cubicBezTo>
                    <ns1:pt x="8" y="72"/>
                    <ns1:pt x="8" y="72"/>
                    <ns1:pt x="8" y="72"/>
                  </ns1:cubicBezTo>
                  <ns1:cubicBezTo>
                    <ns1:pt x="3" y="76"/>
                    <ns1:pt x="0" y="81"/>
                    <ns1:pt x="0" y="88"/>
                  </ns1:cubicBezTo>
                  <ns1:cubicBezTo>
                    <ns1:pt x="0" y="95"/>
                    <ns1:pt x="3" y="100"/>
                    <ns1:pt x="8" y="104"/>
                  </ns1:cubicBezTo>
                  <ns1:cubicBezTo>
                    <ns1:pt x="8" y="116"/>
                    <ns1:pt x="8" y="116"/>
                    <ns1:pt x="8" y="116"/>
                  </ns1:cubicBezTo>
                  <ns1:cubicBezTo>
                    <ns1:pt x="8" y="123"/>
                    <ns1:pt x="13" y="128"/>
                    <ns1:pt x="20" y="128"/>
                  </ns1:cubicBezTo>
                  <ns1:cubicBezTo>
                    <ns1:pt x="27" y="128"/>
                    <ns1:pt x="32" y="123"/>
                    <ns1:pt x="32" y="116"/>
                  </ns1:cubicBezTo>
                  <ns1:cubicBezTo>
                    <ns1:pt x="32" y="104"/>
                    <ns1:pt x="32" y="104"/>
                    <ns1:pt x="32" y="104"/>
                  </ns1:cubicBezTo>
                  <ns1:cubicBezTo>
                    <ns1:pt x="37" y="100"/>
                    <ns1:pt x="40" y="95"/>
                    <ns1:pt x="40" y="88"/>
                  </ns1:cubicBezTo>
                  <ns1:cubicBezTo>
                    <ns1:pt x="40" y="81"/>
                    <ns1:pt x="37" y="76"/>
                    <ns1:pt x="32" y="72"/>
                  </ns1:cubicBezTo>
                  <ns1:close/>
                  <ns1:moveTo>
                    <ns1:pt x="16" y="12"/>
                  </ns1:moveTo>
                  <ns1:cubicBezTo>
                    <ns1:pt x="16" y="10"/>
                    <ns1:pt x="18" y="8"/>
                    <ns1:pt x="20" y="8"/>
                  </ns1:cubicBezTo>
                  <ns1:cubicBezTo>
                    <ns1:pt x="22" y="8"/>
                    <ns1:pt x="24" y="10"/>
                    <ns1:pt x="24" y="12"/>
                  </ns1:cubicBezTo>
                  <ns1:cubicBezTo>
                    <ns1:pt x="24" y="68"/>
                    <ns1:pt x="24" y="68"/>
                    <ns1:pt x="24" y="68"/>
                  </ns1:cubicBezTo>
                  <ns1:cubicBezTo>
                    <ns1:pt x="23" y="68"/>
                    <ns1:pt x="21" y="68"/>
                    <ns1:pt x="20" y="68"/>
                  </ns1:cubicBezTo>
                  <ns1:cubicBezTo>
                    <ns1:pt x="19" y="68"/>
                    <ns1:pt x="17" y="68"/>
                    <ns1:pt x="16" y="68"/>
                  </ns1:cubicBezTo>
                  <ns1:lnTo>
                    <ns1:pt x="16" y="12"/>
                  </ns1:lnTo>
                  <ns1:close/>
                  <ns1:moveTo>
                    <ns1:pt x="24" y="116"/>
                  </ns1:moveTo>
                  <ns1:cubicBezTo>
                    <ns1:pt x="24" y="118"/>
                    <ns1:pt x="22" y="120"/>
                    <ns1:pt x="20" y="120"/>
                  </ns1:cubicBezTo>
                  <ns1:cubicBezTo>
                    <ns1:pt x="18" y="120"/>
                    <ns1:pt x="16" y="118"/>
                    <ns1:pt x="16" y="116"/>
                  </ns1:cubicBezTo>
                  <ns1:cubicBezTo>
                    <ns1:pt x="16" y="108"/>
                    <ns1:pt x="16" y="108"/>
                    <ns1:pt x="16" y="108"/>
                  </ns1:cubicBezTo>
                  <ns1:cubicBezTo>
                    <ns1:pt x="17" y="108"/>
                    <ns1:pt x="19" y="108"/>
                    <ns1:pt x="20" y="108"/>
                  </ns1:cubicBezTo>
                  <ns1:cubicBezTo>
                    <ns1:pt x="21" y="108"/>
                    <ns1:pt x="23" y="108"/>
                    <ns1:pt x="24" y="108"/>
                  </ns1:cubicBezTo>
                  <ns1:lnTo>
                    <ns1:pt x="24" y="116"/>
                  </ns1:lnTo>
                  <ns1:close/>
                  <ns1:moveTo>
                    <ns1:pt x="31" y="91"/>
                  </ns1:moveTo>
                  <ns1:cubicBezTo>
                    <ns1:pt x="31" y="92"/>
                    <ns1:pt x="31" y="92"/>
                    <ns1:pt x="31" y="92"/>
                  </ns1:cubicBezTo>
                  <ns1:cubicBezTo>
                    <ns1:pt x="31" y="93"/>
                    <ns1:pt x="30" y="94"/>
                    <ns1:pt x="30" y="95"/>
                  </ns1:cubicBezTo>
                  <ns1:cubicBezTo>
                    <ns1:pt x="30" y="95"/>
                    <ns1:pt x="30" y="95"/>
                    <ns1:pt x="30" y="95"/>
                  </ns1:cubicBezTo>
                  <ns1:cubicBezTo>
                    <ns1:pt x="29" y="96"/>
                    <ns1:pt x="28" y="97"/>
                    <ns1:pt x="27" y="98"/>
                  </ns1:cubicBezTo>
                  <ns1:cubicBezTo>
                    <ns1:pt x="27" y="98"/>
                    <ns1:pt x="27" y="98"/>
                    <ns1:pt x="27" y="98"/>
                  </ns1:cubicBezTo>
                  <ns1:cubicBezTo>
                    <ns1:pt x="26" y="98"/>
                    <ns1:pt x="25" y="99"/>
                    <ns1:pt x="24" y="99"/>
                  </ns1:cubicBezTo>
                  <ns1:cubicBezTo>
                    <ns1:pt x="23" y="100"/>
                    <ns1:pt x="21" y="100"/>
                    <ns1:pt x="20" y="100"/>
                  </ns1:cubicBezTo>
                  <ns1:cubicBezTo>
                    <ns1:pt x="19" y="100"/>
                    <ns1:pt x="17" y="100"/>
                    <ns1:pt x="16" y="99"/>
                  </ns1:cubicBezTo>
                  <ns1:cubicBezTo>
                    <ns1:pt x="15" y="99"/>
                    <ns1:pt x="14" y="98"/>
                    <ns1:pt x="13" y="98"/>
                  </ns1:cubicBezTo>
                  <ns1:cubicBezTo>
                    <ns1:pt x="13" y="98"/>
                    <ns1:pt x="13" y="98"/>
                    <ns1:pt x="13" y="98"/>
                  </ns1:cubicBezTo>
                  <ns1:cubicBezTo>
                    <ns1:pt x="12" y="97"/>
                    <ns1:pt x="11" y="96"/>
                    <ns1:pt x="10" y="95"/>
                  </ns1:cubicBezTo>
                  <ns1:cubicBezTo>
                    <ns1:pt x="10" y="95"/>
                    <ns1:pt x="10" y="95"/>
                    <ns1:pt x="10" y="95"/>
                  </ns1:cubicBezTo>
                  <ns1:cubicBezTo>
                    <ns1:pt x="10" y="94"/>
                    <ns1:pt x="9" y="93"/>
                    <ns1:pt x="9" y="92"/>
                  </ns1:cubicBezTo>
                  <ns1:cubicBezTo>
                    <ns1:pt x="9" y="92"/>
                    <ns1:pt x="9" y="92"/>
                    <ns1:pt x="9" y="91"/>
                  </ns1:cubicBezTo>
                  <ns1:cubicBezTo>
                    <ns1:pt x="8" y="90"/>
                    <ns1:pt x="8" y="89"/>
                    <ns1:pt x="8" y="88"/>
                  </ns1:cubicBezTo>
                  <ns1:cubicBezTo>
                    <ns1:pt x="8" y="87"/>
                    <ns1:pt x="8" y="86"/>
                    <ns1:pt x="9" y="85"/>
                  </ns1:cubicBezTo>
                  <ns1:cubicBezTo>
                    <ns1:pt x="9" y="84"/>
                    <ns1:pt x="9" y="84"/>
                    <ns1:pt x="9" y="84"/>
                  </ns1:cubicBezTo>
                  <ns1:cubicBezTo>
                    <ns1:pt x="9" y="83"/>
                    <ns1:pt x="10" y="82"/>
                    <ns1:pt x="10" y="81"/>
                  </ns1:cubicBezTo>
                  <ns1:cubicBezTo>
                    <ns1:pt x="10" y="81"/>
                    <ns1:pt x="10" y="81"/>
                    <ns1:pt x="10" y="81"/>
                  </ns1:cubicBezTo>
                  <ns1:cubicBezTo>
                    <ns1:pt x="11" y="80"/>
                    <ns1:pt x="12" y="79"/>
                    <ns1:pt x="13" y="78"/>
                  </ns1:cubicBezTo>
                  <ns1:cubicBezTo>
                    <ns1:pt x="13" y="78"/>
                    <ns1:pt x="13" y="78"/>
                    <ns1:pt x="13" y="78"/>
                  </ns1:cubicBezTo>
                  <ns1:cubicBezTo>
                    <ns1:pt x="14" y="78"/>
                    <ns1:pt x="15" y="77"/>
                    <ns1:pt x="16" y="77"/>
                  </ns1:cubicBezTo>
                  <ns1:cubicBezTo>
                    <ns1:pt x="17" y="76"/>
                    <ns1:pt x="19" y="76"/>
                    <ns1:pt x="20" y="76"/>
                  </ns1:cubicBezTo>
                  <ns1:cubicBezTo>
                    <ns1:pt x="21" y="76"/>
                    <ns1:pt x="23" y="76"/>
                    <ns1:pt x="24" y="77"/>
                  </ns1:cubicBezTo>
                  <ns1:cubicBezTo>
                    <ns1:pt x="25" y="77"/>
                    <ns1:pt x="26" y="78"/>
                    <ns1:pt x="27" y="78"/>
                  </ns1:cubicBezTo>
                  <ns1:cubicBezTo>
                    <ns1:pt x="27" y="78"/>
                    <ns1:pt x="27" y="78"/>
                    <ns1:pt x="27" y="78"/>
                  </ns1:cubicBezTo>
                  <ns1:cubicBezTo>
                    <ns1:pt x="28" y="79"/>
                    <ns1:pt x="29" y="80"/>
                    <ns1:pt x="30" y="81"/>
                  </ns1:cubicBezTo>
                  <ns1:cubicBezTo>
                    <ns1:pt x="30" y="81"/>
                    <ns1:pt x="30" y="81"/>
                    <ns1:pt x="30" y="81"/>
                  </ns1:cubicBezTo>
                  <ns1:cubicBezTo>
                    <ns1:pt x="30" y="82"/>
                    <ns1:pt x="31" y="83"/>
                    <ns1:pt x="31" y="84"/>
                  </ns1:cubicBezTo>
                  <ns1:cubicBezTo>
                    <ns1:pt x="31" y="84"/>
                    <ns1:pt x="31" y="84"/>
                    <ns1:pt x="31" y="85"/>
                  </ns1:cubicBezTo>
                  <ns1:cubicBezTo>
                    <ns1:pt x="32" y="86"/>
                    <ns1:pt x="32" y="87"/>
                    <ns1:pt x="32" y="88"/>
                  </ns1:cubicBezTo>
                  <ns1:cubicBezTo>
                    <ns1:pt x="32" y="89"/>
                    <ns1:pt x="32" y="90"/>
                    <ns1:pt x="31" y="91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</ns0:grpSp>
      <ns0:grpSp>
        <ns0:nvGrpSpPr>
          <ns0:cNvPr id="86" name="Group 85"/>
          <ns0:cNvGrpSpPr/>
          <ns0:nvPr/>
        </ns0:nvGrpSpPr>
        <ns0:grpSpPr>
          <ns1:xfrm>
            <ns1:off x="4214825" y="2882549"/>
            <ns1:ext cx="378083" cy="376863"/>
            <ns1:chOff x="8224838" y="646113"/>
            <ns1:chExt cx="492125" cy="490537"/>
          </ns1:xfrm>
          <ns1:solidFill>
            <ns1:schemeClr val="tx1"/>
          </ns1:solidFill>
        </ns0:grpSpPr>
        <ns0:sp>
          <ns0:nvSpPr>
            <ns0:cNvPr id="87" name="Freeform 5"/>
            <ns0:cNvSpPr>
              <ns1:spLocks noEditPoints="1"/>
            </ns0:cNvSpPr>
            <ns0:nvPr/>
          </ns0:nvSpPr>
          <ns0:spPr bwMode="auto">
            <ns1:xfrm>
              <ns1:off x="8356601" y="646113"/>
              <ns1:ext cx="225425" cy="325437"/>
            </ns1:xfrm>
            <ns1:custGeom>
              <ns1:avLst/>
              <ns1:gdLst>
                <ns1:gd name="T0" fmla="*/ 29 w 59"/>
                <ns1:gd name="T1" fmla="*/ 85 h 85"/>
                <ns1:gd name="T2" fmla="*/ 59 w 59"/>
                <ns1:gd name="T3" fmla="*/ 30 h 85"/>
                <ns1:gd name="T4" fmla="*/ 29 w 59"/>
                <ns1:gd name="T5" fmla="*/ 0 h 85"/>
                <ns1:gd name="T6" fmla="*/ 0 w 59"/>
                <ns1:gd name="T7" fmla="*/ 30 h 85"/>
                <ns1:gd name="T8" fmla="*/ 11 w 59"/>
                <ns1:gd name="T9" fmla="*/ 63 h 85"/>
                <ns1:gd name="T10" fmla="*/ 29 w 59"/>
                <ns1:gd name="T11" fmla="*/ 85 h 85"/>
                <ns1:gd name="T12" fmla="*/ 29 w 59"/>
                <ns1:gd name="T13" fmla="*/ 8 h 85"/>
                <ns1:gd name="T14" fmla="*/ 51 w 59"/>
                <ns1:gd name="T15" fmla="*/ 30 h 85"/>
                <ns1:gd name="T16" fmla="*/ 29 w 59"/>
                <ns1:gd name="T17" fmla="*/ 77 h 85"/>
                <ns1:gd name="T18" fmla="*/ 8 w 59"/>
                <ns1:gd name="T19" fmla="*/ 30 h 85"/>
                <ns1:gd name="T20" fmla="*/ 29 w 59"/>
                <ns1:gd name="T21" fmla="*/ 8 h 85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</ns1:cxnLst>
              <ns1:rect l="0" t="0" r="r" b="b"/>
              <ns1:pathLst>
                <ns1:path w="59" h="85">
                  <ns1:moveTo>
                    <ns1:pt x="29" y="85"/>
                  </ns1:moveTo>
                  <ns1:cubicBezTo>
                    <ns1:pt x="40" y="85"/>
                    <ns1:pt x="59" y="44"/>
                    <ns1:pt x="59" y="30"/>
                  </ns1:cubicBezTo>
                  <ns1:cubicBezTo>
                    <ns1:pt x="59" y="13"/>
                    <ns1:pt x="46" y="0"/>
                    <ns1:pt x="29" y="0"/>
                  </ns1:cubicBezTo>
                  <ns1:cubicBezTo>
                    <ns1:pt x="13" y="0"/>
                    <ns1:pt x="0" y="13"/>
                    <ns1:pt x="0" y="30"/>
                  </ns1:cubicBezTo>
                  <ns1:cubicBezTo>
                    <ns1:pt x="0" y="41"/>
                    <ns1:pt x="8" y="58"/>
                    <ns1:pt x="11" y="63"/>
                  </ns1:cubicBezTo>
                  <ns1:cubicBezTo>
                    <ns1:pt x="18" y="78"/>
                    <ns1:pt x="24" y="85"/>
                    <ns1:pt x="29" y="85"/>
                  </ns1:cubicBezTo>
                  <ns1:close/>
                  <ns1:moveTo>
                    <ns1:pt x="29" y="8"/>
                  </ns1:moveTo>
                  <ns1:cubicBezTo>
                    <ns1:pt x="41" y="8"/>
                    <ns1:pt x="51" y="18"/>
                    <ns1:pt x="51" y="30"/>
                  </ns1:cubicBezTo>
                  <ns1:cubicBezTo>
                    <ns1:pt x="51" y="44"/>
                    <ns1:pt x="35" y="73"/>
                    <ns1:pt x="29" y="77"/>
                  </ns1:cubicBezTo>
                  <ns1:cubicBezTo>
                    <ns1:pt x="24" y="73"/>
                    <ns1:pt x="8" y="44"/>
                    <ns1:pt x="8" y="30"/>
                  </ns1:cubicBezTo>
                  <ns1:cubicBezTo>
                    <ns1:pt x="8" y="18"/>
                    <ns1:pt x="18" y="8"/>
                    <ns1:pt x="29" y="8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88" name="Freeform 6"/>
            <ns0:cNvSpPr>
              <ns1:spLocks noEditPoints="1"/>
            </ns0:cNvSpPr>
            <ns0:nvPr/>
          </ns0:nvSpPr>
          <ns0:spPr bwMode="auto">
            <ns1:xfrm>
              <ns1:off x="8413751" y="700088"/>
              <ns1:ext cx="111125" cy="111125"/>
            </ns1:xfrm>
            <ns1:custGeom>
              <ns1:avLst/>
              <ns1:gdLst>
                <ns1:gd name="T0" fmla="*/ 29 w 29"/>
                <ns1:gd name="T1" fmla="*/ 15 h 29"/>
                <ns1:gd name="T2" fmla="*/ 14 w 29"/>
                <ns1:gd name="T3" fmla="*/ 0 h 29"/>
                <ns1:gd name="T4" fmla="*/ 0 w 29"/>
                <ns1:gd name="T5" fmla="*/ 15 h 29"/>
                <ns1:gd name="T6" fmla="*/ 14 w 29"/>
                <ns1:gd name="T7" fmla="*/ 29 h 29"/>
                <ns1:gd name="T8" fmla="*/ 29 w 29"/>
                <ns1:gd name="T9" fmla="*/ 15 h 29"/>
                <ns1:gd name="T10" fmla="*/ 4 w 29"/>
                <ns1:gd name="T11" fmla="*/ 15 h 29"/>
                <ns1:gd name="T12" fmla="*/ 14 w 29"/>
                <ns1:gd name="T13" fmla="*/ 4 h 29"/>
                <ns1:gd name="T14" fmla="*/ 25 w 29"/>
                <ns1:gd name="T15" fmla="*/ 15 h 29"/>
                <ns1:gd name="T16" fmla="*/ 14 w 29"/>
                <ns1:gd name="T17" fmla="*/ 25 h 29"/>
                <ns1:gd name="T18" fmla="*/ 4 w 29"/>
                <ns1:gd name="T19" fmla="*/ 15 h 29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</ns1:cxnLst>
              <ns1:rect l="0" t="0" r="r" b="b"/>
              <ns1:pathLst>
                <ns1:path w="29" h="29">
                  <ns1:moveTo>
                    <ns1:pt x="29" y="15"/>
                  </ns1:moveTo>
                  <ns1:cubicBezTo>
                    <ns1:pt x="29" y="6"/>
                    <ns1:pt x="23" y="0"/>
                    <ns1:pt x="14" y="0"/>
                  </ns1:cubicBezTo>
                  <ns1:cubicBezTo>
                    <ns1:pt x="6" y="0"/>
                    <ns1:pt x="0" y="6"/>
                    <ns1:pt x="0" y="15"/>
                  </ns1:cubicBezTo>
                  <ns1:cubicBezTo>
                    <ns1:pt x="0" y="23"/>
                    <ns1:pt x="6" y="29"/>
                    <ns1:pt x="14" y="29"/>
                  </ns1:cubicBezTo>
                  <ns1:cubicBezTo>
                    <ns1:pt x="23" y="29"/>
                    <ns1:pt x="29" y="23"/>
                    <ns1:pt x="29" y="15"/>
                  </ns1:cubicBezTo>
                  <ns1:close/>
                  <ns1:moveTo>
                    <ns1:pt x="4" y="15"/>
                  </ns1:moveTo>
                  <ns1:cubicBezTo>
                    <ns1:pt x="4" y="8"/>
                    <ns1:pt x="9" y="4"/>
                    <ns1:pt x="14" y="4"/>
                  </ns1:cubicBezTo>
                  <ns1:cubicBezTo>
                    <ns1:pt x="20" y="4"/>
                    <ns1:pt x="25" y="8"/>
                    <ns1:pt x="25" y="15"/>
                  </ns1:cubicBezTo>
                  <ns1:cubicBezTo>
                    <ns1:pt x="25" y="21"/>
                    <ns1:pt x="20" y="25"/>
                    <ns1:pt x="14" y="25"/>
                  </ns1:cubicBezTo>
                  <ns1:cubicBezTo>
                    <ns1:pt x="9" y="25"/>
                    <ns1:pt x="4" y="21"/>
                    <ns1:pt x="4" y="15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89" name="Freeform 7"/>
            <ns0:cNvSpPr>
              <ns1:spLocks/>
            </ns0:cNvSpPr>
            <ns0:nvPr/>
          </ns0:nvSpPr>
          <ns0:spPr bwMode="auto">
            <ns1:xfrm>
              <ns1:off x="8224838" y="768350"/>
              <ns1:ext cx="492125" cy="368300"/>
            </ns1:xfrm>
            <ns1:custGeom>
              <ns1:avLst/>
              <ns1:gdLst>
                <ns1:gd name="T0" fmla="*/ 126 w 128"/>
                <ns1:gd name="T1" fmla="*/ 1 h 96"/>
                <ns1:gd name="T2" fmla="*/ 123 w 128"/>
                <ns1:gd name="T3" fmla="*/ 1 h 96"/>
                <ns1:gd name="T4" fmla="*/ 97 w 128"/>
                <ns1:gd name="T5" fmla="*/ 7 h 96"/>
                <ns1:gd name="T6" fmla="*/ 94 w 128"/>
                <ns1:gd name="T7" fmla="*/ 12 h 96"/>
                <ns1:gd name="T8" fmla="*/ 99 w 128"/>
                <ns1:gd name="T9" fmla="*/ 15 h 96"/>
                <ns1:gd name="T10" fmla="*/ 120 w 128"/>
                <ns1:gd name="T11" fmla="*/ 10 h 96"/>
                <ns1:gd name="T12" fmla="*/ 120 w 128"/>
                <ns1:gd name="T13" fmla="*/ 80 h 96"/>
                <ns1:gd name="T14" fmla="*/ 87 w 128"/>
                <ns1:gd name="T15" fmla="*/ 87 h 96"/>
                <ns1:gd name="T16" fmla="*/ 87 w 128"/>
                <ns1:gd name="T17" fmla="*/ 38 h 96"/>
                <ns1:gd name="T18" fmla="*/ 85 w 128"/>
                <ns1:gd name="T19" fmla="*/ 36 h 96"/>
                <ns1:gd name="T20" fmla="*/ 83 w 128"/>
                <ns1:gd name="T21" fmla="*/ 38 h 96"/>
                <ns1:gd name="T22" fmla="*/ 83 w 128"/>
                <ns1:gd name="T23" fmla="*/ 87 h 96"/>
                <ns1:gd name="T24" fmla="*/ 43 w 128"/>
                <ns1:gd name="T25" fmla="*/ 73 h 96"/>
                <ns1:gd name="T26" fmla="*/ 43 w 128"/>
                <ns1:gd name="T27" fmla="*/ 38 h 96"/>
                <ns1:gd name="T28" fmla="*/ 41 w 128"/>
                <ns1:gd name="T29" fmla="*/ 36 h 96"/>
                <ns1:gd name="T30" fmla="*/ 39 w 128"/>
                <ns1:gd name="T31" fmla="*/ 38 h 96"/>
                <ns1:gd name="T32" fmla="*/ 39 w 128"/>
                <ns1:gd name="T33" fmla="*/ 73 h 96"/>
                <ns1:gd name="T34" fmla="*/ 8 w 128"/>
                <ns1:gd name="T35" fmla="*/ 86 h 96"/>
                <ns1:gd name="T36" fmla="*/ 8 w 128"/>
                <ns1:gd name="T37" fmla="*/ 16 h 96"/>
                <ns1:gd name="T38" fmla="*/ 29 w 128"/>
                <ns1:gd name="T39" fmla="*/ 8 h 96"/>
                <ns1:gd name="T40" fmla="*/ 31 w 128"/>
                <ns1:gd name="T41" fmla="*/ 3 h 96"/>
                <ns1:gd name="T42" fmla="*/ 26 w 128"/>
                <ns1:gd name="T43" fmla="*/ 0 h 96"/>
                <ns1:gd name="T44" fmla="*/ 3 w 128"/>
                <ns1:gd name="T45" fmla="*/ 10 h 96"/>
                <ns1:gd name="T46" fmla="*/ 0 w 128"/>
                <ns1:gd name="T47" fmla="*/ 14 h 96"/>
                <ns1:gd name="T48" fmla="*/ 0 w 128"/>
                <ns1:gd name="T49" fmla="*/ 92 h 96"/>
                <ns1:gd name="T50" fmla="*/ 2 w 128"/>
                <ns1:gd name="T51" fmla="*/ 95 h 96"/>
                <ns1:gd name="T52" fmla="*/ 4 w 128"/>
                <ns1:gd name="T53" fmla="*/ 96 h 96"/>
                <ns1:gd name="T54" fmla="*/ 6 w 128"/>
                <ns1:gd name="T55" fmla="*/ 96 h 96"/>
                <ns1:gd name="T56" fmla="*/ 41 w 128"/>
                <ns1:gd name="T57" fmla="*/ 81 h 96"/>
                <ns1:gd name="T58" fmla="*/ 84 w 128"/>
                <ns1:gd name="T59" fmla="*/ 96 h 96"/>
                <ns1:gd name="T60" fmla="*/ 87 w 128"/>
                <ns1:gd name="T61" fmla="*/ 96 h 96"/>
                <ns1:gd name="T62" fmla="*/ 125 w 128"/>
                <ns1:gd name="T63" fmla="*/ 87 h 96"/>
                <ns1:gd name="T64" fmla="*/ 128 w 128"/>
                <ns1:gd name="T65" fmla="*/ 83 h 96"/>
                <ns1:gd name="T66" fmla="*/ 128 w 128"/>
                <ns1:gd name="T67" fmla="*/ 4 h 96"/>
                <ns1:gd name="T68" fmla="*/ 126 w 128"/>
                <ns1:gd name="T69" fmla="*/ 1 h 96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  <ns1:cxn ang="0">
                  <ns1:pos x="T30" y="T31"/>
                </ns1:cxn>
                <ns1:cxn ang="0">
                  <ns1:pos x="T32" y="T33"/>
                </ns1:cxn>
                <ns1:cxn ang="0">
                  <ns1:pos x="T34" y="T35"/>
                </ns1:cxn>
                <ns1:cxn ang="0">
                  <ns1:pos x="T36" y="T37"/>
                </ns1:cxn>
                <ns1:cxn ang="0">
                  <ns1:pos x="T38" y="T39"/>
                </ns1:cxn>
                <ns1:cxn ang="0">
                  <ns1:pos x="T40" y="T41"/>
                </ns1:cxn>
                <ns1:cxn ang="0">
                  <ns1:pos x="T42" y="T43"/>
                </ns1:cxn>
                <ns1:cxn ang="0">
                  <ns1:pos x="T44" y="T45"/>
                </ns1:cxn>
                <ns1:cxn ang="0">
                  <ns1:pos x="T46" y="T47"/>
                </ns1:cxn>
                <ns1:cxn ang="0">
                  <ns1:pos x="T48" y="T49"/>
                </ns1:cxn>
                <ns1:cxn ang="0">
                  <ns1:pos x="T50" y="T51"/>
                </ns1:cxn>
                <ns1:cxn ang="0">
                  <ns1:pos x="T52" y="T53"/>
                </ns1:cxn>
                <ns1:cxn ang="0">
                  <ns1:pos x="T54" y="T55"/>
                </ns1:cxn>
                <ns1:cxn ang="0">
                  <ns1:pos x="T56" y="T57"/>
                </ns1:cxn>
                <ns1:cxn ang="0">
                  <ns1:pos x="T58" y="T59"/>
                </ns1:cxn>
                <ns1:cxn ang="0">
                  <ns1:pos x="T60" y="T61"/>
                </ns1:cxn>
                <ns1:cxn ang="0">
                  <ns1:pos x="T62" y="T63"/>
                </ns1:cxn>
                <ns1:cxn ang="0">
                  <ns1:pos x="T64" y="T65"/>
                </ns1:cxn>
                <ns1:cxn ang="0">
                  <ns1:pos x="T66" y="T67"/>
                </ns1:cxn>
                <ns1:cxn ang="0">
                  <ns1:pos x="T68" y="T69"/>
                </ns1:cxn>
              </ns1:cxnLst>
              <ns1:rect l="0" t="0" r="r" b="b"/>
              <ns1:pathLst>
                <ns1:path w="128" h="96">
                  <ns1:moveTo>
                    <ns1:pt x="126" y="1"/>
                  </ns1:moveTo>
                  <ns1:cubicBezTo>
                    <ns1:pt x="125" y="1"/>
                    <ns1:pt x="124" y="0"/>
                    <ns1:pt x="123" y="1"/>
                  </ns1:cubicBezTo>
                  <ns1:cubicBezTo>
                    <ns1:pt x="97" y="7"/>
                    <ns1:pt x="97" y="7"/>
                    <ns1:pt x="97" y="7"/>
                  </ns1:cubicBezTo>
                  <ns1:cubicBezTo>
                    <ns1:pt x="95" y="7"/>
                    <ns1:pt x="94" y="10"/>
                    <ns1:pt x="94" y="12"/>
                  </ns1:cubicBezTo>
                  <ns1:cubicBezTo>
                    <ns1:pt x="95" y="14"/>
                    <ns1:pt x="97" y="15"/>
                    <ns1:pt x="99" y="15"/>
                  </ns1:cubicBezTo>
                  <ns1:cubicBezTo>
                    <ns1:pt x="120" y="10"/>
                    <ns1:pt x="120" y="10"/>
                    <ns1:pt x="120" y="10"/>
                  </ns1:cubicBezTo>
                  <ns1:cubicBezTo>
                    <ns1:pt x="120" y="80"/>
                    <ns1:pt x="120" y="80"/>
                    <ns1:pt x="120" y="80"/>
                  </ns1:cubicBezTo>
                  <ns1:cubicBezTo>
                    <ns1:pt x="87" y="87"/>
                    <ns1:pt x="87" y="87"/>
                    <ns1:pt x="87" y="87"/>
                  </ns1:cubicBezTo>
                  <ns1:cubicBezTo>
                    <ns1:pt x="87" y="38"/>
                    <ns1:pt x="87" y="38"/>
                    <ns1:pt x="87" y="38"/>
                  </ns1:cubicBezTo>
                  <ns1:cubicBezTo>
                    <ns1:pt x="87" y="37"/>
                    <ns1:pt x="86" y="36"/>
                    <ns1:pt x="85" y="36"/>
                  </ns1:cubicBezTo>
                  <ns1:cubicBezTo>
                    <ns1:pt x="84" y="36"/>
                    <ns1:pt x="83" y="37"/>
                    <ns1:pt x="83" y="38"/>
                  </ns1:cubicBezTo>
                  <ns1:cubicBezTo>
                    <ns1:pt x="83" y="87"/>
                    <ns1:pt x="83" y="87"/>
                    <ns1:pt x="83" y="87"/>
                  </ns1:cubicBezTo>
                  <ns1:cubicBezTo>
                    <ns1:pt x="43" y="73"/>
                    <ns1:pt x="43" y="73"/>
                    <ns1:pt x="43" y="73"/>
                  </ns1:cubicBezTo>
                  <ns1:cubicBezTo>
                    <ns1:pt x="43" y="38"/>
                    <ns1:pt x="43" y="38"/>
                    <ns1:pt x="43" y="38"/>
                  </ns1:cubicBezTo>
                  <ns1:cubicBezTo>
                    <ns1:pt x="43" y="37"/>
                    <ns1:pt x="42" y="36"/>
                    <ns1:pt x="41" y="36"/>
                  </ns1:cubicBezTo>
                  <ns1:cubicBezTo>
                    <ns1:pt x="40" y="36"/>
                    <ns1:pt x="39" y="37"/>
                    <ns1:pt x="39" y="38"/>
                  </ns1:cubicBezTo>
                  <ns1:cubicBezTo>
                    <ns1:pt x="39" y="73"/>
                    <ns1:pt x="39" y="73"/>
                    <ns1:pt x="39" y="73"/>
                  </ns1:cubicBezTo>
                  <ns1:cubicBezTo>
                    <ns1:pt x="8" y="86"/>
                    <ns1:pt x="8" y="86"/>
                    <ns1:pt x="8" y="86"/>
                  </ns1:cubicBezTo>
                  <ns1:cubicBezTo>
                    <ns1:pt x="8" y="16"/>
                    <ns1:pt x="8" y="16"/>
                    <ns1:pt x="8" y="16"/>
                  </ns1:cubicBezTo>
                  <ns1:cubicBezTo>
                    <ns1:pt x="29" y="8"/>
                    <ns1:pt x="29" y="8"/>
                    <ns1:pt x="29" y="8"/>
                  </ns1:cubicBezTo>
                  <ns1:cubicBezTo>
                    <ns1:pt x="31" y="7"/>
                    <ns1:pt x="32" y="5"/>
                    <ns1:pt x="31" y="3"/>
                  </ns1:cubicBezTo>
                  <ns1:cubicBezTo>
                    <ns1:pt x="30" y="1"/>
                    <ns1:pt x="28" y="0"/>
                    <ns1:pt x="26" y="0"/>
                  </ns1:cubicBezTo>
                  <ns1:cubicBezTo>
                    <ns1:pt x="3" y="10"/>
                    <ns1:pt x="3" y="10"/>
                    <ns1:pt x="3" y="10"/>
                  </ns1:cubicBezTo>
                  <ns1:cubicBezTo>
                    <ns1:pt x="1" y="11"/>
                    <ns1:pt x="0" y="12"/>
                    <ns1:pt x="0" y="14"/>
                  </ns1:cubicBezTo>
                  <ns1:cubicBezTo>
                    <ns1:pt x="0" y="92"/>
                    <ns1:pt x="0" y="92"/>
                    <ns1:pt x="0" y="92"/>
                  </ns1:cubicBezTo>
                  <ns1:cubicBezTo>
                    <ns1:pt x="0" y="93"/>
                    <ns1:pt x="1" y="95"/>
                    <ns1:pt x="2" y="95"/>
                  </ns1:cubicBezTo>
                  <ns1:cubicBezTo>
                    <ns1:pt x="2" y="96"/>
                    <ns1:pt x="3" y="96"/>
                    <ns1:pt x="4" y="96"/>
                  </ns1:cubicBezTo>
                  <ns1:cubicBezTo>
                    <ns1:pt x="5" y="96"/>
                    <ns1:pt x="5" y="96"/>
                    <ns1:pt x="6" y="96"/>
                  </ns1:cubicBezTo>
                  <ns1:cubicBezTo>
                    <ns1:pt x="41" y="81"/>
                    <ns1:pt x="41" y="81"/>
                    <ns1:pt x="41" y="81"/>
                  </ns1:cubicBezTo>
                  <ns1:cubicBezTo>
                    <ns1:pt x="84" y="96"/>
                    <ns1:pt x="84" y="96"/>
                    <ns1:pt x="84" y="96"/>
                  </ns1:cubicBezTo>
                  <ns1:cubicBezTo>
                    <ns1:pt x="85" y="96"/>
                    <ns1:pt x="86" y="96"/>
                    <ns1:pt x="87" y="96"/>
                  </ns1:cubicBezTo>
                  <ns1:cubicBezTo>
                    <ns1:pt x="125" y="87"/>
                    <ns1:pt x="125" y="87"/>
                    <ns1:pt x="125" y="87"/>
                  </ns1:cubicBezTo>
                  <ns1:cubicBezTo>
                    <ns1:pt x="127" y="86"/>
                    <ns1:pt x="128" y="85"/>
                    <ns1:pt x="128" y="83"/>
                  </ns1:cubicBezTo>
                  <ns1:cubicBezTo>
                    <ns1:pt x="128" y="4"/>
                    <ns1:pt x="128" y="4"/>
                    <ns1:pt x="128" y="4"/>
                  </ns1:cubicBezTo>
                  <ns1:cubicBezTo>
                    <ns1:pt x="128" y="3"/>
                    <ns1:pt x="127" y="2"/>
                    <ns1:pt x="126" y="1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</ns0:grpSp>
      <ns0:sp>
        <ns0:nvSpPr>
          <ns0:cNvPr id="90" name="Freeform 12"/>
          <ns0:cNvSpPr>
            <ns1:spLocks noEditPoints="1"/>
          </ns0:cNvSpPr>
          <ns0:nvPr/>
        </ns0:nvSpPr>
        <ns0:spPr bwMode="auto">
          <ns1:xfrm>
            <ns1:off x="6219817" y="1166296"/>
            <ns1:ext cx="420688" cy="422275"/>
          </ns1:xfrm>
          <ns1:custGeom>
            <ns1:avLst/>
            <ns1:gdLst>
              <ns1:gd name="T0" fmla="*/ 14 w 112"/>
              <ns1:gd name="T1" fmla="*/ 93 h 112"/>
              <ns1:gd name="T2" fmla="*/ 19 w 112"/>
              <ns1:gd name="T3" fmla="*/ 99 h 112"/>
              <ns1:gd name="T4" fmla="*/ 25 w 112"/>
              <ns1:gd name="T5" fmla="*/ 99 h 112"/>
              <ns1:gd name="T6" fmla="*/ 25 w 112"/>
              <ns1:gd name="T7" fmla="*/ 98 h 112"/>
              <ns1:gd name="T8" fmla="*/ 82 w 112"/>
              <ns1:gd name="T9" fmla="*/ 101 h 112"/>
              <ns1:gd name="T10" fmla="*/ 87 w 112"/>
              <ns1:gd name="T11" fmla="*/ 98 h 112"/>
              <ns1:gd name="T12" fmla="*/ 87 w 112"/>
              <ns1:gd name="T13" fmla="*/ 98 h 112"/>
              <ns1:gd name="T14" fmla="*/ 93 w 112"/>
              <ns1:gd name="T15" fmla="*/ 98 h 112"/>
              <ns1:gd name="T16" fmla="*/ 99 w 112"/>
              <ns1:gd name="T17" fmla="*/ 93 h 112"/>
              <ns1:gd name="T18" fmla="*/ 99 w 112"/>
              <ns1:gd name="T19" fmla="*/ 87 h 112"/>
              <ns1:gd name="T20" fmla="*/ 98 w 112"/>
              <ns1:gd name="T21" fmla="*/ 87 h 112"/>
              <ns1:gd name="T22" fmla="*/ 101 w 112"/>
              <ns1:gd name="T23" fmla="*/ 30 h 112"/>
              <ns1:gd name="T24" fmla="*/ 98 w 112"/>
              <ns1:gd name="T25" fmla="*/ 25 h 112"/>
              <ns1:gd name="T26" fmla="*/ 98 w 112"/>
              <ns1:gd name="T27" fmla="*/ 24 h 112"/>
              <ns1:gd name="T28" fmla="*/ 98 w 112"/>
              <ns1:gd name="T29" fmla="*/ 19 h 112"/>
              <ns1:gd name="T30" fmla="*/ 93 w 112"/>
              <ns1:gd name="T31" fmla="*/ 13 h 112"/>
              <ns1:gd name="T32" fmla="*/ 87 w 112"/>
              <ns1:gd name="T33" fmla="*/ 13 h 112"/>
              <ns1:gd name="T34" fmla="*/ 86 w 112"/>
              <ns1:gd name="T35" fmla="*/ 14 h 112"/>
              <ns1:gd name="T36" fmla="*/ 30 w 112"/>
              <ns1:gd name="T37" fmla="*/ 11 h 112"/>
              <ns1:gd name="T38" fmla="*/ 25 w 112"/>
              <ns1:gd name="T39" fmla="*/ 14 h 112"/>
              <ns1:gd name="T40" fmla="*/ 24 w 112"/>
              <ns1:gd name="T41" fmla="*/ 14 h 112"/>
              <ns1:gd name="T42" fmla="*/ 19 w 112"/>
              <ns1:gd name="T43" fmla="*/ 14 h 112"/>
              <ns1:gd name="T44" fmla="*/ 13 w 112"/>
              <ns1:gd name="T45" fmla="*/ 19 h 112"/>
              <ns1:gd name="T46" fmla="*/ 13 w 112"/>
              <ns1:gd name="T47" fmla="*/ 25 h 112"/>
              <ns1:gd name="T48" fmla="*/ 14 w 112"/>
              <ns1:gd name="T49" fmla="*/ 26 h 112"/>
              <ns1:gd name="T50" fmla="*/ 11 w 112"/>
              <ns1:gd name="T51" fmla="*/ 82 h 112"/>
              <ns1:gd name="T52" fmla="*/ 14 w 112"/>
              <ns1:gd name="T53" fmla="*/ 87 h 112"/>
              <ns1:gd name="T54" fmla="*/ 14 w 112"/>
              <ns1:gd name="T55" fmla="*/ 87 h 112"/>
              <ns1:gd name="T56" fmla="*/ 14 w 112"/>
              <ns1:gd name="T57" fmla="*/ 93 h 112"/>
              <ns1:gd name="T58" fmla="*/ 78 w 112"/>
              <ns1:gd name="T59" fmla="*/ 94 h 112"/>
              <ns1:gd name="T60" fmla="*/ 31 w 112"/>
              <ns1:gd name="T61" fmla="*/ 92 h 112"/>
              <ns1:gd name="T62" fmla="*/ 46 w 112"/>
              <ns1:gd name="T63" fmla="*/ 78 h 112"/>
              <ns1:gd name="T64" fmla="*/ 66 w 112"/>
              <ns1:gd name="T65" fmla="*/ 78 h 112"/>
              <ns1:gd name="T66" fmla="*/ 81 w 112"/>
              <ns1:gd name="T67" fmla="*/ 92 h 112"/>
              <ns1:gd name="T68" fmla="*/ 78 w 112"/>
              <ns1:gd name="T69" fmla="*/ 94 h 112"/>
              <ns1:gd name="T70" fmla="*/ 42 w 112"/>
              <ns1:gd name="T71" fmla="*/ 64 h 112"/>
              <ns1:gd name="T72" fmla="*/ 48 w 112"/>
              <ns1:gd name="T73" fmla="*/ 42 h 112"/>
              <ns1:gd name="T74" fmla="*/ 70 w 112"/>
              <ns1:gd name="T75" fmla="*/ 48 h 112"/>
              <ns1:gd name="T76" fmla="*/ 67 w 112"/>
              <ns1:gd name="T77" fmla="*/ 68 h 112"/>
              <ns1:gd name="T78" fmla="*/ 67 w 112"/>
              <ns1:gd name="T79" fmla="*/ 68 h 112"/>
              <ns1:gd name="T80" fmla="*/ 64 w 112"/>
              <ns1:gd name="T81" fmla="*/ 70 h 112"/>
              <ns1:gd name="T82" fmla="*/ 44 w 112"/>
              <ns1:gd name="T83" fmla="*/ 67 h 112"/>
              <ns1:gd name="T84" fmla="*/ 44 w 112"/>
              <ns1:gd name="T85" fmla="*/ 67 h 112"/>
              <ns1:gd name="T86" fmla="*/ 42 w 112"/>
              <ns1:gd name="T87" fmla="*/ 64 h 112"/>
              <ns1:gd name="T88" fmla="*/ 94 w 112"/>
              <ns1:gd name="T89" fmla="*/ 34 h 112"/>
              <ns1:gd name="T90" fmla="*/ 92 w 112"/>
              <ns1:gd name="T91" fmla="*/ 81 h 112"/>
              <ns1:gd name="T92" fmla="*/ 78 w 112"/>
              <ns1:gd name="T93" fmla="*/ 66 h 112"/>
              <ns1:gd name="T94" fmla="*/ 78 w 112"/>
              <ns1:gd name="T95" fmla="*/ 46 h 112"/>
              <ns1:gd name="T96" fmla="*/ 92 w 112"/>
              <ns1:gd name="T97" fmla="*/ 31 h 112"/>
              <ns1:gd name="T98" fmla="*/ 94 w 112"/>
              <ns1:gd name="T99" fmla="*/ 34 h 112"/>
              <ns1:gd name="T100" fmla="*/ 34 w 112"/>
              <ns1:gd name="T101" fmla="*/ 18 h 112"/>
              <ns1:gd name="T102" fmla="*/ 81 w 112"/>
              <ns1:gd name="T103" fmla="*/ 20 h 112"/>
              <ns1:gd name="T104" fmla="*/ 66 w 112"/>
              <ns1:gd name="T105" fmla="*/ 34 h 112"/>
              <ns1:gd name="T106" fmla="*/ 45 w 112"/>
              <ns1:gd name="T107" fmla="*/ 34 h 112"/>
              <ns1:gd name="T108" fmla="*/ 31 w 112"/>
              <ns1:gd name="T109" fmla="*/ 20 h 112"/>
              <ns1:gd name="T110" fmla="*/ 34 w 112"/>
              <ns1:gd name="T111" fmla="*/ 18 h 112"/>
              <ns1:gd name="T112" fmla="*/ 18 w 112"/>
              <ns1:gd name="T113" fmla="*/ 78 h 112"/>
              <ns1:gd name="T114" fmla="*/ 20 w 112"/>
              <ns1:gd name="T115" fmla="*/ 31 h 112"/>
              <ns1:gd name="T116" fmla="*/ 34 w 112"/>
              <ns1:gd name="T117" fmla="*/ 46 h 112"/>
              <ns1:gd name="T118" fmla="*/ 34 w 112"/>
              <ns1:gd name="T119" fmla="*/ 66 h 112"/>
              <ns1:gd name="T120" fmla="*/ 20 w 112"/>
              <ns1:gd name="T121" fmla="*/ 81 h 112"/>
              <ns1:gd name="T122" fmla="*/ 18 w 112"/>
              <ns1:gd name="T123" fmla="*/ 78 h 112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  <ns1:cxn ang="0">
                <ns1:pos x="T32" y="T33"/>
              </ns1:cxn>
              <ns1:cxn ang="0">
                <ns1:pos x="T34" y="T35"/>
              </ns1:cxn>
              <ns1:cxn ang="0">
                <ns1:pos x="T36" y="T37"/>
              </ns1:cxn>
              <ns1:cxn ang="0">
                <ns1:pos x="T38" y="T39"/>
              </ns1:cxn>
              <ns1:cxn ang="0">
                <ns1:pos x="T40" y="T41"/>
              </ns1:cxn>
              <ns1:cxn ang="0">
                <ns1:pos x="T42" y="T43"/>
              </ns1:cxn>
              <ns1:cxn ang="0">
                <ns1:pos x="T44" y="T45"/>
              </ns1:cxn>
              <ns1:cxn ang="0">
                <ns1:pos x="T46" y="T47"/>
              </ns1:cxn>
              <ns1:cxn ang="0">
                <ns1:pos x="T48" y="T49"/>
              </ns1:cxn>
              <ns1:cxn ang="0">
                <ns1:pos x="T50" y="T51"/>
              </ns1:cxn>
              <ns1:cxn ang="0">
                <ns1:pos x="T52" y="T53"/>
              </ns1:cxn>
              <ns1:cxn ang="0">
                <ns1:pos x="T54" y="T55"/>
              </ns1:cxn>
              <ns1:cxn ang="0">
                <ns1:pos x="T56" y="T57"/>
              </ns1:cxn>
              <ns1:cxn ang="0">
                <ns1:pos x="T58" y="T59"/>
              </ns1:cxn>
              <ns1:cxn ang="0">
                <ns1:pos x="T60" y="T61"/>
              </ns1:cxn>
              <ns1:cxn ang="0">
                <ns1:pos x="T62" y="T63"/>
              </ns1:cxn>
              <ns1:cxn ang="0">
                <ns1:pos x="T64" y="T65"/>
              </ns1:cxn>
              <ns1:cxn ang="0">
                <ns1:pos x="T66" y="T67"/>
              </ns1:cxn>
              <ns1:cxn ang="0">
                <ns1:pos x="T68" y="T69"/>
              </ns1:cxn>
              <ns1:cxn ang="0">
                <ns1:pos x="T70" y="T71"/>
              </ns1:cxn>
              <ns1:cxn ang="0">
                <ns1:pos x="T72" y="T73"/>
              </ns1:cxn>
              <ns1:cxn ang="0">
                <ns1:pos x="T74" y="T75"/>
              </ns1:cxn>
              <ns1:cxn ang="0">
                <ns1:pos x="T76" y="T77"/>
              </ns1:cxn>
              <ns1:cxn ang="0">
                <ns1:pos x="T78" y="T79"/>
              </ns1:cxn>
              <ns1:cxn ang="0">
                <ns1:pos x="T80" y="T81"/>
              </ns1:cxn>
              <ns1:cxn ang="0">
                <ns1:pos x="T82" y="T83"/>
              </ns1:cxn>
              <ns1:cxn ang="0">
                <ns1:pos x="T84" y="T85"/>
              </ns1:cxn>
              <ns1:cxn ang="0">
                <ns1:pos x="T86" y="T87"/>
              </ns1:cxn>
              <ns1:cxn ang="0">
                <ns1:pos x="T88" y="T89"/>
              </ns1:cxn>
              <ns1:cxn ang="0">
                <ns1:pos x="T90" y="T91"/>
              </ns1:cxn>
              <ns1:cxn ang="0">
                <ns1:pos x="T92" y="T93"/>
              </ns1:cxn>
              <ns1:cxn ang="0">
                <ns1:pos x="T94" y="T95"/>
              </ns1:cxn>
              <ns1:cxn ang="0">
                <ns1:pos x="T96" y="T97"/>
              </ns1:cxn>
              <ns1:cxn ang="0">
                <ns1:pos x="T98" y="T99"/>
              </ns1:cxn>
              <ns1:cxn ang="0">
                <ns1:pos x="T100" y="T101"/>
              </ns1:cxn>
              <ns1:cxn ang="0">
                <ns1:pos x="T102" y="T103"/>
              </ns1:cxn>
              <ns1:cxn ang="0">
                <ns1:pos x="T104" y="T105"/>
              </ns1:cxn>
              <ns1:cxn ang="0">
                <ns1:pos x="T106" y="T107"/>
              </ns1:cxn>
              <ns1:cxn ang="0">
                <ns1:pos x="T108" y="T109"/>
              </ns1:cxn>
              <ns1:cxn ang="0">
                <ns1:pos x="T110" y="T111"/>
              </ns1:cxn>
              <ns1:cxn ang="0">
                <ns1:pos x="T112" y="T113"/>
              </ns1:cxn>
              <ns1:cxn ang="0">
                <ns1:pos x="T114" y="T115"/>
              </ns1:cxn>
              <ns1:cxn ang="0">
                <ns1:pos x="T116" y="T117"/>
              </ns1:cxn>
              <ns1:cxn ang="0">
                <ns1:pos x="T118" y="T119"/>
              </ns1:cxn>
              <ns1:cxn ang="0">
                <ns1:pos x="T120" y="T121"/>
              </ns1:cxn>
              <ns1:cxn ang="0">
                <ns1:pos x="T122" y="T123"/>
              </ns1:cxn>
            </ns1:cxnLst>
            <ns1:rect l="0" t="0" r="r" b="b"/>
            <ns1:pathLst>
              <ns1:path w="112" h="112">
                <ns1:moveTo>
                  <ns1:pt x="14" y="93"/>
                </ns1:moveTo>
                <ns1:cubicBezTo>
                  <ns1:pt x="19" y="99"/>
                  <ns1:pt x="19" y="99"/>
                  <ns1:pt x="19" y="99"/>
                </ns1:cubicBezTo>
                <ns1:cubicBezTo>
                  <ns1:pt x="21" y="100"/>
                  <ns1:pt x="23" y="100"/>
                  <ns1:pt x="25" y="99"/>
                </ns1:cubicBezTo>
                <ns1:cubicBezTo>
                  <ns1:pt x="25" y="98"/>
                  <ns1:pt x="25" y="98"/>
                  <ns1:pt x="25" y="98"/>
                </ns1:cubicBezTo>
                <ns1:cubicBezTo>
                  <ns1:pt x="42" y="110"/>
                  <ns1:pt x="64" y="112"/>
                  <ns1:pt x="82" y="101"/>
                </ns1:cubicBezTo>
                <ns1:cubicBezTo>
                  <ns1:pt x="84" y="100"/>
                  <ns1:pt x="85" y="99"/>
                  <ns1:pt x="87" y="98"/>
                </ns1:cubicBezTo>
                <ns1:cubicBezTo>
                  <ns1:pt x="87" y="98"/>
                  <ns1:pt x="87" y="98"/>
                  <ns1:pt x="87" y="98"/>
                </ns1:cubicBezTo>
                <ns1:cubicBezTo>
                  <ns1:pt x="89" y="100"/>
                  <ns1:pt x="91" y="100"/>
                  <ns1:pt x="93" y="98"/>
                </ns1:cubicBezTo>
                <ns1:cubicBezTo>
                  <ns1:pt x="99" y="93"/>
                  <ns1:pt x="99" y="93"/>
                  <ns1:pt x="99" y="93"/>
                </ns1:cubicBezTo>
                <ns1:cubicBezTo>
                  <ns1:pt x="100" y="91"/>
                  <ns1:pt x="100" y="89"/>
                  <ns1:pt x="99" y="87"/>
                </ns1:cubicBezTo>
                <ns1:cubicBezTo>
                  <ns1:pt x="98" y="87"/>
                  <ns1:pt x="98" y="87"/>
                  <ns1:pt x="98" y="87"/>
                </ns1:cubicBezTo>
                <ns1:cubicBezTo>
                  <ns1:pt x="110" y="70"/>
                  <ns1:pt x="112" y="48"/>
                  <ns1:pt x="101" y="30"/>
                </ns1:cubicBezTo>
                <ns1:cubicBezTo>
                  <ns1:pt x="100" y="28"/>
                  <ns1:pt x="99" y="27"/>
                  <ns1:pt x="98" y="25"/>
                </ns1:cubicBezTo>
                <ns1:cubicBezTo>
                  <ns1:pt x="98" y="24"/>
                  <ns1:pt x="98" y="24"/>
                  <ns1:pt x="98" y="24"/>
                </ns1:cubicBezTo>
                <ns1:cubicBezTo>
                  <ns1:pt x="100" y="23"/>
                  <ns1:pt x="100" y="21"/>
                  <ns1:pt x="98" y="19"/>
                </ns1:cubicBezTo>
                <ns1:cubicBezTo>
                  <ns1:pt x="93" y="13"/>
                  <ns1:pt x="93" y="13"/>
                  <ns1:pt x="93" y="13"/>
                </ns1:cubicBezTo>
                <ns1:cubicBezTo>
                  <ns1:pt x="91" y="12"/>
                  <ns1:pt x="89" y="12"/>
                  <ns1:pt x="87" y="13"/>
                </ns1:cubicBezTo>
                <ns1:cubicBezTo>
                  <ns1:pt x="86" y="14"/>
                  <ns1:pt x="86" y="14"/>
                  <ns1:pt x="86" y="14"/>
                </ns1:cubicBezTo>
                <ns1:cubicBezTo>
                  <ns1:pt x="70" y="2"/>
                  <ns1:pt x="48" y="0"/>
                  <ns1:pt x="30" y="11"/>
                </ns1:cubicBezTo>
                <ns1:cubicBezTo>
                  <ns1:pt x="28" y="12"/>
                  <ns1:pt x="27" y="13"/>
                  <ns1:pt x="25" y="14"/>
                </ns1:cubicBezTo>
                <ns1:cubicBezTo>
                  <ns1:pt x="24" y="14"/>
                  <ns1:pt x="24" y="14"/>
                  <ns1:pt x="24" y="14"/>
                </ns1:cubicBezTo>
                <ns1:cubicBezTo>
                  <ns1:pt x="23" y="12"/>
                  <ns1:pt x="21" y="12"/>
                  <ns1:pt x="19" y="14"/>
                </ns1:cubicBezTo>
                <ns1:cubicBezTo>
                  <ns1:pt x="13" y="19"/>
                  <ns1:pt x="13" y="19"/>
                  <ns1:pt x="13" y="19"/>
                </ns1:cubicBezTo>
                <ns1:cubicBezTo>
                  <ns1:pt x="12" y="21"/>
                  <ns1:pt x="12" y="23"/>
                  <ns1:pt x="13" y="25"/>
                </ns1:cubicBezTo>
                <ns1:cubicBezTo>
                  <ns1:pt x="14" y="26"/>
                  <ns1:pt x="14" y="26"/>
                  <ns1:pt x="14" y="26"/>
                </ns1:cubicBezTo>
                <ns1:cubicBezTo>
                  <ns1:pt x="2" y="42"/>
                  <ns1:pt x="0" y="64"/>
                  <ns1:pt x="11" y="82"/>
                </ns1:cubicBezTo>
                <ns1:cubicBezTo>
                  <ns1:pt x="12" y="84"/>
                  <ns1:pt x="13" y="85"/>
                  <ns1:pt x="14" y="87"/>
                </ns1:cubicBezTo>
                <ns1:cubicBezTo>
                  <ns1:pt x="14" y="87"/>
                  <ns1:pt x="14" y="87"/>
                  <ns1:pt x="14" y="87"/>
                </ns1:cubicBezTo>
                <ns1:cubicBezTo>
                  <ns1:pt x="12" y="89"/>
                  <ns1:pt x="12" y="91"/>
                  <ns1:pt x="14" y="93"/>
                </ns1:cubicBezTo>
                <ns1:close/>
                <ns1:moveTo>
                  <ns1:pt x="78" y="94"/>
                </ns1:moveTo>
                <ns1:cubicBezTo>
                  <ns1:pt x="63" y="103"/>
                  <ns1:pt x="45" y="102"/>
                  <ns1:pt x="31" y="92"/>
                </ns1:cubicBezTo>
                <ns1:cubicBezTo>
                  <ns1:pt x="46" y="78"/>
                  <ns1:pt x="46" y="78"/>
                  <ns1:pt x="46" y="78"/>
                </ns1:cubicBezTo>
                <ns1:cubicBezTo>
                  <ns1:pt x="52" y="81"/>
                  <ns1:pt x="60" y="81"/>
                  <ns1:pt x="66" y="78"/>
                </ns1:cubicBezTo>
                <ns1:cubicBezTo>
                  <ns1:pt x="81" y="92"/>
                  <ns1:pt x="81" y="92"/>
                  <ns1:pt x="81" y="92"/>
                </ns1:cubicBezTo>
                <ns1:cubicBezTo>
                  <ns1:pt x="80" y="93"/>
                  <ns1:pt x="79" y="93"/>
                  <ns1:pt x="78" y="94"/>
                </ns1:cubicBezTo>
                <ns1:close/>
                <ns1:moveTo>
                  <ns1:pt x="42" y="64"/>
                </ns1:moveTo>
                <ns1:cubicBezTo>
                  <ns1:pt x="38" y="56"/>
                  <ns1:pt x="40" y="47"/>
                  <ns1:pt x="48" y="42"/>
                </ns1:cubicBezTo>
                <ns1:cubicBezTo>
                  <ns1:pt x="56" y="38"/>
                  <ns1:pt x="65" y="40"/>
                  <ns1:pt x="70" y="48"/>
                </ns1:cubicBezTo>
                <ns1:cubicBezTo>
                  <ns1:pt x="74" y="55"/>
                  <ns1:pt x="72" y="63"/>
                  <ns1:pt x="67" y="68"/>
                </ns1:cubicBezTo>
                <ns1:cubicBezTo>
                  <ns1:pt x="67" y="68"/>
                  <ns1:pt x="67" y="68"/>
                  <ns1:pt x="67" y="68"/>
                </ns1:cubicBezTo>
                <ns1:cubicBezTo>
                  <ns1:pt x="66" y="69"/>
                  <ns1:pt x="65" y="69"/>
                  <ns1:pt x="64" y="70"/>
                </ns1:cubicBezTo>
                <ns1:cubicBezTo>
                  <ns1:pt x="57" y="74"/>
                  <ns1:pt x="49" y="72"/>
                  <ns1:pt x="44" y="67"/>
                </ns1:cubicBezTo>
                <ns1:cubicBezTo>
                  <ns1:pt x="44" y="67"/>
                  <ns1:pt x="44" y="67"/>
                  <ns1:pt x="44" y="67"/>
                </ns1:cubicBezTo>
                <ns1:cubicBezTo>
                  <ns1:pt x="43" y="66"/>
                  <ns1:pt x="43" y="65"/>
                  <ns1:pt x="42" y="64"/>
                </ns1:cubicBezTo>
                <ns1:close/>
                <ns1:moveTo>
                  <ns1:pt x="94" y="34"/>
                </ns1:moveTo>
                <ns1:cubicBezTo>
                  <ns1:pt x="103" y="49"/>
                  <ns1:pt x="102" y="67"/>
                  <ns1:pt x="92" y="81"/>
                </ns1:cubicBezTo>
                <ns1:cubicBezTo>
                  <ns1:pt x="78" y="66"/>
                  <ns1:pt x="78" y="66"/>
                  <ns1:pt x="78" y="66"/>
                </ns1:cubicBezTo>
                <ns1:cubicBezTo>
                  <ns1:pt x="81" y="60"/>
                  <ns1:pt x="81" y="52"/>
                  <ns1:pt x="78" y="46"/>
                </ns1:cubicBezTo>
                <ns1:cubicBezTo>
                  <ns1:pt x="92" y="31"/>
                  <ns1:pt x="92" y="31"/>
                  <ns1:pt x="92" y="31"/>
                </ns1:cubicBezTo>
                <ns1:cubicBezTo>
                  <ns1:pt x="93" y="32"/>
                  <ns1:pt x="93" y="33"/>
                  <ns1:pt x="94" y="34"/>
                </ns1:cubicBezTo>
                <ns1:close/>
                <ns1:moveTo>
                  <ns1:pt x="34" y="18"/>
                </ns1:moveTo>
                <ns1:cubicBezTo>
                  <ns1:pt x="49" y="9"/>
                  <ns1:pt x="67" y="10"/>
                  <ns1:pt x="81" y="20"/>
                </ns1:cubicBezTo>
                <ns1:cubicBezTo>
                  <ns1:pt x="66" y="34"/>
                  <ns1:pt x="66" y="34"/>
                  <ns1:pt x="66" y="34"/>
                </ns1:cubicBezTo>
                <ns1:cubicBezTo>
                  <ns1:pt x="60" y="31"/>
                  <ns1:pt x="52" y="31"/>
                  <ns1:pt x="45" y="34"/>
                </ns1:cubicBezTo>
                <ns1:cubicBezTo>
                  <ns1:pt x="31" y="20"/>
                  <ns1:pt x="31" y="20"/>
                  <ns1:pt x="31" y="20"/>
                </ns1:cubicBezTo>
                <ns1:cubicBezTo>
                  <ns1:pt x="32" y="19"/>
                  <ns1:pt x="33" y="19"/>
                  <ns1:pt x="34" y="18"/>
                </ns1:cubicBezTo>
                <ns1:close/>
                <ns1:moveTo>
                  <ns1:pt x="18" y="78"/>
                </ns1:moveTo>
                <ns1:cubicBezTo>
                  <ns1:pt x="9" y="63"/>
                  <ns1:pt x="10" y="45"/>
                  <ns1:pt x="20" y="31"/>
                </ns1:cubicBezTo>
                <ns1:cubicBezTo>
                  <ns1:pt x="34" y="46"/>
                  <ns1:pt x="34" y="46"/>
                  <ns1:pt x="34" y="46"/>
                </ns1:cubicBezTo>
                <ns1:cubicBezTo>
                  <ns1:pt x="31" y="52"/>
                  <ns1:pt x="31" y="60"/>
                  <ns1:pt x="34" y="66"/>
                </ns1:cubicBezTo>
                <ns1:cubicBezTo>
                  <ns1:pt x="20" y="81"/>
                  <ns1:pt x="20" y="81"/>
                  <ns1:pt x="20" y="81"/>
                </ns1:cubicBezTo>
                <ns1:cubicBezTo>
                  <ns1:pt x="19" y="80"/>
                  <ns1:pt x="19" y="79"/>
                  <ns1:pt x="18" y="78"/>
                </ns1:cubicBezTo>
                <ns1:close/>
              </ns1:path>
            </ns1:pathLst>
          </ns1:custGeom>
          <ns1:solidFill>
            <ns1:schemeClr val="tx1"/>
          </ns1:solidFill>
          <ns1:ln>
            <ns1:noFill/>
          </ns1:ln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id-ID" sz="2700"/>
          </ns1:p>
        </ns0:txBody>
      </ns0:sp>
      <ns0:grpSp>
        <ns0:nvGrpSpPr>
          <ns0:cNvPr id="91" name="Group 90"/>
          <ns0:cNvGrpSpPr/>
          <ns0:nvPr/>
        </ns0:nvGrpSpPr>
        <ns0:grpSpPr>
          <ns1:xfrm>
            <ns1:off x="3224502" y="1169063"/>
            <ns1:ext cx="369563" cy="416741"/>
            <ns1:chOff x="9001126" y="2228850"/>
            <ns1:chExt cx="298450" cy="336550"/>
          </ns1:xfrm>
          <ns1:solidFill>
            <ns1:schemeClr val="tx1"/>
          </ns1:solidFill>
        </ns0:grpSpPr>
        <ns0:sp>
          <ns0:nvSpPr>
            <ns0:cNvPr id="92" name="Freeform 81"/>
            <ns0:cNvSpPr>
              <ns1:spLocks noEditPoints="1"/>
            </ns0:cNvSpPr>
            <ns0:nvPr/>
          </ns0:nvSpPr>
          <ns0:spPr bwMode="auto">
            <ns1:xfrm>
              <ns1:off x="9021764" y="2228850"/>
              <ns1:ext cx="255588" cy="257175"/>
            </ns1:xfrm>
            <ns1:custGeom>
              <ns1:avLst/>
              <ns1:gdLst>
                <ns1:gd name="T0" fmla="*/ 48 w 96"/>
                <ns1:gd name="T1" fmla="*/ 96 h 96"/>
                <ns1:gd name="T2" fmla="*/ 96 w 96"/>
                <ns1:gd name="T3" fmla="*/ 48 h 96"/>
                <ns1:gd name="T4" fmla="*/ 48 w 96"/>
                <ns1:gd name="T5" fmla="*/ 0 h 96"/>
                <ns1:gd name="T6" fmla="*/ 0 w 96"/>
                <ns1:gd name="T7" fmla="*/ 48 h 96"/>
                <ns1:gd name="T8" fmla="*/ 48 w 96"/>
                <ns1:gd name="T9" fmla="*/ 96 h 96"/>
                <ns1:gd name="T10" fmla="*/ 48 w 96"/>
                <ns1:gd name="T11" fmla="*/ 88 h 96"/>
                <ns1:gd name="T12" fmla="*/ 13 w 96"/>
                <ns1:gd name="T13" fmla="*/ 67 h 96"/>
                <ns1:gd name="T14" fmla="*/ 13 w 96"/>
                <ns1:gd name="T15" fmla="*/ 67 h 96"/>
                <ns1:gd name="T16" fmla="*/ 17 w 96"/>
                <ns1:gd name="T17" fmla="*/ 64 h 96"/>
                <ns1:gd name="T18" fmla="*/ 19 w 96"/>
                <ns1:gd name="T19" fmla="*/ 57 h 96"/>
                <ns1:gd name="T20" fmla="*/ 55 w 96"/>
                <ns1:gd name="T21" fmla="*/ 70 h 96"/>
                <ns1:gd name="T22" fmla="*/ 58 w 96"/>
                <ns1:gd name="T23" fmla="*/ 70 h 96"/>
                <ns1:gd name="T24" fmla="*/ 84 w 96"/>
                <ns1:gd name="T25" fmla="*/ 65 h 96"/>
                <ns1:gd name="T26" fmla="*/ 48 w 96"/>
                <ns1:gd name="T27" fmla="*/ 88 h 96"/>
                <ns1:gd name="T28" fmla="*/ 48 w 96"/>
                <ns1:gd name="T29" fmla="*/ 8 h 96"/>
                <ns1:gd name="T30" fmla="*/ 88 w 96"/>
                <ns1:gd name="T31" fmla="*/ 48 h 96"/>
                <ns1:gd name="T32" fmla="*/ 86 w 96"/>
                <ns1:gd name="T33" fmla="*/ 61 h 96"/>
                <ns1:gd name="T34" fmla="*/ 56 w 96"/>
                <ns1:gd name="T35" fmla="*/ 66 h 96"/>
                <ns1:gd name="T36" fmla="*/ 19 w 96"/>
                <ns1:gd name="T37" fmla="*/ 51 h 96"/>
                <ns1:gd name="T38" fmla="*/ 17 w 96"/>
                <ns1:gd name="T39" fmla="*/ 50 h 96"/>
                <ns1:gd name="T40" fmla="*/ 16 w 96"/>
                <ns1:gd name="T41" fmla="*/ 52 h 96"/>
                <ns1:gd name="T42" fmla="*/ 13 w 96"/>
                <ns1:gd name="T43" fmla="*/ 62 h 96"/>
                <ns1:gd name="T44" fmla="*/ 12 w 96"/>
                <ns1:gd name="T45" fmla="*/ 63 h 96"/>
                <ns1:gd name="T46" fmla="*/ 11 w 96"/>
                <ns1:gd name="T47" fmla="*/ 63 h 96"/>
                <ns1:gd name="T48" fmla="*/ 8 w 96"/>
                <ns1:gd name="T49" fmla="*/ 48 h 96"/>
                <ns1:gd name="T50" fmla="*/ 48 w 96"/>
                <ns1:gd name="T51" fmla="*/ 8 h 96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  <ns1:cxn ang="0">
                  <ns1:pos x="T30" y="T31"/>
                </ns1:cxn>
                <ns1:cxn ang="0">
                  <ns1:pos x="T32" y="T33"/>
                </ns1:cxn>
                <ns1:cxn ang="0">
                  <ns1:pos x="T34" y="T35"/>
                </ns1:cxn>
                <ns1:cxn ang="0">
                  <ns1:pos x="T36" y="T37"/>
                </ns1:cxn>
                <ns1:cxn ang="0">
                  <ns1:pos x="T38" y="T39"/>
                </ns1:cxn>
                <ns1:cxn ang="0">
                  <ns1:pos x="T40" y="T41"/>
                </ns1:cxn>
                <ns1:cxn ang="0">
                  <ns1:pos x="T42" y="T43"/>
                </ns1:cxn>
                <ns1:cxn ang="0">
                  <ns1:pos x="T44" y="T45"/>
                </ns1:cxn>
                <ns1:cxn ang="0">
                  <ns1:pos x="T46" y="T47"/>
                </ns1:cxn>
                <ns1:cxn ang="0">
                  <ns1:pos x="T48" y="T49"/>
                </ns1:cxn>
                <ns1:cxn ang="0">
                  <ns1:pos x="T50" y="T51"/>
                </ns1:cxn>
              </ns1:cxnLst>
              <ns1:rect l="0" t="0" r="r" b="b"/>
              <ns1:pathLst>
                <ns1:path w="96" h="96">
                  <ns1:moveTo>
                    <ns1:pt x="48" y="96"/>
                  </ns1:moveTo>
                  <ns1:cubicBezTo>
                    <ns1:pt x="74" y="96"/>
                    <ns1:pt x="96" y="74"/>
                    <ns1:pt x="96" y="48"/>
                  </ns1:cubicBezTo>
                  <ns1:cubicBezTo>
                    <ns1:pt x="96" y="21"/>
                    <ns1:pt x="74" y="0"/>
                    <ns1:pt x="48" y="0"/>
                  </ns1:cubicBezTo>
                  <ns1:cubicBezTo>
                    <ns1:pt x="22" y="0"/>
                    <ns1:pt x="0" y="21"/>
                    <ns1:pt x="0" y="48"/>
                  </ns1:cubicBezTo>
                  <ns1:cubicBezTo>
                    <ns1:pt x="0" y="74"/>
                    <ns1:pt x="22" y="96"/>
                    <ns1:pt x="48" y="96"/>
                  </ns1:cubicBezTo>
                  <ns1:close/>
                  <ns1:moveTo>
                    <ns1:pt x="48" y="88"/>
                  </ns1:moveTo>
                  <ns1:cubicBezTo>
                    <ns1:pt x="33" y="88"/>
                    <ns1:pt x="20" y="79"/>
                    <ns1:pt x="13" y="67"/>
                  </ns1:cubicBezTo>
                  <ns1:cubicBezTo>
                    <ns1:pt x="13" y="67"/>
                    <ns1:pt x="13" y="67"/>
                    <ns1:pt x="13" y="67"/>
                  </ns1:cubicBezTo>
                  <ns1:cubicBezTo>
                    <ns1:pt x="14" y="67"/>
                    <ns1:pt x="16" y="66"/>
                    <ns1:pt x="17" y="64"/>
                  </ns1:cubicBezTo>
                  <ns1:cubicBezTo>
                    <ns1:pt x="18" y="62"/>
                    <ns1:pt x="18" y="59"/>
                    <ns1:pt x="19" y="57"/>
                  </ns1:cubicBezTo>
                  <ns1:cubicBezTo>
                    <ns1:pt x="24" y="61"/>
                    <ns1:pt x="35" y="68"/>
                    <ns1:pt x="55" y="70"/>
                  </ns1:cubicBezTo>
                  <ns1:cubicBezTo>
                    <ns1:pt x="56" y="70"/>
                    <ns1:pt x="57" y="70"/>
                    <ns1:pt x="58" y="70"/>
                  </ns1:cubicBezTo>
                  <ns1:cubicBezTo>
                    <ns1:pt x="67" y="70"/>
                    <ns1:pt x="77" y="67"/>
                    <ns1:pt x="84" y="65"/>
                  </ns1:cubicBezTo>
                  <ns1:cubicBezTo>
                    <ns1:pt x="77" y="79"/>
                    <ns1:pt x="64" y="88"/>
                    <ns1:pt x="48" y="88"/>
                  </ns1:cubicBezTo>
                  <ns1:close/>
                  <ns1:moveTo>
                    <ns1:pt x="48" y="8"/>
                  </ns1:moveTo>
                  <ns1:cubicBezTo>
                    <ns1:pt x="70" y="8"/>
                    <ns1:pt x="88" y="26"/>
                    <ns1:pt x="88" y="48"/>
                  </ns1:cubicBezTo>
                  <ns1:cubicBezTo>
                    <ns1:pt x="88" y="52"/>
                    <ns1:pt x="87" y="57"/>
                    <ns1:pt x="86" y="61"/>
                  </ns1:cubicBezTo>
                  <ns1:cubicBezTo>
                    <ns1:pt x="80" y="63"/>
                    <ns1:pt x="66" y="66"/>
                    <ns1:pt x="56" y="66"/>
                  </ns1:cubicBezTo>
                  <ns1:cubicBezTo>
                    <ns1:pt x="29" y="64"/>
                    <ns1:pt x="20" y="51"/>
                    <ns1:pt x="19" y="51"/>
                  </ns1:cubicBezTo>
                  <ns1:cubicBezTo>
                    <ns1:pt x="19" y="51"/>
                    <ns1:pt x="18" y="50"/>
                    <ns1:pt x="17" y="50"/>
                  </ns1:cubicBezTo>
                  <ns1:cubicBezTo>
                    <ns1:pt x="17" y="51"/>
                    <ns1:pt x="16" y="51"/>
                    <ns1:pt x="16" y="52"/>
                  </ns1:cubicBezTo>
                  <ns1:cubicBezTo>
                    <ns1:pt x="16" y="52"/>
                    <ns1:pt x="15" y="58"/>
                    <ns1:pt x="13" y="62"/>
                  </ns1:cubicBezTo>
                  <ns1:cubicBezTo>
                    <ns1:pt x="13" y="63"/>
                    <ns1:pt x="12" y="63"/>
                    <ns1:pt x="12" y="63"/>
                  </ns1:cubicBezTo>
                  <ns1:cubicBezTo>
                    <ns1:pt x="12" y="63"/>
                    <ns1:pt x="11" y="63"/>
                    <ns1:pt x="11" y="63"/>
                  </ns1:cubicBezTo>
                  <ns1:cubicBezTo>
                    <ns1:pt x="9" y="58"/>
                    <ns1:pt x="8" y="53"/>
                    <ns1:pt x="8" y="48"/>
                  </ns1:cubicBezTo>
                  <ns1:cubicBezTo>
                    <ns1:pt x="8" y="26"/>
                    <ns1:pt x="26" y="8"/>
                    <ns1:pt x="48" y="8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93" name="Freeform 82"/>
            <ns0:cNvSpPr>
              <ns1:spLocks/>
            </ns0:cNvSpPr>
            <ns0:nvPr/>
          </ns0:nvSpPr>
          <ns0:spPr bwMode="auto">
            <ns1:xfrm>
              <ns1:off x="9001126" y="2447925"/>
              <ns1:ext cx="298450" cy="117475"/>
            </ns1:xfrm>
            <ns1:custGeom>
              <ns1:avLst/>
              <ns1:gdLst>
                <ns1:gd name="T0" fmla="*/ 98 w 112"/>
                <ns1:gd name="T1" fmla="*/ 1 h 44"/>
                <ns1:gd name="T2" fmla="*/ 93 w 112"/>
                <ns1:gd name="T3" fmla="*/ 2 h 44"/>
                <ns1:gd name="T4" fmla="*/ 94 w 112"/>
                <ns1:gd name="T5" fmla="*/ 7 h 44"/>
                <ns1:gd name="T6" fmla="*/ 104 w 112"/>
                <ns1:gd name="T7" fmla="*/ 20 h 44"/>
                <ns1:gd name="T8" fmla="*/ 56 w 112"/>
                <ns1:gd name="T9" fmla="*/ 36 h 44"/>
                <ns1:gd name="T10" fmla="*/ 8 w 112"/>
                <ns1:gd name="T11" fmla="*/ 20 h 44"/>
                <ns1:gd name="T12" fmla="*/ 18 w 112"/>
                <ns1:gd name="T13" fmla="*/ 7 h 44"/>
                <ns1:gd name="T14" fmla="*/ 19 w 112"/>
                <ns1:gd name="T15" fmla="*/ 2 h 44"/>
                <ns1:gd name="T16" fmla="*/ 14 w 112"/>
                <ns1:gd name="T17" fmla="*/ 1 h 44"/>
                <ns1:gd name="T18" fmla="*/ 0 w 112"/>
                <ns1:gd name="T19" fmla="*/ 20 h 44"/>
                <ns1:gd name="T20" fmla="*/ 56 w 112"/>
                <ns1:gd name="T21" fmla="*/ 44 h 44"/>
                <ns1:gd name="T22" fmla="*/ 112 w 112"/>
                <ns1:gd name="T23" fmla="*/ 20 h 44"/>
                <ns1:gd name="T24" fmla="*/ 98 w 112"/>
                <ns1:gd name="T25" fmla="*/ 1 h 44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</ns1:cxnLst>
              <ns1:rect l="0" t="0" r="r" b="b"/>
              <ns1:pathLst>
                <ns1:path w="112" h="44">
                  <ns1:moveTo>
                    <ns1:pt x="98" y="1"/>
                  </ns1:moveTo>
                  <ns1:cubicBezTo>
                    <ns1:pt x="97" y="0"/>
                    <ns1:pt x="94" y="0"/>
                    <ns1:pt x="93" y="2"/>
                  </ns1:cubicBezTo>
                  <ns1:cubicBezTo>
                    <ns1:pt x="91" y="4"/>
                    <ns1:pt x="92" y="6"/>
                    <ns1:pt x="94" y="7"/>
                  </ns1:cubicBezTo>
                  <ns1:cubicBezTo>
                    <ns1:pt x="101" y="13"/>
                    <ns1:pt x="104" y="16"/>
                    <ns1:pt x="104" y="20"/>
                  </ns1:cubicBezTo>
                  <ns1:cubicBezTo>
                    <ns1:pt x="104" y="32"/>
                    <ns1:pt x="91" y="36"/>
                    <ns1:pt x="56" y="36"/>
                  </ns1:cubicBezTo>
                  <ns1:cubicBezTo>
                    <ns1:pt x="21" y="36"/>
                    <ns1:pt x="8" y="32"/>
                    <ns1:pt x="8" y="20"/>
                  </ns1:cubicBezTo>
                  <ns1:cubicBezTo>
                    <ns1:pt x="8" y="16"/>
                    <ns1:pt x="11" y="13"/>
                    <ns1:pt x="18" y="7"/>
                  </ns1:cubicBezTo>
                  <ns1:cubicBezTo>
                    <ns1:pt x="20" y="6"/>
                    <ns1:pt x="21" y="4"/>
                    <ns1:pt x="19" y="2"/>
                  </ns1:cubicBezTo>
                  <ns1:cubicBezTo>
                    <ns1:pt x="18" y="0"/>
                    <ns1:pt x="15" y="0"/>
                    <ns1:pt x="14" y="1"/>
                  </ns1:cubicBezTo>
                  <ns1:cubicBezTo>
                    <ns1:pt x="7" y="6"/>
                    <ns1:pt x="0" y="11"/>
                    <ns1:pt x="0" y="20"/>
                  </ns1:cubicBezTo>
                  <ns1:cubicBezTo>
                    <ns1:pt x="0" y="42"/>
                    <ns1:pt x="29" y="44"/>
                    <ns1:pt x="56" y="44"/>
                  </ns1:cubicBezTo>
                  <ns1:cubicBezTo>
                    <ns1:pt x="83" y="44"/>
                    <ns1:pt x="112" y="42"/>
                    <ns1:pt x="112" y="20"/>
                  </ns1:cubicBezTo>
                  <ns1:cubicBezTo>
                    <ns1:pt x="112" y="11"/>
                    <ns1:pt x="105" y="6"/>
                    <ns1:pt x="98" y="1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</ns0:grpSp>
      <ns0:grpSp>
        <ns0:nvGrpSpPr>
          <ns0:cNvPr id="94" name="Group 93"/>
          <ns0:cNvGrpSpPr/>
          <ns0:nvPr/>
        </ns0:nvGrpSpPr>
        <ns0:grpSpPr>
          <ns1:xfrm>
            <ns1:off x="2229136" y="1204812"/>
            <ns1:ext cx="373510" cy="345243"/>
            <ns1:chOff x="9685338" y="4306888"/>
            <ns1:chExt cx="293688" cy="271462"/>
          </ns1:xfrm>
          <ns1:solidFill>
            <ns1:schemeClr val="tx1"/>
          </ns1:solidFill>
        </ns0:grpSpPr>
        <ns0:sp>
          <ns0:nvSpPr>
            <ns0:cNvPr id="95" name="Freeform 238"/>
            <ns0:cNvSpPr>
              <ns1:spLocks/>
            </ns0:cNvSpPr>
            <ns0:nvPr/>
          </ns0:nvSpPr>
          <ns0:spPr bwMode="auto">
            <ns1:xfrm>
              <ns1:off x="9685338" y="4306888"/>
              <ns1:ext cx="293688" cy="261938"/>
            </ns1:xfrm>
            <ns1:custGeom>
              <ns1:avLst/>
              <ns1:gdLst>
                <ns1:gd name="T0" fmla="*/ 101 w 110"/>
                <ns1:gd name="T1" fmla="*/ 26 h 98"/>
                <ns1:gd name="T2" fmla="*/ 55 w 110"/>
                <ns1:gd name="T3" fmla="*/ 0 h 98"/>
                <ns1:gd name="T4" fmla="*/ 9 w 110"/>
                <ns1:gd name="T5" fmla="*/ 26 h 98"/>
                <ns1:gd name="T6" fmla="*/ 7 w 110"/>
                <ns1:gd name="T7" fmla="*/ 74 h 98"/>
                <ns1:gd name="T8" fmla="*/ 7 w 110"/>
                <ns1:gd name="T9" fmla="*/ 78 h 98"/>
                <ns1:gd name="T10" fmla="*/ 23 w 110"/>
                <ns1:gd name="T11" fmla="*/ 98 h 98"/>
                <ns1:gd name="T12" fmla="*/ 23 w 110"/>
                <ns1:gd name="T13" fmla="*/ 58 h 98"/>
                <ns1:gd name="T14" fmla="*/ 12 w 110"/>
                <ns1:gd name="T15" fmla="*/ 64 h 98"/>
                <ns1:gd name="T16" fmla="*/ 16 w 110"/>
                <ns1:gd name="T17" fmla="*/ 30 h 98"/>
                <ns1:gd name="T18" fmla="*/ 55 w 110"/>
                <ns1:gd name="T19" fmla="*/ 8 h 98"/>
                <ns1:gd name="T20" fmla="*/ 94 w 110"/>
                <ns1:gd name="T21" fmla="*/ 30 h 98"/>
                <ns1:gd name="T22" fmla="*/ 98 w 110"/>
                <ns1:gd name="T23" fmla="*/ 64 h 98"/>
                <ns1:gd name="T24" fmla="*/ 87 w 110"/>
                <ns1:gd name="T25" fmla="*/ 58 h 98"/>
                <ns1:gd name="T26" fmla="*/ 87 w 110"/>
                <ns1:gd name="T27" fmla="*/ 98 h 98"/>
                <ns1:gd name="T28" fmla="*/ 103 w 110"/>
                <ns1:gd name="T29" fmla="*/ 78 h 98"/>
                <ns1:gd name="T30" fmla="*/ 103 w 110"/>
                <ns1:gd name="T31" fmla="*/ 74 h 98"/>
                <ns1:gd name="T32" fmla="*/ 101 w 110"/>
                <ns1:gd name="T33" fmla="*/ 26 h 98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  <ns1:cxn ang="0">
                  <ns1:pos x="T30" y="T31"/>
                </ns1:cxn>
                <ns1:cxn ang="0">
                  <ns1:pos x="T32" y="T33"/>
                </ns1:cxn>
              </ns1:cxnLst>
              <ns1:rect l="0" t="0" r="r" b="b"/>
              <ns1:pathLst>
                <ns1:path w="110" h="98">
                  <ns1:moveTo>
                    <ns1:pt x="101" y="26"/>
                  </ns1:moveTo>
                  <ns1:cubicBezTo>
                    <ns1:pt x="91" y="10"/>
                    <ns1:pt x="73" y="0"/>
                    <ns1:pt x="55" y="0"/>
                  </ns1:cubicBezTo>
                  <ns1:cubicBezTo>
                    <ns1:pt x="37" y="0"/>
                    <ns1:pt x="19" y="10"/>
                    <ns1:pt x="9" y="26"/>
                  </ns1:cubicBezTo>
                  <ns1:cubicBezTo>
                    <ns1:pt x="0" y="41"/>
                    <ns1:pt x="0" y="58"/>
                    <ns1:pt x="7" y="74"/>
                  </ns1:cubicBezTo>
                  <ns1:cubicBezTo>
                    <ns1:pt x="7" y="75"/>
                    <ns1:pt x="7" y="77"/>
                    <ns1:pt x="7" y="78"/>
                  </ns1:cubicBezTo>
                  <ns1:cubicBezTo>
                    <ns1:pt x="7" y="89"/>
                    <ns1:pt x="15" y="98"/>
                    <ns1:pt x="23" y="98"/>
                  </ns1:cubicBezTo>
                  <ns1:cubicBezTo>
                    <ns1:pt x="23" y="58"/>
                    <ns1:pt x="23" y="58"/>
                    <ns1:pt x="23" y="58"/>
                  </ns1:cubicBezTo>
                  <ns1:cubicBezTo>
                    <ns1:pt x="19" y="58"/>
                    <ns1:pt x="15" y="61"/>
                    <ns1:pt x="12" y="64"/>
                  </ns1:cubicBezTo>
                  <ns1:cubicBezTo>
                    <ns1:pt x="8" y="52"/>
                    <ns1:pt x="10" y="41"/>
                    <ns1:pt x="16" y="30"/>
                  </ns1:cubicBezTo>
                  <ns1:cubicBezTo>
                    <ns1:pt x="24" y="17"/>
                    <ns1:pt x="40" y="8"/>
                    <ns1:pt x="55" y="8"/>
                  </ns1:cubicBezTo>
                  <ns1:cubicBezTo>
                    <ns1:pt x="70" y="8"/>
                    <ns1:pt x="86" y="17"/>
                    <ns1:pt x="94" y="30"/>
                  </ns1:cubicBezTo>
                  <ns1:cubicBezTo>
                    <ns1:pt x="100" y="41"/>
                    <ns1:pt x="102" y="52"/>
                    <ns1:pt x="98" y="64"/>
                  </ns1:cubicBezTo>
                  <ns1:cubicBezTo>
                    <ns1:pt x="95" y="61"/>
                    <ns1:pt x="91" y="58"/>
                    <ns1:pt x="87" y="58"/>
                  </ns1:cubicBezTo>
                  <ns1:cubicBezTo>
                    <ns1:pt x="87" y="98"/>
                    <ns1:pt x="87" y="98"/>
                    <ns1:pt x="87" y="98"/>
                  </ns1:cubicBezTo>
                  <ns1:cubicBezTo>
                    <ns1:pt x="95" y="98"/>
                    <ns1:pt x="103" y="89"/>
                    <ns1:pt x="103" y="78"/>
                  </ns1:cubicBezTo>
                  <ns1:cubicBezTo>
                    <ns1:pt x="103" y="77"/>
                    <ns1:pt x="103" y="75"/>
                    <ns1:pt x="103" y="74"/>
                  </ns1:cubicBezTo>
                  <ns1:cubicBezTo>
                    <ns1:pt x="110" y="58"/>
                    <ns1:pt x="110" y="41"/>
                    <ns1:pt x="101" y="26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96" name="Freeform 239"/>
            <ns0:cNvSpPr>
              <ns1:spLocks/>
            </ns0:cNvSpPr>
            <ns0:nvPr/>
          </ns0:nvSpPr>
          <ns0:spPr bwMode="auto">
            <ns1:xfrm>
              <ns1:off x="9758363" y="4451350"/>
              <ns1:ext cx="20638" cy="127000"/>
            </ns1:xfrm>
            <ns1:custGeom>
              <ns1:avLst/>
              <ns1:gdLst>
                <ns1:gd name="T0" fmla="*/ 4 w 8"/>
                <ns1:gd name="T1" fmla="*/ 0 h 48"/>
                <ns1:gd name="T2" fmla="*/ 0 w 8"/>
                <ns1:gd name="T3" fmla="*/ 4 h 48"/>
                <ns1:gd name="T4" fmla="*/ 0 w 8"/>
                <ns1:gd name="T5" fmla="*/ 44 h 48"/>
                <ns1:gd name="T6" fmla="*/ 4 w 8"/>
                <ns1:gd name="T7" fmla="*/ 48 h 48"/>
                <ns1:gd name="T8" fmla="*/ 8 w 8"/>
                <ns1:gd name="T9" fmla="*/ 44 h 48"/>
                <ns1:gd name="T10" fmla="*/ 8 w 8"/>
                <ns1:gd name="T11" fmla="*/ 4 h 48"/>
                <ns1:gd name="T12" fmla="*/ 4 w 8"/>
                <ns1:gd name="T13" fmla="*/ 0 h 48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</ns1:cxnLst>
              <ns1:rect l="0" t="0" r="r" b="b"/>
              <ns1:pathLst>
                <ns1:path w="8" h="48">
                  <ns1:moveTo>
                    <ns1:pt x="4" y="0"/>
                  </ns1:moveTo>
                  <ns1:cubicBezTo>
                    <ns1:pt x="2" y="0"/>
                    <ns1:pt x="0" y="2"/>
                    <ns1:pt x="0" y="4"/>
                  </ns1:cubicBezTo>
                  <ns1:cubicBezTo>
                    <ns1:pt x="0" y="44"/>
                    <ns1:pt x="0" y="44"/>
                    <ns1:pt x="0" y="44"/>
                  </ns1:cubicBezTo>
                  <ns1:cubicBezTo>
                    <ns1:pt x="0" y="47"/>
                    <ns1:pt x="2" y="48"/>
                    <ns1:pt x="4" y="48"/>
                  </ns1:cubicBezTo>
                  <ns1:cubicBezTo>
                    <ns1:pt x="6" y="48"/>
                    <ns1:pt x="8" y="47"/>
                    <ns1:pt x="8" y="44"/>
                  </ns1:cubicBezTo>
                  <ns1:cubicBezTo>
                    <ns1:pt x="8" y="4"/>
                    <ns1:pt x="8" y="4"/>
                    <ns1:pt x="8" y="4"/>
                  </ns1:cubicBezTo>
                  <ns1:cubicBezTo>
                    <ns1:pt x="8" y="2"/>
                    <ns1:pt x="6" y="0"/>
                    <ns1:pt x="4" y="0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97" name="Freeform 240"/>
            <ns0:cNvSpPr>
              <ns1:spLocks/>
            </ns0:cNvSpPr>
            <ns0:nvPr/>
          </ns0:nvSpPr>
          <ns0:spPr bwMode="auto">
            <ns1:xfrm>
              <ns1:off x="9885363" y="4451350"/>
              <ns1:ext cx="22225" cy="127000"/>
            </ns1:xfrm>
            <ns1:custGeom>
              <ns1:avLst/>
              <ns1:gdLst>
                <ns1:gd name="T0" fmla="*/ 4 w 8"/>
                <ns1:gd name="T1" fmla="*/ 0 h 48"/>
                <ns1:gd name="T2" fmla="*/ 0 w 8"/>
                <ns1:gd name="T3" fmla="*/ 4 h 48"/>
                <ns1:gd name="T4" fmla="*/ 0 w 8"/>
                <ns1:gd name="T5" fmla="*/ 44 h 48"/>
                <ns1:gd name="T6" fmla="*/ 4 w 8"/>
                <ns1:gd name="T7" fmla="*/ 48 h 48"/>
                <ns1:gd name="T8" fmla="*/ 8 w 8"/>
                <ns1:gd name="T9" fmla="*/ 44 h 48"/>
                <ns1:gd name="T10" fmla="*/ 8 w 8"/>
                <ns1:gd name="T11" fmla="*/ 4 h 48"/>
                <ns1:gd name="T12" fmla="*/ 4 w 8"/>
                <ns1:gd name="T13" fmla="*/ 0 h 48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</ns1:cxnLst>
              <ns1:rect l="0" t="0" r="r" b="b"/>
              <ns1:pathLst>
                <ns1:path w="8" h="48">
                  <ns1:moveTo>
                    <ns1:pt x="4" y="0"/>
                  </ns1:moveTo>
                  <ns1:cubicBezTo>
                    <ns1:pt x="2" y="0"/>
                    <ns1:pt x="0" y="2"/>
                    <ns1:pt x="0" y="4"/>
                  </ns1:cubicBezTo>
                  <ns1:cubicBezTo>
                    <ns1:pt x="0" y="44"/>
                    <ns1:pt x="0" y="44"/>
                    <ns1:pt x="0" y="44"/>
                  </ns1:cubicBezTo>
                  <ns1:cubicBezTo>
                    <ns1:pt x="0" y="47"/>
                    <ns1:pt x="2" y="48"/>
                    <ns1:pt x="4" y="48"/>
                  </ns1:cubicBezTo>
                  <ns1:cubicBezTo>
                    <ns1:pt x="6" y="48"/>
                    <ns1:pt x="8" y="47"/>
                    <ns1:pt x="8" y="44"/>
                  </ns1:cubicBezTo>
                  <ns1:cubicBezTo>
                    <ns1:pt x="8" y="4"/>
                    <ns1:pt x="8" y="4"/>
                    <ns1:pt x="8" y="4"/>
                  </ns1:cubicBezTo>
                  <ns1:cubicBezTo>
                    <ns1:pt x="8" y="2"/>
                    <ns1:pt x="6" y="0"/>
                    <ns1:pt x="4" y="0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</ns0:grpSp>
      <ns0:grpSp>
        <ns0:nvGrpSpPr>
          <ns0:cNvPr id="98" name="Group 97"/>
          <ns0:cNvGrpSpPr/>
          <ns0:nvPr/>
        </ns0:nvGrpSpPr>
        <ns0:grpSpPr>
          <ns1:xfrm>
            <ns1:off x="352635" y="3714798"/>
            <ns1:ext cx="430907" cy="428774"/>
            <ns1:chOff x="6259514" y="2238375"/>
            <ns1:chExt cx="320675" cy="319088"/>
          </ns1:xfrm>
          <ns1:solidFill>
            <ns1:schemeClr val="tx1"/>
          </ns1:solidFill>
        </ns0:grpSpPr>
        <ns0:sp>
          <ns0:nvSpPr>
            <ns0:cNvPr id="99" name="Freeform 70"/>
            <ns0:cNvSpPr>
              <ns1:spLocks noEditPoints="1"/>
            </ns0:cNvSpPr>
            <ns0:nvPr/>
          </ns0:nvSpPr>
          <ns0:spPr bwMode="auto">
            <ns1:xfrm>
              <ns1:off x="6259514" y="2238375"/>
              <ns1:ext cx="320675" cy="319088"/>
            </ns1:xfrm>
            <ns1:custGeom>
              <ns1:avLst/>
              <ns1:gdLst>
                <ns1:gd name="T0" fmla="*/ 60 w 120"/>
                <ns1:gd name="T1" fmla="*/ 120 h 120"/>
                <ns1:gd name="T2" fmla="*/ 48 w 120"/>
                <ns1:gd name="T3" fmla="*/ 108 h 120"/>
                <ns1:gd name="T4" fmla="*/ 48 w 120"/>
                <ns1:gd name="T5" fmla="*/ 106 h 120"/>
                <ns1:gd name="T6" fmla="*/ 14 w 120"/>
                <ns1:gd name="T7" fmla="*/ 72 h 120"/>
                <ns1:gd name="T8" fmla="*/ 12 w 120"/>
                <ns1:gd name="T9" fmla="*/ 72 h 120"/>
                <ns1:gd name="T10" fmla="*/ 0 w 120"/>
                <ns1:gd name="T11" fmla="*/ 60 h 120"/>
                <ns1:gd name="T12" fmla="*/ 12 w 120"/>
                <ns1:gd name="T13" fmla="*/ 48 h 120"/>
                <ns1:gd name="T14" fmla="*/ 14 w 120"/>
                <ns1:gd name="T15" fmla="*/ 48 h 120"/>
                <ns1:gd name="T16" fmla="*/ 48 w 120"/>
                <ns1:gd name="T17" fmla="*/ 14 h 120"/>
                <ns1:gd name="T18" fmla="*/ 48 w 120"/>
                <ns1:gd name="T19" fmla="*/ 12 h 120"/>
                <ns1:gd name="T20" fmla="*/ 60 w 120"/>
                <ns1:gd name="T21" fmla="*/ 0 h 120"/>
                <ns1:gd name="T22" fmla="*/ 72 w 120"/>
                <ns1:gd name="T23" fmla="*/ 12 h 120"/>
                <ns1:gd name="T24" fmla="*/ 72 w 120"/>
                <ns1:gd name="T25" fmla="*/ 14 h 120"/>
                <ns1:gd name="T26" fmla="*/ 106 w 120"/>
                <ns1:gd name="T27" fmla="*/ 48 h 120"/>
                <ns1:gd name="T28" fmla="*/ 108 w 120"/>
                <ns1:gd name="T29" fmla="*/ 48 h 120"/>
                <ns1:gd name="T30" fmla="*/ 120 w 120"/>
                <ns1:gd name="T31" fmla="*/ 60 h 120"/>
                <ns1:gd name="T32" fmla="*/ 108 w 120"/>
                <ns1:gd name="T33" fmla="*/ 72 h 120"/>
                <ns1:gd name="T34" fmla="*/ 106 w 120"/>
                <ns1:gd name="T35" fmla="*/ 72 h 120"/>
                <ns1:gd name="T36" fmla="*/ 72 w 120"/>
                <ns1:gd name="T37" fmla="*/ 106 h 120"/>
                <ns1:gd name="T38" fmla="*/ 72 w 120"/>
                <ns1:gd name="T39" fmla="*/ 108 h 120"/>
                <ns1:gd name="T40" fmla="*/ 60 w 120"/>
                <ns1:gd name="T41" fmla="*/ 120 h 120"/>
                <ns1:gd name="T42" fmla="*/ 12 w 120"/>
                <ns1:gd name="T43" fmla="*/ 56 h 120"/>
                <ns1:gd name="T44" fmla="*/ 8 w 120"/>
                <ns1:gd name="T45" fmla="*/ 60 h 120"/>
                <ns1:gd name="T46" fmla="*/ 12 w 120"/>
                <ns1:gd name="T47" fmla="*/ 64 h 120"/>
                <ns1:gd name="T48" fmla="*/ 17 w 120"/>
                <ns1:gd name="T49" fmla="*/ 64 h 120"/>
                <ns1:gd name="T50" fmla="*/ 21 w 120"/>
                <ns1:gd name="T51" fmla="*/ 67 h 120"/>
                <ns1:gd name="T52" fmla="*/ 53 w 120"/>
                <ns1:gd name="T53" fmla="*/ 99 h 120"/>
                <ns1:gd name="T54" fmla="*/ 56 w 120"/>
                <ns1:gd name="T55" fmla="*/ 103 h 120"/>
                <ns1:gd name="T56" fmla="*/ 56 w 120"/>
                <ns1:gd name="T57" fmla="*/ 108 h 120"/>
                <ns1:gd name="T58" fmla="*/ 60 w 120"/>
                <ns1:gd name="T59" fmla="*/ 112 h 120"/>
                <ns1:gd name="T60" fmla="*/ 64 w 120"/>
                <ns1:gd name="T61" fmla="*/ 108 h 120"/>
                <ns1:gd name="T62" fmla="*/ 64 w 120"/>
                <ns1:gd name="T63" fmla="*/ 103 h 120"/>
                <ns1:gd name="T64" fmla="*/ 67 w 120"/>
                <ns1:gd name="T65" fmla="*/ 99 h 120"/>
                <ns1:gd name="T66" fmla="*/ 99 w 120"/>
                <ns1:gd name="T67" fmla="*/ 67 h 120"/>
                <ns1:gd name="T68" fmla="*/ 103 w 120"/>
                <ns1:gd name="T69" fmla="*/ 64 h 120"/>
                <ns1:gd name="T70" fmla="*/ 108 w 120"/>
                <ns1:gd name="T71" fmla="*/ 64 h 120"/>
                <ns1:gd name="T72" fmla="*/ 112 w 120"/>
                <ns1:gd name="T73" fmla="*/ 60 h 120"/>
                <ns1:gd name="T74" fmla="*/ 108 w 120"/>
                <ns1:gd name="T75" fmla="*/ 56 h 120"/>
                <ns1:gd name="T76" fmla="*/ 103 w 120"/>
                <ns1:gd name="T77" fmla="*/ 56 h 120"/>
                <ns1:gd name="T78" fmla="*/ 99 w 120"/>
                <ns1:gd name="T79" fmla="*/ 53 h 120"/>
                <ns1:gd name="T80" fmla="*/ 67 w 120"/>
                <ns1:gd name="T81" fmla="*/ 21 h 120"/>
                <ns1:gd name="T82" fmla="*/ 64 w 120"/>
                <ns1:gd name="T83" fmla="*/ 17 h 120"/>
                <ns1:gd name="T84" fmla="*/ 64 w 120"/>
                <ns1:gd name="T85" fmla="*/ 12 h 120"/>
                <ns1:gd name="T86" fmla="*/ 60 w 120"/>
                <ns1:gd name="T87" fmla="*/ 8 h 120"/>
                <ns1:gd name="T88" fmla="*/ 56 w 120"/>
                <ns1:gd name="T89" fmla="*/ 12 h 120"/>
                <ns1:gd name="T90" fmla="*/ 56 w 120"/>
                <ns1:gd name="T91" fmla="*/ 17 h 120"/>
                <ns1:gd name="T92" fmla="*/ 53 w 120"/>
                <ns1:gd name="T93" fmla="*/ 21 h 120"/>
                <ns1:gd name="T94" fmla="*/ 21 w 120"/>
                <ns1:gd name="T95" fmla="*/ 53 h 120"/>
                <ns1:gd name="T96" fmla="*/ 17 w 120"/>
                <ns1:gd name="T97" fmla="*/ 56 h 120"/>
                <ns1:gd name="T98" fmla="*/ 12 w 120"/>
                <ns1:gd name="T99" fmla="*/ 56 h 120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  <ns1:cxn ang="0">
                  <ns1:pos x="T30" y="T31"/>
                </ns1:cxn>
                <ns1:cxn ang="0">
                  <ns1:pos x="T32" y="T33"/>
                </ns1:cxn>
                <ns1:cxn ang="0">
                  <ns1:pos x="T34" y="T35"/>
                </ns1:cxn>
                <ns1:cxn ang="0">
                  <ns1:pos x="T36" y="T37"/>
                </ns1:cxn>
                <ns1:cxn ang="0">
                  <ns1:pos x="T38" y="T39"/>
                </ns1:cxn>
                <ns1:cxn ang="0">
                  <ns1:pos x="T40" y="T41"/>
                </ns1:cxn>
                <ns1:cxn ang="0">
                  <ns1:pos x="T42" y="T43"/>
                </ns1:cxn>
                <ns1:cxn ang="0">
                  <ns1:pos x="T44" y="T45"/>
                </ns1:cxn>
                <ns1:cxn ang="0">
                  <ns1:pos x="T46" y="T47"/>
                </ns1:cxn>
                <ns1:cxn ang="0">
                  <ns1:pos x="T48" y="T49"/>
                </ns1:cxn>
                <ns1:cxn ang="0">
                  <ns1:pos x="T50" y="T51"/>
                </ns1:cxn>
                <ns1:cxn ang="0">
                  <ns1:pos x="T52" y="T53"/>
                </ns1:cxn>
                <ns1:cxn ang="0">
                  <ns1:pos x="T54" y="T55"/>
                </ns1:cxn>
                <ns1:cxn ang="0">
                  <ns1:pos x="T56" y="T57"/>
                </ns1:cxn>
                <ns1:cxn ang="0">
                  <ns1:pos x="T58" y="T59"/>
                </ns1:cxn>
                <ns1:cxn ang="0">
                  <ns1:pos x="T60" y="T61"/>
                </ns1:cxn>
                <ns1:cxn ang="0">
                  <ns1:pos x="T62" y="T63"/>
                </ns1:cxn>
                <ns1:cxn ang="0">
                  <ns1:pos x="T64" y="T65"/>
                </ns1:cxn>
                <ns1:cxn ang="0">
                  <ns1:pos x="T66" y="T67"/>
                </ns1:cxn>
                <ns1:cxn ang="0">
                  <ns1:pos x="T68" y="T69"/>
                </ns1:cxn>
                <ns1:cxn ang="0">
                  <ns1:pos x="T70" y="T71"/>
                </ns1:cxn>
                <ns1:cxn ang="0">
                  <ns1:pos x="T72" y="T73"/>
                </ns1:cxn>
                <ns1:cxn ang="0">
                  <ns1:pos x="T74" y="T75"/>
                </ns1:cxn>
                <ns1:cxn ang="0">
                  <ns1:pos x="T76" y="T77"/>
                </ns1:cxn>
                <ns1:cxn ang="0">
                  <ns1:pos x="T78" y="T79"/>
                </ns1:cxn>
                <ns1:cxn ang="0">
                  <ns1:pos x="T80" y="T81"/>
                </ns1:cxn>
                <ns1:cxn ang="0">
                  <ns1:pos x="T82" y="T83"/>
                </ns1:cxn>
                <ns1:cxn ang="0">
                  <ns1:pos x="T84" y="T85"/>
                </ns1:cxn>
                <ns1:cxn ang="0">
                  <ns1:pos x="T86" y="T87"/>
                </ns1:cxn>
                <ns1:cxn ang="0">
                  <ns1:pos x="T88" y="T89"/>
                </ns1:cxn>
                <ns1:cxn ang="0">
                  <ns1:pos x="T90" y="T91"/>
                </ns1:cxn>
                <ns1:cxn ang="0">
                  <ns1:pos x="T92" y="T93"/>
                </ns1:cxn>
                <ns1:cxn ang="0">
                  <ns1:pos x="T94" y="T95"/>
                </ns1:cxn>
                <ns1:cxn ang="0">
                  <ns1:pos x="T96" y="T97"/>
                </ns1:cxn>
                <ns1:cxn ang="0">
                  <ns1:pos x="T98" y="T99"/>
                </ns1:cxn>
              </ns1:cxnLst>
              <ns1:rect l="0" t="0" r="r" b="b"/>
              <ns1:pathLst>
                <ns1:path w="120" h="120">
                  <ns1:moveTo>
                    <ns1:pt x="60" y="120"/>
                  </ns1:moveTo>
                  <ns1:cubicBezTo>
                    <ns1:pt x="53" y="120"/>
                    <ns1:pt x="48" y="115"/>
                    <ns1:pt x="48" y="108"/>
                  </ns1:cubicBezTo>
                  <ns1:cubicBezTo>
                    <ns1:pt x="48" y="106"/>
                    <ns1:pt x="48" y="106"/>
                    <ns1:pt x="48" y="106"/>
                  </ns1:cubicBezTo>
                  <ns1:cubicBezTo>
                    <ns1:pt x="31" y="102"/>
                    <ns1:pt x="18" y="89"/>
                    <ns1:pt x="14" y="72"/>
                  </ns1:cubicBezTo>
                  <ns1:cubicBezTo>
                    <ns1:pt x="12" y="72"/>
                    <ns1:pt x="12" y="72"/>
                    <ns1:pt x="12" y="72"/>
                  </ns1:cubicBezTo>
                  <ns1:cubicBezTo>
                    <ns1:pt x="5" y="72"/>
                    <ns1:pt x="0" y="67"/>
                    <ns1:pt x="0" y="60"/>
                  </ns1:cubicBezTo>
                  <ns1:cubicBezTo>
                    <ns1:pt x="0" y="53"/>
                    <ns1:pt x="5" y="48"/>
                    <ns1:pt x="12" y="48"/>
                  </ns1:cubicBezTo>
                  <ns1:cubicBezTo>
                    <ns1:pt x="14" y="48"/>
                    <ns1:pt x="14" y="48"/>
                    <ns1:pt x="14" y="48"/>
                  </ns1:cubicBezTo>
                  <ns1:cubicBezTo>
                    <ns1:pt x="18" y="31"/>
                    <ns1:pt x="31" y="18"/>
                    <ns1:pt x="48" y="14"/>
                  </ns1:cubicBezTo>
                  <ns1:cubicBezTo>
                    <ns1:pt x="48" y="12"/>
                    <ns1:pt x="48" y="12"/>
                    <ns1:pt x="48" y="12"/>
                  </ns1:cubicBezTo>
                  <ns1:cubicBezTo>
                    <ns1:pt x="48" y="5"/>
                    <ns1:pt x="53" y="0"/>
                    <ns1:pt x="60" y="0"/>
                  </ns1:cubicBezTo>
                  <ns1:cubicBezTo>
                    <ns1:pt x="67" y="0"/>
                    <ns1:pt x="72" y="5"/>
                    <ns1:pt x="72" y="12"/>
                  </ns1:cubicBezTo>
                  <ns1:cubicBezTo>
                    <ns1:pt x="72" y="14"/>
                    <ns1:pt x="72" y="14"/>
                    <ns1:pt x="72" y="14"/>
                  </ns1:cubicBezTo>
                  <ns1:cubicBezTo>
                    <ns1:pt x="89" y="18"/>
                    <ns1:pt x="102" y="31"/>
                    <ns1:pt x="106" y="48"/>
                  </ns1:cubicBezTo>
                  <ns1:cubicBezTo>
                    <ns1:pt x="108" y="48"/>
                    <ns1:pt x="108" y="48"/>
                    <ns1:pt x="108" y="48"/>
                  </ns1:cubicBezTo>
                  <ns1:cubicBezTo>
                    <ns1:pt x="115" y="48"/>
                    <ns1:pt x="120" y="53"/>
                    <ns1:pt x="120" y="60"/>
                  </ns1:cubicBezTo>
                  <ns1:cubicBezTo>
                    <ns1:pt x="120" y="67"/>
                    <ns1:pt x="115" y="72"/>
                    <ns1:pt x="108" y="72"/>
                  </ns1:cubicBezTo>
                  <ns1:cubicBezTo>
                    <ns1:pt x="106" y="72"/>
                    <ns1:pt x="106" y="72"/>
                    <ns1:pt x="106" y="72"/>
                  </ns1:cubicBezTo>
                  <ns1:cubicBezTo>
                    <ns1:pt x="102" y="89"/>
                    <ns1:pt x="89" y="102"/>
                    <ns1:pt x="72" y="106"/>
                  </ns1:cubicBezTo>
                  <ns1:cubicBezTo>
                    <ns1:pt x="72" y="108"/>
                    <ns1:pt x="72" y="108"/>
                    <ns1:pt x="72" y="108"/>
                  </ns1:cubicBezTo>
                  <ns1:cubicBezTo>
                    <ns1:pt x="72" y="115"/>
                    <ns1:pt x="67" y="120"/>
                    <ns1:pt x="60" y="120"/>
                  </ns1:cubicBezTo>
                  <ns1:close/>
                  <ns1:moveTo>
                    <ns1:pt x="12" y="56"/>
                  </ns1:moveTo>
                  <ns1:cubicBezTo>
                    <ns1:pt x="10" y="56"/>
                    <ns1:pt x="8" y="58"/>
                    <ns1:pt x="8" y="60"/>
                  </ns1:cubicBezTo>
                  <ns1:cubicBezTo>
                    <ns1:pt x="8" y="62"/>
                    <ns1:pt x="10" y="64"/>
                    <ns1:pt x="12" y="64"/>
                  </ns1:cubicBezTo>
                  <ns1:cubicBezTo>
                    <ns1:pt x="17" y="64"/>
                    <ns1:pt x="17" y="64"/>
                    <ns1:pt x="17" y="64"/>
                  </ns1:cubicBezTo>
                  <ns1:cubicBezTo>
                    <ns1:pt x="19" y="64"/>
                    <ns1:pt x="20" y="65"/>
                    <ns1:pt x="21" y="67"/>
                  </ns1:cubicBezTo>
                  <ns1:cubicBezTo>
                    <ns1:pt x="24" y="83"/>
                    <ns1:pt x="37" y="96"/>
                    <ns1:pt x="53" y="99"/>
                  </ns1:cubicBezTo>
                  <ns1:cubicBezTo>
                    <ns1:pt x="55" y="100"/>
                    <ns1:pt x="56" y="101"/>
                    <ns1:pt x="56" y="103"/>
                  </ns1:cubicBezTo>
                  <ns1:cubicBezTo>
                    <ns1:pt x="56" y="108"/>
                    <ns1:pt x="56" y="108"/>
                    <ns1:pt x="56" y="108"/>
                  </ns1:cubicBezTo>
                  <ns1:cubicBezTo>
                    <ns1:pt x="56" y="110"/>
                    <ns1:pt x="58" y="112"/>
                    <ns1:pt x="60" y="112"/>
                  </ns1:cubicBezTo>
                  <ns1:cubicBezTo>
                    <ns1:pt x="62" y="112"/>
                    <ns1:pt x="64" y="110"/>
                    <ns1:pt x="64" y="108"/>
                  </ns1:cubicBezTo>
                  <ns1:cubicBezTo>
                    <ns1:pt x="64" y="103"/>
                    <ns1:pt x="64" y="103"/>
                    <ns1:pt x="64" y="103"/>
                  </ns1:cubicBezTo>
                  <ns1:cubicBezTo>
                    <ns1:pt x="64" y="101"/>
                    <ns1:pt x="65" y="100"/>
                    <ns1:pt x="67" y="99"/>
                  </ns1:cubicBezTo>
                  <ns1:cubicBezTo>
                    <ns1:pt x="83" y="96"/>
                    <ns1:pt x="96" y="83"/>
                    <ns1:pt x="99" y="67"/>
                  </ns1:cubicBezTo>
                  <ns1:cubicBezTo>
                    <ns1:pt x="100" y="65"/>
                    <ns1:pt x="101" y="64"/>
                    <ns1:pt x="103" y="64"/>
                  </ns1:cubicBezTo>
                  <ns1:cubicBezTo>
                    <ns1:pt x="108" y="64"/>
                    <ns1:pt x="108" y="64"/>
                    <ns1:pt x="108" y="64"/>
                  </ns1:cubicBezTo>
                  <ns1:cubicBezTo>
                    <ns1:pt x="110" y="64"/>
                    <ns1:pt x="112" y="62"/>
                    <ns1:pt x="112" y="60"/>
                  </ns1:cubicBezTo>
                  <ns1:cubicBezTo>
                    <ns1:pt x="112" y="58"/>
                    <ns1:pt x="110" y="56"/>
                    <ns1:pt x="108" y="56"/>
                  </ns1:cubicBezTo>
                  <ns1:cubicBezTo>
                    <ns1:pt x="103" y="56"/>
                    <ns1:pt x="103" y="56"/>
                    <ns1:pt x="103" y="56"/>
                  </ns1:cubicBezTo>
                  <ns1:cubicBezTo>
                    <ns1:pt x="101" y="56"/>
                    <ns1:pt x="100" y="55"/>
                    <ns1:pt x="99" y="53"/>
                  </ns1:cubicBezTo>
                  <ns1:cubicBezTo>
                    <ns1:pt x="96" y="37"/>
                    <ns1:pt x="83" y="24"/>
                    <ns1:pt x="67" y="21"/>
                  </ns1:cubicBezTo>
                  <ns1:cubicBezTo>
                    <ns1:pt x="65" y="20"/>
                    <ns1:pt x="64" y="19"/>
                    <ns1:pt x="64" y="17"/>
                  </ns1:cubicBezTo>
                  <ns1:cubicBezTo>
                    <ns1:pt x="64" y="12"/>
                    <ns1:pt x="64" y="12"/>
                    <ns1:pt x="64" y="12"/>
                  </ns1:cubicBezTo>
                  <ns1:cubicBezTo>
                    <ns1:pt x="64" y="10"/>
                    <ns1:pt x="62" y="8"/>
                    <ns1:pt x="60" y="8"/>
                  </ns1:cubicBezTo>
                  <ns1:cubicBezTo>
                    <ns1:pt x="58" y="8"/>
                    <ns1:pt x="56" y="10"/>
                    <ns1:pt x="56" y="12"/>
                  </ns1:cubicBezTo>
                  <ns1:cubicBezTo>
                    <ns1:pt x="56" y="17"/>
                    <ns1:pt x="56" y="17"/>
                    <ns1:pt x="56" y="17"/>
                  </ns1:cubicBezTo>
                  <ns1:cubicBezTo>
                    <ns1:pt x="56" y="19"/>
                    <ns1:pt x="55" y="20"/>
                    <ns1:pt x="53" y="21"/>
                  </ns1:cubicBezTo>
                  <ns1:cubicBezTo>
                    <ns1:pt x="37" y="24"/>
                    <ns1:pt x="24" y="37"/>
                    <ns1:pt x="21" y="53"/>
                  </ns1:cubicBezTo>
                  <ns1:cubicBezTo>
                    <ns1:pt x="20" y="55"/>
                    <ns1:pt x="19" y="56"/>
                    <ns1:pt x="17" y="56"/>
                  </ns1:cubicBezTo>
                  <ns1:lnTo>
                    <ns1:pt x="12" y="56"/>
                  </ns1:ln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100" name="Freeform 71"/>
            <ns0:cNvSpPr>
              <ns1:spLocks noEditPoints="1"/>
            </ns0:cNvSpPr>
            <ns0:nvPr/>
          </ns0:nvSpPr>
          <ns0:spPr bwMode="auto">
            <ns1:xfrm>
              <ns1:off x="6361114" y="2338388"/>
              <ns1:ext cx="117475" cy="117475"/>
            </ns1:xfrm>
            <ns1:custGeom>
              <ns1:avLst/>
              <ns1:gdLst>
                <ns1:gd name="T0" fmla="*/ 22 w 44"/>
                <ns1:gd name="T1" fmla="*/ 44 h 44"/>
                <ns1:gd name="T2" fmla="*/ 0 w 44"/>
                <ns1:gd name="T3" fmla="*/ 22 h 44"/>
                <ns1:gd name="T4" fmla="*/ 22 w 44"/>
                <ns1:gd name="T5" fmla="*/ 0 h 44"/>
                <ns1:gd name="T6" fmla="*/ 44 w 44"/>
                <ns1:gd name="T7" fmla="*/ 22 h 44"/>
                <ns1:gd name="T8" fmla="*/ 22 w 44"/>
                <ns1:gd name="T9" fmla="*/ 44 h 44"/>
                <ns1:gd name="T10" fmla="*/ 22 w 44"/>
                <ns1:gd name="T11" fmla="*/ 4 h 44"/>
                <ns1:gd name="T12" fmla="*/ 4 w 44"/>
                <ns1:gd name="T13" fmla="*/ 22 h 44"/>
                <ns1:gd name="T14" fmla="*/ 22 w 44"/>
                <ns1:gd name="T15" fmla="*/ 40 h 44"/>
                <ns1:gd name="T16" fmla="*/ 40 w 44"/>
                <ns1:gd name="T17" fmla="*/ 22 h 44"/>
                <ns1:gd name="T18" fmla="*/ 22 w 44"/>
                <ns1:gd name="T19" fmla="*/ 4 h 44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</ns1:cxnLst>
              <ns1:rect l="0" t="0" r="r" b="b"/>
              <ns1:pathLst>
                <ns1:path w="44" h="44">
                  <ns1:moveTo>
                    <ns1:pt x="22" y="44"/>
                  </ns1:moveTo>
                  <ns1:cubicBezTo>
                    <ns1:pt x="10" y="44"/>
                    <ns1:pt x="0" y="34"/>
                    <ns1:pt x="0" y="22"/>
                  </ns1:cubicBezTo>
                  <ns1:cubicBezTo>
                    <ns1:pt x="0" y="10"/>
                    <ns1:pt x="10" y="0"/>
                    <ns1:pt x="22" y="0"/>
                  </ns1:cubicBezTo>
                  <ns1:cubicBezTo>
                    <ns1:pt x="34" y="0"/>
                    <ns1:pt x="44" y="10"/>
                    <ns1:pt x="44" y="22"/>
                  </ns1:cubicBezTo>
                  <ns1:cubicBezTo>
                    <ns1:pt x="44" y="34"/>
                    <ns1:pt x="34" y="44"/>
                    <ns1:pt x="22" y="44"/>
                  </ns1:cubicBezTo>
                  <ns1:close/>
                  <ns1:moveTo>
                    <ns1:pt x="22" y="4"/>
                  </ns1:moveTo>
                  <ns1:cubicBezTo>
                    <ns1:pt x="12" y="4"/>
                    <ns1:pt x="4" y="12"/>
                    <ns1:pt x="4" y="22"/>
                  </ns1:cubicBezTo>
                  <ns1:cubicBezTo>
                    <ns1:pt x="4" y="32"/>
                    <ns1:pt x="12" y="40"/>
                    <ns1:pt x="22" y="40"/>
                  </ns1:cubicBezTo>
                  <ns1:cubicBezTo>
                    <ns1:pt x="32" y="40"/>
                    <ns1:pt x="40" y="32"/>
                    <ns1:pt x="40" y="22"/>
                  </ns1:cubicBezTo>
                  <ns1:cubicBezTo>
                    <ns1:pt x="40" y="12"/>
                    <ns1:pt x="32" y="4"/>
                    <ns1:pt x="22" y="4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</ns0:grpSp>
      <ns0:sp>
        <ns0:nvSpPr>
          <ns0:cNvPr id="101" name="Freeform 7"/>
          <ns0:cNvSpPr>
            <ns1:spLocks/>
          </ns0:cNvSpPr>
          <ns0:nvPr/>
        </ns0:nvSpPr>
        <ns0:spPr bwMode="auto">
          <ns1:xfrm>
            <ns1:off x="11133381" y="3697276"/>
            <ns1:ext cx="474011" cy="463818"/>
          </ns1:xfrm>
          <ns1:custGeom>
            <ns1:avLst/>
            <ns1:gdLst>
              <ns1:gd name="T0" fmla="*/ 104 w 196"/>
              <ns1:gd name="T1" fmla="*/ 174 h 190"/>
              <ns1:gd name="T2" fmla="*/ 102 w 196"/>
              <ns1:gd name="T3" fmla="*/ 162 h 190"/>
              <ns1:gd name="T4" fmla="*/ 82 w 196"/>
              <ns1:gd name="T5" fmla="*/ 144 h 190"/>
              <ns1:gd name="T6" fmla="*/ 99 w 196"/>
              <ns1:gd name="T7" fmla="*/ 110 h 190"/>
              <ns1:gd name="T8" fmla="*/ 132 w 196"/>
              <ns1:gd name="T9" fmla="*/ 127 h 190"/>
              <ns1:gd name="T10" fmla="*/ 126 w 196"/>
              <ns1:gd name="T11" fmla="*/ 154 h 190"/>
              <ns1:gd name="T12" fmla="*/ 131 w 196"/>
              <ns1:gd name="T13" fmla="*/ 162 h 190"/>
              <ns1:gd name="T14" fmla="*/ 153 w 196"/>
              <ns1:gd name="T15" fmla="*/ 151 h 190"/>
              <ns1:gd name="T16" fmla="*/ 158 w 196"/>
              <ns1:gd name="T17" fmla="*/ 141 h 190"/>
              <ns1:gd name="T18" fmla="*/ 143 w 196"/>
              <ns1:gd name="T19" fmla="*/ 106 h 190"/>
              <ns1:gd name="T20" fmla="*/ 148 w 196"/>
              <ns1:gd name="T21" fmla="*/ 102 h 190"/>
              <ns1:gd name="T22" fmla="*/ 175 w 196"/>
              <ns1:gd name="T23" fmla="*/ 109 h 190"/>
              <ns1:gd name="T24" fmla="*/ 192 w 196"/>
              <ns1:gd name="T25" fmla="*/ 75 h 190"/>
              <ns1:gd name="T26" fmla="*/ 158 w 196"/>
              <ns1:gd name="T27" fmla="*/ 58 h 190"/>
              <ns1:gd name="T28" fmla="*/ 140 w 196"/>
              <ns1:gd name="T29" fmla="*/ 79 h 190"/>
              <ns1:gd name="T30" fmla="*/ 133 w 196"/>
              <ns1:gd name="T31" fmla="*/ 80 h 190"/>
              <ns1:gd name="T32" fmla="*/ 125 w 196"/>
              <ns1:gd name="T33" fmla="*/ 40 h 190"/>
              <ns1:gd name="T34" fmla="*/ 115 w 196"/>
              <ns1:gd name="T35" fmla="*/ 35 h 190"/>
              <ns1:gd name="T36" fmla="*/ 74 w 196"/>
              <ns1:gd name="T37" fmla="*/ 53 h 190"/>
              <ns1:gd name="T38" fmla="*/ 71 w 196"/>
              <ns1:gd name="T39" fmla="*/ 49 h 190"/>
              <ns1:gd name="T40" fmla="*/ 78 w 196"/>
              <ns1:gd name="T41" fmla="*/ 22 h 190"/>
              <ns1:gd name="T42" fmla="*/ 44 w 196"/>
              <ns1:gd name="T43" fmla="*/ 5 h 190"/>
              <ns1:gd name="T44" fmla="*/ 27 w 196"/>
              <ns1:gd name="T45" fmla="*/ 38 h 190"/>
              <ns1:gd name="T46" fmla="*/ 48 w 196"/>
              <ns1:gd name="T47" fmla="*/ 56 h 190"/>
              <ns1:gd name="T48" fmla="*/ 49 w 196"/>
              <ns1:gd name="T49" fmla="*/ 62 h 190"/>
              <ns1:gd name="T50" fmla="*/ 6 w 196"/>
              <ns1:gd name="T51" fmla="*/ 71 h 190"/>
              <ns1:gd name="T52" fmla="*/ 1 w 196"/>
              <ns1:gd name="T53" fmla="*/ 81 h 190"/>
              <ns1:gd name="T54" fmla="*/ 10 w 196"/>
              <ns1:gd name="T55" fmla="*/ 123 h 190"/>
              <ns1:gd name="T56" fmla="*/ 19 w 196"/>
              <ns1:gd name="T57" fmla="*/ 121 h 190"/>
              <ns1:gd name="T58" fmla="*/ 37 w 196"/>
              <ns1:gd name="T59" fmla="*/ 101 h 190"/>
              <ns1:gd name="T60" fmla="*/ 71 w 196"/>
              <ns1:gd name="T61" fmla="*/ 118 h 190"/>
              <ns1:gd name="T62" fmla="*/ 54 w 196"/>
              <ns1:gd name="T63" fmla="*/ 152 h 190"/>
              <ns1:gd name="T64" fmla="*/ 27 w 196"/>
              <ns1:gd name="T65" fmla="*/ 145 h 190"/>
              <ns1:gd name="T66" fmla="*/ 20 w 196"/>
              <ns1:gd name="T67" fmla="*/ 149 h 190"/>
              <ns1:gd name="T68" fmla="*/ 34 w 196"/>
              <ns1:gd name="T69" fmla="*/ 182 h 190"/>
              <ns1:gd name="T70" fmla="*/ 44 w 196"/>
              <ns1:gd name="T71" fmla="*/ 187 h 190"/>
              <ns1:gd name="T72" fmla="*/ 104 w 196"/>
              <ns1:gd name="T73" fmla="*/ 174 h 190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  <ns1:cxn ang="0">
                <ns1:pos x="T32" y="T33"/>
              </ns1:cxn>
              <ns1:cxn ang="0">
                <ns1:pos x="T34" y="T35"/>
              </ns1:cxn>
              <ns1:cxn ang="0">
                <ns1:pos x="T36" y="T37"/>
              </ns1:cxn>
              <ns1:cxn ang="0">
                <ns1:pos x="T38" y="T39"/>
              </ns1:cxn>
              <ns1:cxn ang="0">
                <ns1:pos x="T40" y="T41"/>
              </ns1:cxn>
              <ns1:cxn ang="0">
                <ns1:pos x="T42" y="T43"/>
              </ns1:cxn>
              <ns1:cxn ang="0">
                <ns1:pos x="T44" y="T45"/>
              </ns1:cxn>
              <ns1:cxn ang="0">
                <ns1:pos x="T46" y="T47"/>
              </ns1:cxn>
              <ns1:cxn ang="0">
                <ns1:pos x="T48" y="T49"/>
              </ns1:cxn>
              <ns1:cxn ang="0">
                <ns1:pos x="T50" y="T51"/>
              </ns1:cxn>
              <ns1:cxn ang="0">
                <ns1:pos x="T52" y="T53"/>
              </ns1:cxn>
              <ns1:cxn ang="0">
                <ns1:pos x="T54" y="T55"/>
              </ns1:cxn>
              <ns1:cxn ang="0">
                <ns1:pos x="T56" y="T57"/>
              </ns1:cxn>
              <ns1:cxn ang="0">
                <ns1:pos x="T58" y="T59"/>
              </ns1:cxn>
              <ns1:cxn ang="0">
                <ns1:pos x="T60" y="T61"/>
              </ns1:cxn>
              <ns1:cxn ang="0">
                <ns1:pos x="T62" y="T63"/>
              </ns1:cxn>
              <ns1:cxn ang="0">
                <ns1:pos x="T64" y="T65"/>
              </ns1:cxn>
              <ns1:cxn ang="0">
                <ns1:pos x="T66" y="T67"/>
              </ns1:cxn>
              <ns1:cxn ang="0">
                <ns1:pos x="T68" y="T69"/>
              </ns1:cxn>
              <ns1:cxn ang="0">
                <ns1:pos x="T70" y="T71"/>
              </ns1:cxn>
              <ns1:cxn ang="0">
                <ns1:pos x="T72" y="T73"/>
              </ns1:cxn>
            </ns1:cxnLst>
            <ns1:rect l="0" t="0" r="r" b="b"/>
            <ns1:pathLst>
              <ns1:path w="196" h="190">
                <ns1:moveTo>
                  <ns1:pt x="104" y="174"/>
                </ns1:moveTo>
                <ns1:cubicBezTo>
                  <ns1:pt x="102" y="162"/>
                  <ns1:pt x="102" y="162"/>
                  <ns1:pt x="102" y="162"/>
                </ns1:cubicBezTo>
                <ns1:cubicBezTo>
                  <ns1:pt x="93" y="160"/>
                  <ns1:pt x="85" y="153"/>
                  <ns1:pt x="82" y="144"/>
                </ns1:cubicBezTo>
                <ns1:cubicBezTo>
                  <ns1:pt x="77" y="130"/>
                  <ns1:pt x="85" y="115"/>
                  <ns1:pt x="99" y="110"/>
                </ns1:cubicBezTo>
                <ns1:cubicBezTo>
                  <ns1:pt x="113" y="106"/>
                  <ns1:pt x="128" y="113"/>
                  <ns1:pt x="132" y="127"/>
                </ns1:cubicBezTo>
                <ns1:cubicBezTo>
                  <ns1:pt x="135" y="137"/>
                  <ns1:pt x="133" y="147"/>
                  <ns1:pt x="126" y="154"/>
                </ns1:cubicBezTo>
                <ns1:cubicBezTo>
                  <ns1:pt x="131" y="162"/>
                  <ns1:pt x="131" y="162"/>
                  <ns1:pt x="131" y="162"/>
                </ns1:cubicBezTo>
                <ns1:cubicBezTo>
                  <ns1:pt x="144" y="156"/>
                  <ns1:pt x="153" y="151"/>
                  <ns1:pt x="153" y="151"/>
                </ns1:cubicBezTo>
                <ns1:cubicBezTo>
                  <ns1:pt x="157" y="150"/>
                  <ns1:pt x="159" y="145"/>
                  <ns1:pt x="158" y="141"/>
                </ns1:cubicBezTo>
                <ns1:cubicBezTo>
                  <ns1:pt x="158" y="141"/>
                  <ns1:pt x="151" y="125"/>
                  <ns1:pt x="143" y="106"/>
                </ns1:cubicBezTo>
                <ns1:cubicBezTo>
                  <ns1:pt x="148" y="102"/>
                  <ns1:pt x="148" y="102"/>
                  <ns1:pt x="148" y="102"/>
                </ns1:cubicBezTo>
                <ns1:cubicBezTo>
                  <ns1:pt x="154" y="109"/>
                  <ns1:pt x="165" y="112"/>
                  <ns1:pt x="175" y="109"/>
                </ns1:cubicBezTo>
                <ns1:cubicBezTo>
                  <ns1:pt x="189" y="104"/>
                  <ns1:pt x="196" y="89"/>
                  <ns1:pt x="192" y="75"/>
                </ns1:cubicBezTo>
                <ns1:cubicBezTo>
                  <ns1:pt x="187" y="61"/>
                  <ns1:pt x="172" y="54"/>
                  <ns1:pt x="158" y="58"/>
                </ns1:cubicBezTo>
                <ns1:cubicBezTo>
                  <ns1:pt x="148" y="61"/>
                  <ns1:pt x="142" y="70"/>
                  <ns1:pt x="140" y="79"/>
                </ns1:cubicBezTo>
                <ns1:cubicBezTo>
                  <ns1:pt x="133" y="80"/>
                  <ns1:pt x="133" y="80"/>
                  <ns1:pt x="133" y="80"/>
                </ns1:cubicBezTo>
                <ns1:cubicBezTo>
                  <ns1:pt x="129" y="65"/>
                  <ns1:pt x="125" y="50"/>
                  <ns1:pt x="125" y="40"/>
                </ns1:cubicBezTo>
                <ns1:cubicBezTo>
                  <ns1:pt x="121" y="37"/>
                  <ns1:pt x="119" y="34"/>
                  <ns1:pt x="115" y="35"/>
                </ns1:cubicBezTo>
                <ns1:cubicBezTo>
                  <ns1:pt x="115" y="35"/>
                  <ns1:pt x="96" y="44"/>
                  <ns1:pt x="74" y="53"/>
                </ns1:cubicBezTo>
                <ns1:cubicBezTo>
                  <ns1:pt x="71" y="49"/>
                  <ns1:pt x="71" y="49"/>
                  <ns1:pt x="71" y="49"/>
                </ns1:cubicBezTo>
                <ns1:cubicBezTo>
                  <ns1:pt x="78" y="42"/>
                  <ns1:pt x="81" y="32"/>
                  <ns1:pt x="78" y="22"/>
                </ns1:cubicBezTo>
                <ns1:cubicBezTo>
                  <ns1:pt x="73" y="8"/>
                  <ns1:pt x="58" y="0"/>
                  <ns1:pt x="44" y="5"/>
                </ns1:cubicBezTo>
                <ns1:cubicBezTo>
                  <ns1:pt x="30" y="9"/>
                  <ns1:pt x="23" y="24"/>
                  <ns1:pt x="27" y="38"/>
                </ns1:cubicBezTo>
                <ns1:cubicBezTo>
                  <ns1:pt x="31" y="48"/>
                  <ns1:pt x="39" y="54"/>
                  <ns1:pt x="48" y="56"/>
                </ns1:cubicBezTo>
                <ns1:cubicBezTo>
                  <ns1:pt x="49" y="62"/>
                  <ns1:pt x="49" y="62"/>
                  <ns1:pt x="49" y="62"/>
                </ns1:cubicBezTo>
                <ns1:cubicBezTo>
                  <ns1:pt x="31" y="68"/>
                  <ns1:pt x="14" y="73"/>
                  <ns1:pt x="6" y="71"/>
                </ns1:cubicBezTo>
                <ns1:cubicBezTo>
                  <ns1:pt x="2" y="74"/>
                  <ns1:pt x="0" y="77"/>
                  <ns1:pt x="1" y="81"/>
                </ns1:cubicBezTo>
                <ns1:cubicBezTo>
                  <ns1:pt x="0" y="90"/>
                  <ns1:pt x="5" y="106"/>
                  <ns1:pt x="10" y="123"/>
                </ns1:cubicBezTo>
                <ns1:cubicBezTo>
                  <ns1:pt x="19" y="121"/>
                  <ns1:pt x="19" y="121"/>
                  <ns1:pt x="19" y="121"/>
                </ns1:cubicBezTo>
                <ns1:cubicBezTo>
                  <ns1:pt x="21" y="112"/>
                  <ns1:pt x="28" y="104"/>
                  <ns1:pt x="37" y="101"/>
                </ns1:cubicBezTo>
                <ns1:cubicBezTo>
                  <ns1:pt x="51" y="96"/>
                  <ns1:pt x="66" y="104"/>
                  <ns1:pt x="71" y="118"/>
                </ns1:cubicBezTo>
                <ns1:cubicBezTo>
                  <ns1:pt x="75" y="132"/>
                  <ns1:pt x="68" y="147"/>
                  <ns1:pt x="54" y="152"/>
                </ns1:cubicBezTo>
                <ns1:cubicBezTo>
                  <ns1:pt x="44" y="155"/>
                  <ns1:pt x="34" y="152"/>
                  <ns1:pt x="27" y="145"/>
                </ns1:cubicBezTo>
                <ns1:cubicBezTo>
                  <ns1:pt x="20" y="149"/>
                  <ns1:pt x="20" y="149"/>
                  <ns1:pt x="20" y="149"/>
                </ns1:cubicBezTo>
                <ns1:cubicBezTo>
                  <ns1:pt x="28" y="168"/>
                  <ns1:pt x="34" y="182"/>
                  <ns1:pt x="34" y="182"/>
                </ns1:cubicBezTo>
                <ns1:cubicBezTo>
                  <ns1:pt x="36" y="186"/>
                  <ns1:pt x="36" y="186"/>
                  <ns1:pt x="44" y="187"/>
                </ns1:cubicBezTo>
                <ns1:cubicBezTo>
                  <ns1:pt x="57" y="190"/>
                  <ns1:pt x="81" y="183"/>
                  <ns1:pt x="104" y="174"/>
                </ns1:cubicBezTo>
                <ns1:close/>
              </ns1:path>
            </ns1:pathLst>
          </ns1:custGeom>
          <ns1:solidFill>
            <ns1:schemeClr val="tx1"/>
          </ns1:solidFill>
          <ns1:ln>
            <ns1:noFill/>
          </ns1:ln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id-ID" sz="2700"/>
          </ns1:p>
        </ns0:txBody>
      </ns0:sp>
      <ns0:grpSp>
        <ns0:nvGrpSpPr>
          <ns0:cNvPr id="102" name="Group 101"/>
          <ns0:cNvGrpSpPr/>
          <ns0:nvPr/>
        </ns0:nvGrpSpPr>
        <ns0:grpSpPr>
          <ns1:xfrm>
            <ns1:off x="8257277" y="2913816"/>
            <ns1:ext cx="377825" cy="314326"/>
            <ns1:chOff x="11266488" y="4143375"/>
            <ns1:chExt cx="377825" cy="314326"/>
          </ns1:xfrm>
          <ns1:solidFill>
            <ns1:schemeClr val="tx1"/>
          </ns1:solidFill>
        </ns0:grpSpPr>
        <ns0:sp>
          <ns0:nvSpPr>
            <ns0:cNvPr id="103" name="Oval 9"/>
            <ns0:cNvSpPr>
              <ns1:spLocks noChangeArrowheads="1"/>
            </ns0:cNvSpPr>
            <ns0:nvPr/>
          </ns0:nvSpPr>
          <ns0:spPr bwMode="auto">
            <ns1:xfrm>
              <ns1:off x="11417301" y="4379913"/>
              <ns1:ext cx="76200" cy="77788"/>
            </ns1:xfrm>
            <ns1:prstGeom prst="ellipse">
              <ns1:avLst/>
            </ns1:pr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104" name="Freeform 10"/>
            <ns0:cNvSpPr>
              <ns1:spLocks/>
            </ns0:cNvSpPr>
            <ns0:nvPr/>
          </ns0:nvSpPr>
          <ns0:spPr bwMode="auto">
            <ns1:xfrm>
              <ns1:off x="11350626" y="4291013"/>
              <ns1:ext cx="209550" cy="77788"/>
            </ns1:xfrm>
            <ns1:custGeom>
              <ns1:avLst/>
              <ns1:gdLst>
                <ns1:gd name="T0" fmla="*/ 50 w 54"/>
                <ns1:gd name="T1" fmla="*/ 20 h 20"/>
                <ns1:gd name="T2" fmla="*/ 46 w 54"/>
                <ns1:gd name="T3" fmla="*/ 18 h 20"/>
                <ns1:gd name="T4" fmla="*/ 27 w 54"/>
                <ns1:gd name="T5" fmla="*/ 8 h 20"/>
                <ns1:gd name="T6" fmla="*/ 8 w 54"/>
                <ns1:gd name="T7" fmla="*/ 18 h 20"/>
                <ns1:gd name="T8" fmla="*/ 2 w 54"/>
                <ns1:gd name="T9" fmla="*/ 19 h 20"/>
                <ns1:gd name="T10" fmla="*/ 1 w 54"/>
                <ns1:gd name="T11" fmla="*/ 13 h 20"/>
                <ns1:gd name="T12" fmla="*/ 27 w 54"/>
                <ns1:gd name="T13" fmla="*/ 0 h 20"/>
                <ns1:gd name="T14" fmla="*/ 53 w 54"/>
                <ns1:gd name="T15" fmla="*/ 13 h 20"/>
                <ns1:gd name="T16" fmla="*/ 52 w 54"/>
                <ns1:gd name="T17" fmla="*/ 19 h 20"/>
                <ns1:gd name="T18" fmla="*/ 50 w 54"/>
                <ns1:gd name="T19" fmla="*/ 20 h 20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</ns1:cxnLst>
              <ns1:rect l="0" t="0" r="r" b="b"/>
              <ns1:pathLst>
                <ns1:path w="54" h="20">
                  <ns1:moveTo>
                    <ns1:pt x="50" y="20"/>
                  </ns1:moveTo>
                  <ns1:cubicBezTo>
                    <ns1:pt x="48" y="20"/>
                    <ns1:pt x="47" y="19"/>
                    <ns1:pt x="46" y="18"/>
                  </ns1:cubicBezTo>
                  <ns1:cubicBezTo>
                    <ns1:pt x="42" y="12"/>
                    <ns1:pt x="35" y="8"/>
                    <ns1:pt x="27" y="8"/>
                  </ns1:cubicBezTo>
                  <ns1:cubicBezTo>
                    <ns1:pt x="19" y="8"/>
                    <ns1:pt x="12" y="12"/>
                    <ns1:pt x="8" y="18"/>
                  </ns1:cubicBezTo>
                  <ns1:cubicBezTo>
                    <ns1:pt x="6" y="20"/>
                    <ns1:pt x="4" y="20"/>
                    <ns1:pt x="2" y="19"/>
                  </ns1:cubicBezTo>
                  <ns1:cubicBezTo>
                    <ns1:pt x="0" y="17"/>
                    <ns1:pt x="0" y="15"/>
                    <ns1:pt x="1" y="13"/>
                  </ns1:cubicBezTo>
                  <ns1:cubicBezTo>
                    <ns1:pt x="7" y="5"/>
                    <ns1:pt x="17" y="0"/>
                    <ns1:pt x="27" y="0"/>
                  </ns1:cubicBezTo>
                  <ns1:cubicBezTo>
                    <ns1:pt x="37" y="0"/>
                    <ns1:pt x="47" y="5"/>
                    <ns1:pt x="53" y="13"/>
                  </ns1:cubicBezTo>
                  <ns1:cubicBezTo>
                    <ns1:pt x="54" y="15"/>
                    <ns1:pt x="54" y="17"/>
                    <ns1:pt x="52" y="19"/>
                  </ns1:cubicBezTo>
                  <ns1:cubicBezTo>
                    <ns1:pt x="51" y="19"/>
                    <ns1:pt x="50" y="20"/>
                    <ns1:pt x="50" y="20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105" name="Freeform 11"/>
            <ns0:cNvSpPr>
              <ns1:spLocks/>
            </ns0:cNvSpPr>
            <ns0:nvPr/>
          </ns0:nvSpPr>
          <ns0:spPr bwMode="auto">
            <ns1:xfrm>
              <ns1:off x="11266488" y="4143375"/>
              <ns1:ext cx="377825" cy="100013"/>
            </ns1:xfrm>
            <ns1:custGeom>
              <ns1:avLst/>
              <ns1:gdLst>
                <ns1:gd name="T0" fmla="*/ 4 w 98"/>
                <ns1:gd name="T1" fmla="*/ 26 h 26"/>
                <ns1:gd name="T2" fmla="*/ 1 w 98"/>
                <ns1:gd name="T3" fmla="*/ 25 h 26"/>
                <ns1:gd name="T4" fmla="*/ 2 w 98"/>
                <ns1:gd name="T5" fmla="*/ 19 h 26"/>
                <ns1:gd name="T6" fmla="*/ 49 w 98"/>
                <ns1:gd name="T7" fmla="*/ 0 h 26"/>
                <ns1:gd name="T8" fmla="*/ 96 w 98"/>
                <ns1:gd name="T9" fmla="*/ 19 h 26"/>
                <ns1:gd name="T10" fmla="*/ 97 w 98"/>
                <ns1:gd name="T11" fmla="*/ 25 h 26"/>
                <ns1:gd name="T12" fmla="*/ 91 w 98"/>
                <ns1:gd name="T13" fmla="*/ 25 h 26"/>
                <ns1:gd name="T14" fmla="*/ 49 w 98"/>
                <ns1:gd name="T15" fmla="*/ 8 h 26"/>
                <ns1:gd name="T16" fmla="*/ 7 w 98"/>
                <ns1:gd name="T17" fmla="*/ 25 h 26"/>
                <ns1:gd name="T18" fmla="*/ 4 w 98"/>
                <ns1:gd name="T19" fmla="*/ 26 h 26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</ns1:cxnLst>
              <ns1:rect l="0" t="0" r="r" b="b"/>
              <ns1:pathLst>
                <ns1:path w="98" h="26">
                  <ns1:moveTo>
                    <ns1:pt x="4" y="26"/>
                  </ns1:moveTo>
                  <ns1:cubicBezTo>
                    <ns1:pt x="3" y="26"/>
                    <ns1:pt x="2" y="25"/>
                    <ns1:pt x="1" y="25"/>
                  </ns1:cubicBezTo>
                  <ns1:cubicBezTo>
                    <ns1:pt x="0" y="23"/>
                    <ns1:pt x="0" y="20"/>
                    <ns1:pt x="2" y="19"/>
                  </ns1:cubicBezTo>
                  <ns1:cubicBezTo>
                    <ns1:pt x="15" y="7"/>
                    <ns1:pt x="31" y="0"/>
                    <ns1:pt x="49" y="0"/>
                  </ns1:cubicBezTo>
                  <ns1:cubicBezTo>
                    <ns1:pt x="67" y="0"/>
                    <ns1:pt x="83" y="7"/>
                    <ns1:pt x="96" y="19"/>
                  </ns1:cubicBezTo>
                  <ns1:cubicBezTo>
                    <ns1:pt x="98" y="20"/>
                    <ns1:pt x="98" y="23"/>
                    <ns1:pt x="97" y="25"/>
                  </ns1:cubicBezTo>
                  <ns1:cubicBezTo>
                    <ns1:pt x="95" y="26"/>
                    <ns1:pt x="93" y="26"/>
                    <ns1:pt x="91" y="25"/>
                  </ns1:cubicBezTo>
                  <ns1:cubicBezTo>
                    <ns1:pt x="79" y="14"/>
                    <ns1:pt x="65" y="8"/>
                    <ns1:pt x="49" y="8"/>
                  </ns1:cubicBezTo>
                  <ns1:cubicBezTo>
                    <ns1:pt x="33" y="8"/>
                    <ns1:pt x="19" y="14"/>
                    <ns1:pt x="7" y="25"/>
                  </ns1:cubicBezTo>
                  <ns1:cubicBezTo>
                    <ns1:pt x="6" y="26"/>
                    <ns1:pt x="5" y="26"/>
                    <ns1:pt x="4" y="26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106" name="Freeform 12"/>
            <ns0:cNvSpPr>
              <ns1:spLocks/>
            </ns0:cNvSpPr>
            <ns0:nvPr/>
          </ns0:nvSpPr>
          <ns0:spPr bwMode="auto">
            <ns1:xfrm>
              <ns1:off x="11307763" y="4216400"/>
              <ns1:ext cx="295275" cy="90488"/>
            </ns1:xfrm>
            <ns1:custGeom>
              <ns1:avLst/>
              <ns1:gdLst>
                <ns1:gd name="T0" fmla="*/ 72 w 76"/>
                <ns1:gd name="T1" fmla="*/ 22 h 23"/>
                <ns1:gd name="T2" fmla="*/ 69 w 76"/>
                <ns1:gd name="T3" fmla="*/ 21 h 23"/>
                <ns1:gd name="T4" fmla="*/ 38 w 76"/>
                <ns1:gd name="T5" fmla="*/ 8 h 23"/>
                <ns1:gd name="T6" fmla="*/ 7 w 76"/>
                <ns1:gd name="T7" fmla="*/ 21 h 23"/>
                <ns1:gd name="T8" fmla="*/ 1 w 76"/>
                <ns1:gd name="T9" fmla="*/ 21 h 23"/>
                <ns1:gd name="T10" fmla="*/ 1 w 76"/>
                <ns1:gd name="T11" fmla="*/ 15 h 23"/>
                <ns1:gd name="T12" fmla="*/ 38 w 76"/>
                <ns1:gd name="T13" fmla="*/ 0 h 23"/>
                <ns1:gd name="T14" fmla="*/ 75 w 76"/>
                <ns1:gd name="T15" fmla="*/ 15 h 23"/>
                <ns1:gd name="T16" fmla="*/ 75 w 76"/>
                <ns1:gd name="T17" fmla="*/ 21 h 23"/>
                <ns1:gd name="T18" fmla="*/ 72 w 76"/>
                <ns1:gd name="T19" fmla="*/ 22 h 23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</ns1:cxnLst>
              <ns1:rect l="0" t="0" r="r" b="b"/>
              <ns1:pathLst>
                <ns1:path w="76" h="23">
                  <ns1:moveTo>
                    <ns1:pt x="72" y="22"/>
                  </ns1:moveTo>
                  <ns1:cubicBezTo>
                    <ns1:pt x="71" y="22"/>
                    <ns1:pt x="70" y="22"/>
                    <ns1:pt x="69" y="21"/>
                  </ns1:cubicBezTo>
                  <ns1:cubicBezTo>
                    <ns1:pt x="61" y="13"/>
                    <ns1:pt x="50" y="8"/>
                    <ns1:pt x="38" y="8"/>
                  </ns1:cubicBezTo>
                  <ns1:cubicBezTo>
                    <ns1:pt x="26" y="8"/>
                    <ns1:pt x="15" y="13"/>
                    <ns1:pt x="7" y="21"/>
                  </ns1:cubicBezTo>
                  <ns1:cubicBezTo>
                    <ns1:pt x="5" y="23"/>
                    <ns1:pt x="3" y="23"/>
                    <ns1:pt x="1" y="21"/>
                  </ns1:cubicBezTo>
                  <ns1:cubicBezTo>
                    <ns1:pt x="0" y="19"/>
                    <ns1:pt x="0" y="17"/>
                    <ns1:pt x="1" y="15"/>
                  </ns1:cubicBezTo>
                  <ns1:cubicBezTo>
                    <ns1:pt x="11" y="6"/>
                    <ns1:pt x="24" y="0"/>
                    <ns1:pt x="38" y="0"/>
                  </ns1:cubicBezTo>
                  <ns1:cubicBezTo>
                    <ns1:pt x="52" y="0"/>
                    <ns1:pt x="65" y="6"/>
                    <ns1:pt x="75" y="15"/>
                  </ns1:cubicBezTo>
                  <ns1:cubicBezTo>
                    <ns1:pt x="76" y="17"/>
                    <ns1:pt x="76" y="19"/>
                    <ns1:pt x="75" y="21"/>
                  </ns1:cubicBezTo>
                  <ns1:cubicBezTo>
                    <ns1:pt x="74" y="22"/>
                    <ns1:pt x="73" y="22"/>
                    <ns1:pt x="72" y="22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</ns0:grpSp>
      <ns0:grpSp>
        <ns0:nvGrpSpPr>
          <ns0:cNvPr id="107" name="Group 106"/>
          <ns0:cNvGrpSpPr/>
          <ns0:nvPr/>
        </ns0:nvGrpSpPr>
        <ns0:grpSpPr>
          <ns1:xfrm>
            <ns1:off x="5214261" y="1221858"/>
            <ns1:ext cx="431800" cy="311150"/>
            <ns1:chOff x="2713038" y="622300"/>
            <ns1:chExt cx="431800" cy="311150"/>
          </ns1:xfrm>
          <ns1:solidFill>
            <ns1:schemeClr val="tx1"/>
          </ns1:solidFill>
        </ns0:grpSpPr>
        <ns0:sp>
          <ns0:nvSpPr>
            <ns0:cNvPr id="108" name="Freeform 16"/>
            <ns0:cNvSpPr>
              <ns1:spLocks/>
            </ns0:cNvSpPr>
            <ns0:nvPr/>
          </ns0:nvSpPr>
          <ns0:spPr bwMode="auto">
            <ns1:xfrm>
              <ns1:off x="2713038" y="654050"/>
              <ns1:ext cx="185738" cy="247650"/>
            </ns1:xfrm>
            <ns1:custGeom>
              <ns1:avLst/>
              <ns1:gdLst>
                <ns1:gd name="T0" fmla="*/ 44 w 48"/>
                <ns1:gd name="T1" fmla="*/ 56 h 64"/>
                <ns1:gd name="T2" fmla="*/ 8 w 48"/>
                <ns1:gd name="T3" fmla="*/ 56 h 64"/>
                <ns1:gd name="T4" fmla="*/ 8 w 48"/>
                <ns1:gd name="T5" fmla="*/ 8 h 64"/>
                <ns1:gd name="T6" fmla="*/ 40 w 48"/>
                <ns1:gd name="T7" fmla="*/ 8 h 64"/>
                <ns1:gd name="T8" fmla="*/ 44 w 48"/>
                <ns1:gd name="T9" fmla="*/ 4 h 64"/>
                <ns1:gd name="T10" fmla="*/ 40 w 48"/>
                <ns1:gd name="T11" fmla="*/ 0 h 64"/>
                <ns1:gd name="T12" fmla="*/ 8 w 48"/>
                <ns1:gd name="T13" fmla="*/ 0 h 64"/>
                <ns1:gd name="T14" fmla="*/ 0 w 48"/>
                <ns1:gd name="T15" fmla="*/ 8 h 64"/>
                <ns1:gd name="T16" fmla="*/ 0 w 48"/>
                <ns1:gd name="T17" fmla="*/ 56 h 64"/>
                <ns1:gd name="T18" fmla="*/ 8 w 48"/>
                <ns1:gd name="T19" fmla="*/ 64 h 64"/>
                <ns1:gd name="T20" fmla="*/ 44 w 48"/>
                <ns1:gd name="T21" fmla="*/ 64 h 64"/>
                <ns1:gd name="T22" fmla="*/ 48 w 48"/>
                <ns1:gd name="T23" fmla="*/ 60 h 64"/>
                <ns1:gd name="T24" fmla="*/ 44 w 48"/>
                <ns1:gd name="T25" fmla="*/ 56 h 64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</ns1:cxnLst>
              <ns1:rect l="0" t="0" r="r" b="b"/>
              <ns1:pathLst>
                <ns1:path w="48" h="64">
                  <ns1:moveTo>
                    <ns1:pt x="44" y="56"/>
                  </ns1:moveTo>
                  <ns1:cubicBezTo>
                    <ns1:pt x="8" y="56"/>
                    <ns1:pt x="8" y="56"/>
                    <ns1:pt x="8" y="56"/>
                  </ns1:cubicBezTo>
                  <ns1:cubicBezTo>
                    <ns1:pt x="8" y="8"/>
                    <ns1:pt x="8" y="8"/>
                    <ns1:pt x="8" y="8"/>
                  </ns1:cubicBezTo>
                  <ns1:cubicBezTo>
                    <ns1:pt x="40" y="8"/>
                    <ns1:pt x="40" y="8"/>
                    <ns1:pt x="40" y="8"/>
                  </ns1:cubicBezTo>
                  <ns1:cubicBezTo>
                    <ns1:pt x="42" y="8"/>
                    <ns1:pt x="44" y="6"/>
                    <ns1:pt x="44" y="4"/>
                  </ns1:cubicBezTo>
                  <ns1:cubicBezTo>
                    <ns1:pt x="44" y="2"/>
                    <ns1:pt x="42" y="0"/>
                    <ns1:pt x="40" y="0"/>
                  </ns1:cubicBezTo>
                  <ns1:cubicBezTo>
                    <ns1:pt x="8" y="0"/>
                    <ns1:pt x="8" y="0"/>
                    <ns1:pt x="8" y="0"/>
                  </ns1:cubicBezTo>
                  <ns1:cubicBezTo>
                    <ns1:pt x="4" y="0"/>
                    <ns1:pt x="0" y="4"/>
                    <ns1:pt x="0" y="8"/>
                  </ns1:cubicBezTo>
                  <ns1:cubicBezTo>
                    <ns1:pt x="0" y="56"/>
                    <ns1:pt x="0" y="56"/>
                    <ns1:pt x="0" y="56"/>
                  </ns1:cubicBezTo>
                  <ns1:cubicBezTo>
                    <ns1:pt x="0" y="60"/>
                    <ns1:pt x="4" y="64"/>
                    <ns1:pt x="8" y="64"/>
                  </ns1:cubicBezTo>
                  <ns1:cubicBezTo>
                    <ns1:pt x="44" y="64"/>
                    <ns1:pt x="44" y="64"/>
                    <ns1:pt x="44" y="64"/>
                  </ns1:cubicBezTo>
                  <ns1:cubicBezTo>
                    <ns1:pt x="46" y="64"/>
                    <ns1:pt x="48" y="62"/>
                    <ns1:pt x="48" y="60"/>
                  </ns1:cubicBezTo>
                  <ns1:cubicBezTo>
                    <ns1:pt x="48" y="58"/>
                    <ns1:pt x="46" y="56"/>
                    <ns1:pt x="44" y="56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109" name="Freeform 17"/>
            <ns0:cNvSpPr>
              <ns1:spLocks/>
            </ns0:cNvSpPr>
            <ns0:nvPr/>
          </ns0:nvSpPr>
          <ns0:spPr bwMode="auto">
            <ns1:xfrm>
              <ns1:off x="2944813" y="654050"/>
              <ns1:ext cx="200025" cy="247650"/>
            </ns1:xfrm>
            <ns1:custGeom>
              <ns1:avLst/>
              <ns1:gdLst>
                <ns1:gd name="T0" fmla="*/ 44 w 52"/>
                <ns1:gd name="T1" fmla="*/ 16 h 64"/>
                <ns1:gd name="T2" fmla="*/ 44 w 52"/>
                <ns1:gd name="T3" fmla="*/ 8 h 64"/>
                <ns1:gd name="T4" fmla="*/ 36 w 52"/>
                <ns1:gd name="T5" fmla="*/ 0 h 64"/>
                <ns1:gd name="T6" fmla="*/ 4 w 52"/>
                <ns1:gd name="T7" fmla="*/ 0 h 64"/>
                <ns1:gd name="T8" fmla="*/ 0 w 52"/>
                <ns1:gd name="T9" fmla="*/ 4 h 64"/>
                <ns1:gd name="T10" fmla="*/ 4 w 52"/>
                <ns1:gd name="T11" fmla="*/ 8 h 64"/>
                <ns1:gd name="T12" fmla="*/ 36 w 52"/>
                <ns1:gd name="T13" fmla="*/ 8 h 64"/>
                <ns1:gd name="T14" fmla="*/ 36 w 52"/>
                <ns1:gd name="T15" fmla="*/ 20 h 64"/>
                <ns1:gd name="T16" fmla="*/ 36 w 52"/>
                <ns1:gd name="T17" fmla="*/ 44 h 64"/>
                <ns1:gd name="T18" fmla="*/ 36 w 52"/>
                <ns1:gd name="T19" fmla="*/ 56 h 64"/>
                <ns1:gd name="T20" fmla="*/ 8 w 52"/>
                <ns1:gd name="T21" fmla="*/ 56 h 64"/>
                <ns1:gd name="T22" fmla="*/ 4 w 52"/>
                <ns1:gd name="T23" fmla="*/ 60 h 64"/>
                <ns1:gd name="T24" fmla="*/ 8 w 52"/>
                <ns1:gd name="T25" fmla="*/ 64 h 64"/>
                <ns1:gd name="T26" fmla="*/ 36 w 52"/>
                <ns1:gd name="T27" fmla="*/ 64 h 64"/>
                <ns1:gd name="T28" fmla="*/ 44 w 52"/>
                <ns1:gd name="T29" fmla="*/ 56 h 64"/>
                <ns1:gd name="T30" fmla="*/ 44 w 52"/>
                <ns1:gd name="T31" fmla="*/ 48 h 64"/>
                <ns1:gd name="T32" fmla="*/ 52 w 52"/>
                <ns1:gd name="T33" fmla="*/ 40 h 64"/>
                <ns1:gd name="T34" fmla="*/ 52 w 52"/>
                <ns1:gd name="T35" fmla="*/ 24 h 64"/>
                <ns1:gd name="T36" fmla="*/ 44 w 52"/>
                <ns1:gd name="T37" fmla="*/ 16 h 64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  <ns1:cxn ang="0">
                  <ns1:pos x="T30" y="T31"/>
                </ns1:cxn>
                <ns1:cxn ang="0">
                  <ns1:pos x="T32" y="T33"/>
                </ns1:cxn>
                <ns1:cxn ang="0">
                  <ns1:pos x="T34" y="T35"/>
                </ns1:cxn>
                <ns1:cxn ang="0">
                  <ns1:pos x="T36" y="T37"/>
                </ns1:cxn>
              </ns1:cxnLst>
              <ns1:rect l="0" t="0" r="r" b="b"/>
              <ns1:pathLst>
                <ns1:path w="52" h="64">
                  <ns1:moveTo>
                    <ns1:pt x="44" y="16"/>
                  </ns1:moveTo>
                  <ns1:cubicBezTo>
                    <ns1:pt x="44" y="8"/>
                    <ns1:pt x="44" y="8"/>
                    <ns1:pt x="44" y="8"/>
                  </ns1:cubicBezTo>
                  <ns1:cubicBezTo>
                    <ns1:pt x="44" y="4"/>
                    <ns1:pt x="40" y="0"/>
                    <ns1:pt x="36" y="0"/>
                  </ns1:cubicBezTo>
                  <ns1:cubicBezTo>
                    <ns1:pt x="4" y="0"/>
                    <ns1:pt x="4" y="0"/>
                    <ns1:pt x="4" y="0"/>
                  </ns1:cubicBezTo>
                  <ns1:cubicBezTo>
                    <ns1:pt x="2" y="0"/>
                    <ns1:pt x="0" y="2"/>
                    <ns1:pt x="0" y="4"/>
                  </ns1:cubicBezTo>
                  <ns1:cubicBezTo>
                    <ns1:pt x="0" y="6"/>
                    <ns1:pt x="2" y="8"/>
                    <ns1:pt x="4" y="8"/>
                  </ns1:cubicBezTo>
                  <ns1:cubicBezTo>
                    <ns1:pt x="36" y="8"/>
                    <ns1:pt x="36" y="8"/>
                    <ns1:pt x="36" y="8"/>
                  </ns1:cubicBezTo>
                  <ns1:cubicBezTo>
                    <ns1:pt x="36" y="20"/>
                    <ns1:pt x="36" y="20"/>
                    <ns1:pt x="36" y="20"/>
                  </ns1:cubicBezTo>
                  <ns1:cubicBezTo>
                    <ns1:pt x="36" y="44"/>
                    <ns1:pt x="36" y="44"/>
                    <ns1:pt x="36" y="44"/>
                  </ns1:cubicBezTo>
                  <ns1:cubicBezTo>
                    <ns1:pt x="36" y="56"/>
                    <ns1:pt x="36" y="56"/>
                    <ns1:pt x="36" y="56"/>
                  </ns1:cubicBezTo>
                  <ns1:cubicBezTo>
                    <ns1:pt x="8" y="56"/>
                    <ns1:pt x="8" y="56"/>
                    <ns1:pt x="8" y="56"/>
                  </ns1:cubicBezTo>
                  <ns1:cubicBezTo>
                    <ns1:pt x="6" y="56"/>
                    <ns1:pt x="4" y="58"/>
                    <ns1:pt x="4" y="60"/>
                  </ns1:cubicBezTo>
                  <ns1:cubicBezTo>
                    <ns1:pt x="4" y="62"/>
                    <ns1:pt x="6" y="64"/>
                    <ns1:pt x="8" y="64"/>
                  </ns1:cubicBezTo>
                  <ns1:cubicBezTo>
                    <ns1:pt x="36" y="64"/>
                    <ns1:pt x="36" y="64"/>
                    <ns1:pt x="36" y="64"/>
                  </ns1:cubicBezTo>
                  <ns1:cubicBezTo>
                    <ns1:pt x="40" y="64"/>
                    <ns1:pt x="44" y="60"/>
                    <ns1:pt x="44" y="56"/>
                  </ns1:cubicBezTo>
                  <ns1:cubicBezTo>
                    <ns1:pt x="44" y="48"/>
                    <ns1:pt x="44" y="48"/>
                    <ns1:pt x="44" y="48"/>
                  </ns1:cubicBezTo>
                  <ns1:cubicBezTo>
                    <ns1:pt x="48" y="48"/>
                    <ns1:pt x="52" y="44"/>
                    <ns1:pt x="52" y="40"/>
                  </ns1:cubicBezTo>
                  <ns1:cubicBezTo>
                    <ns1:pt x="52" y="24"/>
                    <ns1:pt x="52" y="24"/>
                    <ns1:pt x="52" y="24"/>
                  </ns1:cubicBezTo>
                  <ns1:cubicBezTo>
                    <ns1:pt x="52" y="20"/>
                    <ns1:pt x="48" y="16"/>
                    <ns1:pt x="44" y="16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110" name="Freeform 18"/>
            <ns0:cNvSpPr>
              <ns1:spLocks/>
            </ns0:cNvSpPr>
            <ns0:nvPr/>
          </ns0:nvSpPr>
          <ns0:spPr bwMode="auto">
            <ns1:xfrm>
              <ns1:off x="2836863" y="622300"/>
              <ns1:ext cx="169863" cy="311150"/>
            </ns1:xfrm>
            <ns1:custGeom>
              <ns1:avLst/>
              <ns1:gdLst>
                <ns1:gd name="T0" fmla="*/ 107 w 107"/>
                <ns1:gd name="T1" fmla="*/ 78 h 196"/>
                <ns1:gd name="T2" fmla="*/ 58 w 107"/>
                <ns1:gd name="T3" fmla="*/ 78 h 196"/>
                <ns1:gd name="T4" fmla="*/ 58 w 107"/>
                <ns1:gd name="T5" fmla="*/ 0 h 196"/>
                <ns1:gd name="T6" fmla="*/ 0 w 107"/>
                <ns1:gd name="T7" fmla="*/ 117 h 196"/>
                <ns1:gd name="T8" fmla="*/ 49 w 107"/>
                <ns1:gd name="T9" fmla="*/ 117 h 196"/>
                <ns1:gd name="T10" fmla="*/ 49 w 107"/>
                <ns1:gd name="T11" fmla="*/ 196 h 196"/>
                <ns1:gd name="T12" fmla="*/ 107 w 107"/>
                <ns1:gd name="T13" fmla="*/ 78 h 196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</ns1:cxnLst>
              <ns1:rect l="0" t="0" r="r" b="b"/>
              <ns1:pathLst>
                <ns1:path w="107" h="196">
                  <ns1:moveTo>
                    <ns1:pt x="107" y="78"/>
                  </ns1:moveTo>
                  <ns1:lnTo>
                    <ns1:pt x="58" y="78"/>
                  </ns1:lnTo>
                  <ns1:lnTo>
                    <ns1:pt x="58" y="0"/>
                  </ns1:lnTo>
                  <ns1:lnTo>
                    <ns1:pt x="0" y="117"/>
                  </ns1:lnTo>
                  <ns1:lnTo>
                    <ns1:pt x="49" y="117"/>
                  </ns1:lnTo>
                  <ns1:lnTo>
                    <ns1:pt x="49" y="196"/>
                  </ns1:lnTo>
                  <ns1:lnTo>
                    <ns1:pt x="107" y="78"/>
                  </ns1:ln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</ns0:grpSp>
      <ns0:grpSp>
        <ns0:nvGrpSpPr>
          <ns0:cNvPr id="112" name="Group 111"/>
          <ns0:cNvGrpSpPr/>
          <ns0:nvPr/>
        </ns0:nvGrpSpPr>
        <ns0:grpSpPr>
          <ns1:xfrm>
            <ns1:off x="9153779" y="2057617"/>
            <ns1:ext cx="376179" cy="314447"/>
            <ns1:chOff x="6176963" y="1757363"/>
            <ns1:chExt cx="928687" cy="776287"/>
          </ns1:xfrm>
          <ns1:solidFill>
            <ns1:schemeClr val="tx1"/>
          </ns1:solidFill>
        </ns0:grpSpPr>
        <ns0:sp>
          <ns0:nvSpPr>
            <ns0:cNvPr id="113" name="Freeform 5"/>
            <ns0:cNvSpPr>
              <ns1:spLocks/>
            </ns0:cNvSpPr>
            <ns0:nvPr/>
          </ns0:nvSpPr>
          <ns0:spPr bwMode="auto">
            <ns1:xfrm>
              <ns1:off x="6299200" y="1909763"/>
              <ns1:ext cx="684212" cy="471487"/>
            </ns1:xfrm>
            <ns1:custGeom>
              <ns1:avLst/>
              <ns1:gdLst>
                <ns1:gd name="T0" fmla="*/ 174 w 180"/>
                <ns1:gd name="T1" fmla="*/ 124 h 124"/>
                <ns1:gd name="T2" fmla="*/ 6 w 180"/>
                <ns1:gd name="T3" fmla="*/ 124 h 124"/>
                <ns1:gd name="T4" fmla="*/ 0 w 180"/>
                <ns1:gd name="T5" fmla="*/ 118 h 124"/>
                <ns1:gd name="T6" fmla="*/ 0 w 180"/>
                <ns1:gd name="T7" fmla="*/ 6 h 124"/>
                <ns1:gd name="T8" fmla="*/ 6 w 180"/>
                <ns1:gd name="T9" fmla="*/ 0 h 124"/>
                <ns1:gd name="T10" fmla="*/ 14 w 180"/>
                <ns1:gd name="T11" fmla="*/ 0 h 124"/>
                <ns1:gd name="T12" fmla="*/ 20 w 180"/>
                <ns1:gd name="T13" fmla="*/ 6 h 124"/>
                <ns1:gd name="T14" fmla="*/ 14 w 180"/>
                <ns1:gd name="T15" fmla="*/ 12 h 124"/>
                <ns1:gd name="T16" fmla="*/ 12 w 180"/>
                <ns1:gd name="T17" fmla="*/ 12 h 124"/>
                <ns1:gd name="T18" fmla="*/ 12 w 180"/>
                <ns1:gd name="T19" fmla="*/ 112 h 124"/>
                <ns1:gd name="T20" fmla="*/ 168 w 180"/>
                <ns1:gd name="T21" fmla="*/ 112 h 124"/>
                <ns1:gd name="T22" fmla="*/ 168 w 180"/>
                <ns1:gd name="T23" fmla="*/ 98 h 124"/>
                <ns1:gd name="T24" fmla="*/ 174 w 180"/>
                <ns1:gd name="T25" fmla="*/ 92 h 124"/>
                <ns1:gd name="T26" fmla="*/ 180 w 180"/>
                <ns1:gd name="T27" fmla="*/ 98 h 124"/>
                <ns1:gd name="T28" fmla="*/ 180 w 180"/>
                <ns1:gd name="T29" fmla="*/ 118 h 124"/>
                <ns1:gd name="T30" fmla="*/ 174 w 180"/>
                <ns1:gd name="T31" fmla="*/ 124 h 124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  <ns1:cxn ang="0">
                  <ns1:pos x="T30" y="T31"/>
                </ns1:cxn>
              </ns1:cxnLst>
              <ns1:rect l="0" t="0" r="r" b="b"/>
              <ns1:pathLst>
                <ns1:path w="180" h="124">
                  <ns1:moveTo>
                    <ns1:pt x="174" y="124"/>
                  </ns1:moveTo>
                  <ns1:cubicBezTo>
                    <ns1:pt x="6" y="124"/>
                    <ns1:pt x="6" y="124"/>
                    <ns1:pt x="6" y="124"/>
                  </ns1:cubicBezTo>
                  <ns1:cubicBezTo>
                    <ns1:pt x="3" y="124"/>
                    <ns1:pt x="0" y="121"/>
                    <ns1:pt x="0" y="118"/>
                  </ns1:cubicBezTo>
                  <ns1:cubicBezTo>
                    <ns1:pt x="0" y="6"/>
                    <ns1:pt x="0" y="6"/>
                    <ns1:pt x="0" y="6"/>
                  </ns1:cubicBezTo>
                  <ns1:cubicBezTo>
                    <ns1:pt x="0" y="3"/>
                    <ns1:pt x="3" y="0"/>
                    <ns1:pt x="6" y="0"/>
                  </ns1:cubicBezTo>
                  <ns1:cubicBezTo>
                    <ns1:pt x="14" y="0"/>
                    <ns1:pt x="14" y="0"/>
                    <ns1:pt x="14" y="0"/>
                  </ns1:cubicBezTo>
                  <ns1:cubicBezTo>
                    <ns1:pt x="17" y="0"/>
                    <ns1:pt x="20" y="3"/>
                    <ns1:pt x="20" y="6"/>
                  </ns1:cubicBezTo>
                  <ns1:cubicBezTo>
                    <ns1:pt x="20" y="9"/>
                    <ns1:pt x="17" y="12"/>
                    <ns1:pt x="14" y="12"/>
                  </ns1:cubicBezTo>
                  <ns1:cubicBezTo>
                    <ns1:pt x="12" y="12"/>
                    <ns1:pt x="12" y="12"/>
                    <ns1:pt x="12" y="12"/>
                  </ns1:cubicBezTo>
                  <ns1:cubicBezTo>
                    <ns1:pt x="12" y="112"/>
                    <ns1:pt x="12" y="112"/>
                    <ns1:pt x="12" y="112"/>
                  </ns1:cubicBezTo>
                  <ns1:cubicBezTo>
                    <ns1:pt x="168" y="112"/>
                    <ns1:pt x="168" y="112"/>
                    <ns1:pt x="168" y="112"/>
                  </ns1:cubicBezTo>
                  <ns1:cubicBezTo>
                    <ns1:pt x="168" y="98"/>
                    <ns1:pt x="168" y="98"/>
                    <ns1:pt x="168" y="98"/>
                  </ns1:cubicBezTo>
                  <ns1:cubicBezTo>
                    <ns1:pt x="168" y="95"/>
                    <ns1:pt x="171" y="92"/>
                    <ns1:pt x="174" y="92"/>
                  </ns1:cubicBezTo>
                  <ns1:cubicBezTo>
                    <ns1:pt x="177" y="92"/>
                    <ns1:pt x="180" y="95"/>
                    <ns1:pt x="180" y="98"/>
                  </ns1:cubicBezTo>
                  <ns1:cubicBezTo>
                    <ns1:pt x="180" y="118"/>
                    <ns1:pt x="180" y="118"/>
                    <ns1:pt x="180" y="118"/>
                  </ns1:cubicBezTo>
                  <ns1:cubicBezTo>
                    <ns1:pt x="180" y="121"/>
                    <ns1:pt x="177" y="124"/>
                    <ns1:pt x="174" y="124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114" name="Freeform 6"/>
            <ns0:cNvSpPr>
              <ns1:spLocks noEditPoints="1"/>
            </ns0:cNvSpPr>
            <ns0:nvPr/>
          </ns0:nvSpPr>
          <ns0:spPr bwMode="auto">
            <ns1:xfrm>
              <ns1:off x="6421438" y="1757363"/>
              <ns1:ext cx="684212" cy="473075"/>
            </ns1:xfrm>
            <ns1:custGeom>
              <ns1:avLst/>
              <ns1:gdLst>
                <ns1:gd name="T0" fmla="*/ 174 w 180"/>
                <ns1:gd name="T1" fmla="*/ 124 h 124"/>
                <ns1:gd name="T2" fmla="*/ 6 w 180"/>
                <ns1:gd name="T3" fmla="*/ 124 h 124"/>
                <ns1:gd name="T4" fmla="*/ 0 w 180"/>
                <ns1:gd name="T5" fmla="*/ 118 h 124"/>
                <ns1:gd name="T6" fmla="*/ 0 w 180"/>
                <ns1:gd name="T7" fmla="*/ 6 h 124"/>
                <ns1:gd name="T8" fmla="*/ 6 w 180"/>
                <ns1:gd name="T9" fmla="*/ 0 h 124"/>
                <ns1:gd name="T10" fmla="*/ 174 w 180"/>
                <ns1:gd name="T11" fmla="*/ 0 h 124"/>
                <ns1:gd name="T12" fmla="*/ 180 w 180"/>
                <ns1:gd name="T13" fmla="*/ 6 h 124"/>
                <ns1:gd name="T14" fmla="*/ 180 w 180"/>
                <ns1:gd name="T15" fmla="*/ 118 h 124"/>
                <ns1:gd name="T16" fmla="*/ 174 w 180"/>
                <ns1:gd name="T17" fmla="*/ 124 h 124"/>
                <ns1:gd name="T18" fmla="*/ 12 w 180"/>
                <ns1:gd name="T19" fmla="*/ 112 h 124"/>
                <ns1:gd name="T20" fmla="*/ 168 w 180"/>
                <ns1:gd name="T21" fmla="*/ 112 h 124"/>
                <ns1:gd name="T22" fmla="*/ 168 w 180"/>
                <ns1:gd name="T23" fmla="*/ 12 h 124"/>
                <ns1:gd name="T24" fmla="*/ 12 w 180"/>
                <ns1:gd name="T25" fmla="*/ 12 h 124"/>
                <ns1:gd name="T26" fmla="*/ 12 w 180"/>
                <ns1:gd name="T27" fmla="*/ 112 h 124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</ns1:cxnLst>
              <ns1:rect l="0" t="0" r="r" b="b"/>
              <ns1:pathLst>
                <ns1:path w="180" h="124">
                  <ns1:moveTo>
                    <ns1:pt x="174" y="124"/>
                  </ns1:moveTo>
                  <ns1:cubicBezTo>
                    <ns1:pt x="6" y="124"/>
                    <ns1:pt x="6" y="124"/>
                    <ns1:pt x="6" y="124"/>
                  </ns1:cubicBezTo>
                  <ns1:cubicBezTo>
                    <ns1:pt x="3" y="124"/>
                    <ns1:pt x="0" y="121"/>
                    <ns1:pt x="0" y="118"/>
                  </ns1:cubicBezTo>
                  <ns1:cubicBezTo>
                    <ns1:pt x="0" y="6"/>
                    <ns1:pt x="0" y="6"/>
                    <ns1:pt x="0" y="6"/>
                  </ns1:cubicBezTo>
                  <ns1:cubicBezTo>
                    <ns1:pt x="0" y="3"/>
                    <ns1:pt x="3" y="0"/>
                    <ns1:pt x="6" y="0"/>
                  </ns1:cubicBezTo>
                  <ns1:cubicBezTo>
                    <ns1:pt x="174" y="0"/>
                    <ns1:pt x="174" y="0"/>
                    <ns1:pt x="174" y="0"/>
                  </ns1:cubicBezTo>
                  <ns1:cubicBezTo>
                    <ns1:pt x="177" y="0"/>
                    <ns1:pt x="180" y="3"/>
                    <ns1:pt x="180" y="6"/>
                  </ns1:cubicBezTo>
                  <ns1:cubicBezTo>
                    <ns1:pt x="180" y="118"/>
                    <ns1:pt x="180" y="118"/>
                    <ns1:pt x="180" y="118"/>
                  </ns1:cubicBezTo>
                  <ns1:cubicBezTo>
                    <ns1:pt x="180" y="121"/>
                    <ns1:pt x="177" y="124"/>
                    <ns1:pt x="174" y="124"/>
                  </ns1:cubicBezTo>
                  <ns1:close/>
                  <ns1:moveTo>
                    <ns1:pt x="12" y="112"/>
                  </ns1:moveTo>
                  <ns1:cubicBezTo>
                    <ns1:pt x="168" y="112"/>
                    <ns1:pt x="168" y="112"/>
                    <ns1:pt x="168" y="112"/>
                  </ns1:cubicBezTo>
                  <ns1:cubicBezTo>
                    <ns1:pt x="168" y="12"/>
                    <ns1:pt x="168" y="12"/>
                    <ns1:pt x="168" y="12"/>
                  </ns1:cubicBezTo>
                  <ns1:cubicBezTo>
                    <ns1:pt x="12" y="12"/>
                    <ns1:pt x="12" y="12"/>
                    <ns1:pt x="12" y="12"/>
                  </ns1:cubicBezTo>
                  <ns1:lnTo>
                    <ns1:pt x="12" y="112"/>
                  </ns1:ln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115" name="Freeform 7"/>
            <ns0:cNvSpPr>
              <ns1:spLocks/>
            </ns0:cNvSpPr>
            <ns0:nvPr/>
          </ns0:nvSpPr>
          <ns0:spPr bwMode="auto">
            <ns1:xfrm>
              <ns1:off x="6176963" y="2062163"/>
              <ns1:ext cx="684212" cy="471487"/>
            </ns1:xfrm>
            <ns1:custGeom>
              <ns1:avLst/>
              <ns1:gdLst>
                <ns1:gd name="T0" fmla="*/ 174 w 180"/>
                <ns1:gd name="T1" fmla="*/ 124 h 124"/>
                <ns1:gd name="T2" fmla="*/ 6 w 180"/>
                <ns1:gd name="T3" fmla="*/ 124 h 124"/>
                <ns1:gd name="T4" fmla="*/ 0 w 180"/>
                <ns1:gd name="T5" fmla="*/ 118 h 124"/>
                <ns1:gd name="T6" fmla="*/ 0 w 180"/>
                <ns1:gd name="T7" fmla="*/ 6 h 124"/>
                <ns1:gd name="T8" fmla="*/ 6 w 180"/>
                <ns1:gd name="T9" fmla="*/ 0 h 124"/>
                <ns1:gd name="T10" fmla="*/ 18 w 180"/>
                <ns1:gd name="T11" fmla="*/ 0 h 124"/>
                <ns1:gd name="T12" fmla="*/ 24 w 180"/>
                <ns1:gd name="T13" fmla="*/ 6 h 124"/>
                <ns1:gd name="T14" fmla="*/ 18 w 180"/>
                <ns1:gd name="T15" fmla="*/ 12 h 124"/>
                <ns1:gd name="T16" fmla="*/ 12 w 180"/>
                <ns1:gd name="T17" fmla="*/ 12 h 124"/>
                <ns1:gd name="T18" fmla="*/ 12 w 180"/>
                <ns1:gd name="T19" fmla="*/ 112 h 124"/>
                <ns1:gd name="T20" fmla="*/ 168 w 180"/>
                <ns1:gd name="T21" fmla="*/ 112 h 124"/>
                <ns1:gd name="T22" fmla="*/ 168 w 180"/>
                <ns1:gd name="T23" fmla="*/ 98 h 124"/>
                <ns1:gd name="T24" fmla="*/ 174 w 180"/>
                <ns1:gd name="T25" fmla="*/ 92 h 124"/>
                <ns1:gd name="T26" fmla="*/ 180 w 180"/>
                <ns1:gd name="T27" fmla="*/ 98 h 124"/>
                <ns1:gd name="T28" fmla="*/ 180 w 180"/>
                <ns1:gd name="T29" fmla="*/ 118 h 124"/>
                <ns1:gd name="T30" fmla="*/ 174 w 180"/>
                <ns1:gd name="T31" fmla="*/ 124 h 124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  <ns1:cxn ang="0">
                  <ns1:pos x="T30" y="T31"/>
                </ns1:cxn>
              </ns1:cxnLst>
              <ns1:rect l="0" t="0" r="r" b="b"/>
              <ns1:pathLst>
                <ns1:path w="180" h="124">
                  <ns1:moveTo>
                    <ns1:pt x="174" y="124"/>
                  </ns1:moveTo>
                  <ns1:cubicBezTo>
                    <ns1:pt x="6" y="124"/>
                    <ns1:pt x="6" y="124"/>
                    <ns1:pt x="6" y="124"/>
                  </ns1:cubicBezTo>
                  <ns1:cubicBezTo>
                    <ns1:pt x="3" y="124"/>
                    <ns1:pt x="0" y="121"/>
                    <ns1:pt x="0" y="118"/>
                  </ns1:cubicBezTo>
                  <ns1:cubicBezTo>
                    <ns1:pt x="0" y="6"/>
                    <ns1:pt x="0" y="6"/>
                    <ns1:pt x="0" y="6"/>
                  </ns1:cubicBezTo>
                  <ns1:cubicBezTo>
                    <ns1:pt x="0" y="3"/>
                    <ns1:pt x="3" y="0"/>
                    <ns1:pt x="6" y="0"/>
                  </ns1:cubicBezTo>
                  <ns1:cubicBezTo>
                    <ns1:pt x="18" y="0"/>
                    <ns1:pt x="18" y="0"/>
                    <ns1:pt x="18" y="0"/>
                  </ns1:cubicBezTo>
                  <ns1:cubicBezTo>
                    <ns1:pt x="21" y="0"/>
                    <ns1:pt x="24" y="3"/>
                    <ns1:pt x="24" y="6"/>
                  </ns1:cubicBezTo>
                  <ns1:cubicBezTo>
                    <ns1:pt x="24" y="9"/>
                    <ns1:pt x="21" y="12"/>
                    <ns1:pt x="18" y="12"/>
                  </ns1:cubicBezTo>
                  <ns1:cubicBezTo>
                    <ns1:pt x="12" y="12"/>
                    <ns1:pt x="12" y="12"/>
                    <ns1:pt x="12" y="12"/>
                  </ns1:cubicBezTo>
                  <ns1:cubicBezTo>
                    <ns1:pt x="12" y="112"/>
                    <ns1:pt x="12" y="112"/>
                    <ns1:pt x="12" y="112"/>
                  </ns1:cubicBezTo>
                  <ns1:cubicBezTo>
                    <ns1:pt x="168" y="112"/>
                    <ns1:pt x="168" y="112"/>
                    <ns1:pt x="168" y="112"/>
                  </ns1:cubicBezTo>
                  <ns1:cubicBezTo>
                    <ns1:pt x="168" y="98"/>
                    <ns1:pt x="168" y="98"/>
                    <ns1:pt x="168" y="98"/>
                  </ns1:cubicBezTo>
                  <ns1:cubicBezTo>
                    <ns1:pt x="168" y="95"/>
                    <ns1:pt x="171" y="92"/>
                    <ns1:pt x="174" y="92"/>
                  </ns1:cubicBezTo>
                  <ns1:cubicBezTo>
                    <ns1:pt x="177" y="92"/>
                    <ns1:pt x="180" y="95"/>
                    <ns1:pt x="180" y="98"/>
                  </ns1:cubicBezTo>
                  <ns1:cubicBezTo>
                    <ns1:pt x="180" y="118"/>
                    <ns1:pt x="180" y="118"/>
                    <ns1:pt x="180" y="118"/>
                  </ns1:cubicBezTo>
                  <ns1:cubicBezTo>
                    <ns1:pt x="180" y="121"/>
                    <ns1:pt x="177" y="124"/>
                    <ns1:pt x="174" y="124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</ns0:grpSp>
      <ns0:grpSp>
        <ns0:nvGrpSpPr>
          <ns0:cNvPr id="116" name="Group 115"/>
          <ns0:cNvGrpSpPr/>
          <ns0:nvPr/>
        </ns0:nvGrpSpPr>
        <ns0:grpSpPr>
          <ns1:xfrm>
            <ns1:off x="10097683" y="2007989"/>
            <ns1:ext cx="468253" cy="413700"/>
            <ns1:chOff x="7659688" y="1598613"/>
            <ns1:chExt cx="981074" cy="866775"/>
          </ns1:xfrm>
          <ns1:solidFill>
            <ns1:schemeClr val="tx1"/>
          </ns1:solidFill>
        </ns0:grpSpPr>
        <ns0:sp>
          <ns0:nvSpPr>
            <ns0:cNvPr id="117" name="Freeform 19"/>
            <ns0:cNvSpPr>
              <ns1:spLocks noEditPoints="1"/>
            </ns0:cNvSpPr>
            <ns0:nvPr/>
          </ns0:nvSpPr>
          <ns0:spPr bwMode="auto">
            <ns1:xfrm>
              <ns1:off x="7659688" y="1598613"/>
              <ns1:ext cx="981074" cy="866775"/>
            </ns1:xfrm>
            <ns1:custGeom>
              <ns1:avLst/>
              <ns1:gdLst>
                <ns1:gd name="T0" fmla="*/ 167 w 258"/>
                <ns1:gd name="T1" fmla="*/ 228 h 228"/>
                <ns1:gd name="T2" fmla="*/ 123 w 258"/>
                <ns1:gd name="T3" fmla="*/ 210 h 228"/>
                <ns1:gd name="T4" fmla="*/ 79 w 258"/>
                <ns1:gd name="T5" fmla="*/ 166 h 228"/>
                <ns1:gd name="T6" fmla="*/ 72 w 258"/>
                <ns1:gd name="T7" fmla="*/ 161 h 228"/>
                <ns1:gd name="T8" fmla="*/ 71 w 258"/>
                <ns1:gd name="T9" fmla="*/ 162 h 228"/>
                <ns1:gd name="T10" fmla="*/ 75 w 258"/>
                <ns1:gd name="T11" fmla="*/ 173 h 228"/>
                <ns1:gd name="T12" fmla="*/ 75 w 258"/>
                <ns1:gd name="T13" fmla="*/ 210 h 228"/>
                <ns1:gd name="T14" fmla="*/ 57 w 258"/>
                <ns1:gd name="T15" fmla="*/ 218 h 228"/>
                <ns1:gd name="T16" fmla="*/ 39 w 258"/>
                <ns1:gd name="T17" fmla="*/ 210 h 228"/>
                <ns1:gd name="T18" fmla="*/ 1 w 258"/>
                <ns1:gd name="T19" fmla="*/ 122 h 228"/>
                <ns1:gd name="T20" fmla="*/ 35 w 258"/>
                <ns1:gd name="T21" fmla="*/ 33 h 228"/>
                <ns1:gd name="T22" fmla="*/ 117 w 258"/>
                <ns1:gd name="T23" fmla="*/ 0 h 228"/>
                <ns1:gd name="T24" fmla="*/ 207 w 258"/>
                <ns1:gd name="T25" fmla="*/ 37 h 228"/>
                <ns1:gd name="T26" fmla="*/ 211 w 258"/>
                <ns1:gd name="T27" fmla="*/ 210 h 228"/>
                <ns1:gd name="T28" fmla="*/ 167 w 258"/>
                <ns1:gd name="T29" fmla="*/ 228 h 228"/>
                <ns1:gd name="T30" fmla="*/ 72 w 258"/>
                <ns1:gd name="T31" fmla="*/ 149 h 228"/>
                <ns1:gd name="T32" fmla="*/ 87 w 258"/>
                <ns1:gd name="T33" fmla="*/ 157 h 228"/>
                <ns1:gd name="T34" fmla="*/ 131 w 258"/>
                <ns1:gd name="T35" fmla="*/ 201 h 228"/>
                <ns1:gd name="T36" fmla="*/ 167 w 258"/>
                <ns1:gd name="T37" fmla="*/ 216 h 228"/>
                <ns1:gd name="T38" fmla="*/ 203 w 258"/>
                <ns1:gd name="T39" fmla="*/ 201 h 228"/>
                <ns1:gd name="T40" fmla="*/ 199 w 258"/>
                <ns1:gd name="T41" fmla="*/ 46 h 228"/>
                <ns1:gd name="T42" fmla="*/ 117 w 258"/>
                <ns1:gd name="T43" fmla="*/ 12 h 228"/>
                <ns1:gd name="T44" fmla="*/ 43 w 258"/>
                <ns1:gd name="T45" fmla="*/ 42 h 228"/>
                <ns1:gd name="T46" fmla="*/ 13 w 258"/>
                <ns1:gd name="T47" fmla="*/ 121 h 228"/>
                <ns1:gd name="T48" fmla="*/ 47 w 258"/>
                <ns1:gd name="T49" fmla="*/ 201 h 228"/>
                <ns1:gd name="T50" fmla="*/ 67 w 258"/>
                <ns1:gd name="T51" fmla="*/ 201 h 228"/>
                <ns1:gd name="T52" fmla="*/ 67 w 258"/>
                <ns1:gd name="T53" fmla="*/ 182 h 228"/>
                <ns1:gd name="T54" fmla="*/ 63 w 258"/>
                <ns1:gd name="T55" fmla="*/ 153 h 228"/>
                <ns1:gd name="T56" fmla="*/ 72 w 258"/>
                <ns1:gd name="T57" fmla="*/ 149 h 228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  <ns1:cxn ang="0">
                  <ns1:pos x="T30" y="T31"/>
                </ns1:cxn>
                <ns1:cxn ang="0">
                  <ns1:pos x="T32" y="T33"/>
                </ns1:cxn>
                <ns1:cxn ang="0">
                  <ns1:pos x="T34" y="T35"/>
                </ns1:cxn>
                <ns1:cxn ang="0">
                  <ns1:pos x="T36" y="T37"/>
                </ns1:cxn>
                <ns1:cxn ang="0">
                  <ns1:pos x="T38" y="T39"/>
                </ns1:cxn>
                <ns1:cxn ang="0">
                  <ns1:pos x="T40" y="T41"/>
                </ns1:cxn>
                <ns1:cxn ang="0">
                  <ns1:pos x="T42" y="T43"/>
                </ns1:cxn>
                <ns1:cxn ang="0">
                  <ns1:pos x="T44" y="T45"/>
                </ns1:cxn>
                <ns1:cxn ang="0">
                  <ns1:pos x="T46" y="T47"/>
                </ns1:cxn>
                <ns1:cxn ang="0">
                  <ns1:pos x="T48" y="T49"/>
                </ns1:cxn>
                <ns1:cxn ang="0">
                  <ns1:pos x="T50" y="T51"/>
                </ns1:cxn>
                <ns1:cxn ang="0">
                  <ns1:pos x="T52" y="T53"/>
                </ns1:cxn>
                <ns1:cxn ang="0">
                  <ns1:pos x="T54" y="T55"/>
                </ns1:cxn>
                <ns1:cxn ang="0">
                  <ns1:pos x="T56" y="T57"/>
                </ns1:cxn>
              </ns1:cxnLst>
              <ns1:rect l="0" t="0" r="r" b="b"/>
              <ns1:pathLst>
                <ns1:path w="258" h="228">
                  <ns1:moveTo>
                    <ns1:pt x="167" y="228"/>
                  </ns1:moveTo>
                  <ns1:cubicBezTo>
                    <ns1:pt x="150" y="228"/>
                    <ns1:pt x="134" y="221"/>
                    <ns1:pt x="123" y="210"/>
                  </ns1:cubicBezTo>
                  <ns1:cubicBezTo>
                    <ns1:pt x="79" y="166"/>
                    <ns1:pt x="79" y="166"/>
                    <ns1:pt x="79" y="166"/>
                  </ns1:cubicBezTo>
                  <ns1:cubicBezTo>
                    <ns1:pt x="74" y="161"/>
                    <ns1:pt x="72" y="161"/>
                    <ns1:pt x="72" y="161"/>
                  </ns1:cubicBezTo>
                  <ns1:cubicBezTo>
                    <ns1:pt x="72" y="161"/>
                    <ns1:pt x="72" y="161"/>
                    <ns1:pt x="71" y="162"/>
                  </ns1:cubicBezTo>
                  <ns1:cubicBezTo>
                    <ns1:pt x="70" y="163"/>
                    <ns1:pt x="70" y="168"/>
                    <ns1:pt x="75" y="173"/>
                  </ns1:cubicBezTo>
                  <ns1:cubicBezTo>
                    <ns1:pt x="85" y="184"/>
                    <ns1:pt x="85" y="200"/>
                    <ns1:pt x="75" y="210"/>
                  </ns1:cubicBezTo>
                  <ns1:cubicBezTo>
                    <ns1:pt x="70" y="215"/>
                    <ns1:pt x="64" y="218"/>
                    <ns1:pt x="57" y="218"/>
                  </ns1:cubicBezTo>
                  <ns1:cubicBezTo>
                    <ns1:pt x="50" y="218"/>
                    <ns1:pt x="44" y="215"/>
                    <ns1:pt x="39" y="210"/>
                  </ns1:cubicBezTo>
                  <ns1:cubicBezTo>
                    <ns1:pt x="16" y="187"/>
                    <ns1:pt x="2" y="155"/>
                    <ns1:pt x="1" y="122"/>
                  </ns1:cubicBezTo>
                  <ns1:cubicBezTo>
                    <ns1:pt x="0" y="88"/>
                    <ns1:pt x="12" y="56"/>
                    <ns1:pt x="35" y="33"/>
                  </ns1:cubicBezTo>
                  <ns1:cubicBezTo>
                    <ns1:pt x="57" y="12"/>
                    <ns1:pt x="86" y="0"/>
                    <ns1:pt x="117" y="0"/>
                  </ns1:cubicBezTo>
                  <ns1:cubicBezTo>
                    <ns1:pt x="150" y="0"/>
                    <ns1:pt x="183" y="13"/>
                    <ns1:pt x="207" y="37"/>
                  </ns1:cubicBezTo>
                  <ns1:cubicBezTo>
                    <ns1:pt x="256" y="86"/>
                    <ns1:pt x="258" y="163"/>
                    <ns1:pt x="211" y="210"/>
                  </ns1:cubicBezTo>
                  <ns1:cubicBezTo>
                    <ns1:pt x="200" y="221"/>
                    <ns1:pt x="184" y="228"/>
                    <ns1:pt x="167" y="228"/>
                  </ns1:cubicBezTo>
                  <ns1:close/>
                  <ns1:moveTo>
                    <ns1:pt x="72" y="149"/>
                  </ns1:moveTo>
                  <ns1:cubicBezTo>
                    <ns1:pt x="77" y="149"/>
                    <ns1:pt x="81" y="152"/>
                    <ns1:pt x="87" y="157"/>
                  </ns1:cubicBezTo>
                  <ns1:cubicBezTo>
                    <ns1:pt x="131" y="201"/>
                    <ns1:pt x="131" y="201"/>
                    <ns1:pt x="131" y="201"/>
                  </ns1:cubicBezTo>
                  <ns1:cubicBezTo>
                    <ns1:pt x="141" y="211"/>
                    <ns1:pt x="153" y="216"/>
                    <ns1:pt x="167" y="216"/>
                  </ns1:cubicBezTo>
                  <ns1:cubicBezTo>
                    <ns1:pt x="181" y="216"/>
                    <ns1:pt x="193" y="211"/>
                    <ns1:pt x="203" y="201"/>
                  </ns1:cubicBezTo>
                  <ns1:cubicBezTo>
                    <ns1:pt x="245" y="160"/>
                    <ns1:pt x="243" y="90"/>
                    <ns1:pt x="199" y="46"/>
                  </ns1:cubicBezTo>
                  <ns1:cubicBezTo>
                    <ns1:pt x="177" y="24"/>
                    <ns1:pt x="147" y="12"/>
                    <ns1:pt x="117" y="12"/>
                  </ns1:cubicBezTo>
                  <ns1:cubicBezTo>
                    <ns1:pt x="89" y="12"/>
                    <ns1:pt x="63" y="22"/>
                    <ns1:pt x="43" y="42"/>
                  </ns1:cubicBezTo>
                  <ns1:cubicBezTo>
                    <ns1:pt x="23" y="62"/>
                    <ns1:pt x="12" y="91"/>
                    <ns1:pt x="13" y="121"/>
                  </ns1:cubicBezTo>
                  <ns1:cubicBezTo>
                    <ns1:pt x="14" y="151"/>
                    <ns1:pt x="26" y="181"/>
                    <ns1:pt x="47" y="201"/>
                  </ns1:cubicBezTo>
                  <ns1:cubicBezTo>
                    <ns1:pt x="53" y="207"/>
                    <ns1:pt x="61" y="207"/>
                    <ns1:pt x="67" y="201"/>
                  </ns1:cubicBezTo>
                  <ns1:cubicBezTo>
                    <ns1:pt x="72" y="196"/>
                    <ns1:pt x="72" y="187"/>
                    <ns1:pt x="67" y="182"/>
                  </ns1:cubicBezTo>
                  <ns1:cubicBezTo>
                    <ns1:pt x="56" y="171"/>
                    <ns1:pt x="57" y="159"/>
                    <ns1:pt x="63" y="153"/>
                  </ns1:cubicBezTo>
                  <ns1:cubicBezTo>
                    <ns1:pt x="66" y="150"/>
                    <ns1:pt x="69" y="149"/>
                    <ns1:pt x="72" y="149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118" name="Freeform 20"/>
            <ns0:cNvSpPr>
              <ns1:spLocks noEditPoints="1"/>
            </ns0:cNvSpPr>
            <ns0:nvPr/>
          </ns0:nvSpPr>
          <ns0:spPr bwMode="auto">
            <ns1:xfrm>
              <ns1:off x="8207375" y="1789113"/>
              <ns1:ext cx="166687" cy="168275"/>
            </ns1:xfrm>
            <ns1:custGeom>
              <ns1:avLst/>
              <ns1:gdLst>
                <ns1:gd name="T0" fmla="*/ 22 w 44"/>
                <ns1:gd name="T1" fmla="*/ 44 h 44"/>
                <ns1:gd name="T2" fmla="*/ 6 w 44"/>
                <ns1:gd name="T3" fmla="*/ 37 h 44"/>
                <ns1:gd name="T4" fmla="*/ 0 w 44"/>
                <ns1:gd name="T5" fmla="*/ 22 h 44"/>
                <ns1:gd name="T6" fmla="*/ 6 w 44"/>
                <ns1:gd name="T7" fmla="*/ 6 h 44"/>
                <ns1:gd name="T8" fmla="*/ 22 w 44"/>
                <ns1:gd name="T9" fmla="*/ 0 h 44"/>
                <ns1:gd name="T10" fmla="*/ 37 w 44"/>
                <ns1:gd name="T11" fmla="*/ 6 h 44"/>
                <ns1:gd name="T12" fmla="*/ 44 w 44"/>
                <ns1:gd name="T13" fmla="*/ 22 h 44"/>
                <ns1:gd name="T14" fmla="*/ 37 w 44"/>
                <ns1:gd name="T15" fmla="*/ 37 h 44"/>
                <ns1:gd name="T16" fmla="*/ 22 w 44"/>
                <ns1:gd name="T17" fmla="*/ 44 h 44"/>
                <ns1:gd name="T18" fmla="*/ 22 w 44"/>
                <ns1:gd name="T19" fmla="*/ 12 h 44"/>
                <ns1:gd name="T20" fmla="*/ 15 w 44"/>
                <ns1:gd name="T21" fmla="*/ 15 h 44"/>
                <ns1:gd name="T22" fmla="*/ 12 w 44"/>
                <ns1:gd name="T23" fmla="*/ 22 h 44"/>
                <ns1:gd name="T24" fmla="*/ 15 w 44"/>
                <ns1:gd name="T25" fmla="*/ 29 h 44"/>
                <ns1:gd name="T26" fmla="*/ 29 w 44"/>
                <ns1:gd name="T27" fmla="*/ 29 h 44"/>
                <ns1:gd name="T28" fmla="*/ 32 w 44"/>
                <ns1:gd name="T29" fmla="*/ 22 h 44"/>
                <ns1:gd name="T30" fmla="*/ 29 w 44"/>
                <ns1:gd name="T31" fmla="*/ 15 h 44"/>
                <ns1:gd name="T32" fmla="*/ 22 w 44"/>
                <ns1:gd name="T33" fmla="*/ 12 h 44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  <ns1:cxn ang="0">
                  <ns1:pos x="T30" y="T31"/>
                </ns1:cxn>
                <ns1:cxn ang="0">
                  <ns1:pos x="T32" y="T33"/>
                </ns1:cxn>
              </ns1:cxnLst>
              <ns1:rect l="0" t="0" r="r" b="b"/>
              <ns1:pathLst>
                <ns1:path w="44" h="44">
                  <ns1:moveTo>
                    <ns1:pt x="22" y="44"/>
                  </ns1:moveTo>
                  <ns1:cubicBezTo>
                    <ns1:pt x="16" y="44"/>
                    <ns1:pt x="10" y="41"/>
                    <ns1:pt x="6" y="37"/>
                  </ns1:cubicBezTo>
                  <ns1:cubicBezTo>
                    <ns1:pt x="2" y="33"/>
                    <ns1:pt x="0" y="28"/>
                    <ns1:pt x="0" y="22"/>
                  </ns1:cubicBezTo>
                  <ns1:cubicBezTo>
                    <ns1:pt x="0" y="16"/>
                    <ns1:pt x="2" y="10"/>
                    <ns1:pt x="6" y="6"/>
                  </ns1:cubicBezTo>
                  <ns1:cubicBezTo>
                    <ns1:pt x="10" y="2"/>
                    <ns1:pt x="16" y="0"/>
                    <ns1:pt x="22" y="0"/>
                  </ns1:cubicBezTo>
                  <ns1:cubicBezTo>
                    <ns1:pt x="28" y="0"/>
                    <ns1:pt x="33" y="2"/>
                    <ns1:pt x="37" y="6"/>
                  </ns1:cubicBezTo>
                  <ns1:cubicBezTo>
                    <ns1:pt x="42" y="10"/>
                    <ns1:pt x="44" y="16"/>
                    <ns1:pt x="44" y="22"/>
                  </ns1:cubicBezTo>
                  <ns1:cubicBezTo>
                    <ns1:pt x="44" y="28"/>
                    <ns1:pt x="42" y="33"/>
                    <ns1:pt x="37" y="37"/>
                  </ns1:cubicBezTo>
                  <ns1:cubicBezTo>
                    <ns1:pt x="33" y="41"/>
                    <ns1:pt x="28" y="44"/>
                    <ns1:pt x="22" y="44"/>
                  </ns1:cubicBezTo>
                  <ns1:close/>
                  <ns1:moveTo>
                    <ns1:pt x="22" y="12"/>
                  </ns1:moveTo>
                  <ns1:cubicBezTo>
                    <ns1:pt x="19" y="12"/>
                    <ns1:pt x="17" y="13"/>
                    <ns1:pt x="15" y="15"/>
                  </ns1:cubicBezTo>
                  <ns1:cubicBezTo>
                    <ns1:pt x="13" y="17"/>
                    <ns1:pt x="12" y="19"/>
                    <ns1:pt x="12" y="22"/>
                  </ns1:cubicBezTo>
                  <ns1:cubicBezTo>
                    <ns1:pt x="12" y="24"/>
                    <ns1:pt x="13" y="27"/>
                    <ns1:pt x="15" y="29"/>
                  </ns1:cubicBezTo>
                  <ns1:cubicBezTo>
                    <ns1:pt x="19" y="33"/>
                    <ns1:pt x="25" y="33"/>
                    <ns1:pt x="29" y="29"/>
                  </ns1:cubicBezTo>
                  <ns1:cubicBezTo>
                    <ns1:pt x="31" y="27"/>
                    <ns1:pt x="32" y="24"/>
                    <ns1:pt x="32" y="22"/>
                  </ns1:cubicBezTo>
                  <ns1:cubicBezTo>
                    <ns1:pt x="32" y="19"/>
                    <ns1:pt x="31" y="17"/>
                    <ns1:pt x="29" y="15"/>
                  </ns1:cubicBezTo>
                  <ns1:cubicBezTo>
                    <ns1:pt x="27" y="13"/>
                    <ns1:pt x="24" y="12"/>
                    <ns1:pt x="22" y="12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119" name="Freeform 21"/>
            <ns0:cNvSpPr>
              <ns1:spLocks noEditPoints="1"/>
            </ns0:cNvSpPr>
            <ns0:nvPr/>
          </ns0:nvSpPr>
          <ns0:spPr bwMode="auto">
            <ns1:xfrm>
              <ns1:off x="8321675" y="1995488"/>
              <ns1:ext cx="147637" cy="136525"/>
            </ns1:xfrm>
            <ns1:custGeom>
              <ns1:avLst/>
              <ns1:gdLst>
                <ns1:gd name="T0" fmla="*/ 20 w 39"/>
                <ns1:gd name="T1" fmla="*/ 36 h 36"/>
                <ns1:gd name="T2" fmla="*/ 7 w 39"/>
                <ns1:gd name="T3" fmla="*/ 30 h 36"/>
                <ns1:gd name="T4" fmla="*/ 7 w 39"/>
                <ns1:gd name="T5" fmla="*/ 5 h 36"/>
                <ns1:gd name="T6" fmla="*/ 20 w 39"/>
                <ns1:gd name="T7" fmla="*/ 0 h 36"/>
                <ns1:gd name="T8" fmla="*/ 32 w 39"/>
                <ns1:gd name="T9" fmla="*/ 5 h 36"/>
                <ns1:gd name="T10" fmla="*/ 32 w 39"/>
                <ns1:gd name="T11" fmla="*/ 30 h 36"/>
                <ns1:gd name="T12" fmla="*/ 20 w 39"/>
                <ns1:gd name="T13" fmla="*/ 36 h 36"/>
                <ns1:gd name="T14" fmla="*/ 20 w 39"/>
                <ns1:gd name="T15" fmla="*/ 12 h 36"/>
                <ns1:gd name="T16" fmla="*/ 15 w 39"/>
                <ns1:gd name="T17" fmla="*/ 13 h 36"/>
                <ns1:gd name="T18" fmla="*/ 15 w 39"/>
                <ns1:gd name="T19" fmla="*/ 22 h 36"/>
                <ns1:gd name="T20" fmla="*/ 24 w 39"/>
                <ns1:gd name="T21" fmla="*/ 22 h 36"/>
                <ns1:gd name="T22" fmla="*/ 24 w 39"/>
                <ns1:gd name="T23" fmla="*/ 13 h 36"/>
                <ns1:gd name="T24" fmla="*/ 20 w 39"/>
                <ns1:gd name="T25" fmla="*/ 12 h 36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</ns1:cxnLst>
              <ns1:rect l="0" t="0" r="r" b="b"/>
              <ns1:pathLst>
                <ns1:path w="39" h="36">
                  <ns1:moveTo>
                    <ns1:pt x="20" y="36"/>
                  </ns1:moveTo>
                  <ns1:cubicBezTo>
                    <ns1:pt x="15" y="36"/>
                    <ns1:pt x="10" y="34"/>
                    <ns1:pt x="7" y="30"/>
                  </ns1:cubicBezTo>
                  <ns1:cubicBezTo>
                    <ns1:pt x="0" y="23"/>
                    <ns1:pt x="0" y="12"/>
                    <ns1:pt x="7" y="5"/>
                  </ns1:cubicBezTo>
                  <ns1:cubicBezTo>
                    <ns1:pt x="10" y="1"/>
                    <ns1:pt x="15" y="0"/>
                    <ns1:pt x="20" y="0"/>
                  </ns1:cubicBezTo>
                  <ns1:cubicBezTo>
                    <ns1:pt x="24" y="0"/>
                    <ns1:pt x="29" y="1"/>
                    <ns1:pt x="32" y="5"/>
                  </ns1:cubicBezTo>
                  <ns1:cubicBezTo>
                    <ns1:pt x="39" y="12"/>
                    <ns1:pt x="39" y="23"/>
                    <ns1:pt x="32" y="30"/>
                  </ns1:cubicBezTo>
                  <ns1:cubicBezTo>
                    <ns1:pt x="29" y="34"/>
                    <ns1:pt x="24" y="36"/>
                    <ns1:pt x="20" y="36"/>
                  </ns1:cubicBezTo>
                  <ns1:close/>
                  <ns1:moveTo>
                    <ns1:pt x="20" y="12"/>
                  </ns1:moveTo>
                  <ns1:cubicBezTo>
                    <ns1:pt x="18" y="12"/>
                    <ns1:pt x="17" y="12"/>
                    <ns1:pt x="15" y="13"/>
                  </ns1:cubicBezTo>
                  <ns1:cubicBezTo>
                    <ns1:pt x="13" y="16"/>
                    <ns1:pt x="13" y="20"/>
                    <ns1:pt x="15" y="22"/>
                  </ns1:cubicBezTo>
                  <ns1:cubicBezTo>
                    <ns1:pt x="18" y="24"/>
                    <ns1:pt x="22" y="24"/>
                    <ns1:pt x="24" y="22"/>
                  </ns1:cubicBezTo>
                  <ns1:cubicBezTo>
                    <ns1:pt x="26" y="20"/>
                    <ns1:pt x="26" y="16"/>
                    <ns1:pt x="24" y="13"/>
                  </ns1:cubicBezTo>
                  <ns1:cubicBezTo>
                    <ns1:pt x="23" y="12"/>
                    <ns1:pt x="21" y="12"/>
                    <ns1:pt x="20" y="12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120" name="Freeform 22"/>
            <ns0:cNvSpPr>
              <ns1:spLocks noEditPoints="1"/>
            </ns0:cNvSpPr>
            <ns0:nvPr/>
          </ns0:nvSpPr>
          <ns0:spPr bwMode="auto">
            <ns1:xfrm>
              <ns1:off x="8191500" y="2154238"/>
              <ns1:ext cx="198437" cy="198438"/>
            </ns1:xfrm>
            <ns1:custGeom>
              <ns1:avLst/>
              <ns1:gdLst>
                <ns1:gd name="T0" fmla="*/ 26 w 52"/>
                <ns1:gd name="T1" fmla="*/ 52 h 52"/>
                <ns1:gd name="T2" fmla="*/ 7 w 52"/>
                <ns1:gd name="T3" fmla="*/ 44 h 52"/>
                <ns1:gd name="T4" fmla="*/ 0 w 52"/>
                <ns1:gd name="T5" fmla="*/ 26 h 52"/>
                <ns1:gd name="T6" fmla="*/ 7 w 52"/>
                <ns1:gd name="T7" fmla="*/ 7 h 52"/>
                <ns1:gd name="T8" fmla="*/ 26 w 52"/>
                <ns1:gd name="T9" fmla="*/ 0 h 52"/>
                <ns1:gd name="T10" fmla="*/ 44 w 52"/>
                <ns1:gd name="T11" fmla="*/ 7 h 52"/>
                <ns1:gd name="T12" fmla="*/ 52 w 52"/>
                <ns1:gd name="T13" fmla="*/ 26 h 52"/>
                <ns1:gd name="T14" fmla="*/ 44 w 52"/>
                <ns1:gd name="T15" fmla="*/ 44 h 52"/>
                <ns1:gd name="T16" fmla="*/ 26 w 52"/>
                <ns1:gd name="T17" fmla="*/ 52 h 52"/>
                <ns1:gd name="T18" fmla="*/ 26 w 52"/>
                <ns1:gd name="T19" fmla="*/ 12 h 52"/>
                <ns1:gd name="T20" fmla="*/ 16 w 52"/>
                <ns1:gd name="T21" fmla="*/ 16 h 52"/>
                <ns1:gd name="T22" fmla="*/ 12 w 52"/>
                <ns1:gd name="T23" fmla="*/ 26 h 52"/>
                <ns1:gd name="T24" fmla="*/ 16 w 52"/>
                <ns1:gd name="T25" fmla="*/ 35 h 52"/>
                <ns1:gd name="T26" fmla="*/ 36 w 52"/>
                <ns1:gd name="T27" fmla="*/ 35 h 52"/>
                <ns1:gd name="T28" fmla="*/ 40 w 52"/>
                <ns1:gd name="T29" fmla="*/ 26 h 52"/>
                <ns1:gd name="T30" fmla="*/ 36 w 52"/>
                <ns1:gd name="T31" fmla="*/ 16 h 52"/>
                <ns1:gd name="T32" fmla="*/ 26 w 52"/>
                <ns1:gd name="T33" fmla="*/ 12 h 52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  <ns1:cxn ang="0">
                  <ns1:pos x="T30" y="T31"/>
                </ns1:cxn>
                <ns1:cxn ang="0">
                  <ns1:pos x="T32" y="T33"/>
                </ns1:cxn>
              </ns1:cxnLst>
              <ns1:rect l="0" t="0" r="r" b="b"/>
              <ns1:pathLst>
                <ns1:path w="52" h="52">
                  <ns1:moveTo>
                    <ns1:pt x="26" y="52"/>
                  </ns1:moveTo>
                  <ns1:cubicBezTo>
                    <ns1:pt x="19" y="52"/>
                    <ns1:pt x="12" y="49"/>
                    <ns1:pt x="7" y="44"/>
                  </ns1:cubicBezTo>
                  <ns1:cubicBezTo>
                    <ns1:pt x="3" y="39"/>
                    <ns1:pt x="0" y="32"/>
                    <ns1:pt x="0" y="26"/>
                  </ns1:cubicBezTo>
                  <ns1:cubicBezTo>
                    <ns1:pt x="0" y="19"/>
                    <ns1:pt x="3" y="12"/>
                    <ns1:pt x="7" y="7"/>
                  </ns1:cubicBezTo>
                  <ns1:cubicBezTo>
                    <ns1:pt x="12" y="2"/>
                    <ns1:pt x="19" y="0"/>
                    <ns1:pt x="26" y="0"/>
                  </ns1:cubicBezTo>
                  <ns1:cubicBezTo>
                    <ns1:pt x="33" y="0"/>
                    <ns1:pt x="39" y="2"/>
                    <ns1:pt x="44" y="7"/>
                  </ns1:cubicBezTo>
                  <ns1:cubicBezTo>
                    <ns1:pt x="49" y="12"/>
                    <ns1:pt x="52" y="19"/>
                    <ns1:pt x="52" y="26"/>
                  </ns1:cubicBezTo>
                  <ns1:cubicBezTo>
                    <ns1:pt x="52" y="32"/>
                    <ns1:pt x="49" y="39"/>
                    <ns1:pt x="44" y="44"/>
                  </ns1:cubicBezTo>
                  <ns1:cubicBezTo>
                    <ns1:pt x="39" y="49"/>
                    <ns1:pt x="33" y="52"/>
                    <ns1:pt x="26" y="52"/>
                  </ns1:cubicBezTo>
                  <ns1:close/>
                  <ns1:moveTo>
                    <ns1:pt x="26" y="12"/>
                  </ns1:moveTo>
                  <ns1:cubicBezTo>
                    <ns1:pt x="22" y="12"/>
                    <ns1:pt x="19" y="13"/>
                    <ns1:pt x="16" y="16"/>
                  </ns1:cubicBezTo>
                  <ns1:cubicBezTo>
                    <ns1:pt x="13" y="18"/>
                    <ns1:pt x="12" y="22"/>
                    <ns1:pt x="12" y="26"/>
                  </ns1:cubicBezTo>
                  <ns1:cubicBezTo>
                    <ns1:pt x="12" y="29"/>
                    <ns1:pt x="13" y="33"/>
                    <ns1:pt x="16" y="35"/>
                  </ns1:cubicBezTo>
                  <ns1:cubicBezTo>
                    <ns1:pt x="21" y="41"/>
                    <ns1:pt x="30" y="41"/>
                    <ns1:pt x="36" y="35"/>
                  </ns1:cubicBezTo>
                  <ns1:cubicBezTo>
                    <ns1:pt x="38" y="33"/>
                    <ns1:pt x="40" y="29"/>
                    <ns1:pt x="40" y="26"/>
                  </ns1:cubicBezTo>
                  <ns1:cubicBezTo>
                    <ns1:pt x="40" y="22"/>
                    <ns1:pt x="38" y="18"/>
                    <ns1:pt x="36" y="16"/>
                  </ns1:cubicBezTo>
                  <ns1:cubicBezTo>
                    <ns1:pt x="33" y="13"/>
                    <ns1:pt x="30" y="12"/>
                    <ns1:pt x="26" y="12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121" name="Freeform 23"/>
            <ns0:cNvSpPr>
              <ns1:spLocks noEditPoints="1"/>
            </ns0:cNvSpPr>
            <ns0:nvPr/>
          </ns0:nvSpPr>
          <ns0:spPr bwMode="auto">
            <ns1:xfrm>
              <ns1:off x="7967663" y="1747838"/>
              <ns1:ext cx="166687" cy="166688"/>
            </ns1:xfrm>
            <ns1:custGeom>
              <ns1:avLst/>
              <ns1:gdLst>
                <ns1:gd name="T0" fmla="*/ 22 w 44"/>
                <ns1:gd name="T1" fmla="*/ 44 h 44"/>
                <ns1:gd name="T2" fmla="*/ 6 w 44"/>
                <ns1:gd name="T3" fmla="*/ 38 h 44"/>
                <ns1:gd name="T4" fmla="*/ 0 w 44"/>
                <ns1:gd name="T5" fmla="*/ 22 h 44"/>
                <ns1:gd name="T6" fmla="*/ 6 w 44"/>
                <ns1:gd name="T7" fmla="*/ 6 h 44"/>
                <ns1:gd name="T8" fmla="*/ 22 w 44"/>
                <ns1:gd name="T9" fmla="*/ 0 h 44"/>
                <ns1:gd name="T10" fmla="*/ 38 w 44"/>
                <ns1:gd name="T11" fmla="*/ 6 h 44"/>
                <ns1:gd name="T12" fmla="*/ 44 w 44"/>
                <ns1:gd name="T13" fmla="*/ 22 h 44"/>
                <ns1:gd name="T14" fmla="*/ 38 w 44"/>
                <ns1:gd name="T15" fmla="*/ 38 h 44"/>
                <ns1:gd name="T16" fmla="*/ 22 w 44"/>
                <ns1:gd name="T17" fmla="*/ 44 h 44"/>
                <ns1:gd name="T18" fmla="*/ 22 w 44"/>
                <ns1:gd name="T19" fmla="*/ 12 h 44"/>
                <ns1:gd name="T20" fmla="*/ 15 w 44"/>
                <ns1:gd name="T21" fmla="*/ 15 h 44"/>
                <ns1:gd name="T22" fmla="*/ 12 w 44"/>
                <ns1:gd name="T23" fmla="*/ 22 h 44"/>
                <ns1:gd name="T24" fmla="*/ 15 w 44"/>
                <ns1:gd name="T25" fmla="*/ 29 h 44"/>
                <ns1:gd name="T26" fmla="*/ 29 w 44"/>
                <ns1:gd name="T27" fmla="*/ 29 h 44"/>
                <ns1:gd name="T28" fmla="*/ 32 w 44"/>
                <ns1:gd name="T29" fmla="*/ 22 h 44"/>
                <ns1:gd name="T30" fmla="*/ 29 w 44"/>
                <ns1:gd name="T31" fmla="*/ 15 h 44"/>
                <ns1:gd name="T32" fmla="*/ 22 w 44"/>
                <ns1:gd name="T33" fmla="*/ 12 h 44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  <ns1:cxn ang="0">
                  <ns1:pos x="T30" y="T31"/>
                </ns1:cxn>
                <ns1:cxn ang="0">
                  <ns1:pos x="T32" y="T33"/>
                </ns1:cxn>
              </ns1:cxnLst>
              <ns1:rect l="0" t="0" r="r" b="b"/>
              <ns1:pathLst>
                <ns1:path w="44" h="44">
                  <ns1:moveTo>
                    <ns1:pt x="22" y="44"/>
                  </ns1:moveTo>
                  <ns1:cubicBezTo>
                    <ns1:pt x="16" y="44"/>
                    <ns1:pt x="11" y="42"/>
                    <ns1:pt x="6" y="38"/>
                  </ns1:cubicBezTo>
                  <ns1:cubicBezTo>
                    <ns1:pt x="2" y="33"/>
                    <ns1:pt x="0" y="28"/>
                    <ns1:pt x="0" y="22"/>
                  </ns1:cubicBezTo>
                  <ns1:cubicBezTo>
                    <ns1:pt x="0" y="16"/>
                    <ns1:pt x="2" y="11"/>
                    <ns1:pt x="6" y="6"/>
                  </ns1:cubicBezTo>
                  <ns1:cubicBezTo>
                    <ns1:pt x="11" y="2"/>
                    <ns1:pt x="16" y="0"/>
                    <ns1:pt x="22" y="0"/>
                  </ns1:cubicBezTo>
                  <ns1:cubicBezTo>
                    <ns1:pt x="28" y="0"/>
                    <ns1:pt x="33" y="2"/>
                    <ns1:pt x="38" y="6"/>
                  </ns1:cubicBezTo>
                  <ns1:cubicBezTo>
                    <ns1:pt x="42" y="11"/>
                    <ns1:pt x="44" y="16"/>
                    <ns1:pt x="44" y="22"/>
                  </ns1:cubicBezTo>
                  <ns1:cubicBezTo>
                    <ns1:pt x="44" y="28"/>
                    <ns1:pt x="42" y="33"/>
                    <ns1:pt x="38" y="38"/>
                  </ns1:cubicBezTo>
                  <ns1:cubicBezTo>
                    <ns1:pt x="33" y="42"/>
                    <ns1:pt x="28" y="44"/>
                    <ns1:pt x="22" y="44"/>
                  </ns1:cubicBezTo>
                  <ns1:close/>
                  <ns1:moveTo>
                    <ns1:pt x="22" y="12"/>
                  </ns1:moveTo>
                  <ns1:cubicBezTo>
                    <ns1:pt x="19" y="12"/>
                    <ns1:pt x="17" y="13"/>
                    <ns1:pt x="15" y="15"/>
                  </ns1:cubicBezTo>
                  <ns1:cubicBezTo>
                    <ns1:pt x="13" y="17"/>
                    <ns1:pt x="12" y="19"/>
                    <ns1:pt x="12" y="22"/>
                  </ns1:cubicBezTo>
                  <ns1:cubicBezTo>
                    <ns1:pt x="12" y="25"/>
                    <ns1:pt x="13" y="27"/>
                    <ns1:pt x="15" y="29"/>
                  </ns1:cubicBezTo>
                  <ns1:cubicBezTo>
                    <ns1:pt x="19" y="33"/>
                    <ns1:pt x="25" y="33"/>
                    <ns1:pt x="29" y="29"/>
                  </ns1:cubicBezTo>
                  <ns1:cubicBezTo>
                    <ns1:pt x="31" y="27"/>
                    <ns1:pt x="32" y="25"/>
                    <ns1:pt x="32" y="22"/>
                  </ns1:cubicBezTo>
                  <ns1:cubicBezTo>
                    <ns1:pt x="32" y="19"/>
                    <ns1:pt x="31" y="17"/>
                    <ns1:pt x="29" y="15"/>
                  </ns1:cubicBezTo>
                  <ns1:cubicBezTo>
                    <ns1:pt x="27" y="13"/>
                    <ns1:pt x="25" y="12"/>
                    <ns1:pt x="22" y="12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</ns0:grpSp>
      <ns0:sp>
        <ns0:nvSpPr>
          <ns0:cNvPr id="122" name="Freeform 38"/>
          <ns0:cNvSpPr>
            <ns1:spLocks noEditPoints="1"/>
          </ns0:cNvSpPr>
          <ns0:nvPr/>
        </ns0:nvSpPr>
        <ns0:spPr bwMode="auto">
          <ns1:xfrm>
            <ns1:off x="8240067" y="3723600"/>
            <ns1:ext cx="412245" cy="411171"/>
          </ns1:xfrm>
          <ns1:custGeom>
            <ns1:avLst/>
            <ns1:gdLst>
              <ns1:gd name="T0" fmla="*/ 236 w 236"/>
              <ns1:gd name="T1" fmla="*/ 38 h 236"/>
              <ns1:gd name="T2" fmla="*/ 230 w 236"/>
              <ns1:gd name="T3" fmla="*/ 0 h 236"/>
              <ns1:gd name="T4" fmla="*/ 192 w 236"/>
              <ns1:gd name="T5" fmla="*/ 6 h 236"/>
              <ns1:gd name="T6" fmla="*/ 44 w 236"/>
              <ns1:gd name="T7" fmla="*/ 16 h 236"/>
              <ns1:gd name="T8" fmla="*/ 38 w 236"/>
              <ns1:gd name="T9" fmla="*/ 0 h 236"/>
              <ns1:gd name="T10" fmla="*/ 0 w 236"/>
              <ns1:gd name="T11" fmla="*/ 6 h 236"/>
              <ns1:gd name="T12" fmla="*/ 6 w 236"/>
              <ns1:gd name="T13" fmla="*/ 44 h 236"/>
              <ns1:gd name="T14" fmla="*/ 16 w 236"/>
              <ns1:gd name="T15" fmla="*/ 192 h 236"/>
              <ns1:gd name="T16" fmla="*/ 0 w 236"/>
              <ns1:gd name="T17" fmla="*/ 198 h 236"/>
              <ns1:gd name="T18" fmla="*/ 6 w 236"/>
              <ns1:gd name="T19" fmla="*/ 236 h 236"/>
              <ns1:gd name="T20" fmla="*/ 44 w 236"/>
              <ns1:gd name="T21" fmla="*/ 230 h 236"/>
              <ns1:gd name="T22" fmla="*/ 192 w 236"/>
              <ns1:gd name="T23" fmla="*/ 220 h 236"/>
              <ns1:gd name="T24" fmla="*/ 198 w 236"/>
              <ns1:gd name="T25" fmla="*/ 236 h 236"/>
              <ns1:gd name="T26" fmla="*/ 236 w 236"/>
              <ns1:gd name="T27" fmla="*/ 230 h 236"/>
              <ns1:gd name="T28" fmla="*/ 230 w 236"/>
              <ns1:gd name="T29" fmla="*/ 192 h 236"/>
              <ns1:gd name="T30" fmla="*/ 220 w 236"/>
              <ns1:gd name="T31" fmla="*/ 44 h 236"/>
              <ns1:gd name="T32" fmla="*/ 204 w 236"/>
              <ns1:gd name="T33" fmla="*/ 12 h 236"/>
              <ns1:gd name="T34" fmla="*/ 224 w 236"/>
              <ns1:gd name="T35" fmla="*/ 32 h 236"/>
              <ns1:gd name="T36" fmla="*/ 204 w 236"/>
              <ns1:gd name="T37" fmla="*/ 12 h 236"/>
              <ns1:gd name="T38" fmla="*/ 32 w 236"/>
              <ns1:gd name="T39" fmla="*/ 12 h 236"/>
              <ns1:gd name="T40" fmla="*/ 12 w 236"/>
              <ns1:gd name="T41" fmla="*/ 32 h 236"/>
              <ns1:gd name="T42" fmla="*/ 32 w 236"/>
              <ns1:gd name="T43" fmla="*/ 224 h 236"/>
              <ns1:gd name="T44" fmla="*/ 12 w 236"/>
              <ns1:gd name="T45" fmla="*/ 204 h 236"/>
              <ns1:gd name="T46" fmla="*/ 32 w 236"/>
              <ns1:gd name="T47" fmla="*/ 224 h 236"/>
              <ns1:gd name="T48" fmla="*/ 204 w 236"/>
              <ns1:gd name="T49" fmla="*/ 224 h 236"/>
              <ns1:gd name="T50" fmla="*/ 224 w 236"/>
              <ns1:gd name="T51" fmla="*/ 204 h 236"/>
              <ns1:gd name="T52" fmla="*/ 208 w 236"/>
              <ns1:gd name="T53" fmla="*/ 192 h 236"/>
              <ns1:gd name="T54" fmla="*/ 192 w 236"/>
              <ns1:gd name="T55" fmla="*/ 198 h 236"/>
              <ns1:gd name="T56" fmla="*/ 44 w 236"/>
              <ns1:gd name="T57" fmla="*/ 208 h 236"/>
              <ns1:gd name="T58" fmla="*/ 38 w 236"/>
              <ns1:gd name="T59" fmla="*/ 192 h 236"/>
              <ns1:gd name="T60" fmla="*/ 28 w 236"/>
              <ns1:gd name="T61" fmla="*/ 44 h 236"/>
              <ns1:gd name="T62" fmla="*/ 44 w 236"/>
              <ns1:gd name="T63" fmla="*/ 38 h 236"/>
              <ns1:gd name="T64" fmla="*/ 192 w 236"/>
              <ns1:gd name="T65" fmla="*/ 28 h 236"/>
              <ns1:gd name="T66" fmla="*/ 198 w 236"/>
              <ns1:gd name="T67" fmla="*/ 44 h 236"/>
              <ns1:gd name="T68" fmla="*/ 208 w 236"/>
              <ns1:gd name="T69" fmla="*/ 192 h 236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  <ns1:cxn ang="0">
                <ns1:pos x="T32" y="T33"/>
              </ns1:cxn>
              <ns1:cxn ang="0">
                <ns1:pos x="T34" y="T35"/>
              </ns1:cxn>
              <ns1:cxn ang="0">
                <ns1:pos x="T36" y="T37"/>
              </ns1:cxn>
              <ns1:cxn ang="0">
                <ns1:pos x="T38" y="T39"/>
              </ns1:cxn>
              <ns1:cxn ang="0">
                <ns1:pos x="T40" y="T41"/>
              </ns1:cxn>
              <ns1:cxn ang="0">
                <ns1:pos x="T42" y="T43"/>
              </ns1:cxn>
              <ns1:cxn ang="0">
                <ns1:pos x="T44" y="T45"/>
              </ns1:cxn>
              <ns1:cxn ang="0">
                <ns1:pos x="T46" y="T47"/>
              </ns1:cxn>
              <ns1:cxn ang="0">
                <ns1:pos x="T48" y="T49"/>
              </ns1:cxn>
              <ns1:cxn ang="0">
                <ns1:pos x="T50" y="T51"/>
              </ns1:cxn>
              <ns1:cxn ang="0">
                <ns1:pos x="T52" y="T53"/>
              </ns1:cxn>
              <ns1:cxn ang="0">
                <ns1:pos x="T54" y="T55"/>
              </ns1:cxn>
              <ns1:cxn ang="0">
                <ns1:pos x="T56" y="T57"/>
              </ns1:cxn>
              <ns1:cxn ang="0">
                <ns1:pos x="T58" y="T59"/>
              </ns1:cxn>
              <ns1:cxn ang="0">
                <ns1:pos x="T60" y="T61"/>
              </ns1:cxn>
              <ns1:cxn ang="0">
                <ns1:pos x="T62" y="T63"/>
              </ns1:cxn>
              <ns1:cxn ang="0">
                <ns1:pos x="T64" y="T65"/>
              </ns1:cxn>
              <ns1:cxn ang="0">
                <ns1:pos x="T66" y="T67"/>
              </ns1:cxn>
              <ns1:cxn ang="0">
                <ns1:pos x="T68" y="T69"/>
              </ns1:cxn>
            </ns1:cxnLst>
            <ns1:rect l="0" t="0" r="r" b="b"/>
            <ns1:pathLst>
              <ns1:path w="236" h="236">
                <ns1:moveTo>
                  <ns1:pt x="230" y="44"/>
                </ns1:moveTo>
                <ns1:cubicBezTo>
                  <ns1:pt x="233" y="44"/>
                  <ns1:pt x="236" y="41"/>
                  <ns1:pt x="236" y="38"/>
                </ns1:cubicBezTo>
                <ns1:cubicBezTo>
                  <ns1:pt x="236" y="6"/>
                  <ns1:pt x="236" y="6"/>
                  <ns1:pt x="236" y="6"/>
                </ns1:cubicBezTo>
                <ns1:cubicBezTo>
                  <ns1:pt x="236" y="3"/>
                  <ns1:pt x="233" y="0"/>
                  <ns1:pt x="230" y="0"/>
                </ns1:cubicBezTo>
                <ns1:cubicBezTo>
                  <ns1:pt x="198" y="0"/>
                  <ns1:pt x="198" y="0"/>
                  <ns1:pt x="198" y="0"/>
                </ns1:cubicBezTo>
                <ns1:cubicBezTo>
                  <ns1:pt x="195" y="0"/>
                  <ns1:pt x="192" y="3"/>
                  <ns1:pt x="192" y="6"/>
                </ns1:cubicBezTo>
                <ns1:cubicBezTo>
                  <ns1:pt x="192" y="16"/>
                  <ns1:pt x="192" y="16"/>
                  <ns1:pt x="192" y="16"/>
                </ns1:cubicBezTo>
                <ns1:cubicBezTo>
                  <ns1:pt x="44" y="16"/>
                  <ns1:pt x="44" y="16"/>
                  <ns1:pt x="44" y="16"/>
                </ns1:cubicBezTo>
                <ns1:cubicBezTo>
                  <ns1:pt x="44" y="6"/>
                  <ns1:pt x="44" y="6"/>
                  <ns1:pt x="44" y="6"/>
                </ns1:cubicBezTo>
                <ns1:cubicBezTo>
                  <ns1:pt x="44" y="3"/>
                  <ns1:pt x="41" y="0"/>
                  <ns1:pt x="38" y="0"/>
                </ns1:cubicBezTo>
                <ns1:cubicBezTo>
                  <ns1:pt x="6" y="0"/>
                  <ns1:pt x="6" y="0"/>
                  <ns1:pt x="6" y="0"/>
                </ns1:cubicBezTo>
                <ns1:cubicBezTo>
                  <ns1:pt x="3" y="0"/>
                  <ns1:pt x="0" y="3"/>
                  <ns1:pt x="0" y="6"/>
                </ns1:cubicBezTo>
                <ns1:cubicBezTo>
                  <ns1:pt x="0" y="38"/>
                  <ns1:pt x="0" y="38"/>
                  <ns1:pt x="0" y="38"/>
                </ns1:cubicBezTo>
                <ns1:cubicBezTo>
                  <ns1:pt x="0" y="41"/>
                  <ns1:pt x="3" y="44"/>
                  <ns1:pt x="6" y="44"/>
                </ns1:cubicBezTo>
                <ns1:cubicBezTo>
                  <ns1:pt x="16" y="44"/>
                  <ns1:pt x="16" y="44"/>
                  <ns1:pt x="16" y="44"/>
                </ns1:cubicBezTo>
                <ns1:cubicBezTo>
                  <ns1:pt x="16" y="192"/>
                  <ns1:pt x="16" y="192"/>
                  <ns1:pt x="16" y="192"/>
                </ns1:cubicBezTo>
                <ns1:cubicBezTo>
                  <ns1:pt x="6" y="192"/>
                  <ns1:pt x="6" y="192"/>
                  <ns1:pt x="6" y="192"/>
                </ns1:cubicBezTo>
                <ns1:cubicBezTo>
                  <ns1:pt x="3" y="192"/>
                  <ns1:pt x="0" y="195"/>
                  <ns1:pt x="0" y="198"/>
                </ns1:cubicBezTo>
                <ns1:cubicBezTo>
                  <ns1:pt x="0" y="230"/>
                  <ns1:pt x="0" y="230"/>
                  <ns1:pt x="0" y="230"/>
                </ns1:cubicBezTo>
                <ns1:cubicBezTo>
                  <ns1:pt x="0" y="233"/>
                  <ns1:pt x="3" y="236"/>
                  <ns1:pt x="6" y="236"/>
                </ns1:cubicBezTo>
                <ns1:cubicBezTo>
                  <ns1:pt x="38" y="236"/>
                  <ns1:pt x="38" y="236"/>
                  <ns1:pt x="38" y="236"/>
                </ns1:cubicBezTo>
                <ns1:cubicBezTo>
                  <ns1:pt x="41" y="236"/>
                  <ns1:pt x="44" y="233"/>
                  <ns1:pt x="44" y="230"/>
                </ns1:cubicBezTo>
                <ns1:cubicBezTo>
                  <ns1:pt x="44" y="220"/>
                  <ns1:pt x="44" y="220"/>
                  <ns1:pt x="44" y="220"/>
                </ns1:cubicBezTo>
                <ns1:cubicBezTo>
                  <ns1:pt x="192" y="220"/>
                  <ns1:pt x="192" y="220"/>
                  <ns1:pt x="192" y="220"/>
                </ns1:cubicBezTo>
                <ns1:cubicBezTo>
                  <ns1:pt x="192" y="230"/>
                  <ns1:pt x="192" y="230"/>
                  <ns1:pt x="192" y="230"/>
                </ns1:cubicBezTo>
                <ns1:cubicBezTo>
                  <ns1:pt x="192" y="233"/>
                  <ns1:pt x="195" y="236"/>
                  <ns1:pt x="198" y="236"/>
                </ns1:cubicBezTo>
                <ns1:cubicBezTo>
                  <ns1:pt x="230" y="236"/>
                  <ns1:pt x="230" y="236"/>
                  <ns1:pt x="230" y="236"/>
                </ns1:cubicBezTo>
                <ns1:cubicBezTo>
                  <ns1:pt x="233" y="236"/>
                  <ns1:pt x="236" y="233"/>
                  <ns1:pt x="236" y="230"/>
                </ns1:cubicBezTo>
                <ns1:cubicBezTo>
                  <ns1:pt x="236" y="198"/>
                  <ns1:pt x="236" y="198"/>
                  <ns1:pt x="236" y="198"/>
                </ns1:cubicBezTo>
                <ns1:cubicBezTo>
                  <ns1:pt x="236" y="195"/>
                  <ns1:pt x="233" y="192"/>
                  <ns1:pt x="230" y="192"/>
                </ns1:cubicBezTo>
                <ns1:cubicBezTo>
                  <ns1:pt x="220" y="192"/>
                  <ns1:pt x="220" y="192"/>
                  <ns1:pt x="220" y="192"/>
                </ns1:cubicBezTo>
                <ns1:cubicBezTo>
                  <ns1:pt x="220" y="44"/>
                  <ns1:pt x="220" y="44"/>
                  <ns1:pt x="220" y="44"/>
                </ns1:cubicBezTo>
                <ns1:lnTo>
                  <ns1:pt x="230" y="44"/>
                </ns1:lnTo>
                <ns1:close/>
                <ns1:moveTo>
                  <ns1:pt x="204" y="12"/>
                </ns1:moveTo>
                <ns1:cubicBezTo>
                  <ns1:pt x="224" y="12"/>
                  <ns1:pt x="224" y="12"/>
                  <ns1:pt x="224" y="12"/>
                </ns1:cubicBezTo>
                <ns1:cubicBezTo>
                  <ns1:pt x="224" y="32"/>
                  <ns1:pt x="224" y="32"/>
                  <ns1:pt x="224" y="32"/>
                </ns1:cubicBezTo>
                <ns1:cubicBezTo>
                  <ns1:pt x="204" y="32"/>
                  <ns1:pt x="204" y="32"/>
                  <ns1:pt x="204" y="32"/>
                </ns1:cubicBezTo>
                <ns1:lnTo>
                  <ns1:pt x="204" y="12"/>
                </ns1:lnTo>
                <ns1:close/>
                <ns1:moveTo>
                  <ns1:pt x="12" y="12"/>
                </ns1:moveTo>
                <ns1:cubicBezTo>
                  <ns1:pt x="32" y="12"/>
                  <ns1:pt x="32" y="12"/>
                  <ns1:pt x="32" y="12"/>
                </ns1:cubicBezTo>
                <ns1:cubicBezTo>
                  <ns1:pt x="32" y="32"/>
                  <ns1:pt x="32" y="32"/>
                  <ns1:pt x="32" y="32"/>
                </ns1:cubicBezTo>
                <ns1:cubicBezTo>
                  <ns1:pt x="12" y="32"/>
                  <ns1:pt x="12" y="32"/>
                  <ns1:pt x="12" y="32"/>
                </ns1:cubicBezTo>
                <ns1:lnTo>
                  <ns1:pt x="12" y="12"/>
                </ns1:lnTo>
                <ns1:close/>
                <ns1:moveTo>
                  <ns1:pt x="32" y="224"/>
                </ns1:moveTo>
                <ns1:cubicBezTo>
                  <ns1:pt x="12" y="224"/>
                  <ns1:pt x="12" y="224"/>
                  <ns1:pt x="12" y="224"/>
                </ns1:cubicBezTo>
                <ns1:cubicBezTo>
                  <ns1:pt x="12" y="204"/>
                  <ns1:pt x="12" y="204"/>
                  <ns1:pt x="12" y="204"/>
                </ns1:cubicBezTo>
                <ns1:cubicBezTo>
                  <ns1:pt x="32" y="204"/>
                  <ns1:pt x="32" y="204"/>
                  <ns1:pt x="32" y="204"/>
                </ns1:cubicBezTo>
                <ns1:lnTo>
                  <ns1:pt x="32" y="224"/>
                </ns1:lnTo>
                <ns1:close/>
                <ns1:moveTo>
                  <ns1:pt x="224" y="224"/>
                </ns1:moveTo>
                <ns1:cubicBezTo>
                  <ns1:pt x="204" y="224"/>
                  <ns1:pt x="204" y="224"/>
                  <ns1:pt x="204" y="224"/>
                </ns1:cubicBezTo>
                <ns1:cubicBezTo>
                  <ns1:pt x="204" y="204"/>
                  <ns1:pt x="204" y="204"/>
                  <ns1:pt x="204" y="204"/>
                </ns1:cubicBezTo>
                <ns1:cubicBezTo>
                  <ns1:pt x="224" y="204"/>
                  <ns1:pt x="224" y="204"/>
                  <ns1:pt x="224" y="204"/>
                </ns1:cubicBezTo>
                <ns1:lnTo>
                  <ns1:pt x="224" y="224"/>
                </ns1:lnTo>
                <ns1:close/>
                <ns1:moveTo>
                  <ns1:pt x="208" y="192"/>
                </ns1:moveTo>
                <ns1:cubicBezTo>
                  <ns1:pt x="198" y="192"/>
                  <ns1:pt x="198" y="192"/>
                  <ns1:pt x="198" y="192"/>
                </ns1:cubicBezTo>
                <ns1:cubicBezTo>
                  <ns1:pt x="195" y="192"/>
                  <ns1:pt x="192" y="195"/>
                  <ns1:pt x="192" y="198"/>
                </ns1:cubicBezTo>
                <ns1:cubicBezTo>
                  <ns1:pt x="192" y="208"/>
                  <ns1:pt x="192" y="208"/>
                  <ns1:pt x="192" y="208"/>
                </ns1:cubicBezTo>
                <ns1:cubicBezTo>
                  <ns1:pt x="44" y="208"/>
                  <ns1:pt x="44" y="208"/>
                  <ns1:pt x="44" y="208"/>
                </ns1:cubicBezTo>
                <ns1:cubicBezTo>
                  <ns1:pt x="44" y="198"/>
                  <ns1:pt x="44" y="198"/>
                  <ns1:pt x="44" y="198"/>
                </ns1:cubicBezTo>
                <ns1:cubicBezTo>
                  <ns1:pt x="44" y="195"/>
                  <ns1:pt x="41" y="192"/>
                  <ns1:pt x="38" y="192"/>
                </ns1:cubicBezTo>
                <ns1:cubicBezTo>
                  <ns1:pt x="28" y="192"/>
                  <ns1:pt x="28" y="192"/>
                  <ns1:pt x="28" y="192"/>
                </ns1:cubicBezTo>
                <ns1:cubicBezTo>
                  <ns1:pt x="28" y="44"/>
                  <ns1:pt x="28" y="44"/>
                  <ns1:pt x="28" y="44"/>
                </ns1:cubicBezTo>
                <ns1:cubicBezTo>
                  <ns1:pt x="38" y="44"/>
                  <ns1:pt x="38" y="44"/>
                  <ns1:pt x="38" y="44"/>
                </ns1:cubicBezTo>
                <ns1:cubicBezTo>
                  <ns1:pt x="41" y="44"/>
                  <ns1:pt x="44" y="41"/>
                  <ns1:pt x="44" y="38"/>
                </ns1:cubicBezTo>
                <ns1:cubicBezTo>
                  <ns1:pt x="44" y="28"/>
                  <ns1:pt x="44" y="28"/>
                  <ns1:pt x="44" y="28"/>
                </ns1:cubicBezTo>
                <ns1:cubicBezTo>
                  <ns1:pt x="192" y="28"/>
                  <ns1:pt x="192" y="28"/>
                  <ns1:pt x="192" y="28"/>
                </ns1:cubicBezTo>
                <ns1:cubicBezTo>
                  <ns1:pt x="192" y="38"/>
                  <ns1:pt x="192" y="38"/>
                  <ns1:pt x="192" y="38"/>
                </ns1:cubicBezTo>
                <ns1:cubicBezTo>
                  <ns1:pt x="192" y="41"/>
                  <ns1:pt x="195" y="44"/>
                  <ns1:pt x="198" y="44"/>
                </ns1:cubicBezTo>
                <ns1:cubicBezTo>
                  <ns1:pt x="208" y="44"/>
                  <ns1:pt x="208" y="44"/>
                  <ns1:pt x="208" y="44"/>
                </ns1:cubicBezTo>
                <ns1:lnTo>
                  <ns1:pt x="208" y="192"/>
                </ns1:lnTo>
                <ns1:close/>
              </ns1:path>
            </ns1:pathLst>
          </ns1:custGeom>
          <ns1:solidFill>
            <ns1:schemeClr val="tx1"/>
          </ns1:solidFill>
          <ns1:ln>
            <ns1:noFill/>
          </ns1:ln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id-ID" sz="2700"/>
          </ns1:p>
        </ns0:txBody>
      </ns0:sp>
      <ns0:grpSp>
        <ns0:nvGrpSpPr>
          <ns0:cNvPr id="128" name="Group 127"/>
          <ns0:cNvGrpSpPr/>
          <ns0:nvPr/>
        </ns0:nvGrpSpPr>
        <ns0:grpSpPr>
          <ns1:xfrm>
            <ns1:off x="9106123" y="3689473"/>
            <ns1:ext cx="471488" cy="479425"/>
            <ns1:chOff x="9632950" y="3167063"/>
            <ns1:chExt cx="471488" cy="479425"/>
          </ns1:xfrm>
          <ns1:solidFill>
            <ns1:schemeClr val="tx1"/>
          </ns1:solidFill>
        </ns0:grpSpPr>
        <ns0:sp>
          <ns0:nvSpPr>
            <ns0:cNvPr id="126" name="Freeform 5"/>
            <ns0:cNvSpPr>
              <ns1:spLocks/>
            </ns0:cNvSpPr>
            <ns0:nvPr/>
          </ns0:nvSpPr>
          <ns0:spPr bwMode="auto">
            <ns1:xfrm>
              <ns1:off x="9632950" y="3167063"/>
              <ns1:ext cx="309563" cy="479425"/>
            </ns1:xfrm>
            <ns1:custGeom>
              <ns1:avLst/>
              <ns1:gdLst>
                <ns1:gd name="T0" fmla="*/ 109 w 117"/>
                <ns1:gd name="T1" fmla="*/ 129 h 181"/>
                <ns1:gd name="T2" fmla="*/ 109 w 117"/>
                <ns1:gd name="T3" fmla="*/ 168 h 181"/>
                <ns1:gd name="T4" fmla="*/ 104 w 117"/>
                <ns1:gd name="T5" fmla="*/ 173 h 181"/>
                <ns1:gd name="T6" fmla="*/ 100 w 117"/>
                <ns1:gd name="T7" fmla="*/ 171 h 181"/>
                <ns1:gd name="T8" fmla="*/ 52 w 117"/>
                <ns1:gd name="T9" fmla="*/ 123 h 181"/>
                <ns1:gd name="T10" fmla="*/ 13 w 117"/>
                <ns1:gd name="T11" fmla="*/ 123 h 181"/>
                <ns1:gd name="T12" fmla="*/ 8 w 117"/>
                <ns1:gd name="T13" fmla="*/ 118 h 181"/>
                <ns1:gd name="T14" fmla="*/ 8 w 117"/>
                <ns1:gd name="T15" fmla="*/ 63 h 181"/>
                <ns1:gd name="T16" fmla="*/ 13 w 117"/>
                <ns1:gd name="T17" fmla="*/ 58 h 181"/>
                <ns1:gd name="T18" fmla="*/ 52 w 117"/>
                <ns1:gd name="T19" fmla="*/ 58 h 181"/>
                <ns1:gd name="T20" fmla="*/ 100 w 117"/>
                <ns1:gd name="T21" fmla="*/ 9 h 181"/>
                <ns1:gd name="T22" fmla="*/ 104 w 117"/>
                <ns1:gd name="T23" fmla="*/ 8 h 181"/>
                <ns1:gd name="T24" fmla="*/ 109 w 117"/>
                <ns1:gd name="T25" fmla="*/ 13 h 181"/>
                <ns1:gd name="T26" fmla="*/ 109 w 117"/>
                <ns1:gd name="T27" fmla="*/ 50 h 181"/>
                <ns1:gd name="T28" fmla="*/ 117 w 117"/>
                <ns1:gd name="T29" fmla="*/ 50 h 181"/>
                <ns1:gd name="T30" fmla="*/ 117 w 117"/>
                <ns1:gd name="T31" fmla="*/ 13 h 181"/>
                <ns1:gd name="T32" fmla="*/ 104 w 117"/>
                <ns1:gd name="T33" fmla="*/ 0 h 181"/>
                <ns1:gd name="T34" fmla="*/ 95 w 117"/>
                <ns1:gd name="T35" fmla="*/ 4 h 181"/>
                <ns1:gd name="T36" fmla="*/ 49 w 117"/>
                <ns1:gd name="T37" fmla="*/ 50 h 181"/>
                <ns1:gd name="T38" fmla="*/ 13 w 117"/>
                <ns1:gd name="T39" fmla="*/ 50 h 181"/>
                <ns1:gd name="T40" fmla="*/ 0 w 117"/>
                <ns1:gd name="T41" fmla="*/ 63 h 181"/>
                <ns1:gd name="T42" fmla="*/ 0 w 117"/>
                <ns1:gd name="T43" fmla="*/ 118 h 181"/>
                <ns1:gd name="T44" fmla="*/ 13 w 117"/>
                <ns1:gd name="T45" fmla="*/ 131 h 181"/>
                <ns1:gd name="T46" fmla="*/ 49 w 117"/>
                <ns1:gd name="T47" fmla="*/ 131 h 181"/>
                <ns1:gd name="T48" fmla="*/ 95 w 117"/>
                <ns1:gd name="T49" fmla="*/ 177 h 181"/>
                <ns1:gd name="T50" fmla="*/ 104 w 117"/>
                <ns1:gd name="T51" fmla="*/ 181 h 181"/>
                <ns1:gd name="T52" fmla="*/ 117 w 117"/>
                <ns1:gd name="T53" fmla="*/ 168 h 181"/>
                <ns1:gd name="T54" fmla="*/ 117 w 117"/>
                <ns1:gd name="T55" fmla="*/ 129 h 181"/>
                <ns1:gd name="T56" fmla="*/ 109 w 117"/>
                <ns1:gd name="T57" fmla="*/ 129 h 181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  <ns1:cxn ang="0">
                  <ns1:pos x="T30" y="T31"/>
                </ns1:cxn>
                <ns1:cxn ang="0">
                  <ns1:pos x="T32" y="T33"/>
                </ns1:cxn>
                <ns1:cxn ang="0">
                  <ns1:pos x="T34" y="T35"/>
                </ns1:cxn>
                <ns1:cxn ang="0">
                  <ns1:pos x="T36" y="T37"/>
                </ns1:cxn>
                <ns1:cxn ang="0">
                  <ns1:pos x="T38" y="T39"/>
                </ns1:cxn>
                <ns1:cxn ang="0">
                  <ns1:pos x="T40" y="T41"/>
                </ns1:cxn>
                <ns1:cxn ang="0">
                  <ns1:pos x="T42" y="T43"/>
                </ns1:cxn>
                <ns1:cxn ang="0">
                  <ns1:pos x="T44" y="T45"/>
                </ns1:cxn>
                <ns1:cxn ang="0">
                  <ns1:pos x="T46" y="T47"/>
                </ns1:cxn>
                <ns1:cxn ang="0">
                  <ns1:pos x="T48" y="T49"/>
                </ns1:cxn>
                <ns1:cxn ang="0">
                  <ns1:pos x="T50" y="T51"/>
                </ns1:cxn>
                <ns1:cxn ang="0">
                  <ns1:pos x="T52" y="T53"/>
                </ns1:cxn>
                <ns1:cxn ang="0">
                  <ns1:pos x="T54" y="T55"/>
                </ns1:cxn>
                <ns1:cxn ang="0">
                  <ns1:pos x="T56" y="T57"/>
                </ns1:cxn>
              </ns1:cxnLst>
              <ns1:rect l="0" t="0" r="r" b="b"/>
              <ns1:pathLst>
                <ns1:path w="117" h="181">
                  <ns1:moveTo>
                    <ns1:pt x="109" y="129"/>
                  </ns1:moveTo>
                  <ns1:cubicBezTo>
                    <ns1:pt x="109" y="168"/>
                    <ns1:pt x="109" y="168"/>
                    <ns1:pt x="109" y="168"/>
                  </ns1:cubicBezTo>
                  <ns1:cubicBezTo>
                    <ns1:pt x="109" y="170"/>
                    <ns1:pt x="107" y="173"/>
                    <ns1:pt x="104" y="173"/>
                  </ns1:cubicBezTo>
                  <ns1:cubicBezTo>
                    <ns1:pt x="103" y="173"/>
                    <ns1:pt x="101" y="172"/>
                    <ns1:pt x="100" y="171"/>
                  </ns1:cubicBezTo>
                  <ns1:cubicBezTo>
                    <ns1:pt x="52" y="123"/>
                    <ns1:pt x="52" y="123"/>
                    <ns1:pt x="52" y="123"/>
                  </ns1:cubicBezTo>
                  <ns1:cubicBezTo>
                    <ns1:pt x="13" y="123"/>
                    <ns1:pt x="13" y="123"/>
                    <ns1:pt x="13" y="123"/>
                  </ns1:cubicBezTo>
                  <ns1:cubicBezTo>
                    <ns1:pt x="10" y="123"/>
                    <ns1:pt x="8" y="120"/>
                    <ns1:pt x="8" y="118"/>
                  </ns1:cubicBezTo>
                  <ns1:cubicBezTo>
                    <ns1:pt x="8" y="63"/>
                    <ns1:pt x="8" y="63"/>
                    <ns1:pt x="8" y="63"/>
                  </ns1:cubicBezTo>
                  <ns1:cubicBezTo>
                    <ns1:pt x="8" y="60"/>
                    <ns1:pt x="10" y="58"/>
                    <ns1:pt x="13" y="58"/>
                  </ns1:cubicBezTo>
                  <ns1:cubicBezTo>
                    <ns1:pt x="52" y="58"/>
                    <ns1:pt x="52" y="58"/>
                    <ns1:pt x="52" y="58"/>
                  </ns1:cubicBezTo>
                  <ns1:cubicBezTo>
                    <ns1:pt x="100" y="9"/>
                    <ns1:pt x="100" y="9"/>
                    <ns1:pt x="100" y="9"/>
                  </ns1:cubicBezTo>
                  <ns1:cubicBezTo>
                    <ns1:pt x="101" y="8"/>
                    <ns1:pt x="103" y="8"/>
                    <ns1:pt x="104" y="8"/>
                  </ns1:cubicBezTo>
                  <ns1:cubicBezTo>
                    <ns1:pt x="107" y="8"/>
                    <ns1:pt x="109" y="10"/>
                    <ns1:pt x="109" y="13"/>
                  </ns1:cubicBezTo>
                  <ns1:cubicBezTo>
                    <ns1:pt x="109" y="50"/>
                    <ns1:pt x="109" y="50"/>
                    <ns1:pt x="109" y="50"/>
                  </ns1:cubicBezTo>
                  <ns1:cubicBezTo>
                    <ns1:pt x="117" y="50"/>
                    <ns1:pt x="117" y="50"/>
                    <ns1:pt x="117" y="50"/>
                  </ns1:cubicBezTo>
                  <ns1:cubicBezTo>
                    <ns1:pt x="117" y="13"/>
                    <ns1:pt x="117" y="13"/>
                    <ns1:pt x="117" y="13"/>
                  </ns1:cubicBezTo>
                  <ns1:cubicBezTo>
                    <ns1:pt x="117" y="6"/>
                    <ns1:pt x="111" y="0"/>
                    <ns1:pt x="104" y="0"/>
                  </ns1:cubicBezTo>
                  <ns1:cubicBezTo>
                    <ns1:pt x="101" y="0"/>
                    <ns1:pt x="97" y="1"/>
                    <ns1:pt x="95" y="4"/>
                  </ns1:cubicBezTo>
                  <ns1:cubicBezTo>
                    <ns1:pt x="49" y="50"/>
                    <ns1:pt x="49" y="50"/>
                    <ns1:pt x="49" y="50"/>
                  </ns1:cubicBezTo>
                  <ns1:cubicBezTo>
                    <ns1:pt x="13" y="50"/>
                    <ns1:pt x="13" y="50"/>
                    <ns1:pt x="13" y="50"/>
                  </ns1:cubicBezTo>
                  <ns1:cubicBezTo>
                    <ns1:pt x="6" y="50"/>
                    <ns1:pt x="0" y="56"/>
                    <ns1:pt x="0" y="63"/>
                  </ns1:cubicBezTo>
                  <ns1:cubicBezTo>
                    <ns1:pt x="0" y="118"/>
                    <ns1:pt x="0" y="118"/>
                    <ns1:pt x="0" y="118"/>
                  </ns1:cubicBezTo>
                  <ns1:cubicBezTo>
                    <ns1:pt x="0" y="125"/>
                    <ns1:pt x="6" y="131"/>
                    <ns1:pt x="13" y="131"/>
                  </ns1:cubicBezTo>
                  <ns1:cubicBezTo>
                    <ns1:pt x="49" y="131"/>
                    <ns1:pt x="49" y="131"/>
                    <ns1:pt x="49" y="131"/>
                  </ns1:cubicBezTo>
                  <ns1:cubicBezTo>
                    <ns1:pt x="95" y="177"/>
                    <ns1:pt x="95" y="177"/>
                    <ns1:pt x="95" y="177"/>
                  </ns1:cubicBezTo>
                  <ns1:cubicBezTo>
                    <ns1:pt x="97" y="179"/>
                    <ns1:pt x="101" y="181"/>
                    <ns1:pt x="104" y="181"/>
                  </ns1:cubicBezTo>
                  <ns1:cubicBezTo>
                    <ns1:pt x="111" y="181"/>
                    <ns1:pt x="117" y="175"/>
                    <ns1:pt x="117" y="168"/>
                  </ns1:cubicBezTo>
                  <ns1:cubicBezTo>
                    <ns1:pt x="117" y="129"/>
                    <ns1:pt x="117" y="129"/>
                    <ns1:pt x="117" y="129"/>
                  </ns1:cubicBezTo>
                  <ns1:lnTo>
                    <ns1:pt x="109" y="129"/>
                  </ns1:ln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127" name="Freeform 6"/>
            <ns0:cNvSpPr>
              <ns1:spLocks noEditPoints="1"/>
            </ns0:cNvSpPr>
            <ns0:nvPr/>
          </ns0:nvSpPr>
          <ns0:spPr bwMode="auto">
            <ns1:xfrm>
              <ns1:off x="9964738" y="3275013"/>
              <ns1:ext cx="139700" cy="263525"/>
            </ns1:xfrm>
            <ns1:custGeom>
              <ns1:avLst/>
              <ns1:gdLst>
                <ns1:gd name="T0" fmla="*/ 7 w 53"/>
                <ns1:gd name="T1" fmla="*/ 66 h 99"/>
                <ns1:gd name="T2" fmla="*/ 5 w 53"/>
                <ns1:gd name="T3" fmla="*/ 66 h 99"/>
                <ns1:gd name="T4" fmla="*/ 0 w 53"/>
                <ns1:gd name="T5" fmla="*/ 61 h 99"/>
                <ns1:gd name="T6" fmla="*/ 8 w 53"/>
                <ns1:gd name="T7" fmla="*/ 49 h 99"/>
                <ns1:gd name="T8" fmla="*/ 0 w 53"/>
                <ns1:gd name="T9" fmla="*/ 37 h 99"/>
                <ns1:gd name="T10" fmla="*/ 5 w 53"/>
                <ns1:gd name="T11" fmla="*/ 33 h 99"/>
                <ns1:gd name="T12" fmla="*/ 7 w 53"/>
                <ns1:gd name="T13" fmla="*/ 33 h 99"/>
                <ns1:gd name="T14" fmla="*/ 17 w 53"/>
                <ns1:gd name="T15" fmla="*/ 49 h 99"/>
                <ns1:gd name="T16" fmla="*/ 7 w 53"/>
                <ns1:gd name="T17" fmla="*/ 66 h 99"/>
                <ns1:gd name="T18" fmla="*/ 14 w 53"/>
                <ns1:gd name="T19" fmla="*/ 82 h 99"/>
                <ns1:gd name="T20" fmla="*/ 12 w 53"/>
                <ns1:gd name="T21" fmla="*/ 82 h 99"/>
                <ns1:gd name="T22" fmla="*/ 7 w 53"/>
                <ns1:gd name="T23" fmla="*/ 78 h 99"/>
                <ns1:gd name="T24" fmla="*/ 10 w 53"/>
                <ns1:gd name="T25" fmla="*/ 74 h 99"/>
                <ns1:gd name="T26" fmla="*/ 15 w 53"/>
                <ns1:gd name="T27" fmla="*/ 71 h 99"/>
                <ns1:gd name="T28" fmla="*/ 26 w 53"/>
                <ns1:gd name="T29" fmla="*/ 49 h 99"/>
                <ns1:gd name="T30" fmla="*/ 15 w 53"/>
                <ns1:gd name="T31" fmla="*/ 28 h 99"/>
                <ns1:gd name="T32" fmla="*/ 10 w 53"/>
                <ns1:gd name="T33" fmla="*/ 25 h 99"/>
                <ns1:gd name="T34" fmla="*/ 7 w 53"/>
                <ns1:gd name="T35" fmla="*/ 21 h 99"/>
                <ns1:gd name="T36" fmla="*/ 12 w 53"/>
                <ns1:gd name="T37" fmla="*/ 16 h 99"/>
                <ns1:gd name="T38" fmla="*/ 14 w 53"/>
                <ns1:gd name="T39" fmla="*/ 16 h 99"/>
                <ns1:gd name="T40" fmla="*/ 35 w 53"/>
                <ns1:gd name="T41" fmla="*/ 49 h 99"/>
                <ns1:gd name="T42" fmla="*/ 14 w 53"/>
                <ns1:gd name="T43" fmla="*/ 82 h 99"/>
                <ns1:gd name="T44" fmla="*/ 21 w 53"/>
                <ns1:gd name="T45" fmla="*/ 98 h 99"/>
                <ns1:gd name="T46" fmla="*/ 19 w 53"/>
                <ns1:gd name="T47" fmla="*/ 99 h 99"/>
                <ns1:gd name="T48" fmla="*/ 14 w 53"/>
                <ns1:gd name="T49" fmla="*/ 94 h 99"/>
                <ns1:gd name="T50" fmla="*/ 17 w 53"/>
                <ns1:gd name="T51" fmla="*/ 90 h 99"/>
                <ns1:gd name="T52" fmla="*/ 20 w 53"/>
                <ns1:gd name="T53" fmla="*/ 89 h 99"/>
                <ns1:gd name="T54" fmla="*/ 26 w 53"/>
                <ns1:gd name="T55" fmla="*/ 85 h 99"/>
                <ns1:gd name="T56" fmla="*/ 44 w 53"/>
                <ns1:gd name="T57" fmla="*/ 49 h 99"/>
                <ns1:gd name="T58" fmla="*/ 26 w 53"/>
                <ns1:gd name="T59" fmla="*/ 13 h 99"/>
                <ns1:gd name="T60" fmla="*/ 20 w 53"/>
                <ns1:gd name="T61" fmla="*/ 10 h 99"/>
                <ns1:gd name="T62" fmla="*/ 17 w 53"/>
                <ns1:gd name="T63" fmla="*/ 8 h 99"/>
                <ns1:gd name="T64" fmla="*/ 14 w 53"/>
                <ns1:gd name="T65" fmla="*/ 4 h 99"/>
                <ns1:gd name="T66" fmla="*/ 19 w 53"/>
                <ns1:gd name="T67" fmla="*/ 0 h 99"/>
                <ns1:gd name="T68" fmla="*/ 21 w 53"/>
                <ns1:gd name="T69" fmla="*/ 0 h 99"/>
                <ns1:gd name="T70" fmla="*/ 53 w 53"/>
                <ns1:gd name="T71" fmla="*/ 49 h 99"/>
                <ns1:gd name="T72" fmla="*/ 21 w 53"/>
                <ns1:gd name="T73" fmla="*/ 98 h 99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  <ns1:cxn ang="0">
                  <ns1:pos x="T30" y="T31"/>
                </ns1:cxn>
                <ns1:cxn ang="0">
                  <ns1:pos x="T32" y="T33"/>
                </ns1:cxn>
                <ns1:cxn ang="0">
                  <ns1:pos x="T34" y="T35"/>
                </ns1:cxn>
                <ns1:cxn ang="0">
                  <ns1:pos x="T36" y="T37"/>
                </ns1:cxn>
                <ns1:cxn ang="0">
                  <ns1:pos x="T38" y="T39"/>
                </ns1:cxn>
                <ns1:cxn ang="0">
                  <ns1:pos x="T40" y="T41"/>
                </ns1:cxn>
                <ns1:cxn ang="0">
                  <ns1:pos x="T42" y="T43"/>
                </ns1:cxn>
                <ns1:cxn ang="0">
                  <ns1:pos x="T44" y="T45"/>
                </ns1:cxn>
                <ns1:cxn ang="0">
                  <ns1:pos x="T46" y="T47"/>
                </ns1:cxn>
                <ns1:cxn ang="0">
                  <ns1:pos x="T48" y="T49"/>
                </ns1:cxn>
                <ns1:cxn ang="0">
                  <ns1:pos x="T50" y="T51"/>
                </ns1:cxn>
                <ns1:cxn ang="0">
                  <ns1:pos x="T52" y="T53"/>
                </ns1:cxn>
                <ns1:cxn ang="0">
                  <ns1:pos x="T54" y="T55"/>
                </ns1:cxn>
                <ns1:cxn ang="0">
                  <ns1:pos x="T56" y="T57"/>
                </ns1:cxn>
                <ns1:cxn ang="0">
                  <ns1:pos x="T58" y="T59"/>
                </ns1:cxn>
                <ns1:cxn ang="0">
                  <ns1:pos x="T60" y="T61"/>
                </ns1:cxn>
                <ns1:cxn ang="0">
                  <ns1:pos x="T62" y="T63"/>
                </ns1:cxn>
                <ns1:cxn ang="0">
                  <ns1:pos x="T64" y="T65"/>
                </ns1:cxn>
                <ns1:cxn ang="0">
                  <ns1:pos x="T66" y="T67"/>
                </ns1:cxn>
                <ns1:cxn ang="0">
                  <ns1:pos x="T68" y="T69"/>
                </ns1:cxn>
                <ns1:cxn ang="0">
                  <ns1:pos x="T70" y="T71"/>
                </ns1:cxn>
                <ns1:cxn ang="0">
                  <ns1:pos x="T72" y="T73"/>
                </ns1:cxn>
              </ns1:cxnLst>
              <ns1:rect l="0" t="0" r="r" b="b"/>
              <ns1:pathLst>
                <ns1:path w="53" h="99">
                  <ns1:moveTo>
                    <ns1:pt x="7" y="66"/>
                  </ns1:moveTo>
                  <ns1:cubicBezTo>
                    <ns1:pt x="6" y="66"/>
                    <ns1:pt x="5" y="66"/>
                    <ns1:pt x="5" y="66"/>
                  </ns1:cubicBezTo>
                  <ns1:cubicBezTo>
                    <ns1:pt x="2" y="66"/>
                    <ns1:pt x="0" y="64"/>
                    <ns1:pt x="0" y="61"/>
                  </ns1:cubicBezTo>
                  <ns1:cubicBezTo>
                    <ns1:pt x="0" y="56"/>
                    <ns1:pt x="8" y="58"/>
                    <ns1:pt x="8" y="49"/>
                  </ns1:cubicBezTo>
                  <ns1:cubicBezTo>
                    <ns1:pt x="8" y="41"/>
                    <ns1:pt x="0" y="42"/>
                    <ns1:pt x="0" y="37"/>
                  </ns1:cubicBezTo>
                  <ns1:cubicBezTo>
                    <ns1:pt x="0" y="34"/>
                    <ns1:pt x="2" y="33"/>
                    <ns1:pt x="5" y="33"/>
                  </ns1:cubicBezTo>
                  <ns1:cubicBezTo>
                    <ns1:pt x="5" y="33"/>
                    <ns1:pt x="6" y="33"/>
                    <ns1:pt x="7" y="33"/>
                  </ns1:cubicBezTo>
                  <ns1:cubicBezTo>
                    <ns1:pt x="13" y="35"/>
                    <ns1:pt x="17" y="42"/>
                    <ns1:pt x="17" y="49"/>
                  </ns1:cubicBezTo>
                  <ns1:cubicBezTo>
                    <ns1:pt x="17" y="56"/>
                    <ns1:pt x="13" y="63"/>
                    <ns1:pt x="7" y="66"/>
                  </ns1:cubicBezTo>
                  <ns1:close/>
                  <ns1:moveTo>
                    <ns1:pt x="14" y="82"/>
                  </ns1:moveTo>
                  <ns1:cubicBezTo>
                    <ns1:pt x="13" y="82"/>
                    <ns1:pt x="12" y="82"/>
                    <ns1:pt x="12" y="82"/>
                  </ns1:cubicBezTo>
                  <ns1:cubicBezTo>
                    <ns1:pt x="9" y="82"/>
                    <ns1:pt x="7" y="80"/>
                    <ns1:pt x="7" y="78"/>
                  </ns1:cubicBezTo>
                  <ns1:cubicBezTo>
                    <ns1:pt x="7" y="76"/>
                    <ns1:pt x="8" y="75"/>
                    <ns1:pt x="10" y="74"/>
                  </ns1:cubicBezTo>
                  <ns1:cubicBezTo>
                    <ns1:pt x="12" y="73"/>
                    <ns1:pt x="14" y="72"/>
                    <ns1:pt x="15" y="71"/>
                  </ns1:cubicBezTo>
                  <ns1:cubicBezTo>
                    <ns1:pt x="22" y="66"/>
                    <ns1:pt x="26" y="58"/>
                    <ns1:pt x="26" y="49"/>
                  </ns1:cubicBezTo>
                  <ns1:cubicBezTo>
                    <ns1:pt x="26" y="41"/>
                    <ns1:pt x="22" y="33"/>
                    <ns1:pt x="15" y="28"/>
                  </ns1:cubicBezTo>
                  <ns1:cubicBezTo>
                    <ns1:pt x="14" y="26"/>
                    <ns1:pt x="12" y="26"/>
                    <ns1:pt x="10" y="25"/>
                  </ns1:cubicBezTo>
                  <ns1:cubicBezTo>
                    <ns1:pt x="8" y="24"/>
                    <ns1:pt x="7" y="23"/>
                    <ns1:pt x="7" y="21"/>
                  </ns1:cubicBezTo>
                  <ns1:cubicBezTo>
                    <ns1:pt x="7" y="18"/>
                    <ns1:pt x="9" y="16"/>
                    <ns1:pt x="12" y="16"/>
                  </ns1:cubicBezTo>
                  <ns1:cubicBezTo>
                    <ns1:pt x="12" y="16"/>
                    <ns1:pt x="13" y="16"/>
                    <ns1:pt x="14" y="16"/>
                  </ns1:cubicBezTo>
                  <ns1:cubicBezTo>
                    <ns1:pt x="27" y="22"/>
                    <ns1:pt x="35" y="35"/>
                    <ns1:pt x="35" y="49"/>
                  </ns1:cubicBezTo>
                  <ns1:cubicBezTo>
                    <ns1:pt x="35" y="63"/>
                    <ns1:pt x="27" y="77"/>
                    <ns1:pt x="14" y="82"/>
                  </ns1:cubicBezTo>
                  <ns1:close/>
                  <ns1:moveTo>
                    <ns1:pt x="21" y="98"/>
                  </ns1:moveTo>
                  <ns1:cubicBezTo>
                    <ns1:pt x="20" y="99"/>
                    <ns1:pt x="19" y="99"/>
                    <ns1:pt x="19" y="99"/>
                  </ns1:cubicBezTo>
                  <ns1:cubicBezTo>
                    <ns1:pt x="16" y="99"/>
                    <ns1:pt x="14" y="97"/>
                    <ns1:pt x="14" y="94"/>
                  </ns1:cubicBezTo>
                  <ns1:cubicBezTo>
                    <ns1:pt x="14" y="92"/>
                    <ns1:pt x="15" y="91"/>
                    <ns1:pt x="17" y="90"/>
                  </ns1:cubicBezTo>
                  <ns1:cubicBezTo>
                    <ns1:pt x="18" y="90"/>
                    <ns1:pt x="19" y="89"/>
                    <ns1:pt x="20" y="89"/>
                  </ns1:cubicBezTo>
                  <ns1:cubicBezTo>
                    <ns1:pt x="22" y="88"/>
                    <ns1:pt x="24" y="86"/>
                    <ns1:pt x="26" y="85"/>
                  </ns1:cubicBezTo>
                  <ns1:cubicBezTo>
                    <ns1:pt x="37" y="77"/>
                    <ns1:pt x="44" y="63"/>
                    <ns1:pt x="44" y="49"/>
                  </ns1:cubicBezTo>
                  <ns1:cubicBezTo>
                    <ns1:pt x="44" y="35"/>
                    <ns1:pt x="37" y="22"/>
                    <ns1:pt x="26" y="13"/>
                  </ns1:cubicBezTo>
                  <ns1:cubicBezTo>
                    <ns1:pt x="24" y="12"/>
                    <ns1:pt x="22" y="11"/>
                    <ns1:pt x="20" y="10"/>
                  </ns1:cubicBezTo>
                  <ns1:cubicBezTo>
                    <ns1:pt x="19" y="9"/>
                    <ns1:pt x="18" y="9"/>
                    <ns1:pt x="17" y="8"/>
                  </ns1:cubicBezTo>
                  <ns1:cubicBezTo>
                    <ns1:pt x="15" y="7"/>
                    <ns1:pt x="14" y="6"/>
                    <ns1:pt x="14" y="4"/>
                  </ns1:cubicBezTo>
                  <ns1:cubicBezTo>
                    <ns1:pt x="14" y="2"/>
                    <ns1:pt x="16" y="0"/>
                    <ns1:pt x="19" y="0"/>
                  </ns1:cubicBezTo>
                  <ns1:cubicBezTo>
                    <ns1:pt x="19" y="0"/>
                    <ns1:pt x="20" y="0"/>
                    <ns1:pt x="21" y="0"/>
                  </ns1:cubicBezTo>
                  <ns1:cubicBezTo>
                    <ns1:pt x="40" y="9"/>
                    <ns1:pt x="53" y="28"/>
                    <ns1:pt x="53" y="49"/>
                  </ns1:cubicBezTo>
                  <ns1:cubicBezTo>
                    <ns1:pt x="53" y="71"/>
                    <ns1:pt x="40" y="90"/>
                    <ns1:pt x="21" y="98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</ns0:grpSp>
      <ns0:sp>
        <ns0:nvSpPr>
          <ns0:cNvPr id="129" name="Freeform 5"/>
          <ns0:cNvSpPr>
            <ns1:spLocks noEditPoints="1"/>
          </ns0:cNvSpPr>
          <ns0:nvPr/>
        </ns0:nvSpPr>
        <ns0:spPr bwMode="auto">
          <ns1:xfrm>
            <ns1:off x="7250983" y="2030367"/>
            <ns1:ext cx="426033" cy="368944"/>
          </ns1:xfrm>
          <ns1:custGeom>
            <ns1:avLst/>
            <ns1:gdLst>
              <ns1:gd name="T0" fmla="*/ 396 w 461"/>
              <ns1:gd name="T1" fmla="*/ 399 h 399"/>
              <ns1:gd name="T2" fmla="*/ 378 w 461"/>
              <ns1:gd name="T3" fmla="*/ 18 h 399"/>
              <ns1:gd name="T4" fmla="*/ 444 w 461"/>
              <ns1:gd name="T5" fmla="*/ 0 h 399"/>
              <ns1:gd name="T6" fmla="*/ 461 w 461"/>
              <ns1:gd name="T7" fmla="*/ 381 h 399"/>
              <ns1:gd name="T8" fmla="*/ 398 w 461"/>
              <ns1:gd name="T9" fmla="*/ 379 h 399"/>
              <ns1:gd name="T10" fmla="*/ 442 w 461"/>
              <ns1:gd name="T11" fmla="*/ 20 h 399"/>
              <ns1:gd name="T12" fmla="*/ 398 w 461"/>
              <ns1:gd name="T13" fmla="*/ 379 h 399"/>
              <ns1:gd name="T14" fmla="*/ 302 w 461"/>
              <ns1:gd name="T15" fmla="*/ 399 h 399"/>
              <ns1:gd name="T16" fmla="*/ 284 w 461"/>
              <ns1:gd name="T17" fmla="*/ 144 h 399"/>
              <ns1:gd name="T18" fmla="*/ 349 w 461"/>
              <ns1:gd name="T19" fmla="*/ 126 h 399"/>
              <ns1:gd name="T20" fmla="*/ 367 w 461"/>
              <ns1:gd name="T21" fmla="*/ 381 h 399"/>
              <ns1:gd name="T22" fmla="*/ 304 w 461"/>
              <ns1:gd name="T23" fmla="*/ 379 h 399"/>
              <ns1:gd name="T24" fmla="*/ 347 w 461"/>
              <ns1:gd name="T25" fmla="*/ 146 h 399"/>
              <ns1:gd name="T26" fmla="*/ 304 w 461"/>
              <ns1:gd name="T27" fmla="*/ 379 h 399"/>
              <ns1:gd name="T28" fmla="*/ 207 w 461"/>
              <ns1:gd name="T29" fmla="*/ 399 h 399"/>
              <ns1:gd name="T30" fmla="*/ 189 w 461"/>
              <ns1:gd name="T31" fmla="*/ 239 h 399"/>
              <ns1:gd name="T32" fmla="*/ 254 w 461"/>
              <ns1:gd name="T33" fmla="*/ 221 h 399"/>
              <ns1:gd name="T34" fmla="*/ 272 w 461"/>
              <ns1:gd name="T35" fmla="*/ 381 h 399"/>
              <ns1:gd name="T36" fmla="*/ 209 w 461"/>
              <ns1:gd name="T37" fmla="*/ 379 h 399"/>
              <ns1:gd name="T38" fmla="*/ 252 w 461"/>
              <ns1:gd name="T39" fmla="*/ 241 h 399"/>
              <ns1:gd name="T40" fmla="*/ 209 w 461"/>
              <ns1:gd name="T41" fmla="*/ 379 h 399"/>
              <ns1:gd name="T42" fmla="*/ 112 w 461"/>
              <ns1:gd name="T43" fmla="*/ 399 h 399"/>
              <ns1:gd name="T44" fmla="*/ 94 w 461"/>
              <ns1:gd name="T45" fmla="*/ 302 h 399"/>
              <ns1:gd name="T46" fmla="*/ 159 w 461"/>
              <ns1:gd name="T47" fmla="*/ 284 h 399"/>
              <ns1:gd name="T48" fmla="*/ 177 w 461"/>
              <ns1:gd name="T49" fmla="*/ 381 h 399"/>
              <ns1:gd name="T50" fmla="*/ 114 w 461"/>
              <ns1:gd name="T51" fmla="*/ 379 h 399"/>
              <ns1:gd name="T52" fmla="*/ 157 w 461"/>
              <ns1:gd name="T53" fmla="*/ 304 h 399"/>
              <ns1:gd name="T54" fmla="*/ 114 w 461"/>
              <ns1:gd name="T55" fmla="*/ 379 h 399"/>
              <ns1:gd name="T56" fmla="*/ 17 w 461"/>
              <ns1:gd name="T57" fmla="*/ 399 h 399"/>
              <ns1:gd name="T58" fmla="*/ 0 w 461"/>
              <ns1:gd name="T59" fmla="*/ 334 h 399"/>
              <ns1:gd name="T60" fmla="*/ 65 w 461"/>
              <ns1:gd name="T61" fmla="*/ 316 h 399"/>
              <ns1:gd name="T62" fmla="*/ 83 w 461"/>
              <ns1:gd name="T63" fmla="*/ 381 h 399"/>
              <ns1:gd name="T64" fmla="*/ 19 w 461"/>
              <ns1:gd name="T65" fmla="*/ 379 h 399"/>
              <ns1:gd name="T66" fmla="*/ 63 w 461"/>
              <ns1:gd name="T67" fmla="*/ 336 h 399"/>
              <ns1:gd name="T68" fmla="*/ 19 w 461"/>
              <ns1:gd name="T69" fmla="*/ 379 h 399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  <ns1:cxn ang="0">
                <ns1:pos x="T32" y="T33"/>
              </ns1:cxn>
              <ns1:cxn ang="0">
                <ns1:pos x="T34" y="T35"/>
              </ns1:cxn>
              <ns1:cxn ang="0">
                <ns1:pos x="T36" y="T37"/>
              </ns1:cxn>
              <ns1:cxn ang="0">
                <ns1:pos x="T38" y="T39"/>
              </ns1:cxn>
              <ns1:cxn ang="0">
                <ns1:pos x="T40" y="T41"/>
              </ns1:cxn>
              <ns1:cxn ang="0">
                <ns1:pos x="T42" y="T43"/>
              </ns1:cxn>
              <ns1:cxn ang="0">
                <ns1:pos x="T44" y="T45"/>
              </ns1:cxn>
              <ns1:cxn ang="0">
                <ns1:pos x="T46" y="T47"/>
              </ns1:cxn>
              <ns1:cxn ang="0">
                <ns1:pos x="T48" y="T49"/>
              </ns1:cxn>
              <ns1:cxn ang="0">
                <ns1:pos x="T50" y="T51"/>
              </ns1:cxn>
              <ns1:cxn ang="0">
                <ns1:pos x="T52" y="T53"/>
              </ns1:cxn>
              <ns1:cxn ang="0">
                <ns1:pos x="T54" y="T55"/>
              </ns1:cxn>
              <ns1:cxn ang="0">
                <ns1:pos x="T56" y="T57"/>
              </ns1:cxn>
              <ns1:cxn ang="0">
                <ns1:pos x="T58" y="T59"/>
              </ns1:cxn>
              <ns1:cxn ang="0">
                <ns1:pos x="T60" y="T61"/>
              </ns1:cxn>
              <ns1:cxn ang="0">
                <ns1:pos x="T62" y="T63"/>
              </ns1:cxn>
              <ns1:cxn ang="0">
                <ns1:pos x="T64" y="T65"/>
              </ns1:cxn>
              <ns1:cxn ang="0">
                <ns1:pos x="T66" y="T67"/>
              </ns1:cxn>
              <ns1:cxn ang="0">
                <ns1:pos x="T68" y="T69"/>
              </ns1:cxn>
            </ns1:cxnLst>
            <ns1:rect l="0" t="0" r="r" b="b"/>
            <ns1:pathLst>
              <ns1:path w="461" h="399">
                <ns1:moveTo>
                  <ns1:pt x="444" y="399"/>
                </ns1:moveTo>
                <ns1:cubicBezTo>
                  <ns1:pt x="396" y="399"/>
                  <ns1:pt x="396" y="399"/>
                  <ns1:pt x="396" y="399"/>
                </ns1:cubicBezTo>
                <ns1:cubicBezTo>
                  <ns1:pt x="386" y="399"/>
                  <ns1:pt x="378" y="391"/>
                  <ns1:pt x="378" y="381"/>
                </ns1:cubicBezTo>
                <ns1:cubicBezTo>
                  <ns1:pt x="378" y="18"/>
                  <ns1:pt x="378" y="18"/>
                  <ns1:pt x="378" y="18"/>
                </ns1:cubicBezTo>
                <ns1:cubicBezTo>
                  <ns1:pt x="378" y="8"/>
                  <ns1:pt x="386" y="0"/>
                  <ns1:pt x="396" y="0"/>
                </ns1:cubicBezTo>
                <ns1:cubicBezTo>
                  <ns1:pt x="444" y="0"/>
                  <ns1:pt x="444" y="0"/>
                  <ns1:pt x="444" y="0"/>
                </ns1:cubicBezTo>
                <ns1:cubicBezTo>
                  <ns1:pt x="454" y="0"/>
                  <ns1:pt x="461" y="8"/>
                  <ns1:pt x="461" y="18"/>
                </ns1:cubicBezTo>
                <ns1:cubicBezTo>
                  <ns1:pt x="461" y="381"/>
                  <ns1:pt x="461" y="381"/>
                  <ns1:pt x="461" y="381"/>
                </ns1:cubicBezTo>
                <ns1:cubicBezTo>
                  <ns1:pt x="461" y="391"/>
                  <ns1:pt x="454" y="399"/>
                  <ns1:pt x="444" y="399"/>
                </ns1:cubicBezTo>
                <ns1:close/>
                <ns1:moveTo>
                  <ns1:pt x="398" y="379"/>
                </ns1:moveTo>
                <ns1:cubicBezTo>
                  <ns1:pt x="442" y="379"/>
                  <ns1:pt x="442" y="379"/>
                  <ns1:pt x="442" y="379"/>
                </ns1:cubicBezTo>
                <ns1:cubicBezTo>
                  <ns1:pt x="442" y="20"/>
                  <ns1:pt x="442" y="20"/>
                  <ns1:pt x="442" y="20"/>
                </ns1:cubicBezTo>
                <ns1:cubicBezTo>
                  <ns1:pt x="398" y="20"/>
                  <ns1:pt x="398" y="20"/>
                  <ns1:pt x="398" y="20"/>
                </ns1:cubicBezTo>
                <ns1:lnTo>
                  <ns1:pt x="398" y="379"/>
                </ns1:lnTo>
                <ns1:close/>
                <ns1:moveTo>
                  <ns1:pt x="349" y="399"/>
                </ns1:moveTo>
                <ns1:cubicBezTo>
                  <ns1:pt x="302" y="399"/>
                  <ns1:pt x="302" y="399"/>
                  <ns1:pt x="302" y="399"/>
                </ns1:cubicBezTo>
                <ns1:cubicBezTo>
                  <ns1:pt x="292" y="399"/>
                  <ns1:pt x="284" y="391"/>
                  <ns1:pt x="284" y="381"/>
                </ns1:cubicBezTo>
                <ns1:cubicBezTo>
                  <ns1:pt x="284" y="144"/>
                  <ns1:pt x="284" y="144"/>
                  <ns1:pt x="284" y="144"/>
                </ns1:cubicBezTo>
                <ns1:cubicBezTo>
                  <ns1:pt x="284" y="134"/>
                  <ns1:pt x="292" y="126"/>
                  <ns1:pt x="302" y="126"/>
                </ns1:cubicBezTo>
                <ns1:cubicBezTo>
                  <ns1:pt x="349" y="126"/>
                  <ns1:pt x="349" y="126"/>
                  <ns1:pt x="349" y="126"/>
                </ns1:cubicBezTo>
                <ns1:cubicBezTo>
                  <ns1:pt x="359" y="126"/>
                  <ns1:pt x="367" y="134"/>
                  <ns1:pt x="367" y="144"/>
                </ns1:cubicBezTo>
                <ns1:cubicBezTo>
                  <ns1:pt x="367" y="381"/>
                  <ns1:pt x="367" y="381"/>
                  <ns1:pt x="367" y="381"/>
                </ns1:cubicBezTo>
                <ns1:cubicBezTo>
                  <ns1:pt x="367" y="391"/>
                  <ns1:pt x="359" y="399"/>
                  <ns1:pt x="349" y="399"/>
                </ns1:cubicBezTo>
                <ns1:close/>
                <ns1:moveTo>
                  <ns1:pt x="304" y="379"/>
                </ns1:moveTo>
                <ns1:cubicBezTo>
                  <ns1:pt x="347" y="379"/>
                  <ns1:pt x="347" y="379"/>
                  <ns1:pt x="347" y="379"/>
                </ns1:cubicBezTo>
                <ns1:cubicBezTo>
                  <ns1:pt x="347" y="146"/>
                  <ns1:pt x="347" y="146"/>
                  <ns1:pt x="347" y="146"/>
                </ns1:cubicBezTo>
                <ns1:cubicBezTo>
                  <ns1:pt x="304" y="146"/>
                  <ns1:pt x="304" y="146"/>
                  <ns1:pt x="304" y="146"/>
                </ns1:cubicBezTo>
                <ns1:lnTo>
                  <ns1:pt x="304" y="379"/>
                </ns1:lnTo>
                <ns1:close/>
                <ns1:moveTo>
                  <ns1:pt x="254" y="399"/>
                </ns1:moveTo>
                <ns1:cubicBezTo>
                  <ns1:pt x="207" y="399"/>
                  <ns1:pt x="207" y="399"/>
                  <ns1:pt x="207" y="399"/>
                </ns1:cubicBezTo>
                <ns1:cubicBezTo>
                  <ns1:pt x="197" y="399"/>
                  <ns1:pt x="189" y="391"/>
                  <ns1:pt x="189" y="381"/>
                </ns1:cubicBezTo>
                <ns1:cubicBezTo>
                  <ns1:pt x="189" y="239"/>
                  <ns1:pt x="189" y="239"/>
                  <ns1:pt x="189" y="239"/>
                </ns1:cubicBezTo>
                <ns1:cubicBezTo>
                  <ns1:pt x="189" y="229"/>
                  <ns1:pt x="197" y="221"/>
                  <ns1:pt x="207" y="221"/>
                </ns1:cubicBezTo>
                <ns1:cubicBezTo>
                  <ns1:pt x="254" y="221"/>
                  <ns1:pt x="254" y="221"/>
                  <ns1:pt x="254" y="221"/>
                </ns1:cubicBezTo>
                <ns1:cubicBezTo>
                  <ns1:pt x="264" y="221"/>
                  <ns1:pt x="272" y="229"/>
                  <ns1:pt x="272" y="239"/>
                </ns1:cubicBezTo>
                <ns1:cubicBezTo>
                  <ns1:pt x="272" y="381"/>
                  <ns1:pt x="272" y="381"/>
                  <ns1:pt x="272" y="381"/>
                </ns1:cubicBezTo>
                <ns1:cubicBezTo>
                  <ns1:pt x="272" y="391"/>
                  <ns1:pt x="264" y="399"/>
                  <ns1:pt x="254" y="399"/>
                </ns1:cubicBezTo>
                <ns1:close/>
                <ns1:moveTo>
                  <ns1:pt x="209" y="379"/>
                </ns1:moveTo>
                <ns1:cubicBezTo>
                  <ns1:pt x="252" y="379"/>
                  <ns1:pt x="252" y="379"/>
                  <ns1:pt x="252" y="379"/>
                </ns1:cubicBezTo>
                <ns1:cubicBezTo>
                  <ns1:pt x="252" y="241"/>
                  <ns1:pt x="252" y="241"/>
                  <ns1:pt x="252" y="241"/>
                </ns1:cubicBezTo>
                <ns1:cubicBezTo>
                  <ns1:pt x="209" y="241"/>
                  <ns1:pt x="209" y="241"/>
                  <ns1:pt x="209" y="241"/>
                </ns1:cubicBezTo>
                <ns1:lnTo>
                  <ns1:pt x="209" y="379"/>
                </ns1:lnTo>
                <ns1:close/>
                <ns1:moveTo>
                  <ns1:pt x="159" y="399"/>
                </ns1:moveTo>
                <ns1:cubicBezTo>
                  <ns1:pt x="112" y="399"/>
                  <ns1:pt x="112" y="399"/>
                  <ns1:pt x="112" y="399"/>
                </ns1:cubicBezTo>
                <ns1:cubicBezTo>
                  <ns1:pt x="102" y="399"/>
                  <ns1:pt x="94" y="391"/>
                  <ns1:pt x="94" y="381"/>
                </ns1:cubicBezTo>
                <ns1:cubicBezTo>
                  <ns1:pt x="94" y="302"/>
                  <ns1:pt x="94" y="302"/>
                  <ns1:pt x="94" y="302"/>
                </ns1:cubicBezTo>
                <ns1:cubicBezTo>
                  <ns1:pt x="94" y="292"/>
                  <ns1:pt x="102" y="284"/>
                  <ns1:pt x="112" y="284"/>
                </ns1:cubicBezTo>
                <ns1:cubicBezTo>
                  <ns1:pt x="159" y="284"/>
                  <ns1:pt x="159" y="284"/>
                  <ns1:pt x="159" y="284"/>
                </ns1:cubicBezTo>
                <ns1:cubicBezTo>
                  <ns1:pt x="169" y="284"/>
                  <ns1:pt x="177" y="292"/>
                  <ns1:pt x="177" y="302"/>
                </ns1:cubicBezTo>
                <ns1:cubicBezTo>
                  <ns1:pt x="177" y="381"/>
                  <ns1:pt x="177" y="381"/>
                  <ns1:pt x="177" y="381"/>
                </ns1:cubicBezTo>
                <ns1:cubicBezTo>
                  <ns1:pt x="177" y="391"/>
                  <ns1:pt x="169" y="399"/>
                  <ns1:pt x="159" y="399"/>
                </ns1:cubicBezTo>
                <ns1:close/>
                <ns1:moveTo>
                  <ns1:pt x="114" y="379"/>
                </ns1:moveTo>
                <ns1:cubicBezTo>
                  <ns1:pt x="157" y="379"/>
                  <ns1:pt x="157" y="379"/>
                  <ns1:pt x="157" y="379"/>
                </ns1:cubicBezTo>
                <ns1:cubicBezTo>
                  <ns1:pt x="157" y="304"/>
                  <ns1:pt x="157" y="304"/>
                  <ns1:pt x="157" y="304"/>
                </ns1:cubicBezTo>
                <ns1:cubicBezTo>
                  <ns1:pt x="114" y="304"/>
                  <ns1:pt x="114" y="304"/>
                  <ns1:pt x="114" y="304"/>
                </ns1:cubicBezTo>
                <ns1:lnTo>
                  <ns1:pt x="114" y="379"/>
                </ns1:lnTo>
                <ns1:close/>
                <ns1:moveTo>
                  <ns1:pt x="65" y="399"/>
                </ns1:moveTo>
                <ns1:cubicBezTo>
                  <ns1:pt x="17" y="399"/>
                  <ns1:pt x="17" y="399"/>
                  <ns1:pt x="17" y="399"/>
                </ns1:cubicBezTo>
                <ns1:cubicBezTo>
                  <ns1:pt x="7" y="399"/>
                  <ns1:pt x="0" y="391"/>
                  <ns1:pt x="0" y="381"/>
                </ns1:cubicBezTo>
                <ns1:cubicBezTo>
                  <ns1:pt x="0" y="334"/>
                  <ns1:pt x="0" y="334"/>
                  <ns1:pt x="0" y="334"/>
                </ns1:cubicBezTo>
                <ns1:cubicBezTo>
                  <ns1:pt x="0" y="324"/>
                  <ns1:pt x="7" y="316"/>
                  <ns1:pt x="17" y="316"/>
                </ns1:cubicBezTo>
                <ns1:cubicBezTo>
                  <ns1:pt x="65" y="316"/>
                  <ns1:pt x="65" y="316"/>
                  <ns1:pt x="65" y="316"/>
                </ns1:cubicBezTo>
                <ns1:cubicBezTo>
                  <ns1:pt x="75" y="316"/>
                  <ns1:pt x="83" y="324"/>
                  <ns1:pt x="83" y="334"/>
                </ns1:cubicBezTo>
                <ns1:cubicBezTo>
                  <ns1:pt x="83" y="381"/>
                  <ns1:pt x="83" y="381"/>
                  <ns1:pt x="83" y="381"/>
                </ns1:cubicBezTo>
                <ns1:cubicBezTo>
                  <ns1:pt x="83" y="391"/>
                  <ns1:pt x="75" y="399"/>
                  <ns1:pt x="65" y="399"/>
                </ns1:cubicBezTo>
                <ns1:close/>
                <ns1:moveTo>
                  <ns1:pt x="19" y="379"/>
                </ns1:moveTo>
                <ns1:cubicBezTo>
                  <ns1:pt x="63" y="379"/>
                  <ns1:pt x="63" y="379"/>
                  <ns1:pt x="63" y="379"/>
                </ns1:cubicBezTo>
                <ns1:cubicBezTo>
                  <ns1:pt x="63" y="336"/>
                  <ns1:pt x="63" y="336"/>
                  <ns1:pt x="63" y="336"/>
                </ns1:cubicBezTo>
                <ns1:cubicBezTo>
                  <ns1:pt x="19" y="336"/>
                  <ns1:pt x="19" y="336"/>
                  <ns1:pt x="19" y="336"/>
                </ns1:cubicBezTo>
                <ns1:lnTo>
                  <ns1:pt x="19" y="379"/>
                </ns1:lnTo>
                <ns1:close/>
              </ns1:path>
            </ns1:pathLst>
          </ns1:custGeom>
          <ns1:solidFill>
            <ns1:schemeClr val="tx1"/>
          </ns1:solidFill>
          <ns1:ln>
            <ns1:noFill/>
          </ns1:ln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id-ID" sz="2700"/>
          </ns1:p>
        </ns0:txBody>
      </ns0:sp>
      <ns0:grpSp>
        <ns0:nvGrpSpPr>
          <ns0:cNvPr id="130" name="Group 129"/>
          <ns0:cNvGrpSpPr/>
          <ns0:nvPr/>
        </ns0:nvGrpSpPr>
        <ns0:grpSpPr>
          <ns1:xfrm>
            <ns1:off x="1196044" y="2894621"/>
            <ns1:ext cx="525969" cy="352719"/>
            <ns1:chOff x="3175" y="0"/>
            <ns1:chExt cx="4564063" cy="3060700"/>
          </ns1:xfrm>
          <ns1:solidFill>
            <ns1:schemeClr val="tx1"/>
          </ns1:solidFill>
        </ns0:grpSpPr>
        <ns0:sp>
          <ns0:nvSpPr>
            <ns0:cNvPr id="131" name="Freeform 9"/>
            <ns0:cNvSpPr>
              <ns1:spLocks/>
            </ns0:cNvSpPr>
            <ns0:nvPr/>
          </ns0:nvSpPr>
          <ns0:spPr bwMode="auto">
            <ns1:xfrm>
              <ns1:off x="1649413" y="1990725"/>
              <ns1:ext cx="800100" cy="801688"/>
            </ns1:xfrm>
            <ns1:custGeom>
              <ns1:avLst/>
              <ns1:gdLst>
                <ns1:gd name="T0" fmla="*/ 436 w 504"/>
                <ns1:gd name="T1" fmla="*/ 505 h 505"/>
                <ns1:gd name="T2" fmla="*/ 0 w 504"/>
                <ns1:gd name="T3" fmla="*/ 69 h 505"/>
                <ns1:gd name="T4" fmla="*/ 69 w 504"/>
                <ns1:gd name="T5" fmla="*/ 0 h 505"/>
                <ns1:gd name="T6" fmla="*/ 504 w 504"/>
                <ns1:gd name="T7" fmla="*/ 437 h 505"/>
                <ns1:gd name="T8" fmla="*/ 436 w 504"/>
                <ns1:gd name="T9" fmla="*/ 505 h 505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</ns1:cxnLst>
              <ns1:rect l="0" t="0" r="r" b="b"/>
              <ns1:pathLst>
                <ns1:path w="504" h="505">
                  <ns1:moveTo>
                    <ns1:pt x="436" y="505"/>
                  </ns1:moveTo>
                  <ns1:lnTo>
                    <ns1:pt x="0" y="69"/>
                  </ns1:lnTo>
                  <ns1:lnTo>
                    <ns1:pt x="69" y="0"/>
                  </ns1:lnTo>
                  <ns1:lnTo>
                    <ns1:pt x="504" y="437"/>
                  </ns1:lnTo>
                  <ns1:lnTo>
                    <ns1:pt x="436" y="505"/>
                  </ns1:ln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132" name="Freeform 10"/>
            <ns0:cNvSpPr>
              <ns1:spLocks noEditPoints="1"/>
            </ns0:cNvSpPr>
            <ns0:nvPr/>
          </ns0:nvSpPr>
          <ns0:spPr bwMode="auto">
            <ns1:xfrm>
              <ns1:off x="957263" y="365125"/>
              <ns1:ext cx="650875" cy="650875"/>
            </ns1:xfrm>
            <ns1:custGeom>
              <ns1:avLst/>
              <ns1:gdLst>
                <ns1:gd name="T0" fmla="*/ 87 w 173"/>
                <ns1:gd name="T1" fmla="*/ 173 h 173"/>
                <ns1:gd name="T2" fmla="*/ 0 w 173"/>
                <ns1:gd name="T3" fmla="*/ 86 h 173"/>
                <ns1:gd name="T4" fmla="*/ 87 w 173"/>
                <ns1:gd name="T5" fmla="*/ 0 h 173"/>
                <ns1:gd name="T6" fmla="*/ 173 w 173"/>
                <ns1:gd name="T7" fmla="*/ 86 h 173"/>
                <ns1:gd name="T8" fmla="*/ 87 w 173"/>
                <ns1:gd name="T9" fmla="*/ 173 h 173"/>
                <ns1:gd name="T10" fmla="*/ 87 w 173"/>
                <ns1:gd name="T11" fmla="*/ 41 h 173"/>
                <ns1:gd name="T12" fmla="*/ 42 w 173"/>
                <ns1:gd name="T13" fmla="*/ 86 h 173"/>
                <ns1:gd name="T14" fmla="*/ 87 w 173"/>
                <ns1:gd name="T15" fmla="*/ 131 h 173"/>
                <ns1:gd name="T16" fmla="*/ 131 w 173"/>
                <ns1:gd name="T17" fmla="*/ 86 h 173"/>
                <ns1:gd name="T18" fmla="*/ 87 w 173"/>
                <ns1:gd name="T19" fmla="*/ 41 h 173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</ns1:cxnLst>
              <ns1:rect l="0" t="0" r="r" b="b"/>
              <ns1:pathLst>
                <ns1:path w="173" h="173">
                  <ns1:moveTo>
                    <ns1:pt x="87" y="173"/>
                  </ns1:moveTo>
                  <ns1:cubicBezTo>
                    <ns1:pt x="39" y="173"/>
                    <ns1:pt x="0" y="134"/>
                    <ns1:pt x="0" y="86"/>
                  </ns1:cubicBezTo>
                  <ns1:cubicBezTo>
                    <ns1:pt x="0" y="39"/>
                    <ns1:pt x="39" y="0"/>
                    <ns1:pt x="87" y="0"/>
                  </ns1:cubicBezTo>
                  <ns1:cubicBezTo>
                    <ns1:pt x="134" y="0"/>
                    <ns1:pt x="173" y="39"/>
                    <ns1:pt x="173" y="86"/>
                  </ns1:cubicBezTo>
                  <ns1:cubicBezTo>
                    <ns1:pt x="173" y="134"/>
                    <ns1:pt x="134" y="173"/>
                    <ns1:pt x="87" y="173"/>
                  </ns1:cubicBezTo>
                  <ns1:close/>
                  <ns1:moveTo>
                    <ns1:pt x="87" y="41"/>
                  </ns1:moveTo>
                  <ns1:cubicBezTo>
                    <ns1:pt x="62" y="41"/>
                    <ns1:pt x="42" y="61"/>
                    <ns1:pt x="42" y="86"/>
                  </ns1:cubicBezTo>
                  <ns1:cubicBezTo>
                    <ns1:pt x="42" y="111"/>
                    <ns1:pt x="62" y="131"/>
                    <ns1:pt x="87" y="131"/>
                  </ns1:cubicBezTo>
                  <ns1:cubicBezTo>
                    <ns1:pt x="111" y="131"/>
                    <ns1:pt x="131" y="111"/>
                    <ns1:pt x="131" y="86"/>
                  </ns1:cubicBezTo>
                  <ns1:cubicBezTo>
                    <ns1:pt x="131" y="61"/>
                    <ns1:pt x="111" y="41"/>
                    <ns1:pt x="87" y="41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133" name="Rectangle 11"/>
            <ns0:cNvSpPr>
              <ns1:spLocks noChangeArrowheads="1"/>
            </ns0:cNvSpPr>
            <ns0:nvPr/>
          </ns0:nvSpPr>
          <ns0:spPr bwMode="auto">
            <ns1:xfrm>
              <ns1:off x="4408488" y="2555875"/>
              <ns1:ext cx="158750" cy="428625"/>
            </ns1:xfrm>
            <ns1:prstGeom prst="rect">
              <ns1:avLst/>
            </ns1:pr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miter lim="800000"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134" name="Rectangle 12"/>
            <ns0:cNvSpPr>
              <ns1:spLocks noChangeArrowheads="1"/>
            </ns0:cNvSpPr>
            <ns0:nvPr/>
          </ns0:nvSpPr>
          <ns0:spPr bwMode="auto">
            <ns1:xfrm>
              <ns1:off x="3175" y="2717800"/>
              <ns1:ext cx="153988" cy="266700"/>
            </ns1:xfrm>
            <ns1:prstGeom prst="rect">
              <ns1:avLst/>
            </ns1:pr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miter lim="800000"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135" name="Freeform 13"/>
            <ns0:cNvSpPr>
              <ns1:spLocks noEditPoints="1"/>
            </ns0:cNvSpPr>
            <ns0:nvPr/>
          </ns0:nvSpPr>
          <ns0:spPr bwMode="auto">
            <ns1:xfrm>
              <ns1:off x="3175" y="0"/>
              <ns1:ext cx="4564063" cy="2909888"/>
            </ns1:xfrm>
            <ns1:custGeom>
              <ns1:avLst/>
              <ns1:gdLst>
                <ns1:gd name="T0" fmla="*/ 0 w 2875"/>
                <ns1:gd name="T1" fmla="*/ 1833 h 1833"/>
                <ns1:gd name="T2" fmla="*/ 0 w 2875"/>
                <ns1:gd name="T3" fmla="*/ 0 h 1833"/>
                <ns1:gd name="T4" fmla="*/ 2875 w 2875"/>
                <ns1:gd name="T5" fmla="*/ 0 h 1833"/>
                <ns1:gd name="T6" fmla="*/ 2875 w 2875"/>
                <ns1:gd name="T7" fmla="*/ 1731 h 1833"/>
                <ns1:gd name="T8" fmla="*/ 1802 w 2875"/>
                <ns1:gd name="T9" fmla="*/ 628 h 1833"/>
                <ns1:gd name="T10" fmla="*/ 1082 w 2875"/>
                <ns1:gd name="T11" fmla="*/ 1368 h 1833"/>
                <ns1:gd name="T12" fmla="*/ 767 w 2875"/>
                <ns1:gd name="T13" fmla="*/ 1046 h 1833"/>
                <ns1:gd name="T14" fmla="*/ 0 w 2875"/>
                <ns1:gd name="T15" fmla="*/ 1833 h 1833"/>
                <ns1:gd name="T16" fmla="*/ 97 w 2875"/>
                <ns1:gd name="T17" fmla="*/ 100 h 1833"/>
                <ns1:gd name="T18" fmla="*/ 97 w 2875"/>
                <ns1:gd name="T19" fmla="*/ 1591 h 1833"/>
                <ns1:gd name="T20" fmla="*/ 767 w 2875"/>
                <ns1:gd name="T21" fmla="*/ 903 h 1833"/>
                <ns1:gd name="T22" fmla="*/ 1082 w 2875"/>
                <ns1:gd name="T23" fmla="*/ 1228 h 1833"/>
                <ns1:gd name="T24" fmla="*/ 1802 w 2875"/>
                <ns1:gd name="T25" fmla="*/ 486 h 1833"/>
                <ns1:gd name="T26" fmla="*/ 2775 w 2875"/>
                <ns1:gd name="T27" fmla="*/ 1487 h 1833"/>
                <ns1:gd name="T28" fmla="*/ 2775 w 2875"/>
                <ns1:gd name="T29" fmla="*/ 100 h 1833"/>
                <ns1:gd name="T30" fmla="*/ 97 w 2875"/>
                <ns1:gd name="T31" fmla="*/ 100 h 1833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  <ns1:cxn ang="0">
                  <ns1:pos x="T30" y="T31"/>
                </ns1:cxn>
              </ns1:cxnLst>
              <ns1:rect l="0" t="0" r="r" b="b"/>
              <ns1:pathLst>
                <ns1:path w="2875" h="1833">
                  <ns1:moveTo>
                    <ns1:pt x="0" y="1833"/>
                  </ns1:moveTo>
                  <ns1:lnTo>
                    <ns1:pt x="0" y="0"/>
                  </ns1:lnTo>
                  <ns1:lnTo>
                    <ns1:pt x="2875" y="0"/>
                  </ns1:lnTo>
                  <ns1:lnTo>
                    <ns1:pt x="2875" y="1731"/>
                  </ns1:lnTo>
                  <ns1:lnTo>
                    <ns1:pt x="1802" y="628"/>
                  </ns1:lnTo>
                  <ns1:lnTo>
                    <ns1:pt x="1082" y="1368"/>
                  </ns1:lnTo>
                  <ns1:lnTo>
                    <ns1:pt x="767" y="1046"/>
                  </ns1:lnTo>
                  <ns1:lnTo>
                    <ns1:pt x="0" y="1833"/>
                  </ns1:lnTo>
                  <ns1:close/>
                  <ns1:moveTo>
                    <ns1:pt x="97" y="100"/>
                  </ns1:moveTo>
                  <ns1:lnTo>
                    <ns1:pt x="97" y="1591"/>
                  </ns1:lnTo>
                  <ns1:lnTo>
                    <ns1:pt x="767" y="903"/>
                  </ns1:lnTo>
                  <ns1:lnTo>
                    <ns1:pt x="1082" y="1228"/>
                  </ns1:lnTo>
                  <ns1:lnTo>
                    <ns1:pt x="1802" y="486"/>
                  </ns1:lnTo>
                  <ns1:lnTo>
                    <ns1:pt x="2775" y="1487"/>
                  </ns1:lnTo>
                  <ns1:lnTo>
                    <ns1:pt x="2775" y="100"/>
                  </ns1:lnTo>
                  <ns1:lnTo>
                    <ns1:pt x="97" y="100"/>
                  </ns1:ln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136" name="Freeform 14"/>
            <ns0:cNvSpPr>
              <ns1:spLocks noEditPoints="1"/>
            </ns0:cNvSpPr>
            <ns0:nvPr/>
          </ns0:nvSpPr>
          <ns0:spPr bwMode="auto">
            <ns1:xfrm>
              <ns1:off x="3175" y="771525"/>
              <ns1:ext cx="4564063" cy="2289175"/>
            </ns1:xfrm>
            <ns1:custGeom>
              <ns1:avLst/>
              <ns1:gdLst>
                <ns1:gd name="T0" fmla="*/ 2875 w 2875"/>
                <ns1:gd name="T1" fmla="*/ 1442 h 1442"/>
                <ns1:gd name="T2" fmla="*/ 0 w 2875"/>
                <ns1:gd name="T3" fmla="*/ 1442 h 1442"/>
                <ns1:gd name="T4" fmla="*/ 0 w 2875"/>
                <ns1:gd name="T5" fmla="*/ 1207 h 1442"/>
                <ns1:gd name="T6" fmla="*/ 767 w 2875"/>
                <ns1:gd name="T7" fmla="*/ 417 h 1442"/>
                <ns1:gd name="T8" fmla="*/ 1082 w 2875"/>
                <ns1:gd name="T9" fmla="*/ 742 h 1442"/>
                <ns1:gd name="T10" fmla="*/ 1802 w 2875"/>
                <ns1:gd name="T11" fmla="*/ 0 h 1442"/>
                <ns1:gd name="T12" fmla="*/ 2875 w 2875"/>
                <ns1:gd name="T13" fmla="*/ 1103 h 1442"/>
                <ns1:gd name="T14" fmla="*/ 2875 w 2875"/>
                <ns1:gd name="T15" fmla="*/ 1442 h 1442"/>
                <ns1:gd name="T16" fmla="*/ 97 w 2875"/>
                <ns1:gd name="T17" fmla="*/ 1345 h 1442"/>
                <ns1:gd name="T18" fmla="*/ 2775 w 2875"/>
                <ns1:gd name="T19" fmla="*/ 1345 h 1442"/>
                <ns1:gd name="T20" fmla="*/ 2775 w 2875"/>
                <ns1:gd name="T21" fmla="*/ 1143 h 1442"/>
                <ns1:gd name="T22" fmla="*/ 1802 w 2875"/>
                <ns1:gd name="T23" fmla="*/ 142 h 1442"/>
                <ns1:gd name="T24" fmla="*/ 1082 w 2875"/>
                <ns1:gd name="T25" fmla="*/ 882 h 1442"/>
                <ns1:gd name="T26" fmla="*/ 767 w 2875"/>
                <ns1:gd name="T27" fmla="*/ 560 h 1442"/>
                <ns1:gd name="T28" fmla="*/ 97 w 2875"/>
                <ns1:gd name="T29" fmla="*/ 1247 h 1442"/>
                <ns1:gd name="T30" fmla="*/ 97 w 2875"/>
                <ns1:gd name="T31" fmla="*/ 1345 h 1442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  <ns1:cxn ang="0">
                  <ns1:pos x="T30" y="T31"/>
                </ns1:cxn>
              </ns1:cxnLst>
              <ns1:rect l="0" t="0" r="r" b="b"/>
              <ns1:pathLst>
                <ns1:path w="2875" h="1442">
                  <ns1:moveTo>
                    <ns1:pt x="2875" y="1442"/>
                  </ns1:moveTo>
                  <ns1:lnTo>
                    <ns1:pt x="0" y="1442"/>
                  </ns1:lnTo>
                  <ns1:lnTo>
                    <ns1:pt x="0" y="1207"/>
                  </ns1:lnTo>
                  <ns1:lnTo>
                    <ns1:pt x="767" y="417"/>
                  </ns1:lnTo>
                  <ns1:lnTo>
                    <ns1:pt x="1082" y="742"/>
                  </ns1:lnTo>
                  <ns1:lnTo>
                    <ns1:pt x="1802" y="0"/>
                  </ns1:lnTo>
                  <ns1:lnTo>
                    <ns1:pt x="2875" y="1103"/>
                  </ns1:lnTo>
                  <ns1:lnTo>
                    <ns1:pt x="2875" y="1442"/>
                  </ns1:lnTo>
                  <ns1:close/>
                  <ns1:moveTo>
                    <ns1:pt x="97" y="1345"/>
                  </ns1:moveTo>
                  <ns1:lnTo>
                    <ns1:pt x="2775" y="1345"/>
                  </ns1:lnTo>
                  <ns1:lnTo>
                    <ns1:pt x="2775" y="1143"/>
                  </ns1:lnTo>
                  <ns1:lnTo>
                    <ns1:pt x="1802" y="142"/>
                  </ns1:lnTo>
                  <ns1:lnTo>
                    <ns1:pt x="1082" y="882"/>
                  </ns1:lnTo>
                  <ns1:lnTo>
                    <ns1:pt x="767" y="560"/>
                  </ns1:lnTo>
                  <ns1:lnTo>
                    <ns1:pt x="97" y="1247"/>
                  </ns1:lnTo>
                  <ns1:lnTo>
                    <ns1:pt x="97" y="1345"/>
                  </ns1:ln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</ns0:grpSp>
      <ns0:grpSp>
        <ns0:nvGrpSpPr>
          <ns0:cNvPr id="137" name="Group 136"/>
          <ns0:cNvGrpSpPr/>
          <ns0:nvPr/>
        </ns0:nvGrpSpPr>
        <ns0:grpSpPr>
          <ns1:xfrm>
            <ns1:off x="335781" y="4622911"/>
            <ns1:ext cx="464615" cy="327528"/>
            <ns1:chOff x="0" y="0"/>
            <ns1:chExt cx="5681663" cy="4005263"/>
          </ns1:xfrm>
          <ns1:solidFill>
            <ns1:schemeClr val="tx1"/>
          </ns1:solidFill>
        </ns0:grpSpPr>
        <ns0:sp>
          <ns0:nvSpPr>
            <ns0:cNvPr id="138" name="Freeform 18"/>
            <ns0:cNvSpPr>
              <ns1:spLocks noEditPoints="1"/>
            </ns0:cNvSpPr>
            <ns0:nvPr/>
          </ns0:nvSpPr>
          <ns0:spPr bwMode="auto">
            <ns1:xfrm>
              <ns1:off x="0" y="0"/>
              <ns1:ext cx="5681663" cy="4005263"/>
            </ns1:xfrm>
            <ns1:custGeom>
              <ns1:avLst/>
              <ns1:gdLst>
                <ns1:gd name="T0" fmla="*/ 1383 w 1512"/>
                <ns1:gd name="T1" fmla="*/ 1065 h 1065"/>
                <ns1:gd name="T2" fmla="*/ 129 w 1512"/>
                <ns1:gd name="T3" fmla="*/ 1065 h 1065"/>
                <ns1:gd name="T4" fmla="*/ 0 w 1512"/>
                <ns1:gd name="T5" fmla="*/ 936 h 1065"/>
                <ns1:gd name="T6" fmla="*/ 0 w 1512"/>
                <ns1:gd name="T7" fmla="*/ 563 h 1065"/>
                <ns1:gd name="T8" fmla="*/ 469 w 1512"/>
                <ns1:gd name="T9" fmla="*/ 0 h 1065"/>
                <ns1:gd name="T10" fmla="*/ 1043 w 1512"/>
                <ns1:gd name="T11" fmla="*/ 0 h 1065"/>
                <ns1:gd name="T12" fmla="*/ 1512 w 1512"/>
                <ns1:gd name="T13" fmla="*/ 563 h 1065"/>
                <ns1:gd name="T14" fmla="*/ 1512 w 1512"/>
                <ns1:gd name="T15" fmla="*/ 936 h 1065"/>
                <ns1:gd name="T16" fmla="*/ 1383 w 1512"/>
                <ns1:gd name="T17" fmla="*/ 1065 h 1065"/>
                <ns1:gd name="T18" fmla="*/ 79 w 1512"/>
                <ns1:gd name="T19" fmla="*/ 592 h 1065"/>
                <ns1:gd name="T20" fmla="*/ 79 w 1512"/>
                <ns1:gd name="T21" fmla="*/ 936 h 1065"/>
                <ns1:gd name="T22" fmla="*/ 129 w 1512"/>
                <ns1:gd name="T23" fmla="*/ 986 h 1065"/>
                <ns1:gd name="T24" fmla="*/ 1383 w 1512"/>
                <ns1:gd name="T25" fmla="*/ 986 h 1065"/>
                <ns1:gd name="T26" fmla="*/ 1433 w 1512"/>
                <ns1:gd name="T27" fmla="*/ 936 h 1065"/>
                <ns1:gd name="T28" fmla="*/ 1433 w 1512"/>
                <ns1:gd name="T29" fmla="*/ 592 h 1065"/>
                <ns1:gd name="T30" fmla="*/ 1006 w 1512"/>
                <ns1:gd name="T31" fmla="*/ 79 h 1065"/>
                <ns1:gd name="T32" fmla="*/ 506 w 1512"/>
                <ns1:gd name="T33" fmla="*/ 79 h 1065"/>
                <ns1:gd name="T34" fmla="*/ 79 w 1512"/>
                <ns1:gd name="T35" fmla="*/ 592 h 1065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  <ns1:cxn ang="0">
                  <ns1:pos x="T30" y="T31"/>
                </ns1:cxn>
                <ns1:cxn ang="0">
                  <ns1:pos x="T32" y="T33"/>
                </ns1:cxn>
                <ns1:cxn ang="0">
                  <ns1:pos x="T34" y="T35"/>
                </ns1:cxn>
              </ns1:cxnLst>
              <ns1:rect l="0" t="0" r="r" b="b"/>
              <ns1:pathLst>
                <ns1:path w="1512" h="1065">
                  <ns1:moveTo>
                    <ns1:pt x="1383" y="1065"/>
                  </ns1:moveTo>
                  <ns1:cubicBezTo>
                    <ns1:pt x="129" y="1065"/>
                    <ns1:pt x="129" y="1065"/>
                    <ns1:pt x="129" y="1065"/>
                  </ns1:cubicBezTo>
                  <ns1:cubicBezTo>
                    <ns1:pt x="58" y="1065"/>
                    <ns1:pt x="0" y="1007"/>
                    <ns1:pt x="0" y="936"/>
                  </ns1:cubicBezTo>
                  <ns1:cubicBezTo>
                    <ns1:pt x="0" y="563"/>
                    <ns1:pt x="0" y="563"/>
                    <ns1:pt x="0" y="563"/>
                  </ns1:cubicBezTo>
                  <ns1:cubicBezTo>
                    <ns1:pt x="469" y="0"/>
                    <ns1:pt x="469" y="0"/>
                    <ns1:pt x="469" y="0"/>
                  </ns1:cubicBezTo>
                  <ns1:cubicBezTo>
                    <ns1:pt x="1043" y="0"/>
                    <ns1:pt x="1043" y="0"/>
                    <ns1:pt x="1043" y="0"/>
                  </ns1:cubicBezTo>
                  <ns1:cubicBezTo>
                    <ns1:pt x="1512" y="563"/>
                    <ns1:pt x="1512" y="563"/>
                    <ns1:pt x="1512" y="563"/>
                  </ns1:cubicBezTo>
                  <ns1:cubicBezTo>
                    <ns1:pt x="1512" y="936"/>
                    <ns1:pt x="1512" y="936"/>
                    <ns1:pt x="1512" y="936"/>
                  </ns1:cubicBezTo>
                  <ns1:cubicBezTo>
                    <ns1:pt x="1512" y="1007"/>
                    <ns1:pt x="1454" y="1065"/>
                    <ns1:pt x="1383" y="1065"/>
                  </ns1:cubicBezTo>
                  <ns1:close/>
                  <ns1:moveTo>
                    <ns1:pt x="79" y="592"/>
                  </ns1:moveTo>
                  <ns1:cubicBezTo>
                    <ns1:pt x="79" y="936"/>
                    <ns1:pt x="79" y="936"/>
                    <ns1:pt x="79" y="936"/>
                  </ns1:cubicBezTo>
                  <ns1:cubicBezTo>
                    <ns1:pt x="79" y="963"/>
                    <ns1:pt x="101" y="986"/>
                    <ns1:pt x="129" y="986"/>
                  </ns1:cubicBezTo>
                  <ns1:cubicBezTo>
                    <ns1:pt x="1383" y="986"/>
                    <ns1:pt x="1383" y="986"/>
                    <ns1:pt x="1383" y="986"/>
                  </ns1:cubicBezTo>
                  <ns1:cubicBezTo>
                    <ns1:pt x="1411" y="986"/>
                    <ns1:pt x="1433" y="963"/>
                    <ns1:pt x="1433" y="936"/>
                  </ns1:cubicBezTo>
                  <ns1:cubicBezTo>
                    <ns1:pt x="1433" y="592"/>
                    <ns1:pt x="1433" y="592"/>
                    <ns1:pt x="1433" y="592"/>
                  </ns1:cubicBezTo>
                  <ns1:cubicBezTo>
                    <ns1:pt x="1006" y="79"/>
                    <ns1:pt x="1006" y="79"/>
                    <ns1:pt x="1006" y="79"/>
                  </ns1:cubicBezTo>
                  <ns1:cubicBezTo>
                    <ns1:pt x="506" y="79"/>
                    <ns1:pt x="506" y="79"/>
                    <ns1:pt x="506" y="79"/>
                  </ns1:cubicBezTo>
                  <ns1:lnTo>
                    <ns1:pt x="79" y="592"/>
                  </ns1:ln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139" name="Freeform 19"/>
            <ns0:cNvSpPr>
              <ns1:spLocks noEditPoints="1"/>
            </ns0:cNvSpPr>
            <ns0:nvPr/>
          </ns0:nvSpPr>
          <ns0:spPr bwMode="auto">
            <ns1:xfrm>
              <ns1:off x="1652588" y="2433638"/>
              <ns1:ext cx="2374900" cy="484188"/>
            </ns1:xfrm>
            <ns1:custGeom>
              <ns1:avLst/>
              <ns1:gdLst>
                <ns1:gd name="T0" fmla="*/ 1191 w 1496"/>
                <ns1:gd name="T1" fmla="*/ 305 h 305"/>
                <ns1:gd name="T2" fmla="*/ 306 w 1496"/>
                <ns1:gd name="T3" fmla="*/ 305 h 305"/>
                <ns1:gd name="T4" fmla="*/ 0 w 1496"/>
                <ns1:gd name="T5" fmla="*/ 0 h 305"/>
                <ns1:gd name="T6" fmla="*/ 1496 w 1496"/>
                <ns1:gd name="T7" fmla="*/ 0 h 305"/>
                <ns1:gd name="T8" fmla="*/ 1191 w 1496"/>
                <ns1:gd name="T9" fmla="*/ 305 h 305"/>
                <ns1:gd name="T10" fmla="*/ 343 w 1496"/>
                <ns1:gd name="T11" fmla="*/ 213 h 305"/>
                <ns1:gd name="T12" fmla="*/ 1153 w 1496"/>
                <ns1:gd name="T13" fmla="*/ 213 h 305"/>
                <ns1:gd name="T14" fmla="*/ 1271 w 1496"/>
                <ns1:gd name="T15" fmla="*/ 94 h 305"/>
                <ns1:gd name="T16" fmla="*/ 225 w 1496"/>
                <ns1:gd name="T17" fmla="*/ 94 h 305"/>
                <ns1:gd name="T18" fmla="*/ 343 w 1496"/>
                <ns1:gd name="T19" fmla="*/ 213 h 305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</ns1:cxnLst>
              <ns1:rect l="0" t="0" r="r" b="b"/>
              <ns1:pathLst>
                <ns1:path w="1496" h="305">
                  <ns1:moveTo>
                    <ns1:pt x="1191" y="305"/>
                  </ns1:moveTo>
                  <ns1:lnTo>
                    <ns1:pt x="306" y="305"/>
                  </ns1:lnTo>
                  <ns1:lnTo>
                    <ns1:pt x="0" y="0"/>
                  </ns1:lnTo>
                  <ns1:lnTo>
                    <ns1:pt x="1496" y="0"/>
                  </ns1:lnTo>
                  <ns1:lnTo>
                    <ns1:pt x="1191" y="305"/>
                  </ns1:lnTo>
                  <ns1:close/>
                  <ns1:moveTo>
                    <ns1:pt x="343" y="213"/>
                  </ns1:moveTo>
                  <ns1:lnTo>
                    <ns1:pt x="1153" y="213"/>
                  </ns1:lnTo>
                  <ns1:lnTo>
                    <ns1:pt x="1271" y="94"/>
                  </ns1:lnTo>
                  <ns1:lnTo>
                    <ns1:pt x="225" y="94"/>
                  </ns1:lnTo>
                  <ns1:lnTo>
                    <ns1:pt x="343" y="213"/>
                  </ns1:ln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140" name="Freeform 20"/>
            <ns0:cNvSpPr>
              <ns1:spLocks noEditPoints="1"/>
            </ns0:cNvSpPr>
            <ns0:nvPr/>
          </ns0:nvSpPr>
          <ns0:spPr bwMode="auto">
            <ns1:xfrm>
              <ns1:off x="427038" y="412750"/>
              <ns1:ext cx="4826000" cy="1831975"/>
            </ns1:xfrm>
            <ns1:custGeom>
              <ns1:avLst/>
              <ns1:gdLst>
                <ns1:gd name="T0" fmla="*/ 3040 w 3040"/>
                <ns1:gd name="T1" fmla="*/ 1154 h 1154"/>
                <ns1:gd name="T2" fmla="*/ 0 w 3040"/>
                <ns1:gd name="T3" fmla="*/ 1154 h 1154"/>
                <ns1:gd name="T4" fmla="*/ 962 w 3040"/>
                <ns1:gd name="T5" fmla="*/ 0 h 1154"/>
                <ns1:gd name="T6" fmla="*/ 2079 w 3040"/>
                <ns1:gd name="T7" fmla="*/ 0 h 1154"/>
                <ns1:gd name="T8" fmla="*/ 3040 w 3040"/>
                <ns1:gd name="T9" fmla="*/ 1154 h 1154"/>
                <ns1:gd name="T10" fmla="*/ 199 w 3040"/>
                <ns1:gd name="T11" fmla="*/ 1062 h 1154"/>
                <ns1:gd name="T12" fmla="*/ 2841 w 3040"/>
                <ns1:gd name="T13" fmla="*/ 1062 h 1154"/>
                <ns1:gd name="T14" fmla="*/ 2036 w 3040"/>
                <ns1:gd name="T15" fmla="*/ 93 h 1154"/>
                <ns1:gd name="T16" fmla="*/ 1006 w 3040"/>
                <ns1:gd name="T17" fmla="*/ 93 h 1154"/>
                <ns1:gd name="T18" fmla="*/ 199 w 3040"/>
                <ns1:gd name="T19" fmla="*/ 1062 h 1154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</ns1:cxnLst>
              <ns1:rect l="0" t="0" r="r" b="b"/>
              <ns1:pathLst>
                <ns1:path w="3040" h="1154">
                  <ns1:moveTo>
                    <ns1:pt x="3040" y="1154"/>
                  </ns1:moveTo>
                  <ns1:lnTo>
                    <ns1:pt x="0" y="1154"/>
                  </ns1:lnTo>
                  <ns1:lnTo>
                    <ns1:pt x="962" y="0"/>
                  </ns1:lnTo>
                  <ns1:lnTo>
                    <ns1:pt x="2079" y="0"/>
                  </ns1:lnTo>
                  <ns1:lnTo>
                    <ns1:pt x="3040" y="1154"/>
                  </ns1:lnTo>
                  <ns1:close/>
                  <ns1:moveTo>
                    <ns1:pt x="199" y="1062"/>
                  </ns1:moveTo>
                  <ns1:lnTo>
                    <ns1:pt x="2841" y="1062"/>
                  </ns1:lnTo>
                  <ns1:lnTo>
                    <ns1:pt x="2036" y="93"/>
                  </ns1:lnTo>
                  <ns1:lnTo>
                    <ns1:pt x="1006" y="93"/>
                  </ns1:lnTo>
                  <ns1:lnTo>
                    <ns1:pt x="199" y="1062"/>
                  </ns1:ln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141" name="Freeform 21"/>
            <ns0:cNvSpPr>
              <ns1:spLocks noEditPoints="1"/>
            </ns0:cNvSpPr>
            <ns0:nvPr/>
          </ns0:nvSpPr>
          <ns0:spPr bwMode="auto">
            <ns1:xfrm>
              <ns1:off x="1641475" y="747713"/>
              <ns1:ext cx="2397125" cy="485775"/>
            </ns1:xfrm>
            <ns1:custGeom>
              <ns1:avLst/>
              <ns1:gdLst>
                <ns1:gd name="T0" fmla="*/ 1510 w 1510"/>
                <ns1:gd name="T1" fmla="*/ 306 h 306"/>
                <ns1:gd name="T2" fmla="*/ 0 w 1510"/>
                <ns1:gd name="T3" fmla="*/ 306 h 306"/>
                <ns1:gd name="T4" fmla="*/ 225 w 1510"/>
                <ns1:gd name="T5" fmla="*/ 0 h 306"/>
                <ns1:gd name="T6" fmla="*/ 1285 w 1510"/>
                <ns1:gd name="T7" fmla="*/ 0 h 306"/>
                <ns1:gd name="T8" fmla="*/ 1510 w 1510"/>
                <ns1:gd name="T9" fmla="*/ 306 h 306"/>
                <ns1:gd name="T10" fmla="*/ 185 w 1510"/>
                <ns1:gd name="T11" fmla="*/ 214 h 306"/>
                <ns1:gd name="T12" fmla="*/ 1326 w 1510"/>
                <ns1:gd name="T13" fmla="*/ 214 h 306"/>
                <ns1:gd name="T14" fmla="*/ 1238 w 1510"/>
                <ns1:gd name="T15" fmla="*/ 95 h 306"/>
                <ns1:gd name="T16" fmla="*/ 272 w 1510"/>
                <ns1:gd name="T17" fmla="*/ 95 h 306"/>
                <ns1:gd name="T18" fmla="*/ 185 w 1510"/>
                <ns1:gd name="T19" fmla="*/ 214 h 306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</ns1:cxnLst>
              <ns1:rect l="0" t="0" r="r" b="b"/>
              <ns1:pathLst>
                <ns1:path w="1510" h="306">
                  <ns1:moveTo>
                    <ns1:pt x="1510" y="306"/>
                  </ns1:moveTo>
                  <ns1:lnTo>
                    <ns1:pt x="0" y="306"/>
                  </ns1:lnTo>
                  <ns1:lnTo>
                    <ns1:pt x="225" y="0"/>
                  </ns1:lnTo>
                  <ns1:lnTo>
                    <ns1:pt x="1285" y="0"/>
                  </ns1:lnTo>
                  <ns1:lnTo>
                    <ns1:pt x="1510" y="306"/>
                  </ns1:lnTo>
                  <ns1:close/>
                  <ns1:moveTo>
                    <ns1:pt x="185" y="214"/>
                  </ns1:moveTo>
                  <ns1:lnTo>
                    <ns1:pt x="1326" y="214"/>
                  </ns1:lnTo>
                  <ns1:lnTo>
                    <ns1:pt x="1238" y="95"/>
                  </ns1:lnTo>
                  <ns1:lnTo>
                    <ns1:pt x="272" y="95"/>
                  </ns1:lnTo>
                  <ns1:lnTo>
                    <ns1:pt x="185" y="214"/>
                  </ns1:ln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142" name="Freeform 22"/>
            <ns0:cNvSpPr>
              <ns1:spLocks noEditPoints="1"/>
            </ns0:cNvSpPr>
            <ns0:nvPr/>
          </ns0:nvSpPr>
          <ns0:spPr bwMode="auto">
            <ns1:xfrm>
              <ns1:off x="1149350" y="1420813"/>
              <ns1:ext cx="3381375" cy="488950"/>
            </ns1:xfrm>
            <ns1:custGeom>
              <ns1:avLst/>
              <ns1:gdLst>
                <ns1:gd name="T0" fmla="*/ 2130 w 2130"/>
                <ns1:gd name="T1" fmla="*/ 308 h 308"/>
                <ns1:gd name="T2" fmla="*/ 0 w 2130"/>
                <ns1:gd name="T3" fmla="*/ 308 h 308"/>
                <ns1:gd name="T4" fmla="*/ 222 w 2130"/>
                <ns1:gd name="T5" fmla="*/ 0 h 308"/>
                <ns1:gd name="T6" fmla="*/ 1908 w 2130"/>
                <ns1:gd name="T7" fmla="*/ 0 h 308"/>
                <ns1:gd name="T8" fmla="*/ 2130 w 2130"/>
                <ns1:gd name="T9" fmla="*/ 308 h 308"/>
                <ns1:gd name="T10" fmla="*/ 185 w 2130"/>
                <ns1:gd name="T11" fmla="*/ 214 h 308"/>
                <ns1:gd name="T12" fmla="*/ 1946 w 2130"/>
                <ns1:gd name="T13" fmla="*/ 214 h 308"/>
                <ns1:gd name="T14" fmla="*/ 1860 w 2130"/>
                <ns1:gd name="T15" fmla="*/ 95 h 308"/>
                <ns1:gd name="T16" fmla="*/ 270 w 2130"/>
                <ns1:gd name="T17" fmla="*/ 95 h 308"/>
                <ns1:gd name="T18" fmla="*/ 185 w 2130"/>
                <ns1:gd name="T19" fmla="*/ 214 h 308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</ns1:cxnLst>
              <ns1:rect l="0" t="0" r="r" b="b"/>
              <ns1:pathLst>
                <ns1:path w="2130" h="308">
                  <ns1:moveTo>
                    <ns1:pt x="2130" y="308"/>
                  </ns1:moveTo>
                  <ns1:lnTo>
                    <ns1:pt x="0" y="308"/>
                  </ns1:lnTo>
                  <ns1:lnTo>
                    <ns1:pt x="222" y="0"/>
                  </ns1:lnTo>
                  <ns1:lnTo>
                    <ns1:pt x="1908" y="0"/>
                  </ns1:lnTo>
                  <ns1:lnTo>
                    <ns1:pt x="2130" y="308"/>
                  </ns1:lnTo>
                  <ns1:close/>
                  <ns1:moveTo>
                    <ns1:pt x="185" y="214"/>
                  </ns1:moveTo>
                  <ns1:lnTo>
                    <ns1:pt x="1946" y="214"/>
                  </ns1:lnTo>
                  <ns1:lnTo>
                    <ns1:pt x="1860" y="95"/>
                  </ns1:lnTo>
                  <ns1:lnTo>
                    <ns1:pt x="270" y="95"/>
                  </ns1:lnTo>
                  <ns1:lnTo>
                    <ns1:pt x="185" y="214"/>
                  </ns1:ln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</ns0:grpSp>
      <ns0:grpSp>
        <ns0:nvGrpSpPr>
          <ns0:cNvPr id="143" name="Group 142"/>
          <ns0:cNvGrpSpPr/>
          <ns0:nvPr/>
        </ns0:nvGrpSpPr>
        <ns0:grpSpPr>
          <ns1:xfrm>
            <ns1:off x="3230841" y="2021909"/>
            <ns1:ext cx="356885" cy="385863"/>
            <ns1:chOff x="5910263" y="3230563"/>
            <ns1:chExt cx="371475" cy="401638"/>
          </ns1:xfrm>
          <ns1:solidFill>
            <ns1:schemeClr val="tx1"/>
          </ns1:solidFill>
        </ns0:grpSpPr>
        <ns0:sp>
          <ns0:nvSpPr>
            <ns0:cNvPr id="144" name="Freeform 21"/>
            <ns0:cNvSpPr>
              <ns1:spLocks noEditPoints="1"/>
            </ns0:cNvSpPr>
            <ns0:nvPr/>
          </ns0:nvSpPr>
          <ns0:spPr bwMode="auto">
            <ns1:xfrm>
              <ns1:off x="5910263" y="3230563"/>
              <ns1:ext cx="371475" cy="401638"/>
            </ns1:xfrm>
            <ns1:custGeom>
              <ns1:avLst/>
              <ns1:gdLst>
                <ns1:gd name="T0" fmla="*/ 96 w 96"/>
                <ns1:gd name="T1" fmla="*/ 56 h 104"/>
                <ns1:gd name="T2" fmla="*/ 77 w 96"/>
                <ns1:gd name="T3" fmla="*/ 18 h 104"/>
                <ns1:gd name="T4" fmla="*/ 77 w 96"/>
                <ns1:gd name="T5" fmla="*/ 18 h 104"/>
                <ns1:gd name="T6" fmla="*/ 81 w 96"/>
                <ns1:gd name="T7" fmla="*/ 11 h 104"/>
                <ns1:gd name="T8" fmla="*/ 87 w 96"/>
                <ns1:gd name="T9" fmla="*/ 14 h 104"/>
                <ns1:gd name="T10" fmla="*/ 89 w 96"/>
                <ns1:gd name="T11" fmla="*/ 13 h 104"/>
                <ns1:gd name="T12" fmla="*/ 89 w 96"/>
                <ns1:gd name="T13" fmla="*/ 10 h 104"/>
                <ns1:gd name="T14" fmla="*/ 80 w 96"/>
                <ns1:gd name="T15" fmla="*/ 5 h 104"/>
                <ns1:gd name="T16" fmla="*/ 80 w 96"/>
                <ns1:gd name="T17" fmla="*/ 5 h 104"/>
                <ns1:gd name="T18" fmla="*/ 80 w 96"/>
                <ns1:gd name="T19" fmla="*/ 5 h 104"/>
                <ns1:gd name="T20" fmla="*/ 71 w 96"/>
                <ns1:gd name="T21" fmla="*/ 0 h 104"/>
                <ns1:gd name="T22" fmla="*/ 69 w 96"/>
                <ns1:gd name="T23" fmla="*/ 1 h 104"/>
                <ns1:gd name="T24" fmla="*/ 69 w 96"/>
                <ns1:gd name="T25" fmla="*/ 4 h 104"/>
                <ns1:gd name="T26" fmla="*/ 75 w 96"/>
                <ns1:gd name="T27" fmla="*/ 7 h 104"/>
                <ns1:gd name="T28" fmla="*/ 71 w 96"/>
                <ns1:gd name="T29" fmla="*/ 14 h 104"/>
                <ns1:gd name="T30" fmla="*/ 48 w 96"/>
                <ns1:gd name="T31" fmla="*/ 8 h 104"/>
                <ns1:gd name="T32" fmla="*/ 25 w 96"/>
                <ns1:gd name="T33" fmla="*/ 14 h 104"/>
                <ns1:gd name="T34" fmla="*/ 21 w 96"/>
                <ns1:gd name="T35" fmla="*/ 7 h 104"/>
                <ns1:gd name="T36" fmla="*/ 27 w 96"/>
                <ns1:gd name="T37" fmla="*/ 4 h 104"/>
                <ns1:gd name="T38" fmla="*/ 27 w 96"/>
                <ns1:gd name="T39" fmla="*/ 1 h 104"/>
                <ns1:gd name="T40" fmla="*/ 25 w 96"/>
                <ns1:gd name="T41" fmla="*/ 0 h 104"/>
                <ns1:gd name="T42" fmla="*/ 7 w 96"/>
                <ns1:gd name="T43" fmla="*/ 10 h 104"/>
                <ns1:gd name="T44" fmla="*/ 7 w 96"/>
                <ns1:gd name="T45" fmla="*/ 13 h 104"/>
                <ns1:gd name="T46" fmla="*/ 9 w 96"/>
                <ns1:gd name="T47" fmla="*/ 14 h 104"/>
                <ns1:gd name="T48" fmla="*/ 15 w 96"/>
                <ns1:gd name="T49" fmla="*/ 11 h 104"/>
                <ns1:gd name="T50" fmla="*/ 19 w 96"/>
                <ns1:gd name="T51" fmla="*/ 18 h 104"/>
                <ns1:gd name="T52" fmla="*/ 19 w 96"/>
                <ns1:gd name="T53" fmla="*/ 18 h 104"/>
                <ns1:gd name="T54" fmla="*/ 0 w 96"/>
                <ns1:gd name="T55" fmla="*/ 56 h 104"/>
                <ns1:gd name="T56" fmla="*/ 17 w 96"/>
                <ns1:gd name="T57" fmla="*/ 92 h 104"/>
                <ns1:gd name="T58" fmla="*/ 16 w 96"/>
                <ns1:gd name="T59" fmla="*/ 96 h 104"/>
                <ns1:gd name="T60" fmla="*/ 24 w 96"/>
                <ns1:gd name="T61" fmla="*/ 104 h 104"/>
                <ns1:gd name="T62" fmla="*/ 30 w 96"/>
                <ns1:gd name="T63" fmla="*/ 101 h 104"/>
                <ns1:gd name="T64" fmla="*/ 48 w 96"/>
                <ns1:gd name="T65" fmla="*/ 104 h 104"/>
                <ns1:gd name="T66" fmla="*/ 66 w 96"/>
                <ns1:gd name="T67" fmla="*/ 101 h 104"/>
                <ns1:gd name="T68" fmla="*/ 72 w 96"/>
                <ns1:gd name="T69" fmla="*/ 104 h 104"/>
                <ns1:gd name="T70" fmla="*/ 80 w 96"/>
                <ns1:gd name="T71" fmla="*/ 96 h 104"/>
                <ns1:gd name="T72" fmla="*/ 79 w 96"/>
                <ns1:gd name="T73" fmla="*/ 92 h 104"/>
                <ns1:gd name="T74" fmla="*/ 96 w 96"/>
                <ns1:gd name="T75" fmla="*/ 56 h 104"/>
                <ns1:gd name="T76" fmla="*/ 8 w 96"/>
                <ns1:gd name="T77" fmla="*/ 56 h 104"/>
                <ns1:gd name="T78" fmla="*/ 48 w 96"/>
                <ns1:gd name="T79" fmla="*/ 16 h 104"/>
                <ns1:gd name="T80" fmla="*/ 88 w 96"/>
                <ns1:gd name="T81" fmla="*/ 56 h 104"/>
                <ns1:gd name="T82" fmla="*/ 48 w 96"/>
                <ns1:gd name="T83" fmla="*/ 96 h 104"/>
                <ns1:gd name="T84" fmla="*/ 8 w 96"/>
                <ns1:gd name="T85" fmla="*/ 56 h 104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  <ns1:cxn ang="0">
                  <ns1:pos x="T30" y="T31"/>
                </ns1:cxn>
                <ns1:cxn ang="0">
                  <ns1:pos x="T32" y="T33"/>
                </ns1:cxn>
                <ns1:cxn ang="0">
                  <ns1:pos x="T34" y="T35"/>
                </ns1:cxn>
                <ns1:cxn ang="0">
                  <ns1:pos x="T36" y="T37"/>
                </ns1:cxn>
                <ns1:cxn ang="0">
                  <ns1:pos x="T38" y="T39"/>
                </ns1:cxn>
                <ns1:cxn ang="0">
                  <ns1:pos x="T40" y="T41"/>
                </ns1:cxn>
                <ns1:cxn ang="0">
                  <ns1:pos x="T42" y="T43"/>
                </ns1:cxn>
                <ns1:cxn ang="0">
                  <ns1:pos x="T44" y="T45"/>
                </ns1:cxn>
                <ns1:cxn ang="0">
                  <ns1:pos x="T46" y="T47"/>
                </ns1:cxn>
                <ns1:cxn ang="0">
                  <ns1:pos x="T48" y="T49"/>
                </ns1:cxn>
                <ns1:cxn ang="0">
                  <ns1:pos x="T50" y="T51"/>
                </ns1:cxn>
                <ns1:cxn ang="0">
                  <ns1:pos x="T52" y="T53"/>
                </ns1:cxn>
                <ns1:cxn ang="0">
                  <ns1:pos x="T54" y="T55"/>
                </ns1:cxn>
                <ns1:cxn ang="0">
                  <ns1:pos x="T56" y="T57"/>
                </ns1:cxn>
                <ns1:cxn ang="0">
                  <ns1:pos x="T58" y="T59"/>
                </ns1:cxn>
                <ns1:cxn ang="0">
                  <ns1:pos x="T60" y="T61"/>
                </ns1:cxn>
                <ns1:cxn ang="0">
                  <ns1:pos x="T62" y="T63"/>
                </ns1:cxn>
                <ns1:cxn ang="0">
                  <ns1:pos x="T64" y="T65"/>
                </ns1:cxn>
                <ns1:cxn ang="0">
                  <ns1:pos x="T66" y="T67"/>
                </ns1:cxn>
                <ns1:cxn ang="0">
                  <ns1:pos x="T68" y="T69"/>
                </ns1:cxn>
                <ns1:cxn ang="0">
                  <ns1:pos x="T70" y="T71"/>
                </ns1:cxn>
                <ns1:cxn ang="0">
                  <ns1:pos x="T72" y="T73"/>
                </ns1:cxn>
                <ns1:cxn ang="0">
                  <ns1:pos x="T74" y="T75"/>
                </ns1:cxn>
                <ns1:cxn ang="0">
                  <ns1:pos x="T76" y="T77"/>
                </ns1:cxn>
                <ns1:cxn ang="0">
                  <ns1:pos x="T78" y="T79"/>
                </ns1:cxn>
                <ns1:cxn ang="0">
                  <ns1:pos x="T80" y="T81"/>
                </ns1:cxn>
                <ns1:cxn ang="0">
                  <ns1:pos x="T82" y="T83"/>
                </ns1:cxn>
                <ns1:cxn ang="0">
                  <ns1:pos x="T84" y="T85"/>
                </ns1:cxn>
              </ns1:cxnLst>
              <ns1:rect l="0" t="0" r="r" b="b"/>
              <ns1:pathLst>
                <ns1:path w="96" h="104">
                  <ns1:moveTo>
                    <ns1:pt x="96" y="56"/>
                  </ns1:moveTo>
                  <ns1:cubicBezTo>
                    <ns1:pt x="96" y="41"/>
                    <ns1:pt x="89" y="27"/>
                    <ns1:pt x="77" y="18"/>
                  </ns1:cubicBezTo>
                  <ns1:cubicBezTo>
                    <ns1:pt x="77" y="18"/>
                    <ns1:pt x="77" y="18"/>
                    <ns1:pt x="77" y="18"/>
                  </ns1:cubicBezTo>
                  <ns1:cubicBezTo>
                    <ns1:pt x="81" y="11"/>
                    <ns1:pt x="81" y="11"/>
                    <ns1:pt x="81" y="11"/>
                  </ns1:cubicBezTo>
                  <ns1:cubicBezTo>
                    <ns1:pt x="87" y="14"/>
                    <ns1:pt x="87" y="14"/>
                    <ns1:pt x="87" y="14"/>
                  </ns1:cubicBezTo>
                  <ns1:cubicBezTo>
                    <ns1:pt x="88" y="14"/>
                    <ns1:pt x="89" y="14"/>
                    <ns1:pt x="89" y="13"/>
                  </ns1:cubicBezTo>
                  <ns1:cubicBezTo>
                    <ns1:pt x="90" y="12"/>
                    <ns1:pt x="90" y="11"/>
                    <ns1:pt x="89" y="10"/>
                  </ns1:cubicBezTo>
                  <ns1:cubicBezTo>
                    <ns1:pt x="80" y="5"/>
                    <ns1:pt x="80" y="5"/>
                    <ns1:pt x="80" y="5"/>
                  </ns1:cubicBezTo>
                  <ns1:cubicBezTo>
                    <ns1:pt x="80" y="5"/>
                    <ns1:pt x="80" y="5"/>
                    <ns1:pt x="80" y="5"/>
                  </ns1:cubicBezTo>
                  <ns1:cubicBezTo>
                    <ns1:pt x="80" y="5"/>
                    <ns1:pt x="80" y="5"/>
                    <ns1:pt x="80" y="5"/>
                  </ns1:cubicBezTo>
                  <ns1:cubicBezTo>
                    <ns1:pt x="71" y="0"/>
                    <ns1:pt x="71" y="0"/>
                    <ns1:pt x="71" y="0"/>
                  </ns1:cubicBezTo>
                  <ns1:cubicBezTo>
                    <ns1:pt x="70" y="0"/>
                    <ns1:pt x="69" y="0"/>
                    <ns1:pt x="69" y="1"/>
                  </ns1:cubicBezTo>
                  <ns1:cubicBezTo>
                    <ns1:pt x="68" y="2"/>
                    <ns1:pt x="68" y="3"/>
                    <ns1:pt x="69" y="4"/>
                  </ns1:cubicBezTo>
                  <ns1:cubicBezTo>
                    <ns1:pt x="75" y="7"/>
                    <ns1:pt x="75" y="7"/>
                    <ns1:pt x="75" y="7"/>
                  </ns1:cubicBezTo>
                  <ns1:cubicBezTo>
                    <ns1:pt x="71" y="14"/>
                    <ns1:pt x="71" y="14"/>
                    <ns1:pt x="71" y="14"/>
                  </ns1:cubicBezTo>
                  <ns1:cubicBezTo>
                    <ns1:pt x="64" y="10"/>
                    <ns1:pt x="56" y="8"/>
                    <ns1:pt x="48" y="8"/>
                  </ns1:cubicBezTo>
                  <ns1:cubicBezTo>
                    <ns1:pt x="40" y="8"/>
                    <ns1:pt x="32" y="10"/>
                    <ns1:pt x="25" y="14"/>
                  </ns1:cubicBezTo>
                  <ns1:cubicBezTo>
                    <ns1:pt x="21" y="7"/>
                    <ns1:pt x="21" y="7"/>
                    <ns1:pt x="21" y="7"/>
                  </ns1:cubicBezTo>
                  <ns1:cubicBezTo>
                    <ns1:pt x="27" y="4"/>
                    <ns1:pt x="27" y="4"/>
                    <ns1:pt x="27" y="4"/>
                  </ns1:cubicBezTo>
                  <ns1:cubicBezTo>
                    <ns1:pt x="28" y="3"/>
                    <ns1:pt x="28" y="2"/>
                    <ns1:pt x="27" y="1"/>
                  </ns1:cubicBezTo>
                  <ns1:cubicBezTo>
                    <ns1:pt x="27" y="0"/>
                    <ns1:pt x="26" y="0"/>
                    <ns1:pt x="25" y="0"/>
                  </ns1:cubicBezTo>
                  <ns1:cubicBezTo>
                    <ns1:pt x="7" y="10"/>
                    <ns1:pt x="7" y="10"/>
                    <ns1:pt x="7" y="10"/>
                  </ns1:cubicBezTo>
                  <ns1:cubicBezTo>
                    <ns1:pt x="6" y="11"/>
                    <ns1:pt x="6" y="12"/>
                    <ns1:pt x="7" y="13"/>
                  </ns1:cubicBezTo>
                  <ns1:cubicBezTo>
                    <ns1:pt x="7" y="14"/>
                    <ns1:pt x="8" y="14"/>
                    <ns1:pt x="9" y="14"/>
                  </ns1:cubicBezTo>
                  <ns1:cubicBezTo>
                    <ns1:pt x="15" y="11"/>
                    <ns1:pt x="15" y="11"/>
                    <ns1:pt x="15" y="11"/>
                  </ns1:cubicBezTo>
                  <ns1:cubicBezTo>
                    <ns1:pt x="19" y="18"/>
                    <ns1:pt x="19" y="18"/>
                    <ns1:pt x="19" y="18"/>
                  </ns1:cubicBezTo>
                  <ns1:cubicBezTo>
                    <ns1:pt x="19" y="18"/>
                    <ns1:pt x="19" y="18"/>
                    <ns1:pt x="19" y="18"/>
                  </ns1:cubicBezTo>
                  <ns1:cubicBezTo>
                    <ns1:pt x="7" y="27"/>
                    <ns1:pt x="0" y="41"/>
                    <ns1:pt x="0" y="56"/>
                  </ns1:cubicBezTo>
                  <ns1:cubicBezTo>
                    <ns1:pt x="0" y="71"/>
                    <ns1:pt x="7" y="84"/>
                    <ns1:pt x="17" y="92"/>
                  </ns1:cubicBezTo>
                  <ns1:cubicBezTo>
                    <ns1:pt x="16" y="94"/>
                    <ns1:pt x="16" y="95"/>
                    <ns1:pt x="16" y="96"/>
                  </ns1:cubicBezTo>
                  <ns1:cubicBezTo>
                    <ns1:pt x="16" y="100"/>
                    <ns1:pt x="20" y="104"/>
                    <ns1:pt x="24" y="104"/>
                  </ns1:cubicBezTo>
                  <ns1:cubicBezTo>
                    <ns1:pt x="27" y="104"/>
                    <ns1:pt x="29" y="103"/>
                    <ns1:pt x="30" y="101"/>
                  </ns1:cubicBezTo>
                  <ns1:cubicBezTo>
                    <ns1:pt x="36" y="103"/>
                    <ns1:pt x="42" y="104"/>
                    <ns1:pt x="48" y="104"/>
                  </ns1:cubicBezTo>
                  <ns1:cubicBezTo>
                    <ns1:pt x="54" y="104"/>
                    <ns1:pt x="60" y="103"/>
                    <ns1:pt x="66" y="101"/>
                  </ns1:cubicBezTo>
                  <ns1:cubicBezTo>
                    <ns1:pt x="67" y="103"/>
                    <ns1:pt x="69" y="104"/>
                    <ns1:pt x="72" y="104"/>
                  </ns1:cubicBezTo>
                  <ns1:cubicBezTo>
                    <ns1:pt x="76" y="104"/>
                    <ns1:pt x="80" y="100"/>
                    <ns1:pt x="80" y="96"/>
                  </ns1:cubicBezTo>
                  <ns1:cubicBezTo>
                    <ns1:pt x="80" y="95"/>
                    <ns1:pt x="80" y="94"/>
                    <ns1:pt x="79" y="92"/>
                  </ns1:cubicBezTo>
                  <ns1:cubicBezTo>
                    <ns1:pt x="89" y="84"/>
                    <ns1:pt x="96" y="71"/>
                    <ns1:pt x="96" y="56"/>
                  </ns1:cubicBezTo>
                  <ns1:close/>
                  <ns1:moveTo>
                    <ns1:pt x="8" y="56"/>
                  </ns1:moveTo>
                  <ns1:cubicBezTo>
                    <ns1:pt x="8" y="34"/>
                    <ns1:pt x="26" y="16"/>
                    <ns1:pt x="48" y="16"/>
                  </ns1:cubicBezTo>
                  <ns1:cubicBezTo>
                    <ns1:pt x="70" y="16"/>
                    <ns1:pt x="88" y="34"/>
                    <ns1:pt x="88" y="56"/>
                  </ns1:cubicBezTo>
                  <ns1:cubicBezTo>
                    <ns1:pt x="88" y="78"/>
                    <ns1:pt x="70" y="96"/>
                    <ns1:pt x="48" y="96"/>
                  </ns1:cubicBezTo>
                  <ns1:cubicBezTo>
                    <ns1:pt x="26" y="96"/>
                    <ns1:pt x="8" y="78"/>
                    <ns1:pt x="8" y="56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145" name="Freeform 22"/>
            <ns0:cNvSpPr>
              <ns1:spLocks/>
            </ns0:cNvSpPr>
            <ns0:nvPr/>
          </ns0:nvSpPr>
          <ns0:spPr bwMode="auto">
            <ns1:xfrm>
              <ns1:off x="6080126" y="3322638"/>
              <ns1:ext cx="93663" cy="139700"/>
            </ns1:xfrm>
            <ns1:custGeom>
              <ns1:avLst/>
              <ns1:gdLst>
                <ns1:gd name="T0" fmla="*/ 20 w 24"/>
                <ns1:gd name="T1" fmla="*/ 28 h 36"/>
                <ns1:gd name="T2" fmla="*/ 8 w 24"/>
                <ns1:gd name="T3" fmla="*/ 28 h 36"/>
                <ns1:gd name="T4" fmla="*/ 8 w 24"/>
                <ns1:gd name="T5" fmla="*/ 4 h 36"/>
                <ns1:gd name="T6" fmla="*/ 4 w 24"/>
                <ns1:gd name="T7" fmla="*/ 0 h 36"/>
                <ns1:gd name="T8" fmla="*/ 0 w 24"/>
                <ns1:gd name="T9" fmla="*/ 4 h 36"/>
                <ns1:gd name="T10" fmla="*/ 0 w 24"/>
                <ns1:gd name="T11" fmla="*/ 32 h 36"/>
                <ns1:gd name="T12" fmla="*/ 4 w 24"/>
                <ns1:gd name="T13" fmla="*/ 36 h 36"/>
                <ns1:gd name="T14" fmla="*/ 20 w 24"/>
                <ns1:gd name="T15" fmla="*/ 36 h 36"/>
                <ns1:gd name="T16" fmla="*/ 24 w 24"/>
                <ns1:gd name="T17" fmla="*/ 32 h 36"/>
                <ns1:gd name="T18" fmla="*/ 20 w 24"/>
                <ns1:gd name="T19" fmla="*/ 28 h 36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</ns1:cxnLst>
              <ns1:rect l="0" t="0" r="r" b="b"/>
              <ns1:pathLst>
                <ns1:path w="24" h="36">
                  <ns1:moveTo>
                    <ns1:pt x="20" y="28"/>
                  </ns1:moveTo>
                  <ns1:cubicBezTo>
                    <ns1:pt x="8" y="28"/>
                    <ns1:pt x="8" y="28"/>
                    <ns1:pt x="8" y="28"/>
                  </ns1:cubicBezTo>
                  <ns1:cubicBezTo>
                    <ns1:pt x="8" y="4"/>
                    <ns1:pt x="8" y="4"/>
                    <ns1:pt x="8" y="4"/>
                  </ns1:cubicBezTo>
                  <ns1:cubicBezTo>
                    <ns1:pt x="8" y="2"/>
                    <ns1:pt x="6" y="0"/>
                    <ns1:pt x="4" y="0"/>
                  </ns1:cubicBezTo>
                  <ns1:cubicBezTo>
                    <ns1:pt x="2" y="0"/>
                    <ns1:pt x="0" y="2"/>
                    <ns1:pt x="0" y="4"/>
                  </ns1:cubicBezTo>
                  <ns1:cubicBezTo>
                    <ns1:pt x="0" y="32"/>
                    <ns1:pt x="0" y="32"/>
                    <ns1:pt x="0" y="32"/>
                  </ns1:cubicBezTo>
                  <ns1:cubicBezTo>
                    <ns1:pt x="0" y="34"/>
                    <ns1:pt x="2" y="36"/>
                    <ns1:pt x="4" y="36"/>
                  </ns1:cubicBezTo>
                  <ns1:cubicBezTo>
                    <ns1:pt x="20" y="36"/>
                    <ns1:pt x="20" y="36"/>
                    <ns1:pt x="20" y="36"/>
                  </ns1:cubicBezTo>
                  <ns1:cubicBezTo>
                    <ns1:pt x="22" y="36"/>
                    <ns1:pt x="24" y="34"/>
                    <ns1:pt x="24" y="32"/>
                  </ns1:cubicBezTo>
                  <ns1:cubicBezTo>
                    <ns1:pt x="24" y="30"/>
                    <ns1:pt x="22" y="28"/>
                    <ns1:pt x="20" y="28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</ns0:grpSp>
      <ns0:grpSp>
        <ns0:nvGrpSpPr>
          <ns0:cNvPr id="146" name="Group 145"/>
          <ns0:cNvGrpSpPr/>
          <ns0:nvPr/>
        </ns0:nvGrpSpPr>
        <ns0:grpSpPr>
          <ns1:xfrm>
            <ns1:off x="2215878" y="2896051"/>
            <ns1:ext cx="400024" cy="349856"/>
            <ns1:chOff x="2437300" y="2768688"/>
            <ns1:chExt cx="400024" cy="349856"/>
          </ns1:xfrm>
          <ns1:solidFill>
            <ns1:schemeClr val="tx1"/>
          </ns1:solidFill>
        </ns0:grpSpPr>
        <ns0:sp>
          <ns0:nvSpPr>
            <ns0:cNvPr id="147" name="Freeform 104"/>
            <ns0:cNvSpPr>
              <ns1:spLocks/>
            </ns0:cNvSpPr>
            <ns0:nvPr/>
          </ns0:nvSpPr>
          <ns0:spPr bwMode="auto">
            <ns1:xfrm>
              <ns1:off x="2499350" y="2830738"/>
              <ns1:ext cx="143903" cy="93735"/>
            </ns1:xfrm>
            <ns1:custGeom>
              <ns1:avLst/>
              <ns1:gdLst>
                <ns1:gd name="T0" fmla="*/ 44 w 46"/>
                <ns1:gd name="T1" fmla="*/ 0 h 30"/>
                <ns1:gd name="T2" fmla="*/ 0 w 46"/>
                <ns1:gd name="T3" fmla="*/ 28 h 30"/>
                <ns1:gd name="T4" fmla="*/ 2 w 46"/>
                <ns1:gd name="T5" fmla="*/ 30 h 30"/>
                <ns1:gd name="T6" fmla="*/ 4 w 46"/>
                <ns1:gd name="T7" fmla="*/ 28 h 30"/>
                <ns1:gd name="T8" fmla="*/ 44 w 46"/>
                <ns1:gd name="T9" fmla="*/ 4 h 30"/>
                <ns1:gd name="T10" fmla="*/ 46 w 46"/>
                <ns1:gd name="T11" fmla="*/ 2 h 30"/>
                <ns1:gd name="T12" fmla="*/ 44 w 46"/>
                <ns1:gd name="T13" fmla="*/ 0 h 30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</ns1:cxnLst>
              <ns1:rect l="0" t="0" r="r" b="b"/>
              <ns1:pathLst>
                <ns1:path w="46" h="30">
                  <ns1:moveTo>
                    <ns1:pt x="44" y="0"/>
                  </ns1:moveTo>
                  <ns1:cubicBezTo>
                    <ns1:pt x="20" y="0"/>
                    <ns1:pt x="0" y="13"/>
                    <ns1:pt x="0" y="28"/>
                  </ns1:cubicBezTo>
                  <ns1:cubicBezTo>
                    <ns1:pt x="0" y="29"/>
                    <ns1:pt x="1" y="30"/>
                    <ns1:pt x="2" y="30"/>
                  </ns1:cubicBezTo>
                  <ns1:cubicBezTo>
                    <ns1:pt x="3" y="30"/>
                    <ns1:pt x="4" y="29"/>
                    <ns1:pt x="4" y="28"/>
                  </ns1:cubicBezTo>
                  <ns1:cubicBezTo>
                    <ns1:pt x="4" y="15"/>
                    <ns1:pt x="23" y="4"/>
                    <ns1:pt x="44" y="4"/>
                  </ns1:cubicBezTo>
                  <ns1:cubicBezTo>
                    <ns1:pt x="45" y="4"/>
                    <ns1:pt x="46" y="3"/>
                    <ns1:pt x="46" y="2"/>
                  </ns1:cubicBezTo>
                  <ns1:cubicBezTo>
                    <ns1:pt x="46" y="1"/>
                    <ns1:pt x="45" y="0"/>
                    <ns1:pt x="44" y="0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148" name="Freeform 105"/>
            <ns0:cNvSpPr>
              <ns1:spLocks noEditPoints="1"/>
            </ns0:cNvSpPr>
            <ns0:nvPr/>
          </ns0:nvSpPr>
          <ns0:spPr bwMode="auto">
            <ns1:xfrm>
              <ns1:off x="2437300" y="2768688"/>
              <ns1:ext cx="400024" cy="349856"/>
            </ns1:xfrm>
            <ns1:custGeom>
              <ns1:avLst/>
              <ns1:gdLst>
                <ns1:gd name="T0" fmla="*/ 64 w 128"/>
                <ns1:gd name="T1" fmla="*/ 0 h 112"/>
                <ns1:gd name="T2" fmla="*/ 0 w 128"/>
                <ns1:gd name="T3" fmla="*/ 48 h 112"/>
                <ns1:gd name="T4" fmla="*/ 28 w 128"/>
                <ns1:gd name="T5" fmla="*/ 88 h 112"/>
                <ns1:gd name="T6" fmla="*/ 28 w 128"/>
                <ns1:gd name="T7" fmla="*/ 88 h 112"/>
                <ns1:gd name="T8" fmla="*/ 20 w 128"/>
                <ns1:gd name="T9" fmla="*/ 107 h 112"/>
                <ns1:gd name="T10" fmla="*/ 20 w 128"/>
                <ns1:gd name="T11" fmla="*/ 107 h 112"/>
                <ns1:gd name="T12" fmla="*/ 20 w 128"/>
                <ns1:gd name="T13" fmla="*/ 108 h 112"/>
                <ns1:gd name="T14" fmla="*/ 24 w 128"/>
                <ns1:gd name="T15" fmla="*/ 112 h 112"/>
                <ns1:gd name="T16" fmla="*/ 25 w 128"/>
                <ns1:gd name="T17" fmla="*/ 112 h 112"/>
                <ns1:gd name="T18" fmla="*/ 52 w 128"/>
                <ns1:gd name="T19" fmla="*/ 95 h 112"/>
                <ns1:gd name="T20" fmla="*/ 64 w 128"/>
                <ns1:gd name="T21" fmla="*/ 96 h 112"/>
                <ns1:gd name="T22" fmla="*/ 128 w 128"/>
                <ns1:gd name="T23" fmla="*/ 48 h 112"/>
                <ns1:gd name="T24" fmla="*/ 64 w 128"/>
                <ns1:gd name="T25" fmla="*/ 0 h 112"/>
                <ns1:gd name="T26" fmla="*/ 64 w 128"/>
                <ns1:gd name="T27" fmla="*/ 88 h 112"/>
                <ns1:gd name="T28" fmla="*/ 53 w 128"/>
                <ns1:gd name="T29" fmla="*/ 87 h 112"/>
                <ns1:gd name="T30" fmla="*/ 52 w 128"/>
                <ns1:gd name="T31" fmla="*/ 87 h 112"/>
                <ns1:gd name="T32" fmla="*/ 45 w 128"/>
                <ns1:gd name="T33" fmla="*/ 90 h 112"/>
                <ns1:gd name="T34" fmla="*/ 33 w 128"/>
                <ns1:gd name="T35" fmla="*/ 100 h 112"/>
                <ns1:gd name="T36" fmla="*/ 36 w 128"/>
                <ns1:gd name="T37" fmla="*/ 88 h 112"/>
                <ns1:gd name="T38" fmla="*/ 36 w 128"/>
                <ns1:gd name="T39" fmla="*/ 88 h 112"/>
                <ns1:gd name="T40" fmla="*/ 32 w 128"/>
                <ns1:gd name="T41" fmla="*/ 81 h 112"/>
                <ns1:gd name="T42" fmla="*/ 8 w 128"/>
                <ns1:gd name="T43" fmla="*/ 48 h 112"/>
                <ns1:gd name="T44" fmla="*/ 64 w 128"/>
                <ns1:gd name="T45" fmla="*/ 8 h 112"/>
                <ns1:gd name="T46" fmla="*/ 120 w 128"/>
                <ns1:gd name="T47" fmla="*/ 48 h 112"/>
                <ns1:gd name="T48" fmla="*/ 64 w 128"/>
                <ns1:gd name="T49" fmla="*/ 88 h 112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  <ns1:cxn ang="0">
                  <ns1:pos x="T30" y="T31"/>
                </ns1:cxn>
                <ns1:cxn ang="0">
                  <ns1:pos x="T32" y="T33"/>
                </ns1:cxn>
                <ns1:cxn ang="0">
                  <ns1:pos x="T34" y="T35"/>
                </ns1:cxn>
                <ns1:cxn ang="0">
                  <ns1:pos x="T36" y="T37"/>
                </ns1:cxn>
                <ns1:cxn ang="0">
                  <ns1:pos x="T38" y="T39"/>
                </ns1:cxn>
                <ns1:cxn ang="0">
                  <ns1:pos x="T40" y="T41"/>
                </ns1:cxn>
                <ns1:cxn ang="0">
                  <ns1:pos x="T42" y="T43"/>
                </ns1:cxn>
                <ns1:cxn ang="0">
                  <ns1:pos x="T44" y="T45"/>
                </ns1:cxn>
                <ns1:cxn ang="0">
                  <ns1:pos x="T46" y="T47"/>
                </ns1:cxn>
                <ns1:cxn ang="0">
                  <ns1:pos x="T48" y="T49"/>
                </ns1:cxn>
              </ns1:cxnLst>
              <ns1:rect l="0" t="0" r="r" b="b"/>
              <ns1:pathLst>
                <ns1:path w="128" h="112">
                  <ns1:moveTo>
                    <ns1:pt x="64" y="0"/>
                  </ns1:moveTo>
                  <ns1:cubicBezTo>
                    <ns1:pt x="29" y="0"/>
                    <ns1:pt x="0" y="21"/>
                    <ns1:pt x="0" y="48"/>
                  </ns1:cubicBezTo>
                  <ns1:cubicBezTo>
                    <ns1:pt x="0" y="65"/>
                    <ns1:pt x="11" y="79"/>
                    <ns1:pt x="28" y="88"/>
                  </ns1:cubicBezTo>
                  <ns1:cubicBezTo>
                    <ns1:pt x="28" y="88"/>
                    <ns1:pt x="28" y="88"/>
                    <ns1:pt x="28" y="88"/>
                  </ns1:cubicBezTo>
                  <ns1:cubicBezTo>
                    <ns1:pt x="28" y="95"/>
                    <ns1:pt x="23" y="103"/>
                    <ns1:pt x="20" y="107"/>
                  </ns1:cubicBezTo>
                  <ns1:cubicBezTo>
                    <ns1:pt x="20" y="107"/>
                    <ns1:pt x="20" y="107"/>
                    <ns1:pt x="20" y="107"/>
                  </ns1:cubicBezTo>
                  <ns1:cubicBezTo>
                    <ns1:pt x="20" y="107"/>
                    <ns1:pt x="20" y="108"/>
                    <ns1:pt x="20" y="108"/>
                  </ns1:cubicBezTo>
                  <ns1:cubicBezTo>
                    <ns1:pt x="20" y="110"/>
                    <ns1:pt x="22" y="112"/>
                    <ns1:pt x="24" y="112"/>
                  </ns1:cubicBezTo>
                  <ns1:cubicBezTo>
                    <ns1:pt x="24" y="112"/>
                    <ns1:pt x="25" y="112"/>
                    <ns1:pt x="25" y="112"/>
                  </ns1:cubicBezTo>
                  <ns1:cubicBezTo>
                    <ns1:pt x="37" y="110"/>
                    <ns1:pt x="49" y="98"/>
                    <ns1:pt x="52" y="95"/>
                  </ns1:cubicBezTo>
                  <ns1:cubicBezTo>
                    <ns1:pt x="56" y="96"/>
                    <ns1:pt x="60" y="96"/>
                    <ns1:pt x="64" y="96"/>
                  </ns1:cubicBezTo>
                  <ns1:cubicBezTo>
                    <ns1:pt x="99" y="96"/>
                    <ns1:pt x="128" y="75"/>
                    <ns1:pt x="128" y="48"/>
                  </ns1:cubicBezTo>
                  <ns1:cubicBezTo>
                    <ns1:pt x="128" y="21"/>
                    <ns1:pt x="99" y="0"/>
                    <ns1:pt x="64" y="0"/>
                  </ns1:cubicBezTo>
                  <ns1:close/>
                  <ns1:moveTo>
                    <ns1:pt x="64" y="88"/>
                  </ns1:moveTo>
                  <ns1:cubicBezTo>
                    <ns1:pt x="60" y="88"/>
                    <ns1:pt x="57" y="88"/>
                    <ns1:pt x="53" y="87"/>
                  </ns1:cubicBezTo>
                  <ns1:cubicBezTo>
                    <ns1:pt x="52" y="87"/>
                    <ns1:pt x="52" y="87"/>
                    <ns1:pt x="52" y="87"/>
                  </ns1:cubicBezTo>
                  <ns1:cubicBezTo>
                    <ns1:pt x="49" y="87"/>
                    <ns1:pt x="47" y="88"/>
                    <ns1:pt x="45" y="90"/>
                  </ns1:cubicBezTo>
                  <ns1:cubicBezTo>
                    <ns1:pt x="44" y="92"/>
                    <ns1:pt x="39" y="97"/>
                    <ns1:pt x="33" y="100"/>
                  </ns1:cubicBezTo>
                  <ns1:cubicBezTo>
                    <ns1:pt x="35" y="97"/>
                    <ns1:pt x="36" y="93"/>
                    <ns1:pt x="36" y="88"/>
                  </ns1:cubicBezTo>
                  <ns1:cubicBezTo>
                    <ns1:pt x="36" y="88"/>
                    <ns1:pt x="36" y="88"/>
                    <ns1:pt x="36" y="88"/>
                  </ns1:cubicBezTo>
                  <ns1:cubicBezTo>
                    <ns1:pt x="36" y="85"/>
                    <ns1:pt x="34" y="82"/>
                    <ns1:pt x="32" y="81"/>
                  </ns1:cubicBezTo>
                  <ns1:cubicBezTo>
                    <ns1:pt x="17" y="73"/>
                    <ns1:pt x="8" y="61"/>
                    <ns1:pt x="8" y="48"/>
                  </ns1:cubicBezTo>
                  <ns1:cubicBezTo>
                    <ns1:pt x="8" y="26"/>
                    <ns1:pt x="33" y="8"/>
                    <ns1:pt x="64" y="8"/>
                  </ns1:cubicBezTo>
                  <ns1:cubicBezTo>
                    <ns1:pt x="95" y="8"/>
                    <ns1:pt x="120" y="26"/>
                    <ns1:pt x="120" y="48"/>
                  </ns1:cubicBezTo>
                  <ns1:cubicBezTo>
                    <ns1:pt x="120" y="70"/>
                    <ns1:pt x="95" y="88"/>
                    <ns1:pt x="64" y="88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</ns0:grpSp>
      <ns0:grpSp>
        <ns0:nvGrpSpPr>
          <ns0:cNvPr id="149" name="Group 148"/>
          <ns0:cNvGrpSpPr/>
          <ns0:nvPr/>
        </ns0:nvGrpSpPr>
        <ns0:grpSpPr>
          <ns1:xfrm>
            <ns1:off x="1214213" y="2066077"/>
            <ns1:ext cx="489631" cy="297527"/>
            <ns1:chOff x="1476376" y="2297113"/>
            <ns1:chExt cx="331788" cy="201613"/>
          </ns1:xfrm>
          <ns1:solidFill>
            <ns1:schemeClr val="tx1"/>
          </ns1:solidFill>
        </ns0:grpSpPr>
        <ns0:sp>
          <ns0:nvSpPr>
            <ns0:cNvPr id="150" name="Freeform 54"/>
            <ns0:cNvSpPr>
              <ns1:spLocks noEditPoints="1"/>
            </ns0:cNvSpPr>
            <ns0:nvPr/>
          </ns0:nvSpPr>
          <ns0:spPr bwMode="auto">
            <ns1:xfrm>
              <ns1:off x="1476376" y="2297113"/>
              <ns1:ext cx="331788" cy="201613"/>
            </ns1:xfrm>
            <ns1:custGeom>
              <ns1:avLst/>
              <ns1:gdLst>
                <ns1:gd name="T0" fmla="*/ 62 w 124"/>
                <ns1:gd name="T1" fmla="*/ 0 h 76"/>
                <ns1:gd name="T2" fmla="*/ 123 w 124"/>
                <ns1:gd name="T3" fmla="*/ 37 h 76"/>
                <ns1:gd name="T4" fmla="*/ 123 w 124"/>
                <ns1:gd name="T5" fmla="*/ 42 h 76"/>
                <ns1:gd name="T6" fmla="*/ 62 w 124"/>
                <ns1:gd name="T7" fmla="*/ 76 h 76"/>
                <ns1:gd name="T8" fmla="*/ 1 w 124"/>
                <ns1:gd name="T9" fmla="*/ 42 h 76"/>
                <ns1:gd name="T10" fmla="*/ 1 w 124"/>
                <ns1:gd name="T11" fmla="*/ 37 h 76"/>
                <ns1:gd name="T12" fmla="*/ 62 w 124"/>
                <ns1:gd name="T13" fmla="*/ 0 h 76"/>
                <ns1:gd name="T14" fmla="*/ 62 w 124"/>
                <ns1:gd name="T15" fmla="*/ 8 h 76"/>
                <ns1:gd name="T16" fmla="*/ 10 w 124"/>
                <ns1:gd name="T17" fmla="*/ 40 h 76"/>
                <ns1:gd name="T18" fmla="*/ 62 w 124"/>
                <ns1:gd name="T19" fmla="*/ 68 h 76"/>
                <ns1:gd name="T20" fmla="*/ 114 w 124"/>
                <ns1:gd name="T21" fmla="*/ 40 h 76"/>
                <ns1:gd name="T22" fmla="*/ 62 w 124"/>
                <ns1:gd name="T23" fmla="*/ 8 h 76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</ns1:cxnLst>
              <ns1:rect l="0" t="0" r="r" b="b"/>
              <ns1:pathLst>
                <ns1:path w="124" h="76">
                  <ns1:moveTo>
                    <ns1:pt x="62" y="0"/>
                  </ns1:moveTo>
                  <ns1:cubicBezTo>
                    <ns1:pt x="90" y="0"/>
                    <ns1:pt x="106" y="19"/>
                    <ns1:pt x="123" y="37"/>
                  </ns1:cubicBezTo>
                  <ns1:cubicBezTo>
                    <ns1:pt x="124" y="39"/>
                    <ns1:pt x="124" y="41"/>
                    <ns1:pt x="123" y="42"/>
                  </ns1:cubicBezTo>
                  <ns1:cubicBezTo>
                    <ns1:pt x="109" y="58"/>
                    <ns1:pt x="90" y="76"/>
                    <ns1:pt x="62" y="76"/>
                  </ns1:cubicBezTo>
                  <ns1:cubicBezTo>
                    <ns1:pt x="33" y="76"/>
                    <ns1:pt x="14" y="58"/>
                    <ns1:pt x="1" y="42"/>
                  </ns1:cubicBezTo>
                  <ns1:cubicBezTo>
                    <ns1:pt x="0" y="41"/>
                    <ns1:pt x="0" y="39"/>
                    <ns1:pt x="1" y="37"/>
                  </ns1:cubicBezTo>
                  <ns1:cubicBezTo>
                    <ns1:pt x="16" y="20"/>
                    <ns1:pt x="33" y="0"/>
                    <ns1:pt x="62" y="0"/>
                  </ns1:cubicBezTo>
                  <ns1:close/>
                  <ns1:moveTo>
                    <ns1:pt x="62" y="8"/>
                  </ns1:moveTo>
                  <ns1:cubicBezTo>
                    <ns1:pt x="38" y="8"/>
                    <ns1:pt x="22" y="25"/>
                    <ns1:pt x="10" y="40"/>
                  </ns1:cubicBezTo>
                  <ns1:cubicBezTo>
                    <ns1:pt x="21" y="54"/>
                    <ns1:pt x="38" y="68"/>
                    <ns1:pt x="62" y="68"/>
                  </ns1:cubicBezTo>
                  <ns1:cubicBezTo>
                    <ns1:pt x="85" y="68"/>
                    <ns1:pt x="102" y="54"/>
                    <ns1:pt x="114" y="40"/>
                  </ns1:cubicBezTo>
                  <ns1:cubicBezTo>
                    <ns1:pt x="100" y="24"/>
                    <ns1:pt x="85" y="8"/>
                    <ns1:pt x="62" y="8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151" name="Freeform 55"/>
            <ns0:cNvSpPr>
              <ns1:spLocks noEditPoints="1"/>
            </ns0:cNvSpPr>
            <ns0:nvPr/>
          </ns0:nvSpPr>
          <ns0:spPr bwMode="auto">
            <ns1:xfrm>
              <ns1:off x="1592264" y="2346325"/>
              <ns1:ext cx="101600" cy="101600"/>
            </ns1:xfrm>
            <ns1:custGeom>
              <ns1:avLst/>
              <ns1:gdLst>
                <ns1:gd name="T0" fmla="*/ 19 w 38"/>
                <ns1:gd name="T1" fmla="*/ 38 h 38"/>
                <ns1:gd name="T2" fmla="*/ 0 w 38"/>
                <ns1:gd name="T3" fmla="*/ 19 h 38"/>
                <ns1:gd name="T4" fmla="*/ 19 w 38"/>
                <ns1:gd name="T5" fmla="*/ 0 h 38"/>
                <ns1:gd name="T6" fmla="*/ 38 w 38"/>
                <ns1:gd name="T7" fmla="*/ 19 h 38"/>
                <ns1:gd name="T8" fmla="*/ 19 w 38"/>
                <ns1:gd name="T9" fmla="*/ 38 h 38"/>
                <ns1:gd name="T10" fmla="*/ 19 w 38"/>
                <ns1:gd name="T11" fmla="*/ 4 h 38"/>
                <ns1:gd name="T12" fmla="*/ 4 w 38"/>
                <ns1:gd name="T13" fmla="*/ 19 h 38"/>
                <ns1:gd name="T14" fmla="*/ 19 w 38"/>
                <ns1:gd name="T15" fmla="*/ 34 h 38"/>
                <ns1:gd name="T16" fmla="*/ 34 w 38"/>
                <ns1:gd name="T17" fmla="*/ 19 h 38"/>
                <ns1:gd name="T18" fmla="*/ 19 w 38"/>
                <ns1:gd name="T19" fmla="*/ 4 h 38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</ns1:cxnLst>
              <ns1:rect l="0" t="0" r="r" b="b"/>
              <ns1:pathLst>
                <ns1:path w="38" h="38">
                  <ns1:moveTo>
                    <ns1:pt x="19" y="38"/>
                  </ns1:moveTo>
                  <ns1:cubicBezTo>
                    <ns1:pt x="8" y="38"/>
                    <ns1:pt x="0" y="30"/>
                    <ns1:pt x="0" y="19"/>
                  </ns1:cubicBezTo>
                  <ns1:cubicBezTo>
                    <ns1:pt x="0" y="8"/>
                    <ns1:pt x="8" y="0"/>
                    <ns1:pt x="19" y="0"/>
                  </ns1:cubicBezTo>
                  <ns1:cubicBezTo>
                    <ns1:pt x="30" y="0"/>
                    <ns1:pt x="38" y="8"/>
                    <ns1:pt x="38" y="19"/>
                  </ns1:cubicBezTo>
                  <ns1:cubicBezTo>
                    <ns1:pt x="38" y="30"/>
                    <ns1:pt x="30" y="38"/>
                    <ns1:pt x="19" y="38"/>
                  </ns1:cubicBezTo>
                  <ns1:close/>
                  <ns1:moveTo>
                    <ns1:pt x="19" y="4"/>
                  </ns1:moveTo>
                  <ns1:cubicBezTo>
                    <ns1:pt x="11" y="4"/>
                    <ns1:pt x="4" y="11"/>
                    <ns1:pt x="4" y="19"/>
                  </ns1:cubicBezTo>
                  <ns1:cubicBezTo>
                    <ns1:pt x="4" y="27"/>
                    <ns1:pt x="11" y="34"/>
                    <ns1:pt x="19" y="34"/>
                  </ns1:cubicBezTo>
                  <ns1:cubicBezTo>
                    <ns1:pt x="27" y="34"/>
                    <ns1:pt x="34" y="27"/>
                    <ns1:pt x="34" y="19"/>
                  </ns1:cubicBezTo>
                  <ns1:cubicBezTo>
                    <ns1:pt x="34" y="11"/>
                    <ns1:pt x="27" y="4"/>
                    <ns1:pt x="19" y="4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</ns0:grpSp>
      <ns0:grpSp>
        <ns0:nvGrpSpPr>
          <ns0:cNvPr id="152" name="Group 151"/>
          <ns0:cNvGrpSpPr/>
          <ns0:nvPr/>
        </ns0:nvGrpSpPr>
        <ns0:grpSpPr>
          <ns1:xfrm>
            <ns1:off x="11175178" y="367515"/>
            <ns1:ext cx="390414" cy="389124"/>
            <ns1:chOff x="2437300" y="1144829"/>
            <ns1:chExt cx="400024" cy="398703"/>
          </ns1:xfrm>
          <ns1:solidFill>
            <ns1:schemeClr val="tx1"/>
          </ns1:solidFill>
        </ns0:grpSpPr>
        <ns0:sp>
          <ns0:nvSpPr>
            <ns0:cNvPr id="153" name="Freeform 129"/>
            <ns0:cNvSpPr>
              <ns1:spLocks noEditPoints="1"/>
            </ns0:cNvSpPr>
            <ns0:nvPr/>
          </ns0:nvSpPr>
          <ns0:spPr bwMode="auto">
            <ns1:xfrm>
              <ns1:off x="2437300" y="1144829"/>
              <ns1:ext cx="400024" cy="398703"/>
            </ns1:xfrm>
            <ns1:custGeom>
              <ns1:avLst/>
              <ns1:gdLst>
                <ns1:gd name="T0" fmla="*/ 88 w 128"/>
                <ns1:gd name="T1" fmla="*/ 0 h 128"/>
                <ns1:gd name="T2" fmla="*/ 48 w 128"/>
                <ns1:gd name="T3" fmla="*/ 40 h 128"/>
                <ns1:gd name="T4" fmla="*/ 51 w 128"/>
                <ns1:gd name="T5" fmla="*/ 55 h 128"/>
                <ns1:gd name="T6" fmla="*/ 2 w 128"/>
                <ns1:gd name="T7" fmla="*/ 103 h 128"/>
                <ns1:gd name="T8" fmla="*/ 0 w 128"/>
                <ns1:gd name="T9" fmla="*/ 108 h 128"/>
                <ns1:gd name="T10" fmla="*/ 0 w 128"/>
                <ns1:gd name="T11" fmla="*/ 120 h 128"/>
                <ns1:gd name="T12" fmla="*/ 8 w 128"/>
                <ns1:gd name="T13" fmla="*/ 128 h 128"/>
                <ns1:gd name="T14" fmla="*/ 20 w 128"/>
                <ns1:gd name="T15" fmla="*/ 128 h 128"/>
                <ns1:gd name="T16" fmla="*/ 25 w 128"/>
                <ns1:gd name="T17" fmla="*/ 126 h 128"/>
                <ns1:gd name="T18" fmla="*/ 31 w 128"/>
                <ns1:gd name="T19" fmla="*/ 120 h 128"/>
                <ns1:gd name="T20" fmla="*/ 40 w 128"/>
                <ns1:gd name="T21" fmla="*/ 120 h 128"/>
                <ns1:gd name="T22" fmla="*/ 48 w 128"/>
                <ns1:gd name="T23" fmla="*/ 112 h 128"/>
                <ns1:gd name="T24" fmla="*/ 48 w 128"/>
                <ns1:gd name="T25" fmla="*/ 104 h 128"/>
                <ns1:gd name="T26" fmla="*/ 56 w 128"/>
                <ns1:gd name="T27" fmla="*/ 104 h 128"/>
                <ns1:gd name="T28" fmla="*/ 64 w 128"/>
                <ns1:gd name="T29" fmla="*/ 96 h 128"/>
                <ns1:gd name="T30" fmla="*/ 64 w 128"/>
                <ns1:gd name="T31" fmla="*/ 87 h 128"/>
                <ns1:gd name="T32" fmla="*/ 73 w 128"/>
                <ns1:gd name="T33" fmla="*/ 77 h 128"/>
                <ns1:gd name="T34" fmla="*/ 88 w 128"/>
                <ns1:gd name="T35" fmla="*/ 80 h 128"/>
                <ns1:gd name="T36" fmla="*/ 128 w 128"/>
                <ns1:gd name="T37" fmla="*/ 40 h 128"/>
                <ns1:gd name="T38" fmla="*/ 88 w 128"/>
                <ns1:gd name="T39" fmla="*/ 0 h 128"/>
                <ns1:gd name="T40" fmla="*/ 88 w 128"/>
                <ns1:gd name="T41" fmla="*/ 72 h 128"/>
                <ns1:gd name="T42" fmla="*/ 72 w 128"/>
                <ns1:gd name="T43" fmla="*/ 67 h 128"/>
                <ns1:gd name="T44" fmla="*/ 70 w 128"/>
                <ns1:gd name="T45" fmla="*/ 69 h 128"/>
                <ns1:gd name="T46" fmla="*/ 66 w 128"/>
                <ns1:gd name="T47" fmla="*/ 73 h 128"/>
                <ns1:gd name="T48" fmla="*/ 58 w 128"/>
                <ns1:gd name="T49" fmla="*/ 81 h 128"/>
                <ns1:gd name="T50" fmla="*/ 56 w 128"/>
                <ns1:gd name="T51" fmla="*/ 87 h 128"/>
                <ns1:gd name="T52" fmla="*/ 56 w 128"/>
                <ns1:gd name="T53" fmla="*/ 96 h 128"/>
                <ns1:gd name="T54" fmla="*/ 48 w 128"/>
                <ns1:gd name="T55" fmla="*/ 96 h 128"/>
                <ns1:gd name="T56" fmla="*/ 40 w 128"/>
                <ns1:gd name="T57" fmla="*/ 104 h 128"/>
                <ns1:gd name="T58" fmla="*/ 40 w 128"/>
                <ns1:gd name="T59" fmla="*/ 112 h 128"/>
                <ns1:gd name="T60" fmla="*/ 31 w 128"/>
                <ns1:gd name="T61" fmla="*/ 112 h 128"/>
                <ns1:gd name="T62" fmla="*/ 25 w 128"/>
                <ns1:gd name="T63" fmla="*/ 114 h 128"/>
                <ns1:gd name="T64" fmla="*/ 19 w 128"/>
                <ns1:gd name="T65" fmla="*/ 120 h 128"/>
                <ns1:gd name="T66" fmla="*/ 8 w 128"/>
                <ns1:gd name="T67" fmla="*/ 120 h 128"/>
                <ns1:gd name="T68" fmla="*/ 8 w 128"/>
                <ns1:gd name="T69" fmla="*/ 109 h 128"/>
                <ns1:gd name="T70" fmla="*/ 55 w 128"/>
                <ns1:gd name="T71" fmla="*/ 62 h 128"/>
                <ns1:gd name="T72" fmla="*/ 55 w 128"/>
                <ns1:gd name="T73" fmla="*/ 62 h 128"/>
                <ns1:gd name="T74" fmla="*/ 61 w 128"/>
                <ns1:gd name="T75" fmla="*/ 56 h 128"/>
                <ns1:gd name="T76" fmla="*/ 56 w 128"/>
                <ns1:gd name="T77" fmla="*/ 40 h 128"/>
                <ns1:gd name="T78" fmla="*/ 88 w 128"/>
                <ns1:gd name="T79" fmla="*/ 8 h 128"/>
                <ns1:gd name="T80" fmla="*/ 120 w 128"/>
                <ns1:gd name="T81" fmla="*/ 40 h 128"/>
                <ns1:gd name="T82" fmla="*/ 88 w 128"/>
                <ns1:gd name="T83" fmla="*/ 72 h 128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  <ns1:cxn ang="0">
                  <ns1:pos x="T30" y="T31"/>
                </ns1:cxn>
                <ns1:cxn ang="0">
                  <ns1:pos x="T32" y="T33"/>
                </ns1:cxn>
                <ns1:cxn ang="0">
                  <ns1:pos x="T34" y="T35"/>
                </ns1:cxn>
                <ns1:cxn ang="0">
                  <ns1:pos x="T36" y="T37"/>
                </ns1:cxn>
                <ns1:cxn ang="0">
                  <ns1:pos x="T38" y="T39"/>
                </ns1:cxn>
                <ns1:cxn ang="0">
                  <ns1:pos x="T40" y="T41"/>
                </ns1:cxn>
                <ns1:cxn ang="0">
                  <ns1:pos x="T42" y="T43"/>
                </ns1:cxn>
                <ns1:cxn ang="0">
                  <ns1:pos x="T44" y="T45"/>
                </ns1:cxn>
                <ns1:cxn ang="0">
                  <ns1:pos x="T46" y="T47"/>
                </ns1:cxn>
                <ns1:cxn ang="0">
                  <ns1:pos x="T48" y="T49"/>
                </ns1:cxn>
                <ns1:cxn ang="0">
                  <ns1:pos x="T50" y="T51"/>
                </ns1:cxn>
                <ns1:cxn ang="0">
                  <ns1:pos x="T52" y="T53"/>
                </ns1:cxn>
                <ns1:cxn ang="0">
                  <ns1:pos x="T54" y="T55"/>
                </ns1:cxn>
                <ns1:cxn ang="0">
                  <ns1:pos x="T56" y="T57"/>
                </ns1:cxn>
                <ns1:cxn ang="0">
                  <ns1:pos x="T58" y="T59"/>
                </ns1:cxn>
                <ns1:cxn ang="0">
                  <ns1:pos x="T60" y="T61"/>
                </ns1:cxn>
                <ns1:cxn ang="0">
                  <ns1:pos x="T62" y="T63"/>
                </ns1:cxn>
                <ns1:cxn ang="0">
                  <ns1:pos x="T64" y="T65"/>
                </ns1:cxn>
                <ns1:cxn ang="0">
                  <ns1:pos x="T66" y="T67"/>
                </ns1:cxn>
                <ns1:cxn ang="0">
                  <ns1:pos x="T68" y="T69"/>
                </ns1:cxn>
                <ns1:cxn ang="0">
                  <ns1:pos x="T70" y="T71"/>
                </ns1:cxn>
                <ns1:cxn ang="0">
                  <ns1:pos x="T72" y="T73"/>
                </ns1:cxn>
                <ns1:cxn ang="0">
                  <ns1:pos x="T74" y="T75"/>
                </ns1:cxn>
                <ns1:cxn ang="0">
                  <ns1:pos x="T76" y="T77"/>
                </ns1:cxn>
                <ns1:cxn ang="0">
                  <ns1:pos x="T78" y="T79"/>
                </ns1:cxn>
                <ns1:cxn ang="0">
                  <ns1:pos x="T80" y="T81"/>
                </ns1:cxn>
                <ns1:cxn ang="0">
                  <ns1:pos x="T82" y="T83"/>
                </ns1:cxn>
              </ns1:cxnLst>
              <ns1:rect l="0" t="0" r="r" b="b"/>
              <ns1:pathLst>
                <ns1:path w="128" h="128">
                  <ns1:moveTo>
                    <ns1:pt x="88" y="0"/>
                  </ns1:moveTo>
                  <ns1:cubicBezTo>
                    <ns1:pt x="66" y="0"/>
                    <ns1:pt x="48" y="18"/>
                    <ns1:pt x="48" y="40"/>
                  </ns1:cubicBezTo>
                  <ns1:cubicBezTo>
                    <ns1:pt x="48" y="45"/>
                    <ns1:pt x="49" y="50"/>
                    <ns1:pt x="51" y="55"/>
                  </ns1:cubicBezTo>
                  <ns1:cubicBezTo>
                    <ns1:pt x="2" y="103"/>
                    <ns1:pt x="2" y="103"/>
                    <ns1:pt x="2" y="103"/>
                  </ns1:cubicBezTo>
                  <ns1:cubicBezTo>
                    <ns1:pt x="1" y="105"/>
                    <ns1:pt x="0" y="106"/>
                    <ns1:pt x="0" y="108"/>
                  </ns1:cubicBezTo>
                  <ns1:cubicBezTo>
                    <ns1:pt x="0" y="120"/>
                    <ns1:pt x="0" y="120"/>
                    <ns1:pt x="0" y="120"/>
                  </ns1:cubicBezTo>
                  <ns1:cubicBezTo>
                    <ns1:pt x="0" y="124"/>
                    <ns1:pt x="4" y="128"/>
                    <ns1:pt x="8" y="128"/>
                  </ns1:cubicBezTo>
                  <ns1:cubicBezTo>
                    <ns1:pt x="20" y="128"/>
                    <ns1:pt x="20" y="128"/>
                    <ns1:pt x="20" y="128"/>
                  </ns1:cubicBezTo>
                  <ns1:cubicBezTo>
                    <ns1:pt x="22" y="128"/>
                    <ns1:pt x="23" y="127"/>
                    <ns1:pt x="25" y="126"/>
                  </ns1:cubicBezTo>
                  <ns1:cubicBezTo>
                    <ns1:pt x="31" y="120"/>
                    <ns1:pt x="31" y="120"/>
                    <ns1:pt x="31" y="120"/>
                  </ns1:cubicBezTo>
                  <ns1:cubicBezTo>
                    <ns1:pt x="40" y="120"/>
                    <ns1:pt x="40" y="120"/>
                    <ns1:pt x="40" y="120"/>
                  </ns1:cubicBezTo>
                  <ns1:cubicBezTo>
                    <ns1:pt x="44" y="120"/>
                    <ns1:pt x="48" y="116"/>
                    <ns1:pt x="48" y="112"/>
                  </ns1:cubicBezTo>
                  <ns1:cubicBezTo>
                    <ns1:pt x="48" y="104"/>
                    <ns1:pt x="48" y="104"/>
                    <ns1:pt x="48" y="104"/>
                  </ns1:cubicBezTo>
                  <ns1:cubicBezTo>
                    <ns1:pt x="56" y="104"/>
                    <ns1:pt x="56" y="104"/>
                    <ns1:pt x="56" y="104"/>
                  </ns1:cubicBezTo>
                  <ns1:cubicBezTo>
                    <ns1:pt x="60" y="104"/>
                    <ns1:pt x="64" y="100"/>
                    <ns1:pt x="64" y="96"/>
                  </ns1:cubicBezTo>
                  <ns1:cubicBezTo>
                    <ns1:pt x="64" y="87"/>
                    <ns1:pt x="64" y="87"/>
                    <ns1:pt x="64" y="87"/>
                  </ns1:cubicBezTo>
                  <ns1:cubicBezTo>
                    <ns1:pt x="73" y="77"/>
                    <ns1:pt x="73" y="77"/>
                    <ns1:pt x="73" y="77"/>
                  </ns1:cubicBezTo>
                  <ns1:cubicBezTo>
                    <ns1:pt x="78" y="79"/>
                    <ns1:pt x="83" y="80"/>
                    <ns1:pt x="88" y="80"/>
                  </ns1:cubicBezTo>
                  <ns1:cubicBezTo>
                    <ns1:pt x="110" y="80"/>
                    <ns1:pt x="128" y="62"/>
                    <ns1:pt x="128" y="40"/>
                  </ns1:cubicBezTo>
                  <ns1:cubicBezTo>
                    <ns1:pt x="128" y="18"/>
                    <ns1:pt x="110" y="0"/>
                    <ns1:pt x="88" y="0"/>
                  </ns1:cubicBezTo>
                  <ns1:close/>
                  <ns1:moveTo>
                    <ns1:pt x="88" y="72"/>
                  </ns1:moveTo>
                  <ns1:cubicBezTo>
                    <ns1:pt x="82" y="72"/>
                    <ns1:pt x="77" y="70"/>
                    <ns1:pt x="72" y="67"/>
                  </ns1:cubicBezTo>
                  <ns1:cubicBezTo>
                    <ns1:pt x="70" y="69"/>
                    <ns1:pt x="70" y="69"/>
                    <ns1:pt x="70" y="69"/>
                  </ns1:cubicBezTo>
                  <ns1:cubicBezTo>
                    <ns1:pt x="66" y="73"/>
                    <ns1:pt x="66" y="73"/>
                    <ns1:pt x="66" y="73"/>
                  </ns1:cubicBezTo>
                  <ns1:cubicBezTo>
                    <ns1:pt x="58" y="81"/>
                    <ns1:pt x="58" y="81"/>
                    <ns1:pt x="58" y="81"/>
                  </ns1:cubicBezTo>
                  <ns1:cubicBezTo>
                    <ns1:pt x="57" y="82"/>
                    <ns1:pt x="56" y="85"/>
                    <ns1:pt x="56" y="87"/>
                  </ns1:cubicBezTo>
                  <ns1:cubicBezTo>
                    <ns1:pt x="56" y="96"/>
                    <ns1:pt x="56" y="96"/>
                    <ns1:pt x="56" y="96"/>
                  </ns1:cubicBezTo>
                  <ns1:cubicBezTo>
                    <ns1:pt x="48" y="96"/>
                    <ns1:pt x="48" y="96"/>
                    <ns1:pt x="48" y="96"/>
                  </ns1:cubicBezTo>
                  <ns1:cubicBezTo>
                    <ns1:pt x="44" y="96"/>
                    <ns1:pt x="40" y="100"/>
                    <ns1:pt x="40" y="104"/>
                  </ns1:cubicBezTo>
                  <ns1:cubicBezTo>
                    <ns1:pt x="40" y="112"/>
                    <ns1:pt x="40" y="112"/>
                    <ns1:pt x="40" y="112"/>
                  </ns1:cubicBezTo>
                  <ns1:cubicBezTo>
                    <ns1:pt x="31" y="112"/>
                    <ns1:pt x="31" y="112"/>
                    <ns1:pt x="31" y="112"/>
                  </ns1:cubicBezTo>
                  <ns1:cubicBezTo>
                    <ns1:pt x="29" y="112"/>
                    <ns1:pt x="26" y="113"/>
                    <ns1:pt x="25" y="114"/>
                  </ns1:cubicBezTo>
                  <ns1:cubicBezTo>
                    <ns1:pt x="19" y="120"/>
                    <ns1:pt x="19" y="120"/>
                    <ns1:pt x="19" y="120"/>
                  </ns1:cubicBezTo>
                  <ns1:cubicBezTo>
                    <ns1:pt x="8" y="120"/>
                    <ns1:pt x="8" y="120"/>
                    <ns1:pt x="8" y="120"/>
                  </ns1:cubicBezTo>
                  <ns1:cubicBezTo>
                    <ns1:pt x="8" y="109"/>
                    <ns1:pt x="8" y="109"/>
                    <ns1:pt x="8" y="109"/>
                  </ns1:cubicBezTo>
                  <ns1:cubicBezTo>
                    <ns1:pt x="55" y="62"/>
                    <ns1:pt x="55" y="62"/>
                    <ns1:pt x="55" y="62"/>
                  </ns1:cubicBezTo>
                  <ns1:cubicBezTo>
                    <ns1:pt x="55" y="62"/>
                    <ns1:pt x="55" y="62"/>
                    <ns1:pt x="55" y="62"/>
                  </ns1:cubicBezTo>
                  <ns1:cubicBezTo>
                    <ns1:pt x="61" y="56"/>
                    <ns1:pt x="61" y="56"/>
                    <ns1:pt x="61" y="56"/>
                  </ns1:cubicBezTo>
                  <ns1:cubicBezTo>
                    <ns1:pt x="58" y="51"/>
                    <ns1:pt x="56" y="46"/>
                    <ns1:pt x="56" y="40"/>
                  </ns1:cubicBezTo>
                  <ns1:cubicBezTo>
                    <ns1:pt x="56" y="22"/>
                    <ns1:pt x="70" y="8"/>
                    <ns1:pt x="88" y="8"/>
                  </ns1:cubicBezTo>
                  <ns1:cubicBezTo>
                    <ns1:pt x="106" y="8"/>
                    <ns1:pt x="120" y="22"/>
                    <ns1:pt x="120" y="40"/>
                  </ns1:cubicBezTo>
                  <ns1:cubicBezTo>
                    <ns1:pt x="120" y="58"/>
                    <ns1:pt x="106" y="72"/>
                    <ns1:pt x="88" y="72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154" name="Freeform 130"/>
            <ns0:cNvSpPr>
              <ns1:spLocks noEditPoints="1"/>
            </ns0:cNvSpPr>
            <ns0:nvPr/>
          </ns0:nvSpPr>
          <ns0:spPr bwMode="auto">
            <ns1:xfrm>
              <ns1:off x="2686820" y="1193678"/>
              <ns1:ext cx="100336" cy="100336"/>
            </ns1:xfrm>
            <ns1:custGeom>
              <ns1:avLst/>
              <ns1:gdLst>
                <ns1:gd name="T0" fmla="*/ 31 w 32"/>
                <ns1:gd name="T1" fmla="*/ 17 h 32"/>
                <ns1:gd name="T2" fmla="*/ 15 w 32"/>
                <ns1:gd name="T3" fmla="*/ 1 h 32"/>
                <ns1:gd name="T4" fmla="*/ 12 w 32"/>
                <ns1:gd name="T5" fmla="*/ 0 h 32"/>
                <ns1:gd name="T6" fmla="*/ 0 w 32"/>
                <ns1:gd name="T7" fmla="*/ 12 h 32"/>
                <ns1:gd name="T8" fmla="*/ 0 w 32"/>
                <ns1:gd name="T9" fmla="*/ 13 h 32"/>
                <ns1:gd name="T10" fmla="*/ 1 w 32"/>
                <ns1:gd name="T11" fmla="*/ 15 h 32"/>
                <ns1:gd name="T12" fmla="*/ 17 w 32"/>
                <ns1:gd name="T13" fmla="*/ 31 h 32"/>
                <ns1:gd name="T14" fmla="*/ 20 w 32"/>
                <ns1:gd name="T15" fmla="*/ 32 h 32"/>
                <ns1:gd name="T16" fmla="*/ 32 w 32"/>
                <ns1:gd name="T17" fmla="*/ 20 h 32"/>
                <ns1:gd name="T18" fmla="*/ 32 w 32"/>
                <ns1:gd name="T19" fmla="*/ 19 h 32"/>
                <ns1:gd name="T20" fmla="*/ 31 w 32"/>
                <ns1:gd name="T21" fmla="*/ 17 h 32"/>
                <ns1:gd name="T22" fmla="*/ 19 w 32"/>
                <ns1:gd name="T23" fmla="*/ 28 h 32"/>
                <ns1:gd name="T24" fmla="*/ 4 w 32"/>
                <ns1:gd name="T25" fmla="*/ 13 h 32"/>
                <ns1:gd name="T26" fmla="*/ 13 w 32"/>
                <ns1:gd name="T27" fmla="*/ 4 h 32"/>
                <ns1:gd name="T28" fmla="*/ 28 w 32"/>
                <ns1:gd name="T29" fmla="*/ 19 h 32"/>
                <ns1:gd name="T30" fmla="*/ 19 w 32"/>
                <ns1:gd name="T31" fmla="*/ 28 h 32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  <ns1:cxn ang="0">
                  <ns1:pos x="T30" y="T31"/>
                </ns1:cxn>
              </ns1:cxnLst>
              <ns1:rect l="0" t="0" r="r" b="b"/>
              <ns1:pathLst>
                <ns1:path w="32" h="32">
                  <ns1:moveTo>
                    <ns1:pt x="31" y="17"/>
                  </ns1:moveTo>
                  <ns1:cubicBezTo>
                    <ns1:pt x="27" y="11"/>
                    <ns1:pt x="21" y="5"/>
                    <ns1:pt x="15" y="1"/>
                  </ns1:cubicBezTo>
                  <ns1:cubicBezTo>
                    <ns1:pt x="14" y="0"/>
                    <ns1:pt x="13" y="0"/>
                    <ns1:pt x="12" y="0"/>
                  </ns1:cubicBezTo>
                  <ns1:cubicBezTo>
                    <ns1:pt x="6" y="2"/>
                    <ns1:pt x="2" y="6"/>
                    <ns1:pt x="0" y="12"/>
                  </ns1:cubicBezTo>
                  <ns1:cubicBezTo>
                    <ns1:pt x="0" y="12"/>
                    <ns1:pt x="0" y="12"/>
                    <ns1:pt x="0" y="13"/>
                  </ns1:cubicBezTo>
                  <ns1:cubicBezTo>
                    <ns1:pt x="0" y="14"/>
                    <ns1:pt x="0" y="14"/>
                    <ns1:pt x="1" y="15"/>
                  </ns1:cubicBezTo>
                  <ns1:cubicBezTo>
                    <ns1:pt x="5" y="21"/>
                    <ns1:pt x="11" y="27"/>
                    <ns1:pt x="17" y="31"/>
                  </ns1:cubicBezTo>
                  <ns1:cubicBezTo>
                    <ns1:pt x="18" y="32"/>
                    <ns1:pt x="19" y="32"/>
                    <ns1:pt x="20" y="32"/>
                  </ns1:cubicBezTo>
                  <ns1:cubicBezTo>
                    <ns1:pt x="26" y="30"/>
                    <ns1:pt x="30" y="26"/>
                    <ns1:pt x="32" y="20"/>
                  </ns1:cubicBezTo>
                  <ns1:cubicBezTo>
                    <ns1:pt x="32" y="20"/>
                    <ns1:pt x="32" y="20"/>
                    <ns1:pt x="32" y="19"/>
                  </ns1:cubicBezTo>
                  <ns1:cubicBezTo>
                    <ns1:pt x="32" y="18"/>
                    <ns1:pt x="32" y="18"/>
                    <ns1:pt x="31" y="17"/>
                  </ns1:cubicBezTo>
                  <ns1:close/>
                  <ns1:moveTo>
                    <ns1:pt x="19" y="28"/>
                  </ns1:moveTo>
                  <ns1:cubicBezTo>
                    <ns1:pt x="13" y="24"/>
                    <ns1:pt x="8" y="19"/>
                    <ns1:pt x="4" y="13"/>
                  </ns1:cubicBezTo>
                  <ns1:cubicBezTo>
                    <ns1:pt x="6" y="8"/>
                    <ns1:pt x="8" y="6"/>
                    <ns1:pt x="13" y="4"/>
                  </ns1:cubicBezTo>
                  <ns1:cubicBezTo>
                    <ns1:pt x="19" y="8"/>
                    <ns1:pt x="24" y="13"/>
                    <ns1:pt x="28" y="19"/>
                  </ns1:cubicBezTo>
                  <ns1:cubicBezTo>
                    <ns1:pt x="26" y="24"/>
                    <ns1:pt x="24" y="26"/>
                    <ns1:pt x="19" y="28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</ns0:grpSp>
      <ns0:sp>
        <ns0:nvSpPr>
          <ns0:cNvPr id="155" name="Freeform 184"/>
          <ns0:cNvSpPr>
            <ns1:spLocks/>
          </ns0:cNvSpPr>
          <ns0:nvPr/>
        </ns0:nvSpPr>
        <ns0:spPr bwMode="auto">
          <ns1:xfrm>
            <ns1:off x="3237554" y="433280"/>
            <ns1:ext cx="343459" cy="257594"/>
          </ns1:xfrm>
          <ns1:custGeom>
            <ns1:avLst/>
            <ns1:gdLst>
              <ns1:gd name="T0" fmla="*/ 67 w 152"/>
              <ns1:gd name="T1" fmla="*/ 19 h 114"/>
              <ns1:gd name="T2" fmla="*/ 50 w 152"/>
              <ns1:gd name="T3" fmla="*/ 0 h 114"/>
              <ns1:gd name="T4" fmla="*/ 0 w 152"/>
              <ns1:gd name="T5" fmla="*/ 0 h 114"/>
              <ns1:gd name="T6" fmla="*/ 0 w 152"/>
              <ns1:gd name="T7" fmla="*/ 114 h 114"/>
              <ns1:gd name="T8" fmla="*/ 152 w 152"/>
              <ns1:gd name="T9" fmla="*/ 114 h 114"/>
              <ns1:gd name="T10" fmla="*/ 152 w 152"/>
              <ns1:gd name="T11" fmla="*/ 19 h 114"/>
              <ns1:gd name="T12" fmla="*/ 67 w 152"/>
              <ns1:gd name="T13" fmla="*/ 19 h 114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</ns1:cxnLst>
            <ns1:rect l="0" t="0" r="r" b="b"/>
            <ns1:pathLst>
              <ns1:path w="152" h="114">
                <ns1:moveTo>
                  <ns1:pt x="67" y="19"/>
                </ns1:moveTo>
                <ns1:lnTo>
                  <ns1:pt x="50" y="0"/>
                </ns1:lnTo>
                <ns1:lnTo>
                  <ns1:pt x="0" y="0"/>
                </ns1:lnTo>
                <ns1:lnTo>
                  <ns1:pt x="0" y="114"/>
                </ns1:lnTo>
                <ns1:lnTo>
                  <ns1:pt x="152" y="114"/>
                </ns1:lnTo>
                <ns1:lnTo>
                  <ns1:pt x="152" y="19"/>
                </ns1:lnTo>
                <ns1:lnTo>
                  <ns1:pt x="67" y="19"/>
                </ns1:lnTo>
                <ns1:close/>
              </ns1:path>
            </ns1:pathLst>
          </ns1:custGeom>
          <ns1:solidFill>
            <ns1:schemeClr val="tx1"/>
          </ns1:solidFill>
          <ns1:ln>
            <ns1:noFill/>
          </ns1:ln>
          <ns1:extLst/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id-ID" sz="2700"/>
          </ns1:p>
        </ns0:txBody>
      </ns0:sp>
      <ns0:sp>
        <ns0:nvSpPr>
          <ns0:cNvPr id="156" name="Freeform 226"/>
          <ns0:cNvSpPr>
            <ns1:spLocks noEditPoints="1"/>
          </ns0:cNvSpPr>
          <ns0:nvPr/>
        </ns0:nvSpPr>
        <ns0:spPr bwMode="auto">
          <ns1:xfrm>
            <ns1:off x="8265296" y="381185"/>
            <ns1:ext cx="361787" cy="361787"/>
          </ns1:xfrm>
          <ns1:custGeom>
            <ns1:avLst/>
            <ns1:gdLst>
              <ns1:gd name="T0" fmla="*/ 32 w 64"/>
              <ns1:gd name="T1" fmla="*/ 0 h 64"/>
              <ns1:gd name="T2" fmla="*/ 0 w 64"/>
              <ns1:gd name="T3" fmla="*/ 32 h 64"/>
              <ns1:gd name="T4" fmla="*/ 32 w 64"/>
              <ns1:gd name="T5" fmla="*/ 64 h 64"/>
              <ns1:gd name="T6" fmla="*/ 64 w 64"/>
              <ns1:gd name="T7" fmla="*/ 32 h 64"/>
              <ns1:gd name="T8" fmla="*/ 32 w 64"/>
              <ns1:gd name="T9" fmla="*/ 0 h 64"/>
              <ns1:gd name="T10" fmla="*/ 28 w 64"/>
              <ns1:gd name="T11" fmla="*/ 8 h 64"/>
              <ns1:gd name="T12" fmla="*/ 36 w 64"/>
              <ns1:gd name="T13" fmla="*/ 8 h 64"/>
              <ns1:gd name="T14" fmla="*/ 36 w 64"/>
              <ns1:gd name="T15" fmla="*/ 28 h 64"/>
              <ns1:gd name="T16" fmla="*/ 28 w 64"/>
              <ns1:gd name="T17" fmla="*/ 28 h 64"/>
              <ns1:gd name="T18" fmla="*/ 28 w 64"/>
              <ns1:gd name="T19" fmla="*/ 8 h 64"/>
              <ns1:gd name="T20" fmla="*/ 32 w 64"/>
              <ns1:gd name="T21" fmla="*/ 53 h 64"/>
              <ns1:gd name="T22" fmla="*/ 11 w 64"/>
              <ns1:gd name="T23" fmla="*/ 32 h 64"/>
              <ns1:gd name="T24" fmla="*/ 24 w 64"/>
              <ns1:gd name="T25" fmla="*/ 13 h 64"/>
              <ns1:gd name="T26" fmla="*/ 24 w 64"/>
              <ns1:gd name="T27" fmla="*/ 12 h 64"/>
              <ns1:gd name="T28" fmla="*/ 24 w 64"/>
              <ns1:gd name="T29" fmla="*/ 20 h 64"/>
              <ns1:gd name="T30" fmla="*/ 17 w 64"/>
              <ns1:gd name="T31" fmla="*/ 32 h 64"/>
              <ns1:gd name="T32" fmla="*/ 32 w 64"/>
              <ns1:gd name="T33" fmla="*/ 47 h 64"/>
              <ns1:gd name="T34" fmla="*/ 47 w 64"/>
              <ns1:gd name="T35" fmla="*/ 32 h 64"/>
              <ns1:gd name="T36" fmla="*/ 40 w 64"/>
              <ns1:gd name="T37" fmla="*/ 20 h 64"/>
              <ns1:gd name="T38" fmla="*/ 40 w 64"/>
              <ns1:gd name="T39" fmla="*/ 12 h 64"/>
              <ns1:gd name="T40" fmla="*/ 40 w 64"/>
              <ns1:gd name="T41" fmla="*/ 13 h 64"/>
              <ns1:gd name="T42" fmla="*/ 53 w 64"/>
              <ns1:gd name="T43" fmla="*/ 32 h 64"/>
              <ns1:gd name="T44" fmla="*/ 32 w 64"/>
              <ns1:gd name="T45" fmla="*/ 53 h 64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  <ns1:cxn ang="0">
                <ns1:pos x="T32" y="T33"/>
              </ns1:cxn>
              <ns1:cxn ang="0">
                <ns1:pos x="T34" y="T35"/>
              </ns1:cxn>
              <ns1:cxn ang="0">
                <ns1:pos x="T36" y="T37"/>
              </ns1:cxn>
              <ns1:cxn ang="0">
                <ns1:pos x="T38" y="T39"/>
              </ns1:cxn>
              <ns1:cxn ang="0">
                <ns1:pos x="T40" y="T41"/>
              </ns1:cxn>
              <ns1:cxn ang="0">
                <ns1:pos x="T42" y="T43"/>
              </ns1:cxn>
              <ns1:cxn ang="0">
                <ns1:pos x="T44" y="T45"/>
              </ns1:cxn>
            </ns1:cxnLst>
            <ns1:rect l="0" t="0" r="r" b="b"/>
            <ns1:pathLst>
              <ns1:path w="64" h="64">
                <ns1:moveTo>
                  <ns1:pt x="32" y="0"/>
                </ns1:moveTo>
                <ns1:cubicBezTo>
                  <ns1:pt x="14" y="0"/>
                  <ns1:pt x="0" y="14"/>
                  <ns1:pt x="0" y="32"/>
                </ns1:cubicBezTo>
                <ns1:cubicBezTo>
                  <ns1:pt x="0" y="50"/>
                  <ns1:pt x="14" y="64"/>
                  <ns1:pt x="32" y="64"/>
                </ns1:cubicBezTo>
                <ns1:cubicBezTo>
                  <ns1:pt x="50" y="64"/>
                  <ns1:pt x="64" y="50"/>
                  <ns1:pt x="64" y="32"/>
                </ns1:cubicBezTo>
                <ns1:cubicBezTo>
                  <ns1:pt x="64" y="14"/>
                  <ns1:pt x="50" y="0"/>
                  <ns1:pt x="32" y="0"/>
                </ns1:cubicBezTo>
                <ns1:close/>
                <ns1:moveTo>
                  <ns1:pt x="28" y="8"/>
                </ns1:moveTo>
                <ns1:cubicBezTo>
                  <ns1:pt x="36" y="8"/>
                  <ns1:pt x="36" y="8"/>
                  <ns1:pt x="36" y="8"/>
                </ns1:cubicBezTo>
                <ns1:cubicBezTo>
                  <ns1:pt x="36" y="28"/>
                  <ns1:pt x="36" y="28"/>
                  <ns1:pt x="36" y="28"/>
                </ns1:cubicBezTo>
                <ns1:cubicBezTo>
                  <ns1:pt x="28" y="28"/>
                  <ns1:pt x="28" y="28"/>
                  <ns1:pt x="28" y="28"/>
                </ns1:cubicBezTo>
                <ns1:lnTo>
                  <ns1:pt x="28" y="8"/>
                </ns1:lnTo>
                <ns1:close/>
                <ns1:moveTo>
                  <ns1:pt x="32" y="53"/>
                </ns1:moveTo>
                <ns1:cubicBezTo>
                  <ns1:pt x="20" y="53"/>
                  <ns1:pt x="11" y="44"/>
                  <ns1:pt x="11" y="32"/>
                </ns1:cubicBezTo>
                <ns1:cubicBezTo>
                  <ns1:pt x="11" y="24"/>
                  <ns1:pt x="16" y="16"/>
                  <ns1:pt x="24" y="13"/>
                </ns1:cubicBezTo>
                <ns1:cubicBezTo>
                  <ns1:pt x="24" y="12"/>
                  <ns1:pt x="24" y="12"/>
                  <ns1:pt x="24" y="12"/>
                </ns1:cubicBezTo>
                <ns1:cubicBezTo>
                  <ns1:pt x="24" y="20"/>
                  <ns1:pt x="24" y="20"/>
                  <ns1:pt x="24" y="20"/>
                </ns1:cubicBezTo>
                <ns1:cubicBezTo>
                  <ns1:pt x="20" y="22"/>
                  <ns1:pt x="17" y="27"/>
                  <ns1:pt x="17" y="32"/>
                </ns1:cubicBezTo>
                <ns1:cubicBezTo>
                  <ns1:pt x="17" y="40"/>
                  <ns1:pt x="24" y="47"/>
                  <ns1:pt x="32" y="47"/>
                </ns1:cubicBezTo>
                <ns1:cubicBezTo>
                  <ns1:pt x="40" y="47"/>
                  <ns1:pt x="47" y="40"/>
                  <ns1:pt x="47" y="32"/>
                </ns1:cubicBezTo>
                <ns1:cubicBezTo>
                  <ns1:pt x="47" y="27"/>
                  <ns1:pt x="44" y="22"/>
                  <ns1:pt x="40" y="20"/>
                </ns1:cubicBezTo>
                <ns1:cubicBezTo>
                  <ns1:pt x="40" y="12"/>
                  <ns1:pt x="40" y="12"/>
                  <ns1:pt x="40" y="12"/>
                </ns1:cubicBezTo>
                <ns1:cubicBezTo>
                  <ns1:pt x="40" y="13"/>
                  <ns1:pt x="40" y="13"/>
                  <ns1:pt x="40" y="13"/>
                </ns1:cubicBezTo>
                <ns1:cubicBezTo>
                  <ns1:pt x="48" y="16"/>
                  <ns1:pt x="53" y="24"/>
                  <ns1:pt x="53" y="32"/>
                </ns1:cubicBezTo>
                <ns1:cubicBezTo>
                  <ns1:pt x="53" y="44"/>
                  <ns1:pt x="44" y="53"/>
                  <ns1:pt x="32" y="53"/>
                </ns1:cubicBezTo>
                <ns1:close/>
              </ns1:path>
            </ns1:pathLst>
          </ns1:custGeom>
          <ns1:solidFill>
            <ns1:schemeClr val="tx1"/>
          </ns1:solidFill>
          <ns1:ln>
            <ns1:noFill/>
          </ns1:ln>
          <ns1:extLst/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id-ID" sz="2700"/>
          </ns1:p>
        </ns0:txBody>
      </ns0:sp>
      <ns0:grpSp>
        <ns0:nvGrpSpPr>
          <ns0:cNvPr id="157" name="Group 156"/>
          <ns0:cNvGrpSpPr/>
          <ns0:nvPr/>
        </ns0:nvGrpSpPr>
        <ns0:grpSpPr>
          <ns1:xfrm>
            <ns1:off x="4200689" y="1175593"/>
            <ns1:ext cx="406355" cy="403681"/>
            <ns1:chOff x="2611438" y="6434138"/>
            <ns1:chExt cx="241301" cy="239713"/>
          </ns1:xfrm>
          <ns1:solidFill>
            <ns1:schemeClr val="tx1"/>
          </ns1:solidFill>
        </ns0:grpSpPr>
        <ns0:sp>
          <ns0:nvSpPr>
            <ns0:cNvPr id="158" name="Freeform 240"/>
            <ns0:cNvSpPr>
              <ns1:spLocks noEditPoints="1"/>
            </ns0:cNvSpPr>
            <ns0:nvPr/>
          </ns0:nvSpPr>
          <ns0:spPr bwMode="auto">
            <ns1:xfrm>
              <ns1:off x="2682876" y="6434138"/>
              <ns1:ext cx="169863" cy="168275"/>
            </ns1:xfrm>
            <ns1:custGeom>
              <ns1:avLst/>
              <ns1:gdLst>
                <ns1:gd name="T0" fmla="*/ 31 w 45"/>
                <ns1:gd name="T1" fmla="*/ 5 h 45"/>
                <ns1:gd name="T2" fmla="*/ 18 w 45"/>
                <ns1:gd name="T3" fmla="*/ 13 h 45"/>
                <ns1:gd name="T4" fmla="*/ 1 w 45"/>
                <ns1:gd name="T5" fmla="*/ 30 h 45"/>
                <ns1:gd name="T6" fmla="*/ 1 w 45"/>
                <ns1:gd name="T7" fmla="*/ 35 h 45"/>
                <ns1:gd name="T8" fmla="*/ 10 w 45"/>
                <ns1:gd name="T9" fmla="*/ 44 h 45"/>
                <ns1:gd name="T10" fmla="*/ 15 w 45"/>
                <ns1:gd name="T11" fmla="*/ 44 h 45"/>
                <ns1:gd name="T12" fmla="*/ 32 w 45"/>
                <ns1:gd name="T13" fmla="*/ 27 h 45"/>
                <ns1:gd name="T14" fmla="*/ 40 w 45"/>
                <ns1:gd name="T15" fmla="*/ 14 h 45"/>
                <ns1:gd name="T16" fmla="*/ 45 w 45"/>
                <ns1:gd name="T17" fmla="*/ 0 h 45"/>
                <ns1:gd name="T18" fmla="*/ 31 w 45"/>
                <ns1:gd name="T19" fmla="*/ 5 h 45"/>
                <ns1:gd name="T20" fmla="*/ 20 w 45"/>
                <ns1:gd name="T21" fmla="*/ 34 h 45"/>
                <ns1:gd name="T22" fmla="*/ 11 w 45"/>
                <ns1:gd name="T23" fmla="*/ 34 h 45"/>
                <ns1:gd name="T24" fmla="*/ 11 w 45"/>
                <ns1:gd name="T25" fmla="*/ 25 h 45"/>
                <ns1:gd name="T26" fmla="*/ 20 w 45"/>
                <ns1:gd name="T27" fmla="*/ 25 h 45"/>
                <ns1:gd name="T28" fmla="*/ 20 w 45"/>
                <ns1:gd name="T29" fmla="*/ 34 h 45"/>
                <ns1:gd name="T30" fmla="*/ 31 w 45"/>
                <ns1:gd name="T31" fmla="*/ 23 h 45"/>
                <ns1:gd name="T32" fmla="*/ 22 w 45"/>
                <ns1:gd name="T33" fmla="*/ 23 h 45"/>
                <ns1:gd name="T34" fmla="*/ 22 w 45"/>
                <ns1:gd name="T35" fmla="*/ 14 h 45"/>
                <ns1:gd name="T36" fmla="*/ 31 w 45"/>
                <ns1:gd name="T37" fmla="*/ 14 h 45"/>
                <ns1:gd name="T38" fmla="*/ 31 w 45"/>
                <ns1:gd name="T39" fmla="*/ 23 h 45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  <ns1:cxn ang="0">
                  <ns1:pos x="T30" y="T31"/>
                </ns1:cxn>
                <ns1:cxn ang="0">
                  <ns1:pos x="T32" y="T33"/>
                </ns1:cxn>
                <ns1:cxn ang="0">
                  <ns1:pos x="T34" y="T35"/>
                </ns1:cxn>
                <ns1:cxn ang="0">
                  <ns1:pos x="T36" y="T37"/>
                </ns1:cxn>
                <ns1:cxn ang="0">
                  <ns1:pos x="T38" y="T39"/>
                </ns1:cxn>
              </ns1:cxnLst>
              <ns1:rect l="0" t="0" r="r" b="b"/>
              <ns1:pathLst>
                <ns1:path w="45" h="45">
                  <ns1:moveTo>
                    <ns1:pt x="31" y="5"/>
                  </ns1:moveTo>
                  <ns1:cubicBezTo>
                    <ns1:pt x="27" y="6"/>
                    <ns1:pt x="21" y="10"/>
                    <ns1:pt x="18" y="13"/>
                  </ns1:cubicBezTo>
                  <ns1:cubicBezTo>
                    <ns1:pt x="1" y="30"/>
                    <ns1:pt x="1" y="30"/>
                    <ns1:pt x="1" y="30"/>
                  </ns1:cubicBezTo>
                  <ns1:cubicBezTo>
                    <ns1:pt x="0" y="31"/>
                    <ns1:pt x="0" y="34"/>
                    <ns1:pt x="1" y="35"/>
                  </ns1:cubicBezTo>
                  <ns1:cubicBezTo>
                    <ns1:pt x="10" y="44"/>
                    <ns1:pt x="10" y="44"/>
                    <ns1:pt x="10" y="44"/>
                  </ns1:cubicBezTo>
                  <ns1:cubicBezTo>
                    <ns1:pt x="11" y="45"/>
                    <ns1:pt x="14" y="45"/>
                    <ns1:pt x="15" y="44"/>
                  </ns1:cubicBezTo>
                  <ns1:cubicBezTo>
                    <ns1:pt x="32" y="27"/>
                    <ns1:pt x="32" y="27"/>
                    <ns1:pt x="32" y="27"/>
                  </ns1:cubicBezTo>
                  <ns1:cubicBezTo>
                    <ns1:pt x="35" y="24"/>
                    <ns1:pt x="39" y="18"/>
                    <ns1:pt x="40" y="14"/>
                  </ns1:cubicBezTo>
                  <ns1:cubicBezTo>
                    <ns1:pt x="45" y="0"/>
                    <ns1:pt x="45" y="0"/>
                    <ns1:pt x="45" y="0"/>
                  </ns1:cubicBezTo>
                  <ns1:lnTo>
                    <ns1:pt x="31" y="5"/>
                  </ns1:lnTo>
                  <ns1:close/>
                  <ns1:moveTo>
                    <ns1:pt x="20" y="34"/>
                  </ns1:moveTo>
                  <ns1:cubicBezTo>
                    <ns1:pt x="17" y="36"/>
                    <ns1:pt x="13" y="36"/>
                    <ns1:pt x="11" y="34"/>
                  </ns1:cubicBezTo>
                  <ns1:cubicBezTo>
                    <ns1:pt x="9" y="32"/>
                    <ns1:pt x="9" y="28"/>
                    <ns1:pt x="11" y="25"/>
                  </ns1:cubicBezTo>
                  <ns1:cubicBezTo>
                    <ns1:pt x="13" y="23"/>
                    <ns1:pt x="17" y="23"/>
                    <ns1:pt x="20" y="25"/>
                  </ns1:cubicBezTo>
                  <ns1:cubicBezTo>
                    <ns1:pt x="22" y="28"/>
                    <ns1:pt x="22" y="32"/>
                    <ns1:pt x="20" y="34"/>
                  </ns1:cubicBezTo>
                  <ns1:close/>
                  <ns1:moveTo>
                    <ns1:pt x="31" y="23"/>
                  </ns1:moveTo>
                  <ns1:cubicBezTo>
                    <ns1:pt x="29" y="25"/>
                    <ns1:pt x="25" y="25"/>
                    <ns1:pt x="22" y="23"/>
                  </ns1:cubicBezTo>
                  <ns1:cubicBezTo>
                    <ns1:pt x="20" y="20"/>
                    <ns1:pt x="20" y="16"/>
                    <ns1:pt x="22" y="14"/>
                  </ns1:cubicBezTo>
                  <ns1:cubicBezTo>
                    <ns1:pt x="25" y="12"/>
                    <ns1:pt x="29" y="12"/>
                    <ns1:pt x="31" y="14"/>
                  </ns1:cubicBezTo>
                  <ns1:cubicBezTo>
                    <ns1:pt x="33" y="16"/>
                    <ns1:pt x="33" y="20"/>
                    <ns1:pt x="31" y="23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159" name="Freeform 241"/>
            <ns0:cNvSpPr>
              <ns1:spLocks/>
            </ns0:cNvSpPr>
            <ns0:nvPr/>
          </ns0:nvSpPr>
          <ns0:spPr bwMode="auto">
            <ns1:xfrm>
              <ns1:off x="2619376" y="6500813"/>
              <ns1:ext cx="79375" cy="71438"/>
            </ns1:xfrm>
            <ns1:custGeom>
              <ns1:avLst/>
              <ns1:gdLst>
                <ns1:gd name="T0" fmla="*/ 7 w 21"/>
                <ns1:gd name="T1" fmla="*/ 17 h 19"/>
                <ns1:gd name="T2" fmla="*/ 21 w 21"/>
                <ns1:gd name="T3" fmla="*/ 3 h 19"/>
                <ns1:gd name="T4" fmla="*/ 10 w 21"/>
                <ns1:gd name="T5" fmla="*/ 3 h 19"/>
                <ns1:gd name="T6" fmla="*/ 1 w 21"/>
                <ns1:gd name="T7" fmla="*/ 12 h 19"/>
                <ns1:gd name="T8" fmla="*/ 1 w 21"/>
                <ns1:gd name="T9" fmla="*/ 17 h 19"/>
                <ns1:gd name="T10" fmla="*/ 7 w 21"/>
                <ns1:gd name="T11" fmla="*/ 17 h 19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</ns1:cxnLst>
              <ns1:rect l="0" t="0" r="r" b="b"/>
              <ns1:pathLst>
                <ns1:path w="21" h="19">
                  <ns1:moveTo>
                    <ns1:pt x="7" y="17"/>
                  </ns1:moveTo>
                  <ns1:cubicBezTo>
                    <ns1:pt x="21" y="3"/>
                    <ns1:pt x="21" y="3"/>
                    <ns1:pt x="21" y="3"/>
                  </ns1:cubicBezTo>
                  <ns1:cubicBezTo>
                    <ns1:pt x="18" y="0"/>
                    <ns1:pt x="13" y="0"/>
                    <ns1:pt x="10" y="3"/>
                  </ns1:cubicBezTo>
                  <ns1:cubicBezTo>
                    <ns1:pt x="1" y="12"/>
                    <ns1:pt x="1" y="12"/>
                    <ns1:pt x="1" y="12"/>
                  </ns1:cubicBezTo>
                  <ns1:cubicBezTo>
                    <ns1:pt x="0" y="13"/>
                    <ns1:pt x="0" y="16"/>
                    <ns1:pt x="1" y="17"/>
                  </ns1:cubicBezTo>
                  <ns1:cubicBezTo>
                    <ns1:pt x="3" y="19"/>
                    <ns1:pt x="5" y="19"/>
                    <ns1:pt x="7" y="17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160" name="Freeform 242"/>
            <ns0:cNvSpPr>
              <ns1:spLocks/>
            </ns0:cNvSpPr>
            <ns0:nvPr/>
          </ns0:nvSpPr>
          <ns0:spPr bwMode="auto">
            <ns1:xfrm>
              <ns1:off x="2713038" y="6588126"/>
              <ns1:ext cx="71438" cy="77788"/>
            </ns1:xfrm>
            <ns1:custGeom>
              <ns1:avLst/>
              <ns1:gdLst>
                <ns1:gd name="T0" fmla="*/ 2 w 19"/>
                <ns1:gd name="T1" fmla="*/ 14 h 21"/>
                <ns1:gd name="T2" fmla="*/ 2 w 19"/>
                <ns1:gd name="T3" fmla="*/ 20 h 21"/>
                <ns1:gd name="T4" fmla="*/ 7 w 19"/>
                <ns1:gd name="T5" fmla="*/ 20 h 21"/>
                <ns1:gd name="T6" fmla="*/ 16 w 19"/>
                <ns1:gd name="T7" fmla="*/ 11 h 21"/>
                <ns1:gd name="T8" fmla="*/ 16 w 19"/>
                <ns1:gd name="T9" fmla="*/ 0 h 21"/>
                <ns1:gd name="T10" fmla="*/ 2 w 19"/>
                <ns1:gd name="T11" fmla="*/ 14 h 21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</ns1:cxnLst>
              <ns1:rect l="0" t="0" r="r" b="b"/>
              <ns1:pathLst>
                <ns1:path w="19" h="21">
                  <ns1:moveTo>
                    <ns1:pt x="2" y="14"/>
                  </ns1:moveTo>
                  <ns1:cubicBezTo>
                    <ns1:pt x="0" y="16"/>
                    <ns1:pt x="0" y="18"/>
                    <ns1:pt x="2" y="20"/>
                  </ns1:cubicBezTo>
                  <ns1:cubicBezTo>
                    <ns1:pt x="3" y="21"/>
                    <ns1:pt x="6" y="21"/>
                    <ns1:pt x="7" y="20"/>
                  </ns1:cubicBezTo>
                  <ns1:cubicBezTo>
                    <ns1:pt x="16" y="11"/>
                    <ns1:pt x="16" y="11"/>
                    <ns1:pt x="16" y="11"/>
                  </ns1:cubicBezTo>
                  <ns1:cubicBezTo>
                    <ns1:pt x="19" y="8"/>
                    <ns1:pt x="19" y="3"/>
                    <ns1:pt x="16" y="0"/>
                  </ns1:cubicBezTo>
                  <ns1:lnTo>
                    <ns1:pt x="2" y="14"/>
                  </ns1:ln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161" name="Freeform 243"/>
            <ns0:cNvSpPr>
              <ns1:spLocks/>
            </ns0:cNvSpPr>
            <ns0:nvPr/>
          </ns0:nvSpPr>
          <ns0:spPr bwMode="auto">
            <ns1:xfrm>
              <ns1:off x="2668588" y="6577013"/>
              <ns1:ext cx="41275" cy="41275"/>
            </ns1:xfrm>
            <ns1:custGeom>
              <ns1:avLst/>
              <ns1:gdLst>
                <ns1:gd name="T0" fmla="*/ 1 w 11"/>
                <ns1:gd name="T1" fmla="*/ 2 h 11"/>
                <ns1:gd name="T2" fmla="*/ 1 w 11"/>
                <ns1:gd name="T3" fmla="*/ 4 h 11"/>
                <ns1:gd name="T4" fmla="*/ 7 w 11"/>
                <ns1:gd name="T5" fmla="*/ 10 h 11"/>
                <ns1:gd name="T6" fmla="*/ 9 w 11"/>
                <ns1:gd name="T7" fmla="*/ 10 h 11"/>
                <ns1:gd name="T8" fmla="*/ 11 w 11"/>
                <ns1:gd name="T9" fmla="*/ 9 h 11"/>
                <ns1:gd name="T10" fmla="*/ 2 w 11"/>
                <ns1:gd name="T11" fmla="*/ 0 h 11"/>
                <ns1:gd name="T12" fmla="*/ 1 w 11"/>
                <ns1:gd name="T13" fmla="*/ 2 h 11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</ns1:cxnLst>
              <ns1:rect l="0" t="0" r="r" b="b"/>
              <ns1:pathLst>
                <ns1:path w="11" h="11">
                  <ns1:moveTo>
                    <ns1:pt x="1" y="2"/>
                  </ns1:moveTo>
                  <ns1:cubicBezTo>
                    <ns1:pt x="0" y="2"/>
                    <ns1:pt x="0" y="4"/>
                    <ns1:pt x="1" y="4"/>
                  </ns1:cubicBezTo>
                  <ns1:cubicBezTo>
                    <ns1:pt x="7" y="10"/>
                    <ns1:pt x="7" y="10"/>
                    <ns1:pt x="7" y="10"/>
                  </ns1:cubicBezTo>
                  <ns1:cubicBezTo>
                    <ns1:pt x="7" y="11"/>
                    <ns1:pt x="9" y="11"/>
                    <ns1:pt x="9" y="10"/>
                  </ns1:cubicBezTo>
                  <ns1:cubicBezTo>
                    <ns1:pt x="11" y="9"/>
                    <ns1:pt x="11" y="9"/>
                    <ns1:pt x="11" y="9"/>
                  </ns1:cubicBezTo>
                  <ns1:cubicBezTo>
                    <ns1:pt x="2" y="0"/>
                    <ns1:pt x="2" y="0"/>
                    <ns1:pt x="2" y="0"/>
                  </ns1:cubicBezTo>
                  <ns1:lnTo>
                    <ns1:pt x="1" y="2"/>
                  </ns1:ln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162" name="Freeform 244"/>
            <ns0:cNvSpPr>
              <ns1:spLocks/>
            </ns0:cNvSpPr>
            <ns0:nvPr/>
          </ns0:nvSpPr>
          <ns0:spPr bwMode="auto">
            <ns1:xfrm>
              <ns1:off x="2611438" y="6599238"/>
              <ns1:ext cx="76200" cy="74613"/>
            </ns1:xfrm>
            <ns1:custGeom>
              <ns1:avLst/>
              <ns1:gdLst>
                <ns1:gd name="T0" fmla="*/ 0 w 20"/>
                <ns1:gd name="T1" fmla="*/ 20 h 20"/>
                <ns1:gd name="T2" fmla="*/ 16 w 20"/>
                <ns1:gd name="T3" fmla="*/ 4 h 20"/>
                <ns1:gd name="T4" fmla="*/ 0 w 20"/>
                <ns1:gd name="T5" fmla="*/ 20 h 20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</ns1:cxnLst>
              <ns1:rect l="0" t="0" r="r" b="b"/>
              <ns1:pathLst>
                <ns1:path w="20" h="20">
                  <ns1:moveTo>
                    <ns1:pt x="0" y="20"/>
                  </ns1:moveTo>
                  <ns1:cubicBezTo>
                    <ns1:pt x="8" y="16"/>
                    <ns1:pt x="20" y="8"/>
                    <ns1:pt x="16" y="4"/>
                  </ns1:cubicBezTo>
                  <ns1:cubicBezTo>
                    <ns1:pt x="12" y="0"/>
                    <ns1:pt x="4" y="12"/>
                    <ns1:pt x="0" y="20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</ns0:grpSp>
      <ns0:sp>
        <ns0:nvSpPr>
          <ns0:cNvPr id="163" name="Freeform 269"/>
          <ns0:cNvSpPr>
            <ns1:spLocks/>
          </ns0:cNvSpPr>
          <ns0:nvPr/>
        </ns0:nvSpPr>
        <ns0:spPr bwMode="auto">
          <ns1:xfrm>
            <ns1:off x="10142000" y="360238"/>
            <ns1:ext cx="379619" cy="403681"/>
          </ns1:xfrm>
          <ns1:custGeom>
            <ns1:avLst/>
            <ns1:gdLst>
              <ns1:gd name="T0" fmla="*/ 59 w 60"/>
              <ns1:gd name="T1" fmla="*/ 40 h 64"/>
              <ns1:gd name="T2" fmla="*/ 36 w 60"/>
              <ns1:gd name="T3" fmla="*/ 23 h 64"/>
              <ns1:gd name="T4" fmla="*/ 36 w 60"/>
              <ns1:gd name="T5" fmla="*/ 12 h 64"/>
              <ns1:gd name="T6" fmla="*/ 30 w 60"/>
              <ns1:gd name="T7" fmla="*/ 0 h 64"/>
              <ns1:gd name="T8" fmla="*/ 24 w 60"/>
              <ns1:gd name="T9" fmla="*/ 12 h 64"/>
              <ns1:gd name="T10" fmla="*/ 24 w 60"/>
              <ns1:gd name="T11" fmla="*/ 23 h 64"/>
              <ns1:gd name="T12" fmla="*/ 1 w 60"/>
              <ns1:gd name="T13" fmla="*/ 40 h 64"/>
              <ns1:gd name="T14" fmla="*/ 0 w 60"/>
              <ns1:gd name="T15" fmla="*/ 42 h 64"/>
              <ns1:gd name="T16" fmla="*/ 0 w 60"/>
              <ns1:gd name="T17" fmla="*/ 42 h 64"/>
              <ns1:gd name="T18" fmla="*/ 1 w 60"/>
              <ns1:gd name="T19" fmla="*/ 44 h 64"/>
              <ns1:gd name="T20" fmla="*/ 2 w 60"/>
              <ns1:gd name="T21" fmla="*/ 44 h 64"/>
              <ns1:gd name="T22" fmla="*/ 24 w 60"/>
              <ns1:gd name="T23" fmla="*/ 38 h 64"/>
              <ns1:gd name="T24" fmla="*/ 24 w 60"/>
              <ns1:gd name="T25" fmla="*/ 42 h 64"/>
              <ns1:gd name="T26" fmla="*/ 24 w 60"/>
              <ns1:gd name="T27" fmla="*/ 55 h 64"/>
              <ns1:gd name="T28" fmla="*/ 17 w 60"/>
              <ns1:gd name="T29" fmla="*/ 60 h 64"/>
              <ns1:gd name="T30" fmla="*/ 16 w 60"/>
              <ns1:gd name="T31" fmla="*/ 62 h 64"/>
              <ns1:gd name="T32" fmla="*/ 16 w 60"/>
              <ns1:gd name="T33" fmla="*/ 62 h 64"/>
              <ns1:gd name="T34" fmla="*/ 17 w 60"/>
              <ns1:gd name="T35" fmla="*/ 64 h 64"/>
              <ns1:gd name="T36" fmla="*/ 19 w 60"/>
              <ns1:gd name="T37" fmla="*/ 64 h 64"/>
              <ns1:gd name="T38" fmla="*/ 30 w 60"/>
              <ns1:gd name="T39" fmla="*/ 60 h 64"/>
              <ns1:gd name="T40" fmla="*/ 41 w 60"/>
              <ns1:gd name="T41" fmla="*/ 64 h 64"/>
              <ns1:gd name="T42" fmla="*/ 43 w 60"/>
              <ns1:gd name="T43" fmla="*/ 64 h 64"/>
              <ns1:gd name="T44" fmla="*/ 44 w 60"/>
              <ns1:gd name="T45" fmla="*/ 62 h 64"/>
              <ns1:gd name="T46" fmla="*/ 44 w 60"/>
              <ns1:gd name="T47" fmla="*/ 62 h 64"/>
              <ns1:gd name="T48" fmla="*/ 43 w 60"/>
              <ns1:gd name="T49" fmla="*/ 60 h 64"/>
              <ns1:gd name="T50" fmla="*/ 36 w 60"/>
              <ns1:gd name="T51" fmla="*/ 55 h 64"/>
              <ns1:gd name="T52" fmla="*/ 36 w 60"/>
              <ns1:gd name="T53" fmla="*/ 42 h 64"/>
              <ns1:gd name="T54" fmla="*/ 36 w 60"/>
              <ns1:gd name="T55" fmla="*/ 38 h 64"/>
              <ns1:gd name="T56" fmla="*/ 58 w 60"/>
              <ns1:gd name="T57" fmla="*/ 44 h 64"/>
              <ns1:gd name="T58" fmla="*/ 59 w 60"/>
              <ns1:gd name="T59" fmla="*/ 44 h 64"/>
              <ns1:gd name="T60" fmla="*/ 60 w 60"/>
              <ns1:gd name="T61" fmla="*/ 42 h 64"/>
              <ns1:gd name="T62" fmla="*/ 60 w 60"/>
              <ns1:gd name="T63" fmla="*/ 42 h 64"/>
              <ns1:gd name="T64" fmla="*/ 59 w 60"/>
              <ns1:gd name="T65" fmla="*/ 40 h 64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  <ns1:cxn ang="0">
                <ns1:pos x="T32" y="T33"/>
              </ns1:cxn>
              <ns1:cxn ang="0">
                <ns1:pos x="T34" y="T35"/>
              </ns1:cxn>
              <ns1:cxn ang="0">
                <ns1:pos x="T36" y="T37"/>
              </ns1:cxn>
              <ns1:cxn ang="0">
                <ns1:pos x="T38" y="T39"/>
              </ns1:cxn>
              <ns1:cxn ang="0">
                <ns1:pos x="T40" y="T41"/>
              </ns1:cxn>
              <ns1:cxn ang="0">
                <ns1:pos x="T42" y="T43"/>
              </ns1:cxn>
              <ns1:cxn ang="0">
                <ns1:pos x="T44" y="T45"/>
              </ns1:cxn>
              <ns1:cxn ang="0">
                <ns1:pos x="T46" y="T47"/>
              </ns1:cxn>
              <ns1:cxn ang="0">
                <ns1:pos x="T48" y="T49"/>
              </ns1:cxn>
              <ns1:cxn ang="0">
                <ns1:pos x="T50" y="T51"/>
              </ns1:cxn>
              <ns1:cxn ang="0">
                <ns1:pos x="T52" y="T53"/>
              </ns1:cxn>
              <ns1:cxn ang="0">
                <ns1:pos x="T54" y="T55"/>
              </ns1:cxn>
              <ns1:cxn ang="0">
                <ns1:pos x="T56" y="T57"/>
              </ns1:cxn>
              <ns1:cxn ang="0">
                <ns1:pos x="T58" y="T59"/>
              </ns1:cxn>
              <ns1:cxn ang="0">
                <ns1:pos x="T60" y="T61"/>
              </ns1:cxn>
              <ns1:cxn ang="0">
                <ns1:pos x="T62" y="T63"/>
              </ns1:cxn>
              <ns1:cxn ang="0">
                <ns1:pos x="T64" y="T65"/>
              </ns1:cxn>
            </ns1:cxnLst>
            <ns1:rect l="0" t="0" r="r" b="b"/>
            <ns1:pathLst>
              <ns1:path w="60" h="64">
                <ns1:moveTo>
                  <ns1:pt x="59" y="40"/>
                </ns1:moveTo>
                <ns1:cubicBezTo>
                  <ns1:pt x="36" y="23"/>
                  <ns1:pt x="36" y="23"/>
                  <ns1:pt x="36" y="23"/>
                </ns1:cubicBezTo>
                <ns1:cubicBezTo>
                  <ns1:pt x="36" y="12"/>
                  <ns1:pt x="36" y="12"/>
                  <ns1:pt x="36" y="12"/>
                </ns1:cubicBezTo>
                <ns1:cubicBezTo>
                  <ns1:pt x="36" y="9"/>
                  <ns1:pt x="33" y="0"/>
                  <ns1:pt x="30" y="0"/>
                </ns1:cubicBezTo>
                <ns1:cubicBezTo>
                  <ns1:pt x="27" y="0"/>
                  <ns1:pt x="24" y="9"/>
                  <ns1:pt x="24" y="12"/>
                </ns1:cubicBezTo>
                <ns1:cubicBezTo>
                  <ns1:pt x="24" y="23"/>
                  <ns1:pt x="24" y="23"/>
                  <ns1:pt x="24" y="23"/>
                </ns1:cubicBezTo>
                <ns1:cubicBezTo>
                  <ns1:pt x="1" y="40"/>
                  <ns1:pt x="1" y="40"/>
                  <ns1:pt x="1" y="40"/>
                </ns1:cubicBezTo>
                <ns1:cubicBezTo>
                  <ns1:pt x="0" y="40"/>
                  <ns1:pt x="0" y="41"/>
                  <ns1:pt x="0" y="42"/>
                </ns1:cubicBezTo>
                <ns1:cubicBezTo>
                  <ns1:pt x="0" y="42"/>
                  <ns1:pt x="0" y="42"/>
                  <ns1:pt x="0" y="42"/>
                </ns1:cubicBezTo>
                <ns1:cubicBezTo>
                  <ns1:pt x="0" y="43"/>
                  <ns1:pt x="0" y="43"/>
                  <ns1:pt x="1" y="44"/>
                </ns1:cubicBezTo>
                <ns1:cubicBezTo>
                  <ns1:pt x="1" y="44"/>
                  <ns1:pt x="2" y="44"/>
                  <ns1:pt x="2" y="44"/>
                </ns1:cubicBezTo>
                <ns1:cubicBezTo>
                  <ns1:pt x="24" y="38"/>
                  <ns1:pt x="24" y="38"/>
                  <ns1:pt x="24" y="38"/>
                </ns1:cubicBezTo>
                <ns1:cubicBezTo>
                  <ns1:pt x="24" y="42"/>
                  <ns1:pt x="24" y="42"/>
                  <ns1:pt x="24" y="42"/>
                </ns1:cubicBezTo>
                <ns1:cubicBezTo>
                  <ns1:pt x="24" y="55"/>
                  <ns1:pt x="24" y="55"/>
                  <ns1:pt x="24" y="55"/>
                </ns1:cubicBezTo>
                <ns1:cubicBezTo>
                  <ns1:pt x="17" y="60"/>
                  <ns1:pt x="17" y="60"/>
                  <ns1:pt x="17" y="60"/>
                </ns1:cubicBezTo>
                <ns1:cubicBezTo>
                  <ns1:pt x="16" y="60"/>
                  <ns1:pt x="16" y="61"/>
                  <ns1:pt x="16" y="62"/>
                </ns1:cubicBezTo>
                <ns1:cubicBezTo>
                  <ns1:pt x="16" y="62"/>
                  <ns1:pt x="16" y="62"/>
                  <ns1:pt x="16" y="62"/>
                </ns1:cubicBezTo>
                <ns1:cubicBezTo>
                  <ns1:pt x="16" y="63"/>
                  <ns1:pt x="16" y="63"/>
                  <ns1:pt x="17" y="64"/>
                </ns1:cubicBezTo>
                <ns1:cubicBezTo>
                  <ns1:pt x="17" y="64"/>
                  <ns1:pt x="18" y="64"/>
                  <ns1:pt x="19" y="64"/>
                </ns1:cubicBezTo>
                <ns1:cubicBezTo>
                  <ns1:pt x="30" y="60"/>
                  <ns1:pt x="30" y="60"/>
                  <ns1:pt x="30" y="60"/>
                </ns1:cubicBezTo>
                <ns1:cubicBezTo>
                  <ns1:pt x="41" y="64"/>
                  <ns1:pt x="41" y="64"/>
                  <ns1:pt x="41" y="64"/>
                </ns1:cubicBezTo>
                <ns1:cubicBezTo>
                  <ns1:pt x="42" y="64"/>
                  <ns1:pt x="43" y="64"/>
                  <ns1:pt x="43" y="64"/>
                </ns1:cubicBezTo>
                <ns1:cubicBezTo>
                  <ns1:pt x="44" y="63"/>
                  <ns1:pt x="44" y="63"/>
                  <ns1:pt x="44" y="62"/>
                </ns1:cubicBezTo>
                <ns1:cubicBezTo>
                  <ns1:pt x="44" y="62"/>
                  <ns1:pt x="44" y="62"/>
                  <ns1:pt x="44" y="62"/>
                </ns1:cubicBezTo>
                <ns1:cubicBezTo>
                  <ns1:pt x="44" y="61"/>
                  <ns1:pt x="44" y="60"/>
                  <ns1:pt x="43" y="60"/>
                </ns1:cubicBezTo>
                <ns1:cubicBezTo>
                  <ns1:pt x="36" y="55"/>
                  <ns1:pt x="36" y="55"/>
                  <ns1:pt x="36" y="55"/>
                </ns1:cubicBezTo>
                <ns1:cubicBezTo>
                  <ns1:pt x="36" y="42"/>
                  <ns1:pt x="36" y="42"/>
                  <ns1:pt x="36" y="42"/>
                </ns1:cubicBezTo>
                <ns1:cubicBezTo>
                  <ns1:pt x="36" y="38"/>
                  <ns1:pt x="36" y="38"/>
                  <ns1:pt x="36" y="38"/>
                </ns1:cubicBezTo>
                <ns1:cubicBezTo>
                  <ns1:pt x="58" y="44"/>
                  <ns1:pt x="58" y="44"/>
                  <ns1:pt x="58" y="44"/>
                </ns1:cubicBezTo>
                <ns1:cubicBezTo>
                  <ns1:pt x="58" y="44"/>
                  <ns1:pt x="59" y="44"/>
                  <ns1:pt x="59" y="44"/>
                </ns1:cubicBezTo>
                <ns1:cubicBezTo>
                  <ns1:pt x="60" y="43"/>
                  <ns1:pt x="60" y="43"/>
                  <ns1:pt x="60" y="42"/>
                </ns1:cubicBezTo>
                <ns1:cubicBezTo>
                  <ns1:pt x="60" y="42"/>
                  <ns1:pt x="60" y="42"/>
                  <ns1:pt x="60" y="42"/>
                </ns1:cubicBezTo>
                <ns1:cubicBezTo>
                  <ns1:pt x="60" y="41"/>
                  <ns1:pt x="60" y="40"/>
                  <ns1:pt x="59" y="40"/>
                </ns1:cubicBezTo>
                <ns1:close/>
              </ns1:path>
            </ns1:pathLst>
          </ns1:custGeom>
          <ns1:solidFill>
            <ns1:schemeClr val="tx1"/>
          </ns1:solidFill>
          <ns1:ln>
            <ns1:noFill/>
          </ns1:ln>
          <ns1:extLst/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id-ID" sz="2700"/>
          </ns1:p>
        </ns0:txBody>
      </ns0:sp>
      <ns0:grpSp>
        <ns0:nvGrpSpPr>
          <ns0:cNvPr id="164" name="Group 163"/>
          <ns0:cNvGrpSpPr/>
          <ns0:nvPr/>
        </ns0:nvGrpSpPr>
        <ns0:grpSpPr>
          <ns1:xfrm>
            <ns1:off x="2211874" y="2009473"/>
            <ns1:ext cx="408032" cy="410735"/>
            <ns1:chOff x="5978526" y="4991101"/>
            <ns1:chExt cx="239712" cy="241300"/>
          </ns1:xfrm>
          <ns1:solidFill>
            <ns1:schemeClr val="tx1"/>
          </ns1:solidFill>
        </ns0:grpSpPr>
        <ns0:sp>
          <ns0:nvSpPr>
            <ns0:cNvPr id="165" name="Freeform 227"/>
            <ns0:cNvSpPr>
              <ns1:spLocks noEditPoints="1"/>
            </ns0:cNvSpPr>
            <ns0:nvPr/>
          </ns0:nvSpPr>
          <ns0:spPr bwMode="auto">
            <ns1:xfrm>
              <ns1:off x="5978526" y="5067301"/>
              <ns1:ext cx="165100" cy="165100"/>
            </ns1:xfrm>
            <ns1:custGeom>
              <ns1:avLst/>
              <ns1:gdLst>
                <ns1:gd name="T0" fmla="*/ 42 w 44"/>
                <ns1:gd name="T1" fmla="*/ 18 h 44"/>
                <ns1:gd name="T2" fmla="*/ 35 w 44"/>
                <ns1:gd name="T3" fmla="*/ 18 h 44"/>
                <ns1:gd name="T4" fmla="*/ 34 w 44"/>
                <ns1:gd name="T5" fmla="*/ 14 h 44"/>
                <ns1:gd name="T6" fmla="*/ 38 w 44"/>
                <ns1:gd name="T7" fmla="*/ 10 h 44"/>
                <ns1:gd name="T8" fmla="*/ 38 w 44"/>
                <ns1:gd name="T9" fmla="*/ 7 h 44"/>
                <ns1:gd name="T10" fmla="*/ 36 w 44"/>
                <ns1:gd name="T11" fmla="*/ 5 h 44"/>
                <ns1:gd name="T12" fmla="*/ 33 w 44"/>
                <ns1:gd name="T13" fmla="*/ 5 h 44"/>
                <ns1:gd name="T14" fmla="*/ 29 w 44"/>
                <ns1:gd name="T15" fmla="*/ 9 h 44"/>
                <ns1:gd name="T16" fmla="*/ 25 w 44"/>
                <ns1:gd name="T17" fmla="*/ 8 h 44"/>
                <ns1:gd name="T18" fmla="*/ 25 w 44"/>
                <ns1:gd name="T19" fmla="*/ 2 h 44"/>
                <ns1:gd name="T20" fmla="*/ 23 w 44"/>
                <ns1:gd name="T21" fmla="*/ 0 h 44"/>
                <ns1:gd name="T22" fmla="*/ 20 w 44"/>
                <ns1:gd name="T23" fmla="*/ 0 h 44"/>
                <ns1:gd name="T24" fmla="*/ 18 w 44"/>
                <ns1:gd name="T25" fmla="*/ 2 h 44"/>
                <ns1:gd name="T26" fmla="*/ 18 w 44"/>
                <ns1:gd name="T27" fmla="*/ 8 h 44"/>
                <ns1:gd name="T28" fmla="*/ 14 w 44"/>
                <ns1:gd name="T29" fmla="*/ 9 h 44"/>
                <ns1:gd name="T30" fmla="*/ 10 w 44"/>
                <ns1:gd name="T31" fmla="*/ 6 h 44"/>
                <ns1:gd name="T32" fmla="*/ 7 w 44"/>
                <ns1:gd name="T33" fmla="*/ 6 h 44"/>
                <ns1:gd name="T34" fmla="*/ 5 w 44"/>
                <ns1:gd name="T35" fmla="*/ 8 h 44"/>
                <ns1:gd name="T36" fmla="*/ 5 w 44"/>
                <ns1:gd name="T37" fmla="*/ 11 h 44"/>
                <ns1:gd name="T38" fmla="*/ 9 w 44"/>
                <ns1:gd name="T39" fmla="*/ 15 h 44"/>
                <ns1:gd name="T40" fmla="*/ 7 w 44"/>
                <ns1:gd name="T41" fmla="*/ 19 h 44"/>
                <ns1:gd name="T42" fmla="*/ 2 w 44"/>
                <ns1:gd name="T43" fmla="*/ 19 h 44"/>
                <ns1:gd name="T44" fmla="*/ 0 w 44"/>
                <ns1:gd name="T45" fmla="*/ 21 h 44"/>
                <ns1:gd name="T46" fmla="*/ 0 w 44"/>
                <ns1:gd name="T47" fmla="*/ 24 h 44"/>
                <ns1:gd name="T48" fmla="*/ 2 w 44"/>
                <ns1:gd name="T49" fmla="*/ 26 h 44"/>
                <ns1:gd name="T50" fmla="*/ 7 w 44"/>
                <ns1:gd name="T51" fmla="*/ 26 h 44"/>
                <ns1:gd name="T52" fmla="*/ 9 w 44"/>
                <ns1:gd name="T53" fmla="*/ 30 h 44"/>
                <ns1:gd name="T54" fmla="*/ 6 w 44"/>
                <ns1:gd name="T55" fmla="*/ 34 h 44"/>
                <ns1:gd name="T56" fmla="*/ 6 w 44"/>
                <ns1:gd name="T57" fmla="*/ 37 h 44"/>
                <ns1:gd name="T58" fmla="*/ 8 w 44"/>
                <ns1:gd name="T59" fmla="*/ 39 h 44"/>
                <ns1:gd name="T60" fmla="*/ 11 w 44"/>
                <ns1:gd name="T61" fmla="*/ 39 h 44"/>
                <ns1:gd name="T62" fmla="*/ 15 w 44"/>
                <ns1:gd name="T63" fmla="*/ 35 h 44"/>
                <ns1:gd name="T64" fmla="*/ 19 w 44"/>
                <ns1:gd name="T65" fmla="*/ 36 h 44"/>
                <ns1:gd name="T66" fmla="*/ 19 w 44"/>
                <ns1:gd name="T67" fmla="*/ 42 h 44"/>
                <ns1:gd name="T68" fmla="*/ 21 w 44"/>
                <ns1:gd name="T69" fmla="*/ 44 h 44"/>
                <ns1:gd name="T70" fmla="*/ 24 w 44"/>
                <ns1:gd name="T71" fmla="*/ 44 h 44"/>
                <ns1:gd name="T72" fmla="*/ 26 w 44"/>
                <ns1:gd name="T73" fmla="*/ 42 h 44"/>
                <ns1:gd name="T74" fmla="*/ 26 w 44"/>
                <ns1:gd name="T75" fmla="*/ 36 h 44"/>
                <ns1:gd name="T76" fmla="*/ 30 w 44"/>
                <ns1:gd name="T77" fmla="*/ 34 h 44"/>
                <ns1:gd name="T78" fmla="*/ 34 w 44"/>
                <ns1:gd name="T79" fmla="*/ 38 h 44"/>
                <ns1:gd name="T80" fmla="*/ 37 w 44"/>
                <ns1:gd name="T81" fmla="*/ 38 h 44"/>
                <ns1:gd name="T82" fmla="*/ 39 w 44"/>
                <ns1:gd name="T83" fmla="*/ 36 h 44"/>
                <ns1:gd name="T84" fmla="*/ 39 w 44"/>
                <ns1:gd name="T85" fmla="*/ 33 h 44"/>
                <ns1:gd name="T86" fmla="*/ 35 w 44"/>
                <ns1:gd name="T87" fmla="*/ 28 h 44"/>
                <ns1:gd name="T88" fmla="*/ 36 w 44"/>
                <ns1:gd name="T89" fmla="*/ 25 h 44"/>
                <ns1:gd name="T90" fmla="*/ 42 w 44"/>
                <ns1:gd name="T91" fmla="*/ 25 h 44"/>
                <ns1:gd name="T92" fmla="*/ 44 w 44"/>
                <ns1:gd name="T93" fmla="*/ 23 h 44"/>
                <ns1:gd name="T94" fmla="*/ 44 w 44"/>
                <ns1:gd name="T95" fmla="*/ 20 h 44"/>
                <ns1:gd name="T96" fmla="*/ 42 w 44"/>
                <ns1:gd name="T97" fmla="*/ 18 h 44"/>
                <ns1:gd name="T98" fmla="*/ 21 w 44"/>
                <ns1:gd name="T99" fmla="*/ 28 h 44"/>
                <ns1:gd name="T100" fmla="*/ 15 w 44"/>
                <ns1:gd name="T101" fmla="*/ 22 h 44"/>
                <ns1:gd name="T102" fmla="*/ 21 w 44"/>
                <ns1:gd name="T103" fmla="*/ 16 h 44"/>
                <ns1:gd name="T104" fmla="*/ 28 w 44"/>
                <ns1:gd name="T105" fmla="*/ 22 h 44"/>
                <ns1:gd name="T106" fmla="*/ 21 w 44"/>
                <ns1:gd name="T107" fmla="*/ 28 h 44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  <ns1:cxn ang="0">
                  <ns1:pos x="T30" y="T31"/>
                </ns1:cxn>
                <ns1:cxn ang="0">
                  <ns1:pos x="T32" y="T33"/>
                </ns1:cxn>
                <ns1:cxn ang="0">
                  <ns1:pos x="T34" y="T35"/>
                </ns1:cxn>
                <ns1:cxn ang="0">
                  <ns1:pos x="T36" y="T37"/>
                </ns1:cxn>
                <ns1:cxn ang="0">
                  <ns1:pos x="T38" y="T39"/>
                </ns1:cxn>
                <ns1:cxn ang="0">
                  <ns1:pos x="T40" y="T41"/>
                </ns1:cxn>
                <ns1:cxn ang="0">
                  <ns1:pos x="T42" y="T43"/>
                </ns1:cxn>
                <ns1:cxn ang="0">
                  <ns1:pos x="T44" y="T45"/>
                </ns1:cxn>
                <ns1:cxn ang="0">
                  <ns1:pos x="T46" y="T47"/>
                </ns1:cxn>
                <ns1:cxn ang="0">
                  <ns1:pos x="T48" y="T49"/>
                </ns1:cxn>
                <ns1:cxn ang="0">
                  <ns1:pos x="T50" y="T51"/>
                </ns1:cxn>
                <ns1:cxn ang="0">
                  <ns1:pos x="T52" y="T53"/>
                </ns1:cxn>
                <ns1:cxn ang="0">
                  <ns1:pos x="T54" y="T55"/>
                </ns1:cxn>
                <ns1:cxn ang="0">
                  <ns1:pos x="T56" y="T57"/>
                </ns1:cxn>
                <ns1:cxn ang="0">
                  <ns1:pos x="T58" y="T59"/>
                </ns1:cxn>
                <ns1:cxn ang="0">
                  <ns1:pos x="T60" y="T61"/>
                </ns1:cxn>
                <ns1:cxn ang="0">
                  <ns1:pos x="T62" y="T63"/>
                </ns1:cxn>
                <ns1:cxn ang="0">
                  <ns1:pos x="T64" y="T65"/>
                </ns1:cxn>
                <ns1:cxn ang="0">
                  <ns1:pos x="T66" y="T67"/>
                </ns1:cxn>
                <ns1:cxn ang="0">
                  <ns1:pos x="T68" y="T69"/>
                </ns1:cxn>
                <ns1:cxn ang="0">
                  <ns1:pos x="T70" y="T71"/>
                </ns1:cxn>
                <ns1:cxn ang="0">
                  <ns1:pos x="T72" y="T73"/>
                </ns1:cxn>
                <ns1:cxn ang="0">
                  <ns1:pos x="T74" y="T75"/>
                </ns1:cxn>
                <ns1:cxn ang="0">
                  <ns1:pos x="T76" y="T77"/>
                </ns1:cxn>
                <ns1:cxn ang="0">
                  <ns1:pos x="T78" y="T79"/>
                </ns1:cxn>
                <ns1:cxn ang="0">
                  <ns1:pos x="T80" y="T81"/>
                </ns1:cxn>
                <ns1:cxn ang="0">
                  <ns1:pos x="T82" y="T83"/>
                </ns1:cxn>
                <ns1:cxn ang="0">
                  <ns1:pos x="T84" y="T85"/>
                </ns1:cxn>
                <ns1:cxn ang="0">
                  <ns1:pos x="T86" y="T87"/>
                </ns1:cxn>
                <ns1:cxn ang="0">
                  <ns1:pos x="T88" y="T89"/>
                </ns1:cxn>
                <ns1:cxn ang="0">
                  <ns1:pos x="T90" y="T91"/>
                </ns1:cxn>
                <ns1:cxn ang="0">
                  <ns1:pos x="T92" y="T93"/>
                </ns1:cxn>
                <ns1:cxn ang="0">
                  <ns1:pos x="T94" y="T95"/>
                </ns1:cxn>
                <ns1:cxn ang="0">
                  <ns1:pos x="T96" y="T97"/>
                </ns1:cxn>
                <ns1:cxn ang="0">
                  <ns1:pos x="T98" y="T99"/>
                </ns1:cxn>
                <ns1:cxn ang="0">
                  <ns1:pos x="T100" y="T101"/>
                </ns1:cxn>
                <ns1:cxn ang="0">
                  <ns1:pos x="T102" y="T103"/>
                </ns1:cxn>
                <ns1:cxn ang="0">
                  <ns1:pos x="T104" y="T105"/>
                </ns1:cxn>
                <ns1:cxn ang="0">
                  <ns1:pos x="T106" y="T107"/>
                </ns1:cxn>
              </ns1:cxnLst>
              <ns1:rect l="0" t="0" r="r" b="b"/>
              <ns1:pathLst>
                <ns1:path w="44" h="44">
                  <ns1:moveTo>
                    <ns1:pt x="42" y="18"/>
                  </ns1:moveTo>
                  <ns1:cubicBezTo>
                    <ns1:pt x="35" y="18"/>
                    <ns1:pt x="35" y="18"/>
                    <ns1:pt x="35" y="18"/>
                  </ns1:cubicBezTo>
                  <ns1:cubicBezTo>
                    <ns1:pt x="35" y="17"/>
                    <ns1:pt x="35" y="15"/>
                    <ns1:pt x="34" y="14"/>
                  </ns1:cubicBezTo>
                  <ns1:cubicBezTo>
                    <ns1:pt x="38" y="10"/>
                    <ns1:pt x="38" y="10"/>
                    <ns1:pt x="38" y="10"/>
                  </ns1:cubicBezTo>
                  <ns1:cubicBezTo>
                    <ns1:pt x="39" y="9"/>
                    <ns1:pt x="39" y="8"/>
                    <ns1:pt x="38" y="7"/>
                  </ns1:cubicBezTo>
                  <ns1:cubicBezTo>
                    <ns1:pt x="36" y="5"/>
                    <ns1:pt x="36" y="5"/>
                    <ns1:pt x="36" y="5"/>
                  </ns1:cubicBezTo>
                  <ns1:cubicBezTo>
                    <ns1:pt x="35" y="4"/>
                    <ns1:pt x="34" y="4"/>
                    <ns1:pt x="33" y="5"/>
                  </ns1:cubicBezTo>
                  <ns1:cubicBezTo>
                    <ns1:pt x="29" y="9"/>
                    <ns1:pt x="29" y="9"/>
                    <ns1:pt x="29" y="9"/>
                  </ns1:cubicBezTo>
                  <ns1:cubicBezTo>
                    <ns1:pt x="28" y="9"/>
                    <ns1:pt x="26" y="8"/>
                    <ns1:pt x="25" y="8"/>
                  </ns1:cubicBezTo>
                  <ns1:cubicBezTo>
                    <ns1:pt x="25" y="2"/>
                    <ns1:pt x="25" y="2"/>
                    <ns1:pt x="25" y="2"/>
                  </ns1:cubicBezTo>
                  <ns1:cubicBezTo>
                    <ns1:pt x="25" y="1"/>
                    <ns1:pt x="24" y="0"/>
                    <ns1:pt x="23" y="0"/>
                  </ns1:cubicBezTo>
                  <ns1:cubicBezTo>
                    <ns1:pt x="20" y="0"/>
                    <ns1:pt x="20" y="0"/>
                    <ns1:pt x="20" y="0"/>
                  </ns1:cubicBezTo>
                  <ns1:cubicBezTo>
                    <ns1:pt x="19" y="0"/>
                    <ns1:pt x="18" y="1"/>
                    <ns1:pt x="18" y="2"/>
                  </ns1:cubicBezTo>
                  <ns1:cubicBezTo>
                    <ns1:pt x="18" y="8"/>
                    <ns1:pt x="18" y="8"/>
                    <ns1:pt x="18" y="8"/>
                  </ns1:cubicBezTo>
                  <ns1:cubicBezTo>
                    <ns1:pt x="16" y="8"/>
                    <ns1:pt x="15" y="9"/>
                    <ns1:pt x="14" y="9"/>
                  </ns1:cubicBezTo>
                  <ns1:cubicBezTo>
                    <ns1:pt x="10" y="6"/>
                    <ns1:pt x="10" y="6"/>
                    <ns1:pt x="10" y="6"/>
                  </ns1:cubicBezTo>
                  <ns1:cubicBezTo>
                    <ns1:pt x="9" y="5"/>
                    <ns1:pt x="8" y="5"/>
                    <ns1:pt x="7" y="6"/>
                  </ns1:cubicBezTo>
                  <ns1:cubicBezTo>
                    <ns1:pt x="5" y="8"/>
                    <ns1:pt x="5" y="8"/>
                    <ns1:pt x="5" y="8"/>
                  </ns1:cubicBezTo>
                  <ns1:cubicBezTo>
                    <ns1:pt x="4" y="9"/>
                    <ns1:pt x="4" y="10"/>
                    <ns1:pt x="5" y="11"/>
                  </ns1:cubicBezTo>
                  <ns1:cubicBezTo>
                    <ns1:pt x="9" y="15"/>
                    <ns1:pt x="9" y="15"/>
                    <ns1:pt x="9" y="15"/>
                  </ns1:cubicBezTo>
                  <ns1:cubicBezTo>
                    <ns1:pt x="8" y="16"/>
                    <ns1:pt x="7" y="17"/>
                    <ns1:pt x="7" y="19"/>
                  </ns1:cubicBezTo>
                  <ns1:cubicBezTo>
                    <ns1:pt x="2" y="19"/>
                    <ns1:pt x="2" y="19"/>
                    <ns1:pt x="2" y="19"/>
                  </ns1:cubicBezTo>
                  <ns1:cubicBezTo>
                    <ns1:pt x="1" y="19"/>
                    <ns1:pt x="0" y="20"/>
                    <ns1:pt x="0" y="21"/>
                  </ns1:cubicBezTo>
                  <ns1:cubicBezTo>
                    <ns1:pt x="0" y="24"/>
                    <ns1:pt x="0" y="24"/>
                    <ns1:pt x="0" y="24"/>
                  </ns1:cubicBezTo>
                  <ns1:cubicBezTo>
                    <ns1:pt x="0" y="25"/>
                    <ns1:pt x="1" y="26"/>
                    <ns1:pt x="2" y="26"/>
                  </ns1:cubicBezTo>
                  <ns1:cubicBezTo>
                    <ns1:pt x="7" y="26"/>
                    <ns1:pt x="7" y="26"/>
                    <ns1:pt x="7" y="26"/>
                  </ns1:cubicBezTo>
                  <ns1:cubicBezTo>
                    <ns1:pt x="8" y="28"/>
                    <ns1:pt x="8" y="29"/>
                    <ns1:pt x="9" y="30"/>
                  </ns1:cubicBezTo>
                  <ns1:cubicBezTo>
                    <ns1:pt x="6" y="34"/>
                    <ns1:pt x="6" y="34"/>
                    <ns1:pt x="6" y="34"/>
                  </ns1:cubicBezTo>
                  <ns1:cubicBezTo>
                    <ns1:pt x="5" y="35"/>
                    <ns1:pt x="5" y="36"/>
                    <ns1:pt x="6" y="37"/>
                  </ns1:cubicBezTo>
                  <ns1:cubicBezTo>
                    <ns1:pt x="8" y="39"/>
                    <ns1:pt x="8" y="39"/>
                    <ns1:pt x="8" y="39"/>
                  </ns1:cubicBezTo>
                  <ns1:cubicBezTo>
                    <ns1:pt x="9" y="40"/>
                    <ns1:pt x="10" y="40"/>
                    <ns1:pt x="11" y="39"/>
                  </ns1:cubicBezTo>
                  <ns1:cubicBezTo>
                    <ns1:pt x="15" y="35"/>
                    <ns1:pt x="15" y="35"/>
                    <ns1:pt x="15" y="35"/>
                  </ns1:cubicBezTo>
                  <ns1:cubicBezTo>
                    <ns1:pt x="16" y="36"/>
                    <ns1:pt x="18" y="36"/>
                    <ns1:pt x="19" y="36"/>
                  </ns1:cubicBezTo>
                  <ns1:cubicBezTo>
                    <ns1:pt x="19" y="42"/>
                    <ns1:pt x="19" y="42"/>
                    <ns1:pt x="19" y="42"/>
                  </ns1:cubicBezTo>
                  <ns1:cubicBezTo>
                    <ns1:pt x="19" y="43"/>
                    <ns1:pt x="20" y="44"/>
                    <ns1:pt x="21" y="44"/>
                  </ns1:cubicBezTo>
                  <ns1:cubicBezTo>
                    <ns1:pt x="24" y="44"/>
                    <ns1:pt x="24" y="44"/>
                    <ns1:pt x="24" y="44"/>
                  </ns1:cubicBezTo>
                  <ns1:cubicBezTo>
                    <ns1:pt x="25" y="44"/>
                    <ns1:pt x="26" y="43"/>
                    <ns1:pt x="26" y="42"/>
                  </ns1:cubicBezTo>
                  <ns1:cubicBezTo>
                    <ns1:pt x="26" y="36"/>
                    <ns1:pt x="26" y="36"/>
                    <ns1:pt x="26" y="36"/>
                  </ns1:cubicBezTo>
                  <ns1:cubicBezTo>
                    <ns1:pt x="28" y="35"/>
                    <ns1:pt x="29" y="35"/>
                    <ns1:pt x="30" y="34"/>
                  </ns1:cubicBezTo>
                  <ns1:cubicBezTo>
                    <ns1:pt x="34" y="38"/>
                    <ns1:pt x="34" y="38"/>
                    <ns1:pt x="34" y="38"/>
                  </ns1:cubicBezTo>
                  <ns1:cubicBezTo>
                    <ns1:pt x="35" y="39"/>
                    <ns1:pt x="36" y="39"/>
                    <ns1:pt x="37" y="38"/>
                  </ns1:cubicBezTo>
                  <ns1:cubicBezTo>
                    <ns1:pt x="39" y="36"/>
                    <ns1:pt x="39" y="36"/>
                    <ns1:pt x="39" y="36"/>
                  </ns1:cubicBezTo>
                  <ns1:cubicBezTo>
                    <ns1:pt x="40" y="35"/>
                    <ns1:pt x="40" y="34"/>
                    <ns1:pt x="39" y="33"/>
                  </ns1:cubicBezTo>
                  <ns1:cubicBezTo>
                    <ns1:pt x="35" y="28"/>
                    <ns1:pt x="35" y="28"/>
                    <ns1:pt x="35" y="28"/>
                  </ns1:cubicBezTo>
                  <ns1:cubicBezTo>
                    <ns1:pt x="35" y="27"/>
                    <ns1:pt x="35" y="26"/>
                    <ns1:pt x="36" y="25"/>
                  </ns1:cubicBezTo>
                  <ns1:cubicBezTo>
                    <ns1:pt x="42" y="25"/>
                    <ns1:pt x="42" y="25"/>
                    <ns1:pt x="42" y="25"/>
                  </ns1:cubicBezTo>
                  <ns1:cubicBezTo>
                    <ns1:pt x="43" y="25"/>
                    <ns1:pt x="44" y="24"/>
                    <ns1:pt x="44" y="23"/>
                  </ns1:cubicBezTo>
                  <ns1:cubicBezTo>
                    <ns1:pt x="44" y="20"/>
                    <ns1:pt x="44" y="20"/>
                    <ns1:pt x="44" y="20"/>
                  </ns1:cubicBezTo>
                  <ns1:cubicBezTo>
                    <ns1:pt x="44" y="19"/>
                    <ns1:pt x="43" y="18"/>
                    <ns1:pt x="42" y="18"/>
                  </ns1:cubicBezTo>
                  <ns1:close/>
                  <ns1:moveTo>
                    <ns1:pt x="21" y="28"/>
                  </ns1:moveTo>
                  <ns1:cubicBezTo>
                    <ns1:pt x="18" y="28"/>
                    <ns1:pt x="15" y="25"/>
                    <ns1:pt x="15" y="22"/>
                  </ns1:cubicBezTo>
                  <ns1:cubicBezTo>
                    <ns1:pt x="15" y="19"/>
                    <ns1:pt x="18" y="16"/>
                    <ns1:pt x="21" y="16"/>
                  </ns1:cubicBezTo>
                  <ns1:cubicBezTo>
                    <ns1:pt x="25" y="16"/>
                    <ns1:pt x="28" y="19"/>
                    <ns1:pt x="28" y="22"/>
                  </ns1:cubicBezTo>
                  <ns1:cubicBezTo>
                    <ns1:pt x="28" y="25"/>
                    <ns1:pt x="25" y="28"/>
                    <ns1:pt x="21" y="28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166" name="Freeform 228"/>
            <ns0:cNvSpPr>
              <ns1:spLocks noEditPoints="1"/>
            </ns0:cNvSpPr>
            <ns0:nvPr/>
          </ns0:nvSpPr>
          <ns0:spPr bwMode="auto">
            <ns1:xfrm>
              <ns1:off x="6113463" y="4991101"/>
              <ns1:ext cx="104775" cy="104775"/>
            </ns1:xfrm>
            <ns1:custGeom>
              <ns1:avLst/>
              <ns1:gdLst>
                <ns1:gd name="T0" fmla="*/ 26 w 28"/>
                <ns1:gd name="T1" fmla="*/ 11 h 28"/>
                <ns1:gd name="T2" fmla="*/ 23 w 28"/>
                <ns1:gd name="T3" fmla="*/ 11 h 28"/>
                <ns1:gd name="T4" fmla="*/ 22 w 28"/>
                <ns1:gd name="T5" fmla="*/ 9 h 28"/>
                <ns1:gd name="T6" fmla="*/ 24 w 28"/>
                <ns1:gd name="T7" fmla="*/ 7 h 28"/>
                <ns1:gd name="T8" fmla="*/ 24 w 28"/>
                <ns1:gd name="T9" fmla="*/ 4 h 28"/>
                <ns1:gd name="T10" fmla="*/ 23 w 28"/>
                <ns1:gd name="T11" fmla="*/ 3 h 28"/>
                <ns1:gd name="T12" fmla="*/ 21 w 28"/>
                <ns1:gd name="T13" fmla="*/ 3 h 28"/>
                <ns1:gd name="T14" fmla="*/ 18 w 28"/>
                <ns1:gd name="T15" fmla="*/ 6 h 28"/>
                <ns1:gd name="T16" fmla="*/ 16 w 28"/>
                <ns1:gd name="T17" fmla="*/ 5 h 28"/>
                <ns1:gd name="T18" fmla="*/ 16 w 28"/>
                <ns1:gd name="T19" fmla="*/ 2 h 28"/>
                <ns1:gd name="T20" fmla="*/ 14 w 28"/>
                <ns1:gd name="T21" fmla="*/ 0 h 28"/>
                <ns1:gd name="T22" fmla="*/ 13 w 28"/>
                <ns1:gd name="T23" fmla="*/ 0 h 28"/>
                <ns1:gd name="T24" fmla="*/ 11 w 28"/>
                <ns1:gd name="T25" fmla="*/ 2 h 28"/>
                <ns1:gd name="T26" fmla="*/ 11 w 28"/>
                <ns1:gd name="T27" fmla="*/ 5 h 28"/>
                <ns1:gd name="T28" fmla="*/ 9 w 28"/>
                <ns1:gd name="T29" fmla="*/ 6 h 28"/>
                <ns1:gd name="T30" fmla="*/ 7 w 28"/>
                <ns1:gd name="T31" fmla="*/ 4 h 28"/>
                <ns1:gd name="T32" fmla="*/ 4 w 28"/>
                <ns1:gd name="T33" fmla="*/ 4 h 28"/>
                <ns1:gd name="T34" fmla="*/ 3 w 28"/>
                <ns1:gd name="T35" fmla="*/ 5 h 28"/>
                <ns1:gd name="T36" fmla="*/ 3 w 28"/>
                <ns1:gd name="T37" fmla="*/ 7 h 28"/>
                <ns1:gd name="T38" fmla="*/ 6 w 28"/>
                <ns1:gd name="T39" fmla="*/ 9 h 28"/>
                <ns1:gd name="T40" fmla="*/ 4 w 28"/>
                <ns1:gd name="T41" fmla="*/ 12 h 28"/>
                <ns1:gd name="T42" fmla="*/ 2 w 28"/>
                <ns1:gd name="T43" fmla="*/ 12 h 28"/>
                <ns1:gd name="T44" fmla="*/ 0 w 28"/>
                <ns1:gd name="T45" fmla="*/ 14 h 28"/>
                <ns1:gd name="T46" fmla="*/ 0 w 28"/>
                <ns1:gd name="T47" fmla="*/ 15 h 28"/>
                <ns1:gd name="T48" fmla="*/ 2 w 28"/>
                <ns1:gd name="T49" fmla="*/ 17 h 28"/>
                <ns1:gd name="T50" fmla="*/ 5 w 28"/>
                <ns1:gd name="T51" fmla="*/ 17 h 28"/>
                <ns1:gd name="T52" fmla="*/ 6 w 28"/>
                <ns1:gd name="T53" fmla="*/ 19 h 28"/>
                <ns1:gd name="T54" fmla="*/ 4 w 28"/>
                <ns1:gd name="T55" fmla="*/ 21 h 28"/>
                <ns1:gd name="T56" fmla="*/ 4 w 28"/>
                <ns1:gd name="T57" fmla="*/ 24 h 28"/>
                <ns1:gd name="T58" fmla="*/ 5 w 28"/>
                <ns1:gd name="T59" fmla="*/ 25 h 28"/>
                <ns1:gd name="T60" fmla="*/ 7 w 28"/>
                <ns1:gd name="T61" fmla="*/ 25 h 28"/>
                <ns1:gd name="T62" fmla="*/ 9 w 28"/>
                <ns1:gd name="T63" fmla="*/ 22 h 28"/>
                <ns1:gd name="T64" fmla="*/ 12 w 28"/>
                <ns1:gd name="T65" fmla="*/ 23 h 28"/>
                <ns1:gd name="T66" fmla="*/ 12 w 28"/>
                <ns1:gd name="T67" fmla="*/ 26 h 28"/>
                <ns1:gd name="T68" fmla="*/ 14 w 28"/>
                <ns1:gd name="T69" fmla="*/ 28 h 28"/>
                <ns1:gd name="T70" fmla="*/ 15 w 28"/>
                <ns1:gd name="T71" fmla="*/ 28 h 28"/>
                <ns1:gd name="T72" fmla="*/ 17 w 28"/>
                <ns1:gd name="T73" fmla="*/ 26 h 28"/>
                <ns1:gd name="T74" fmla="*/ 17 w 28"/>
                <ns1:gd name="T75" fmla="*/ 23 h 28"/>
                <ns1:gd name="T76" fmla="*/ 19 w 28"/>
                <ns1:gd name="T77" fmla="*/ 22 h 28"/>
                <ns1:gd name="T78" fmla="*/ 21 w 28"/>
                <ns1:gd name="T79" fmla="*/ 24 h 28"/>
                <ns1:gd name="T80" fmla="*/ 24 w 28"/>
                <ns1:gd name="T81" fmla="*/ 24 h 28"/>
                <ns1:gd name="T82" fmla="*/ 25 w 28"/>
                <ns1:gd name="T83" fmla="*/ 23 h 28"/>
                <ns1:gd name="T84" fmla="*/ 25 w 28"/>
                <ns1:gd name="T85" fmla="*/ 21 h 28"/>
                <ns1:gd name="T86" fmla="*/ 22 w 28"/>
                <ns1:gd name="T87" fmla="*/ 18 h 28"/>
                <ns1:gd name="T88" fmla="*/ 23 w 28"/>
                <ns1:gd name="T89" fmla="*/ 16 h 28"/>
                <ns1:gd name="T90" fmla="*/ 26 w 28"/>
                <ns1:gd name="T91" fmla="*/ 16 h 28"/>
                <ns1:gd name="T92" fmla="*/ 28 w 28"/>
                <ns1:gd name="T93" fmla="*/ 14 h 28"/>
                <ns1:gd name="T94" fmla="*/ 28 w 28"/>
                <ns1:gd name="T95" fmla="*/ 13 h 28"/>
                <ns1:gd name="T96" fmla="*/ 26 w 28"/>
                <ns1:gd name="T97" fmla="*/ 11 h 28"/>
                <ns1:gd name="T98" fmla="*/ 14 w 28"/>
                <ns1:gd name="T99" fmla="*/ 18 h 28"/>
                <ns1:gd name="T100" fmla="*/ 10 w 28"/>
                <ns1:gd name="T101" fmla="*/ 14 h 28"/>
                <ns1:gd name="T102" fmla="*/ 14 w 28"/>
                <ns1:gd name="T103" fmla="*/ 10 h 28"/>
                <ns1:gd name="T104" fmla="*/ 18 w 28"/>
                <ns1:gd name="T105" fmla="*/ 14 h 28"/>
                <ns1:gd name="T106" fmla="*/ 14 w 28"/>
                <ns1:gd name="T107" fmla="*/ 18 h 28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  <ns1:cxn ang="0">
                  <ns1:pos x="T30" y="T31"/>
                </ns1:cxn>
                <ns1:cxn ang="0">
                  <ns1:pos x="T32" y="T33"/>
                </ns1:cxn>
                <ns1:cxn ang="0">
                  <ns1:pos x="T34" y="T35"/>
                </ns1:cxn>
                <ns1:cxn ang="0">
                  <ns1:pos x="T36" y="T37"/>
                </ns1:cxn>
                <ns1:cxn ang="0">
                  <ns1:pos x="T38" y="T39"/>
                </ns1:cxn>
                <ns1:cxn ang="0">
                  <ns1:pos x="T40" y="T41"/>
                </ns1:cxn>
                <ns1:cxn ang="0">
                  <ns1:pos x="T42" y="T43"/>
                </ns1:cxn>
                <ns1:cxn ang="0">
                  <ns1:pos x="T44" y="T45"/>
                </ns1:cxn>
                <ns1:cxn ang="0">
                  <ns1:pos x="T46" y="T47"/>
                </ns1:cxn>
                <ns1:cxn ang="0">
                  <ns1:pos x="T48" y="T49"/>
                </ns1:cxn>
                <ns1:cxn ang="0">
                  <ns1:pos x="T50" y="T51"/>
                </ns1:cxn>
                <ns1:cxn ang="0">
                  <ns1:pos x="T52" y="T53"/>
                </ns1:cxn>
                <ns1:cxn ang="0">
                  <ns1:pos x="T54" y="T55"/>
                </ns1:cxn>
                <ns1:cxn ang="0">
                  <ns1:pos x="T56" y="T57"/>
                </ns1:cxn>
                <ns1:cxn ang="0">
                  <ns1:pos x="T58" y="T59"/>
                </ns1:cxn>
                <ns1:cxn ang="0">
                  <ns1:pos x="T60" y="T61"/>
                </ns1:cxn>
                <ns1:cxn ang="0">
                  <ns1:pos x="T62" y="T63"/>
                </ns1:cxn>
                <ns1:cxn ang="0">
                  <ns1:pos x="T64" y="T65"/>
                </ns1:cxn>
                <ns1:cxn ang="0">
                  <ns1:pos x="T66" y="T67"/>
                </ns1:cxn>
                <ns1:cxn ang="0">
                  <ns1:pos x="T68" y="T69"/>
                </ns1:cxn>
                <ns1:cxn ang="0">
                  <ns1:pos x="T70" y="T71"/>
                </ns1:cxn>
                <ns1:cxn ang="0">
                  <ns1:pos x="T72" y="T73"/>
                </ns1:cxn>
                <ns1:cxn ang="0">
                  <ns1:pos x="T74" y="T75"/>
                </ns1:cxn>
                <ns1:cxn ang="0">
                  <ns1:pos x="T76" y="T77"/>
                </ns1:cxn>
                <ns1:cxn ang="0">
                  <ns1:pos x="T78" y="T79"/>
                </ns1:cxn>
                <ns1:cxn ang="0">
                  <ns1:pos x="T80" y="T81"/>
                </ns1:cxn>
                <ns1:cxn ang="0">
                  <ns1:pos x="T82" y="T83"/>
                </ns1:cxn>
                <ns1:cxn ang="0">
                  <ns1:pos x="T84" y="T85"/>
                </ns1:cxn>
                <ns1:cxn ang="0">
                  <ns1:pos x="T86" y="T87"/>
                </ns1:cxn>
                <ns1:cxn ang="0">
                  <ns1:pos x="T88" y="T89"/>
                </ns1:cxn>
                <ns1:cxn ang="0">
                  <ns1:pos x="T90" y="T91"/>
                </ns1:cxn>
                <ns1:cxn ang="0">
                  <ns1:pos x="T92" y="T93"/>
                </ns1:cxn>
                <ns1:cxn ang="0">
                  <ns1:pos x="T94" y="T95"/>
                </ns1:cxn>
                <ns1:cxn ang="0">
                  <ns1:pos x="T96" y="T97"/>
                </ns1:cxn>
                <ns1:cxn ang="0">
                  <ns1:pos x="T98" y="T99"/>
                </ns1:cxn>
                <ns1:cxn ang="0">
                  <ns1:pos x="T100" y="T101"/>
                </ns1:cxn>
                <ns1:cxn ang="0">
                  <ns1:pos x="T102" y="T103"/>
                </ns1:cxn>
                <ns1:cxn ang="0">
                  <ns1:pos x="T104" y="T105"/>
                </ns1:cxn>
                <ns1:cxn ang="0">
                  <ns1:pos x="T106" y="T107"/>
                </ns1:cxn>
              </ns1:cxnLst>
              <ns1:rect l="0" t="0" r="r" b="b"/>
              <ns1:pathLst>
                <ns1:path w="28" h="28">
                  <ns1:moveTo>
                    <ns1:pt x="26" y="11"/>
                  </ns1:moveTo>
                  <ns1:cubicBezTo>
                    <ns1:pt x="23" y="11"/>
                    <ns1:pt x="23" y="11"/>
                    <ns1:pt x="23" y="11"/>
                  </ns1:cubicBezTo>
                  <ns1:cubicBezTo>
                    <ns1:pt x="22" y="11"/>
                    <ns1:pt x="22" y="10"/>
                    <ns1:pt x="22" y="9"/>
                  </ns1:cubicBezTo>
                  <ns1:cubicBezTo>
                    <ns1:pt x="24" y="7"/>
                    <ns1:pt x="24" y="7"/>
                    <ns1:pt x="24" y="7"/>
                  </ns1:cubicBezTo>
                  <ns1:cubicBezTo>
                    <ns1:pt x="25" y="6"/>
                    <ns1:pt x="25" y="5"/>
                    <ns1:pt x="24" y="4"/>
                  </ns1:cubicBezTo>
                  <ns1:cubicBezTo>
                    <ns1:pt x="23" y="3"/>
                    <ns1:pt x="23" y="3"/>
                    <ns1:pt x="23" y="3"/>
                  </ns1:cubicBezTo>
                  <ns1:cubicBezTo>
                    <ns1:pt x="22" y="3"/>
                    <ns1:pt x="21" y="3"/>
                    <ns1:pt x="21" y="3"/>
                  </ns1:cubicBezTo>
                  <ns1:cubicBezTo>
                    <ns1:pt x="18" y="6"/>
                    <ns1:pt x="18" y="6"/>
                    <ns1:pt x="18" y="6"/>
                  </ns1:cubicBezTo>
                  <ns1:cubicBezTo>
                    <ns1:pt x="18" y="5"/>
                    <ns1:pt x="17" y="5"/>
                    <ns1:pt x="16" y="5"/>
                  </ns1:cubicBezTo>
                  <ns1:cubicBezTo>
                    <ns1:pt x="16" y="2"/>
                    <ns1:pt x="16" y="2"/>
                    <ns1:pt x="16" y="2"/>
                  </ns1:cubicBezTo>
                  <ns1:cubicBezTo>
                    <ns1:pt x="16" y="1"/>
                    <ns1:pt x="15" y="0"/>
                    <ns1:pt x="14" y="0"/>
                  </ns1:cubicBezTo>
                  <ns1:cubicBezTo>
                    <ns1:pt x="13" y="0"/>
                    <ns1:pt x="13" y="0"/>
                    <ns1:pt x="13" y="0"/>
                  </ns1:cubicBezTo>
                  <ns1:cubicBezTo>
                    <ns1:pt x="12" y="0"/>
                    <ns1:pt x="11" y="1"/>
                    <ns1:pt x="11" y="2"/>
                  </ns1:cubicBezTo>
                  <ns1:cubicBezTo>
                    <ns1:pt x="11" y="5"/>
                    <ns1:pt x="11" y="5"/>
                    <ns1:pt x="11" y="5"/>
                  </ns1:cubicBezTo>
                  <ns1:cubicBezTo>
                    <ns1:pt x="10" y="5"/>
                    <ns1:pt x="10" y="6"/>
                    <ns1:pt x="9" y="6"/>
                  </ns1:cubicBezTo>
                  <ns1:cubicBezTo>
                    <ns1:pt x="7" y="4"/>
                    <ns1:pt x="7" y="4"/>
                    <ns1:pt x="7" y="4"/>
                  </ns1:cubicBezTo>
                  <ns1:cubicBezTo>
                    <ns1:pt x="6" y="3"/>
                    <ns1:pt x="5" y="3"/>
                    <ns1:pt x="4" y="4"/>
                  </ns1:cubicBezTo>
                  <ns1:cubicBezTo>
                    <ns1:pt x="3" y="5"/>
                    <ns1:pt x="3" y="5"/>
                    <ns1:pt x="3" y="5"/>
                  </ns1:cubicBezTo>
                  <ns1:cubicBezTo>
                    <ns1:pt x="3" y="6"/>
                    <ns1:pt x="3" y="7"/>
                    <ns1:pt x="3" y="7"/>
                  </ns1:cubicBezTo>
                  <ns1:cubicBezTo>
                    <ns1:pt x="6" y="9"/>
                    <ns1:pt x="6" y="9"/>
                    <ns1:pt x="6" y="9"/>
                  </ns1:cubicBezTo>
                  <ns1:cubicBezTo>
                    <ns1:pt x="5" y="10"/>
                    <ns1:pt x="5" y="11"/>
                    <ns1:pt x="4" y="12"/>
                  </ns1:cubicBezTo>
                  <ns1:cubicBezTo>
                    <ns1:pt x="2" y="12"/>
                    <ns1:pt x="2" y="12"/>
                    <ns1:pt x="2" y="12"/>
                  </ns1:cubicBezTo>
                  <ns1:cubicBezTo>
                    <ns1:pt x="1" y="12"/>
                    <ns1:pt x="0" y="13"/>
                    <ns1:pt x="0" y="14"/>
                  </ns1:cubicBezTo>
                  <ns1:cubicBezTo>
                    <ns1:pt x="0" y="15"/>
                    <ns1:pt x="0" y="15"/>
                    <ns1:pt x="0" y="15"/>
                  </ns1:cubicBezTo>
                  <ns1:cubicBezTo>
                    <ns1:pt x="0" y="16"/>
                    <ns1:pt x="1" y="17"/>
                    <ns1:pt x="2" y="17"/>
                  </ns1:cubicBezTo>
                  <ns1:cubicBezTo>
                    <ns1:pt x="5" y="17"/>
                    <ns1:pt x="5" y="17"/>
                    <ns1:pt x="5" y="17"/>
                  </ns1:cubicBezTo>
                  <ns1:cubicBezTo>
                    <ns1:pt x="5" y="18"/>
                    <ns1:pt x="5" y="19"/>
                    <ns1:pt x="6" y="19"/>
                  </ns1:cubicBezTo>
                  <ns1:cubicBezTo>
                    <ns1:pt x="4" y="21"/>
                    <ns1:pt x="4" y="21"/>
                    <ns1:pt x="4" y="21"/>
                  </ns1:cubicBezTo>
                  <ns1:cubicBezTo>
                    <ns1:pt x="3" y="22"/>
                    <ns1:pt x="3" y="23"/>
                    <ns1:pt x="4" y="24"/>
                  </ns1:cubicBezTo>
                  <ns1:cubicBezTo>
                    <ns1:pt x="5" y="25"/>
                    <ns1:pt x="5" y="25"/>
                    <ns1:pt x="5" y="25"/>
                  </ns1:cubicBezTo>
                  <ns1:cubicBezTo>
                    <ns1:pt x="6" y="25"/>
                    <ns1:pt x="7" y="25"/>
                    <ns1:pt x="7" y="25"/>
                  </ns1:cubicBezTo>
                  <ns1:cubicBezTo>
                    <ns1:pt x="9" y="22"/>
                    <ns1:pt x="9" y="22"/>
                    <ns1:pt x="9" y="22"/>
                  </ns1:cubicBezTo>
                  <ns1:cubicBezTo>
                    <ns1:pt x="10" y="23"/>
                    <ns1:pt x="11" y="23"/>
                    <ns1:pt x="12" y="23"/>
                  </ns1:cubicBezTo>
                  <ns1:cubicBezTo>
                    <ns1:pt x="12" y="26"/>
                    <ns1:pt x="12" y="26"/>
                    <ns1:pt x="12" y="26"/>
                  </ns1:cubicBezTo>
                  <ns1:cubicBezTo>
                    <ns1:pt x="12" y="27"/>
                    <ns1:pt x="13" y="28"/>
                    <ns1:pt x="14" y="28"/>
                  </ns1:cubicBezTo>
                  <ns1:cubicBezTo>
                    <ns1:pt x="15" y="28"/>
                    <ns1:pt x="15" y="28"/>
                    <ns1:pt x="15" y="28"/>
                  </ns1:cubicBezTo>
                  <ns1:cubicBezTo>
                    <ns1:pt x="16" y="28"/>
                    <ns1:pt x="17" y="27"/>
                    <ns1:pt x="17" y="26"/>
                  </ns1:cubicBezTo>
                  <ns1:cubicBezTo>
                    <ns1:pt x="17" y="23"/>
                    <ns1:pt x="17" y="23"/>
                    <ns1:pt x="17" y="23"/>
                  </ns1:cubicBezTo>
                  <ns1:cubicBezTo>
                    <ns1:pt x="18" y="23"/>
                    <ns1:pt x="18" y="22"/>
                    <ns1:pt x="19" y="22"/>
                  </ns1:cubicBezTo>
                  <ns1:cubicBezTo>
                    <ns1:pt x="21" y="24"/>
                    <ns1:pt x="21" y="24"/>
                    <ns1:pt x="21" y="24"/>
                  </ns1:cubicBezTo>
                  <ns1:cubicBezTo>
                    <ns1:pt x="22" y="25"/>
                    <ns1:pt x="23" y="25"/>
                    <ns1:pt x="24" y="24"/>
                  </ns1:cubicBezTo>
                  <ns1:cubicBezTo>
                    <ns1:pt x="25" y="23"/>
                    <ns1:pt x="25" y="23"/>
                    <ns1:pt x="25" y="23"/>
                  </ns1:cubicBezTo>
                  <ns1:cubicBezTo>
                    <ns1:pt x="25" y="22"/>
                    <ns1:pt x="25" y="21"/>
                    <ns1:pt x="25" y="21"/>
                  </ns1:cubicBezTo>
                  <ns1:cubicBezTo>
                    <ns1:pt x="22" y="18"/>
                    <ns1:pt x="22" y="18"/>
                    <ns1:pt x="22" y="18"/>
                  </ns1:cubicBezTo>
                  <ns1:cubicBezTo>
                    <ns1:pt x="22" y="17"/>
                    <ns1:pt x="23" y="17"/>
                    <ns1:pt x="23" y="16"/>
                  </ns1:cubicBezTo>
                  <ns1:cubicBezTo>
                    <ns1:pt x="26" y="16"/>
                    <ns1:pt x="26" y="16"/>
                    <ns1:pt x="26" y="16"/>
                  </ns1:cubicBezTo>
                  <ns1:cubicBezTo>
                    <ns1:pt x="27" y="16"/>
                    <ns1:pt x="28" y="15"/>
                    <ns1:pt x="28" y="14"/>
                  </ns1:cubicBezTo>
                  <ns1:cubicBezTo>
                    <ns1:pt x="28" y="13"/>
                    <ns1:pt x="28" y="13"/>
                    <ns1:pt x="28" y="13"/>
                  </ns1:cubicBezTo>
                  <ns1:cubicBezTo>
                    <ns1:pt x="28" y="12"/>
                    <ns1:pt x="27" y="11"/>
                    <ns1:pt x="26" y="11"/>
                  </ns1:cubicBezTo>
                  <ns1:close/>
                  <ns1:moveTo>
                    <ns1:pt x="14" y="18"/>
                  </ns1:moveTo>
                  <ns1:cubicBezTo>
                    <ns1:pt x="11" y="18"/>
                    <ns1:pt x="10" y="16"/>
                    <ns1:pt x="10" y="14"/>
                  </ns1:cubicBezTo>
                  <ns1:cubicBezTo>
                    <ns1:pt x="10" y="12"/>
                    <ns1:pt x="11" y="10"/>
                    <ns1:pt x="14" y="10"/>
                  </ns1:cubicBezTo>
                  <ns1:cubicBezTo>
                    <ns1:pt x="16" y="10"/>
                    <ns1:pt x="18" y="12"/>
                    <ns1:pt x="18" y="14"/>
                  </ns1:cubicBezTo>
                  <ns1:cubicBezTo>
                    <ns1:pt x="18" y="16"/>
                    <ns1:pt x="16" y="18"/>
                    <ns1:pt x="14" y="18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</ns0:grpSp>
      <ns0:grpSp>
        <ns0:nvGrpSpPr>
          <ns0:cNvPr id="167" name="Group 166"/>
          <ns0:cNvGrpSpPr/>
          <ns0:nvPr/>
        </ns0:nvGrpSpPr>
        <ns0:grpSpPr>
          <ns1:xfrm>
            <ns1:off x="11223116" y="2009473"/>
            <ns1:ext cx="294541" cy="410735"/>
            <ns1:chOff x="6457951" y="4991101"/>
            <ns1:chExt cx="173038" cy="241300"/>
          </ns1:xfrm>
          <ns1:solidFill>
            <ns1:schemeClr val="tx1"/>
          </ns1:solidFill>
        </ns0:grpSpPr>
        <ns0:sp>
          <ns0:nvSpPr>
            <ns0:cNvPr id="168" name="Freeform 232"/>
            <ns0:cNvSpPr>
              <ns1:spLocks noEditPoints="1"/>
            </ns0:cNvSpPr>
            <ns0:nvPr/>
          </ns0:nvSpPr>
          <ns0:spPr bwMode="auto">
            <ns1:xfrm>
              <ns1:off x="6457951" y="4991101"/>
              <ns1:ext cx="173038" cy="241300"/>
            </ns1:xfrm>
            <ns1:custGeom>
              <ns1:avLst/>
              <ns1:gdLst>
                <ns1:gd name="T0" fmla="*/ 43 w 46"/>
                <ns1:gd name="T1" fmla="*/ 6 h 64"/>
                <ns1:gd name="T2" fmla="*/ 46 w 46"/>
                <ns1:gd name="T3" fmla="*/ 6 h 64"/>
                <ns1:gd name="T4" fmla="*/ 46 w 46"/>
                <ns1:gd name="T5" fmla="*/ 0 h 64"/>
                <ns1:gd name="T6" fmla="*/ 0 w 46"/>
                <ns1:gd name="T7" fmla="*/ 0 h 64"/>
                <ns1:gd name="T8" fmla="*/ 0 w 46"/>
                <ns1:gd name="T9" fmla="*/ 6 h 64"/>
                <ns1:gd name="T10" fmla="*/ 4 w 46"/>
                <ns1:gd name="T11" fmla="*/ 6 h 64"/>
                <ns1:gd name="T12" fmla="*/ 17 w 46"/>
                <ns1:gd name="T13" fmla="*/ 29 h 64"/>
                <ns1:gd name="T14" fmla="*/ 17 w 46"/>
                <ns1:gd name="T15" fmla="*/ 36 h 64"/>
                <ns1:gd name="T16" fmla="*/ 4 w 46"/>
                <ns1:gd name="T17" fmla="*/ 58 h 64"/>
                <ns1:gd name="T18" fmla="*/ 0 w 46"/>
                <ns1:gd name="T19" fmla="*/ 58 h 64"/>
                <ns1:gd name="T20" fmla="*/ 0 w 46"/>
                <ns1:gd name="T21" fmla="*/ 64 h 64"/>
                <ns1:gd name="T22" fmla="*/ 46 w 46"/>
                <ns1:gd name="T23" fmla="*/ 64 h 64"/>
                <ns1:gd name="T24" fmla="*/ 46 w 46"/>
                <ns1:gd name="T25" fmla="*/ 58 h 64"/>
                <ns1:gd name="T26" fmla="*/ 43 w 46"/>
                <ns1:gd name="T27" fmla="*/ 58 h 64"/>
                <ns1:gd name="T28" fmla="*/ 30 w 46"/>
                <ns1:gd name="T29" fmla="*/ 36 h 64"/>
                <ns1:gd name="T30" fmla="*/ 30 w 46"/>
                <ns1:gd name="T31" fmla="*/ 29 h 64"/>
                <ns1:gd name="T32" fmla="*/ 43 w 46"/>
                <ns1:gd name="T33" fmla="*/ 6 h 64"/>
                <ns1:gd name="T34" fmla="*/ 28 w 46"/>
                <ns1:gd name="T35" fmla="*/ 38 h 64"/>
                <ns1:gd name="T36" fmla="*/ 40 w 46"/>
                <ns1:gd name="T37" fmla="*/ 58 h 64"/>
                <ns1:gd name="T38" fmla="*/ 37 w 46"/>
                <ns1:gd name="T39" fmla="*/ 58 h 64"/>
                <ns1:gd name="T40" fmla="*/ 31 w 46"/>
                <ns1:gd name="T41" fmla="*/ 51 h 64"/>
                <ns1:gd name="T42" fmla="*/ 24 w 46"/>
                <ns1:gd name="T43" fmla="*/ 43 h 64"/>
                <ns1:gd name="T44" fmla="*/ 17 w 46"/>
                <ns1:gd name="T45" fmla="*/ 51 h 64"/>
                <ns1:gd name="T46" fmla="*/ 11 w 46"/>
                <ns1:gd name="T47" fmla="*/ 58 h 64"/>
                <ns1:gd name="T48" fmla="*/ 7 w 46"/>
                <ns1:gd name="T49" fmla="*/ 58 h 64"/>
                <ns1:gd name="T50" fmla="*/ 19 w 46"/>
                <ns1:gd name="T51" fmla="*/ 38 h 64"/>
                <ns1:gd name="T52" fmla="*/ 20 w 46"/>
                <ns1:gd name="T53" fmla="*/ 38 h 64"/>
                <ns1:gd name="T54" fmla="*/ 20 w 46"/>
                <ns1:gd name="T55" fmla="*/ 26 h 64"/>
                <ns1:gd name="T56" fmla="*/ 19 w 46"/>
                <ns1:gd name="T57" fmla="*/ 26 h 64"/>
                <ns1:gd name="T58" fmla="*/ 7 w 46"/>
                <ns1:gd name="T59" fmla="*/ 6 h 64"/>
                <ns1:gd name="T60" fmla="*/ 40 w 46"/>
                <ns1:gd name="T61" fmla="*/ 6 h 64"/>
                <ns1:gd name="T62" fmla="*/ 28 w 46"/>
                <ns1:gd name="T63" fmla="*/ 26 h 64"/>
                <ns1:gd name="T64" fmla="*/ 27 w 46"/>
                <ns1:gd name="T65" fmla="*/ 26 h 64"/>
                <ns1:gd name="T66" fmla="*/ 27 w 46"/>
                <ns1:gd name="T67" fmla="*/ 38 h 64"/>
                <ns1:gd name="T68" fmla="*/ 28 w 46"/>
                <ns1:gd name="T69" fmla="*/ 38 h 64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  <ns1:cxn ang="0">
                  <ns1:pos x="T30" y="T31"/>
                </ns1:cxn>
                <ns1:cxn ang="0">
                  <ns1:pos x="T32" y="T33"/>
                </ns1:cxn>
                <ns1:cxn ang="0">
                  <ns1:pos x="T34" y="T35"/>
                </ns1:cxn>
                <ns1:cxn ang="0">
                  <ns1:pos x="T36" y="T37"/>
                </ns1:cxn>
                <ns1:cxn ang="0">
                  <ns1:pos x="T38" y="T39"/>
                </ns1:cxn>
                <ns1:cxn ang="0">
                  <ns1:pos x="T40" y="T41"/>
                </ns1:cxn>
                <ns1:cxn ang="0">
                  <ns1:pos x="T42" y="T43"/>
                </ns1:cxn>
                <ns1:cxn ang="0">
                  <ns1:pos x="T44" y="T45"/>
                </ns1:cxn>
                <ns1:cxn ang="0">
                  <ns1:pos x="T46" y="T47"/>
                </ns1:cxn>
                <ns1:cxn ang="0">
                  <ns1:pos x="T48" y="T49"/>
                </ns1:cxn>
                <ns1:cxn ang="0">
                  <ns1:pos x="T50" y="T51"/>
                </ns1:cxn>
                <ns1:cxn ang="0">
                  <ns1:pos x="T52" y="T53"/>
                </ns1:cxn>
                <ns1:cxn ang="0">
                  <ns1:pos x="T54" y="T55"/>
                </ns1:cxn>
                <ns1:cxn ang="0">
                  <ns1:pos x="T56" y="T57"/>
                </ns1:cxn>
                <ns1:cxn ang="0">
                  <ns1:pos x="T58" y="T59"/>
                </ns1:cxn>
                <ns1:cxn ang="0">
                  <ns1:pos x="T60" y="T61"/>
                </ns1:cxn>
                <ns1:cxn ang="0">
                  <ns1:pos x="T62" y="T63"/>
                </ns1:cxn>
                <ns1:cxn ang="0">
                  <ns1:pos x="T64" y="T65"/>
                </ns1:cxn>
                <ns1:cxn ang="0">
                  <ns1:pos x="T66" y="T67"/>
                </ns1:cxn>
                <ns1:cxn ang="0">
                  <ns1:pos x="T68" y="T69"/>
                </ns1:cxn>
              </ns1:cxnLst>
              <ns1:rect l="0" t="0" r="r" b="b"/>
              <ns1:pathLst>
                <ns1:path w="46" h="64">
                  <ns1:moveTo>
                    <ns1:pt x="43" y="6"/>
                  </ns1:moveTo>
                  <ns1:cubicBezTo>
                    <ns1:pt x="46" y="6"/>
                    <ns1:pt x="46" y="6"/>
                    <ns1:pt x="46" y="6"/>
                  </ns1:cubicBezTo>
                  <ns1:cubicBezTo>
                    <ns1:pt x="46" y="0"/>
                    <ns1:pt x="46" y="0"/>
                    <ns1:pt x="46" y="0"/>
                  </ns1:cubicBezTo>
                  <ns1:cubicBezTo>
                    <ns1:pt x="0" y="0"/>
                    <ns1:pt x="0" y="0"/>
                    <ns1:pt x="0" y="0"/>
                  </ns1:cubicBezTo>
                  <ns1:cubicBezTo>
                    <ns1:pt x="0" y="6"/>
                    <ns1:pt x="0" y="6"/>
                    <ns1:pt x="0" y="6"/>
                  </ns1:cubicBezTo>
                  <ns1:cubicBezTo>
                    <ns1:pt x="4" y="6"/>
                    <ns1:pt x="4" y="6"/>
                    <ns1:pt x="4" y="6"/>
                  </ns1:cubicBezTo>
                  <ns1:cubicBezTo>
                    <ns1:pt x="5" y="18"/>
                    <ns1:pt x="9" y="26"/>
                    <ns1:pt x="17" y="29"/>
                  </ns1:cubicBezTo>
                  <ns1:cubicBezTo>
                    <ns1:pt x="17" y="36"/>
                    <ns1:pt x="17" y="36"/>
                    <ns1:pt x="17" y="36"/>
                  </ns1:cubicBezTo>
                  <ns1:cubicBezTo>
                    <ns1:pt x="9" y="38"/>
                    <ns1:pt x="5" y="46"/>
                    <ns1:pt x="4" y="58"/>
                  </ns1:cubicBezTo>
                  <ns1:cubicBezTo>
                    <ns1:pt x="0" y="58"/>
                    <ns1:pt x="0" y="58"/>
                    <ns1:pt x="0" y="58"/>
                  </ns1:cubicBezTo>
                  <ns1:cubicBezTo>
                    <ns1:pt x="0" y="64"/>
                    <ns1:pt x="0" y="64"/>
                    <ns1:pt x="0" y="64"/>
                  </ns1:cubicBezTo>
                  <ns1:cubicBezTo>
                    <ns1:pt x="46" y="64"/>
                    <ns1:pt x="46" y="64"/>
                    <ns1:pt x="46" y="64"/>
                  </ns1:cubicBezTo>
                  <ns1:cubicBezTo>
                    <ns1:pt x="46" y="58"/>
                    <ns1:pt x="46" y="58"/>
                    <ns1:pt x="46" y="58"/>
                  </ns1:cubicBezTo>
                  <ns1:cubicBezTo>
                    <ns1:pt x="43" y="58"/>
                    <ns1:pt x="43" y="58"/>
                    <ns1:pt x="43" y="58"/>
                  </ns1:cubicBezTo>
                  <ns1:cubicBezTo>
                    <ns1:pt x="42" y="46"/>
                    <ns1:pt x="38" y="38"/>
                    <ns1:pt x="30" y="36"/>
                  </ns1:cubicBezTo>
                  <ns1:cubicBezTo>
                    <ns1:pt x="30" y="29"/>
                    <ns1:pt x="30" y="29"/>
                    <ns1:pt x="30" y="29"/>
                  </ns1:cubicBezTo>
                  <ns1:cubicBezTo>
                    <ns1:pt x="38" y="26"/>
                    <ns1:pt x="42" y="18"/>
                    <ns1:pt x="43" y="6"/>
                  </ns1:cubicBezTo>
                  <ns1:close/>
                  <ns1:moveTo>
                    <ns1:pt x="28" y="38"/>
                  </ns1:moveTo>
                  <ns1:cubicBezTo>
                    <ns1:pt x="37" y="40"/>
                    <ns1:pt x="39" y="49"/>
                    <ns1:pt x="40" y="58"/>
                  </ns1:cubicBezTo>
                  <ns1:cubicBezTo>
                    <ns1:pt x="37" y="58"/>
                    <ns1:pt x="37" y="58"/>
                    <ns1:pt x="37" y="58"/>
                  </ns1:cubicBezTo>
                  <ns1:cubicBezTo>
                    <ns1:pt x="31" y="51"/>
                    <ns1:pt x="31" y="51"/>
                    <ns1:pt x="31" y="51"/>
                  </ns1:cubicBezTo>
                  <ns1:cubicBezTo>
                    <ns1:pt x="24" y="43"/>
                    <ns1:pt x="24" y="43"/>
                    <ns1:pt x="24" y="43"/>
                  </ns1:cubicBezTo>
                  <ns1:cubicBezTo>
                    <ns1:pt x="17" y="51"/>
                    <ns1:pt x="17" y="51"/>
                    <ns1:pt x="17" y="51"/>
                  </ns1:cubicBezTo>
                  <ns1:cubicBezTo>
                    <ns1:pt x="11" y="58"/>
                    <ns1:pt x="11" y="58"/>
                    <ns1:pt x="11" y="58"/>
                  </ns1:cubicBezTo>
                  <ns1:cubicBezTo>
                    <ns1:pt x="7" y="58"/>
                    <ns1:pt x="7" y="58"/>
                    <ns1:pt x="7" y="58"/>
                  </ns1:cubicBezTo>
                  <ns1:cubicBezTo>
                    <ns1:pt x="8" y="49"/>
                    <ns1:pt x="10" y="40"/>
                    <ns1:pt x="19" y="38"/>
                  </ns1:cubicBezTo>
                  <ns1:cubicBezTo>
                    <ns1:pt x="20" y="38"/>
                    <ns1:pt x="20" y="38"/>
                    <ns1:pt x="20" y="38"/>
                  </ns1:cubicBezTo>
                  <ns1:cubicBezTo>
                    <ns1:pt x="20" y="26"/>
                    <ns1:pt x="20" y="26"/>
                    <ns1:pt x="20" y="26"/>
                  </ns1:cubicBezTo>
                  <ns1:cubicBezTo>
                    <ns1:pt x="19" y="26"/>
                    <ns1:pt x="19" y="26"/>
                    <ns1:pt x="19" y="26"/>
                  </ns1:cubicBezTo>
                  <ns1:cubicBezTo>
                    <ns1:pt x="10" y="24"/>
                    <ns1:pt x="8" y="15"/>
                    <ns1:pt x="7" y="6"/>
                  </ns1:cubicBezTo>
                  <ns1:cubicBezTo>
                    <ns1:pt x="40" y="6"/>
                    <ns1:pt x="40" y="6"/>
                    <ns1:pt x="40" y="6"/>
                  </ns1:cubicBezTo>
                  <ns1:cubicBezTo>
                    <ns1:pt x="39" y="15"/>
                    <ns1:pt x="37" y="24"/>
                    <ns1:pt x="28" y="26"/>
                  </ns1:cubicBezTo>
                  <ns1:cubicBezTo>
                    <ns1:pt x="27" y="26"/>
                    <ns1:pt x="27" y="26"/>
                    <ns1:pt x="27" y="26"/>
                  </ns1:cubicBezTo>
                  <ns1:cubicBezTo>
                    <ns1:pt x="27" y="38"/>
                    <ns1:pt x="27" y="38"/>
                    <ns1:pt x="27" y="38"/>
                  </ns1:cubicBezTo>
                  <ns1:lnTo>
                    <ns1:pt x="28" y="38"/>
                  </ns1:ln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169" name="Freeform 233"/>
            <ns0:cNvSpPr>
              <ns1:spLocks/>
            </ns0:cNvSpPr>
            <ns0:nvPr/>
          </ns0:nvSpPr>
          <ns0:spPr bwMode="auto">
            <ns1:xfrm>
              <ns1:off x="6523038" y="5062538"/>
              <ns1:ext cx="52388" cy="30163"/>
            </ns1:xfrm>
            <ns1:custGeom>
              <ns1:avLst/>
              <ns1:gdLst>
                <ns1:gd name="T0" fmla="*/ 33 w 33"/>
                <ns1:gd name="T1" fmla="*/ 0 h 19"/>
                <ns1:gd name="T2" fmla="*/ 0 w 33"/>
                <ns1:gd name="T3" fmla="*/ 0 h 19"/>
                <ns1:gd name="T4" fmla="*/ 9 w 33"/>
                <ns1:gd name="T5" fmla="*/ 10 h 19"/>
                <ns1:gd name="T6" fmla="*/ 16 w 33"/>
                <ns1:gd name="T7" fmla="*/ 19 h 19"/>
                <ns1:gd name="T8" fmla="*/ 23 w 33"/>
                <ns1:gd name="T9" fmla="*/ 10 h 19"/>
                <ns1:gd name="T10" fmla="*/ 33 w 33"/>
                <ns1:gd name="T11" fmla="*/ 0 h 19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</ns1:cxnLst>
              <ns1:rect l="0" t="0" r="r" b="b"/>
              <ns1:pathLst>
                <ns1:path w="33" h="19">
                  <ns1:moveTo>
                    <ns1:pt x="33" y="0"/>
                  </ns1:moveTo>
                  <ns1:lnTo>
                    <ns1:pt x="0" y="0"/>
                  </ns1:lnTo>
                  <ns1:lnTo>
                    <ns1:pt x="9" y="10"/>
                  </ns1:lnTo>
                  <ns1:lnTo>
                    <ns1:pt x="16" y="19"/>
                  </ns1:lnTo>
                  <ns1:lnTo>
                    <ns1:pt x="23" y="10"/>
                  </ns1:lnTo>
                  <ns1:lnTo>
                    <ns1:pt x="33" y="0"/>
                  </ns1:ln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</ns0:grpSp>
      <ns0:sp>
        <ns0:nvSpPr>
          <ns0:cNvPr id="170" name="Freeform 9"/>
          <ns0:cNvSpPr>
            <ns1:spLocks noEditPoints="1"/>
          </ns0:cNvSpPr>
          <ns0:nvPr/>
        </ns0:nvSpPr>
        <ns0:spPr bwMode="auto">
          <ns1:xfrm>
            <ns1:off x="8338880" y="1952315"/>
            <ns1:ext cx="214619" cy="525051"/>
          </ns1:xfrm>
          <ns1:custGeom>
            <ns1:avLst/>
            <ns1:gdLst>
              <ns1:gd name="T0" fmla="*/ 229 w 280"/>
              <ns1:gd name="T1" fmla="*/ 44 h 685"/>
              <ns1:gd name="T2" fmla="*/ 206 w 280"/>
              <ns1:gd name="T3" fmla="*/ 0 h 685"/>
              <ns1:gd name="T4" fmla="*/ 75 w 280"/>
              <ns1:gd name="T5" fmla="*/ 0 h 685"/>
              <ns1:gd name="T6" fmla="*/ 49 w 280"/>
              <ns1:gd name="T7" fmla="*/ 42 h 685"/>
              <ns1:gd name="T8" fmla="*/ 79 w 280"/>
              <ns1:gd name="T9" fmla="*/ 140 h 685"/>
              <ns1:gd name="T10" fmla="*/ 0 w 280"/>
              <ns1:gd name="T11" fmla="*/ 534 h 685"/>
              <ns1:gd name="T12" fmla="*/ 140 w 280"/>
              <ns1:gd name="T13" fmla="*/ 685 h 685"/>
              <ns1:gd name="T14" fmla="*/ 280 w 280"/>
              <ns1:gd name="T15" fmla="*/ 534 h 685"/>
              <ns1:gd name="T16" fmla="*/ 199 w 280"/>
              <ns1:gd name="T17" fmla="*/ 139 h 685"/>
              <ns1:gd name="T18" fmla="*/ 229 w 280"/>
              <ns1:gd name="T19" fmla="*/ 44 h 685"/>
              <ns1:gd name="T20" fmla="*/ 95 w 280"/>
              <ns1:gd name="T21" fmla="*/ 35 h 685"/>
              <ns1:gd name="T22" fmla="*/ 185 w 280"/>
              <ns1:gd name="T23" fmla="*/ 35 h 685"/>
              <ns1:gd name="T24" fmla="*/ 192 w 280"/>
              <ns1:gd name="T25" fmla="*/ 47 h 685"/>
              <ns1:gd name="T26" fmla="*/ 168 w 280"/>
              <ns1:gd name="T27" fmla="*/ 122 h 685"/>
              <ns1:gd name="T28" fmla="*/ 110 w 280"/>
              <ns1:gd name="T29" fmla="*/ 122 h 685"/>
              <ns1:gd name="T30" fmla="*/ 86 w 280"/>
              <ns1:gd name="T31" fmla="*/ 47 h 685"/>
              <ns1:gd name="T32" fmla="*/ 95 w 280"/>
              <ns1:gd name="T33" fmla="*/ 35 h 685"/>
              <ns1:gd name="T34" fmla="*/ 61 w 280"/>
              <ns1:gd name="T35" fmla="*/ 406 h 685"/>
              <ns1:gd name="T36" fmla="*/ 209 w 280"/>
              <ns1:gd name="T37" fmla="*/ 559 h 685"/>
              <ns1:gd name="T38" fmla="*/ 181 w 280"/>
              <ns1:gd name="T39" fmla="*/ 589 h 685"/>
              <ns1:gd name="T40" fmla="*/ 50 w 280"/>
              <ns1:gd name="T41" fmla="*/ 459 h 685"/>
              <ns1:gd name="T42" fmla="*/ 61 w 280"/>
              <ns1:gd name="T43" fmla="*/ 406 h 685"/>
              <ns1:gd name="T44" fmla="*/ 65 w 280"/>
              <ns1:gd name="T45" fmla="*/ 386 h 685"/>
              <ns1:gd name="T46" fmla="*/ 76 w 280"/>
              <ns1:gd name="T47" fmla="*/ 331 h 685"/>
              <ns1:gd name="T48" fmla="*/ 238 w 280"/>
              <ns1:gd name="T49" fmla="*/ 500 h 685"/>
              <ns1:gd name="T50" fmla="*/ 242 w 280"/>
              <ns1:gd name="T51" fmla="*/ 523 h 685"/>
              <ns1:gd name="T52" fmla="*/ 221 w 280"/>
              <ns1:gd name="T53" fmla="*/ 546 h 685"/>
              <ns1:gd name="T54" fmla="*/ 65 w 280"/>
              <ns1:gd name="T55" fmla="*/ 386 h 685"/>
              <ns1:gd name="T56" fmla="*/ 80 w 280"/>
              <ns1:gd name="T57" fmla="*/ 311 h 685"/>
              <ns1:gd name="T58" fmla="*/ 90 w 280"/>
              <ns1:gd name="T59" fmla="*/ 262 h 685"/>
              <ns1:gd name="T60" fmla="*/ 214 w 280"/>
              <ns1:gd name="T61" fmla="*/ 385 h 685"/>
              <ns1:gd name="T62" fmla="*/ 231 w 280"/>
              <ns1:gd name="T63" fmla="*/ 468 h 685"/>
              <ns1:gd name="T64" fmla="*/ 80 w 280"/>
              <ns1:gd name="T65" fmla="*/ 311 h 685"/>
              <ns1:gd name="T66" fmla="*/ 94 w 280"/>
              <ns1:gd name="T67" fmla="*/ 242 h 685"/>
              <ns1:gd name="T68" fmla="*/ 105 w 280"/>
              <ns1:gd name="T69" fmla="*/ 187 h 685"/>
              <ns1:gd name="T70" fmla="*/ 192 w 280"/>
              <ns1:gd name="T71" fmla="*/ 278 h 685"/>
              <ns1:gd name="T72" fmla="*/ 208 w 280"/>
              <ns1:gd name="T73" fmla="*/ 355 h 685"/>
              <ns1:gd name="T74" fmla="*/ 94 w 280"/>
              <ns1:gd name="T75" fmla="*/ 242 h 685"/>
              <ns1:gd name="T76" fmla="*/ 46 w 280"/>
              <ns1:gd name="T77" fmla="*/ 479 h 685"/>
              <ns1:gd name="T78" fmla="*/ 169 w 280"/>
              <ns1:gd name="T79" fmla="*/ 602 h 685"/>
              <ns1:gd name="T80" fmla="*/ 140 w 280"/>
              <ns1:gd name="T81" fmla="*/ 634 h 685"/>
              <ns1:gd name="T82" fmla="*/ 37 w 280"/>
              <ns1:gd name="T83" fmla="*/ 523 h 685"/>
              <ns1:gd name="T84" fmla="*/ 46 w 280"/>
              <ns1:gd name="T85" fmla="*/ 479 h 685"/>
              <ns1:gd name="T86" fmla="*/ 168 w 280"/>
              <ns1:gd name="T87" fmla="*/ 156 h 685"/>
              <ns1:gd name="T88" fmla="*/ 185 w 280"/>
              <ns1:gd name="T89" fmla="*/ 246 h 685"/>
              <ns1:gd name="T90" fmla="*/ 109 w 280"/>
              <ns1:gd name="T91" fmla="*/ 166 h 685"/>
              <ns1:gd name="T92" fmla="*/ 111 w 280"/>
              <ns1:gd name="T93" fmla="*/ 156 h 685"/>
              <ns1:gd name="T94" fmla="*/ 168 w 280"/>
              <ns1:gd name="T95" fmla="*/ 156 h 685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  <ns1:cxn ang="0">
                <ns1:pos x="T32" y="T33"/>
              </ns1:cxn>
              <ns1:cxn ang="0">
                <ns1:pos x="T34" y="T35"/>
              </ns1:cxn>
              <ns1:cxn ang="0">
                <ns1:pos x="T36" y="T37"/>
              </ns1:cxn>
              <ns1:cxn ang="0">
                <ns1:pos x="T38" y="T39"/>
              </ns1:cxn>
              <ns1:cxn ang="0">
                <ns1:pos x="T40" y="T41"/>
              </ns1:cxn>
              <ns1:cxn ang="0">
                <ns1:pos x="T42" y="T43"/>
              </ns1:cxn>
              <ns1:cxn ang="0">
                <ns1:pos x="T44" y="T45"/>
              </ns1:cxn>
              <ns1:cxn ang="0">
                <ns1:pos x="T46" y="T47"/>
              </ns1:cxn>
              <ns1:cxn ang="0">
                <ns1:pos x="T48" y="T49"/>
              </ns1:cxn>
              <ns1:cxn ang="0">
                <ns1:pos x="T50" y="T51"/>
              </ns1:cxn>
              <ns1:cxn ang="0">
                <ns1:pos x="T52" y="T53"/>
              </ns1:cxn>
              <ns1:cxn ang="0">
                <ns1:pos x="T54" y="T55"/>
              </ns1:cxn>
              <ns1:cxn ang="0">
                <ns1:pos x="T56" y="T57"/>
              </ns1:cxn>
              <ns1:cxn ang="0">
                <ns1:pos x="T58" y="T59"/>
              </ns1:cxn>
              <ns1:cxn ang="0">
                <ns1:pos x="T60" y="T61"/>
              </ns1:cxn>
              <ns1:cxn ang="0">
                <ns1:pos x="T62" y="T63"/>
              </ns1:cxn>
              <ns1:cxn ang="0">
                <ns1:pos x="T64" y="T65"/>
              </ns1:cxn>
              <ns1:cxn ang="0">
                <ns1:pos x="T66" y="T67"/>
              </ns1:cxn>
              <ns1:cxn ang="0">
                <ns1:pos x="T68" y="T69"/>
              </ns1:cxn>
              <ns1:cxn ang="0">
                <ns1:pos x="T70" y="T71"/>
              </ns1:cxn>
              <ns1:cxn ang="0">
                <ns1:pos x="T72" y="T73"/>
              </ns1:cxn>
              <ns1:cxn ang="0">
                <ns1:pos x="T74" y="T75"/>
              </ns1:cxn>
              <ns1:cxn ang="0">
                <ns1:pos x="T76" y="T77"/>
              </ns1:cxn>
              <ns1:cxn ang="0">
                <ns1:pos x="T78" y="T79"/>
              </ns1:cxn>
              <ns1:cxn ang="0">
                <ns1:pos x="T80" y="T81"/>
              </ns1:cxn>
              <ns1:cxn ang="0">
                <ns1:pos x="T82" y="T83"/>
              </ns1:cxn>
              <ns1:cxn ang="0">
                <ns1:pos x="T84" y="T85"/>
              </ns1:cxn>
              <ns1:cxn ang="0">
                <ns1:pos x="T86" y="T87"/>
              </ns1:cxn>
              <ns1:cxn ang="0">
                <ns1:pos x="T88" y="T89"/>
              </ns1:cxn>
              <ns1:cxn ang="0">
                <ns1:pos x="T90" y="T91"/>
              </ns1:cxn>
              <ns1:cxn ang="0">
                <ns1:pos x="T92" y="T93"/>
              </ns1:cxn>
              <ns1:cxn ang="0">
                <ns1:pos x="T94" y="T95"/>
              </ns1:cxn>
            </ns1:cxnLst>
            <ns1:rect l="0" t="0" r="r" b="b"/>
            <ns1:pathLst>
              <ns1:path w="280" h="685">
                <ns1:moveTo>
                  <ns1:pt x="229" y="44"/>
                </ns1:moveTo>
                <ns1:lnTo>
                  <ns1:pt x="206" y="0"/>
                </ns1:lnTo>
                <ns1:lnTo>
                  <ns1:pt x="75" y="0"/>
                </ns1:lnTo>
                <ns1:lnTo>
                  <ns1:pt x="49" y="42"/>
                </ns1:lnTo>
                <ns1:lnTo>
                  <ns1:pt x="79" y="140"/>
                </ns1:lnTo>
                <ns1:lnTo>
                  <ns1:pt x="0" y="534"/>
                </ns1:lnTo>
                <ns1:lnTo>
                  <ns1:pt x="140" y="685"/>
                </ns1:lnTo>
                <ns1:lnTo>
                  <ns1:pt x="280" y="534"/>
                </ns1:lnTo>
                <ns1:lnTo>
                  <ns1:pt x="199" y="139"/>
                </ns1:lnTo>
                <ns1:lnTo>
                  <ns1:pt x="229" y="44"/>
                </ns1:lnTo>
                <ns1:close/>
                <ns1:moveTo>
                  <ns1:pt x="95" y="35"/>
                </ns1:moveTo>
                <ns1:lnTo>
                  <ns1:pt x="185" y="35"/>
                </ns1:lnTo>
                <ns1:lnTo>
                  <ns1:pt x="192" y="47"/>
                </ns1:lnTo>
                <ns1:lnTo>
                  <ns1:pt x="168" y="122"/>
                </ns1:lnTo>
                <ns1:lnTo>
                  <ns1:pt x="110" y="122"/>
                </ns1:lnTo>
                <ns1:lnTo>
                  <ns1:pt x="86" y="47"/>
                </ns1:lnTo>
                <ns1:lnTo>
                  <ns1:pt x="95" y="35"/>
                </ns1:lnTo>
                <ns1:close/>
                <ns1:moveTo>
                  <ns1:pt x="61" y="406"/>
                </ns1:moveTo>
                <ns1:lnTo>
                  <ns1:pt x="209" y="559"/>
                </ns1:lnTo>
                <ns1:lnTo>
                  <ns1:pt x="181" y="589"/>
                </ns1:lnTo>
                <ns1:lnTo>
                  <ns1:pt x="50" y="459"/>
                </ns1:lnTo>
                <ns1:lnTo>
                  <ns1:pt x="61" y="406"/>
                </ns1:lnTo>
                <ns1:close/>
                <ns1:moveTo>
                  <ns1:pt x="65" y="386"/>
                </ns1:moveTo>
                <ns1:lnTo>
                  <ns1:pt x="76" y="331"/>
                </ns1:lnTo>
                <ns1:lnTo>
                  <ns1:pt x="238" y="500"/>
                </ns1:lnTo>
                <ns1:lnTo>
                  <ns1:pt x="242" y="523"/>
                </ns1:lnTo>
                <ns1:lnTo>
                  <ns1:pt x="221" y="546"/>
                </ns1:lnTo>
                <ns1:lnTo>
                  <ns1:pt x="65" y="386"/>
                </ns1:lnTo>
                <ns1:close/>
                <ns1:moveTo>
                  <ns1:pt x="80" y="311"/>
                </ns1:moveTo>
                <ns1:lnTo>
                  <ns1:pt x="90" y="262"/>
                </ns1:lnTo>
                <ns1:lnTo>
                  <ns1:pt x="214" y="385"/>
                </ns1:lnTo>
                <ns1:lnTo>
                  <ns1:pt x="231" y="468"/>
                </ns1:lnTo>
                <ns1:lnTo>
                  <ns1:pt x="80" y="311"/>
                </ns1:lnTo>
                <ns1:close/>
                <ns1:moveTo>
                  <ns1:pt x="94" y="242"/>
                </ns1:moveTo>
                <ns1:lnTo>
                  <ns1:pt x="105" y="187"/>
                </ns1:lnTo>
                <ns1:lnTo>
                  <ns1:pt x="192" y="278"/>
                </ns1:lnTo>
                <ns1:lnTo>
                  <ns1:pt x="208" y="355"/>
                </ns1:lnTo>
                <ns1:lnTo>
                  <ns1:pt x="94" y="242"/>
                </ns1:lnTo>
                <ns1:close/>
                <ns1:moveTo>
                  <ns1:pt x="46" y="479"/>
                </ns1:moveTo>
                <ns1:lnTo>
                  <ns1:pt x="169" y="602"/>
                </ns1:lnTo>
                <ns1:lnTo>
                  <ns1:pt x="140" y="634"/>
                </ns1:lnTo>
                <ns1:lnTo>
                  <ns1:pt x="37" y="523"/>
                </ns1:lnTo>
                <ns1:lnTo>
                  <ns1:pt x="46" y="479"/>
                </ns1:lnTo>
                <ns1:close/>
                <ns1:moveTo>
                  <ns1:pt x="168" y="156"/>
                </ns1:moveTo>
                <ns1:lnTo>
                  <ns1:pt x="185" y="246"/>
                </ns1:lnTo>
                <ns1:lnTo>
                  <ns1:pt x="109" y="166"/>
                </ns1:lnTo>
                <ns1:lnTo>
                  <ns1:pt x="111" y="156"/>
                </ns1:lnTo>
                <ns1:lnTo>
                  <ns1:pt x="168" y="156"/>
                </ns1:lnTo>
                <ns1:close/>
              </ns1:path>
            </ns1:pathLst>
          </ns1:custGeom>
          <ns1:solidFill>
            <ns1:schemeClr val="tx1"/>
          </ns1:solidFill>
          <ns1:ln>
            <ns1:noFill/>
          </ns1:ln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id-ID" sz="2700"/>
          </ns1:p>
        </ns0:txBody>
      </ns0:sp>
      <ns0:grpSp>
        <ns0:nvGrpSpPr>
          <ns0:cNvPr id="171" name="Group 170"/>
          <ns0:cNvGrpSpPr/>
          <ns0:nvPr/>
        </ns0:nvGrpSpPr>
        <ns0:grpSpPr>
          <ns1:xfrm>
            <ns1:off x="11130633" y="1081886"/>
            <ns1:ext cx="479504" cy="591092"/>
            <ns1:chOff x="3328993" y="1898648"/>
            <ns1:chExt cx="1193802" cy="1471615"/>
          </ns1:xfrm>
          <ns1:solidFill>
            <ns1:schemeClr val="tx1"/>
          </ns1:solidFill>
          <ns1:effectLst/>
        </ns0:grpSpPr>
        <ns0:sp>
          <ns0:nvSpPr>
            <ns0:cNvPr id="172" name="Freeform 5"/>
            <ns0:cNvSpPr>
              <ns1:spLocks noEditPoints="1"/>
            </ns0:cNvSpPr>
            <ns0:nvPr/>
          </ns0:nvSpPr>
          <ns0:spPr bwMode="auto">
            <ns1:xfrm>
              <ns1:off x="3328993" y="2593972"/>
              <ns1:ext cx="1193802" cy="223838"/>
            </ns1:xfrm>
            <ns1:custGeom>
              <ns1:avLst/>
              <ns1:gdLst>
                <ns1:gd name="T0" fmla="*/ 752 w 752"/>
                <ns1:gd name="T1" fmla="*/ 0 h 141"/>
                <ns1:gd name="T2" fmla="*/ 0 w 752"/>
                <ns1:gd name="T3" fmla="*/ 2 h 141"/>
                <ns1:gd name="T4" fmla="*/ 1 w 752"/>
                <ns1:gd name="T5" fmla="*/ 141 h 141"/>
                <ns1:gd name="T6" fmla="*/ 752 w 752"/>
                <ns1:gd name="T7" fmla="*/ 139 h 141"/>
                <ns1:gd name="T8" fmla="*/ 752 w 752"/>
                <ns1:gd name="T9" fmla="*/ 0 h 141"/>
                <ns1:gd name="T10" fmla="*/ 79 w 752"/>
                <ns1:gd name="T11" fmla="*/ 80 h 141"/>
                <ns1:gd name="T12" fmla="*/ 79 w 752"/>
                <ns1:gd name="T13" fmla="*/ 12 h 141"/>
                <ns1:gd name="T14" fmla="*/ 97 w 752"/>
                <ns1:gd name="T15" fmla="*/ 12 h 141"/>
                <ns1:gd name="T16" fmla="*/ 97 w 752"/>
                <ns1:gd name="T17" fmla="*/ 80 h 141"/>
                <ns1:gd name="T18" fmla="*/ 79 w 752"/>
                <ns1:gd name="T19" fmla="*/ 80 h 141"/>
                <ns1:gd name="T20" fmla="*/ 153 w 752"/>
                <ns1:gd name="T21" fmla="*/ 80 h 141"/>
                <ns1:gd name="T22" fmla="*/ 153 w 752"/>
                <ns1:gd name="T23" fmla="*/ 12 h 141"/>
                <ns1:gd name="T24" fmla="*/ 172 w 752"/>
                <ns1:gd name="T25" fmla="*/ 12 h 141"/>
                <ns1:gd name="T26" fmla="*/ 172 w 752"/>
                <ns1:gd name="T27" fmla="*/ 80 h 141"/>
                <ns1:gd name="T28" fmla="*/ 153 w 752"/>
                <ns1:gd name="T29" fmla="*/ 80 h 141"/>
                <ns1:gd name="T30" fmla="*/ 228 w 752"/>
                <ns1:gd name="T31" fmla="*/ 80 h 141"/>
                <ns1:gd name="T32" fmla="*/ 227 w 752"/>
                <ns1:gd name="T33" fmla="*/ 12 h 141"/>
                <ns1:gd name="T34" fmla="*/ 246 w 752"/>
                <ns1:gd name="T35" fmla="*/ 12 h 141"/>
                <ns1:gd name="T36" fmla="*/ 246 w 752"/>
                <ns1:gd name="T37" fmla="*/ 80 h 141"/>
                <ns1:gd name="T38" fmla="*/ 228 w 752"/>
                <ns1:gd name="T39" fmla="*/ 80 h 141"/>
                <ns1:gd name="T40" fmla="*/ 302 w 752"/>
                <ns1:gd name="T41" fmla="*/ 80 h 141"/>
                <ns1:gd name="T42" fmla="*/ 302 w 752"/>
                <ns1:gd name="T43" fmla="*/ 12 h 141"/>
                <ns1:gd name="T44" fmla="*/ 320 w 752"/>
                <ns1:gd name="T45" fmla="*/ 12 h 141"/>
                <ns1:gd name="T46" fmla="*/ 320 w 752"/>
                <ns1:gd name="T47" fmla="*/ 80 h 141"/>
                <ns1:gd name="T48" fmla="*/ 302 w 752"/>
                <ns1:gd name="T49" fmla="*/ 80 h 141"/>
                <ns1:gd name="T50" fmla="*/ 376 w 752"/>
                <ns1:gd name="T51" fmla="*/ 80 h 141"/>
                <ns1:gd name="T52" fmla="*/ 376 w 752"/>
                <ns1:gd name="T53" fmla="*/ 12 h 141"/>
                <ns1:gd name="T54" fmla="*/ 395 w 752"/>
                <ns1:gd name="T55" fmla="*/ 12 h 141"/>
                <ns1:gd name="T56" fmla="*/ 395 w 752"/>
                <ns1:gd name="T57" fmla="*/ 80 h 141"/>
                <ns1:gd name="T58" fmla="*/ 376 w 752"/>
                <ns1:gd name="T59" fmla="*/ 80 h 141"/>
                <ns1:gd name="T60" fmla="*/ 451 w 752"/>
                <ns1:gd name="T61" fmla="*/ 80 h 141"/>
                <ns1:gd name="T62" fmla="*/ 451 w 752"/>
                <ns1:gd name="T63" fmla="*/ 12 h 141"/>
                <ns1:gd name="T64" fmla="*/ 469 w 752"/>
                <ns1:gd name="T65" fmla="*/ 12 h 141"/>
                <ns1:gd name="T66" fmla="*/ 469 w 752"/>
                <ns1:gd name="T67" fmla="*/ 80 h 141"/>
                <ns1:gd name="T68" fmla="*/ 451 w 752"/>
                <ns1:gd name="T69" fmla="*/ 80 h 141"/>
                <ns1:gd name="T70" fmla="*/ 525 w 752"/>
                <ns1:gd name="T71" fmla="*/ 80 h 141"/>
                <ns1:gd name="T72" fmla="*/ 525 w 752"/>
                <ns1:gd name="T73" fmla="*/ 12 h 141"/>
                <ns1:gd name="T74" fmla="*/ 543 w 752"/>
                <ns1:gd name="T75" fmla="*/ 12 h 141"/>
                <ns1:gd name="T76" fmla="*/ 545 w 752"/>
                <ns1:gd name="T77" fmla="*/ 80 h 141"/>
                <ns1:gd name="T78" fmla="*/ 525 w 752"/>
                <ns1:gd name="T79" fmla="*/ 80 h 141"/>
                <ns1:gd name="T80" fmla="*/ 599 w 752"/>
                <ns1:gd name="T81" fmla="*/ 80 h 141"/>
                <ns1:gd name="T82" fmla="*/ 599 w 752"/>
                <ns1:gd name="T83" fmla="*/ 12 h 141"/>
                <ns1:gd name="T84" fmla="*/ 619 w 752"/>
                <ns1:gd name="T85" fmla="*/ 12 h 141"/>
                <ns1:gd name="T86" fmla="*/ 619 w 752"/>
                <ns1:gd name="T87" fmla="*/ 80 h 141"/>
                <ns1:gd name="T88" fmla="*/ 599 w 752"/>
                <ns1:gd name="T89" fmla="*/ 80 h 141"/>
                <ns1:gd name="T90" fmla="*/ 675 w 752"/>
                <ns1:gd name="T91" fmla="*/ 79 h 141"/>
                <ns1:gd name="T92" fmla="*/ 675 w 752"/>
                <ns1:gd name="T93" fmla="*/ 11 h 141"/>
                <ns1:gd name="T94" fmla="*/ 693 w 752"/>
                <ns1:gd name="T95" fmla="*/ 11 h 141"/>
                <ns1:gd name="T96" fmla="*/ 693 w 752"/>
                <ns1:gd name="T97" fmla="*/ 79 h 141"/>
                <ns1:gd name="T98" fmla="*/ 675 w 752"/>
                <ns1:gd name="T99" fmla="*/ 79 h 141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  <ns1:cxn ang="0">
                  <ns1:pos x="T30" y="T31"/>
                </ns1:cxn>
                <ns1:cxn ang="0">
                  <ns1:pos x="T32" y="T33"/>
                </ns1:cxn>
                <ns1:cxn ang="0">
                  <ns1:pos x="T34" y="T35"/>
                </ns1:cxn>
                <ns1:cxn ang="0">
                  <ns1:pos x="T36" y="T37"/>
                </ns1:cxn>
                <ns1:cxn ang="0">
                  <ns1:pos x="T38" y="T39"/>
                </ns1:cxn>
                <ns1:cxn ang="0">
                  <ns1:pos x="T40" y="T41"/>
                </ns1:cxn>
                <ns1:cxn ang="0">
                  <ns1:pos x="T42" y="T43"/>
                </ns1:cxn>
                <ns1:cxn ang="0">
                  <ns1:pos x="T44" y="T45"/>
                </ns1:cxn>
                <ns1:cxn ang="0">
                  <ns1:pos x="T46" y="T47"/>
                </ns1:cxn>
                <ns1:cxn ang="0">
                  <ns1:pos x="T48" y="T49"/>
                </ns1:cxn>
                <ns1:cxn ang="0">
                  <ns1:pos x="T50" y="T51"/>
                </ns1:cxn>
                <ns1:cxn ang="0">
                  <ns1:pos x="T52" y="T53"/>
                </ns1:cxn>
                <ns1:cxn ang="0">
                  <ns1:pos x="T54" y="T55"/>
                </ns1:cxn>
                <ns1:cxn ang="0">
                  <ns1:pos x="T56" y="T57"/>
                </ns1:cxn>
                <ns1:cxn ang="0">
                  <ns1:pos x="T58" y="T59"/>
                </ns1:cxn>
                <ns1:cxn ang="0">
                  <ns1:pos x="T60" y="T61"/>
                </ns1:cxn>
                <ns1:cxn ang="0">
                  <ns1:pos x="T62" y="T63"/>
                </ns1:cxn>
                <ns1:cxn ang="0">
                  <ns1:pos x="T64" y="T65"/>
                </ns1:cxn>
                <ns1:cxn ang="0">
                  <ns1:pos x="T66" y="T67"/>
                </ns1:cxn>
                <ns1:cxn ang="0">
                  <ns1:pos x="T68" y="T69"/>
                </ns1:cxn>
                <ns1:cxn ang="0">
                  <ns1:pos x="T70" y="T71"/>
                </ns1:cxn>
                <ns1:cxn ang="0">
                  <ns1:pos x="T72" y="T73"/>
                </ns1:cxn>
                <ns1:cxn ang="0">
                  <ns1:pos x="T74" y="T75"/>
                </ns1:cxn>
                <ns1:cxn ang="0">
                  <ns1:pos x="T76" y="T77"/>
                </ns1:cxn>
                <ns1:cxn ang="0">
                  <ns1:pos x="T78" y="T79"/>
                </ns1:cxn>
                <ns1:cxn ang="0">
                  <ns1:pos x="T80" y="T81"/>
                </ns1:cxn>
                <ns1:cxn ang="0">
                  <ns1:pos x="T82" y="T83"/>
                </ns1:cxn>
                <ns1:cxn ang="0">
                  <ns1:pos x="T84" y="T85"/>
                </ns1:cxn>
                <ns1:cxn ang="0">
                  <ns1:pos x="T86" y="T87"/>
                </ns1:cxn>
                <ns1:cxn ang="0">
                  <ns1:pos x="T88" y="T89"/>
                </ns1:cxn>
                <ns1:cxn ang="0">
                  <ns1:pos x="T90" y="T91"/>
                </ns1:cxn>
                <ns1:cxn ang="0">
                  <ns1:pos x="T92" y="T93"/>
                </ns1:cxn>
                <ns1:cxn ang="0">
                  <ns1:pos x="T94" y="T95"/>
                </ns1:cxn>
                <ns1:cxn ang="0">
                  <ns1:pos x="T96" y="T97"/>
                </ns1:cxn>
                <ns1:cxn ang="0">
                  <ns1:pos x="T98" y="T99"/>
                </ns1:cxn>
              </ns1:cxnLst>
              <ns1:rect l="0" t="0" r="r" b="b"/>
              <ns1:pathLst>
                <ns1:path w="752" h="141">
                  <ns1:moveTo>
                    <ns1:pt x="752" y="0"/>
                  </ns1:moveTo>
                  <ns1:lnTo>
                    <ns1:pt x="0" y="2"/>
                  </ns1:lnTo>
                  <ns1:lnTo>
                    <ns1:pt x="1" y="141"/>
                  </ns1:lnTo>
                  <ns1:lnTo>
                    <ns1:pt x="752" y="139"/>
                  </ns1:lnTo>
                  <ns1:lnTo>
                    <ns1:pt x="752" y="0"/>
                  </ns1:lnTo>
                  <ns1:close/>
                  <ns1:moveTo>
                    <ns1:pt x="79" y="80"/>
                  </ns1:moveTo>
                  <ns1:lnTo>
                    <ns1:pt x="79" y="12"/>
                  </ns1:lnTo>
                  <ns1:lnTo>
                    <ns1:pt x="97" y="12"/>
                  </ns1:lnTo>
                  <ns1:lnTo>
                    <ns1:pt x="97" y="80"/>
                  </ns1:lnTo>
                  <ns1:lnTo>
                    <ns1:pt x="79" y="80"/>
                  </ns1:lnTo>
                  <ns1:close/>
                  <ns1:moveTo>
                    <ns1:pt x="153" y="80"/>
                  </ns1:moveTo>
                  <ns1:lnTo>
                    <ns1:pt x="153" y="12"/>
                  </ns1:lnTo>
                  <ns1:lnTo>
                    <ns1:pt x="172" y="12"/>
                  </ns1:lnTo>
                  <ns1:lnTo>
                    <ns1:pt x="172" y="80"/>
                  </ns1:lnTo>
                  <ns1:lnTo>
                    <ns1:pt x="153" y="80"/>
                  </ns1:lnTo>
                  <ns1:close/>
                  <ns1:moveTo>
                    <ns1:pt x="228" y="80"/>
                  </ns1:moveTo>
                  <ns1:lnTo>
                    <ns1:pt x="227" y="12"/>
                  </ns1:lnTo>
                  <ns1:lnTo>
                    <ns1:pt x="246" y="12"/>
                  </ns1:lnTo>
                  <ns1:lnTo>
                    <ns1:pt x="246" y="80"/>
                  </ns1:lnTo>
                  <ns1:lnTo>
                    <ns1:pt x="228" y="80"/>
                  </ns1:lnTo>
                  <ns1:close/>
                  <ns1:moveTo>
                    <ns1:pt x="302" y="80"/>
                  </ns1:moveTo>
                  <ns1:lnTo>
                    <ns1:pt x="302" y="12"/>
                  </ns1:lnTo>
                  <ns1:lnTo>
                    <ns1:pt x="320" y="12"/>
                  </ns1:lnTo>
                  <ns1:lnTo>
                    <ns1:pt x="320" y="80"/>
                  </ns1:lnTo>
                  <ns1:lnTo>
                    <ns1:pt x="302" y="80"/>
                  </ns1:lnTo>
                  <ns1:close/>
                  <ns1:moveTo>
                    <ns1:pt x="376" y="80"/>
                  </ns1:moveTo>
                  <ns1:lnTo>
                    <ns1:pt x="376" y="12"/>
                  </ns1:lnTo>
                  <ns1:lnTo>
                    <ns1:pt x="395" y="12"/>
                  </ns1:lnTo>
                  <ns1:lnTo>
                    <ns1:pt x="395" y="80"/>
                  </ns1:lnTo>
                  <ns1:lnTo>
                    <ns1:pt x="376" y="80"/>
                  </ns1:lnTo>
                  <ns1:close/>
                  <ns1:moveTo>
                    <ns1:pt x="451" y="80"/>
                  </ns1:moveTo>
                  <ns1:lnTo>
                    <ns1:pt x="451" y="12"/>
                  </ns1:lnTo>
                  <ns1:lnTo>
                    <ns1:pt x="469" y="12"/>
                  </ns1:lnTo>
                  <ns1:lnTo>
                    <ns1:pt x="469" y="80"/>
                  </ns1:lnTo>
                  <ns1:lnTo>
                    <ns1:pt x="451" y="80"/>
                  </ns1:lnTo>
                  <ns1:close/>
                  <ns1:moveTo>
                    <ns1:pt x="525" y="80"/>
                  </ns1:moveTo>
                  <ns1:lnTo>
                    <ns1:pt x="525" y="12"/>
                  </ns1:lnTo>
                  <ns1:lnTo>
                    <ns1:pt x="543" y="12"/>
                  </ns1:lnTo>
                  <ns1:lnTo>
                    <ns1:pt x="545" y="80"/>
                  </ns1:lnTo>
                  <ns1:lnTo>
                    <ns1:pt x="525" y="80"/>
                  </ns1:lnTo>
                  <ns1:close/>
                  <ns1:moveTo>
                    <ns1:pt x="599" y="80"/>
                  </ns1:moveTo>
                  <ns1:lnTo>
                    <ns1:pt x="599" y="12"/>
                  </ns1:lnTo>
                  <ns1:lnTo>
                    <ns1:pt x="619" y="12"/>
                  </ns1:lnTo>
                  <ns1:lnTo>
                    <ns1:pt x="619" y="80"/>
                  </ns1:lnTo>
                  <ns1:lnTo>
                    <ns1:pt x="599" y="80"/>
                  </ns1:lnTo>
                  <ns1:close/>
                  <ns1:moveTo>
                    <ns1:pt x="675" y="79"/>
                  </ns1:moveTo>
                  <ns1:lnTo>
                    <ns1:pt x="675" y="11"/>
                  </ns1:lnTo>
                  <ns1:lnTo>
                    <ns1:pt x="693" y="11"/>
                  </ns1:lnTo>
                  <ns1:lnTo>
                    <ns1:pt x="693" y="79"/>
                  </ns1:lnTo>
                  <ns1:lnTo>
                    <ns1:pt x="675" y="79"/>
                  </ns1:ln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173" name="Freeform 6"/>
            <ns0:cNvSpPr>
              <ns1:spLocks noEditPoints="1"/>
            </ns0:cNvSpPr>
            <ns0:nvPr/>
          </ns0:nvSpPr>
          <ns0:spPr bwMode="auto">
            <ns1:xfrm>
              <ns1:off x="3714756" y="1898648"/>
              <ns1:ext cx="400050" cy="660399"/>
            </ns1:xfrm>
            <ns1:custGeom>
              <ns1:avLst/>
              <ns1:gdLst>
                <ns1:gd name="T0" fmla="*/ 0 w 221"/>
                <ns1:gd name="T1" fmla="*/ 365 h 365"/>
                <ns1:gd name="T2" fmla="*/ 65 w 221"/>
                <ns1:gd name="T3" fmla="*/ 365 h 365"/>
                <ns1:gd name="T4" fmla="*/ 107 w 221"/>
                <ns1:gd name="T5" fmla="*/ 241 h 365"/>
                <ns1:gd name="T6" fmla="*/ 155 w 221"/>
                <ns1:gd name="T7" fmla="*/ 365 h 365"/>
                <ns1:gd name="T8" fmla="*/ 221 w 221"/>
                <ns1:gd name="T9" fmla="*/ 365 h 365"/>
                <ns1:gd name="T10" fmla="*/ 157 w 221"/>
                <ns1:gd name="T11" fmla="*/ 191 h 365"/>
                <ns1:gd name="T12" fmla="*/ 157 w 221"/>
                <ns1:gd name="T13" fmla="*/ 191 h 365"/>
                <ns1:gd name="T14" fmla="*/ 171 w 221"/>
                <ns1:gd name="T15" fmla="*/ 155 h 365"/>
                <ns1:gd name="T16" fmla="*/ 123 w 221"/>
                <ns1:gd name="T17" fmla="*/ 97 h 365"/>
                <ns1:gd name="T18" fmla="*/ 123 w 221"/>
                <ns1:gd name="T19" fmla="*/ 26 h 365"/>
                <ns1:gd name="T20" fmla="*/ 105 w 221"/>
                <ns1:gd name="T21" fmla="*/ 0 h 365"/>
                <ns1:gd name="T22" fmla="*/ 87 w 221"/>
                <ns1:gd name="T23" fmla="*/ 26 h 365"/>
                <ns1:gd name="T24" fmla="*/ 87 w 221"/>
                <ns1:gd name="T25" fmla="*/ 99 h 365"/>
                <ns1:gd name="T26" fmla="*/ 43 w 221"/>
                <ns1:gd name="T27" fmla="*/ 155 h 365"/>
                <ns1:gd name="T28" fmla="*/ 59 w 221"/>
                <ns1:gd name="T29" fmla="*/ 194 h 365"/>
                <ns1:gd name="T30" fmla="*/ 0 w 221"/>
                <ns1:gd name="T31" fmla="*/ 365 h 365"/>
                <ns1:gd name="T32" fmla="*/ 107 w 221"/>
                <ns1:gd name="T33" fmla="*/ 137 h 365"/>
                <ns1:gd name="T34" fmla="*/ 126 w 221"/>
                <ns1:gd name="T35" fmla="*/ 154 h 365"/>
                <ns1:gd name="T36" fmla="*/ 107 w 221"/>
                <ns1:gd name="T37" fmla="*/ 171 h 365"/>
                <ns1:gd name="T38" fmla="*/ 88 w 221"/>
                <ns1:gd name="T39" fmla="*/ 154 h 365"/>
                <ns1:gd name="T40" fmla="*/ 107 w 221"/>
                <ns1:gd name="T41" fmla="*/ 137 h 365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  <ns1:cxn ang="0">
                  <ns1:pos x="T30" y="T31"/>
                </ns1:cxn>
                <ns1:cxn ang="0">
                  <ns1:pos x="T32" y="T33"/>
                </ns1:cxn>
                <ns1:cxn ang="0">
                  <ns1:pos x="T34" y="T35"/>
                </ns1:cxn>
                <ns1:cxn ang="0">
                  <ns1:pos x="T36" y="T37"/>
                </ns1:cxn>
                <ns1:cxn ang="0">
                  <ns1:pos x="T38" y="T39"/>
                </ns1:cxn>
                <ns1:cxn ang="0">
                  <ns1:pos x="T40" y="T41"/>
                </ns1:cxn>
              </ns1:cxnLst>
              <ns1:rect l="0" t="0" r="r" b="b"/>
              <ns1:pathLst>
                <ns1:path w="221" h="365">
                  <ns1:moveTo>
                    <ns1:pt x="0" y="365"/>
                  </ns1:moveTo>
                  <ns1:cubicBezTo>
                    <ns1:pt x="65" y="365"/>
                    <ns1:pt x="65" y="365"/>
                    <ns1:pt x="65" y="365"/>
                  </ns1:cubicBezTo>
                  <ns1:cubicBezTo>
                    <ns1:pt x="107" y="241"/>
                    <ns1:pt x="107" y="241"/>
                    <ns1:pt x="107" y="241"/>
                  </ns1:cubicBezTo>
                  <ns1:cubicBezTo>
                    <ns1:pt x="155" y="365"/>
                    <ns1:pt x="155" y="365"/>
                    <ns1:pt x="155" y="365"/>
                  </ns1:cubicBezTo>
                  <ns1:cubicBezTo>
                    <ns1:pt x="221" y="365"/>
                    <ns1:pt x="221" y="365"/>
                    <ns1:pt x="221" y="365"/>
                  </ns1:cubicBezTo>
                  <ns1:cubicBezTo>
                    <ns1:pt x="157" y="191"/>
                    <ns1:pt x="157" y="191"/>
                    <ns1:pt x="157" y="191"/>
                  </ns1:cubicBezTo>
                  <ns1:cubicBezTo>
                    <ns1:pt x="157" y="191"/>
                    <ns1:pt x="157" y="191"/>
                    <ns1:pt x="157" y="191"/>
                  </ns1:cubicBezTo>
                  <ns1:cubicBezTo>
                    <ns1:pt x="165" y="181"/>
                    <ns1:pt x="171" y="169"/>
                    <ns1:pt x="171" y="155"/>
                  </ns1:cubicBezTo>
                  <ns1:cubicBezTo>
                    <ns1:pt x="171" y="127"/>
                    <ns1:pt x="151" y="104"/>
                    <ns1:pt x="123" y="97"/>
                  </ns1:cubicBezTo>
                  <ns1:cubicBezTo>
                    <ns1:pt x="123" y="26"/>
                    <ns1:pt x="123" y="26"/>
                    <ns1:pt x="123" y="26"/>
                  </ns1:cubicBezTo>
                  <ns1:cubicBezTo>
                    <ns1:pt x="123" y="11"/>
                    <ns1:pt x="115" y="0"/>
                    <ns1:pt x="105" y="0"/>
                  </ns1:cubicBezTo>
                  <ns1:cubicBezTo>
                    <ns1:pt x="95" y="0"/>
                    <ns1:pt x="87" y="11"/>
                    <ns1:pt x="87" y="26"/>
                  </ns1:cubicBezTo>
                  <ns1:cubicBezTo>
                    <ns1:pt x="87" y="99"/>
                    <ns1:pt x="87" y="99"/>
                    <ns1:pt x="87" y="99"/>
                  </ns1:cubicBezTo>
                  <ns1:cubicBezTo>
                    <ns1:pt x="59" y="107"/>
                    <ns1:pt x="43" y="129"/>
                    <ns1:pt x="43" y="155"/>
                  </ns1:cubicBezTo>
                  <ns1:cubicBezTo>
                    <ns1:pt x="43" y="170"/>
                    <ns1:pt x="49" y="184"/>
                    <ns1:pt x="59" y="194"/>
                  </ns1:cubicBezTo>
                  <ns1:lnTo>
                    <ns1:pt x="0" y="365"/>
                  </ns1:lnTo>
                  <ns1:close/>
                  <ns1:moveTo>
                    <ns1:pt x="107" y="137"/>
                  </ns1:moveTo>
                  <ns1:cubicBezTo>
                    <ns1:pt x="117" y="137"/>
                    <ns1:pt x="126" y="145"/>
                    <ns1:pt x="126" y="154"/>
                  </ns1:cubicBezTo>
                  <ns1:cubicBezTo>
                    <ns1:pt x="126" y="164"/>
                    <ns1:pt x="117" y="171"/>
                    <ns1:pt x="107" y="171"/>
                  </ns1:cubicBezTo>
                  <ns1:cubicBezTo>
                    <ns1:pt x="97" y="171"/>
                    <ns1:pt x="88" y="164"/>
                    <ns1:pt x="88" y="154"/>
                  </ns1:cubicBezTo>
                  <ns1:cubicBezTo>
                    <ns1:pt x="88" y="145"/>
                    <ns1:pt x="97" y="137"/>
                    <ns1:pt x="107" y="137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174" name="Freeform 7"/>
            <ns0:cNvSpPr>
              <ns1:spLocks/>
            </ns0:cNvSpPr>
            <ns0:nvPr/>
          </ns0:nvSpPr>
          <ns0:spPr bwMode="auto">
            <ns1:xfrm>
              <ns1:off x="4106868" y="2851149"/>
              <ns1:ext cx="244475" cy="519113"/>
            </ns1:xfrm>
            <ns1:custGeom>
              <ns1:avLst/>
              <ns1:gdLst>
                <ns1:gd name="T0" fmla="*/ 148 w 154"/>
                <ns1:gd name="T1" fmla="*/ 204 h 327"/>
                <ns1:gd name="T2" fmla="*/ 73 w 154"/>
                <ns1:gd name="T3" fmla="*/ 0 h 327"/>
                <ns1:gd name="T4" fmla="*/ 0 w 154"/>
                <ns1:gd name="T5" fmla="*/ 0 h 327"/>
                <ns1:gd name="T6" fmla="*/ 83 w 154"/>
                <ns1:gd name="T7" fmla="*/ 220 h 327"/>
                <ns1:gd name="T8" fmla="*/ 110 w 154"/>
                <ns1:gd name="T9" fmla="*/ 213 h 327"/>
                <ns1:gd name="T10" fmla="*/ 154 w 154"/>
                <ns1:gd name="T11" fmla="*/ 327 h 327"/>
                <ns1:gd name="T12" fmla="*/ 123 w 154"/>
                <ns1:gd name="T13" fmla="*/ 210 h 327"/>
                <ns1:gd name="T14" fmla="*/ 148 w 154"/>
                <ns1:gd name="T15" fmla="*/ 204 h 327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</ns1:cxnLst>
              <ns1:rect l="0" t="0" r="r" b="b"/>
              <ns1:pathLst>
                <ns1:path w="154" h="327">
                  <ns1:moveTo>
                    <ns1:pt x="148" y="204"/>
                  </ns1:moveTo>
                  <ns1:lnTo>
                    <ns1:pt x="73" y="0"/>
                  </ns1:lnTo>
                  <ns1:lnTo>
                    <ns1:pt x="0" y="0"/>
                  </ns1:lnTo>
                  <ns1:lnTo>
                    <ns1:pt x="83" y="220"/>
                  </ns1:lnTo>
                  <ns1:lnTo>
                    <ns1:pt x="110" y="213"/>
                  </ns1:lnTo>
                  <ns1:lnTo>
                    <ns1:pt x="154" y="327"/>
                  </ns1:lnTo>
                  <ns1:lnTo>
                    <ns1:pt x="123" y="210"/>
                  </ns1:lnTo>
                  <ns1:lnTo>
                    <ns1:pt x="148" y="204"/>
                  </ns1:ln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175" name="Freeform 8"/>
            <ns0:cNvSpPr>
              <ns1:spLocks/>
            </ns0:cNvSpPr>
            <ns0:nvPr/>
          </ns0:nvSpPr>
          <ns0:spPr bwMode="auto">
            <ns1:xfrm>
              <ns1:off x="3502025" y="2851150"/>
              <ns1:ext cx="231775" cy="519113"/>
            </ns1:xfrm>
            <ns1:custGeom>
              <ns1:avLst/>
              <ns1:gdLst>
                <ns1:gd name="T0" fmla="*/ 71 w 146"/>
                <ns1:gd name="T1" fmla="*/ 0 h 327"/>
                <ns1:gd name="T2" fmla="*/ 2 w 146"/>
                <ns1:gd name="T3" fmla="*/ 204 h 327"/>
                <ns1:gd name="T4" fmla="*/ 27 w 146"/>
                <ns1:gd name="T5" fmla="*/ 211 h 327"/>
                <ns1:gd name="T6" fmla="*/ 0 w 146"/>
                <ns1:gd name="T7" fmla="*/ 327 h 327"/>
                <ns1:gd name="T8" fmla="*/ 40 w 146"/>
                <ns1:gd name="T9" fmla="*/ 214 h 327"/>
                <ns1:gd name="T10" fmla="*/ 71 w 146"/>
                <ns1:gd name="T11" fmla="*/ 222 h 327"/>
                <ns1:gd name="T12" fmla="*/ 146 w 146"/>
                <ns1:gd name="T13" fmla="*/ 0 h 327"/>
                <ns1:gd name="T14" fmla="*/ 71 w 146"/>
                <ns1:gd name="T15" fmla="*/ 0 h 327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</ns1:cxnLst>
              <ns1:rect l="0" t="0" r="r" b="b"/>
              <ns1:pathLst>
                <ns1:path w="146" h="327">
                  <ns1:moveTo>
                    <ns1:pt x="71" y="0"/>
                  </ns1:moveTo>
                  <ns1:lnTo>
                    <ns1:pt x="2" y="204"/>
                  </ns1:lnTo>
                  <ns1:lnTo>
                    <ns1:pt x="27" y="211"/>
                  </ns1:lnTo>
                  <ns1:lnTo>
                    <ns1:pt x="0" y="327"/>
                  </ns1:lnTo>
                  <ns1:lnTo>
                    <ns1:pt x="40" y="214"/>
                  </ns1:lnTo>
                  <ns1:lnTo>
                    <ns1:pt x="71" y="222"/>
                  </ns1:lnTo>
                  <ns1:lnTo>
                    <ns1:pt x="146" y="0"/>
                  </ns1:lnTo>
                  <ns1:lnTo>
                    <ns1:pt x="71" y="0"/>
                  </ns1:ln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</ns0:grpSp>
      <ns0:sp>
        <ns0:nvSpPr>
          <ns0:cNvPr id="176" name="Freeform 46"/>
          <ns0:cNvSpPr>
            <ns1:spLocks/>
          </ns0:cNvSpPr>
          <ns0:nvPr/>
        </ns0:nvSpPr>
        <ns0:spPr bwMode="auto">
          <ns1:xfrm>
            <ns1:off x="454619" y="1166328"/>
            <ns1:ext cx="226939" cy="422211"/>
          </ns1:xfrm>
          <ns1:custGeom>
            <ns1:avLst/>
            <ns1:gdLst>
              <ns1:gd name="T0" fmla="*/ 85 w 88"/>
              <ns1:gd name="T1" fmla="*/ 157 h 166"/>
              <ns1:gd name="T2" fmla="*/ 87 w 88"/>
              <ns1:gd name="T3" fmla="*/ 156 h 166"/>
              <ns1:gd name="T4" fmla="*/ 88 w 88"/>
              <ns1:gd name="T5" fmla="*/ 154 h 166"/>
              <ns1:gd name="T6" fmla="*/ 88 w 88"/>
              <ns1:gd name="T7" fmla="*/ 149 h 166"/>
              <ns1:gd name="T8" fmla="*/ 76 w 88"/>
              <ns1:gd name="T9" fmla="*/ 137 h 166"/>
              <ns1:gd name="T10" fmla="*/ 77 w 88"/>
              <ns1:gd name="T11" fmla="*/ 137 h 166"/>
              <ns1:gd name="T12" fmla="*/ 78 w 88"/>
              <ns1:gd name="T13" fmla="*/ 136 h 166"/>
              <ns1:gd name="T14" fmla="*/ 79 w 88"/>
              <ns1:gd name="T15" fmla="*/ 135 h 166"/>
              <ns1:gd name="T16" fmla="*/ 78 w 88"/>
              <ns1:gd name="T17" fmla="*/ 133 h 166"/>
              <ns1:gd name="T18" fmla="*/ 77 w 88"/>
              <ns1:gd name="T19" fmla="*/ 133 h 166"/>
              <ns1:gd name="T20" fmla="*/ 74 w 88"/>
              <ns1:gd name="T21" fmla="*/ 133 h 166"/>
              <ns1:gd name="T22" fmla="*/ 87 w 88"/>
              <ns1:gd name="T23" fmla="*/ 118 h 166"/>
              <ns1:gd name="T24" fmla="*/ 87 w 88"/>
              <ns1:gd name="T25" fmla="*/ 118 h 166"/>
              <ns1:gd name="T26" fmla="*/ 87 w 88"/>
              <ns1:gd name="T27" fmla="*/ 118 h 166"/>
              <ns1:gd name="T28" fmla="*/ 87 w 88"/>
              <ns1:gd name="T29" fmla="*/ 118 h 166"/>
              <ns1:gd name="T30" fmla="*/ 79 w 88"/>
              <ns1:gd name="T31" fmla="*/ 113 h 166"/>
              <ns1:gd name="T32" fmla="*/ 35 w 88"/>
              <ns1:gd name="T33" fmla="*/ 53 h 166"/>
              <ns1:gd name="T34" fmla="*/ 55 w 88"/>
              <ns1:gd name="T35" fmla="*/ 53 h 166"/>
              <ns1:gd name="T36" fmla="*/ 58 w 88"/>
              <ns1:gd name="T37" fmla="*/ 62 h 166"/>
              <ns1:gd name="T38" fmla="*/ 76 w 88"/>
              <ns1:gd name="T39" fmla="*/ 64 h 166"/>
              <ns1:gd name="T40" fmla="*/ 82 w 88"/>
              <ns1:gd name="T41" fmla="*/ 52 h 166"/>
              <ns1:gd name="T42" fmla="*/ 82 w 88"/>
              <ns1:gd name="T43" fmla="*/ 50 h 166"/>
              <ns1:gd name="T44" fmla="*/ 81 w 88"/>
              <ns1:gd name="T45" fmla="*/ 48 h 166"/>
              <ns1:gd name="T46" fmla="*/ 79 w 88"/>
              <ns1:gd name="T47" fmla="*/ 47 h 166"/>
              <ns1:gd name="T48" fmla="*/ 65 w 88"/>
              <ns1:gd name="T49" fmla="*/ 29 h 166"/>
              <ns1:gd name="T50" fmla="*/ 64 w 88"/>
              <ns1:gd name="T51" fmla="*/ 27 h 166"/>
              <ns1:gd name="T52" fmla="*/ 64 w 88"/>
              <ns1:gd name="T53" fmla="*/ 26 h 166"/>
              <ns1:gd name="T54" fmla="*/ 63 w 88"/>
              <ns1:gd name="T55" fmla="*/ 24 h 166"/>
              <ns1:gd name="T56" fmla="*/ 54 w 88"/>
              <ns1:gd name="T57" fmla="*/ 16 h 166"/>
              <ns1:gd name="T58" fmla="*/ 65 w 88"/>
              <ns1:gd name="T59" fmla="*/ 8 h 166"/>
              <ns1:gd name="T60" fmla="*/ 30 w 88"/>
              <ns1:gd name="T61" fmla="*/ 0 h 166"/>
              <ns1:gd name="T62" fmla="*/ 17 w 88"/>
              <ns1:gd name="T63" fmla="*/ 13 h 166"/>
              <ns1:gd name="T64" fmla="*/ 3 w 88"/>
              <ns1:gd name="T65" fmla="*/ 34 h 166"/>
              <ns1:gd name="T66" fmla="*/ 1 w 88"/>
              <ns1:gd name="T67" fmla="*/ 59 h 166"/>
              <ns1:gd name="T68" fmla="*/ 8 w 88"/>
              <ns1:gd name="T69" fmla="*/ 123 h 166"/>
              <ns1:gd name="T70" fmla="*/ 17 w 88"/>
              <ns1:gd name="T71" fmla="*/ 133 h 166"/>
              <ns1:gd name="T72" fmla="*/ 13 w 88"/>
              <ns1:gd name="T73" fmla="*/ 133 h 166"/>
              <ns1:gd name="T74" fmla="*/ 12 w 88"/>
              <ns1:gd name="T75" fmla="*/ 133 h 166"/>
              <ns1:gd name="T76" fmla="*/ 11 w 88"/>
              <ns1:gd name="T77" fmla="*/ 135 h 166"/>
              <ns1:gd name="T78" fmla="*/ 12 w 88"/>
              <ns1:gd name="T79" fmla="*/ 136 h 166"/>
              <ns1:gd name="T80" fmla="*/ 13 w 88"/>
              <ns1:gd name="T81" fmla="*/ 137 h 166"/>
              <ns1:gd name="T82" fmla="*/ 14 w 88"/>
              <ns1:gd name="T83" fmla="*/ 137 h 166"/>
              <ns1:gd name="T84" fmla="*/ 2 w 88"/>
              <ns1:gd name="T85" fmla="*/ 149 h 166"/>
              <ns1:gd name="T86" fmla="*/ 2 w 88"/>
              <ns1:gd name="T87" fmla="*/ 154 h 166"/>
              <ns1:gd name="T88" fmla="*/ 3 w 88"/>
              <ns1:gd name="T89" fmla="*/ 156 h 166"/>
              <ns1:gd name="T90" fmla="*/ 5 w 88"/>
              <ns1:gd name="T91" fmla="*/ 157 h 166"/>
              <ns1:gd name="T92" fmla="*/ 5 w 88"/>
              <ns1:gd name="T93" fmla="*/ 157 h 166"/>
              <ns1:gd name="T94" fmla="*/ 5 w 88"/>
              <ns1:gd name="T95" fmla="*/ 160 h 166"/>
              <ns1:gd name="T96" fmla="*/ 5 w 88"/>
              <ns1:gd name="T97" fmla="*/ 160 h 166"/>
              <ns1:gd name="T98" fmla="*/ 3 w 88"/>
              <ns1:gd name="T99" fmla="*/ 160 h 166"/>
              <ns1:gd name="T100" fmla="*/ 2 w 88"/>
              <ns1:gd name="T101" fmla="*/ 163 h 166"/>
              <ns1:gd name="T102" fmla="*/ 2 w 88"/>
              <ns1:gd name="T103" fmla="*/ 163 h 166"/>
              <ns1:gd name="T104" fmla="*/ 3 w 88"/>
              <ns1:gd name="T105" fmla="*/ 165 h 166"/>
              <ns1:gd name="T106" fmla="*/ 5 w 88"/>
              <ns1:gd name="T107" fmla="*/ 166 h 166"/>
              <ns1:gd name="T108" fmla="*/ 85 w 88"/>
              <ns1:gd name="T109" fmla="*/ 166 h 166"/>
              <ns1:gd name="T110" fmla="*/ 87 w 88"/>
              <ns1:gd name="T111" fmla="*/ 165 h 166"/>
              <ns1:gd name="T112" fmla="*/ 88 w 88"/>
              <ns1:gd name="T113" fmla="*/ 163 h 166"/>
              <ns1:gd name="T114" fmla="*/ 88 w 88"/>
              <ns1:gd name="T115" fmla="*/ 163 h 166"/>
              <ns1:gd name="T116" fmla="*/ 87 w 88"/>
              <ns1:gd name="T117" fmla="*/ 160 h 166"/>
              <ns1:gd name="T118" fmla="*/ 85 w 88"/>
              <ns1:gd name="T119" fmla="*/ 160 h 166"/>
              <ns1:gd name="T120" fmla="*/ 85 w 88"/>
              <ns1:gd name="T121" fmla="*/ 160 h 166"/>
              <ns1:gd name="T122" fmla="*/ 85 w 88"/>
              <ns1:gd name="T123" fmla="*/ 157 h 166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  <ns1:cxn ang="0">
                <ns1:pos x="T32" y="T33"/>
              </ns1:cxn>
              <ns1:cxn ang="0">
                <ns1:pos x="T34" y="T35"/>
              </ns1:cxn>
              <ns1:cxn ang="0">
                <ns1:pos x="T36" y="T37"/>
              </ns1:cxn>
              <ns1:cxn ang="0">
                <ns1:pos x="T38" y="T39"/>
              </ns1:cxn>
              <ns1:cxn ang="0">
                <ns1:pos x="T40" y="T41"/>
              </ns1:cxn>
              <ns1:cxn ang="0">
                <ns1:pos x="T42" y="T43"/>
              </ns1:cxn>
              <ns1:cxn ang="0">
                <ns1:pos x="T44" y="T45"/>
              </ns1:cxn>
              <ns1:cxn ang="0">
                <ns1:pos x="T46" y="T47"/>
              </ns1:cxn>
              <ns1:cxn ang="0">
                <ns1:pos x="T48" y="T49"/>
              </ns1:cxn>
              <ns1:cxn ang="0">
                <ns1:pos x="T50" y="T51"/>
              </ns1:cxn>
              <ns1:cxn ang="0">
                <ns1:pos x="T52" y="T53"/>
              </ns1:cxn>
              <ns1:cxn ang="0">
                <ns1:pos x="T54" y="T55"/>
              </ns1:cxn>
              <ns1:cxn ang="0">
                <ns1:pos x="T56" y="T57"/>
              </ns1:cxn>
              <ns1:cxn ang="0">
                <ns1:pos x="T58" y="T59"/>
              </ns1:cxn>
              <ns1:cxn ang="0">
                <ns1:pos x="T60" y="T61"/>
              </ns1:cxn>
              <ns1:cxn ang="0">
                <ns1:pos x="T62" y="T63"/>
              </ns1:cxn>
              <ns1:cxn ang="0">
                <ns1:pos x="T64" y="T65"/>
              </ns1:cxn>
              <ns1:cxn ang="0">
                <ns1:pos x="T66" y="T67"/>
              </ns1:cxn>
              <ns1:cxn ang="0">
                <ns1:pos x="T68" y="T69"/>
              </ns1:cxn>
              <ns1:cxn ang="0">
                <ns1:pos x="T70" y="T71"/>
              </ns1:cxn>
              <ns1:cxn ang="0">
                <ns1:pos x="T72" y="T73"/>
              </ns1:cxn>
              <ns1:cxn ang="0">
                <ns1:pos x="T74" y="T75"/>
              </ns1:cxn>
              <ns1:cxn ang="0">
                <ns1:pos x="T76" y="T77"/>
              </ns1:cxn>
              <ns1:cxn ang="0">
                <ns1:pos x="T78" y="T79"/>
              </ns1:cxn>
              <ns1:cxn ang="0">
                <ns1:pos x="T80" y="T81"/>
              </ns1:cxn>
              <ns1:cxn ang="0">
                <ns1:pos x="T82" y="T83"/>
              </ns1:cxn>
              <ns1:cxn ang="0">
                <ns1:pos x="T84" y="T85"/>
              </ns1:cxn>
              <ns1:cxn ang="0">
                <ns1:pos x="T86" y="T87"/>
              </ns1:cxn>
              <ns1:cxn ang="0">
                <ns1:pos x="T88" y="T89"/>
              </ns1:cxn>
              <ns1:cxn ang="0">
                <ns1:pos x="T90" y="T91"/>
              </ns1:cxn>
              <ns1:cxn ang="0">
                <ns1:pos x="T92" y="T93"/>
              </ns1:cxn>
              <ns1:cxn ang="0">
                <ns1:pos x="T94" y="T95"/>
              </ns1:cxn>
              <ns1:cxn ang="0">
                <ns1:pos x="T96" y="T97"/>
              </ns1:cxn>
              <ns1:cxn ang="0">
                <ns1:pos x="T98" y="T99"/>
              </ns1:cxn>
              <ns1:cxn ang="0">
                <ns1:pos x="T100" y="T101"/>
              </ns1:cxn>
              <ns1:cxn ang="0">
                <ns1:pos x="T102" y="T103"/>
              </ns1:cxn>
              <ns1:cxn ang="0">
                <ns1:pos x="T104" y="T105"/>
              </ns1:cxn>
              <ns1:cxn ang="0">
                <ns1:pos x="T106" y="T107"/>
              </ns1:cxn>
              <ns1:cxn ang="0">
                <ns1:pos x="T108" y="T109"/>
              </ns1:cxn>
              <ns1:cxn ang="0">
                <ns1:pos x="T110" y="T111"/>
              </ns1:cxn>
              <ns1:cxn ang="0">
                <ns1:pos x="T112" y="T113"/>
              </ns1:cxn>
              <ns1:cxn ang="0">
                <ns1:pos x="T114" y="T115"/>
              </ns1:cxn>
              <ns1:cxn ang="0">
                <ns1:pos x="T116" y="T117"/>
              </ns1:cxn>
              <ns1:cxn ang="0">
                <ns1:pos x="T118" y="T119"/>
              </ns1:cxn>
              <ns1:cxn ang="0">
                <ns1:pos x="T120" y="T121"/>
              </ns1:cxn>
              <ns1:cxn ang="0">
                <ns1:pos x="T122" y="T123"/>
              </ns1:cxn>
            </ns1:cxnLst>
            <ns1:rect l="0" t="0" r="r" b="b"/>
            <ns1:pathLst>
              <ns1:path w="88" h="166">
                <ns1:moveTo>
                  <ns1:pt x="85" y="157"/>
                </ns1:moveTo>
                <ns1:cubicBezTo>
                  <ns1:pt x="86" y="157"/>
                  <ns1:pt x="87" y="157"/>
                  <ns1:pt x="87" y="156"/>
                </ns1:cubicBezTo>
                <ns1:cubicBezTo>
                  <ns1:pt x="88" y="156"/>
                  <ns1:pt x="88" y="155"/>
                  <ns1:pt x="88" y="154"/>
                </ns1:cubicBezTo>
                <ns1:cubicBezTo>
                  <ns1:pt x="88" y="149"/>
                  <ns1:pt x="88" y="149"/>
                  <ns1:pt x="88" y="149"/>
                </ns1:cubicBezTo>
                <ns1:cubicBezTo>
                  <ns1:pt x="82" y="149"/>
                  <ns1:pt x="76" y="143"/>
                  <ns1:pt x="76" y="137"/>
                </ns1:cubicBezTo>
                <ns1:cubicBezTo>
                  <ns1:pt x="77" y="137"/>
                  <ns1:pt x="77" y="137"/>
                  <ns1:pt x="77" y="137"/>
                </ns1:cubicBezTo>
                <ns1:cubicBezTo>
                  <ns1:pt x="78" y="137"/>
                  <ns1:pt x="78" y="137"/>
                  <ns1:pt x="78" y="136"/>
                </ns1:cubicBezTo>
                <ns1:cubicBezTo>
                  <ns1:pt x="79" y="136"/>
                  <ns1:pt x="79" y="135"/>
                  <ns1:pt x="79" y="135"/>
                </ns1:cubicBezTo>
                <ns1:cubicBezTo>
                  <ns1:pt x="79" y="134"/>
                  <ns1:pt x="79" y="134"/>
                  <ns1:pt x="78" y="133"/>
                </ns1:cubicBezTo>
                <ns1:cubicBezTo>
                  <ns1:pt x="78" y="133"/>
                  <ns1:pt x="78" y="133"/>
                  <ns1:pt x="77" y="133"/>
                </ns1:cubicBezTo>
                <ns1:cubicBezTo>
                  <ns1:pt x="74" y="133"/>
                  <ns1:pt x="74" y="133"/>
                  <ns1:pt x="74" y="133"/>
                </ns1:cubicBezTo>
                <ns1:cubicBezTo>
                  <ns1:pt x="84" y="128"/>
                  <ns1:pt x="87" y="118"/>
                  <ns1:pt x="87" y="118"/>
                </ns1:cubicBezTo>
                <ns1:cubicBezTo>
                  <ns1:pt x="87" y="118"/>
                  <ns1:pt x="87" y="118"/>
                  <ns1:pt x="87" y="118"/>
                </ns1:cubicBezTo>
                <ns1:cubicBezTo>
                  <ns1:pt x="87" y="118"/>
                  <ns1:pt x="87" y="118"/>
                  <ns1:pt x="87" y="118"/>
                </ns1:cubicBezTo>
                <ns1:cubicBezTo>
                  <ns1:pt x="87" y="118"/>
                  <ns1:pt x="87" y="118"/>
                  <ns1:pt x="87" y="118"/>
                </ns1:cubicBezTo>
                <ns1:cubicBezTo>
                  <ns1:pt x="79" y="113"/>
                  <ns1:pt x="79" y="113"/>
                  <ns1:pt x="79" y="113"/>
                </ns1:cubicBezTo>
                <ns1:cubicBezTo>
                  <ns1:pt x="65" y="104"/>
                  <ns1:pt x="38" y="82"/>
                  <ns1:pt x="35" y="53"/>
                </ns1:cubicBezTo>
                <ns1:cubicBezTo>
                  <ns1:pt x="39" y="55"/>
                  <ns1:pt x="49" y="56"/>
                  <ns1:pt x="55" y="53"/>
                </ns1:cubicBezTo>
                <ns1:cubicBezTo>
                  <ns1:pt x="56" y="54"/>
                  <ns1:pt x="59" y="57"/>
                  <ns1:pt x="58" y="62"/>
                </ns1:cubicBezTo>
                <ns1:cubicBezTo>
                  <ns1:pt x="65" y="66"/>
                  <ns1:pt x="76" y="64"/>
                  <ns1:pt x="76" y="64"/>
                </ns1:cubicBezTo>
                <ns1:cubicBezTo>
                  <ns1:pt x="82" y="52"/>
                  <ns1:pt x="82" y="52"/>
                  <ns1:pt x="82" y="52"/>
                </ns1:cubicBezTo>
                <ns1:cubicBezTo>
                  <ns1:pt x="82" y="51"/>
                  <ns1:pt x="82" y="50"/>
                  <ns1:pt x="82" y="50"/>
                </ns1:cubicBezTo>
                <ns1:cubicBezTo>
                  <ns1:pt x="82" y="49"/>
                  <ns1:pt x="81" y="49"/>
                  <ns1:pt x="81" y="48"/>
                </ns1:cubicBezTo>
                <ns1:cubicBezTo>
                  <ns1:pt x="79" y="47"/>
                  <ns1:pt x="79" y="47"/>
                  <ns1:pt x="79" y="47"/>
                </ns1:cubicBezTo>
                <ns1:cubicBezTo>
                  <ns1:pt x="65" y="29"/>
                  <ns1:pt x="65" y="29"/>
                  <ns1:pt x="65" y="29"/>
                </ns1:cubicBezTo>
                <ns1:cubicBezTo>
                  <ns1:pt x="64" y="27"/>
                  <ns1:pt x="64" y="27"/>
                  <ns1:pt x="64" y="27"/>
                </ns1:cubicBezTo>
                <ns1:cubicBezTo>
                  <ns1:pt x="64" y="26"/>
                  <ns1:pt x="64" y="26"/>
                  <ns1:pt x="64" y="26"/>
                </ns1:cubicBezTo>
                <ns1:cubicBezTo>
                  <ns1:pt x="63" y="25"/>
                  <ns1:pt x="63" y="25"/>
                  <ns1:pt x="63" y="24"/>
                </ns1:cubicBezTo>
                <ns1:cubicBezTo>
                  <ns1:pt x="54" y="16"/>
                  <ns1:pt x="54" y="16"/>
                  <ns1:pt x="54" y="16"/>
                </ns1:cubicBezTo>
                <ns1:cubicBezTo>
                  <ns1:pt x="65" y="8"/>
                  <ns1:pt x="65" y="8"/>
                  <ns1:pt x="65" y="8"/>
                </ns1:cubicBezTo>
                <ns1:cubicBezTo>
                  <ns1:pt x="30" y="0"/>
                  <ns1:pt x="30" y="0"/>
                  <ns1:pt x="30" y="0"/>
                </ns1:cubicBezTo>
                <ns1:cubicBezTo>
                  <ns1:pt x="17" y="13"/>
                  <ns1:pt x="17" y="13"/>
                  <ns1:pt x="17" y="13"/>
                </ns1:cubicBezTo>
                <ns1:cubicBezTo>
                  <ns1:pt x="11" y="19"/>
                  <ns1:pt x="6" y="26"/>
                  <ns1:pt x="3" y="34"/>
                </ns1:cubicBezTo>
                <ns1:cubicBezTo>
                  <ns1:pt x="0" y="43"/>
                  <ns1:pt x="0" y="51"/>
                  <ns1:pt x="1" y="59"/>
                </ns1:cubicBezTo>
                <ns1:cubicBezTo>
                  <ns1:pt x="8" y="123"/>
                  <ns1:pt x="8" y="123"/>
                  <ns1:pt x="8" y="123"/>
                </ns1:cubicBezTo>
                <ns1:cubicBezTo>
                  <ns1:pt x="17" y="133"/>
                  <ns1:pt x="17" y="133"/>
                  <ns1:pt x="17" y="133"/>
                </ns1:cubicBezTo>
                <ns1:cubicBezTo>
                  <ns1:pt x="13" y="133"/>
                  <ns1:pt x="13" y="133"/>
                  <ns1:pt x="13" y="133"/>
                </ns1:cubicBezTo>
                <ns1:cubicBezTo>
                  <ns1:pt x="13" y="133"/>
                  <ns1:pt x="12" y="133"/>
                  <ns1:pt x="12" y="133"/>
                </ns1:cubicBezTo>
                <ns1:cubicBezTo>
                  <ns1:pt x="11" y="134"/>
                  <ns1:pt x="11" y="134"/>
                  <ns1:pt x="11" y="135"/>
                </ns1:cubicBezTo>
                <ns1:cubicBezTo>
                  <ns1:pt x="11" y="135"/>
                  <ns1:pt x="11" y="136"/>
                  <ns1:pt x="12" y="136"/>
                </ns1:cubicBezTo>
                <ns1:cubicBezTo>
                  <ns1:pt x="12" y="137"/>
                  <ns1:pt x="13" y="137"/>
                  <ns1:pt x="13" y="137"/>
                </ns1:cubicBezTo>
                <ns1:cubicBezTo>
                  <ns1:pt x="14" y="137"/>
                  <ns1:pt x="14" y="137"/>
                  <ns1:pt x="14" y="137"/>
                </ns1:cubicBezTo>
                <ns1:cubicBezTo>
                  <ns1:pt x="14" y="143"/>
                  <ns1:pt x="9" y="149"/>
                  <ns1:pt x="2" y="149"/>
                </ns1:cubicBezTo>
                <ns1:cubicBezTo>
                  <ns1:pt x="2" y="154"/>
                  <ns1:pt x="2" y="154"/>
                  <ns1:pt x="2" y="154"/>
                </ns1:cubicBezTo>
                <ns1:cubicBezTo>
                  <ns1:pt x="2" y="155"/>
                  <ns1:pt x="2" y="156"/>
                  <ns1:pt x="3" y="156"/>
                </ns1:cubicBezTo>
                <ns1:cubicBezTo>
                  <ns1:pt x="3" y="157"/>
                  <ns1:pt x="4" y="157"/>
                  <ns1:pt x="5" y="157"/>
                </ns1:cubicBezTo>
                <ns1:cubicBezTo>
                  <ns1:pt x="5" y="157"/>
                  <ns1:pt x="5" y="157"/>
                  <ns1:pt x="5" y="157"/>
                </ns1:cubicBezTo>
                <ns1:cubicBezTo>
                  <ns1:pt x="5" y="160"/>
                  <ns1:pt x="5" y="160"/>
                  <ns1:pt x="5" y="160"/>
                </ns1:cubicBezTo>
                <ns1:cubicBezTo>
                  <ns1:pt x="5" y="160"/>
                  <ns1:pt x="5" y="160"/>
                  <ns1:pt x="5" y="160"/>
                </ns1:cubicBezTo>
                <ns1:cubicBezTo>
                  <ns1:pt x="4" y="160"/>
                  <ns1:pt x="3" y="160"/>
                  <ns1:pt x="3" y="160"/>
                </ns1:cubicBezTo>
                <ns1:cubicBezTo>
                  <ns1:pt x="2" y="161"/>
                  <ns1:pt x="2" y="162"/>
                  <ns1:pt x="2" y="163"/>
                </ns1:cubicBezTo>
                <ns1:cubicBezTo>
                  <ns1:pt x="2" y="163"/>
                  <ns1:pt x="2" y="163"/>
                  <ns1:pt x="2" y="163"/>
                </ns1:cubicBezTo>
                <ns1:cubicBezTo>
                  <ns1:pt x="2" y="164"/>
                  <ns1:pt x="2" y="165"/>
                  <ns1:pt x="3" y="165"/>
                </ns1:cubicBezTo>
                <ns1:cubicBezTo>
                  <ns1:pt x="3" y="166"/>
                  <ns1:pt x="4" y="166"/>
                  <ns1:pt x="5" y="166"/>
                </ns1:cubicBezTo>
                <ns1:cubicBezTo>
                  <ns1:pt x="85" y="166"/>
                  <ns1:pt x="85" y="166"/>
                  <ns1:pt x="85" y="166"/>
                </ns1:cubicBezTo>
                <ns1:cubicBezTo>
                  <ns1:pt x="86" y="166"/>
                  <ns1:pt x="87" y="166"/>
                  <ns1:pt x="87" y="165"/>
                </ns1:cubicBezTo>
                <ns1:cubicBezTo>
                  <ns1:pt x="88" y="165"/>
                  <ns1:pt x="88" y="164"/>
                  <ns1:pt x="88" y="163"/>
                </ns1:cubicBezTo>
                <ns1:cubicBezTo>
                  <ns1:pt x="88" y="163"/>
                  <ns1:pt x="88" y="163"/>
                  <ns1:pt x="88" y="163"/>
                </ns1:cubicBezTo>
                <ns1:cubicBezTo>
                  <ns1:pt x="88" y="162"/>
                  <ns1:pt x="88" y="161"/>
                  <ns1:pt x="87" y="160"/>
                </ns1:cubicBezTo>
                <ns1:cubicBezTo>
                  <ns1:pt x="87" y="160"/>
                  <ns1:pt x="86" y="160"/>
                  <ns1:pt x="85" y="160"/>
                </ns1:cubicBezTo>
                <ns1:cubicBezTo>
                  <ns1:pt x="85" y="160"/>
                  <ns1:pt x="85" y="160"/>
                  <ns1:pt x="85" y="160"/>
                </ns1:cubicBezTo>
                <ns1:cubicBezTo>
                  <ns1:pt x="85" y="157"/>
                  <ns1:pt x="85" y="157"/>
                  <ns1:pt x="85" y="157"/>
                </ns1:cubicBezTo>
                <ns1:close/>
              </ns1:path>
            </ns1:pathLst>
          </ns1:custGeom>
          <ns1:solidFill>
            <ns1:schemeClr val="tx1"/>
          </ns1:solidFill>
          <ns1:ln>
            <ns1:noFill/>
          </ns1:ln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id-ID" sz="2700"/>
          </ns1:p>
        </ns0:txBody>
      </ns0:sp>
      <ns0:grpSp>
        <ns0:nvGrpSpPr>
          <ns0:cNvPr id="177" name="Group 176"/>
          <ns0:cNvGrpSpPr/>
          <ns0:nvPr/>
        </ns0:nvGrpSpPr>
        <ns0:grpSpPr>
          <ns1:xfrm>
            <ns1:off x="10138860" y="3734602"/>
            <ns1:ext cx="385896" cy="389166"/>
            <ns1:chOff x="3459163" y="2605088"/>
            <ns1:chExt cx="561975" cy="566737"/>
          </ns1:xfrm>
          <ns1:solidFill>
            <ns1:schemeClr val="tx1"/>
          </ns1:solidFill>
        </ns0:grpSpPr>
        <ns0:sp>
          <ns0:nvSpPr>
            <ns0:cNvPr id="178" name="Freeform 5"/>
            <ns0:cNvSpPr>
              <ns1:spLocks noEditPoints="1"/>
            </ns0:cNvSpPr>
            <ns0:nvPr/>
          </ns0:nvSpPr>
          <ns0:spPr bwMode="auto">
            <ns1:xfrm>
              <ns1:off x="3459163" y="2605088"/>
              <ns1:ext cx="561975" cy="566737"/>
            </ns1:xfrm>
            <ns1:custGeom>
              <ns1:avLst/>
              <ns1:gdLst>
                <ns1:gd name="T0" fmla="*/ 0 w 354"/>
                <ns1:gd name="T1" fmla="*/ 0 h 357"/>
                <ns1:gd name="T2" fmla="*/ 0 w 354"/>
                <ns1:gd name="T3" fmla="*/ 357 h 357"/>
                <ns1:gd name="T4" fmla="*/ 354 w 354"/>
                <ns1:gd name="T5" fmla="*/ 357 h 357"/>
                <ns1:gd name="T6" fmla="*/ 354 w 354"/>
                <ns1:gd name="T7" fmla="*/ 0 h 357"/>
                <ns1:gd name="T8" fmla="*/ 0 w 354"/>
                <ns1:gd name="T9" fmla="*/ 0 h 357"/>
                <ns1:gd name="T10" fmla="*/ 133 w 354"/>
                <ns1:gd name="T11" fmla="*/ 45 h 357"/>
                <ns1:gd name="T12" fmla="*/ 155 w 354"/>
                <ns1:gd name="T13" fmla="*/ 45 h 357"/>
                <ns1:gd name="T14" fmla="*/ 155 w 354"/>
                <ns1:gd name="T15" fmla="*/ 67 h 357"/>
                <ns1:gd name="T16" fmla="*/ 133 w 354"/>
                <ns1:gd name="T17" fmla="*/ 67 h 357"/>
                <ns1:gd name="T18" fmla="*/ 133 w 354"/>
                <ns1:gd name="T19" fmla="*/ 45 h 357"/>
                <ns1:gd name="T20" fmla="*/ 88 w 354"/>
                <ns1:gd name="T21" fmla="*/ 45 h 357"/>
                <ns1:gd name="T22" fmla="*/ 111 w 354"/>
                <ns1:gd name="T23" fmla="*/ 45 h 357"/>
                <ns1:gd name="T24" fmla="*/ 111 w 354"/>
                <ns1:gd name="T25" fmla="*/ 67 h 357"/>
                <ns1:gd name="T26" fmla="*/ 88 w 354"/>
                <ns1:gd name="T27" fmla="*/ 67 h 357"/>
                <ns1:gd name="T28" fmla="*/ 88 w 354"/>
                <ns1:gd name="T29" fmla="*/ 45 h 357"/>
                <ns1:gd name="T30" fmla="*/ 44 w 354"/>
                <ns1:gd name="T31" fmla="*/ 45 h 357"/>
                <ns1:gd name="T32" fmla="*/ 66 w 354"/>
                <ns1:gd name="T33" fmla="*/ 45 h 357"/>
                <ns1:gd name="T34" fmla="*/ 66 w 354"/>
                <ns1:gd name="T35" fmla="*/ 67 h 357"/>
                <ns1:gd name="T36" fmla="*/ 44 w 354"/>
                <ns1:gd name="T37" fmla="*/ 67 h 357"/>
                <ns1:gd name="T38" fmla="*/ 44 w 354"/>
                <ns1:gd name="T39" fmla="*/ 45 h 357"/>
                <ns1:gd name="T40" fmla="*/ 310 w 354"/>
                <ns1:gd name="T41" fmla="*/ 312 h 357"/>
                <ns1:gd name="T42" fmla="*/ 44 w 354"/>
                <ns1:gd name="T43" fmla="*/ 312 h 357"/>
                <ns1:gd name="T44" fmla="*/ 44 w 354"/>
                <ns1:gd name="T45" fmla="*/ 89 h 357"/>
                <ns1:gd name="T46" fmla="*/ 310 w 354"/>
                <ns1:gd name="T47" fmla="*/ 89 h 357"/>
                <ns1:gd name="T48" fmla="*/ 310 w 354"/>
                <ns1:gd name="T49" fmla="*/ 312 h 357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  <ns1:cxn ang="0">
                  <ns1:pos x="T30" y="T31"/>
                </ns1:cxn>
                <ns1:cxn ang="0">
                  <ns1:pos x="T32" y="T33"/>
                </ns1:cxn>
                <ns1:cxn ang="0">
                  <ns1:pos x="T34" y="T35"/>
                </ns1:cxn>
                <ns1:cxn ang="0">
                  <ns1:pos x="T36" y="T37"/>
                </ns1:cxn>
                <ns1:cxn ang="0">
                  <ns1:pos x="T38" y="T39"/>
                </ns1:cxn>
                <ns1:cxn ang="0">
                  <ns1:pos x="T40" y="T41"/>
                </ns1:cxn>
                <ns1:cxn ang="0">
                  <ns1:pos x="T42" y="T43"/>
                </ns1:cxn>
                <ns1:cxn ang="0">
                  <ns1:pos x="T44" y="T45"/>
                </ns1:cxn>
                <ns1:cxn ang="0">
                  <ns1:pos x="T46" y="T47"/>
                </ns1:cxn>
                <ns1:cxn ang="0">
                  <ns1:pos x="T48" y="T49"/>
                </ns1:cxn>
              </ns1:cxnLst>
              <ns1:rect l="0" t="0" r="r" b="b"/>
              <ns1:pathLst>
                <ns1:path w="354" h="357">
                  <ns1:moveTo>
                    <ns1:pt x="0" y="0"/>
                  </ns1:moveTo>
                  <ns1:lnTo>
                    <ns1:pt x="0" y="357"/>
                  </ns1:lnTo>
                  <ns1:lnTo>
                    <ns1:pt x="354" y="357"/>
                  </ns1:lnTo>
                  <ns1:lnTo>
                    <ns1:pt x="354" y="0"/>
                  </ns1:lnTo>
                  <ns1:lnTo>
                    <ns1:pt x="0" y="0"/>
                  </ns1:lnTo>
                  <ns1:close/>
                  <ns1:moveTo>
                    <ns1:pt x="133" y="45"/>
                  </ns1:moveTo>
                  <ns1:lnTo>
                    <ns1:pt x="155" y="45"/>
                  </ns1:lnTo>
                  <ns1:lnTo>
                    <ns1:pt x="155" y="67"/>
                  </ns1:lnTo>
                  <ns1:lnTo>
                    <ns1:pt x="133" y="67"/>
                  </ns1:lnTo>
                  <ns1:lnTo>
                    <ns1:pt x="133" y="45"/>
                  </ns1:lnTo>
                  <ns1:close/>
                  <ns1:moveTo>
                    <ns1:pt x="88" y="45"/>
                  </ns1:moveTo>
                  <ns1:lnTo>
                    <ns1:pt x="111" y="45"/>
                  </ns1:lnTo>
                  <ns1:lnTo>
                    <ns1:pt x="111" y="67"/>
                  </ns1:lnTo>
                  <ns1:lnTo>
                    <ns1:pt x="88" y="67"/>
                  </ns1:lnTo>
                  <ns1:lnTo>
                    <ns1:pt x="88" y="45"/>
                  </ns1:lnTo>
                  <ns1:close/>
                  <ns1:moveTo>
                    <ns1:pt x="44" y="45"/>
                  </ns1:moveTo>
                  <ns1:lnTo>
                    <ns1:pt x="66" y="45"/>
                  </ns1:lnTo>
                  <ns1:lnTo>
                    <ns1:pt x="66" y="67"/>
                  </ns1:lnTo>
                  <ns1:lnTo>
                    <ns1:pt x="44" y="67"/>
                  </ns1:lnTo>
                  <ns1:lnTo>
                    <ns1:pt x="44" y="45"/>
                  </ns1:lnTo>
                  <ns1:close/>
                  <ns1:moveTo>
                    <ns1:pt x="310" y="312"/>
                  </ns1:moveTo>
                  <ns1:lnTo>
                    <ns1:pt x="44" y="312"/>
                  </ns1:lnTo>
                  <ns1:lnTo>
                    <ns1:pt x="44" y="89"/>
                  </ns1:lnTo>
                  <ns1:lnTo>
                    <ns1:pt x="310" y="89"/>
                  </ns1:lnTo>
                  <ns1:lnTo>
                    <ns1:pt x="310" y="312"/>
                  </ns1:ln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179" name="Freeform 6"/>
            <ns0:cNvSpPr>
              <ns1:spLocks/>
            </ns0:cNvSpPr>
            <ns0:nvPr/>
          </ns0:nvSpPr>
          <ns0:spPr bwMode="auto">
            <ns1:xfrm>
              <ns1:off x="3598863" y="2817813"/>
              <ns1:ext cx="282575" cy="247650"/>
            </ns1:xfrm>
            <ns1:custGeom>
              <ns1:avLst/>
              <ns1:gdLst>
                <ns1:gd name="T0" fmla="*/ 45 w 178"/>
                <ns1:gd name="T1" fmla="*/ 156 h 156"/>
                <ns1:gd name="T2" fmla="*/ 133 w 178"/>
                <ns1:gd name="T3" fmla="*/ 156 h 156"/>
                <ns1:gd name="T4" fmla="*/ 133 w 178"/>
                <ns1:gd name="T5" fmla="*/ 89 h 156"/>
                <ns1:gd name="T6" fmla="*/ 178 w 178"/>
                <ns1:gd name="T7" fmla="*/ 89 h 156"/>
                <ns1:gd name="T8" fmla="*/ 89 w 178"/>
                <ns1:gd name="T9" fmla="*/ 0 h 156"/>
                <ns1:gd name="T10" fmla="*/ 0 w 178"/>
                <ns1:gd name="T11" fmla="*/ 89 h 156"/>
                <ns1:gd name="T12" fmla="*/ 45 w 178"/>
                <ns1:gd name="T13" fmla="*/ 89 h 156"/>
                <ns1:gd name="T14" fmla="*/ 45 w 178"/>
                <ns1:gd name="T15" fmla="*/ 156 h 156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</ns1:cxnLst>
              <ns1:rect l="0" t="0" r="r" b="b"/>
              <ns1:pathLst>
                <ns1:path w="178" h="156">
                  <ns1:moveTo>
                    <ns1:pt x="45" y="156"/>
                  </ns1:moveTo>
                  <ns1:lnTo>
                    <ns1:pt x="133" y="156"/>
                  </ns1:lnTo>
                  <ns1:lnTo>
                    <ns1:pt x="133" y="89"/>
                  </ns1:lnTo>
                  <ns1:lnTo>
                    <ns1:pt x="178" y="89"/>
                  </ns1:lnTo>
                  <ns1:lnTo>
                    <ns1:pt x="89" y="0"/>
                  </ns1:lnTo>
                  <ns1:lnTo>
                    <ns1:pt x="0" y="89"/>
                  </ns1:lnTo>
                  <ns1:lnTo>
                    <ns1:pt x="45" y="89"/>
                  </ns1:lnTo>
                  <ns1:lnTo>
                    <ns1:pt x="45" y="156"/>
                  </ns1:ln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</ns0:grpSp>
      <ns0:grpSp>
        <ns0:nvGrpSpPr>
          <ns0:cNvPr id="180" name="Group 179"/>
          <ns0:cNvGrpSpPr/>
          <ns0:nvPr/>
        </ns0:nvGrpSpPr>
        <ns0:grpSpPr>
          <ns1:xfrm rot="21545399">
            <ns1:off x="2256471" y="3688551"/>
            <ns1:ext cx="318841" cy="481269"/>
            <ns1:chOff x="2289175" y="1751013"/>
            <ns1:chExt cx="168275" cy="254001"/>
          </ns1:xfrm>
          <ns1:solidFill>
            <ns1:schemeClr val="tx1"/>
          </ns1:solidFill>
        </ns0:grpSpPr>
        <ns0:sp>
          <ns0:nvSpPr>
            <ns0:cNvPr id="181" name="Freeform 110"/>
            <ns0:cNvSpPr>
              <ns1:spLocks noEditPoints="1"/>
            </ns0:cNvSpPr>
            <ns0:nvPr/>
          </ns0:nvSpPr>
          <ns0:spPr bwMode="auto">
            <ns1:xfrm>
              <ns1:off x="2289175" y="1812926"/>
              <ns1:ext cx="168275" cy="192088"/>
            </ns1:xfrm>
            <ns1:custGeom>
              <ns1:avLst/>
              <ns1:gdLst>
                <ns1:gd name="T0" fmla="*/ 32 w 63"/>
                <ns1:gd name="T1" fmla="*/ 56 h 72"/>
                <ns1:gd name="T2" fmla="*/ 48 w 63"/>
                <ns1:gd name="T3" fmla="*/ 72 h 72"/>
                <ns1:gd name="T4" fmla="*/ 63 w 63"/>
                <ns1:gd name="T5" fmla="*/ 72 h 72"/>
                <ns1:gd name="T6" fmla="*/ 33 w 63"/>
                <ns1:gd name="T7" fmla="*/ 15 h 72"/>
                <ns1:gd name="T8" fmla="*/ 39 w 63"/>
                <ns1:gd name="T9" fmla="*/ 7 h 72"/>
                <ns1:gd name="T10" fmla="*/ 32 w 63"/>
                <ns1:gd name="T11" fmla="*/ 0 h 72"/>
                <ns1:gd name="T12" fmla="*/ 24 w 63"/>
                <ns1:gd name="T13" fmla="*/ 7 h 72"/>
                <ns1:gd name="T14" fmla="*/ 31 w 63"/>
                <ns1:gd name="T15" fmla="*/ 15 h 72"/>
                <ns1:gd name="T16" fmla="*/ 0 w 63"/>
                <ns1:gd name="T17" fmla="*/ 72 h 72"/>
                <ns1:gd name="T18" fmla="*/ 16 w 63"/>
                <ns1:gd name="T19" fmla="*/ 72 h 72"/>
                <ns1:gd name="T20" fmla="*/ 32 w 63"/>
                <ns1:gd name="T21" fmla="*/ 56 h 72"/>
                <ns1:gd name="T22" fmla="*/ 32 w 63"/>
                <ns1:gd name="T23" fmla="*/ 33 h 72"/>
                <ns1:gd name="T24" fmla="*/ 32 w 63"/>
                <ns1:gd name="T25" fmla="*/ 32 h 72"/>
                <ns1:gd name="T26" fmla="*/ 32 w 63"/>
                <ns1:gd name="T27" fmla="*/ 33 h 72"/>
                <ns1:gd name="T28" fmla="*/ 41 w 63"/>
                <ns1:gd name="T29" fmla="*/ 52 h 72"/>
                <ns1:gd name="T30" fmla="*/ 32 w 63"/>
                <ns1:gd name="T31" fmla="*/ 50 h 72"/>
                <ns1:gd name="T32" fmla="*/ 23 w 63"/>
                <ns1:gd name="T33" fmla="*/ 52 h 72"/>
                <ns1:gd name="T34" fmla="*/ 32 w 63"/>
                <ns1:gd name="T35" fmla="*/ 33 h 72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  <ns1:cxn ang="0">
                  <ns1:pos x="T30" y="T31"/>
                </ns1:cxn>
                <ns1:cxn ang="0">
                  <ns1:pos x="T32" y="T33"/>
                </ns1:cxn>
                <ns1:cxn ang="0">
                  <ns1:pos x="T34" y="T35"/>
                </ns1:cxn>
              </ns1:cxnLst>
              <ns1:rect l="0" t="0" r="r" b="b"/>
              <ns1:pathLst>
                <ns1:path w="63" h="72">
                  <ns1:moveTo>
                    <ns1:pt x="32" y="56"/>
                  </ns1:moveTo>
                  <ns1:cubicBezTo>
                    <ns1:pt x="41" y="56"/>
                    <ns1:pt x="48" y="63"/>
                    <ns1:pt x="48" y="72"/>
                  </ns1:cubicBezTo>
                  <ns1:cubicBezTo>
                    <ns1:pt x="63" y="72"/>
                    <ns1:pt x="63" y="72"/>
                    <ns1:pt x="63" y="72"/>
                  </ns1:cubicBezTo>
                  <ns1:cubicBezTo>
                    <ns1:pt x="44" y="51"/>
                    <ns1:pt x="36" y="26"/>
                    <ns1:pt x="33" y="15"/>
                  </ns1:cubicBezTo>
                  <ns1:cubicBezTo>
                    <ns1:pt x="37" y="14"/>
                    <ns1:pt x="39" y="11"/>
                    <ns1:pt x="39" y="7"/>
                  </ns1:cubicBezTo>
                  <ns1:cubicBezTo>
                    <ns1:pt x="39" y="3"/>
                    <ns1:pt x="36" y="0"/>
                    <ns1:pt x="32" y="0"/>
                  </ns1:cubicBezTo>
                  <ns1:cubicBezTo>
                    <ns1:pt x="28" y="0"/>
                    <ns1:pt x="24" y="3"/>
                    <ns1:pt x="24" y="7"/>
                  </ns1:cubicBezTo>
                  <ns1:cubicBezTo>
                    <ns1:pt x="24" y="11"/>
                    <ns1:pt x="27" y="14"/>
                    <ns1:pt x="31" y="15"/>
                  </ns1:cubicBezTo>
                  <ns1:cubicBezTo>
                    <ns1:pt x="28" y="26"/>
                    <ns1:pt x="20" y="51"/>
                    <ns1:pt x="0" y="72"/>
                  </ns1:cubicBezTo>
                  <ns1:cubicBezTo>
                    <ns1:pt x="16" y="72"/>
                    <ns1:pt x="16" y="72"/>
                    <ns1:pt x="16" y="72"/>
                  </ns1:cubicBezTo>
                  <ns1:cubicBezTo>
                    <ns1:pt x="16" y="63"/>
                    <ns1:pt x="23" y="56"/>
                    <ns1:pt x="32" y="56"/>
                  </ns1:cubicBezTo>
                  <ns1:close/>
                  <ns1:moveTo>
                    <ns1:pt x="32" y="33"/>
                  </ns1:moveTo>
                  <ns1:cubicBezTo>
                    <ns1:pt x="32" y="32"/>
                    <ns1:pt x="32" y="32"/>
                    <ns1:pt x="32" y="32"/>
                  </ns1:cubicBezTo>
                  <ns1:cubicBezTo>
                    <ns1:pt x="32" y="32"/>
                    <ns1:pt x="32" y="32"/>
                    <ns1:pt x="32" y="33"/>
                  </ns1:cubicBezTo>
                  <ns1:cubicBezTo>
                    <ns1:pt x="35" y="39"/>
                    <ns1:pt x="38" y="46"/>
                    <ns1:pt x="41" y="52"/>
                  </ns1:cubicBezTo>
                  <ns1:cubicBezTo>
                    <ns1:pt x="38" y="50"/>
                    <ns1:pt x="35" y="50"/>
                    <ns1:pt x="32" y="50"/>
                  </ns1:cubicBezTo>
                  <ns1:cubicBezTo>
                    <ns1:pt x="29" y="50"/>
                    <ns1:pt x="26" y="50"/>
                    <ns1:pt x="23" y="52"/>
                  </ns1:cubicBezTo>
                  <ns1:cubicBezTo>
                    <ns1:pt x="26" y="46"/>
                    <ns1:pt x="29" y="39"/>
                    <ns1:pt x="32" y="33"/>
                  </ns1:cubicBezTo>
                  <ns1:close/>
                </ns1:path>
              </ns1:pathLst>
            </ns1:custGeom>
            <ns1:grpFill/>
            <ns1:ln>
              <ns1:noFill/>
            </ns1:ln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182" name="Freeform 111"/>
            <ns0:cNvSpPr>
              <ns1:spLocks/>
            </ns0:cNvSpPr>
            <ns0:nvPr/>
          </ns0:nvSpPr>
          <ns0:spPr bwMode="auto">
            <ns1:xfrm>
              <ns1:off x="2290763" y="1751013"/>
              <ns1:ext cx="166687" cy="155575"/>
            </ns1:xfrm>
            <ns1:custGeom>
              <ns1:avLst/>
              <ns1:gdLst>
                <ns1:gd name="T0" fmla="*/ 15 w 62"/>
                <ns1:gd name="T1" fmla="*/ 57 h 58"/>
                <ns1:gd name="T2" fmla="*/ 18 w 62"/>
                <ns1:gd name="T3" fmla="*/ 57 h 58"/>
                <ns1:gd name="T4" fmla="*/ 17 w 62"/>
                <ns1:gd name="T5" fmla="*/ 54 h 58"/>
                <ns1:gd name="T6" fmla="*/ 3 w 62"/>
                <ns1:gd name="T7" fmla="*/ 30 h 58"/>
                <ns1:gd name="T8" fmla="*/ 31 w 62"/>
                <ns1:gd name="T9" fmla="*/ 3 h 58"/>
                <ns1:gd name="T10" fmla="*/ 59 w 62"/>
                <ns1:gd name="T11" fmla="*/ 30 h 58"/>
                <ns1:gd name="T12" fmla="*/ 45 w 62"/>
                <ns1:gd name="T13" fmla="*/ 54 h 58"/>
                <ns1:gd name="T14" fmla="*/ 44 w 62"/>
                <ns1:gd name="T15" fmla="*/ 57 h 58"/>
                <ns1:gd name="T16" fmla="*/ 45 w 62"/>
                <ns1:gd name="T17" fmla="*/ 57 h 58"/>
                <ns1:gd name="T18" fmla="*/ 46 w 62"/>
                <ns1:gd name="T19" fmla="*/ 57 h 58"/>
                <ns1:gd name="T20" fmla="*/ 57 w 62"/>
                <ns1:gd name="T21" fmla="*/ 46 h 58"/>
                <ns1:gd name="T22" fmla="*/ 62 w 62"/>
                <ns1:gd name="T23" fmla="*/ 30 h 58"/>
                <ns1:gd name="T24" fmla="*/ 31 w 62"/>
                <ns1:gd name="T25" fmla="*/ 0 h 58"/>
                <ns1:gd name="T26" fmla="*/ 0 w 62"/>
                <ns1:gd name="T27" fmla="*/ 30 h 58"/>
                <ns1:gd name="T28" fmla="*/ 4 w 62"/>
                <ns1:gd name="T29" fmla="*/ 46 h 58"/>
                <ns1:gd name="T30" fmla="*/ 15 w 62"/>
                <ns1:gd name="T31" fmla="*/ 57 h 58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  <ns1:cxn ang="0">
                  <ns1:pos x="T30" y="T31"/>
                </ns1:cxn>
              </ns1:cxnLst>
              <ns1:rect l="0" t="0" r="r" b="b"/>
              <ns1:pathLst>
                <ns1:path w="62" h="58">
                  <ns1:moveTo>
                    <ns1:pt x="15" y="57"/>
                  </ns1:moveTo>
                  <ns1:cubicBezTo>
                    <ns1:pt x="16" y="58"/>
                    <ns1:pt x="17" y="57"/>
                    <ns1:pt x="18" y="57"/>
                  </ns1:cubicBezTo>
                  <ns1:cubicBezTo>
                    <ns1:pt x="18" y="56"/>
                    <ns1:pt x="18" y="55"/>
                    <ns1:pt x="17" y="54"/>
                  </ns1:cubicBezTo>
                  <ns1:cubicBezTo>
                    <ns1:pt x="8" y="50"/>
                    <ns1:pt x="3" y="40"/>
                    <ns1:pt x="3" y="30"/>
                  </ns1:cubicBezTo>
                  <ns1:cubicBezTo>
                    <ns1:pt x="3" y="15"/>
                    <ns1:pt x="16" y="3"/>
                    <ns1:pt x="31" y="3"/>
                  </ns1:cubicBezTo>
                  <ns1:cubicBezTo>
                    <ns1:pt x="46" y="3"/>
                    <ns1:pt x="59" y="15"/>
                    <ns1:pt x="59" y="30"/>
                  </ns1:cubicBezTo>
                  <ns1:cubicBezTo>
                    <ns1:pt x="59" y="40"/>
                    <ns1:pt x="53" y="50"/>
                    <ns1:pt x="45" y="54"/>
                  </ns1:cubicBezTo>
                  <ns1:cubicBezTo>
                    <ns1:pt x="44" y="55"/>
                    <ns1:pt x="44" y="56"/>
                    <ns1:pt x="44" y="57"/>
                  </ns1:cubicBezTo>
                  <ns1:cubicBezTo>
                    <ns1:pt x="44" y="57"/>
                    <ns1:pt x="45" y="57"/>
                    <ns1:pt x="45" y="57"/>
                  </ns1:cubicBezTo>
                  <ns1:cubicBezTo>
                    <ns1:pt x="46" y="57"/>
                    <ns1:pt x="46" y="57"/>
                    <ns1:pt x="46" y="57"/>
                  </ns1:cubicBezTo>
                  <ns1:cubicBezTo>
                    <ns1:pt x="51" y="54"/>
                    <ns1:pt x="55" y="51"/>
                    <ns1:pt x="57" y="46"/>
                  </ns1:cubicBezTo>
                  <ns1:cubicBezTo>
                    <ns1:pt x="60" y="41"/>
                    <ns1:pt x="62" y="36"/>
                    <ns1:pt x="62" y="30"/>
                  </ns1:cubicBezTo>
                  <ns1:cubicBezTo>
                    <ns1:pt x="62" y="14"/>
                    <ns1:pt x="48" y="0"/>
                    <ns1:pt x="31" y="0"/>
                  </ns1:cubicBezTo>
                  <ns1:cubicBezTo>
                    <ns1:pt x="14" y="0"/>
                    <ns1:pt x="0" y="14"/>
                    <ns1:pt x="0" y="30"/>
                  </ns1:cubicBezTo>
                  <ns1:cubicBezTo>
                    <ns1:pt x="0" y="36"/>
                    <ns1:pt x="2" y="41"/>
                    <ns1:pt x="4" y="46"/>
                  </ns1:cubicBezTo>
                  <ns1:cubicBezTo>
                    <ns1:pt x="7" y="51"/>
                    <ns1:pt x="11" y="54"/>
                    <ns1:pt x="15" y="57"/>
                  </ns1:cubicBezTo>
                  <ns1:close/>
                </ns1:path>
              </ns1:pathLst>
            </ns1:custGeom>
            <ns1:grpFill/>
            <ns1:ln>
              <ns1:noFill/>
            </ns1:ln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183" name="Freeform 112"/>
            <ns0:cNvSpPr>
              <ns1:spLocks/>
            </ns0:cNvSpPr>
            <ns0:nvPr/>
          </ns0:nvSpPr>
          <ns0:spPr bwMode="auto">
            <ns1:xfrm>
              <ns1:off x="2309813" y="1770063"/>
              <ns1:ext cx="125412" cy="117475"/>
            </ns1:xfrm>
            <ns1:custGeom>
              <ns1:avLst/>
              <ns1:gdLst>
                <ns1:gd name="T0" fmla="*/ 36 w 47"/>
                <ns1:gd name="T1" fmla="*/ 44 h 44"/>
                <ns1:gd name="T2" fmla="*/ 44 w 47"/>
                <ns1:gd name="T3" fmla="*/ 35 h 44"/>
                <ns1:gd name="T4" fmla="*/ 47 w 47"/>
                <ns1:gd name="T5" fmla="*/ 23 h 44"/>
                <ns1:gd name="T6" fmla="*/ 24 w 47"/>
                <ns1:gd name="T7" fmla="*/ 0 h 44"/>
                <ns1:gd name="T8" fmla="*/ 0 w 47"/>
                <ns1:gd name="T9" fmla="*/ 23 h 44"/>
                <ns1:gd name="T10" fmla="*/ 3 w 47"/>
                <ns1:gd name="T11" fmla="*/ 35 h 44"/>
                <ns1:gd name="T12" fmla="*/ 11 w 47"/>
                <ns1:gd name="T13" fmla="*/ 44 h 44"/>
                <ns1:gd name="T14" fmla="*/ 12 w 47"/>
                <ns1:gd name="T15" fmla="*/ 44 h 44"/>
                <ns1:gd name="T16" fmla="*/ 14 w 47"/>
                <ns1:gd name="T17" fmla="*/ 43 h 44"/>
                <ns1:gd name="T18" fmla="*/ 13 w 47"/>
                <ns1:gd name="T19" fmla="*/ 41 h 44"/>
                <ns1:gd name="T20" fmla="*/ 3 w 47"/>
                <ns1:gd name="T21" fmla="*/ 23 h 44"/>
                <ns1:gd name="T22" fmla="*/ 24 w 47"/>
                <ns1:gd name="T23" fmla="*/ 3 h 44"/>
                <ns1:gd name="T24" fmla="*/ 44 w 47"/>
                <ns1:gd name="T25" fmla="*/ 23 h 44"/>
                <ns1:gd name="T26" fmla="*/ 35 w 47"/>
                <ns1:gd name="T27" fmla="*/ 41 h 44"/>
                <ns1:gd name="T28" fmla="*/ 34 w 47"/>
                <ns1:gd name="T29" fmla="*/ 43 h 44"/>
                <ns1:gd name="T30" fmla="*/ 36 w 47"/>
                <ns1:gd name="T31" fmla="*/ 44 h 44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  <ns1:cxn ang="0">
                  <ns1:pos x="T30" y="T31"/>
                </ns1:cxn>
              </ns1:cxnLst>
              <ns1:rect l="0" t="0" r="r" b="b"/>
              <ns1:pathLst>
                <ns1:path w="47" h="44">
                  <ns1:moveTo>
                    <ns1:pt x="36" y="44"/>
                  </ns1:moveTo>
                  <ns1:cubicBezTo>
                    <ns1:pt x="40" y="41"/>
                    <ns1:pt x="42" y="39"/>
                    <ns1:pt x="44" y="35"/>
                  </ns1:cubicBezTo>
                  <ns1:cubicBezTo>
                    <ns1:pt x="46" y="32"/>
                    <ns1:pt x="47" y="28"/>
                    <ns1:pt x="47" y="23"/>
                  </ns1:cubicBezTo>
                  <ns1:cubicBezTo>
                    <ns1:pt x="47" y="11"/>
                    <ns1:pt x="37" y="0"/>
                    <ns1:pt x="24" y="0"/>
                  </ns1:cubicBezTo>
                  <ns1:cubicBezTo>
                    <ns1:pt x="11" y="0"/>
                    <ns1:pt x="0" y="11"/>
                    <ns1:pt x="0" y="23"/>
                  </ns1:cubicBezTo>
                  <ns1:cubicBezTo>
                    <ns1:pt x="0" y="28"/>
                    <ns1:pt x="1" y="32"/>
                    <ns1:pt x="3" y="35"/>
                  </ns1:cubicBezTo>
                  <ns1:cubicBezTo>
                    <ns1:pt x="5" y="39"/>
                    <ns1:pt x="8" y="41"/>
                    <ns1:pt x="11" y="44"/>
                  </ns1:cubicBezTo>
                  <ns1:cubicBezTo>
                    <ns1:pt x="12" y="44"/>
                    <ns1:pt x="12" y="44"/>
                    <ns1:pt x="12" y="44"/>
                  </ns1:cubicBezTo>
                  <ns1:cubicBezTo>
                    <ns1:pt x="13" y="44"/>
                    <ns1:pt x="13" y="43"/>
                    <ns1:pt x="14" y="43"/>
                  </ns1:cubicBezTo>
                  <ns1:cubicBezTo>
                    <ns1:pt x="14" y="42"/>
                    <ns1:pt x="14" y="41"/>
                    <ns1:pt x="13" y="41"/>
                  </ns1:cubicBezTo>
                  <ns1:cubicBezTo>
                    <ns1:pt x="7" y="37"/>
                    <ns1:pt x="3" y="31"/>
                    <ns1:pt x="3" y="23"/>
                  </ns1:cubicBezTo>
                  <ns1:cubicBezTo>
                    <ns1:pt x="3" y="12"/>
                    <ns1:pt x="13" y="3"/>
                    <ns1:pt x="24" y="3"/>
                  </ns1:cubicBezTo>
                  <ns1:cubicBezTo>
                    <ns1:pt x="35" y="3"/>
                    <ns1:pt x="44" y="12"/>
                    <ns1:pt x="44" y="23"/>
                  </ns1:cubicBezTo>
                  <ns1:cubicBezTo>
                    <ns1:pt x="44" y="31"/>
                    <ns1:pt x="41" y="37"/>
                    <ns1:pt x="35" y="41"/>
                  </ns1:cubicBezTo>
                  <ns1:cubicBezTo>
                    <ns1:pt x="34" y="41"/>
                    <ns1:pt x="34" y="42"/>
                    <ns1:pt x="34" y="43"/>
                  </ns1:cubicBezTo>
                  <ns1:cubicBezTo>
                    <ns1:pt x="35" y="44"/>
                    <ns1:pt x="35" y="44"/>
                    <ns1:pt x="36" y="44"/>
                  </ns1:cubicBezTo>
                  <ns1:close/>
                </ns1:path>
              </ns1:pathLst>
            </ns1:custGeom>
            <ns1:grpFill/>
            <ns1:ln>
              <ns1:noFill/>
            </ns1:ln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184" name="Freeform 113"/>
            <ns0:cNvSpPr>
              <ns1:spLocks/>
            </ns0:cNvSpPr>
            <ns0:nvPr/>
          </ns0:nvSpPr>
          <ns0:spPr bwMode="auto">
            <ns1:xfrm>
              <ns1:off x="2332038" y="1789113"/>
              <ns1:ext cx="85725" cy="79375"/>
            </ns1:xfrm>
            <ns1:custGeom>
              <ns1:avLst/>
              <ns1:gdLst>
                <ns1:gd name="T0" fmla="*/ 24 w 32"/>
                <ns1:gd name="T1" fmla="*/ 27 h 30"/>
                <ns1:gd name="T2" fmla="*/ 23 w 32"/>
                <ns1:gd name="T3" fmla="*/ 29 h 30"/>
                <ns1:gd name="T4" fmla="*/ 25 w 32"/>
                <ns1:gd name="T5" fmla="*/ 30 h 30"/>
                <ns1:gd name="T6" fmla="*/ 25 w 32"/>
                <ns1:gd name="T7" fmla="*/ 30 h 30"/>
                <ns1:gd name="T8" fmla="*/ 32 w 32"/>
                <ns1:gd name="T9" fmla="*/ 16 h 30"/>
                <ns1:gd name="T10" fmla="*/ 16 w 32"/>
                <ns1:gd name="T11" fmla="*/ 0 h 30"/>
                <ns1:gd name="T12" fmla="*/ 0 w 32"/>
                <ns1:gd name="T13" fmla="*/ 16 h 30"/>
                <ns1:gd name="T14" fmla="*/ 6 w 32"/>
                <ns1:gd name="T15" fmla="*/ 30 h 30"/>
                <ns1:gd name="T16" fmla="*/ 8 w 32"/>
                <ns1:gd name="T17" fmla="*/ 29 h 30"/>
                <ns1:gd name="T18" fmla="*/ 8 w 32"/>
                <ns1:gd name="T19" fmla="*/ 27 h 30"/>
                <ns1:gd name="T20" fmla="*/ 3 w 32"/>
                <ns1:gd name="T21" fmla="*/ 16 h 30"/>
                <ns1:gd name="T22" fmla="*/ 16 w 32"/>
                <ns1:gd name="T23" fmla="*/ 3 h 30"/>
                <ns1:gd name="T24" fmla="*/ 29 w 32"/>
                <ns1:gd name="T25" fmla="*/ 16 h 30"/>
                <ns1:gd name="T26" fmla="*/ 24 w 32"/>
                <ns1:gd name="T27" fmla="*/ 27 h 30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</ns1:cxnLst>
              <ns1:rect l="0" t="0" r="r" b="b"/>
              <ns1:pathLst>
                <ns1:path w="32" h="30">
                  <ns1:moveTo>
                    <ns1:pt x="24" y="27"/>
                  </ns1:moveTo>
                  <ns1:cubicBezTo>
                    <ns1:pt x="23" y="28"/>
                    <ns1:pt x="23" y="29"/>
                    <ns1:pt x="23" y="29"/>
                  </ns1:cubicBezTo>
                  <ns1:cubicBezTo>
                    <ns1:pt x="24" y="30"/>
                    <ns1:pt x="24" y="30"/>
                    <ns1:pt x="25" y="30"/>
                  </ns1:cubicBezTo>
                  <ns1:cubicBezTo>
                    <ns1:pt x="25" y="30"/>
                    <ns1:pt x="25" y="30"/>
                    <ns1:pt x="25" y="30"/>
                  </ns1:cubicBezTo>
                  <ns1:cubicBezTo>
                    <ns1:pt x="30" y="27"/>
                    <ns1:pt x="32" y="22"/>
                    <ns1:pt x="32" y="16"/>
                  </ns1:cubicBezTo>
                  <ns1:cubicBezTo>
                    <ns1:pt x="32" y="7"/>
                    <ns1:pt x="25" y="0"/>
                    <ns1:pt x="16" y="0"/>
                  </ns1:cubicBezTo>
                  <ns1:cubicBezTo>
                    <ns1:pt x="7" y="0"/>
                    <ns1:pt x="0" y="7"/>
                    <ns1:pt x="0" y="16"/>
                  </ns1:cubicBezTo>
                  <ns1:cubicBezTo>
                    <ns1:pt x="0" y="22"/>
                    <ns1:pt x="2" y="27"/>
                    <ns1:pt x="6" y="30"/>
                  </ns1:cubicBezTo>
                  <ns1:cubicBezTo>
                    <ns1:pt x="7" y="30"/>
                    <ns1:pt x="8" y="30"/>
                    <ns1:pt x="8" y="29"/>
                  </ns1:cubicBezTo>
                  <ns1:cubicBezTo>
                    <ns1:pt x="9" y="29"/>
                    <ns1:pt x="9" y="28"/>
                    <ns1:pt x="8" y="27"/>
                  </ns1:cubicBezTo>
                  <ns1:cubicBezTo>
                    <ns1:pt x="5" y="25"/>
                    <ns1:pt x="3" y="21"/>
                    <ns1:pt x="3" y="16"/>
                  </ns1:cubicBezTo>
                  <ns1:cubicBezTo>
                    <ns1:pt x="3" y="9"/>
                    <ns1:pt x="9" y="3"/>
                    <ns1:pt x="16" y="3"/>
                  </ns1:cubicBezTo>
                  <ns1:cubicBezTo>
                    <ns1:pt x="23" y="3"/>
                    <ns1:pt x="29" y="9"/>
                    <ns1:pt x="29" y="16"/>
                  </ns1:cubicBezTo>
                  <ns1:cubicBezTo>
                    <ns1:pt x="29" y="21"/>
                    <ns1:pt x="27" y="25"/>
                    <ns1:pt x="24" y="27"/>
                  </ns1:cubicBezTo>
                  <ns1:close/>
                </ns1:path>
              </ns1:pathLst>
            </ns1:custGeom>
            <ns1:grpFill/>
            <ns1:ln>
              <ns1:noFill/>
            </ns1:ln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</ns0:grpSp>
      <ns0:grpSp>
        <ns0:nvGrpSpPr>
          <ns0:cNvPr id="185" name="Group 184"/>
          <ns0:cNvGrpSpPr/>
          <ns0:nvPr/>
        </ns0:nvGrpSpPr>
        <ns0:grpSpPr>
          <ns1:xfrm flipH="1">
            <ns1:off x="1318283" y="3741395"/>
            <ns1:ext cx="281491" cy="375581"/>
            <ns1:chOff x="8474216" y="3760624"/>
            <ns1:chExt cx="348911" cy="465536"/>
          </ns1:xfrm>
          <ns1:solidFill>
            <ns1:schemeClr val="tx1"/>
          </ns1:solidFill>
        </ns0:grpSpPr>
        <ns0:sp>
          <ns0:nvSpPr>
            <ns0:cNvPr id="186" name="Freeform 379"/>
            <ns0:cNvSpPr>
              <ns1:spLocks/>
            </ns0:cNvSpPr>
            <ns0:nvPr/>
          </ns0:nvSpPr>
          <ns0:spPr bwMode="auto">
            <ns1:xfrm>
              <ns1:off x="8629395" y="4034356"/>
              <ns1:ext cx="38554" cy="121444"/>
            </ns1:xfrm>
            <ns1:custGeom>
              <ns1:avLst/>
              <ns1:gdLst>
                <ns1:gd name="T0" fmla="*/ 17 w 17"/>
                <ns1:gd name="T1" fmla="*/ 53 h 53"/>
                <ns1:gd name="T2" fmla="*/ 17 w 17"/>
                <ns1:gd name="T3" fmla="*/ 0 h 53"/>
                <ns1:gd name="T4" fmla="*/ 9 w 17"/>
                <ns1:gd name="T5" fmla="*/ 0 h 53"/>
                <ns1:gd name="T6" fmla="*/ 0 w 17"/>
                <ns1:gd name="T7" fmla="*/ 0 h 53"/>
                <ns1:gd name="T8" fmla="*/ 0 w 17"/>
                <ns1:gd name="T9" fmla="*/ 53 h 53"/>
                <ns1:gd name="T10" fmla="*/ 9 w 17"/>
                <ns1:gd name="T11" fmla="*/ 52 h 53"/>
                <ns1:gd name="T12" fmla="*/ 17 w 17"/>
                <ns1:gd name="T13" fmla="*/ 53 h 53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</ns1:cxnLst>
              <ns1:rect l="0" t="0" r="r" b="b"/>
              <ns1:pathLst>
                <ns1:path w="17" h="53">
                  <ns1:moveTo>
                    <ns1:pt x="17" y="53"/>
                  </ns1:moveTo>
                  <ns1:cubicBezTo>
                    <ns1:pt x="17" y="0"/>
                    <ns1:pt x="17" y="0"/>
                    <ns1:pt x="17" y="0"/>
                  </ns1:cubicBezTo>
                  <ns1:cubicBezTo>
                    <ns1:pt x="14" y="0"/>
                    <ns1:pt x="11" y="0"/>
                    <ns1:pt x="9" y="0"/>
                  </ns1:cubicBezTo>
                  <ns1:cubicBezTo>
                    <ns1:pt x="6" y="0"/>
                    <ns1:pt x="3" y="0"/>
                    <ns1:pt x="0" y="0"/>
                  </ns1:cubicBezTo>
                  <ns1:cubicBezTo>
                    <ns1:pt x="0" y="53"/>
                    <ns1:pt x="0" y="53"/>
                    <ns1:pt x="0" y="53"/>
                  </ns1:cubicBezTo>
                  <ns1:cubicBezTo>
                    <ns1:pt x="3" y="52"/>
                    <ns1:pt x="6" y="52"/>
                    <ns1:pt x="9" y="52"/>
                  </ns1:cubicBezTo>
                  <ns1:cubicBezTo>
                    <ns1:pt x="11" y="52"/>
                    <ns1:pt x="14" y="52"/>
                    <ns1:pt x="17" y="53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187" name="Freeform 380"/>
            <ns0:cNvSpPr>
              <ns1:spLocks/>
            </ns0:cNvSpPr>
            <ns0:nvPr/>
          </ns0:nvSpPr>
          <ns0:spPr bwMode="auto">
            <ns1:xfrm>
              <ns1:off x="8474216" y="3760624"/>
              <ns1:ext cx="348911" cy="262165"/>
            </ns1:xfrm>
            <ns1:custGeom>
              <ns1:avLst/>
              <ns1:gdLst>
                <ns1:gd name="T0" fmla="*/ 153 w 153"/>
                <ns1:gd name="T1" fmla="*/ 38 h 115"/>
                <ns1:gd name="T2" fmla="*/ 143 w 153"/>
                <ns1:gd name="T3" fmla="*/ 0 h 115"/>
                <ns1:gd name="T4" fmla="*/ 110 w 153"/>
                <ns1:gd name="T5" fmla="*/ 18 h 115"/>
                <ns1:gd name="T6" fmla="*/ 77 w 153"/>
                <ns1:gd name="T7" fmla="*/ 0 h 115"/>
                <ns1:gd name="T8" fmla="*/ 43 w 153"/>
                <ns1:gd name="T9" fmla="*/ 18 h 115"/>
                <ns1:gd name="T10" fmla="*/ 10 w 153"/>
                <ns1:gd name="T11" fmla="*/ 0 h 115"/>
                <ns1:gd name="T12" fmla="*/ 0 w 153"/>
                <ns1:gd name="T13" fmla="*/ 38 h 115"/>
                <ns1:gd name="T14" fmla="*/ 68 w 153"/>
                <ns1:gd name="T15" fmla="*/ 114 h 115"/>
                <ns1:gd name="T16" fmla="*/ 77 w 153"/>
                <ns1:gd name="T17" fmla="*/ 115 h 115"/>
                <ns1:gd name="T18" fmla="*/ 85 w 153"/>
                <ns1:gd name="T19" fmla="*/ 114 h 115"/>
                <ns1:gd name="T20" fmla="*/ 153 w 153"/>
                <ns1:gd name="T21" fmla="*/ 38 h 115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</ns1:cxnLst>
              <ns1:rect l="0" t="0" r="r" b="b"/>
              <ns1:pathLst>
                <ns1:path w="153" h="115">
                  <ns1:moveTo>
                    <ns1:pt x="153" y="38"/>
                  </ns1:moveTo>
                  <ns1:cubicBezTo>
                    <ns1:pt x="153" y="24"/>
                    <ns1:pt x="150" y="11"/>
                    <ns1:pt x="143" y="0"/>
                  </ns1:cubicBezTo>
                  <ns1:cubicBezTo>
                    <ns1:pt x="110" y="18"/>
                    <ns1:pt x="110" y="18"/>
                    <ns1:pt x="110" y="18"/>
                  </ns1:cubicBezTo>
                  <ns1:cubicBezTo>
                    <ns1:pt x="77" y="0"/>
                    <ns1:pt x="77" y="0"/>
                    <ns1:pt x="77" y="0"/>
                  </ns1:cubicBezTo>
                  <ns1:cubicBezTo>
                    <ns1:pt x="43" y="18"/>
                    <ns1:pt x="43" y="18"/>
                    <ns1:pt x="43" y="18"/>
                  </ns1:cubicBezTo>
                  <ns1:cubicBezTo>
                    <ns1:pt x="10" y="0"/>
                    <ns1:pt x="10" y="0"/>
                    <ns1:pt x="10" y="0"/>
                  </ns1:cubicBezTo>
                  <ns1:cubicBezTo>
                    <ns1:pt x="3" y="11"/>
                    <ns1:pt x="0" y="24"/>
                    <ns1:pt x="0" y="38"/>
                  </ns1:cubicBezTo>
                  <ns1:cubicBezTo>
                    <ns1:pt x="0" y="77"/>
                    <ns1:pt x="30" y="110"/>
                    <ns1:pt x="68" y="114"/>
                  </ns1:cubicBezTo>
                  <ns1:cubicBezTo>
                    <ns1:pt x="71" y="114"/>
                    <ns1:pt x="74" y="115"/>
                    <ns1:pt x="77" y="115"/>
                  </ns1:cubicBezTo>
                  <ns1:cubicBezTo>
                    <ns1:pt x="79" y="115"/>
                    <ns1:pt x="82" y="114"/>
                    <ns1:pt x="85" y="114"/>
                  </ns1:cubicBezTo>
                  <ns1:cubicBezTo>
                    <ns1:pt x="123" y="110"/>
                    <ns1:pt x="153" y="77"/>
                    <ns1:pt x="153" y="38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188" name="Freeform 381"/>
            <ns0:cNvSpPr>
              <ns1:spLocks/>
            </ns0:cNvSpPr>
            <ns0:nvPr/>
          </ns0:nvSpPr>
          <ns0:spPr bwMode="auto">
            <ns1:xfrm>
              <ns1:off x="8547469" y="4037247"/>
              <ns1:ext cx="72289" cy="72289"/>
            </ns1:xfrm>
            <ns1:custGeom>
              <ns1:avLst/>
              <ns1:gdLst>
                <ns1:gd name="T0" fmla="*/ 31 w 32"/>
                <ns1:gd name="T1" fmla="*/ 31 h 32"/>
                <ns1:gd name="T2" fmla="*/ 24 w 32"/>
                <ns1:gd name="T3" fmla="*/ 9 h 32"/>
                <ns1:gd name="T4" fmla="*/ 1 w 32"/>
                <ns1:gd name="T5" fmla="*/ 2 h 32"/>
                <ns1:gd name="T6" fmla="*/ 8 w 32"/>
                <ns1:gd name="T7" fmla="*/ 24 h 32"/>
                <ns1:gd name="T8" fmla="*/ 31 w 32"/>
                <ns1:gd name="T9" fmla="*/ 31 h 32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</ns1:cxnLst>
              <ns1:rect l="0" t="0" r="r" b="b"/>
              <ns1:pathLst>
                <ns1:path w="32" h="32">
                  <ns1:moveTo>
                    <ns1:pt x="31" y="31"/>
                  </ns1:moveTo>
                  <ns1:cubicBezTo>
                    <ns1:pt x="32" y="23"/>
                    <ns1:pt x="30" y="15"/>
                    <ns1:pt x="24" y="9"/>
                  </ns1:cubicBezTo>
                  <ns1:cubicBezTo>
                    <ns1:pt x="18" y="3"/>
                    <ns1:pt x="9" y="0"/>
                    <ns1:pt x="1" y="2"/>
                  </ns1:cubicBezTo>
                  <ns1:cubicBezTo>
                    <ns1:pt x="0" y="10"/>
                    <ns1:pt x="2" y="18"/>
                    <ns1:pt x="8" y="24"/>
                  </ns1:cubicBezTo>
                  <ns1:cubicBezTo>
                    <ns1:pt x="14" y="30"/>
                    <ns1:pt x="23" y="32"/>
                    <ns1:pt x="31" y="31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189" name="Freeform 382"/>
            <ns0:cNvSpPr>
              <ns1:spLocks/>
            </ns0:cNvSpPr>
            <ns0:nvPr/>
          </ns0:nvSpPr>
          <ns0:spPr bwMode="auto">
            <ns1:xfrm>
              <ns1:off x="8676624" y="4037247"/>
              <ns1:ext cx="73252" cy="72289"/>
            </ns1:xfrm>
            <ns1:custGeom>
              <ns1:avLst/>
              <ns1:gdLst>
                <ns1:gd name="T0" fmla="*/ 24 w 32"/>
                <ns1:gd name="T1" fmla="*/ 24 h 32"/>
                <ns1:gd name="T2" fmla="*/ 31 w 32"/>
                <ns1:gd name="T3" fmla="*/ 2 h 32"/>
                <ns1:gd name="T4" fmla="*/ 8 w 32"/>
                <ns1:gd name="T5" fmla="*/ 9 h 32"/>
                <ns1:gd name="T6" fmla="*/ 2 w 32"/>
                <ns1:gd name="T7" fmla="*/ 31 h 32"/>
                <ns1:gd name="T8" fmla="*/ 24 w 32"/>
                <ns1:gd name="T9" fmla="*/ 24 h 32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</ns1:cxnLst>
              <ns1:rect l="0" t="0" r="r" b="b"/>
              <ns1:pathLst>
                <ns1:path w="32" h="32">
                  <ns1:moveTo>
                    <ns1:pt x="24" y="24"/>
                  </ns1:moveTo>
                  <ns1:cubicBezTo>
                    <ns1:pt x="30" y="18"/>
                    <ns1:pt x="32" y="10"/>
                    <ns1:pt x="31" y="2"/>
                  </ns1:cubicBezTo>
                  <ns1:cubicBezTo>
                    <ns1:pt x="23" y="0"/>
                    <ns1:pt x="14" y="3"/>
                    <ns1:pt x="8" y="9"/>
                  </ns1:cubicBezTo>
                  <ns1:cubicBezTo>
                    <ns1:pt x="2" y="15"/>
                    <ns1:pt x="0" y="23"/>
                    <ns1:pt x="2" y="31"/>
                  </ns1:cubicBezTo>
                  <ns1:cubicBezTo>
                    <ns1:pt x="9" y="32"/>
                    <ns1:pt x="18" y="30"/>
                    <ns1:pt x="24" y="24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190" name="Freeform 383"/>
            <ns0:cNvSpPr>
              <ns1:spLocks/>
            </ns0:cNvSpPr>
            <ns0:nvPr/>
          </ns0:nvSpPr>
          <ns0:spPr bwMode="auto">
            <ns1:xfrm>
              <ns1:off x="8547469" y="4166402"/>
              <ns1:ext cx="204335" cy="59758"/>
            </ns1:xfrm>
            <ns1:custGeom>
              <ns1:avLst/>
              <ns1:gdLst>
                <ns1:gd name="T0" fmla="*/ 53 w 90"/>
                <ns1:gd name="T1" fmla="*/ 0 h 26"/>
                <ns1:gd name="T2" fmla="*/ 45 w 90"/>
                <ns1:gd name="T3" fmla="*/ 0 h 26"/>
                <ns1:gd name="T4" fmla="*/ 36 w 90"/>
                <ns1:gd name="T5" fmla="*/ 0 h 26"/>
                <ns1:gd name="T6" fmla="*/ 0 w 90"/>
                <ns1:gd name="T7" fmla="*/ 26 h 26"/>
                <ns1:gd name="T8" fmla="*/ 90 w 90"/>
                <ns1:gd name="T9" fmla="*/ 26 h 26"/>
                <ns1:gd name="T10" fmla="*/ 53 w 90"/>
                <ns1:gd name="T11" fmla="*/ 0 h 26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</ns1:cxnLst>
              <ns1:rect l="0" t="0" r="r" b="b"/>
              <ns1:pathLst>
                <ns1:path w="90" h="26">
                  <ns1:moveTo>
                    <ns1:pt x="53" y="0"/>
                  </ns1:moveTo>
                  <ns1:cubicBezTo>
                    <ns1:pt x="50" y="0"/>
                    <ns1:pt x="47" y="0"/>
                    <ns1:pt x="45" y="0"/>
                  </ns1:cubicBezTo>
                  <ns1:cubicBezTo>
                    <ns1:pt x="42" y="0"/>
                    <ns1:pt x="39" y="0"/>
                    <ns1:pt x="36" y="0"/>
                  </ns1:cubicBezTo>
                  <ns1:cubicBezTo>
                    <ns1:pt x="15" y="2"/>
                    <ns1:pt x="0" y="13"/>
                    <ns1:pt x="0" y="26"/>
                  </ns1:cubicBezTo>
                  <ns1:cubicBezTo>
                    <ns1:pt x="90" y="26"/>
                    <ns1:pt x="90" y="26"/>
                    <ns1:pt x="90" y="26"/>
                  </ns1:cubicBezTo>
                  <ns1:cubicBezTo>
                    <ns1:pt x="90" y="13"/>
                    <ns1:pt x="74" y="2"/>
                    <ns1:pt x="53" y="0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</ns0:grpSp>
      <ns0:sp>
        <ns0:nvSpPr>
          <ns0:cNvPr id="191" name="Freeform 190"/>
          <ns0:cNvSpPr>
            <ns1:spLocks/>
          </ns0:cNvSpPr>
          <ns0:nvPr/>
        </ns0:nvSpPr>
        <ns0:spPr bwMode="auto">
          <ns1:xfrm rot="21545399">
            <ns1:off x="11203812" y="2906556"/>
            <ns1:ext cx="333146" cy="328846"/>
          </ns1:xfrm>
          <ns1:custGeom>
            <ns1:avLst/>
            <ns1:gdLst>
              <ns1:gd name="T0" fmla="*/ 144 w 184"/>
              <ns1:gd name="T1" fmla="*/ 20 h 181"/>
              <ns1:gd name="T2" fmla="*/ 80 w 184"/>
              <ns1:gd name="T3" fmla="*/ 17 h 181"/>
              <ns1:gd name="T4" fmla="*/ 14 w 184"/>
              <ns1:gd name="T5" fmla="*/ 19 h 181"/>
              <ns1:gd name="T6" fmla="*/ 6 w 184"/>
              <ns1:gd name="T7" fmla="*/ 18 h 181"/>
              <ns1:gd name="T8" fmla="*/ 2 w 184"/>
              <ns1:gd name="T9" fmla="*/ 29 h 181"/>
              <ns1:gd name="T10" fmla="*/ 69 w 184"/>
              <ns1:gd name="T11" fmla="*/ 176 h 181"/>
              <ns1:gd name="T12" fmla="*/ 75 w 184"/>
              <ns1:gd name="T13" fmla="*/ 181 h 181"/>
              <ns1:gd name="T14" fmla="*/ 80 w 184"/>
              <ns1:gd name="T15" fmla="*/ 180 h 181"/>
              <ns1:gd name="T16" fmla="*/ 84 w 184"/>
              <ns1:gd name="T17" fmla="*/ 169 h 181"/>
              <ns1:gd name="T18" fmla="*/ 54 w 184"/>
              <ns1:gd name="T19" fmla="*/ 104 h 181"/>
              <ns1:gd name="T20" fmla="*/ 120 w 184"/>
              <ns1:gd name="T21" fmla="*/ 101 h 181"/>
              <ns1:gd name="T22" fmla="*/ 184 w 184"/>
              <ns1:gd name="T23" fmla="*/ 105 h 181"/>
              <ns1:gd name="T24" fmla="*/ 144 w 184"/>
              <ns1:gd name="T25" fmla="*/ 20 h 181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</ns1:cxnLst>
            <ns1:rect l="0" t="0" r="r" b="b"/>
            <ns1:pathLst>
              <ns1:path w="184" h="181">
                <ns1:moveTo>
                  <ns1:pt x="144" y="20"/>
                </ns1:moveTo>
                <ns1:cubicBezTo>
                  <ns1:pt x="144" y="20"/>
                  <ns1:pt x="111" y="32"/>
                  <ns1:pt x="80" y="17"/>
                </ns1:cubicBezTo>
                <ns1:cubicBezTo>
                  <ns1:pt x="47" y="0"/>
                  <ns1:pt x="31" y="3"/>
                  <ns1:pt x="14" y="19"/>
                </ns1:cubicBezTo>
                <ns1:cubicBezTo>
                  <ns1:pt x="12" y="18"/>
                  <ns1:pt x="9" y="17"/>
                  <ns1:pt x="6" y="18"/>
                </ns1:cubicBezTo>
                <ns1:cubicBezTo>
                  <ns1:pt x="2" y="20"/>
                  <ns1:pt x="0" y="25"/>
                  <ns1:pt x="2" y="29"/>
                </ns1:cubicBezTo>
                <ns1:cubicBezTo>
                  <ns1:pt x="69" y="176"/>
                  <ns1:pt x="69" y="176"/>
                  <ns1:pt x="69" y="176"/>
                </ns1:cubicBezTo>
                <ns1:cubicBezTo>
                  <ns1:pt x="70" y="179"/>
                  <ns1:pt x="73" y="180"/>
                  <ns1:pt x="75" y="181"/>
                </ns1:cubicBezTo>
                <ns1:cubicBezTo>
                  <ns1:pt x="77" y="181"/>
                  <ns1:pt x="78" y="181"/>
                  <ns1:pt x="80" y="180"/>
                </ns1:cubicBezTo>
                <ns1:cubicBezTo>
                  <ns1:pt x="84" y="178"/>
                  <ns1:pt x="86" y="173"/>
                  <ns1:pt x="84" y="169"/>
                </ns1:cubicBezTo>
                <ns1:cubicBezTo>
                  <ns1:pt x="54" y="104"/>
                  <ns1:pt x="54" y="104"/>
                  <ns1:pt x="54" y="104"/>
                </ns1:cubicBezTo>
                <ns1:cubicBezTo>
                  <ns1:pt x="71" y="88"/>
                  <ns1:pt x="87" y="85"/>
                  <ns1:pt x="120" y="101"/>
                </ns1:cubicBezTo>
                <ns1:cubicBezTo>
                  <ns1:pt x="150" y="116"/>
                  <ns1:pt x="184" y="105"/>
                  <ns1:pt x="184" y="105"/>
                </ns1:cubicBezTo>
                <ns1:lnTo>
                  <ns1:pt x="144" y="20"/>
                </ns1:lnTo>
                <ns1:close/>
              </ns1:path>
            </ns1:pathLst>
          </ns1:custGeom>
          <ns1:solidFill>
            <ns1:schemeClr val="tx1"/>
          </ns1:solidFill>
          <ns1:ln>
            <ns1:noFill/>
          </ns1:ln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id-ID" sz="2700"/>
          </ns1:p>
        </ns0:txBody>
      </ns0:sp>
      <ns0:grpSp>
        <ns0:nvGrpSpPr>
          <ns0:cNvPr id="192" name="Group 191"/>
          <ns0:cNvGrpSpPr/>
          <ns0:nvPr/>
        </ns0:nvGrpSpPr>
        <ns0:grpSpPr>
          <ns1:xfrm rot="21545399">
            <ns1:off x="7314795" y="3691167"/>
            <ns1:ext cx="298409" cy="476037"/>
            <ns1:chOff x="3286125" y="3303588"/>
            <ns1:chExt cx="266700" cy="425451"/>
          </ns1:xfrm>
          <ns1:solidFill>
            <ns1:schemeClr val="tx1"/>
          </ns1:solidFill>
        </ns0:grpSpPr>
        <ns0:sp>
          <ns0:nvSpPr>
            <ns0:cNvPr id="193" name="Freeform 47"/>
            <ns0:cNvSpPr>
              <ns1:spLocks noEditPoints="1"/>
            </ns0:cNvSpPr>
            <ns0:nvPr/>
          </ns0:nvSpPr>
          <ns0:spPr bwMode="auto">
            <ns1:xfrm>
              <ns1:off x="3286125" y="3384551"/>
              <ns1:ext cx="266700" cy="265113"/>
            </ns1:xfrm>
            <ns1:custGeom>
              <ns1:avLst/>
              <ns1:gdLst>
                <ns1:gd name="T0" fmla="*/ 50 w 100"/>
                <ns1:gd name="T1" fmla="*/ 0 h 99"/>
                <ns1:gd name="T2" fmla="*/ 0 w 100"/>
                <ns1:gd name="T3" fmla="*/ 50 h 99"/>
                <ns1:gd name="T4" fmla="*/ 50 w 100"/>
                <ns1:gd name="T5" fmla="*/ 99 h 99"/>
                <ns1:gd name="T6" fmla="*/ 100 w 100"/>
                <ns1:gd name="T7" fmla="*/ 50 h 99"/>
                <ns1:gd name="T8" fmla="*/ 50 w 100"/>
                <ns1:gd name="T9" fmla="*/ 0 h 99"/>
                <ns1:gd name="T10" fmla="*/ 50 w 100"/>
                <ns1:gd name="T11" fmla="*/ 90 h 99"/>
                <ns1:gd name="T12" fmla="*/ 10 w 100"/>
                <ns1:gd name="T13" fmla="*/ 50 h 99"/>
                <ns1:gd name="T14" fmla="*/ 50 w 100"/>
                <ns1:gd name="T15" fmla="*/ 10 h 99"/>
                <ns1:gd name="T16" fmla="*/ 90 w 100"/>
                <ns1:gd name="T17" fmla="*/ 50 h 99"/>
                <ns1:gd name="T18" fmla="*/ 50 w 100"/>
                <ns1:gd name="T19" fmla="*/ 90 h 99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</ns1:cxnLst>
              <ns1:rect l="0" t="0" r="r" b="b"/>
              <ns1:pathLst>
                <ns1:path w="100" h="99">
                  <ns1:moveTo>
                    <ns1:pt x="50" y="0"/>
                  </ns1:moveTo>
                  <ns1:cubicBezTo>
                    <ns1:pt x="23" y="0"/>
                    <ns1:pt x="0" y="22"/>
                    <ns1:pt x="0" y="50"/>
                  </ns1:cubicBezTo>
                  <ns1:cubicBezTo>
                    <ns1:pt x="0" y="77"/>
                    <ns1:pt x="23" y="99"/>
                    <ns1:pt x="50" y="99"/>
                  </ns1:cubicBezTo>
                  <ns1:cubicBezTo>
                    <ns1:pt x="78" y="99"/>
                    <ns1:pt x="100" y="77"/>
                    <ns1:pt x="100" y="50"/>
                  </ns1:cubicBezTo>
                  <ns1:cubicBezTo>
                    <ns1:pt x="100" y="22"/>
                    <ns1:pt x="78" y="0"/>
                    <ns1:pt x="50" y="0"/>
                  </ns1:cubicBezTo>
                  <ns1:close/>
                  <ns1:moveTo>
                    <ns1:pt x="50" y="90"/>
                  </ns1:moveTo>
                  <ns1:cubicBezTo>
                    <ns1:pt x="28" y="90"/>
                    <ns1:pt x="10" y="72"/>
                    <ns1:pt x="10" y="50"/>
                  </ns1:cubicBezTo>
                  <ns1:cubicBezTo>
                    <ns1:pt x="10" y="28"/>
                    <ns1:pt x="28" y="10"/>
                    <ns1:pt x="50" y="10"/>
                  </ns1:cubicBezTo>
                  <ns1:cubicBezTo>
                    <ns1:pt x="72" y="10"/>
                    <ns1:pt x="90" y="28"/>
                    <ns1:pt x="90" y="50"/>
                  </ns1:cubicBezTo>
                  <ns1:cubicBezTo>
                    <ns1:pt x="90" y="72"/>
                    <ns1:pt x="72" y="90"/>
                    <ns1:pt x="50" y="90"/>
                  </ns1:cubicBezTo>
                  <ns1:close/>
                </ns1:path>
              </ns1:pathLst>
            </ns1:custGeom>
            <ns1:grpFill/>
            <ns1:ln>
              <ns1:noFill/>
            </ns1:ln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194" name="Freeform 48"/>
            <ns0:cNvSpPr>
              <ns1:spLocks/>
            </ns0:cNvSpPr>
            <ns0:nvPr/>
          </ns0:nvSpPr>
          <ns0:spPr bwMode="auto">
            <ns1:xfrm>
              <ns1:off x="3338513" y="3303588"/>
              <ns1:ext cx="161925" cy="74613"/>
            </ns1:xfrm>
            <ns1:custGeom>
              <ns1:avLst/>
              <ns1:gdLst>
                <ns1:gd name="T0" fmla="*/ 30 w 60"/>
                <ns1:gd name="T1" fmla="*/ 20 h 28"/>
                <ns1:gd name="T2" fmla="*/ 59 w 60"/>
                <ns1:gd name="T3" fmla="*/ 28 h 28"/>
                <ns1:gd name="T4" fmla="*/ 60 w 60"/>
                <ns1:gd name="T5" fmla="*/ 25 h 28"/>
                <ns1:gd name="T6" fmla="*/ 60 w 60"/>
                <ns1:gd name="T7" fmla="*/ 10 h 28"/>
                <ns1:gd name="T8" fmla="*/ 50 w 60"/>
                <ns1:gd name="T9" fmla="*/ 0 h 28"/>
                <ns1:gd name="T10" fmla="*/ 10 w 60"/>
                <ns1:gd name="T11" fmla="*/ 0 h 28"/>
                <ns1:gd name="T12" fmla="*/ 0 w 60"/>
                <ns1:gd name="T13" fmla="*/ 10 h 28"/>
                <ns1:gd name="T14" fmla="*/ 0 w 60"/>
                <ns1:gd name="T15" fmla="*/ 25 h 28"/>
                <ns1:gd name="T16" fmla="*/ 1 w 60"/>
                <ns1:gd name="T17" fmla="*/ 28 h 28"/>
                <ns1:gd name="T18" fmla="*/ 30 w 60"/>
                <ns1:gd name="T19" fmla="*/ 20 h 28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</ns1:cxnLst>
              <ns1:rect l="0" t="0" r="r" b="b"/>
              <ns1:pathLst>
                <ns1:path w="60" h="28">
                  <ns1:moveTo>
                    <ns1:pt x="30" y="20"/>
                  </ns1:moveTo>
                  <ns1:cubicBezTo>
                    <ns1:pt x="41" y="20"/>
                    <ns1:pt x="51" y="23"/>
                    <ns1:pt x="59" y="28"/>
                  </ns1:cubicBezTo>
                  <ns1:cubicBezTo>
                    <ns1:pt x="60" y="27"/>
                    <ns1:pt x="60" y="26"/>
                    <ns1:pt x="60" y="25"/>
                  </ns1:cubicBezTo>
                  <ns1:cubicBezTo>
                    <ns1:pt x="60" y="10"/>
                    <ns1:pt x="60" y="10"/>
                    <ns1:pt x="60" y="10"/>
                  </ns1:cubicBezTo>
                  <ns1:cubicBezTo>
                    <ns1:pt x="60" y="5"/>
                    <ns1:pt x="55" y="0"/>
                    <ns1:pt x="50" y="0"/>
                  </ns1:cubicBezTo>
                  <ns1:cubicBezTo>
                    <ns1:pt x="10" y="0"/>
                    <ns1:pt x="10" y="0"/>
                    <ns1:pt x="10" y="0"/>
                  </ns1:cubicBezTo>
                  <ns1:cubicBezTo>
                    <ns1:pt x="5" y="0"/>
                    <ns1:pt x="0" y="5"/>
                    <ns1:pt x="0" y="10"/>
                  </ns1:cubicBezTo>
                  <ns1:cubicBezTo>
                    <ns1:pt x="0" y="25"/>
                    <ns1:pt x="0" y="25"/>
                    <ns1:pt x="0" y="25"/>
                  </ns1:cubicBezTo>
                  <ns1:cubicBezTo>
                    <ns1:pt x="0" y="26"/>
                    <ns1:pt x="0" y="27"/>
                    <ns1:pt x="1" y="28"/>
                  </ns1:cubicBezTo>
                  <ns1:cubicBezTo>
                    <ns1:pt x="9" y="23"/>
                    <ns1:pt x="19" y="20"/>
                    <ns1:pt x="30" y="20"/>
                  </ns1:cubicBezTo>
                  <ns1:close/>
                </ns1:path>
              </ns1:pathLst>
            </ns1:custGeom>
            <ns1:grpFill/>
            <ns1:ln>
              <ns1:noFill/>
            </ns1:ln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195" name="Freeform 49"/>
            <ns0:cNvSpPr>
              <ns1:spLocks/>
            </ns0:cNvSpPr>
            <ns0:nvPr/>
          </ns0:nvSpPr>
          <ns0:spPr bwMode="auto">
            <ns1:xfrm>
              <ns1:off x="3338513" y="3657601"/>
              <ns1:ext cx="161925" cy="71438"/>
            </ns1:xfrm>
            <ns1:custGeom>
              <ns1:avLst/>
              <ns1:gdLst>
                <ns1:gd name="T0" fmla="*/ 30 w 60"/>
                <ns1:gd name="T1" fmla="*/ 7 h 27"/>
                <ns1:gd name="T2" fmla="*/ 1 w 60"/>
                <ns1:gd name="T3" fmla="*/ 0 h 27"/>
                <ns1:gd name="T4" fmla="*/ 0 w 60"/>
                <ns1:gd name="T5" fmla="*/ 2 h 27"/>
                <ns1:gd name="T6" fmla="*/ 0 w 60"/>
                <ns1:gd name="T7" fmla="*/ 17 h 27"/>
                <ns1:gd name="T8" fmla="*/ 10 w 60"/>
                <ns1:gd name="T9" fmla="*/ 27 h 27"/>
                <ns1:gd name="T10" fmla="*/ 50 w 60"/>
                <ns1:gd name="T11" fmla="*/ 27 h 27"/>
                <ns1:gd name="T12" fmla="*/ 60 w 60"/>
                <ns1:gd name="T13" fmla="*/ 17 h 27"/>
                <ns1:gd name="T14" fmla="*/ 60 w 60"/>
                <ns1:gd name="T15" fmla="*/ 2 h 27"/>
                <ns1:gd name="T16" fmla="*/ 59 w 60"/>
                <ns1:gd name="T17" fmla="*/ 0 h 27"/>
                <ns1:gd name="T18" fmla="*/ 30 w 60"/>
                <ns1:gd name="T19" fmla="*/ 7 h 27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</ns1:cxnLst>
              <ns1:rect l="0" t="0" r="r" b="b"/>
              <ns1:pathLst>
                <ns1:path w="60" h="27">
                  <ns1:moveTo>
                    <ns1:pt x="30" y="7"/>
                  </ns1:moveTo>
                  <ns1:cubicBezTo>
                    <ns1:pt x="19" y="7"/>
                    <ns1:pt x="9" y="5"/>
                    <ns1:pt x="1" y="0"/>
                  </ns1:cubicBezTo>
                  <ns1:cubicBezTo>
                    <ns1:pt x="0" y="1"/>
                    <ns1:pt x="0" y="1"/>
                    <ns1:pt x="0" y="2"/>
                  </ns1:cubicBezTo>
                  <ns1:cubicBezTo>
                    <ns1:pt x="0" y="17"/>
                    <ns1:pt x="0" y="17"/>
                    <ns1:pt x="0" y="17"/>
                  </ns1:cubicBezTo>
                  <ns1:cubicBezTo>
                    <ns1:pt x="0" y="23"/>
                    <ns1:pt x="5" y="27"/>
                    <ns1:pt x="10" y="27"/>
                  </ns1:cubicBezTo>
                  <ns1:cubicBezTo>
                    <ns1:pt x="50" y="27"/>
                    <ns1:pt x="50" y="27"/>
                    <ns1:pt x="50" y="27"/>
                  </ns1:cubicBezTo>
                  <ns1:cubicBezTo>
                    <ns1:pt x="55" y="27"/>
                    <ns1:pt x="60" y="23"/>
                    <ns1:pt x="60" y="17"/>
                  </ns1:cubicBezTo>
                  <ns1:cubicBezTo>
                    <ns1:pt x="60" y="2"/>
                    <ns1:pt x="60" y="2"/>
                    <ns1:pt x="60" y="2"/>
                  </ns1:cubicBezTo>
                  <ns1:cubicBezTo>
                    <ns1:pt x="60" y="1"/>
                    <ns1:pt x="60" y="1"/>
                    <ns1:pt x="59" y="0"/>
                  </ns1:cubicBezTo>
                  <ns1:cubicBezTo>
                    <ns1:pt x="51" y="5"/>
                    <ns1:pt x="41" y="7"/>
                    <ns1:pt x="30" y="7"/>
                  </ns1:cubicBezTo>
                  <ns1:close/>
                </ns1:path>
              </ns1:pathLst>
            </ns1:custGeom>
            <ns1:grpFill/>
            <ns1:ln>
              <ns1:noFill/>
            </ns1:ln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196" name="Freeform 50"/>
            <ns0:cNvSpPr>
              <ns1:spLocks/>
            </ns0:cNvSpPr>
            <ns0:nvPr/>
          </ns0:nvSpPr>
          <ns0:spPr bwMode="auto">
            <ns1:xfrm>
              <ns1:off x="3408363" y="3440113"/>
              <ns1:ext cx="68262" cy="93663"/>
            </ns1:xfrm>
            <ns1:custGeom>
              <ns1:avLst/>
              <ns1:gdLst>
                <ns1:gd name="T0" fmla="*/ 20 w 25"/>
                <ns1:gd name="T1" fmla="*/ 25 h 35"/>
                <ns1:gd name="T2" fmla="*/ 10 w 25"/>
                <ns1:gd name="T3" fmla="*/ 25 h 35"/>
                <ns1:gd name="T4" fmla="*/ 10 w 25"/>
                <ns1:gd name="T5" fmla="*/ 5 h 35"/>
                <ns1:gd name="T6" fmla="*/ 5 w 25"/>
                <ns1:gd name="T7" fmla="*/ 0 h 35"/>
                <ns1:gd name="T8" fmla="*/ 0 w 25"/>
                <ns1:gd name="T9" fmla="*/ 5 h 35"/>
                <ns1:gd name="T10" fmla="*/ 0 w 25"/>
                <ns1:gd name="T11" fmla="*/ 30 h 35"/>
                <ns1:gd name="T12" fmla="*/ 5 w 25"/>
                <ns1:gd name="T13" fmla="*/ 35 h 35"/>
                <ns1:gd name="T14" fmla="*/ 20 w 25"/>
                <ns1:gd name="T15" fmla="*/ 35 h 35"/>
                <ns1:gd name="T16" fmla="*/ 25 w 25"/>
                <ns1:gd name="T17" fmla="*/ 30 h 35"/>
                <ns1:gd name="T18" fmla="*/ 20 w 25"/>
                <ns1:gd name="T19" fmla="*/ 25 h 35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</ns1:cxnLst>
              <ns1:rect l="0" t="0" r="r" b="b"/>
              <ns1:pathLst>
                <ns1:path w="25" h="35">
                  <ns1:moveTo>
                    <ns1:pt x="20" y="25"/>
                  </ns1:moveTo>
                  <ns1:cubicBezTo>
                    <ns1:pt x="10" y="25"/>
                    <ns1:pt x="10" y="25"/>
                    <ns1:pt x="10" y="25"/>
                  </ns1:cubicBezTo>
                  <ns1:cubicBezTo>
                    <ns1:pt x="10" y="5"/>
                    <ns1:pt x="10" y="5"/>
                    <ns1:pt x="10" y="5"/>
                  </ns1:cubicBezTo>
                  <ns1:cubicBezTo>
                    <ns1:pt x="10" y="2"/>
                    <ns1:pt x="8" y="0"/>
                    <ns1:pt x="5" y="0"/>
                  </ns1:cubicBezTo>
                  <ns1:cubicBezTo>
                    <ns1:pt x="2" y="0"/>
                    <ns1:pt x="0" y="2"/>
                    <ns1:pt x="0" y="5"/>
                  </ns1:cubicBezTo>
                  <ns1:cubicBezTo>
                    <ns1:pt x="0" y="30"/>
                    <ns1:pt x="0" y="30"/>
                    <ns1:pt x="0" y="30"/>
                  </ns1:cubicBezTo>
                  <ns1:cubicBezTo>
                    <ns1:pt x="0" y="32"/>
                    <ns1:pt x="2" y="35"/>
                    <ns1:pt x="5" y="35"/>
                  </ns1:cubicBezTo>
                  <ns1:cubicBezTo>
                    <ns1:pt x="20" y="35"/>
                    <ns1:pt x="20" y="35"/>
                    <ns1:pt x="20" y="35"/>
                  </ns1:cubicBezTo>
                  <ns1:cubicBezTo>
                    <ns1:pt x="23" y="35"/>
                    <ns1:pt x="25" y="32"/>
                    <ns1:pt x="25" y="30"/>
                  </ns1:cubicBezTo>
                  <ns1:cubicBezTo>
                    <ns1:pt x="25" y="27"/>
                    <ns1:pt x="23" y="25"/>
                    <ns1:pt x="20" y="25"/>
                  </ns1:cubicBezTo>
                  <ns1:close/>
                </ns1:path>
              </ns1:pathLst>
            </ns1:custGeom>
            <ns1:grpFill/>
            <ns1:ln>
              <ns1:noFill/>
            </ns1:ln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</ns0:grpSp>
      <ns0:sp>
        <ns0:nvSpPr>
          <ns0:cNvPr id="197" name="Freeform 9"/>
          <ns0:cNvSpPr>
            <ns1:spLocks noEditPoints="1"/>
          </ns0:cNvSpPr>
          <ns0:nvPr/>
        </ns0:nvSpPr>
        <ns0:spPr bwMode="auto">
          <ns1:xfrm>
            <ns1:off x="7271030" y="2898819"/>
            <ns1:ext cx="385936" cy="344323"/>
          </ns1:xfrm>
          <ns1:custGeom>
            <ns1:avLst/>
            <ns1:gdLst>
              <ns1:gd name="T0" fmla="*/ 1561 w 1737"/>
              <ns1:gd name="T1" fmla="*/ 277 h 1548"/>
              <ns1:gd name="T2" fmla="*/ 1197 w 1737"/>
              <ns1:gd name="T3" fmla="*/ 277 h 1548"/>
              <ns1:gd name="T4" fmla="*/ 1197 w 1737"/>
              <ns1:gd name="T5" fmla="*/ 170 h 1548"/>
              <ns1:gd name="T6" fmla="*/ 1027 w 1737"/>
              <ns1:gd name="T7" fmla="*/ 0 h 1548"/>
              <ns1:gd name="T8" fmla="*/ 710 w 1737"/>
              <ns1:gd name="T9" fmla="*/ 0 h 1548"/>
              <ns1:gd name="T10" fmla="*/ 540 w 1737"/>
              <ns1:gd name="T11" fmla="*/ 170 h 1548"/>
              <ns1:gd name="T12" fmla="*/ 540 w 1737"/>
              <ns1:gd name="T13" fmla="*/ 277 h 1548"/>
              <ns1:gd name="T14" fmla="*/ 175 w 1737"/>
              <ns1:gd name="T15" fmla="*/ 277 h 1548"/>
              <ns1:gd name="T16" fmla="*/ 0 w 1737"/>
              <ns1:gd name="T17" fmla="*/ 452 h 1548"/>
              <ns1:gd name="T18" fmla="*/ 0 w 1737"/>
              <ns1:gd name="T19" fmla="*/ 1372 h 1548"/>
              <ns1:gd name="T20" fmla="*/ 175 w 1737"/>
              <ns1:gd name="T21" fmla="*/ 1548 h 1548"/>
              <ns1:gd name="T22" fmla="*/ 1561 w 1737"/>
              <ns1:gd name="T23" fmla="*/ 1548 h 1548"/>
              <ns1:gd name="T24" fmla="*/ 1737 w 1737"/>
              <ns1:gd name="T25" fmla="*/ 1372 h 1548"/>
              <ns1:gd name="T26" fmla="*/ 1737 w 1737"/>
              <ns1:gd name="T27" fmla="*/ 452 h 1548"/>
              <ns1:gd name="T28" fmla="*/ 1561 w 1737"/>
              <ns1:gd name="T29" fmla="*/ 277 h 1548"/>
              <ns1:gd name="T30" fmla="*/ 684 w 1737"/>
              <ns1:gd name="T31" fmla="*/ 170 h 1548"/>
              <ns1:gd name="T32" fmla="*/ 710 w 1737"/>
              <ns1:gd name="T33" fmla="*/ 145 h 1548"/>
              <ns1:gd name="T34" fmla="*/ 1027 w 1737"/>
              <ns1:gd name="T35" fmla="*/ 145 h 1548"/>
              <ns1:gd name="T36" fmla="*/ 1052 w 1737"/>
              <ns1:gd name="T37" fmla="*/ 170 h 1548"/>
              <ns1:gd name="T38" fmla="*/ 1052 w 1737"/>
              <ns1:gd name="T39" fmla="*/ 277 h 1548"/>
              <ns1:gd name="T40" fmla="*/ 684 w 1737"/>
              <ns1:gd name="T41" fmla="*/ 277 h 1548"/>
              <ns1:gd name="T42" fmla="*/ 684 w 1737"/>
              <ns1:gd name="T43" fmla="*/ 170 h 1548"/>
              <ns1:gd name="T44" fmla="*/ 175 w 1737"/>
              <ns1:gd name="T45" fmla="*/ 380 h 1548"/>
              <ns1:gd name="T46" fmla="*/ 1561 w 1737"/>
              <ns1:gd name="T47" fmla="*/ 380 h 1548"/>
              <ns1:gd name="T48" fmla="*/ 1633 w 1737"/>
              <ns1:gd name="T49" fmla="*/ 452 h 1548"/>
              <ns1:gd name="T50" fmla="*/ 1633 w 1737"/>
              <ns1:gd name="T51" fmla="*/ 852 h 1548"/>
              <ns1:gd name="T52" fmla="*/ 999 w 1737"/>
              <ns1:gd name="T53" fmla="*/ 852 h 1548"/>
              <ns1:gd name="T54" fmla="*/ 999 w 1737"/>
              <ns1:gd name="T55" fmla="*/ 819 h 1548"/>
              <ns1:gd name="T56" fmla="*/ 938 w 1737"/>
              <ns1:gd name="T57" fmla="*/ 757 h 1548"/>
              <ns1:gd name="T58" fmla="*/ 799 w 1737"/>
              <ns1:gd name="T59" fmla="*/ 757 h 1548"/>
              <ns1:gd name="T60" fmla="*/ 737 w 1737"/>
              <ns1:gd name="T61" fmla="*/ 819 h 1548"/>
              <ns1:gd name="T62" fmla="*/ 737 w 1737"/>
              <ns1:gd name="T63" fmla="*/ 852 h 1548"/>
              <ns1:gd name="T64" fmla="*/ 103 w 1737"/>
              <ns1:gd name="T65" fmla="*/ 852 h 1548"/>
              <ns1:gd name="T66" fmla="*/ 103 w 1737"/>
              <ns1:gd name="T67" fmla="*/ 452 h 1548"/>
              <ns1:gd name="T68" fmla="*/ 175 w 1737"/>
              <ns1:gd name="T69" fmla="*/ 380 h 1548"/>
              <ns1:gd name="T70" fmla="*/ 789 w 1737"/>
              <ns1:gd name="T71" fmla="*/ 819 h 1548"/>
              <ns1:gd name="T72" fmla="*/ 799 w 1737"/>
              <ns1:gd name="T73" fmla="*/ 809 h 1548"/>
              <ns1:gd name="T74" fmla="*/ 938 w 1737"/>
              <ns1:gd name="T75" fmla="*/ 809 h 1548"/>
              <ns1:gd name="T76" fmla="*/ 948 w 1737"/>
              <ns1:gd name="T77" fmla="*/ 819 h 1548"/>
              <ns1:gd name="T78" fmla="*/ 948 w 1737"/>
              <ns1:gd name="T79" fmla="*/ 958 h 1548"/>
              <ns1:gd name="T80" fmla="*/ 938 w 1737"/>
              <ns1:gd name="T81" fmla="*/ 968 h 1548"/>
              <ns1:gd name="T82" fmla="*/ 799 w 1737"/>
              <ns1:gd name="T83" fmla="*/ 968 h 1548"/>
              <ns1:gd name="T84" fmla="*/ 789 w 1737"/>
              <ns1:gd name="T85" fmla="*/ 958 h 1548"/>
              <ns1:gd name="T86" fmla="*/ 789 w 1737"/>
              <ns1:gd name="T87" fmla="*/ 819 h 1548"/>
              <ns1:gd name="T88" fmla="*/ 1561 w 1737"/>
              <ns1:gd name="T89" fmla="*/ 1444 h 1548"/>
              <ns1:gd name="T90" fmla="*/ 175 w 1737"/>
              <ns1:gd name="T91" fmla="*/ 1444 h 1548"/>
              <ns1:gd name="T92" fmla="*/ 103 w 1737"/>
              <ns1:gd name="T93" fmla="*/ 1372 h 1548"/>
              <ns1:gd name="T94" fmla="*/ 103 w 1737"/>
              <ns1:gd name="T95" fmla="*/ 904 h 1548"/>
              <ns1:gd name="T96" fmla="*/ 737 w 1737"/>
              <ns1:gd name="T97" fmla="*/ 904 h 1548"/>
              <ns1:gd name="T98" fmla="*/ 737 w 1737"/>
              <ns1:gd name="T99" fmla="*/ 958 h 1548"/>
              <ns1:gd name="T100" fmla="*/ 799 w 1737"/>
              <ns1:gd name="T101" fmla="*/ 1019 h 1548"/>
              <ns1:gd name="T102" fmla="*/ 938 w 1737"/>
              <ns1:gd name="T103" fmla="*/ 1019 h 1548"/>
              <ns1:gd name="T104" fmla="*/ 999 w 1737"/>
              <ns1:gd name="T105" fmla="*/ 958 h 1548"/>
              <ns1:gd name="T106" fmla="*/ 999 w 1737"/>
              <ns1:gd name="T107" fmla="*/ 904 h 1548"/>
              <ns1:gd name="T108" fmla="*/ 1633 w 1737"/>
              <ns1:gd name="T109" fmla="*/ 904 h 1548"/>
              <ns1:gd name="T110" fmla="*/ 1633 w 1737"/>
              <ns1:gd name="T111" fmla="*/ 1372 h 1548"/>
              <ns1:gd name="T112" fmla="*/ 1561 w 1737"/>
              <ns1:gd name="T113" fmla="*/ 1444 h 1548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  <ns1:cxn ang="0">
                <ns1:pos x="T32" y="T33"/>
              </ns1:cxn>
              <ns1:cxn ang="0">
                <ns1:pos x="T34" y="T35"/>
              </ns1:cxn>
              <ns1:cxn ang="0">
                <ns1:pos x="T36" y="T37"/>
              </ns1:cxn>
              <ns1:cxn ang="0">
                <ns1:pos x="T38" y="T39"/>
              </ns1:cxn>
              <ns1:cxn ang="0">
                <ns1:pos x="T40" y="T41"/>
              </ns1:cxn>
              <ns1:cxn ang="0">
                <ns1:pos x="T42" y="T43"/>
              </ns1:cxn>
              <ns1:cxn ang="0">
                <ns1:pos x="T44" y="T45"/>
              </ns1:cxn>
              <ns1:cxn ang="0">
                <ns1:pos x="T46" y="T47"/>
              </ns1:cxn>
              <ns1:cxn ang="0">
                <ns1:pos x="T48" y="T49"/>
              </ns1:cxn>
              <ns1:cxn ang="0">
                <ns1:pos x="T50" y="T51"/>
              </ns1:cxn>
              <ns1:cxn ang="0">
                <ns1:pos x="T52" y="T53"/>
              </ns1:cxn>
              <ns1:cxn ang="0">
                <ns1:pos x="T54" y="T55"/>
              </ns1:cxn>
              <ns1:cxn ang="0">
                <ns1:pos x="T56" y="T57"/>
              </ns1:cxn>
              <ns1:cxn ang="0">
                <ns1:pos x="T58" y="T59"/>
              </ns1:cxn>
              <ns1:cxn ang="0">
                <ns1:pos x="T60" y="T61"/>
              </ns1:cxn>
              <ns1:cxn ang="0">
                <ns1:pos x="T62" y="T63"/>
              </ns1:cxn>
              <ns1:cxn ang="0">
                <ns1:pos x="T64" y="T65"/>
              </ns1:cxn>
              <ns1:cxn ang="0">
                <ns1:pos x="T66" y="T67"/>
              </ns1:cxn>
              <ns1:cxn ang="0">
                <ns1:pos x="T68" y="T69"/>
              </ns1:cxn>
              <ns1:cxn ang="0">
                <ns1:pos x="T70" y="T71"/>
              </ns1:cxn>
              <ns1:cxn ang="0">
                <ns1:pos x="T72" y="T73"/>
              </ns1:cxn>
              <ns1:cxn ang="0">
                <ns1:pos x="T74" y="T75"/>
              </ns1:cxn>
              <ns1:cxn ang="0">
                <ns1:pos x="T76" y="T77"/>
              </ns1:cxn>
              <ns1:cxn ang="0">
                <ns1:pos x="T78" y="T79"/>
              </ns1:cxn>
              <ns1:cxn ang="0">
                <ns1:pos x="T80" y="T81"/>
              </ns1:cxn>
              <ns1:cxn ang="0">
                <ns1:pos x="T82" y="T83"/>
              </ns1:cxn>
              <ns1:cxn ang="0">
                <ns1:pos x="T84" y="T85"/>
              </ns1:cxn>
              <ns1:cxn ang="0">
                <ns1:pos x="T86" y="T87"/>
              </ns1:cxn>
              <ns1:cxn ang="0">
                <ns1:pos x="T88" y="T89"/>
              </ns1:cxn>
              <ns1:cxn ang="0">
                <ns1:pos x="T90" y="T91"/>
              </ns1:cxn>
              <ns1:cxn ang="0">
                <ns1:pos x="T92" y="T93"/>
              </ns1:cxn>
              <ns1:cxn ang="0">
                <ns1:pos x="T94" y="T95"/>
              </ns1:cxn>
              <ns1:cxn ang="0">
                <ns1:pos x="T96" y="T97"/>
              </ns1:cxn>
              <ns1:cxn ang="0">
                <ns1:pos x="T98" y="T99"/>
              </ns1:cxn>
              <ns1:cxn ang="0">
                <ns1:pos x="T100" y="T101"/>
              </ns1:cxn>
              <ns1:cxn ang="0">
                <ns1:pos x="T102" y="T103"/>
              </ns1:cxn>
              <ns1:cxn ang="0">
                <ns1:pos x="T104" y="T105"/>
              </ns1:cxn>
              <ns1:cxn ang="0">
                <ns1:pos x="T106" y="T107"/>
              </ns1:cxn>
              <ns1:cxn ang="0">
                <ns1:pos x="T108" y="T109"/>
              </ns1:cxn>
              <ns1:cxn ang="0">
                <ns1:pos x="T110" y="T111"/>
              </ns1:cxn>
              <ns1:cxn ang="0">
                <ns1:pos x="T112" y="T113"/>
              </ns1:cxn>
            </ns1:cxnLst>
            <ns1:rect l="0" t="0" r="r" b="b"/>
            <ns1:pathLst>
              <ns1:path w="1737" h="1548">
                <ns1:moveTo>
                  <ns1:pt x="1561" y="277"/>
                </ns1:moveTo>
                <ns1:cubicBezTo>
                  <ns1:pt x="1197" y="277"/>
                  <ns1:pt x="1197" y="277"/>
                  <ns1:pt x="1197" y="277"/>
                </ns1:cubicBezTo>
                <ns1:cubicBezTo>
                  <ns1:pt x="1197" y="170"/>
                  <ns1:pt x="1197" y="170"/>
                  <ns1:pt x="1197" y="170"/>
                </ns1:cubicBezTo>
                <ns1:cubicBezTo>
                  <ns1:pt x="1197" y="77"/>
                  <ns1:pt x="1120" y="0"/>
                  <ns1:pt x="1027" y="0"/>
                </ns1:cubicBezTo>
                <ns1:cubicBezTo>
                  <ns1:pt x="710" y="0"/>
                  <ns1:pt x="710" y="0"/>
                  <ns1:pt x="710" y="0"/>
                </ns1:cubicBezTo>
                <ns1:cubicBezTo>
                  <ns1:pt x="616" y="0"/>
                  <ns1:pt x="540" y="77"/>
                  <ns1:pt x="540" y="170"/>
                </ns1:cubicBezTo>
                <ns1:cubicBezTo>
                  <ns1:pt x="540" y="277"/>
                  <ns1:pt x="540" y="277"/>
                  <ns1:pt x="540" y="277"/>
                </ns1:cubicBezTo>
                <ns1:cubicBezTo>
                  <ns1:pt x="175" y="277"/>
                  <ns1:pt x="175" y="277"/>
                  <ns1:pt x="175" y="277"/>
                </ns1:cubicBezTo>
                <ns1:cubicBezTo>
                  <ns1:pt x="78" y="277"/>
                  <ns1:pt x="0" y="356"/>
                  <ns1:pt x="0" y="452"/>
                </ns1:cubicBezTo>
                <ns1:cubicBezTo>
                  <ns1:pt x="0" y="1372"/>
                  <ns1:pt x="0" y="1372"/>
                  <ns1:pt x="0" y="1372"/>
                </ns1:cubicBezTo>
                <ns1:cubicBezTo>
                  <ns1:pt x="0" y="1469"/>
                  <ns1:pt x="78" y="1548"/>
                  <ns1:pt x="175" y="1548"/>
                </ns1:cubicBezTo>
                <ns1:cubicBezTo>
                  <ns1:pt x="1561" y="1548"/>
                  <ns1:pt x="1561" y="1548"/>
                  <ns1:pt x="1561" y="1548"/>
                </ns1:cubicBezTo>
                <ns1:cubicBezTo>
                  <ns1:pt x="1658" y="1548"/>
                  <ns1:pt x="1737" y="1469"/>
                  <ns1:pt x="1737" y="1372"/>
                </ns1:cubicBezTo>
                <ns1:cubicBezTo>
                  <ns1:pt x="1737" y="452"/>
                  <ns1:pt x="1737" y="452"/>
                  <ns1:pt x="1737" y="452"/>
                </ns1:cubicBezTo>
                <ns1:cubicBezTo>
                  <ns1:pt x="1737" y="356"/>
                  <ns1:pt x="1658" y="277"/>
                  <ns1:pt x="1561" y="277"/>
                </ns1:cubicBezTo>
                <ns1:close/>
                <ns1:moveTo>
                  <ns1:pt x="684" y="170"/>
                </ns1:moveTo>
                <ns1:cubicBezTo>
                  <ns1:pt x="684" y="156"/>
                  <ns1:pt x="696" y="145"/>
                  <ns1:pt x="710" y="145"/>
                </ns1:cubicBezTo>
                <ns1:cubicBezTo>
                  <ns1:pt x="1027" y="145"/>
                  <ns1:pt x="1027" y="145"/>
                  <ns1:pt x="1027" y="145"/>
                </ns1:cubicBezTo>
                <ns1:cubicBezTo>
                  <ns1:pt x="1041" y="145"/>
                  <ns1:pt x="1052" y="156"/>
                  <ns1:pt x="1052" y="170"/>
                </ns1:cubicBezTo>
                <ns1:cubicBezTo>
                  <ns1:pt x="1052" y="277"/>
                  <ns1:pt x="1052" y="277"/>
                  <ns1:pt x="1052" y="277"/>
                </ns1:cubicBezTo>
                <ns1:cubicBezTo>
                  <ns1:pt x="684" y="277"/>
                  <ns1:pt x="684" y="277"/>
                  <ns1:pt x="684" y="277"/>
                </ns1:cubicBezTo>
                <ns1:lnTo>
                  <ns1:pt x="684" y="170"/>
                </ns1:lnTo>
                <ns1:close/>
                <ns1:moveTo>
                  <ns1:pt x="175" y="380"/>
                </ns1:moveTo>
                <ns1:cubicBezTo>
                  <ns1:pt x="1561" y="380"/>
                  <ns1:pt x="1561" y="380"/>
                  <ns1:pt x="1561" y="380"/>
                </ns1:cubicBezTo>
                <ns1:cubicBezTo>
                  <ns1:pt x="1601" y="380"/>
                  <ns1:pt x="1633" y="413"/>
                  <ns1:pt x="1633" y="452"/>
                </ns1:cubicBezTo>
                <ns1:cubicBezTo>
                  <ns1:pt x="1633" y="852"/>
                  <ns1:pt x="1633" y="852"/>
                  <ns1:pt x="1633" y="852"/>
                </ns1:cubicBezTo>
                <ns1:cubicBezTo>
                  <ns1:pt x="999" y="852"/>
                  <ns1:pt x="999" y="852"/>
                  <ns1:pt x="999" y="852"/>
                </ns1:cubicBezTo>
                <ns1:cubicBezTo>
                  <ns1:pt x="999" y="819"/>
                  <ns1:pt x="999" y="819"/>
                  <ns1:pt x="999" y="819"/>
                </ns1:cubicBezTo>
                <ns1:cubicBezTo>
                  <ns1:pt x="999" y="785"/>
                  <ns1:pt x="972" y="757"/>
                  <ns1:pt x="938" y="757"/>
                </ns1:cubicBezTo>
                <ns1:cubicBezTo>
                  <ns1:pt x="799" y="757"/>
                  <ns1:pt x="799" y="757"/>
                  <ns1:pt x="799" y="757"/>
                </ns1:cubicBezTo>
                <ns1:cubicBezTo>
                  <ns1:pt x="765" y="757"/>
                  <ns1:pt x="737" y="785"/>
                  <ns1:pt x="737" y="819"/>
                </ns1:cubicBezTo>
                <ns1:cubicBezTo>
                  <ns1:pt x="737" y="852"/>
                  <ns1:pt x="737" y="852"/>
                  <ns1:pt x="737" y="852"/>
                </ns1:cubicBezTo>
                <ns1:cubicBezTo>
                  <ns1:pt x="103" y="852"/>
                  <ns1:pt x="103" y="852"/>
                  <ns1:pt x="103" y="852"/>
                </ns1:cubicBezTo>
                <ns1:cubicBezTo>
                  <ns1:pt x="103" y="452"/>
                  <ns1:pt x="103" y="452"/>
                  <ns1:pt x="103" y="452"/>
                </ns1:cubicBezTo>
                <ns1:cubicBezTo>
                  <ns1:pt x="103" y="413"/>
                  <ns1:pt x="135" y="380"/>
                  <ns1:pt x="175" y="380"/>
                </ns1:cubicBezTo>
                <ns1:close/>
                <ns1:moveTo>
                  <ns1:pt x="789" y="819"/>
                </ns1:moveTo>
                <ns1:cubicBezTo>
                  <ns1:pt x="789" y="813"/>
                  <ns1:pt x="793" y="809"/>
                  <ns1:pt x="799" y="809"/>
                </ns1:cubicBezTo>
                <ns1:cubicBezTo>
                  <ns1:pt x="938" y="809"/>
                  <ns1:pt x="938" y="809"/>
                  <ns1:pt x="938" y="809"/>
                </ns1:cubicBezTo>
                <ns1:cubicBezTo>
                  <ns1:pt x="943" y="809"/>
                  <ns1:pt x="948" y="813"/>
                  <ns1:pt x="948" y="819"/>
                </ns1:cubicBezTo>
                <ns1:cubicBezTo>
                  <ns1:pt x="948" y="958"/>
                  <ns1:pt x="948" y="958"/>
                  <ns1:pt x="948" y="958"/>
                </ns1:cubicBezTo>
                <ns1:cubicBezTo>
                  <ns1:pt x="948" y="963"/>
                  <ns1:pt x="943" y="968"/>
                  <ns1:pt x="938" y="968"/>
                </ns1:cubicBezTo>
                <ns1:cubicBezTo>
                  <ns1:pt x="799" y="968"/>
                  <ns1:pt x="799" y="968"/>
                  <ns1:pt x="799" y="968"/>
                </ns1:cubicBezTo>
                <ns1:cubicBezTo>
                  <ns1:pt x="793" y="968"/>
                  <ns1:pt x="789" y="963"/>
                  <ns1:pt x="789" y="958"/>
                </ns1:cubicBezTo>
                <ns1:lnTo>
                  <ns1:pt x="789" y="819"/>
                </ns1:lnTo>
                <ns1:close/>
                <ns1:moveTo>
                  <ns1:pt x="1561" y="1444"/>
                </ns1:moveTo>
                <ns1:cubicBezTo>
                  <ns1:pt x="175" y="1444"/>
                  <ns1:pt x="175" y="1444"/>
                  <ns1:pt x="175" y="1444"/>
                </ns1:cubicBezTo>
                <ns1:cubicBezTo>
                  <ns1:pt x="135" y="1444"/>
                  <ns1:pt x="103" y="1412"/>
                  <ns1:pt x="103" y="1372"/>
                </ns1:cubicBezTo>
                <ns1:cubicBezTo>
                  <ns1:pt x="103" y="904"/>
                  <ns1:pt x="103" y="904"/>
                  <ns1:pt x="103" y="904"/>
                </ns1:cubicBezTo>
                <ns1:cubicBezTo>
                  <ns1:pt x="737" y="904"/>
                  <ns1:pt x="737" y="904"/>
                  <ns1:pt x="737" y="904"/>
                </ns1:cubicBezTo>
                <ns1:cubicBezTo>
                  <ns1:pt x="737" y="958"/>
                  <ns1:pt x="737" y="958"/>
                  <ns1:pt x="737" y="958"/>
                </ns1:cubicBezTo>
                <ns1:cubicBezTo>
                  <ns1:pt x="737" y="992"/>
                  <ns1:pt x="765" y="1019"/>
                  <ns1:pt x="799" y="1019"/>
                </ns1:cubicBezTo>
                <ns1:cubicBezTo>
                  <ns1:pt x="938" y="1019"/>
                  <ns1:pt x="938" y="1019"/>
                  <ns1:pt x="938" y="1019"/>
                </ns1:cubicBezTo>
                <ns1:cubicBezTo>
                  <ns1:pt x="972" y="1019"/>
                  <ns1:pt x="999" y="992"/>
                  <ns1:pt x="999" y="958"/>
                </ns1:cubicBezTo>
                <ns1:cubicBezTo>
                  <ns1:pt x="999" y="904"/>
                  <ns1:pt x="999" y="904"/>
                  <ns1:pt x="999" y="904"/>
                </ns1:cubicBezTo>
                <ns1:cubicBezTo>
                  <ns1:pt x="1633" y="904"/>
                  <ns1:pt x="1633" y="904"/>
                  <ns1:pt x="1633" y="904"/>
                </ns1:cubicBezTo>
                <ns1:cubicBezTo>
                  <ns1:pt x="1633" y="1372"/>
                  <ns1:pt x="1633" y="1372"/>
                  <ns1:pt x="1633" y="1372"/>
                </ns1:cubicBezTo>
                <ns1:cubicBezTo>
                  <ns1:pt x="1633" y="1412"/>
                  <ns1:pt x="1601" y="1444"/>
                  <ns1:pt x="1561" y="1444"/>
                </ns1:cubicBezTo>
                <ns1:close/>
              </ns1:path>
            </ns1:pathLst>
          </ns1:custGeom>
          <ns1:solidFill>
            <ns1:schemeClr val="tx1"/>
          </ns1:solidFill>
          <ns1:ln>
            <ns1:noFill/>
          </ns1:ln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id-ID" sz="2700"/>
          </ns1:p>
        </ns0:txBody>
      </ns0:sp>
      <ns0:grpSp>
        <ns0:nvGrpSpPr>
          <ns0:cNvPr id="198" name="Group 197"/>
          <ns0:cNvGrpSpPr/>
          <ns0:nvPr/>
        </ns0:nvGrpSpPr>
        <ns0:grpSpPr>
          <ns1:xfrm>
            <ns1:off x="1230341" y="4567480"/>
            <ns1:ext cx="457375" cy="438390"/>
            <ns1:chOff x="5151438" y="2524125"/>
            <ns1:chExt cx="1262063" cy="1209676"/>
          </ns1:xfrm>
          <ns1:solidFill>
            <ns1:schemeClr val="tx1"/>
          </ns1:solidFill>
        </ns0:grpSpPr>
        <ns0:sp>
          <ns0:nvSpPr>
            <ns0:cNvPr id="199" name="Freeform 11"/>
            <ns0:cNvSpPr>
              <ns1:spLocks/>
            </ns0:cNvSpPr>
            <ns0:nvPr/>
          </ns0:nvSpPr>
          <ns0:spPr bwMode="auto">
            <ns1:xfrm>
              <ns1:off x="5545138" y="2524125"/>
              <ns1:ext cx="482600" cy="457200"/>
            </ns1:xfrm>
            <ns1:custGeom>
              <ns1:avLst/>
              <ns1:gdLst>
                <ns1:gd name="T0" fmla="*/ 100 w 192"/>
                <ns1:gd name="T1" fmla="*/ 150 h 182"/>
                <ns1:gd name="T2" fmla="*/ 93 w 192"/>
                <ns1:gd name="T3" fmla="*/ 150 h 182"/>
                <ns1:gd name="T4" fmla="*/ 40 w 192"/>
                <ns1:gd name="T5" fmla="*/ 181 h 182"/>
                <ns1:gd name="T6" fmla="*/ 37 w 192"/>
                <ns1:gd name="T7" fmla="*/ 179 h 182"/>
                <ns1:gd name="T8" fmla="*/ 51 w 192"/>
                <ns1:gd name="T9" fmla="*/ 119 h 182"/>
                <ns1:gd name="T10" fmla="*/ 48 w 192"/>
                <ns1:gd name="T11" fmla="*/ 113 h 182"/>
                <ns1:gd name="T12" fmla="*/ 2 w 192"/>
                <ns1:gd name="T13" fmla="*/ 72 h 182"/>
                <ns1:gd name="T14" fmla="*/ 3 w 192"/>
                <ns1:gd name="T15" fmla="*/ 69 h 182"/>
                <ns1:gd name="T16" fmla="*/ 64 w 192"/>
                <ns1:gd name="T17" fmla="*/ 63 h 182"/>
                <ns1:gd name="T18" fmla="*/ 70 w 192"/>
                <ns1:gd name="T19" fmla="*/ 59 h 182"/>
                <ns1:gd name="T20" fmla="*/ 95 w 192"/>
                <ns1:gd name="T21" fmla="*/ 2 h 182"/>
                <ns1:gd name="T22" fmla="*/ 98 w 192"/>
                <ns1:gd name="T23" fmla="*/ 2 h 182"/>
                <ns1:gd name="T24" fmla="*/ 122 w 192"/>
                <ns1:gd name="T25" fmla="*/ 59 h 182"/>
                <ns1:gd name="T26" fmla="*/ 128 w 192"/>
                <ns1:gd name="T27" fmla="*/ 63 h 182"/>
                <ns1:gd name="T28" fmla="*/ 189 w 192"/>
                <ns1:gd name="T29" fmla="*/ 69 h 182"/>
                <ns1:gd name="T30" fmla="*/ 190 w 192"/>
                <ns1:gd name="T31" fmla="*/ 72 h 182"/>
                <ns1:gd name="T32" fmla="*/ 144 w 192"/>
                <ns1:gd name="T33" fmla="*/ 113 h 182"/>
                <ns1:gd name="T34" fmla="*/ 142 w 192"/>
                <ns1:gd name="T35" fmla="*/ 119 h 182"/>
                <ns1:gd name="T36" fmla="*/ 155 w 192"/>
                <ns1:gd name="T37" fmla="*/ 179 h 182"/>
                <ns1:gd name="T38" fmla="*/ 153 w 192"/>
                <ns1:gd name="T39" fmla="*/ 181 h 182"/>
                <ns1:gd name="T40" fmla="*/ 100 w 192"/>
                <ns1:gd name="T41" fmla="*/ 150 h 182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  <ns1:cxn ang="0">
                  <ns1:pos x="T30" y="T31"/>
                </ns1:cxn>
                <ns1:cxn ang="0">
                  <ns1:pos x="T32" y="T33"/>
                </ns1:cxn>
                <ns1:cxn ang="0">
                  <ns1:pos x="T34" y="T35"/>
                </ns1:cxn>
                <ns1:cxn ang="0">
                  <ns1:pos x="T36" y="T37"/>
                </ns1:cxn>
                <ns1:cxn ang="0">
                  <ns1:pos x="T38" y="T39"/>
                </ns1:cxn>
                <ns1:cxn ang="0">
                  <ns1:pos x="T40" y="T41"/>
                </ns1:cxn>
              </ns1:cxnLst>
              <ns1:rect l="0" t="0" r="r" b="b"/>
              <ns1:pathLst>
                <ns1:path w="192" h="182">
                  <ns1:moveTo>
                    <ns1:pt x="100" y="150"/>
                  </ns1:moveTo>
                  <ns1:cubicBezTo>
                    <ns1:pt x="98" y="149"/>
                    <ns1:pt x="95" y="149"/>
                    <ns1:pt x="93" y="150"/>
                  </ns1:cubicBezTo>
                  <ns1:cubicBezTo>
                    <ns1:pt x="40" y="181"/>
                    <ns1:pt x="40" y="181"/>
                    <ns1:pt x="40" y="181"/>
                  </ns1:cubicBezTo>
                  <ns1:cubicBezTo>
                    <ns1:pt x="38" y="182"/>
                    <ns1:pt x="37" y="182"/>
                    <ns1:pt x="37" y="179"/>
                  </ns1:cubicBezTo>
                  <ns1:cubicBezTo>
                    <ns1:pt x="51" y="119"/>
                    <ns1:pt x="51" y="119"/>
                    <ns1:pt x="51" y="119"/>
                  </ns1:cubicBezTo>
                  <ns1:cubicBezTo>
                    <ns1:pt x="51" y="117"/>
                    <ns1:pt x="50" y="114"/>
                    <ns1:pt x="48" y="113"/>
                  </ns1:cubicBezTo>
                  <ns1:cubicBezTo>
                    <ns1:pt x="2" y="72"/>
                    <ns1:pt x="2" y="72"/>
                    <ns1:pt x="2" y="72"/>
                  </ns1:cubicBezTo>
                  <ns1:cubicBezTo>
                    <ns1:pt x="0" y="70"/>
                    <ns1:pt x="1" y="69"/>
                    <ns1:pt x="3" y="69"/>
                  </ns1:cubicBezTo>
                  <ns1:cubicBezTo>
                    <ns1:pt x="64" y="63"/>
                    <ns1:pt x="64" y="63"/>
                    <ns1:pt x="64" y="63"/>
                  </ns1:cubicBezTo>
                  <ns1:cubicBezTo>
                    <ns1:pt x="67" y="63"/>
                    <ns1:pt x="69" y="61"/>
                    <ns1:pt x="70" y="59"/>
                  </ns1:cubicBezTo>
                  <ns1:cubicBezTo>
                    <ns1:pt x="95" y="2"/>
                    <ns1:pt x="95" y="2"/>
                    <ns1:pt x="95" y="2"/>
                  </ns1:cubicBezTo>
                  <ns1:cubicBezTo>
                    <ns1:pt x="95" y="0"/>
                    <ns1:pt x="97" y="0"/>
                    <ns1:pt x="98" y="2"/>
                  </ns1:cubicBezTo>
                  <ns1:cubicBezTo>
                    <ns1:pt x="122" y="59"/>
                    <ns1:pt x="122" y="59"/>
                    <ns1:pt x="122" y="59"/>
                  </ns1:cubicBezTo>
                  <ns1:cubicBezTo>
                    <ns1:pt x="123" y="61"/>
                    <ns1:pt x="126" y="63"/>
                    <ns1:pt x="128" y="63"/>
                  </ns1:cubicBezTo>
                  <ns1:cubicBezTo>
                    <ns1:pt x="189" y="69"/>
                    <ns1:pt x="189" y="69"/>
                    <ns1:pt x="189" y="69"/>
                  </ns1:cubicBezTo>
                  <ns1:cubicBezTo>
                    <ns1:pt x="192" y="69"/>
                    <ns1:pt x="192" y="70"/>
                    <ns1:pt x="190" y="72"/>
                  </ns1:cubicBezTo>
                  <ns1:cubicBezTo>
                    <ns1:pt x="144" y="113"/>
                    <ns1:pt x="144" y="113"/>
                    <ns1:pt x="144" y="113"/>
                  </ns1:cubicBezTo>
                  <ns1:cubicBezTo>
                    <ns1:pt x="142" y="114"/>
                    <ns1:pt x="141" y="117"/>
                    <ns1:pt x="142" y="119"/>
                  </ns1:cubicBezTo>
                  <ns1:cubicBezTo>
                    <ns1:pt x="155" y="179"/>
                    <ns1:pt x="155" y="179"/>
                    <ns1:pt x="155" y="179"/>
                  </ns1:cubicBezTo>
                  <ns1:cubicBezTo>
                    <ns1:pt x="156" y="182"/>
                    <ns1:pt x="155" y="182"/>
                    <ns1:pt x="153" y="181"/>
                  </ns1:cubicBezTo>
                  <ns1:lnTo>
                    <ns1:pt x="100" y="150"/>
                  </ns1:ln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200" name="Freeform 12"/>
            <ns0:cNvSpPr>
              <ns1:spLocks/>
            </ns0:cNvSpPr>
            <ns0:nvPr/>
          </ns0:nvSpPr>
          <ns0:spPr bwMode="auto">
            <ns1:xfrm>
              <ns1:off x="5932488" y="2805113"/>
              <ns1:ext cx="481013" cy="457200"/>
            </ns1:xfrm>
            <ns1:custGeom>
              <ns1:avLst/>
              <ns1:gdLst>
                <ns1:gd name="T0" fmla="*/ 100 w 192"/>
                <ns1:gd name="T1" fmla="*/ 150 h 182"/>
                <ns1:gd name="T2" fmla="*/ 93 w 192"/>
                <ns1:gd name="T3" fmla="*/ 150 h 182"/>
                <ns1:gd name="T4" fmla="*/ 40 w 192"/>
                <ns1:gd name="T5" fmla="*/ 181 h 182"/>
                <ns1:gd name="T6" fmla="*/ 37 w 192"/>
                <ns1:gd name="T7" fmla="*/ 179 h 182"/>
                <ns1:gd name="T8" fmla="*/ 51 w 192"/>
                <ns1:gd name="T9" fmla="*/ 119 h 182"/>
                <ns1:gd name="T10" fmla="*/ 48 w 192"/>
                <ns1:gd name="T11" fmla="*/ 112 h 182"/>
                <ns1:gd name="T12" fmla="*/ 2 w 192"/>
                <ns1:gd name="T13" fmla="*/ 72 h 182"/>
                <ns1:gd name="T14" fmla="*/ 3 w 192"/>
                <ns1:gd name="T15" fmla="*/ 69 h 182"/>
                <ns1:gd name="T16" fmla="*/ 65 w 192"/>
                <ns1:gd name="T17" fmla="*/ 63 h 182"/>
                <ns1:gd name="T18" fmla="*/ 70 w 192"/>
                <ns1:gd name="T19" fmla="*/ 59 h 182"/>
                <ns1:gd name="T20" fmla="*/ 95 w 192"/>
                <ns1:gd name="T21" fmla="*/ 2 h 182"/>
                <ns1:gd name="T22" fmla="*/ 98 w 192"/>
                <ns1:gd name="T23" fmla="*/ 2 h 182"/>
                <ns1:gd name="T24" fmla="*/ 122 w 192"/>
                <ns1:gd name="T25" fmla="*/ 59 h 182"/>
                <ns1:gd name="T26" fmla="*/ 128 w 192"/>
                <ns1:gd name="T27" fmla="*/ 63 h 182"/>
                <ns1:gd name="T28" fmla="*/ 189 w 192"/>
                <ns1:gd name="T29" fmla="*/ 69 h 182"/>
                <ns1:gd name="T30" fmla="*/ 190 w 192"/>
                <ns1:gd name="T31" fmla="*/ 72 h 182"/>
                <ns1:gd name="T32" fmla="*/ 144 w 192"/>
                <ns1:gd name="T33" fmla="*/ 112 h 182"/>
                <ns1:gd name="T34" fmla="*/ 142 w 192"/>
                <ns1:gd name="T35" fmla="*/ 119 h 182"/>
                <ns1:gd name="T36" fmla="*/ 155 w 192"/>
                <ns1:gd name="T37" fmla="*/ 179 h 182"/>
                <ns1:gd name="T38" fmla="*/ 153 w 192"/>
                <ns1:gd name="T39" fmla="*/ 181 h 182"/>
                <ns1:gd name="T40" fmla="*/ 100 w 192"/>
                <ns1:gd name="T41" fmla="*/ 150 h 182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  <ns1:cxn ang="0">
                  <ns1:pos x="T30" y="T31"/>
                </ns1:cxn>
                <ns1:cxn ang="0">
                  <ns1:pos x="T32" y="T33"/>
                </ns1:cxn>
                <ns1:cxn ang="0">
                  <ns1:pos x="T34" y="T35"/>
                </ns1:cxn>
                <ns1:cxn ang="0">
                  <ns1:pos x="T36" y="T37"/>
                </ns1:cxn>
                <ns1:cxn ang="0">
                  <ns1:pos x="T38" y="T39"/>
                </ns1:cxn>
                <ns1:cxn ang="0">
                  <ns1:pos x="T40" y="T41"/>
                </ns1:cxn>
              </ns1:cxnLst>
              <ns1:rect l="0" t="0" r="r" b="b"/>
              <ns1:pathLst>
                <ns1:path w="192" h="182">
                  <ns1:moveTo>
                    <ns1:pt x="100" y="150"/>
                  </ns1:moveTo>
                  <ns1:cubicBezTo>
                    <ns1:pt x="98" y="148"/>
                    <ns1:pt x="95" y="148"/>
                    <ns1:pt x="93" y="150"/>
                  </ns1:cubicBezTo>
                  <ns1:cubicBezTo>
                    <ns1:pt x="40" y="181"/>
                    <ns1:pt x="40" y="181"/>
                    <ns1:pt x="40" y="181"/>
                  </ns1:cubicBezTo>
                  <ns1:cubicBezTo>
                    <ns1:pt x="38" y="182"/>
                    <ns1:pt x="37" y="181"/>
                    <ns1:pt x="37" y="179"/>
                  </ns1:cubicBezTo>
                  <ns1:cubicBezTo>
                    <ns1:pt x="51" y="119"/>
                    <ns1:pt x="51" y="119"/>
                    <ns1:pt x="51" y="119"/>
                  </ns1:cubicBezTo>
                  <ns1:cubicBezTo>
                    <ns1:pt x="51" y="117"/>
                    <ns1:pt x="50" y="114"/>
                    <ns1:pt x="48" y="112"/>
                  </ns1:cubicBezTo>
                  <ns1:cubicBezTo>
                    <ns1:pt x="2" y="72"/>
                    <ns1:pt x="2" y="72"/>
                    <ns1:pt x="2" y="72"/>
                  </ns1:cubicBezTo>
                  <ns1:cubicBezTo>
                    <ns1:pt x="0" y="70"/>
                    <ns1:pt x="1" y="69"/>
                    <ns1:pt x="3" y="69"/>
                  </ns1:cubicBezTo>
                  <ns1:cubicBezTo>
                    <ns1:pt x="65" y="63"/>
                    <ns1:pt x="65" y="63"/>
                    <ns1:pt x="65" y="63"/>
                  </ns1:cubicBezTo>
                  <ns1:cubicBezTo>
                    <ns1:pt x="67" y="63"/>
                    <ns1:pt x="69" y="61"/>
                    <ns1:pt x="70" y="59"/>
                  </ns1:cubicBezTo>
                  <ns1:cubicBezTo>
                    <ns1:pt x="95" y="2"/>
                    <ns1:pt x="95" y="2"/>
                    <ns1:pt x="95" y="2"/>
                  </ns1:cubicBezTo>
                  <ns1:cubicBezTo>
                    <ns1:pt x="96" y="0"/>
                    <ns1:pt x="97" y="0"/>
                    <ns1:pt x="98" y="2"/>
                  </ns1:cubicBezTo>
                  <ns1:cubicBezTo>
                    <ns1:pt x="122" y="59"/>
                    <ns1:pt x="122" y="59"/>
                    <ns1:pt x="122" y="59"/>
                  </ns1:cubicBezTo>
                  <ns1:cubicBezTo>
                    <ns1:pt x="123" y="61"/>
                    <ns1:pt x="126" y="63"/>
                    <ns1:pt x="128" y="63"/>
                  </ns1:cubicBezTo>
                  <ns1:cubicBezTo>
                    <ns1:pt x="189" y="69"/>
                    <ns1:pt x="189" y="69"/>
                    <ns1:pt x="189" y="69"/>
                  </ns1:cubicBezTo>
                  <ns1:cubicBezTo>
                    <ns1:pt x="192" y="69"/>
                    <ns1:pt x="192" y="70"/>
                    <ns1:pt x="190" y="72"/>
                  </ns1:cubicBezTo>
                  <ns1:cubicBezTo>
                    <ns1:pt x="144" y="112"/>
                    <ns1:pt x="144" y="112"/>
                    <ns1:pt x="144" y="112"/>
                  </ns1:cubicBezTo>
                  <ns1:cubicBezTo>
                    <ns1:pt x="142" y="114"/>
                    <ns1:pt x="141" y="117"/>
                    <ns1:pt x="142" y="119"/>
                  </ns1:cubicBezTo>
                  <ns1:cubicBezTo>
                    <ns1:pt x="155" y="179"/>
                    <ns1:pt x="155" y="179"/>
                    <ns1:pt x="155" y="179"/>
                  </ns1:cubicBezTo>
                  <ns1:cubicBezTo>
                    <ns1:pt x="156" y="181"/>
                    <ns1:pt x="155" y="182"/>
                    <ns1:pt x="153" y="181"/>
                  </ns1:cubicBezTo>
                  <ns1:lnTo>
                    <ns1:pt x="100" y="150"/>
                  </ns1:ln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201" name="Freeform 13"/>
            <ns0:cNvSpPr>
              <ns1:spLocks/>
            </ns0:cNvSpPr>
            <ns0:nvPr/>
          </ns0:nvSpPr>
          <ns0:spPr bwMode="auto">
            <ns1:xfrm>
              <ns1:off x="5151438" y="2805113"/>
              <ns1:ext cx="481013" cy="457200"/>
            </ns1:xfrm>
            <ns1:custGeom>
              <ns1:avLst/>
              <ns1:gdLst>
                <ns1:gd name="T0" fmla="*/ 100 w 192"/>
                <ns1:gd name="T1" fmla="*/ 150 h 182"/>
                <ns1:gd name="T2" fmla="*/ 93 w 192"/>
                <ns1:gd name="T3" fmla="*/ 150 h 182"/>
                <ns1:gd name="T4" fmla="*/ 40 w 192"/>
                <ns1:gd name="T5" fmla="*/ 181 h 182"/>
                <ns1:gd name="T6" fmla="*/ 37 w 192"/>
                <ns1:gd name="T7" fmla="*/ 179 h 182"/>
                <ns1:gd name="T8" fmla="*/ 51 w 192"/>
                <ns1:gd name="T9" fmla="*/ 119 h 182"/>
                <ns1:gd name="T10" fmla="*/ 48 w 192"/>
                <ns1:gd name="T11" fmla="*/ 112 h 182"/>
                <ns1:gd name="T12" fmla="*/ 2 w 192"/>
                <ns1:gd name="T13" fmla="*/ 72 h 182"/>
                <ns1:gd name="T14" fmla="*/ 3 w 192"/>
                <ns1:gd name="T15" fmla="*/ 69 h 182"/>
                <ns1:gd name="T16" fmla="*/ 64 w 192"/>
                <ns1:gd name="T17" fmla="*/ 63 h 182"/>
                <ns1:gd name="T18" fmla="*/ 70 w 192"/>
                <ns1:gd name="T19" fmla="*/ 59 h 182"/>
                <ns1:gd name="T20" fmla="*/ 95 w 192"/>
                <ns1:gd name="T21" fmla="*/ 2 h 182"/>
                <ns1:gd name="T22" fmla="*/ 98 w 192"/>
                <ns1:gd name="T23" fmla="*/ 2 h 182"/>
                <ns1:gd name="T24" fmla="*/ 122 w 192"/>
                <ns1:gd name="T25" fmla="*/ 59 h 182"/>
                <ns1:gd name="T26" fmla="*/ 128 w 192"/>
                <ns1:gd name="T27" fmla="*/ 63 h 182"/>
                <ns1:gd name="T28" fmla="*/ 189 w 192"/>
                <ns1:gd name="T29" fmla="*/ 69 h 182"/>
                <ns1:gd name="T30" fmla="*/ 190 w 192"/>
                <ns1:gd name="T31" fmla="*/ 72 h 182"/>
                <ns1:gd name="T32" fmla="*/ 144 w 192"/>
                <ns1:gd name="T33" fmla="*/ 112 h 182"/>
                <ns1:gd name="T34" fmla="*/ 142 w 192"/>
                <ns1:gd name="T35" fmla="*/ 119 h 182"/>
                <ns1:gd name="T36" fmla="*/ 155 w 192"/>
                <ns1:gd name="T37" fmla="*/ 179 h 182"/>
                <ns1:gd name="T38" fmla="*/ 153 w 192"/>
                <ns1:gd name="T39" fmla="*/ 181 h 182"/>
                <ns1:gd name="T40" fmla="*/ 100 w 192"/>
                <ns1:gd name="T41" fmla="*/ 150 h 182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  <ns1:cxn ang="0">
                  <ns1:pos x="T30" y="T31"/>
                </ns1:cxn>
                <ns1:cxn ang="0">
                  <ns1:pos x="T32" y="T33"/>
                </ns1:cxn>
                <ns1:cxn ang="0">
                  <ns1:pos x="T34" y="T35"/>
                </ns1:cxn>
                <ns1:cxn ang="0">
                  <ns1:pos x="T36" y="T37"/>
                </ns1:cxn>
                <ns1:cxn ang="0">
                  <ns1:pos x="T38" y="T39"/>
                </ns1:cxn>
                <ns1:cxn ang="0">
                  <ns1:pos x="T40" y="T41"/>
                </ns1:cxn>
              </ns1:cxnLst>
              <ns1:rect l="0" t="0" r="r" b="b"/>
              <ns1:pathLst>
                <ns1:path w="192" h="182">
                  <ns1:moveTo>
                    <ns1:pt x="100" y="150"/>
                  </ns1:moveTo>
                  <ns1:cubicBezTo>
                    <ns1:pt x="98" y="148"/>
                    <ns1:pt x="95" y="148"/>
                    <ns1:pt x="93" y="150"/>
                  </ns1:cubicBezTo>
                  <ns1:cubicBezTo>
                    <ns1:pt x="40" y="181"/>
                    <ns1:pt x="40" y="181"/>
                    <ns1:pt x="40" y="181"/>
                  </ns1:cubicBezTo>
                  <ns1:cubicBezTo>
                    <ns1:pt x="38" y="182"/>
                    <ns1:pt x="36" y="181"/>
                    <ns1:pt x="37" y="179"/>
                  </ns1:cubicBezTo>
                  <ns1:cubicBezTo>
                    <ns1:pt x="51" y="119"/>
                    <ns1:pt x="51" y="119"/>
                    <ns1:pt x="51" y="119"/>
                  </ns1:cubicBezTo>
                  <ns1:cubicBezTo>
                    <ns1:pt x="51" y="117"/>
                    <ns1:pt x="50" y="114"/>
                    <ns1:pt x="48" y="112"/>
                  </ns1:cubicBezTo>
                  <ns1:cubicBezTo>
                    <ns1:pt x="2" y="72"/>
                    <ns1:pt x="2" y="72"/>
                    <ns1:pt x="2" y="72"/>
                  </ns1:cubicBezTo>
                  <ns1:cubicBezTo>
                    <ns1:pt x="0" y="70"/>
                    <ns1:pt x="1" y="69"/>
                    <ns1:pt x="3" y="69"/>
                  </ns1:cubicBezTo>
                  <ns1:cubicBezTo>
                    <ns1:pt x="64" y="63"/>
                    <ns1:pt x="64" y="63"/>
                    <ns1:pt x="64" y="63"/>
                  </ns1:cubicBezTo>
                  <ns1:cubicBezTo>
                    <ns1:pt x="67" y="63"/>
                    <ns1:pt x="69" y="61"/>
                    <ns1:pt x="70" y="59"/>
                  </ns1:cubicBezTo>
                  <ns1:cubicBezTo>
                    <ns1:pt x="95" y="2"/>
                    <ns1:pt x="95" y="2"/>
                    <ns1:pt x="95" y="2"/>
                  </ns1:cubicBezTo>
                  <ns1:cubicBezTo>
                    <ns1:pt x="95" y="0"/>
                    <ns1:pt x="97" y="0"/>
                    <ns1:pt x="98" y="2"/>
                  </ns1:cubicBezTo>
                  <ns1:cubicBezTo>
                    <ns1:pt x="122" y="59"/>
                    <ns1:pt x="122" y="59"/>
                    <ns1:pt x="122" y="59"/>
                  </ns1:cubicBezTo>
                  <ns1:cubicBezTo>
                    <ns1:pt x="123" y="61"/>
                    <ns1:pt x="126" y="63"/>
                    <ns1:pt x="128" y="63"/>
                  </ns1:cubicBezTo>
                  <ns1:cubicBezTo>
                    <ns1:pt x="189" y="69"/>
                    <ns1:pt x="189" y="69"/>
                    <ns1:pt x="189" y="69"/>
                  </ns1:cubicBezTo>
                  <ns1:cubicBezTo>
                    <ns1:pt x="192" y="69"/>
                    <ns1:pt x="192" y="70"/>
                    <ns1:pt x="190" y="72"/>
                  </ns1:cubicBezTo>
                  <ns1:cubicBezTo>
                    <ns1:pt x="144" y="112"/>
                    <ns1:pt x="144" y="112"/>
                    <ns1:pt x="144" y="112"/>
                  </ns1:cubicBezTo>
                  <ns1:cubicBezTo>
                    <ns1:pt x="142" y="114"/>
                    <ns1:pt x="141" y="117"/>
                    <ns1:pt x="142" y="119"/>
                  </ns1:cubicBezTo>
                  <ns1:cubicBezTo>
                    <ns1:pt x="155" y="179"/>
                    <ns1:pt x="155" y="179"/>
                    <ns1:pt x="155" y="179"/>
                  </ns1:cubicBezTo>
                  <ns1:cubicBezTo>
                    <ns1:pt x="156" y="181"/>
                    <ns1:pt x="155" y="182"/>
                    <ns1:pt x="153" y="181"/>
                  </ns1:cubicBezTo>
                  <ns1:lnTo>
                    <ns1:pt x="100" y="150"/>
                  </ns1:ln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202" name="Freeform 14"/>
            <ns0:cNvSpPr>
              <ns1:spLocks/>
            </ns0:cNvSpPr>
            <ns0:nvPr/>
          </ns0:nvSpPr>
          <ns0:spPr bwMode="auto">
            <ns1:xfrm>
              <ns1:off x="5788026" y="3275013"/>
              <ns1:ext cx="482600" cy="458788"/>
            </ns1:xfrm>
            <ns1:custGeom>
              <ns1:avLst/>
              <ns1:gdLst>
                <ns1:gd name="T0" fmla="*/ 99 w 192"/>
                <ns1:gd name="T1" fmla="*/ 150 h 183"/>
                <ns1:gd name="T2" fmla="*/ 92 w 192"/>
                <ns1:gd name="T3" fmla="*/ 150 h 183"/>
                <ns1:gd name="T4" fmla="*/ 39 w 192"/>
                <ns1:gd name="T5" fmla="*/ 181 h 183"/>
                <ns1:gd name="T6" fmla="*/ 37 w 192"/>
                <ns1:gd name="T7" fmla="*/ 179 h 183"/>
                <ns1:gd name="T8" fmla="*/ 50 w 192"/>
                <ns1:gd name="T9" fmla="*/ 119 h 183"/>
                <ns1:gd name="T10" fmla="*/ 48 w 192"/>
                <ns1:gd name="T11" fmla="*/ 113 h 183"/>
                <ns1:gd name="T12" fmla="*/ 2 w 192"/>
                <ns1:gd name="T13" fmla="*/ 72 h 183"/>
                <ns1:gd name="T14" fmla="*/ 3 w 192"/>
                <ns1:gd name="T15" fmla="*/ 69 h 183"/>
                <ns1:gd name="T16" fmla="*/ 64 w 192"/>
                <ns1:gd name="T17" fmla="*/ 63 h 183"/>
                <ns1:gd name="T18" fmla="*/ 70 w 192"/>
                <ns1:gd name="T19" fmla="*/ 59 h 183"/>
                <ns1:gd name="T20" fmla="*/ 94 w 192"/>
                <ns1:gd name="T21" fmla="*/ 2 h 183"/>
                <ns1:gd name="T22" fmla="*/ 97 w 192"/>
                <ns1:gd name="T23" fmla="*/ 2 h 183"/>
                <ns1:gd name="T24" fmla="*/ 122 w 192"/>
                <ns1:gd name="T25" fmla="*/ 59 h 183"/>
                <ns1:gd name="T26" fmla="*/ 128 w 192"/>
                <ns1:gd name="T27" fmla="*/ 63 h 183"/>
                <ns1:gd name="T28" fmla="*/ 189 w 192"/>
                <ns1:gd name="T29" fmla="*/ 69 h 183"/>
                <ns1:gd name="T30" fmla="*/ 190 w 192"/>
                <ns1:gd name="T31" fmla="*/ 72 h 183"/>
                <ns1:gd name="T32" fmla="*/ 144 w 192"/>
                <ns1:gd name="T33" fmla="*/ 113 h 183"/>
                <ns1:gd name="T34" fmla="*/ 141 w 192"/>
                <ns1:gd name="T35" fmla="*/ 119 h 183"/>
                <ns1:gd name="T36" fmla="*/ 155 w 192"/>
                <ns1:gd name="T37" fmla="*/ 179 h 183"/>
                <ns1:gd name="T38" fmla="*/ 152 w 192"/>
                <ns1:gd name="T39" fmla="*/ 181 h 183"/>
                <ns1:gd name="T40" fmla="*/ 99 w 192"/>
                <ns1:gd name="T41" fmla="*/ 150 h 183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  <ns1:cxn ang="0">
                  <ns1:pos x="T30" y="T31"/>
                </ns1:cxn>
                <ns1:cxn ang="0">
                  <ns1:pos x="T32" y="T33"/>
                </ns1:cxn>
                <ns1:cxn ang="0">
                  <ns1:pos x="T34" y="T35"/>
                </ns1:cxn>
                <ns1:cxn ang="0">
                  <ns1:pos x="T36" y="T37"/>
                </ns1:cxn>
                <ns1:cxn ang="0">
                  <ns1:pos x="T38" y="T39"/>
                </ns1:cxn>
                <ns1:cxn ang="0">
                  <ns1:pos x="T40" y="T41"/>
                </ns1:cxn>
              </ns1:cxnLst>
              <ns1:rect l="0" t="0" r="r" b="b"/>
              <ns1:pathLst>
                <ns1:path w="192" h="183">
                  <ns1:moveTo>
                    <ns1:pt x="99" y="150"/>
                  </ns1:moveTo>
                  <ns1:cubicBezTo>
                    <ns1:pt x="97" y="149"/>
                    <ns1:pt x="94" y="149"/>
                    <ns1:pt x="92" y="150"/>
                  </ns1:cubicBezTo>
                  <ns1:cubicBezTo>
                    <ns1:pt x="39" y="181"/>
                    <ns1:pt x="39" y="181"/>
                    <ns1:pt x="39" y="181"/>
                  </ns1:cubicBezTo>
                  <ns1:cubicBezTo>
                    <ns1:pt x="37" y="183"/>
                    <ns1:pt x="36" y="182"/>
                    <ns1:pt x="37" y="179"/>
                  </ns1:cubicBezTo>
                  <ns1:cubicBezTo>
                    <ns1:pt x="50" y="119"/>
                    <ns1:pt x="50" y="119"/>
                    <ns1:pt x="50" y="119"/>
                  </ns1:cubicBezTo>
                  <ns1:cubicBezTo>
                    <ns1:pt x="51" y="117"/>
                    <ns1:pt x="50" y="114"/>
                    <ns1:pt x="48" y="113"/>
                  </ns1:cubicBezTo>
                  <ns1:cubicBezTo>
                    <ns1:pt x="2" y="72"/>
                    <ns1:pt x="2" y="72"/>
                    <ns1:pt x="2" y="72"/>
                  </ns1:cubicBezTo>
                  <ns1:cubicBezTo>
                    <ns1:pt x="0" y="70"/>
                    <ns1:pt x="0" y="69"/>
                    <ns1:pt x="3" y="69"/>
                  </ns1:cubicBezTo>
                  <ns1:cubicBezTo>
                    <ns1:pt x="64" y="63"/>
                    <ns1:pt x="64" y="63"/>
                    <ns1:pt x="64" y="63"/>
                  </ns1:cubicBezTo>
                  <ns1:cubicBezTo>
                    <ns1:pt x="66" y="63"/>
                    <ns1:pt x="69" y="61"/>
                    <ns1:pt x="70" y="59"/>
                  </ns1:cubicBezTo>
                  <ns1:cubicBezTo>
                    <ns1:pt x="94" y="2"/>
                    <ns1:pt x="94" y="2"/>
                    <ns1:pt x="94" y="2"/>
                  </ns1:cubicBezTo>
                  <ns1:cubicBezTo>
                    <ns1:pt x="95" y="0"/>
                    <ns1:pt x="97" y="0"/>
                    <ns1:pt x="97" y="2"/>
                  </ns1:cubicBezTo>
                  <ns1:cubicBezTo>
                    <ns1:pt x="122" y="59"/>
                    <ns1:pt x="122" y="59"/>
                    <ns1:pt x="122" y="59"/>
                  </ns1:cubicBezTo>
                  <ns1:cubicBezTo>
                    <ns1:pt x="123" y="61"/>
                    <ns1:pt x="125" y="63"/>
                    <ns1:pt x="128" y="63"/>
                  </ns1:cubicBezTo>
                  <ns1:cubicBezTo>
                    <ns1:pt x="189" y="69"/>
                    <ns1:pt x="189" y="69"/>
                    <ns1:pt x="189" y="69"/>
                  </ns1:cubicBezTo>
                  <ns1:cubicBezTo>
                    <ns1:pt x="191" y="69"/>
                    <ns1:pt x="192" y="70"/>
                    <ns1:pt x="190" y="72"/>
                  </ns1:cubicBezTo>
                  <ns1:cubicBezTo>
                    <ns1:pt x="144" y="113"/>
                    <ns1:pt x="144" y="113"/>
                    <ns1:pt x="144" y="113"/>
                  </ns1:cubicBezTo>
                  <ns1:cubicBezTo>
                    <ns1:pt x="142" y="114"/>
                    <ns1:pt x="141" y="117"/>
                    <ns1:pt x="141" y="119"/>
                  </ns1:cubicBezTo>
                  <ns1:cubicBezTo>
                    <ns1:pt x="155" y="179"/>
                    <ns1:pt x="155" y="179"/>
                    <ns1:pt x="155" y="179"/>
                  </ns1:cubicBezTo>
                  <ns1:cubicBezTo>
                    <ns1:pt x="156" y="182"/>
                    <ns1:pt x="154" y="183"/>
                    <ns1:pt x="152" y="181"/>
                  </ns1:cubicBezTo>
                  <ns1:lnTo>
                    <ns1:pt x="99" y="150"/>
                  </ns1:ln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203" name="Freeform 15"/>
            <ns0:cNvSpPr>
              <ns1:spLocks/>
            </ns0:cNvSpPr>
            <ns0:nvPr/>
          </ns0:nvSpPr>
          <ns0:spPr bwMode="auto">
            <ns1:xfrm>
              <ns1:off x="5303838" y="3275013"/>
              <ns1:ext cx="479425" cy="458788"/>
            </ns1:xfrm>
            <ns1:custGeom>
              <ns1:avLst/>
              <ns1:gdLst>
                <ns1:gd name="T0" fmla="*/ 99 w 191"/>
                <ns1:gd name="T1" fmla="*/ 150 h 183"/>
                <ns1:gd name="T2" fmla="*/ 92 w 191"/>
                <ns1:gd name="T3" fmla="*/ 150 h 183"/>
                <ns1:gd name="T4" fmla="*/ 39 w 191"/>
                <ns1:gd name="T5" fmla="*/ 181 h 183"/>
                <ns1:gd name="T6" fmla="*/ 36 w 191"/>
                <ns1:gd name="T7" fmla="*/ 179 h 183"/>
                <ns1:gd name="T8" fmla="*/ 50 w 191"/>
                <ns1:gd name="T9" fmla="*/ 119 h 183"/>
                <ns1:gd name="T10" fmla="*/ 48 w 191"/>
                <ns1:gd name="T11" fmla="*/ 113 h 183"/>
                <ns1:gd name="T12" fmla="*/ 1 w 191"/>
                <ns1:gd name="T13" fmla="*/ 72 h 183"/>
                <ns1:gd name="T14" fmla="*/ 2 w 191"/>
                <ns1:gd name="T15" fmla="*/ 69 h 183"/>
                <ns1:gd name="T16" fmla="*/ 64 w 191"/>
                <ns1:gd name="T17" fmla="*/ 63 h 183"/>
                <ns1:gd name="T18" fmla="*/ 70 w 191"/>
                <ns1:gd name="T19" fmla="*/ 59 h 183"/>
                <ns1:gd name="T20" fmla="*/ 94 w 191"/>
                <ns1:gd name="T21" fmla="*/ 2 h 183"/>
                <ns1:gd name="T22" fmla="*/ 97 w 191"/>
                <ns1:gd name="T23" fmla="*/ 2 h 183"/>
                <ns1:gd name="T24" fmla="*/ 122 w 191"/>
                <ns1:gd name="T25" fmla="*/ 59 h 183"/>
                <ns1:gd name="T26" fmla="*/ 127 w 191"/>
                <ns1:gd name="T27" fmla="*/ 63 h 183"/>
                <ns1:gd name="T28" fmla="*/ 189 w 191"/>
                <ns1:gd name="T29" fmla="*/ 69 h 183"/>
                <ns1:gd name="T30" fmla="*/ 190 w 191"/>
                <ns1:gd name="T31" fmla="*/ 72 h 183"/>
                <ns1:gd name="T32" fmla="*/ 143 w 191"/>
                <ns1:gd name="T33" fmla="*/ 113 h 183"/>
                <ns1:gd name="T34" fmla="*/ 141 w 191"/>
                <ns1:gd name="T35" fmla="*/ 119 h 183"/>
                <ns1:gd name="T36" fmla="*/ 155 w 191"/>
                <ns1:gd name="T37" fmla="*/ 179 h 183"/>
                <ns1:gd name="T38" fmla="*/ 152 w 191"/>
                <ns1:gd name="T39" fmla="*/ 181 h 183"/>
                <ns1:gd name="T40" fmla="*/ 99 w 191"/>
                <ns1:gd name="T41" fmla="*/ 150 h 183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  <ns1:cxn ang="0">
                  <ns1:pos x="T30" y="T31"/>
                </ns1:cxn>
                <ns1:cxn ang="0">
                  <ns1:pos x="T32" y="T33"/>
                </ns1:cxn>
                <ns1:cxn ang="0">
                  <ns1:pos x="T34" y="T35"/>
                </ns1:cxn>
                <ns1:cxn ang="0">
                  <ns1:pos x="T36" y="T37"/>
                </ns1:cxn>
                <ns1:cxn ang="0">
                  <ns1:pos x="T38" y="T39"/>
                </ns1:cxn>
                <ns1:cxn ang="0">
                  <ns1:pos x="T40" y="T41"/>
                </ns1:cxn>
              </ns1:cxnLst>
              <ns1:rect l="0" t="0" r="r" b="b"/>
              <ns1:pathLst>
                <ns1:path w="191" h="183">
                  <ns1:moveTo>
                    <ns1:pt x="99" y="150"/>
                  </ns1:moveTo>
                  <ns1:cubicBezTo>
                    <ns1:pt x="97" y="149"/>
                    <ns1:pt x="94" y="149"/>
                    <ns1:pt x="92" y="150"/>
                  </ns1:cubicBezTo>
                  <ns1:cubicBezTo>
                    <ns1:pt x="39" y="181"/>
                    <ns1:pt x="39" y="181"/>
                    <ns1:pt x="39" y="181"/>
                  </ns1:cubicBezTo>
                  <ns1:cubicBezTo>
                    <ns1:pt x="37" y="183"/>
                    <ns1:pt x="36" y="182"/>
                    <ns1:pt x="36" y="179"/>
                  </ns1:cubicBezTo>
                  <ns1:cubicBezTo>
                    <ns1:pt x="50" y="119"/>
                    <ns1:pt x="50" y="119"/>
                    <ns1:pt x="50" y="119"/>
                  </ns1:cubicBezTo>
                  <ns1:cubicBezTo>
                    <ns1:pt x="50" y="117"/>
                    <ns1:pt x="49" y="114"/>
                    <ns1:pt x="48" y="113"/>
                  </ns1:cubicBezTo>
                  <ns1:cubicBezTo>
                    <ns1:pt x="1" y="72"/>
                    <ns1:pt x="1" y="72"/>
                    <ns1:pt x="1" y="72"/>
                  </ns1:cubicBezTo>
                  <ns1:cubicBezTo>
                    <ns1:pt x="0" y="70"/>
                    <ns1:pt x="0" y="69"/>
                    <ns1:pt x="2" y="69"/>
                  </ns1:cubicBezTo>
                  <ns1:cubicBezTo>
                    <ns1:pt x="64" y="63"/>
                    <ns1:pt x="64" y="63"/>
                    <ns1:pt x="64" y="63"/>
                  </ns1:cubicBezTo>
                  <ns1:cubicBezTo>
                    <ns1:pt x="66" y="63"/>
                    <ns1:pt x="69" y="61"/>
                    <ns1:pt x="70" y="59"/>
                  </ns1:cubicBezTo>
                  <ns1:cubicBezTo>
                    <ns1:pt x="94" y="2"/>
                    <ns1:pt x="94" y="2"/>
                    <ns1:pt x="94" y="2"/>
                  </ns1:cubicBezTo>
                  <ns1:cubicBezTo>
                    <ns1:pt x="95" y="0"/>
                    <ns1:pt x="96" y="0"/>
                    <ns1:pt x="97" y="2"/>
                  </ns1:cubicBezTo>
                  <ns1:cubicBezTo>
                    <ns1:pt x="122" y="59"/>
                    <ns1:pt x="122" y="59"/>
                    <ns1:pt x="122" y="59"/>
                  </ns1:cubicBezTo>
                  <ns1:cubicBezTo>
                    <ns1:pt x="122" y="61"/>
                    <ns1:pt x="125" y="63"/>
                    <ns1:pt x="127" y="63"/>
                  </ns1:cubicBezTo>
                  <ns1:cubicBezTo>
                    <ns1:pt x="189" y="69"/>
                    <ns1:pt x="189" y="69"/>
                    <ns1:pt x="189" y="69"/>
                  </ns1:cubicBezTo>
                  <ns1:cubicBezTo>
                    <ns1:pt x="191" y="69"/>
                    <ns1:pt x="191" y="70"/>
                    <ns1:pt x="190" y="72"/>
                  </ns1:cubicBezTo>
                  <ns1:cubicBezTo>
                    <ns1:pt x="143" y="113"/>
                    <ns1:pt x="143" y="113"/>
                    <ns1:pt x="143" y="113"/>
                  </ns1:cubicBezTo>
                  <ns1:cubicBezTo>
                    <ns1:pt x="142" y="114"/>
                    <ns1:pt x="141" y="117"/>
                    <ns1:pt x="141" y="119"/>
                  </ns1:cubicBezTo>
                  <ns1:cubicBezTo>
                    <ns1:pt x="155" y="179"/>
                    <ns1:pt x="155" y="179"/>
                    <ns1:pt x="155" y="179"/>
                  </ns1:cubicBezTo>
                  <ns1:cubicBezTo>
                    <ns1:pt x="155" y="182"/>
                    <ns1:pt x="154" y="183"/>
                    <ns1:pt x="152" y="181"/>
                  </ns1:cubicBezTo>
                  <ns1:lnTo>
                    <ns1:pt x="99" y="150"/>
                  </ns1:ln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</ns0:grpSp>
      <ns0:sp>
        <ns0:nvSpPr>
          <ns0:cNvPr id="204" name="Freeform 13"/>
          <ns0:cNvSpPr>
            <ns1:spLocks noEditPoints="1"/>
          </ns0:cNvSpPr>
          <ns0:nvPr/>
        </ns0:nvSpPr>
        <ns0:spPr bwMode="auto">
          <ns1:xfrm>
            <ns1:off x="9136245" y="1171810"/>
            <ns1:ext cx="411247" cy="411246"/>
          </ns1:xfrm>
          <ns1:custGeom>
            <ns1:avLst/>
            <ns1:gdLst>
              <ns1:gd name="T0" fmla="*/ 341 w 2328"/>
              <ns1:gd name="T1" fmla="*/ 341 h 2328"/>
              <ns1:gd name="T2" fmla="*/ 341 w 2328"/>
              <ns1:gd name="T3" fmla="*/ 1987 h 2328"/>
              <ns1:gd name="T4" fmla="*/ 1987 w 2328"/>
              <ns1:gd name="T5" fmla="*/ 1987 h 2328"/>
              <ns1:gd name="T6" fmla="*/ 1987 w 2328"/>
              <ns1:gd name="T7" fmla="*/ 341 h 2328"/>
              <ns1:gd name="T8" fmla="*/ 2040 w 2328"/>
              <ns1:gd name="T9" fmla="*/ 637 h 2328"/>
              <ns1:gd name="T10" fmla="*/ 1640 w 2328"/>
              <ns1:gd name="T11" fmla="*/ 423 h 2328"/>
              <ns1:gd name="T12" fmla="*/ 1341 w 2328"/>
              <ns1:gd name="T13" fmla="*/ 157 h 2328"/>
              <ns1:gd name="T14" fmla="*/ 2040 w 2328"/>
              <ns1:gd name="T15" fmla="*/ 637 h 2328"/>
              <ns1:gd name="T16" fmla="*/ 1700 w 2328"/>
              <ns1:gd name="T17" fmla="*/ 1672 h 2328"/>
              <ns1:gd name="T18" fmla="*/ 2185 w 2328"/>
              <ns1:gd name="T19" fmla="*/ 1199 h 2328"/>
              <ns1:gd name="T20" fmla="*/ 1204 w 2328"/>
              <ns1:gd name="T21" fmla="*/ 2185 h 2328"/>
              <ns1:gd name="T22" fmla="*/ 1200 w 2328"/>
              <ns1:gd name="T23" fmla="*/ 1935 h 2328"/>
              <ns1:gd name="T24" fmla="*/ 1552 w 2328"/>
              <ns1:gd name="T25" fmla="*/ 1787 h 2328"/>
              <ns1:gd name="T26" fmla="*/ 775 w 2328"/>
              <ns1:gd name="T27" fmla="*/ 1787 h 2328"/>
              <ns1:gd name="T28" fmla="*/ 1128 w 2328"/>
              <ns1:gd name="T29" fmla="*/ 1935 h 2328"/>
              <ns1:gd name="T30" fmla="*/ 1124 w 2328"/>
              <ns1:gd name="T31" fmla="*/ 2185 h 2328"/>
              <ns1:gd name="T32" fmla="*/ 229 w 2328"/>
              <ns1:gd name="T33" fmla="*/ 751 h 2328"/>
              <ns1:gd name="T34" fmla="*/ 532 w 2328"/>
              <ns1:gd name="T35" fmla="*/ 991 h 2328"/>
              <ns1:gd name="T36" fmla="*/ 143 w 2328"/>
              <ns1:gd name="T37" fmla="*/ 1129 h 2328"/>
              <ns1:gd name="T38" fmla="*/ 1124 w 2328"/>
              <ns1:gd name="T39" fmla="*/ 143 h 2328"/>
              <ns1:gd name="T40" fmla="*/ 1128 w 2328"/>
              <ns1:gd name="T41" fmla="*/ 518 h 2328"/>
              <ns1:gd name="T42" fmla="*/ 1124 w 2328"/>
              <ns1:gd name="T43" fmla="*/ 143 h 2328"/>
              <ns1:gd name="T44" fmla="*/ 1478 w 2328"/>
              <ns1:gd name="T45" fmla="*/ 533 h 2328"/>
              <ns1:gd name="T46" fmla="*/ 1200 w 2328"/>
              <ns1:gd name="T47" fmla="*/ 143 h 2328"/>
              <ns1:gd name="T48" fmla="*/ 1513 w 2328"/>
              <ns1:gd name="T49" fmla="*/ 478 h 2328"/>
              <ns1:gd name="T50" fmla="*/ 1467 w 2328"/>
              <ns1:gd name="T51" fmla="*/ 624 h 2328"/>
              <ns1:gd name="T52" fmla="*/ 1661 w 2328"/>
              <ns1:gd name="T53" fmla="*/ 772 h 2328"/>
              <ns1:gd name="T54" fmla="*/ 1200 w 2328"/>
              <ns1:gd name="T55" fmla="*/ 1129 h 2328"/>
              <ns1:gd name="T56" fmla="*/ 1720 w 2328"/>
              <ns1:gd name="T57" fmla="*/ 598 h 2328"/>
              <ns1:gd name="T58" fmla="*/ 1560 w 2328"/>
              <ns1:gd name="T59" fmla="*/ 598 h 2328"/>
              <ns1:gd name="T60" fmla="*/ 1720 w 2328"/>
              <ns1:gd name="T61" fmla="*/ 598 h 2328"/>
              <ns1:gd name="T62" fmla="*/ 1128 w 2328"/>
              <ns1:gd name="T63" fmla="*/ 1129 h 2328"/>
              <ns1:gd name="T64" fmla="*/ 611 w 2328"/>
              <ns1:gd name="T65" fmla="*/ 997 h 2328"/>
              <ns1:gd name="T66" fmla="*/ 1128 w 2328"/>
              <ns1:gd name="T67" fmla="*/ 610 h 2328"/>
              <ns1:gd name="T68" fmla="*/ 560 w 2328"/>
              <ns1:gd name="T69" fmla="*/ 1244 h 2328"/>
              <ns1:gd name="T70" fmla="*/ 560 w 2328"/>
              <ns1:gd name="T71" fmla="*/ 1084 h 2328"/>
              <ns1:gd name="T72" fmla="*/ 143 w 2328"/>
              <ns1:gd name="T73" fmla="*/ 1199 h 2328"/>
              <ns1:gd name="T74" fmla="*/ 532 w 2328"/>
              <ns1:gd name="T75" fmla="*/ 1337 h 2328"/>
              <ns1:gd name="T76" fmla="*/ 229 w 2328"/>
              <ns1:gd name="T77" fmla="*/ 1577 h 2328"/>
              <ns1:gd name="T78" fmla="*/ 611 w 2328"/>
              <ns1:gd name="T79" fmla="*/ 1331 h 2328"/>
              <ns1:gd name="T80" fmla="*/ 1128 w 2328"/>
              <ns1:gd name="T81" fmla="*/ 1199 h 2328"/>
              <ns1:gd name="T82" fmla="*/ 996 w 2328"/>
              <ns1:gd name="T83" fmla="*/ 1713 h 2328"/>
              <ns1:gd name="T84" fmla="*/ 611 w 2328"/>
              <ns1:gd name="T85" fmla="*/ 1331 h 2328"/>
              <ns1:gd name="T86" fmla="*/ 1164 w 2328"/>
              <ns1:gd name="T87" fmla="*/ 1844 h 2328"/>
              <ns1:gd name="T88" fmla="*/ 1164 w 2328"/>
              <ns1:gd name="T89" fmla="*/ 1684 h 2328"/>
              <ns1:gd name="T90" fmla="*/ 1331 w 2328"/>
              <ns1:gd name="T91" fmla="*/ 1713 h 2328"/>
              <ns1:gd name="T92" fmla="*/ 1200 w 2328"/>
              <ns1:gd name="T93" fmla="*/ 1199 h 2328"/>
              <ns1:gd name="T94" fmla="*/ 1606 w 2328"/>
              <ns1:gd name="T95" fmla="*/ 1687 h 2328"/>
              <ns1:gd name="T96" fmla="*/ 1807 w 2328"/>
              <ns1:gd name="T97" fmla="*/ 1129 h 2328"/>
              <ns1:gd name="T98" fmla="*/ 1798 w 2328"/>
              <ns1:gd name="T99" fmla="*/ 674 h 2328"/>
              <ns1:gd name="T100" fmla="*/ 2185 w 2328"/>
              <ns1:gd name="T101" fmla="*/ 1129 h 2328"/>
              <ns1:gd name="T102" fmla="*/ 441 w 2328"/>
              <ns1:gd name="T103" fmla="*/ 441 h 2328"/>
              <ns1:gd name="T104" fmla="*/ 688 w 2328"/>
              <ns1:gd name="T105" fmla="*/ 534 h 2328"/>
              <ns1:gd name="T106" fmla="*/ 288 w 2328"/>
              <ns1:gd name="T107" fmla="*/ 637 h 2328"/>
              <ns1:gd name="T108" fmla="*/ 288 w 2328"/>
              <ns1:gd name="T109" fmla="*/ 1690 h 2328"/>
              <ns1:gd name="T110" fmla="*/ 688 w 2328"/>
              <ns1:gd name="T111" fmla="*/ 1794 h 2328"/>
              <ns1:gd name="T112" fmla="*/ 441 w 2328"/>
              <ns1:gd name="T113" fmla="*/ 1886 h 2328"/>
              <ns1:gd name="T114" fmla="*/ 1886 w 2328"/>
              <ns1:gd name="T115" fmla="*/ 1886 h 2328"/>
              <ns1:gd name="T116" fmla="*/ 1640 w 2328"/>
              <ns1:gd name="T117" fmla="*/ 1794 h 2328"/>
              <ns1:gd name="T118" fmla="*/ 2040 w 2328"/>
              <ns1:gd name="T119" fmla="*/ 1690 h 2328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  <ns1:cxn ang="0">
                <ns1:pos x="T32" y="T33"/>
              </ns1:cxn>
              <ns1:cxn ang="0">
                <ns1:pos x="T34" y="T35"/>
              </ns1:cxn>
              <ns1:cxn ang="0">
                <ns1:pos x="T36" y="T37"/>
              </ns1:cxn>
              <ns1:cxn ang="0">
                <ns1:pos x="T38" y="T39"/>
              </ns1:cxn>
              <ns1:cxn ang="0">
                <ns1:pos x="T40" y="T41"/>
              </ns1:cxn>
              <ns1:cxn ang="0">
                <ns1:pos x="T42" y="T43"/>
              </ns1:cxn>
              <ns1:cxn ang="0">
                <ns1:pos x="T44" y="T45"/>
              </ns1:cxn>
              <ns1:cxn ang="0">
                <ns1:pos x="T46" y="T47"/>
              </ns1:cxn>
              <ns1:cxn ang="0">
                <ns1:pos x="T48" y="T49"/>
              </ns1:cxn>
              <ns1:cxn ang="0">
                <ns1:pos x="T50" y="T51"/>
              </ns1:cxn>
              <ns1:cxn ang="0">
                <ns1:pos x="T52" y="T53"/>
              </ns1:cxn>
              <ns1:cxn ang="0">
                <ns1:pos x="T54" y="T55"/>
              </ns1:cxn>
              <ns1:cxn ang="0">
                <ns1:pos x="T56" y="T57"/>
              </ns1:cxn>
              <ns1:cxn ang="0">
                <ns1:pos x="T58" y="T59"/>
              </ns1:cxn>
              <ns1:cxn ang="0">
                <ns1:pos x="T60" y="T61"/>
              </ns1:cxn>
              <ns1:cxn ang="0">
                <ns1:pos x="T62" y="T63"/>
              </ns1:cxn>
              <ns1:cxn ang="0">
                <ns1:pos x="T64" y="T65"/>
              </ns1:cxn>
              <ns1:cxn ang="0">
                <ns1:pos x="T66" y="T67"/>
              </ns1:cxn>
              <ns1:cxn ang="0">
                <ns1:pos x="T68" y="T69"/>
              </ns1:cxn>
              <ns1:cxn ang="0">
                <ns1:pos x="T70" y="T71"/>
              </ns1:cxn>
              <ns1:cxn ang="0">
                <ns1:pos x="T72" y="T73"/>
              </ns1:cxn>
              <ns1:cxn ang="0">
                <ns1:pos x="T74" y="T75"/>
              </ns1:cxn>
              <ns1:cxn ang="0">
                <ns1:pos x="T76" y="T77"/>
              </ns1:cxn>
              <ns1:cxn ang="0">
                <ns1:pos x="T78" y="T79"/>
              </ns1:cxn>
              <ns1:cxn ang="0">
                <ns1:pos x="T80" y="T81"/>
              </ns1:cxn>
              <ns1:cxn ang="0">
                <ns1:pos x="T82" y="T83"/>
              </ns1:cxn>
              <ns1:cxn ang="0">
                <ns1:pos x="T84" y="T85"/>
              </ns1:cxn>
              <ns1:cxn ang="0">
                <ns1:pos x="T86" y="T87"/>
              </ns1:cxn>
              <ns1:cxn ang="0">
                <ns1:pos x="T88" y="T89"/>
              </ns1:cxn>
              <ns1:cxn ang="0">
                <ns1:pos x="T90" y="T91"/>
              </ns1:cxn>
              <ns1:cxn ang="0">
                <ns1:pos x="T92" y="T93"/>
              </ns1:cxn>
              <ns1:cxn ang="0">
                <ns1:pos x="T94" y="T95"/>
              </ns1:cxn>
              <ns1:cxn ang="0">
                <ns1:pos x="T96" y="T97"/>
              </ns1:cxn>
              <ns1:cxn ang="0">
                <ns1:pos x="T98" y="T99"/>
              </ns1:cxn>
              <ns1:cxn ang="0">
                <ns1:pos x="T100" y="T101"/>
              </ns1:cxn>
              <ns1:cxn ang="0">
                <ns1:pos x="T102" y="T103"/>
              </ns1:cxn>
              <ns1:cxn ang="0">
                <ns1:pos x="T104" y="T105"/>
              </ns1:cxn>
              <ns1:cxn ang="0">
                <ns1:pos x="T106" y="T107"/>
              </ns1:cxn>
              <ns1:cxn ang="0">
                <ns1:pos x="T108" y="T109"/>
              </ns1:cxn>
              <ns1:cxn ang="0">
                <ns1:pos x="T110" y="T111"/>
              </ns1:cxn>
              <ns1:cxn ang="0">
                <ns1:pos x="T112" y="T113"/>
              </ns1:cxn>
              <ns1:cxn ang="0">
                <ns1:pos x="T114" y="T115"/>
              </ns1:cxn>
              <ns1:cxn ang="0">
                <ns1:pos x="T116" y="T117"/>
              </ns1:cxn>
              <ns1:cxn ang="0">
                <ns1:pos x="T118" y="T119"/>
              </ns1:cxn>
            </ns1:cxnLst>
            <ns1:rect l="0" t="0" r="r" b="b"/>
            <ns1:pathLst>
              <ns1:path w="2328" h="2328">
                <ns1:moveTo>
                  <ns1:pt x="1164" y="0"/>
                </ns1:moveTo>
                <ns1:cubicBezTo>
                  <ns1:pt x="853" y="0"/>
                  <ns1:pt x="561" y="121"/>
                  <ns1:pt x="341" y="341"/>
                </ns1:cubicBezTo>
                <ns1:cubicBezTo>
                  <ns1:pt x="121" y="560"/>
                  <ns1:pt x="0" y="853"/>
                  <ns1:pt x="0" y="1164"/>
                </ns1:cubicBezTo>
                <ns1:cubicBezTo>
                  <ns1:pt x="0" y="1475"/>
                  <ns1:pt x="121" y="1767"/>
                  <ns1:pt x="341" y="1987"/>
                </ns1:cubicBezTo>
                <ns1:cubicBezTo>
                  <ns1:pt x="561" y="2207"/>
                  <ns1:pt x="853" y="2328"/>
                  <ns1:pt x="1164" y="2328"/>
                </ns1:cubicBezTo>
                <ns1:cubicBezTo>
                  <ns1:pt x="1475" y="2328"/>
                  <ns1:pt x="1767" y="2207"/>
                  <ns1:pt x="1987" y="1987"/>
                </ns1:cubicBezTo>
                <ns1:cubicBezTo>
                  <ns1:pt x="2207" y="1767"/>
                  <ns1:pt x="2328" y="1475"/>
                  <ns1:pt x="2328" y="1164"/>
                </ns1:cubicBezTo>
                <ns1:cubicBezTo>
                  <ns1:pt x="2328" y="853"/>
                  <ns1:pt x="2207" y="560"/>
                  <ns1:pt x="1987" y="341"/>
                </ns1:cubicBezTo>
                <ns1:cubicBezTo>
                  <ns1:pt x="1767" y="121"/>
                  <ns1:pt x="1475" y="0"/>
                  <ns1:pt x="1164" y="0"/>
                </ns1:cubicBezTo>
                <ns1:close/>
                <ns1:moveTo>
                  <ns1:pt x="2040" y="637"/>
                </ns1:moveTo>
                <ns1:cubicBezTo>
                  <ns1:pt x="1966" y="617"/>
                  <ns1:pt x="1890" y="598"/>
                  <ns1:pt x="1815" y="583"/>
                </ns1:cubicBezTo>
                <ns1:cubicBezTo>
                  <ns1:pt x="1807" y="493"/>
                  <ns1:pt x="1732" y="423"/>
                  <ns1:pt x="1640" y="423"/>
                </ns1:cubicBezTo>
                <ns1:cubicBezTo>
                  <ns1:pt x="1619" y="423"/>
                  <ns1:pt x="1598" y="427"/>
                  <ns1:pt x="1579" y="434"/>
                </ns1:cubicBezTo>
                <ns1:cubicBezTo>
                  <ns1:pt x="1512" y="335"/>
                  <ns1:pt x="1433" y="243"/>
                  <ns1:pt x="1341" y="157"/>
                </ns1:cubicBezTo>
                <ns1:cubicBezTo>
                  <ns1:pt x="1547" y="193"/>
                  <ns1:pt x="1736" y="291"/>
                  <ns1:pt x="1886" y="441"/>
                </ns1:cubicBezTo>
                <ns1:cubicBezTo>
                  <ns1:pt x="1946" y="501"/>
                  <ns1:pt x="1998" y="567"/>
                  <ns1:pt x="2040" y="637"/>
                </ns1:cubicBezTo>
                <ns1:close/>
                <ns1:moveTo>
                  <ns1:pt x="2099" y="1577"/>
                </ns1:moveTo>
                <ns1:cubicBezTo>
                  <ns1:pt x="1968" y="1617"/>
                  <ns1:pt x="1835" y="1649"/>
                  <ns1:pt x="1700" y="1672"/>
                </ns1:cubicBezTo>
                <ns1:cubicBezTo>
                  <ns1:pt x="1767" y="1520"/>
                  <ns1:pt x="1802" y="1362"/>
                  <ns1:pt x="1807" y="1199"/>
                </ns1:cubicBezTo>
                <ns1:cubicBezTo>
                  <ns1:pt x="2185" y="1199"/>
                  <ns1:pt x="2185" y="1199"/>
                  <ns1:pt x="2185" y="1199"/>
                </ns1:cubicBezTo>
                <ns1:cubicBezTo>
                  <ns1:pt x="2181" y="1331"/>
                  <ns1:pt x="2151" y="1459"/>
                  <ns1:pt x="2099" y="1577"/>
                </ns1:cubicBezTo>
                <ns1:close/>
                <ns1:moveTo>
                  <ns1:pt x="1204" y="2185"/>
                </ns1:moveTo>
                <ns1:cubicBezTo>
                  <ns1:pt x="1202" y="2185"/>
                  <ns1:pt x="1201" y="2185"/>
                  <ns1:pt x="1200" y="2185"/>
                </ns1:cubicBezTo>
                <ns1:cubicBezTo>
                  <ns1:pt x="1200" y="1935"/>
                  <ns1:pt x="1200" y="1935"/>
                  <ns1:pt x="1200" y="1935"/>
                </ns1:cubicBezTo>
                <ns1:cubicBezTo>
                  <ns1:pt x="1265" y="1921"/>
                  <ns1:pt x="1318" y="1870"/>
                  <ns1:pt x="1334" y="1805"/>
                </ns1:cubicBezTo>
                <ns1:cubicBezTo>
                  <ns1:pt x="1407" y="1802"/>
                  <ns1:pt x="1480" y="1795"/>
                  <ns1:pt x="1552" y="1787"/>
                </ns1:cubicBezTo>
                <ns1:cubicBezTo>
                  <ns1:pt x="1465" y="1934"/>
                  <ns1:pt x="1348" y="2067"/>
                  <ns1:pt x="1204" y="2185"/>
                </ns1:cubicBezTo>
                <ns1:close/>
                <ns1:moveTo>
                  <ns1:pt x="775" y="1787"/>
                </ns1:moveTo>
                <ns1:cubicBezTo>
                  <ns1:pt x="848" y="1795"/>
                  <ns1:pt x="921" y="1802"/>
                  <ns1:pt x="994" y="1805"/>
                </ns1:cubicBezTo>
                <ns1:cubicBezTo>
                  <ns1:pt x="1010" y="1870"/>
                  <ns1:pt x="1062" y="1921"/>
                  <ns1:pt x="1128" y="1935"/>
                </ns1:cubicBezTo>
                <ns1:cubicBezTo>
                  <ns1:pt x="1128" y="2185"/>
                  <ns1:pt x="1128" y="2185"/>
                  <ns1:pt x="1128" y="2185"/>
                </ns1:cubicBezTo>
                <ns1:cubicBezTo>
                  <ns1:pt x="1127" y="2185"/>
                  <ns1:pt x="1125" y="2185"/>
                  <ns1:pt x="1124" y="2185"/>
                </ns1:cubicBezTo>
                <ns1:cubicBezTo>
                  <ns1:pt x="980" y="2067"/>
                  <ns1:pt x="863" y="1934"/>
                  <ns1:pt x="775" y="1787"/>
                </ns1:cubicBezTo>
                <ns1:close/>
                <ns1:moveTo>
                  <ns1:pt x="229" y="751"/>
                </ns1:moveTo>
                <ns1:cubicBezTo>
                  <ns1:pt x="360" y="710"/>
                  <ns1:pt x="493" y="678"/>
                  <ns1:pt x="627" y="655"/>
                </ns1:cubicBezTo>
                <ns1:cubicBezTo>
                  <ns1:pt x="580" y="764"/>
                  <ns1:pt x="548" y="876"/>
                  <ns1:pt x="532" y="991"/>
                </ns1:cubicBezTo>
                <ns1:cubicBezTo>
                  <ns1:pt x="460" y="1002"/>
                  <ns1:pt x="403" y="1058"/>
                  <ns1:pt x="388" y="1129"/>
                </ns1:cubicBezTo>
                <ns1:cubicBezTo>
                  <ns1:pt x="143" y="1129"/>
                  <ns1:pt x="143" y="1129"/>
                  <ns1:pt x="143" y="1129"/>
                </ns1:cubicBezTo>
                <ns1:cubicBezTo>
                  <ns1:pt x="147" y="996"/>
                  <ns1:pt x="177" y="869"/>
                  <ns1:pt x="229" y="751"/>
                </ns1:cubicBezTo>
                <ns1:close/>
                <ns1:moveTo>
                  <ns1:pt x="1124" y="143"/>
                </ns1:moveTo>
                <ns1:cubicBezTo>
                  <ns1:pt x="1125" y="143"/>
                  <ns1:pt x="1127" y="143"/>
                  <ns1:pt x="1128" y="143"/>
                </ns1:cubicBezTo>
                <ns1:cubicBezTo>
                  <ns1:pt x="1128" y="518"/>
                  <ns1:pt x="1128" y="518"/>
                  <ns1:pt x="1128" y="518"/>
                </ns1:cubicBezTo>
                <ns1:cubicBezTo>
                  <ns1:pt x="1010" y="519"/>
                  <ns1:pt x="892" y="527"/>
                  <ns1:pt x="775" y="541"/>
                </ns1:cubicBezTo>
                <ns1:cubicBezTo>
                  <ns1:pt x="863" y="394"/>
                  <ns1:pt x="980" y="260"/>
                  <ns1:pt x="1124" y="143"/>
                </ns1:cubicBezTo>
                <ns1:close/>
                <ns1:moveTo>
                  <ns1:pt x="1513" y="478"/>
                </ns1:moveTo>
                <ns1:cubicBezTo>
                  <ns1:pt x="1498" y="494"/>
                  <ns1:pt x="1486" y="512"/>
                  <ns1:pt x="1478" y="533"/>
                </ns1:cubicBezTo>
                <ns1:cubicBezTo>
                  <ns1:pt x="1386" y="524"/>
                  <ns1:pt x="1293" y="519"/>
                  <ns1:pt x="1200" y="518"/>
                </ns1:cubicBezTo>
                <ns1:cubicBezTo>
                  <ns1:pt x="1200" y="143"/>
                  <ns1:pt x="1200" y="143"/>
                  <ns1:pt x="1200" y="143"/>
                </ns1:cubicBezTo>
                <ns1:cubicBezTo>
                  <ns1:pt x="1201" y="143"/>
                  <ns1:pt x="1202" y="143"/>
                  <ns1:pt x="1204" y="143"/>
                </ns1:cubicBezTo>
                <ns1:cubicBezTo>
                  <ns1:pt x="1327" y="243"/>
                  <ns1:pt x="1431" y="356"/>
                  <ns1:pt x="1513" y="478"/>
                </ns1:cubicBezTo>
                <ns1:close/>
                <ns1:moveTo>
                  <ns1:pt x="1200" y="610"/>
                </ns1:moveTo>
                <ns1:cubicBezTo>
                  <ns1:pt x="1289" y="611"/>
                  <ns1:pt x="1379" y="616"/>
                  <ns1:pt x="1467" y="624"/>
                </ns1:cubicBezTo>
                <ns1:cubicBezTo>
                  <ns1:pt x="1480" y="708"/>
                  <ns1:pt x="1553" y="773"/>
                  <ns1:pt x="1640" y="773"/>
                </ns1:cubicBezTo>
                <ns1:cubicBezTo>
                  <ns1:pt x="1647" y="773"/>
                  <ns1:pt x="1654" y="772"/>
                  <ns1:pt x="1661" y="772"/>
                </ns1:cubicBezTo>
                <ns1:cubicBezTo>
                  <ns1:pt x="1702" y="887"/>
                  <ns1:pt x="1724" y="1007"/>
                  <ns1:pt x="1728" y="1129"/>
                </ns1:cubicBezTo>
                <ns1:cubicBezTo>
                  <ns1:pt x="1200" y="1129"/>
                  <ns1:pt x="1200" y="1129"/>
                  <ns1:pt x="1200" y="1129"/>
                </ns1:cubicBezTo>
                <ns1:lnTo>
                  <ns1:pt x="1200" y="610"/>
                </ns1:lnTo>
                <ns1:close/>
                <ns1:moveTo>
                  <ns1:pt x="1720" y="598"/>
                </ns1:moveTo>
                <ns1:cubicBezTo>
                  <ns1:pt x="1720" y="642"/>
                  <ns1:pt x="1684" y="678"/>
                  <ns1:pt x="1640" y="678"/>
                </ns1:cubicBezTo>
                <ns1:cubicBezTo>
                  <ns1:pt x="1596" y="678"/>
                  <ns1:pt x="1560" y="642"/>
                  <ns1:pt x="1560" y="598"/>
                </ns1:cubicBezTo>
                <ns1:cubicBezTo>
                  <ns1:pt x="1560" y="554"/>
                  <ns1:pt x="1596" y="518"/>
                  <ns1:pt x="1640" y="518"/>
                </ns1:cubicBezTo>
                <ns1:cubicBezTo>
                  <ns1:pt x="1684" y="518"/>
                  <ns1:pt x="1720" y="554"/>
                  <ns1:pt x="1720" y="598"/>
                </ns1:cubicBezTo>
                <ns1:close/>
                <ns1:moveTo>
                  <ns1:pt x="1128" y="610"/>
                </ns1:moveTo>
                <ns1:cubicBezTo>
                  <ns1:pt x="1128" y="1129"/>
                  <ns1:pt x="1128" y="1129"/>
                  <ns1:pt x="1128" y="1129"/>
                </ns1:cubicBezTo>
                <ns1:cubicBezTo>
                  <ns1:pt x="731" y="1129"/>
                  <ns1:pt x="731" y="1129"/>
                  <ns1:pt x="731" y="1129"/>
                </ns1:cubicBezTo>
                <ns1:cubicBezTo>
                  <ns1:pt x="719" y="1066"/>
                  <ns1:pt x="672" y="1015"/>
                  <ns1:pt x="611" y="997"/>
                </ns1:cubicBezTo>
                <ns1:cubicBezTo>
                  <ns1:pt x="629" y="874"/>
                  <ns1:pt x="666" y="755"/>
                  <ns1:pt x="722" y="641"/>
                </ns1:cubicBezTo>
                <ns1:cubicBezTo>
                  <ns1:pt x="856" y="622"/>
                  <ns1:pt x="992" y="612"/>
                  <ns1:pt x="1128" y="610"/>
                </ns1:cubicBezTo>
                <ns1:close/>
                <ns1:moveTo>
                  <ns1:pt x="640" y="1164"/>
                </ns1:moveTo>
                <ns1:cubicBezTo>
                  <ns1:pt x="640" y="1208"/>
                  <ns1:pt x="604" y="1244"/>
                  <ns1:pt x="560" y="1244"/>
                </ns1:cubicBezTo>
                <ns1:cubicBezTo>
                  <ns1:pt x="516" y="1244"/>
                  <ns1:pt x="480" y="1208"/>
                  <ns1:pt x="480" y="1164"/>
                </ns1:cubicBezTo>
                <ns1:cubicBezTo>
                  <ns1:pt x="480" y="1120"/>
                  <ns1:pt x="516" y="1084"/>
                  <ns1:pt x="560" y="1084"/>
                </ns1:cubicBezTo>
                <ns1:cubicBezTo>
                  <ns1:pt x="604" y="1084"/>
                  <ns1:pt x="640" y="1120"/>
                  <ns1:pt x="640" y="1164"/>
                </ns1:cubicBezTo>
                <ns1:close/>
                <ns1:moveTo>
                  <ns1:pt x="143" y="1199"/>
                </ns1:moveTo>
                <ns1:cubicBezTo>
                  <ns1:pt x="388" y="1199"/>
                  <ns1:pt x="388" y="1199"/>
                  <ns1:pt x="388" y="1199"/>
                </ns1:cubicBezTo>
                <ns1:cubicBezTo>
                  <ns1:pt x="403" y="1270"/>
                  <ns1:pt x="460" y="1325"/>
                  <ns1:pt x="532" y="1337"/>
                </ns1:cubicBezTo>
                <ns1:cubicBezTo>
                  <ns1:pt x="548" y="1451"/>
                  <ns1:pt x="580" y="1563"/>
                  <ns1:pt x="627" y="1672"/>
                </ns1:cubicBezTo>
                <ns1:cubicBezTo>
                  <ns1:pt x="493" y="1649"/>
                  <ns1:pt x="360" y="1617"/>
                  <ns1:pt x="229" y="1577"/>
                </ns1:cubicBezTo>
                <ns1:cubicBezTo>
                  <ns1:pt x="177" y="1459"/>
                  <ns1:pt x="147" y="1331"/>
                  <ns1:pt x="143" y="1199"/>
                </ns1:cubicBezTo>
                <ns1:close/>
                <ns1:moveTo>
                  <ns1:pt x="611" y="1331"/>
                </ns1:moveTo>
                <ns1:cubicBezTo>
                  <ns1:pt x="672" y="1312"/>
                  <ns1:pt x="719" y="1262"/>
                  <ns1:pt x="731" y="1199"/>
                </ns1:cubicBezTo>
                <ns1:cubicBezTo>
                  <ns1:pt x="1128" y="1199"/>
                  <ns1:pt x="1128" y="1199"/>
                  <ns1:pt x="1128" y="1199"/>
                </ns1:cubicBezTo>
                <ns1:cubicBezTo>
                  <ns1:pt x="1128" y="1592"/>
                  <ns1:pt x="1128" y="1592"/>
                  <ns1:pt x="1128" y="1592"/>
                </ns1:cubicBezTo>
                <ns1:cubicBezTo>
                  <ns1:pt x="1065" y="1605"/>
                  <ns1:pt x="1015" y="1652"/>
                  <ns1:pt x="996" y="1713"/>
                </ns1:cubicBezTo>
                <ns1:cubicBezTo>
                  <ns1:pt x="904" y="1708"/>
                  <ns1:pt x="813" y="1700"/>
                  <ns1:pt x="722" y="1687"/>
                </ns1:cubicBezTo>
                <ns1:cubicBezTo>
                  <ns1:pt x="666" y="1572"/>
                  <ns1:pt x="629" y="1453"/>
                  <ns1:pt x="611" y="1331"/>
                </ns1:cubicBezTo>
                <ns1:close/>
                <ns1:moveTo>
                  <ns1:pt x="1244" y="1764"/>
                </ns1:moveTo>
                <ns1:cubicBezTo>
                  <ns1:pt x="1244" y="1808"/>
                  <ns1:pt x="1208" y="1844"/>
                  <ns1:pt x="1164" y="1844"/>
                </ns1:cubicBezTo>
                <ns1:cubicBezTo>
                  <ns1:pt x="1120" y="1844"/>
                  <ns1:pt x="1084" y="1808"/>
                  <ns1:pt x="1084" y="1764"/>
                </ns1:cubicBezTo>
                <ns1:cubicBezTo>
                  <ns1:pt x="1084" y="1720"/>
                  <ns1:pt x="1120" y="1684"/>
                  <ns1:pt x="1164" y="1684"/>
                </ns1:cubicBezTo>
                <ns1:cubicBezTo>
                  <ns1:pt x="1208" y="1684"/>
                  <ns1:pt x="1244" y="1720"/>
                  <ns1:pt x="1244" y="1764"/>
                </ns1:cubicBezTo>
                <ns1:close/>
                <ns1:moveTo>
                  <ns1:pt x="1331" y="1713"/>
                </ns1:moveTo>
                <ns1:cubicBezTo>
                  <ns1:pt x="1313" y="1652"/>
                  <ns1:pt x="1262" y="1605"/>
                  <ns1:pt x="1200" y="1592"/>
                </ns1:cubicBezTo>
                <ns1:cubicBezTo>
                  <ns1:pt x="1200" y="1199"/>
                  <ns1:pt x="1200" y="1199"/>
                  <ns1:pt x="1200" y="1199"/>
                </ns1:cubicBezTo>
                <ns1:cubicBezTo>
                  <ns1:pt x="1728" y="1199"/>
                  <ns1:pt x="1728" y="1199"/>
                  <ns1:pt x="1728" y="1199"/>
                </ns1:cubicBezTo>
                <ns1:cubicBezTo>
                  <ns1:pt x="1723" y="1367"/>
                  <ns1:pt x="1682" y="1531"/>
                  <ns1:pt x="1606" y="1687"/>
                </ns1:cubicBezTo>
                <ns1:cubicBezTo>
                  <ns1:pt x="1515" y="1700"/>
                  <ns1:pt x="1424" y="1708"/>
                  <ns1:pt x="1331" y="1713"/>
                </ns1:cubicBezTo>
                <ns1:close/>
                <ns1:moveTo>
                  <ns1:pt x="1807" y="1129"/>
                </ns1:moveTo>
                <ns1:cubicBezTo>
                  <ns1:pt x="1803" y="997"/>
                  <ns1:pt x="1779" y="869"/>
                  <ns1:pt x="1736" y="745"/>
                </ns1:cubicBezTo>
                <ns1:cubicBezTo>
                  <ns1:pt x="1762" y="727"/>
                  <ns1:pt x="1784" y="703"/>
                  <ns1:pt x="1798" y="674"/>
                </ns1:cubicBezTo>
                <ns1:cubicBezTo>
                  <ns1:pt x="1900" y="694"/>
                  <ns1:pt x="2000" y="720"/>
                  <ns1:pt x="2099" y="751"/>
                </ns1:cubicBezTo>
                <ns1:cubicBezTo>
                  <ns1:pt x="2151" y="869"/>
                  <ns1:pt x="2181" y="996"/>
                  <ns1:pt x="2185" y="1129"/>
                </ns1:cubicBezTo>
                <ns1:lnTo>
                  <ns1:pt x="1807" y="1129"/>
                </ns1:lnTo>
                <ns1:close/>
                <ns1:moveTo>
                  <ns1:pt x="441" y="441"/>
                </ns1:moveTo>
                <ns1:cubicBezTo>
                  <ns1:pt x="592" y="291"/>
                  <ns1:pt x="781" y="193"/>
                  <ns1:pt x="987" y="157"/>
                </ns1:cubicBezTo>
                <ns1:cubicBezTo>
                  <ns1:pt x="865" y="271"/>
                  <ns1:pt x="765" y="397"/>
                  <ns1:pt x="688" y="534"/>
                </ns1:cubicBezTo>
                <ns1:cubicBezTo>
                  <ns1:pt x="684" y="541"/>
                  <ns1:pt x="680" y="547"/>
                  <ns1:pt x="677" y="554"/>
                </ns1:cubicBezTo>
                <ns1:cubicBezTo>
                  <ns1:pt x="546" y="574"/>
                  <ns1:pt x="416" y="602"/>
                  <ns1:pt x="288" y="637"/>
                </ns1:cubicBezTo>
                <ns1:cubicBezTo>
                  <ns1:pt x="330" y="567"/>
                  <ns1:pt x="382" y="501"/>
                  <ns1:pt x="441" y="441"/>
                </ns1:cubicBezTo>
                <ns1:close/>
                <ns1:moveTo>
                  <ns1:pt x="288" y="1690"/>
                </ns1:moveTo>
                <ns1:cubicBezTo>
                  <ns1:pt x="416" y="1726"/>
                  <ns1:pt x="546" y="1754"/>
                  <ns1:pt x="677" y="1773"/>
                </ns1:cubicBezTo>
                <ns1:cubicBezTo>
                  <ns1:pt x="680" y="1780"/>
                  <ns1:pt x="684" y="1787"/>
                  <ns1:pt x="688" y="1794"/>
                </ns1:cubicBezTo>
                <ns1:cubicBezTo>
                  <ns1:pt x="765" y="1931"/>
                  <ns1:pt x="865" y="2057"/>
                  <ns1:pt x="987" y="2170"/>
                </ns1:cubicBezTo>
                <ns1:cubicBezTo>
                  <ns1:pt x="781" y="2134"/>
                  <ns1:pt x="592" y="2037"/>
                  <ns1:pt x="441" y="1886"/>
                </ns1:cubicBezTo>
                <ns1:cubicBezTo>
                  <ns1:pt x="382" y="1827"/>
                  <ns1:pt x="330" y="1761"/>
                  <ns1:pt x="288" y="1690"/>
                </ns1:cubicBezTo>
                <ns1:close/>
                <ns1:moveTo>
                  <ns1:pt x="1886" y="1886"/>
                </ns1:moveTo>
                <ns1:cubicBezTo>
                  <ns1:pt x="1736" y="2037"/>
                  <ns1:pt x="1547" y="2135"/>
                  <ns1:pt x="1341" y="2170"/>
                </ns1:cubicBezTo>
                <ns1:cubicBezTo>
                  <ns1:pt x="1463" y="2057"/>
                  <ns1:pt x="1563" y="1931"/>
                  <ns1:pt x="1640" y="1794"/>
                </ns1:cubicBezTo>
                <ns1:cubicBezTo>
                  <ns1:pt x="1644" y="1787"/>
                  <ns1:pt x="1647" y="1780"/>
                  <ns1:pt x="1651" y="1773"/>
                </ns1:cubicBezTo>
                <ns1:cubicBezTo>
                  <ns1:pt x="1782" y="1754"/>
                  <ns1:pt x="1912" y="1726"/>
                  <ns1:pt x="2040" y="1690"/>
                </ns1:cubicBezTo>
                <ns1:cubicBezTo>
                  <ns1:pt x="1998" y="1761"/>
                  <ns1:pt x="1946" y="1827"/>
                  <ns1:pt x="1886" y="1886"/>
                </ns1:cubicBezTo>
                <ns1:close/>
              </ns1:path>
            </ns1:pathLst>
          </ns1:custGeom>
          <ns1:solidFill>
            <ns1:schemeClr val="tx1"/>
          </ns1:solidFill>
          <ns1:ln>
            <ns1:noFill/>
          </ns1:ln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id-ID" sz="2700"/>
          </ns1:p>
        </ns0:txBody>
      </ns0:sp>
      <ns0:sp>
        <ns0:nvSpPr>
          <ns0:cNvPr id="205" name="Freeform 5"/>
          <ns0:cNvSpPr>
            <ns1:spLocks noEditPoints="1"/>
          </ns0:cNvSpPr>
          <ns0:nvPr/>
        </ns0:nvSpPr>
        <ns0:spPr bwMode="auto">
          <ns1:xfrm>
            <ns1:off x="10111782" y="2872646"/>
            <ns1:ext cx="440054" cy="396669"/>
          </ns1:xfrm>
          <ns1:custGeom>
            <ns1:avLst/>
            <ns1:gdLst>
              <ns1:gd name="T0" fmla="*/ 429 w 568"/>
              <ns1:gd name="T1" fmla="*/ 0 h 512"/>
              <ns1:gd name="T2" fmla="*/ 0 w 568"/>
              <ns1:gd name="T3" fmla="*/ 171 h 512"/>
              <ns1:gd name="T4" fmla="*/ 568 w 568"/>
              <ns1:gd name="T5" fmla="*/ 171 h 512"/>
              <ns1:gd name="T6" fmla="*/ 188 w 568"/>
              <ns1:gd name="T7" fmla="*/ 213 h 512"/>
              <ns1:gd name="T8" fmla="*/ 288 w 568"/>
              <ns1:gd name="T9" fmla="*/ 454 h 512"/>
              <ns1:gd name="T10" fmla="*/ 182 w 568"/>
              <ns1:gd name="T11" fmla="*/ 197 h 512"/>
              <ns1:gd name="T12" fmla="*/ 223 w 568"/>
              <ns1:gd name="T13" fmla="*/ 127 h 512"/>
              <ns1:gd name="T14" fmla="*/ 182 w 568"/>
              <ns1:gd name="T15" fmla="*/ 197 h 512"/>
              <ns1:gd name="T16" fmla="*/ 348 w 568"/>
              <ns1:gd name="T17" fmla="*/ 127 h 512"/>
              <ns1:gd name="T18" fmla="*/ 389 w 568"/>
              <ns1:gd name="T19" fmla="*/ 197 h 512"/>
              <ns1:gd name="T20" fmla="*/ 323 w 568"/>
              <ns1:gd name="T21" fmla="*/ 412 h 512"/>
              <ns1:gd name="T22" fmla="*/ 510 w 568"/>
              <ns1:gd name="T23" fmla="*/ 188 h 512"/>
              <ns1:gd name="T24" fmla="*/ 406 w 568"/>
              <ns1:gd name="T25" fmla="*/ 194 h 512"/>
              <ns1:gd name="T26" fmla="*/ 448 w 568"/>
              <ns1:gd name="T27" fmla="*/ 124 h 512"/>
              <ns1:gd name="T28" fmla="*/ 406 w 568"/>
              <ns1:gd name="T29" fmla="*/ 194 h 512"/>
              <ns1:gd name="T30" fmla="*/ 472 w 568"/>
              <ns1:gd name="T31" fmla="*/ 179 h 512"/>
              <ns1:gd name="T32" fmla="*/ 464 w 568"/>
              <ns1:gd name="T33" fmla="*/ 97 h 512"/>
              <ns1:gd name="T34" fmla="*/ 460 w 568"/>
              <ns1:gd name="T35" fmla="*/ 92 h 512"/>
              <ns1:gd name="T36" fmla="*/ 438 w 568"/>
              <ns1:gd name="T37" fmla="*/ 66 h 512"/>
              <ns1:gd name="T38" fmla="*/ 428 w 568"/>
              <ns1:gd name="T39" fmla="*/ 52 h 512"/>
              <ns1:gd name="T40" fmla="*/ 409 w 568"/>
              <ns1:gd name="T41" fmla="*/ 176 h 512"/>
              <ns1:gd name="T42" fmla="*/ 428 w 568"/>
              <ns1:gd name="T43" fmla="*/ 52 h 512"/>
              <ns1:gd name="T44" fmla="*/ 352 w 568"/>
              <ns1:gd name="T45" fmla="*/ 121 h 512"/>
              <ns1:gd name="T46" fmla="*/ 391 w 568"/>
              <ns1:gd name="T47" fmla="*/ 184 h 512"/>
              <ns1:gd name="T48" fmla="*/ 348 w 568"/>
              <ns1:gd name="T49" fmla="*/ 114 h 512"/>
              <ns1:gd name="T50" fmla="*/ 407 w 568"/>
              <ns1:gd name="T51" fmla="*/ 34 h 512"/>
              <ns1:gd name="T52" fmla="*/ 344 w 568"/>
              <ns1:gd name="T53" fmla="*/ 120 h 512"/>
              <ns1:gd name="T54" fmla="*/ 281 w 568"/>
              <ns1:gd name="T55" fmla="*/ 197 h 512"/>
              <ns1:gd name="T56" fmla="*/ 279 w 568"/>
              <ns1:gd name="T57" fmla="*/ 34 h 512"/>
              <ns1:gd name="T58" fmla="*/ 271 w 568"/>
              <ns1:gd name="T59" fmla="*/ 34 h 512"/>
              <ns1:gd name="T60" fmla="*/ 164 w 568"/>
              <ns1:gd name="T61" fmla="*/ 34 h 512"/>
              <ns1:gd name="T62" fmla="*/ 219 w 568"/>
              <ns1:gd name="T63" fmla="*/ 122 h 512"/>
              <ns1:gd name="T64" fmla="*/ 162 w 568"/>
              <ns1:gd name="T65" fmla="*/ 43 h 512"/>
              <ns1:gd name="T66" fmla="*/ 140 w 568"/>
              <ns1:gd name="T67" fmla="*/ 52 h 512"/>
              <ns1:gd name="T68" fmla="*/ 164 w 568"/>
              <ns1:gd name="T69" fmla="*/ 184 h 512"/>
              <ns1:gd name="T70" fmla="*/ 140 w 568"/>
              <ns1:gd name="T71" fmla="*/ 52 h 512"/>
              <ns1:gd name="T72" fmla="*/ 103 w 568"/>
              <ns1:gd name="T73" fmla="*/ 181 h 512"/>
              <ns1:gd name="T74" fmla="*/ 162 w 568"/>
              <ns1:gd name="T75" fmla="*/ 194 h 512"/>
              <ns1:gd name="T76" fmla="*/ 117 w 568"/>
              <ns1:gd name="T77" fmla="*/ 107 h 512"/>
              <ns1:gd name="T78" fmla="*/ 129 w 568"/>
              <ns1:gd name="T79" fmla="*/ 66 h 512"/>
              <ns1:gd name="T80" fmla="*/ 115 w 568"/>
              <ns1:gd name="T81" fmla="*/ 116 h 512"/>
              <ns1:gd name="T82" fmla="*/ 46 w 568"/>
              <ns1:gd name="T83" fmla="*/ 168 h 512"/>
              <ns1:gd name="T84" fmla="*/ 58 w 568"/>
              <ns1:gd name="T85" fmla="*/ 188 h 512"/>
              <ns1:gd name="T86" fmla="*/ 252 w 568"/>
              <ns1:gd name="T87" fmla="*/ 420 h 512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  <ns1:cxn ang="0">
                <ns1:pos x="T32" y="T33"/>
              </ns1:cxn>
              <ns1:cxn ang="0">
                <ns1:pos x="T34" y="T35"/>
              </ns1:cxn>
              <ns1:cxn ang="0">
                <ns1:pos x="T36" y="T37"/>
              </ns1:cxn>
              <ns1:cxn ang="0">
                <ns1:pos x="T38" y="T39"/>
              </ns1:cxn>
              <ns1:cxn ang="0">
                <ns1:pos x="T40" y="T41"/>
              </ns1:cxn>
              <ns1:cxn ang="0">
                <ns1:pos x="T42" y="T43"/>
              </ns1:cxn>
              <ns1:cxn ang="0">
                <ns1:pos x="T44" y="T45"/>
              </ns1:cxn>
              <ns1:cxn ang="0">
                <ns1:pos x="T46" y="T47"/>
              </ns1:cxn>
              <ns1:cxn ang="0">
                <ns1:pos x="T48" y="T49"/>
              </ns1:cxn>
              <ns1:cxn ang="0">
                <ns1:pos x="T50" y="T51"/>
              </ns1:cxn>
              <ns1:cxn ang="0">
                <ns1:pos x="T52" y="T53"/>
              </ns1:cxn>
              <ns1:cxn ang="0">
                <ns1:pos x="T54" y="T55"/>
              </ns1:cxn>
              <ns1:cxn ang="0">
                <ns1:pos x="T56" y="T57"/>
              </ns1:cxn>
              <ns1:cxn ang="0">
                <ns1:pos x="T58" y="T59"/>
              </ns1:cxn>
              <ns1:cxn ang="0">
                <ns1:pos x="T60" y="T61"/>
              </ns1:cxn>
              <ns1:cxn ang="0">
                <ns1:pos x="T62" y="T63"/>
              </ns1:cxn>
              <ns1:cxn ang="0">
                <ns1:pos x="T64" y="T65"/>
              </ns1:cxn>
              <ns1:cxn ang="0">
                <ns1:pos x="T66" y="T67"/>
              </ns1:cxn>
              <ns1:cxn ang="0">
                <ns1:pos x="T68" y="T69"/>
              </ns1:cxn>
              <ns1:cxn ang="0">
                <ns1:pos x="T70" y="T71"/>
              </ns1:cxn>
              <ns1:cxn ang="0">
                <ns1:pos x="T72" y="T73"/>
              </ns1:cxn>
              <ns1:cxn ang="0">
                <ns1:pos x="T74" y="T75"/>
              </ns1:cxn>
              <ns1:cxn ang="0">
                <ns1:pos x="T76" y="T77"/>
              </ns1:cxn>
              <ns1:cxn ang="0">
                <ns1:pos x="T78" y="T79"/>
              </ns1:cxn>
              <ns1:cxn ang="0">
                <ns1:pos x="T80" y="T81"/>
              </ns1:cxn>
              <ns1:cxn ang="0">
                <ns1:pos x="T82" y="T83"/>
              </ns1:cxn>
              <ns1:cxn ang="0">
                <ns1:pos x="T84" y="T85"/>
              </ns1:cxn>
              <ns1:cxn ang="0">
                <ns1:pos x="T86" y="T87"/>
              </ns1:cxn>
            </ns1:cxnLst>
            <ns1:rect l="0" t="0" r="r" b="b"/>
            <ns1:pathLst>
              <ns1:path w="568" h="512">
                <ns1:moveTo>
                  <ns1:pt x="568" y="171"/>
                </ns1:moveTo>
                <ns1:lnTo>
                  <ns1:pt x="429" y="0"/>
                </ns1:lnTo>
                <ns1:lnTo>
                  <ns1:pt x="139" y="0"/>
                </ns1:lnTo>
                <ns1:lnTo>
                  <ns1:pt x="0" y="171"/>
                </ns1:lnTo>
                <ns1:lnTo>
                  <ns1:pt x="284" y="512"/>
                </ns1:lnTo>
                <ns1:lnTo>
                  <ns1:pt x="568" y="171"/>
                </ns1:lnTo>
                <ns1:close/>
                <ns1:moveTo>
                  <ns1:pt x="285" y="458"/>
                </ns1:moveTo>
                <ns1:lnTo>
                  <ns1:pt x="188" y="213"/>
                </ns1:lnTo>
                <ns1:lnTo>
                  <ns1:pt x="384" y="213"/>
                </ns1:lnTo>
                <ns1:lnTo>
                  <ns1:pt x="288" y="454"/>
                </ns1:lnTo>
                <ns1:lnTo>
                  <ns1:pt x="285" y="458"/>
                </ns1:lnTo>
                <ns1:close/>
                <ns1:moveTo>
                  <ns1:pt x="182" y="197"/>
                </ns1:moveTo>
                <ns1:lnTo>
                  <ns1:pt x="182" y="195"/>
                </ns1:lnTo>
                <ns1:lnTo>
                  <ns1:pt x="223" y="127"/>
                </ns1:lnTo>
                <ns1:lnTo>
                  <ns1:pt x="273" y="197"/>
                </ns1:lnTo>
                <ns1:lnTo>
                  <ns1:pt x="182" y="197"/>
                </ns1:lnTo>
                <ns1:close/>
                <ns1:moveTo>
                  <ns1:pt x="296" y="197"/>
                </ns1:moveTo>
                <ns1:lnTo>
                  <ns1:pt x="348" y="127"/>
                </ns1:lnTo>
                <ns1:lnTo>
                  <ns1:pt x="389" y="195"/>
                </ns1:lnTo>
                <ns1:lnTo>
                  <ns1:pt x="389" y="197"/>
                </ns1:lnTo>
                <ns1:lnTo>
                  <ns1:pt x="296" y="197"/>
                </ns1:lnTo>
                <ns1:close/>
                <ns1:moveTo>
                  <ns1:pt x="323" y="412"/>
                </ns1:moveTo>
                <ns1:lnTo>
                  <ns1:pt x="403" y="212"/>
                </ns1:lnTo>
                <ns1:lnTo>
                  <ns1:pt x="510" y="188"/>
                </ns1:lnTo>
                <ns1:lnTo>
                  <ns1:pt x="323" y="412"/>
                </ns1:lnTo>
                <ns1:close/>
                <ns1:moveTo>
                  <ns1:pt x="406" y="194"/>
                </ns1:moveTo>
                <ns1:lnTo>
                  <ns1:pt x="406" y="193"/>
                </ns1:lnTo>
                <ns1:lnTo>
                  <ns1:pt x="448" y="124"/>
                </ns1:lnTo>
                <ns1:lnTo>
                  <ns1:pt x="465" y="181"/>
                </ns1:lnTo>
                <ns1:lnTo>
                  <ns1:pt x="406" y="194"/>
                </ns1:lnTo>
                <ns1:close/>
                <ns1:moveTo>
                  <ns1:pt x="522" y="168"/>
                </ns1:moveTo>
                <ns1:lnTo>
                  <ns1:pt x="472" y="179"/>
                </ns1:lnTo>
                <ns1:lnTo>
                  <ns1:pt x="453" y="116"/>
                </ns1:lnTo>
                <ns1:lnTo>
                  <ns1:pt x="464" y="97"/>
                </ns1:lnTo>
                <ns1:lnTo>
                  <ns1:pt x="522" y="168"/>
                </ns1:lnTo>
                <ns1:close/>
                <ns1:moveTo>
                  <ns1:pt x="460" y="92"/>
                </ns1:moveTo>
                <ns1:lnTo>
                  <ns1:pt x="450" y="107"/>
                </ns1:lnTo>
                <ns1:lnTo>
                  <ns1:pt x="438" y="66"/>
                </ns1:lnTo>
                <ns1:lnTo>
                  <ns1:pt x="460" y="92"/>
                </ns1:lnTo>
                <ns1:close/>
                <ns1:moveTo>
                  <ns1:pt x="428" y="52"/>
                </ns1:moveTo>
                <ns1:lnTo>
                  <ns1:pt x="446" y="115"/>
                </ns1:lnTo>
                <ns1:lnTo>
                  <ns1:pt x="409" y="176"/>
                </ns1:lnTo>
                <ns1:lnTo>
                  <ns1:pt x="426" y="50"/>
                </ns1:lnTo>
                <ns1:lnTo>
                  <ns1:pt x="428" y="52"/>
                </ns1:lnTo>
                <ns1:close/>
                <ns1:moveTo>
                  <ns1:pt x="391" y="184"/>
                </ns1:moveTo>
                <ns1:lnTo>
                  <ns1:pt x="352" y="121"/>
                </ns1:lnTo>
                <ns1:lnTo>
                  <ns1:pt x="410" y="43"/>
                </ns1:lnTo>
                <ns1:lnTo>
                  <ns1:pt x="391" y="184"/>
                </ns1:lnTo>
                <ns1:close/>
                <ns1:moveTo>
                  <ns1:pt x="407" y="34"/>
                </ns1:moveTo>
                <ns1:lnTo>
                  <ns1:pt x="348" y="114"/>
                </ns1:lnTo>
                <ns1:lnTo>
                  <ns1:pt x="299" y="34"/>
                </ns1:lnTo>
                <ns1:lnTo>
                  <ns1:pt x="407" y="34"/>
                </ns1:lnTo>
                <ns1:close/>
                <ns1:moveTo>
                  <ns1:pt x="291" y="34"/>
                </ns1:moveTo>
                <ns1:lnTo>
                  <ns1:pt x="344" y="120"/>
                </ns1:lnTo>
                <ns1:lnTo>
                  <ns1:pt x="287" y="197"/>
                </ns1:lnTo>
                <ns1:lnTo>
                  <ns1:pt x="281" y="197"/>
                </ns1:lnTo>
                <ns1:lnTo>
                  <ns1:pt x="227" y="121"/>
                </ns1:lnTo>
                <ns1:lnTo>
                  <ns1:pt x="279" y="34"/>
                </ns1:lnTo>
                <ns1:lnTo>
                  <ns1:pt x="291" y="34"/>
                </ns1:lnTo>
                <ns1:close/>
                <ns1:moveTo>
                  <ns1:pt x="271" y="34"/>
                </ns1:moveTo>
                <ns1:lnTo>
                  <ns1:pt x="222" y="115"/>
                </ns1:lnTo>
                <ns1:lnTo>
                  <ns1:pt x="164" y="34"/>
                </ns1:lnTo>
                <ns1:lnTo>
                  <ns1:pt x="271" y="34"/>
                </ns1:lnTo>
                <ns1:close/>
                <ns1:moveTo>
                  <ns1:pt x="219" y="122"/>
                </ns1:moveTo>
                <ns1:lnTo>
                  <ns1:pt x="181" y="184"/>
                </ns1:lnTo>
                <ns1:lnTo>
                  <ns1:pt x="162" y="43"/>
                </ns1:lnTo>
                <ns1:lnTo>
                  <ns1:pt x="219" y="122"/>
                </ns1:lnTo>
                <ns1:close/>
                <ns1:moveTo>
                  <ns1:pt x="140" y="52"/>
                </ns1:moveTo>
                <ns1:lnTo>
                  <ns1:pt x="145" y="46"/>
                </ns1:lnTo>
                <ns1:lnTo>
                  <ns1:pt x="164" y="184"/>
                </ns1:lnTo>
                <ns1:lnTo>
                  <ns1:pt x="122" y="115"/>
                </ns1:lnTo>
                <ns1:lnTo>
                  <ns1:pt x="140" y="52"/>
                </ns1:lnTo>
                <ns1:close/>
                <ns1:moveTo>
                  <ns1:pt x="162" y="194"/>
                </ns1:moveTo>
                <ns1:lnTo>
                  <ns1:pt x="103" y="181"/>
                </ns1:lnTo>
                <ns1:lnTo>
                  <ns1:pt x="119" y="124"/>
                </ns1:lnTo>
                <ns1:lnTo>
                  <ns1:pt x="162" y="194"/>
                </ns1:lnTo>
                <ns1:close/>
                <ns1:moveTo>
                  <ns1:pt x="129" y="66"/>
                </ns1:moveTo>
                <ns1:lnTo>
                  <ns1:pt x="117" y="107"/>
                </ns1:lnTo>
                <ns1:lnTo>
                  <ns1:pt x="108" y="92"/>
                </ns1:lnTo>
                <ns1:lnTo>
                  <ns1:pt x="129" y="66"/>
                </ns1:lnTo>
                <ns1:close/>
                <ns1:moveTo>
                  <ns1:pt x="104" y="98"/>
                </ns1:moveTo>
                <ns1:lnTo>
                  <ns1:pt x="115" y="116"/>
                </ns1:lnTo>
                <ns1:lnTo>
                  <ns1:pt x="96" y="179"/>
                </ns1:lnTo>
                <ns1:lnTo>
                  <ns1:pt x="46" y="168"/>
                </ns1:lnTo>
                <ns1:lnTo>
                  <ns1:pt x="104" y="98"/>
                </ns1:lnTo>
                <ns1:close/>
                <ns1:moveTo>
                  <ns1:pt x="58" y="188"/>
                </ns1:moveTo>
                <ns1:lnTo>
                  <ns1:pt x="169" y="213"/>
                </ns1:lnTo>
                <ns1:lnTo>
                  <ns1:pt x="252" y="420"/>
                </ns1:lnTo>
                <ns1:lnTo>
                  <ns1:pt x="58" y="188"/>
                </ns1:lnTo>
                <ns1:close/>
              </ns1:path>
            </ns1:pathLst>
          </ns1:custGeom>
          <ns1:solidFill>
            <ns1:schemeClr val="tx1"/>
          </ns1:solidFill>
          <ns1:ln>
            <ns1:noFill/>
          </ns1:ln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id-ID" sz="2700">
              <ns1:solidFill>
                <ns1:schemeClr val="accent1"/>
              </ns1:solidFill>
            </ns1:endParaRPr>
          </ns1:p>
        </ns0:txBody>
      </ns0:sp>
      <ns0:sp>
        <ns0:nvSpPr>
          <ns0:cNvPr id="206" name="Freeform 13"/>
          <ns0:cNvSpPr>
            <ns1:spLocks noEditPoints="1"/>
          </ns0:cNvSpPr>
          <ns0:nvPr/>
        </ns0:nvSpPr>
        <ns0:spPr bwMode="auto">
          <ns1:xfrm>
            <ns1:off x="5215988" y="347904"/>
            <ns1:ext cx="428346" cy="428346"/>
          </ns1:xfrm>
          <ns1:custGeom>
            <ns1:avLst/>
            <ns1:gdLst>
              <ns1:gd name="T0" fmla="*/ 1372 w 1472"/>
              <ns1:gd name="T1" fmla="*/ 261 h 1472"/>
              <ns1:gd name="T2" fmla="*/ 1332 w 1472"/>
              <ns1:gd name="T3" fmla="*/ 4 h 1472"/>
              <ns1:gd name="T4" fmla="*/ 694 w 1472"/>
              <ns1:gd name="T5" fmla="*/ 112 h 1472"/>
              <ns1:gd name="T6" fmla="*/ 432 w 1472"/>
              <ns1:gd name="T7" fmla="*/ 132 h 1472"/>
              <ns1:gd name="T8" fmla="*/ 169 w 1472"/>
              <ns1:gd name="T9" fmla="*/ 437 h 1472"/>
              <ns1:gd name="T10" fmla="*/ 0 w 1472"/>
              <ns1:gd name="T11" fmla="*/ 564 h 1472"/>
              <ns1:gd name="T12" fmla="*/ 100 w 1472"/>
              <ns1:gd name="T13" fmla="*/ 1210 h 1472"/>
              <ns1:gd name="T14" fmla="*/ 140 w 1472"/>
              <ns1:gd name="T15" fmla="*/ 1468 h 1472"/>
              <ns1:gd name="T16" fmla="*/ 777 w 1472"/>
              <ns1:gd name="T17" fmla="*/ 1380 h 1472"/>
              <ns1:gd name="T18" fmla="*/ 908 w 1472"/>
              <ns1:gd name="T19" fmla="*/ 1472 h 1472"/>
              <ns1:gd name="T20" fmla="*/ 1016 w 1472"/>
              <ns1:gd name="T21" fmla="*/ 1265 h 1472"/>
              <ns1:gd name="T22" fmla="*/ 1340 w 1472"/>
              <ns1:gd name="T23" fmla="*/ 1040 h 1472"/>
              <ns1:gd name="T24" fmla="*/ 1372 w 1472"/>
              <ns1:gd name="T25" fmla="*/ 780 h 1472"/>
              <ns1:gd name="T26" fmla="*/ 1208 w 1472"/>
              <ns1:gd name="T27" fmla="*/ 915 h 1472"/>
              <ns1:gd name="T28" fmla="*/ 1213 w 1472"/>
              <ns1:gd name="T29" fmla="*/ 942 h 1472"/>
              <ns1:gd name="T30" fmla="*/ 965 w 1472"/>
              <ns1:gd name="T31" fmla="*/ 1221 h 1472"/>
              <ns1:gd name="T32" fmla="*/ 944 w 1472"/>
              <ns1:gd name="T33" fmla="*/ 692 h 1472"/>
              <ns1:gd name="T34" fmla="*/ 1004 w 1472"/>
              <ns1:gd name="T35" fmla="*/ 486 h 1472"/>
              <ns1:gd name="T36" fmla="*/ 1288 w 1472"/>
              <ns1:gd name="T37" fmla="*/ 260 h 1472"/>
              <ns1:gd name="T38" fmla="*/ 1208 w 1472"/>
              <ns1:gd name="T39" fmla="*/ 908 h 1472"/>
              <ns1:gd name="T40" fmla="*/ 564 w 1472"/>
              <ns1:gd name="T41" fmla="*/ 264 h 1472"/>
              <ns1:gd name="T42" fmla="*/ 693 w 1472"/>
              <ns1:gd name="T43" fmla="*/ 172 h 1472"/>
              <ns1:gd name="T44" fmla="*/ 1214 w 1472"/>
              <ns1:gd name="T45" fmla="*/ 195 h 1472"/>
              <ns1:gd name="T46" fmla="*/ 900 w 1472"/>
              <ns1:gd name="T47" fmla="*/ 436 h 1472"/>
              <ns1:gd name="T48" fmla="*/ 262 w 1472"/>
              <ns1:gd name="T49" fmla="*/ 540 h 1472"/>
              <ns1:gd name="T50" fmla="*/ 478 w 1472"/>
              <ns1:gd name="T51" fmla="*/ 231 h 1472"/>
              <ns1:gd name="T52" fmla="*/ 180 w 1472"/>
              <ns1:gd name="T53" fmla="*/ 1210 h 1472"/>
              <ns1:gd name="T54" fmla="*/ 256 w 1472"/>
              <ns1:gd name="T55" fmla="*/ 607 h 1472"/>
              <ns1:gd name="T56" fmla="*/ 608 w 1472"/>
              <ns1:gd name="T57" fmla="*/ 608 h 1472"/>
              <ns1:gd name="T58" fmla="*/ 852 w 1472"/>
              <ns1:gd name="T59" fmla="*/ 691 h 1472"/>
              <ns1:gd name="T60" fmla="*/ 794 w 1472"/>
              <ns1:gd name="T61" fmla="*/ 1274 h 1472"/>
              <ns1:gd name="T62" fmla="*/ 269 w 1472"/>
              <ns1:gd name="T63" fmla="*/ 1308 h 1472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  <ns1:cxn ang="0">
                <ns1:pos x="T32" y="T33"/>
              </ns1:cxn>
              <ns1:cxn ang="0">
                <ns1:pos x="T34" y="T35"/>
              </ns1:cxn>
              <ns1:cxn ang="0">
                <ns1:pos x="T36" y="T37"/>
              </ns1:cxn>
              <ns1:cxn ang="0">
                <ns1:pos x="T38" y="T39"/>
              </ns1:cxn>
              <ns1:cxn ang="0">
                <ns1:pos x="T40" y="T41"/>
              </ns1:cxn>
              <ns1:cxn ang="0">
                <ns1:pos x="T42" y="T43"/>
              </ns1:cxn>
              <ns1:cxn ang="0">
                <ns1:pos x="T44" y="T45"/>
              </ns1:cxn>
              <ns1:cxn ang="0">
                <ns1:pos x="T46" y="T47"/>
              </ns1:cxn>
              <ns1:cxn ang="0">
                <ns1:pos x="T48" y="T49"/>
              </ns1:cxn>
              <ns1:cxn ang="0">
                <ns1:pos x="T50" y="T51"/>
              </ns1:cxn>
              <ns1:cxn ang="0">
                <ns1:pos x="T52" y="T53"/>
              </ns1:cxn>
              <ns1:cxn ang="0">
                <ns1:pos x="T54" y="T55"/>
              </ns1:cxn>
              <ns1:cxn ang="0">
                <ns1:pos x="T56" y="T57"/>
              </ns1:cxn>
              <ns1:cxn ang="0">
                <ns1:pos x="T58" y="T59"/>
              </ns1:cxn>
              <ns1:cxn ang="0">
                <ns1:pos x="T60" y="T61"/>
              </ns1:cxn>
              <ns1:cxn ang="0">
                <ns1:pos x="T62" y="T63"/>
              </ns1:cxn>
            </ns1:cxnLst>
            <ns1:rect l="0" t="0" r="r" b="b"/>
            <ns1:pathLst>
              <ns1:path w="1472" h="1472">
                <ns1:moveTo>
                  <ns1:pt x="1372" y="780"/>
                </ns1:moveTo>
                <ns1:cubicBezTo>
                  <ns1:pt x="1372" y="261"/>
                  <ns1:pt x="1372" y="261"/>
                  <ns1:pt x="1372" y="261"/>
                </ns1:cubicBezTo>
                <ns1:cubicBezTo>
                  <ns1:pt x="1425" y="244"/>
                  <ns1:pt x="1464" y="195"/>
                  <ns1:pt x="1464" y="136"/>
                </ns1:cubicBezTo>
                <ns1:cubicBezTo>
                  <ns1:pt x="1464" y="63"/>
                  <ns1:pt x="1405" y="4"/>
                  <ns1:pt x="1332" y="4"/>
                </ns1:cubicBezTo>
                <ns1:cubicBezTo>
                  <ns1:pt x="1267" y="4"/>
                  <ns1:pt x="1213" y="51"/>
                  <ns1:pt x="1202" y="112"/>
                </ns1:cubicBezTo>
                <ns1:cubicBezTo>
                  <ns1:pt x="694" y="112"/>
                  <ns1:pt x="694" y="112"/>
                  <ns1:pt x="694" y="112"/>
                </ns1:cubicBezTo>
                <ns1:cubicBezTo>
                  <ns1:pt x="685" y="49"/>
                  <ns1:pt x="630" y="0"/>
                  <ns1:pt x="564" y="0"/>
                </ns1:cubicBezTo>
                <ns1:cubicBezTo>
                  <ns1:pt x="491" y="0"/>
                  <ns1:pt x="432" y="59"/>
                  <ns1:pt x="432" y="132"/>
                </ns1:cubicBezTo>
                <ns1:cubicBezTo>
                  <ns1:pt x="432" y="148"/>
                  <ns1:pt x="435" y="163"/>
                  <ns1:pt x="440" y="177"/>
                </ns1:cubicBezTo>
                <ns1:cubicBezTo>
                  <ns1:pt x="169" y="437"/>
                  <ns1:pt x="169" y="437"/>
                  <ns1:pt x="169" y="437"/>
                </ns1:cubicBezTo>
                <ns1:cubicBezTo>
                  <ns1:pt x="157" y="434"/>
                  <ns1:pt x="145" y="432"/>
                  <ns1:pt x="132" y="432"/>
                </ns1:cubicBezTo>
                <ns1:cubicBezTo>
                  <ns1:pt x="59" y="432"/>
                  <ns1:pt x="0" y="491"/>
                  <ns1:pt x="0" y="564"/>
                </ns1:cubicBezTo>
                <ns1:cubicBezTo>
                  <ns1:pt x="0" y="626"/>
                  <ns1:pt x="43" y="678"/>
                  <ns1:pt x="100" y="692"/>
                </ns1:cubicBezTo>
                <ns1:cubicBezTo>
                  <ns1:pt x="100" y="1210"/>
                  <ns1:pt x="100" y="1210"/>
                  <ns1:pt x="100" y="1210"/>
                </ns1:cubicBezTo>
                <ns1:cubicBezTo>
                  <ns1:pt x="47" y="1227"/>
                  <ns1:pt x="8" y="1277"/>
                  <ns1:pt x="8" y="1336"/>
                </ns1:cubicBezTo>
                <ns1:cubicBezTo>
                  <ns1:pt x="8" y="1409"/>
                  <ns1:pt x="67" y="1468"/>
                  <ns1:pt x="140" y="1468"/>
                </ns1:cubicBezTo>
                <ns1:cubicBezTo>
                  <ns1:pt x="197" y="1468"/>
                  <ns1:pt x="246" y="1431"/>
                  <ns1:pt x="264" y="1380"/>
                </ns1:cubicBezTo>
                <ns1:cubicBezTo>
                  <ns1:pt x="777" y="1380"/>
                  <ns1:pt x="777" y="1380"/>
                  <ns1:pt x="777" y="1380"/>
                </ns1:cubicBezTo>
                <ns1:cubicBezTo>
                  <ns1:pt x="780" y="1384"/>
                  <ns1:pt x="783" y="1387"/>
                  <ns1:pt x="786" y="1391"/>
                </ns1:cubicBezTo>
                <ns1:cubicBezTo>
                  <ns1:pt x="806" y="1438"/>
                  <ns1:pt x="853" y="1472"/>
                  <ns1:pt x="908" y="1472"/>
                </ns1:cubicBezTo>
                <ns1:cubicBezTo>
                  <ns1:pt x="981" y="1472"/>
                  <ns1:pt x="1040" y="1413"/>
                  <ns1:pt x="1040" y="1340"/>
                </ns1:cubicBezTo>
                <ns1:cubicBezTo>
                  <ns1:pt x="1040" y="1312"/>
                  <ns1:pt x="1031" y="1286"/>
                  <ns1:pt x="1016" y="1265"/>
                </ns1:cubicBezTo>
                <ns1:cubicBezTo>
                  <ns1:pt x="1272" y="1021"/>
                  <ns1:pt x="1272" y="1021"/>
                  <ns1:pt x="1272" y="1021"/>
                </ns1:cubicBezTo>
                <ns1:cubicBezTo>
                  <ns1:pt x="1292" y="1033"/>
                  <ns1:pt x="1315" y="1040"/>
                  <ns1:pt x="1340" y="1040"/>
                </ns1:cubicBezTo>
                <ns1:cubicBezTo>
                  <ns1:pt x="1413" y="1040"/>
                  <ns1:pt x="1472" y="981"/>
                  <ns1:pt x="1472" y="908"/>
                </ns1:cubicBezTo>
                <ns1:cubicBezTo>
                  <ns1:pt x="1472" y="846"/>
                  <ns1:pt x="1429" y="794"/>
                  <ns1:pt x="1372" y="780"/>
                </ns1:cubicBezTo>
                <ns1:close/>
                <ns1:moveTo>
                  <ns1:pt x="1208" y="908"/>
                </ns1:moveTo>
                <ns1:cubicBezTo>
                  <ns1:pt x="1208" y="910"/>
                  <ns1:pt x="1208" y="913"/>
                  <ns1:pt x="1208" y="915"/>
                </ns1:cubicBezTo>
                <ns1:cubicBezTo>
                  <ns1:pt x="1206" y="932"/>
                  <ns1:pt x="1206" y="932"/>
                  <ns1:pt x="1206" y="932"/>
                </ns1:cubicBezTo>
                <ns1:cubicBezTo>
                  <ns1:pt x="1208" y="935"/>
                  <ns1:pt x="1210" y="939"/>
                  <ns1:pt x="1213" y="942"/>
                </ns1:cubicBezTo>
                <ns1:cubicBezTo>
                  <ns1:pt x="1216" y="955"/>
                  <ns1:pt x="1221" y="967"/>
                  <ns1:pt x="1228" y="977"/>
                </ns1:cubicBezTo>
                <ns1:cubicBezTo>
                  <ns1:pt x="965" y="1221"/>
                  <ns1:pt x="965" y="1221"/>
                  <ns1:pt x="965" y="1221"/>
                </ns1:cubicBezTo>
                <ns1:cubicBezTo>
                  <ns1:pt x="958" y="1218"/>
                  <ns1:pt x="951" y="1215"/>
                  <ns1:pt x="944" y="1213"/>
                </ns1:cubicBezTo>
                <ns1:cubicBezTo>
                  <ns1:pt x="944" y="692"/>
                  <ns1:pt x="944" y="692"/>
                  <ns1:pt x="944" y="692"/>
                </ns1:cubicBezTo>
                <ns1:cubicBezTo>
                  <ns1:pt x="995" y="674"/>
                  <ns1:pt x="1032" y="625"/>
                  <ns1:pt x="1032" y="568"/>
                </ns1:cubicBezTo>
                <ns1:cubicBezTo>
                  <ns1:pt x="1032" y="537"/>
                  <ns1:pt x="1021" y="509"/>
                  <ns1:pt x="1004" y="486"/>
                </ns1:cubicBezTo>
                <ns1:cubicBezTo>
                  <ns1:pt x="1256" y="244"/>
                  <ns1:pt x="1256" y="244"/>
                  <ns1:pt x="1256" y="244"/>
                </ns1:cubicBezTo>
                <ns1:cubicBezTo>
                  <ns1:pt x="1266" y="251"/>
                  <ns1:pt x="1277" y="256"/>
                  <ns1:pt x="1288" y="260"/>
                </ns1:cubicBezTo>
                <ns1:cubicBezTo>
                  <ns1:pt x="1288" y="787"/>
                  <ns1:pt x="1288" y="787"/>
                  <ns1:pt x="1288" y="787"/>
                </ns1:cubicBezTo>
                <ns1:cubicBezTo>
                  <ns1:pt x="1241" y="807"/>
                  <ns1:pt x="1208" y="853"/>
                  <ns1:pt x="1208" y="908"/>
                </ns1:cubicBezTo>
                <ns1:close/>
                <ns1:moveTo>
                  <ns1:pt x="478" y="231"/>
                </ns1:moveTo>
                <ns1:cubicBezTo>
                  <ns1:pt x="501" y="251"/>
                  <ns1:pt x="531" y="264"/>
                  <ns1:pt x="564" y="264"/>
                </ns1:cubicBezTo>
                <ns1:cubicBezTo>
                  <ns1:pt x="618" y="264"/>
                  <ns1:pt x="665" y="231"/>
                  <ns1:pt x="685" y="184"/>
                </ns1:cubicBezTo>
                <ns1:cubicBezTo>
                  <ns1:pt x="688" y="180"/>
                  <ns1:pt x="691" y="176"/>
                  <ns1:pt x="693" y="172"/>
                </ns1:cubicBezTo>
                <ns1:cubicBezTo>
                  <ns1:pt x="1205" y="172"/>
                  <ns1:pt x="1205" y="172"/>
                  <ns1:pt x="1205" y="172"/>
                </ns1:cubicBezTo>
                <ns1:cubicBezTo>
                  <ns1:pt x="1207" y="180"/>
                  <ns1:pt x="1210" y="188"/>
                  <ns1:pt x="1214" y="195"/>
                </ns1:cubicBezTo>
                <ns1:cubicBezTo>
                  <ns1:pt x="945" y="444"/>
                  <ns1:pt x="945" y="444"/>
                  <ns1:pt x="945" y="444"/>
                </ns1:cubicBezTo>
                <ns1:cubicBezTo>
                  <ns1:pt x="931" y="439"/>
                  <ns1:pt x="916" y="436"/>
                  <ns1:pt x="900" y="436"/>
                </ns1:cubicBezTo>
                <ns1:cubicBezTo>
                  <ns1:pt x="837" y="436"/>
                  <ns1:pt x="784" y="481"/>
                  <ns1:pt x="771" y="540"/>
                </ns1:cubicBezTo>
                <ns1:cubicBezTo>
                  <ns1:pt x="262" y="540"/>
                  <ns1:pt x="262" y="540"/>
                  <ns1:pt x="262" y="540"/>
                </ns1:cubicBezTo>
                <ns1:cubicBezTo>
                  <ns1:pt x="257" y="513"/>
                  <ns1:pt x="244" y="489"/>
                  <ns1:pt x="225" y="470"/>
                </ns1:cubicBezTo>
                <ns1:lnTo>
                  <ns1:pt x="478" y="231"/>
                </ns1:lnTo>
                <ns1:close/>
                <ns1:moveTo>
                  <ns1:pt x="269" y="1308"/>
                </ns1:moveTo>
                <ns1:cubicBezTo>
                  <ns1:pt x="259" y="1262"/>
                  <ns1:pt x="225" y="1224"/>
                  <ns1:pt x="180" y="1210"/>
                </ns1:cubicBezTo>
                <ns1:cubicBezTo>
                  <ns1:pt x="180" y="687"/>
                  <ns1:pt x="180" y="687"/>
                  <ns1:pt x="180" y="687"/>
                </ns1:cubicBezTo>
                <ns1:cubicBezTo>
                  <ns1:pt x="216" y="673"/>
                  <ns1:pt x="244" y="644"/>
                  <ns1:pt x="256" y="607"/>
                </ns1:cubicBezTo>
                <ns1:cubicBezTo>
                  <ns1:pt x="516" y="610"/>
                  <ns1:pt x="516" y="610"/>
                  <ns1:pt x="516" y="610"/>
                </ns1:cubicBezTo>
                <ns1:cubicBezTo>
                  <ns1:pt x="608" y="608"/>
                  <ns1:pt x="608" y="608"/>
                  <ns1:pt x="608" y="608"/>
                </ns1:cubicBezTo>
                <ns1:cubicBezTo>
                  <ns1:pt x="774" y="608"/>
                  <ns1:pt x="774" y="608"/>
                  <ns1:pt x="774" y="608"/>
                </ns1:cubicBezTo>
                <ns1:cubicBezTo>
                  <ns1:pt x="786" y="646"/>
                  <ns1:pt x="815" y="676"/>
                  <ns1:pt x="852" y="691"/>
                </ns1:cubicBezTo>
                <ns1:cubicBezTo>
                  <ns1:pt x="852" y="1220"/>
                  <ns1:pt x="852" y="1220"/>
                  <ns1:pt x="852" y="1220"/>
                </ns1:cubicBezTo>
                <ns1:cubicBezTo>
                  <ns1:pt x="828" y="1232"/>
                  <ns1:pt x="807" y="1250"/>
                  <ns1:pt x="794" y="1274"/>
                </ns1:cubicBezTo>
                <ns1:cubicBezTo>
                  <ns1:pt x="785" y="1284"/>
                  <ns1:pt x="778" y="1295"/>
                  <ns1:pt x="773" y="1308"/>
                </ns1:cubicBezTo>
                <ns1:lnTo>
                  <ns1:pt x="269" y="1308"/>
                </ns1:lnTo>
                <ns1:close/>
              </ns1:path>
            </ns1:pathLst>
          </ns1:custGeom>
          <ns1:solidFill>
            <ns1:schemeClr val="tx1"/>
          </ns1:solidFill>
          <ns1:ln>
            <ns1:noFill/>
          </ns1:ln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id-ID" sz="2700" dirty="0"/>
          </ns1:p>
        </ns0:txBody>
      </ns0:sp>
      <ns0:sp>
        <ns0:nvSpPr>
          <ns0:cNvPr id="207" name="Freeform 9"/>
          <ns0:cNvSpPr>
            <ns1:spLocks noEditPoints="1"/>
          </ns0:cNvSpPr>
          <ns0:nvPr/>
        </ns0:nvSpPr>
        <ns0:spPr bwMode="auto">
          <ns1:xfrm>
            <ns1:off x="398300" y="2074083"/>
            <ns1:ext cx="339577" cy="281515"/>
          </ns1:xfrm>
          <ns1:custGeom>
            <ns1:avLst/>
            <ns1:gdLst>
              <ns1:gd name="T0" fmla="*/ 221 w 242"/>
              <ns1:gd name="T1" fmla="*/ 0 h 200"/>
              <ns1:gd name="T2" fmla="*/ 171 w 242"/>
              <ns1:gd name="T3" fmla="*/ 0 h 200"/>
              <ns1:gd name="T4" fmla="*/ 135 w 242"/>
              <ns1:gd name="T5" fmla="*/ 15 h 200"/>
              <ns1:gd name="T6" fmla="*/ 51 w 242"/>
              <ns1:gd name="T7" fmla="*/ 99 h 200"/>
              <ns1:gd name="T8" fmla="*/ 51 w 242"/>
              <ns1:gd name="T9" fmla="*/ 129 h 200"/>
              <ns1:gd name="T10" fmla="*/ 113 w 242"/>
              <ns1:gd name="T11" fmla="*/ 192 h 200"/>
              <ns1:gd name="T12" fmla="*/ 143 w 242"/>
              <ns1:gd name="T13" fmla="*/ 192 h 200"/>
              <ns1:gd name="T14" fmla="*/ 227 w 242"/>
              <ns1:gd name="T15" fmla="*/ 108 h 200"/>
              <ns1:gd name="T16" fmla="*/ 242 w 242"/>
              <ns1:gd name="T17" fmla="*/ 71 h 200"/>
              <ns1:gd name="T18" fmla="*/ 242 w 242"/>
              <ns1:gd name="T19" fmla="*/ 22 h 200"/>
              <ns1:gd name="T20" fmla="*/ 221 w 242"/>
              <ns1:gd name="T21" fmla="*/ 0 h 200"/>
              <ns1:gd name="T22" fmla="*/ 192 w 242"/>
              <ns1:gd name="T23" fmla="*/ 71 h 200"/>
              <ns1:gd name="T24" fmla="*/ 171 w 242"/>
              <ns1:gd name="T25" fmla="*/ 50 h 200"/>
              <ns1:gd name="T26" fmla="*/ 192 w 242"/>
              <ns1:gd name="T27" fmla="*/ 29 h 200"/>
              <ns1:gd name="T28" fmla="*/ 214 w 242"/>
              <ns1:gd name="T29" fmla="*/ 50 h 200"/>
              <ns1:gd name="T30" fmla="*/ 192 w 242"/>
              <ns1:gd name="T31" fmla="*/ 71 h 200"/>
              <ns1:gd name="T32" fmla="*/ 19 w 242"/>
              <ns1:gd name="T33" fmla="*/ 119 h 200"/>
              <ns1:gd name="T34" fmla="*/ 95 w 242"/>
              <ns1:gd name="T35" fmla="*/ 196 h 200"/>
              <ns1:gd name="T36" fmla="*/ 70 w 242"/>
              <ns1:gd name="T37" fmla="*/ 192 h 200"/>
              <ns1:gd name="T38" fmla="*/ 8 w 242"/>
              <ns1:gd name="T39" fmla="*/ 129 h 200"/>
              <ns1:gd name="T40" fmla="*/ 8 w 242"/>
              <ns1:gd name="T41" fmla="*/ 99 h 200"/>
              <ns1:gd name="T42" fmla="*/ 92 w 242"/>
              <ns1:gd name="T43" fmla="*/ 15 h 200"/>
              <ns1:gd name="T44" fmla="*/ 128 w 242"/>
              <ns1:gd name="T45" fmla="*/ 0 h 200"/>
              <ns1:gd name="T46" fmla="*/ 19 w 242"/>
              <ns1:gd name="T47" fmla="*/ 109 h 200"/>
              <ns1:gd name="T48" fmla="*/ 19 w 242"/>
              <ns1:gd name="T49" fmla="*/ 119 h 200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  <ns1:cxn ang="0">
                <ns1:pos x="T32" y="T33"/>
              </ns1:cxn>
              <ns1:cxn ang="0">
                <ns1:pos x="T34" y="T35"/>
              </ns1:cxn>
              <ns1:cxn ang="0">
                <ns1:pos x="T36" y="T37"/>
              </ns1:cxn>
              <ns1:cxn ang="0">
                <ns1:pos x="T38" y="T39"/>
              </ns1:cxn>
              <ns1:cxn ang="0">
                <ns1:pos x="T40" y="T41"/>
              </ns1:cxn>
              <ns1:cxn ang="0">
                <ns1:pos x="T42" y="T43"/>
              </ns1:cxn>
              <ns1:cxn ang="0">
                <ns1:pos x="T44" y="T45"/>
              </ns1:cxn>
              <ns1:cxn ang="0">
                <ns1:pos x="T46" y="T47"/>
              </ns1:cxn>
              <ns1:cxn ang="0">
                <ns1:pos x="T48" y="T49"/>
              </ns1:cxn>
            </ns1:cxnLst>
            <ns1:rect l="0" t="0" r="r" b="b"/>
            <ns1:pathLst>
              <ns1:path w="242" h="200">
                <ns1:moveTo>
                  <ns1:pt x="221" y="0"/>
                </ns1:moveTo>
                <ns1:cubicBezTo>
                  <ns1:pt x="171" y="0"/>
                  <ns1:pt x="171" y="0"/>
                  <ns1:pt x="171" y="0"/>
                </ns1:cubicBezTo>
                <ns1:cubicBezTo>
                  <ns1:pt x="159" y="0"/>
                  <ns1:pt x="143" y="7"/>
                  <ns1:pt x="135" y="15"/>
                </ns1:cubicBezTo>
                <ns1:cubicBezTo>
                  <ns1:pt x="51" y="99"/>
                  <ns1:pt x="51" y="99"/>
                  <ns1:pt x="51" y="99"/>
                </ns1:cubicBezTo>
                <ns1:cubicBezTo>
                  <ns1:pt x="42" y="107"/>
                  <ns1:pt x="42" y="121"/>
                  <ns1:pt x="51" y="129"/>
                </ns1:cubicBezTo>
                <ns1:cubicBezTo>
                  <ns1:pt x="113" y="192"/>
                  <ns1:pt x="113" y="192"/>
                  <ns1:pt x="113" y="192"/>
                </ns1:cubicBezTo>
                <ns1:cubicBezTo>
                  <ns1:pt x="121" y="200"/>
                  <ns1:pt x="135" y="200"/>
                  <ns1:pt x="143" y="192"/>
                </ns1:cubicBezTo>
                <ns1:cubicBezTo>
                  <ns1:pt x="227" y="108"/>
                  <ns1:pt x="227" y="108"/>
                  <ns1:pt x="227" y="108"/>
                </ns1:cubicBezTo>
                <ns1:cubicBezTo>
                  <ns1:pt x="236" y="100"/>
                  <ns1:pt x="242" y="83"/>
                  <ns1:pt x="242" y="71"/>
                </ns1:cubicBezTo>
                <ns1:cubicBezTo>
                  <ns1:pt x="242" y="22"/>
                  <ns1:pt x="242" y="22"/>
                  <ns1:pt x="242" y="22"/>
                </ns1:cubicBezTo>
                <ns1:cubicBezTo>
                  <ns1:pt x="242" y="10"/>
                  <ns1:pt x="233" y="0"/>
                  <ns1:pt x="221" y="0"/>
                </ns1:cubicBezTo>
                <ns1:moveTo>
                  <ns1:pt x="192" y="71"/>
                </ns1:moveTo>
                <ns1:cubicBezTo>
                  <ns1:pt x="181" y="71"/>
                  <ns1:pt x="171" y="62"/>
                  <ns1:pt x="171" y="50"/>
                </ns1:cubicBezTo>
                <ns1:cubicBezTo>
                  <ns1:pt x="171" y="38"/>
                  <ns1:pt x="181" y="29"/>
                  <ns1:pt x="192" y="29"/>
                </ns1:cubicBezTo>
                <ns1:cubicBezTo>
                  <ns1:pt x="204" y="29"/>
                  <ns1:pt x="214" y="38"/>
                  <ns1:pt x="214" y="50"/>
                </ns1:cubicBezTo>
                <ns1:cubicBezTo>
                  <ns1:pt x="214" y="62"/>
                  <ns1:pt x="204" y="71"/>
                  <ns1:pt x="192" y="71"/>
                </ns1:cubicBezTo>
                <ns1:moveTo>
                  <ns1:pt x="19" y="119"/>
                </ns1:moveTo>
                <ns1:cubicBezTo>
                  <ns1:pt x="95" y="196"/>
                  <ns1:pt x="95" y="196"/>
                  <ns1:pt x="95" y="196"/>
                </ns1:cubicBezTo>
                <ns1:cubicBezTo>
                  <ns1:pt x="87" y="200"/>
                  <ns1:pt x="77" y="199"/>
                  <ns1:pt x="70" y="192"/>
                </ns1:cubicBezTo>
                <ns1:cubicBezTo>
                  <ns1:pt x="8" y="129"/>
                  <ns1:pt x="8" y="129"/>
                  <ns1:pt x="8" y="129"/>
                </ns1:cubicBezTo>
                <ns1:cubicBezTo>
                  <ns1:pt x="0" y="121"/>
                  <ns1:pt x="0" y="107"/>
                  <ns1:pt x="8" y="99"/>
                </ns1:cubicBezTo>
                <ns1:cubicBezTo>
                  <ns1:pt x="92" y="15"/>
                  <ns1:pt x="92" y="15"/>
                  <ns1:pt x="92" y="15"/>
                </ns1:cubicBezTo>
                <ns1:cubicBezTo>
                  <ns1:pt x="100" y="7"/>
                  <ns1:pt x="116" y="0"/>
                  <ns1:pt x="128" y="0"/>
                </ns1:cubicBezTo>
                <ns1:cubicBezTo>
                  <ns1:pt x="19" y="109"/>
                  <ns1:pt x="19" y="109"/>
                  <ns1:pt x="19" y="109"/>
                </ns1:cubicBezTo>
                <ns1:cubicBezTo>
                  <ns1:pt x="16" y="112"/>
                  <ns1:pt x="16" y="117"/>
                  <ns1:pt x="19" y="119"/>
                </ns1:cubicBezTo>
              </ns1:path>
            </ns1:pathLst>
          </ns1:custGeom>
          <ns1:solidFill>
            <ns1:schemeClr val="tx1"/>
          </ns1:solidFill>
          <ns1:ln>
            <ns1:noFill/>
          </ns1:ln>
        </ns0:spPr>
        <ns0:txBody>
          <ns1:bodyPr vert="horz" wrap="square" lIns="121920" tIns="60960" rIns="121920" bIns="60960" numCol="1" anchor="t" anchorCtr="0" compatLnSpc="1">
            <ns1:prstTxWarp prst="textNoShape">
              <ns1:avLst/>
            </ns1:prstTxWarp>
          </ns1:bodyPr>
          <ns1:lstStyle/>
          <ns1:p>
            <ns1:endParaRPr lang="id-ID" sz="2400"/>
          </ns1:p>
        </ns0:txBody>
      </ns0:sp>
      <ns0:sp>
        <ns0:nvSpPr>
          <ns0:cNvPr id="208" name="Freeform 5"/>
          <ns0:cNvSpPr>
            <ns1:spLocks noEditPoints="1"/>
          </ns0:cNvSpPr>
          <ns0:nvPr/>
        </ns0:nvSpPr>
        <ns0:spPr bwMode="auto">
          <ns1:xfrm>
            <ns1:off x="7258133" y="355844"/>
            <ns1:ext cx="411733" cy="412466"/>
          </ns1:xfrm>
          <ns1:custGeom>
            <ns1:avLst/>
            <ns1:gdLst>
              <ns1:gd name="T0" fmla="*/ 1124 w 1124"/>
              <ns1:gd name="T1" fmla="*/ 369 h 1126"/>
              <ns1:gd name="T2" fmla="*/ 754 w 1124"/>
              <ns1:gd name="T3" fmla="*/ 0 h 1126"/>
              <ns1:gd name="T4" fmla="*/ 108 w 1124"/>
              <ns1:gd name="T5" fmla="*/ 646 h 1126"/>
              <ns1:gd name="T6" fmla="*/ 0 w 1124"/>
              <ns1:gd name="T7" fmla="*/ 1126 h 1126"/>
              <ns1:gd name="T8" fmla="*/ 477 w 1124"/>
              <ns1:gd name="T9" fmla="*/ 1015 h 1126"/>
              <ns1:gd name="T10" fmla="*/ 1124 w 1124"/>
              <ns1:gd name="T11" fmla="*/ 369 h 1126"/>
              <ns1:gd name="T12" fmla="*/ 446 w 1124"/>
              <ns1:gd name="T13" fmla="*/ 944 h 1126"/>
              <ns1:gd name="T14" fmla="*/ 387 w 1124"/>
              <ns1:gd name="T15" fmla="*/ 885 h 1126"/>
              <ns1:gd name="T16" fmla="*/ 962 w 1124"/>
              <ns1:gd name="T17" fmla="*/ 310 h 1126"/>
              <ns1:gd name="T18" fmla="*/ 1022 w 1124"/>
              <ns1:gd name="T19" fmla="*/ 369 h 1126"/>
              <ns1:gd name="T20" fmla="*/ 446 w 1124"/>
              <ns1:gd name="T21" fmla="*/ 944 h 1126"/>
              <ns1:gd name="T22" fmla="*/ 232 w 1124"/>
              <ns1:gd name="T23" fmla="*/ 997 h 1126"/>
              <ns1:gd name="T24" fmla="*/ 127 w 1124"/>
              <ns1:gd name="T25" fmla="*/ 892 h 1126"/>
              <ns1:gd name="T26" fmla="*/ 167 w 1124"/>
              <ns1:gd name="T27" fmla="*/ 715 h 1126"/>
              <ns1:gd name="T28" fmla="*/ 227 w 1124"/>
              <ns1:gd name="T29" fmla="*/ 775 h 1126"/>
              <ns1:gd name="T30" fmla="*/ 226 w 1124"/>
              <ns1:gd name="T31" fmla="*/ 775 h 1126"/>
              <ns1:gd name="T32" fmla="*/ 362 w 1124"/>
              <ns1:gd name="T33" fmla="*/ 911 h 1126"/>
              <ns1:gd name="T34" fmla="*/ 362 w 1124"/>
              <ns1:gd name="T35" fmla="*/ 910 h 1126"/>
              <ns1:gd name="T36" fmla="*/ 408 w 1124"/>
              <ns1:gd name="T37" fmla="*/ 957 h 1126"/>
              <ns1:gd name="T38" fmla="*/ 232 w 1124"/>
              <ns1:gd name="T39" fmla="*/ 997 h 1126"/>
              <ns1:gd name="T40" fmla="*/ 937 w 1124"/>
              <ns1:gd name="T41" fmla="*/ 284 h 1126"/>
              <ns1:gd name="T42" fmla="*/ 362 w 1124"/>
              <ns1:gd name="T43" fmla="*/ 859 h 1126"/>
              <ns1:gd name="T44" fmla="*/ 278 w 1124"/>
              <ns1:gd name="T45" fmla="*/ 775 h 1126"/>
              <ns1:gd name="T46" fmla="*/ 853 w 1124"/>
              <ns1:gd name="T47" fmla="*/ 200 h 1126"/>
              <ns1:gd name="T48" fmla="*/ 937 w 1124"/>
              <ns1:gd name="T49" fmla="*/ 284 h 1126"/>
              <ns1:gd name="T50" fmla="*/ 754 w 1124"/>
              <ns1:gd name="T51" fmla="*/ 102 h 1126"/>
              <ns1:gd name="T52" fmla="*/ 827 w 1124"/>
              <ns1:gd name="T53" fmla="*/ 175 h 1126"/>
              <ns1:gd name="T54" fmla="*/ 252 w 1124"/>
              <ns1:gd name="T55" fmla="*/ 750 h 1126"/>
              <ns1:gd name="T56" fmla="*/ 179 w 1124"/>
              <ns1:gd name="T57" fmla="*/ 677 h 1126"/>
              <ns1:gd name="T58" fmla="*/ 754 w 1124"/>
              <ns1:gd name="T59" fmla="*/ 102 h 1126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  <ns1:cxn ang="0">
                <ns1:pos x="T32" y="T33"/>
              </ns1:cxn>
              <ns1:cxn ang="0">
                <ns1:pos x="T34" y="T35"/>
              </ns1:cxn>
              <ns1:cxn ang="0">
                <ns1:pos x="T36" y="T37"/>
              </ns1:cxn>
              <ns1:cxn ang="0">
                <ns1:pos x="T38" y="T39"/>
              </ns1:cxn>
              <ns1:cxn ang="0">
                <ns1:pos x="T40" y="T41"/>
              </ns1:cxn>
              <ns1:cxn ang="0">
                <ns1:pos x="T42" y="T43"/>
              </ns1:cxn>
              <ns1:cxn ang="0">
                <ns1:pos x="T44" y="T45"/>
              </ns1:cxn>
              <ns1:cxn ang="0">
                <ns1:pos x="T46" y="T47"/>
              </ns1:cxn>
              <ns1:cxn ang="0">
                <ns1:pos x="T48" y="T49"/>
              </ns1:cxn>
              <ns1:cxn ang="0">
                <ns1:pos x="T50" y="T51"/>
              </ns1:cxn>
              <ns1:cxn ang="0">
                <ns1:pos x="T52" y="T53"/>
              </ns1:cxn>
              <ns1:cxn ang="0">
                <ns1:pos x="T54" y="T55"/>
              </ns1:cxn>
              <ns1:cxn ang="0">
                <ns1:pos x="T56" y="T57"/>
              </ns1:cxn>
              <ns1:cxn ang="0">
                <ns1:pos x="T58" y="T59"/>
              </ns1:cxn>
            </ns1:cxnLst>
            <ns1:rect l="0" t="0" r="r" b="b"/>
            <ns1:pathLst>
              <ns1:path w="1124" h="1126">
                <ns1:moveTo>
                  <ns1:pt x="1124" y="369"/>
                </ns1:moveTo>
                <ns1:lnTo>
                  <ns1:pt x="754" y="0"/>
                </ns1:lnTo>
                <ns1:lnTo>
                  <ns1:pt x="108" y="646"/>
                </ns1:lnTo>
                <ns1:lnTo>
                  <ns1:pt x="0" y="1126"/>
                </ns1:lnTo>
                <ns1:lnTo>
                  <ns1:pt x="477" y="1015"/>
                </ns1:lnTo>
                <ns1:lnTo>
                  <ns1:pt x="1124" y="369"/>
                </ns1:lnTo>
                <ns1:close/>
                <ns1:moveTo>
                  <ns1:pt x="446" y="944"/>
                </ns1:moveTo>
                <ns1:lnTo>
                  <ns1:pt x="387" y="885"/>
                </ns1:lnTo>
                <ns1:lnTo>
                  <ns1:pt x="962" y="310"/>
                </ns1:lnTo>
                <ns1:lnTo>
                  <ns1:pt x="1022" y="369"/>
                </ns1:lnTo>
                <ns1:lnTo>
                  <ns1:pt x="446" y="944"/>
                </ns1:lnTo>
                <ns1:close/>
                <ns1:moveTo>
                  <ns1:pt x="232" y="997"/>
                </ns1:moveTo>
                <ns1:lnTo>
                  <ns1:pt x="127" y="892"/>
                </ns1:lnTo>
                <ns1:lnTo>
                  <ns1:pt x="167" y="715"/>
                </ns1:lnTo>
                <ns1:lnTo>
                  <ns1:pt x="227" y="775"/>
                </ns1:lnTo>
                <ns1:lnTo>
                  <ns1:pt x="226" y="775"/>
                </ns1:lnTo>
                <ns1:lnTo>
                  <ns1:pt x="362" y="911"/>
                </ns1:lnTo>
                <ns1:lnTo>
                  <ns1:pt x="362" y="910"/>
                </ns1:lnTo>
                <ns1:lnTo>
                  <ns1:pt x="408" y="957"/>
                </ns1:lnTo>
                <ns1:lnTo>
                  <ns1:pt x="232" y="997"/>
                </ns1:lnTo>
                <ns1:close/>
                <ns1:moveTo>
                  <ns1:pt x="937" y="284"/>
                </ns1:moveTo>
                <ns1:lnTo>
                  <ns1:pt x="362" y="859"/>
                </ns1:lnTo>
                <ns1:lnTo>
                  <ns1:pt x="278" y="775"/>
                </ns1:lnTo>
                <ns1:lnTo>
                  <ns1:pt x="853" y="200"/>
                </ns1:lnTo>
                <ns1:lnTo>
                  <ns1:pt x="937" y="284"/>
                </ns1:lnTo>
                <ns1:close/>
                <ns1:moveTo>
                  <ns1:pt x="754" y="102"/>
                </ns1:moveTo>
                <ns1:lnTo>
                  <ns1:pt x="827" y="175"/>
                </ns1:lnTo>
                <ns1:lnTo>
                  <ns1:pt x="252" y="750"/>
                </ns1:lnTo>
                <ns1:lnTo>
                  <ns1:pt x="179" y="677"/>
                </ns1:lnTo>
                <ns1:lnTo>
                  <ns1:pt x="754" y="102"/>
                </ns1:lnTo>
                <ns1:close/>
              </ns1:path>
            </ns1:pathLst>
          </ns1:custGeom>
          <ns1:solidFill>
            <ns1:schemeClr val="tx1"/>
          </ns1:solidFill>
          <ns1:ln>
            <ns1:noFill/>
          </ns1:ln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id-ID" sz="2700">
              <ns1:solidFill>
                <ns1:schemeClr val="bg1"/>
              </ns1:solidFill>
            </ns1:endParaRPr>
          </ns1:p>
        </ns0:txBody>
      </ns0:sp>
      <ns0:sp>
        <ns0:nvSpPr>
          <ns0:cNvPr id="209" name="Freeform 5"/>
          <ns0:cNvSpPr>
            <ns1:spLocks noEditPoints="1"/>
          </ns0:cNvSpPr>
          <ns0:nvPr/>
        </ns0:nvSpPr>
        <ns0:spPr bwMode="auto">
          <ns1:xfrm>
            <ns1:off x="4235557" y="3746156"/>
            <ns1:ext cx="336616" cy="366059"/>
          </ns1:xfrm>
          <ns1:custGeom>
            <ns1:avLst/>
            <ns1:gdLst>
              <ns1:gd name="T0" fmla="*/ 97 w 176"/>
              <ns1:gd name="T1" fmla="*/ 151 h 192"/>
              <ns1:gd name="T2" fmla="*/ 92 w 176"/>
              <ns1:gd name="T3" fmla="*/ 160 h 192"/>
              <ns1:gd name="T4" fmla="*/ 84 w 176"/>
              <ns1:gd name="T5" fmla="*/ 152 h 192"/>
              <ns1:gd name="T6" fmla="*/ 71 w 176"/>
              <ns1:gd name="T7" fmla="*/ 147 h 192"/>
              <ns1:gd name="T8" fmla="*/ 64 w 176"/>
              <ns1:gd name="T9" fmla="*/ 130 h 192"/>
              <ns1:gd name="T10" fmla="*/ 73 w 176"/>
              <ns1:gd name="T11" fmla="*/ 137 h 192"/>
              <ns1:gd name="T12" fmla="*/ 82 w 176"/>
              <ns1:gd name="T13" fmla="*/ 144 h 192"/>
              <ns1:gd name="T14" fmla="*/ 94 w 176"/>
              <ns1:gd name="T15" fmla="*/ 145 h 192"/>
              <ns1:gd name="T16" fmla="*/ 103 w 176"/>
              <ns1:gd name="T17" fmla="*/ 140 h 192"/>
              <ns1:gd name="T18" fmla="*/ 102 w 176"/>
              <ns1:gd name="T19" fmla="*/ 129 h 192"/>
              <ns1:gd name="T20" fmla="*/ 92 w 176"/>
              <ns1:gd name="T21" fmla="*/ 124 h 192"/>
              <ns1:gd name="T22" fmla="*/ 78 w 176"/>
              <ns1:gd name="T23" fmla="*/ 120 h 192"/>
              <ns1:gd name="T24" fmla="*/ 67 w 176"/>
              <ns1:gd name="T25" fmla="*/ 113 h 192"/>
              <ns1:gd name="T26" fmla="*/ 68 w 176"/>
              <ns1:gd name="T27" fmla="*/ 98 h 192"/>
              <ns1:gd name="T28" fmla="*/ 80 w 176"/>
              <ns1:gd name="T29" fmla="*/ 89 h 192"/>
              <ns1:gd name="T30" fmla="*/ 84 w 176"/>
              <ns1:gd name="T31" fmla="*/ 80 h 192"/>
              <ns1:gd name="T32" fmla="*/ 92 w 176"/>
              <ns1:gd name="T33" fmla="*/ 88 h 192"/>
              <ns1:gd name="T34" fmla="*/ 103 w 176"/>
              <ns1:gd name="T35" fmla="*/ 93 h 192"/>
              <ns1:gd name="T36" fmla="*/ 109 w 176"/>
              <ns1:gd name="T37" fmla="*/ 107 h 192"/>
              <ns1:gd name="T38" fmla="*/ 97 w 176"/>
              <ns1:gd name="T39" fmla="*/ 98 h 192"/>
              <ns1:gd name="T40" fmla="*/ 82 w 176"/>
              <ns1:gd name="T41" fmla="*/ 95 h 192"/>
              <ns1:gd name="T42" fmla="*/ 75 w 176"/>
              <ns1:gd name="T43" fmla="*/ 100 h 192"/>
              <ns1:gd name="T44" fmla="*/ 75 w 176"/>
              <ns1:gd name="T45" fmla="*/ 110 h 192"/>
              <ns1:gd name="T46" fmla="*/ 86 w 176"/>
              <ns1:gd name="T47" fmla="*/ 115 h 192"/>
              <ns1:gd name="T48" fmla="*/ 100 w 176"/>
              <ns1:gd name="T49" fmla="*/ 118 h 192"/>
              <ns1:gd name="T50" fmla="*/ 110 w 176"/>
              <ns1:gd name="T51" fmla="*/ 126 h 192"/>
              <ns1:gd name="T52" fmla="*/ 110 w 176"/>
              <ns1:gd name="T53" fmla="*/ 142 h 192"/>
              <ns1:gd name="T54" fmla="*/ 107 w 176"/>
              <ns1:gd name="T55" fmla="*/ 56 h 192"/>
              <ns1:gd name="T56" fmla="*/ 69 w 176"/>
              <ns1:gd name="T57" fmla="*/ 56 h 192"/>
              <ns1:gd name="T58" fmla="*/ 43 w 176"/>
              <ns1:gd name="T59" fmla="*/ 184 h 192"/>
              <ns1:gd name="T60" fmla="*/ 133 w 176"/>
              <ns1:gd name="T61" fmla="*/ 184 h 192"/>
              <ns1:gd name="T62" fmla="*/ 107 w 176"/>
              <ns1:gd name="T63" fmla="*/ 56 h 192"/>
              <ns1:gd name="T64" fmla="*/ 107 w 176"/>
              <ns1:gd name="T65" fmla="*/ 8 h 192"/>
              <ns1:gd name="T66" fmla="*/ 97 w 176"/>
              <ns1:gd name="T67" fmla="*/ 12 h 192"/>
              <ns1:gd name="T68" fmla="*/ 79 w 176"/>
              <ns1:gd name="T69" fmla="*/ 12 h 192"/>
              <ns1:gd name="T70" fmla="*/ 69 w 176"/>
              <ns1:gd name="T71" fmla="*/ 8 h 192"/>
              <ns1:gd name="T72" fmla="*/ 63 w 176"/>
              <ns1:gd name="T73" fmla="*/ 41 h 192"/>
              <ns1:gd name="T74" fmla="*/ 88 w 176"/>
              <ns1:gd name="T75" fmla="*/ 48 h 192"/>
              <ns1:gd name="T76" fmla="*/ 113 w 176"/>
              <ns1:gd name="T77" fmla="*/ 41 h 192"/>
              <ns1:gd name="T78" fmla="*/ 169 w 176"/>
              <ns1:gd name="T79" fmla="*/ 126 h 192"/>
              <ns1:gd name="T80" fmla="*/ 133 w 176"/>
              <ns1:gd name="T81" fmla="*/ 192 h 192"/>
              <ns1:gd name="T82" fmla="*/ 43 w 176"/>
              <ns1:gd name="T83" fmla="*/ 192 h 192"/>
              <ns1:gd name="T84" fmla="*/ 7 w 176"/>
              <ns1:gd name="T85" fmla="*/ 126 h 192"/>
              <ns1:gd name="T86" fmla="*/ 60 w 176"/>
              <ns1:gd name="T87" fmla="*/ 52 h 192"/>
              <ns1:gd name="T88" fmla="*/ 52 w 176"/>
              <ns1:gd name="T89" fmla="*/ 39 h 192"/>
              <ns1:gd name="T90" fmla="*/ 54 w 176"/>
              <ns1:gd name="T91" fmla="*/ 2 h 192"/>
              <ns1:gd name="T92" fmla="*/ 72 w 176"/>
              <ns1:gd name="T93" fmla="*/ 0 h 192"/>
              <ns1:gd name="T94" fmla="*/ 82 w 176"/>
              <ns1:gd name="T95" fmla="*/ 4 h 192"/>
              <ns1:gd name="T96" fmla="*/ 94 w 176"/>
              <ns1:gd name="T97" fmla="*/ 4 h 192"/>
              <ns1:gd name="T98" fmla="*/ 104 w 176"/>
              <ns1:gd name="T99" fmla="*/ 0 h 192"/>
              <ns1:gd name="T100" fmla="*/ 122 w 176"/>
              <ns1:gd name="T101" fmla="*/ 2 h 192"/>
              <ns1:gd name="T102" fmla="*/ 124 w 176"/>
              <ns1:gd name="T103" fmla="*/ 39 h 192"/>
              <ns1:gd name="T104" fmla="*/ 116 w 176"/>
              <ns1:gd name="T105" fmla="*/ 52 h 192"/>
              <ns1:gd name="T106" fmla="*/ 169 w 176"/>
              <ns1:gd name="T107" fmla="*/ 126 h 192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  <ns1:cxn ang="0">
                <ns1:pos x="T32" y="T33"/>
              </ns1:cxn>
              <ns1:cxn ang="0">
                <ns1:pos x="T34" y="T35"/>
              </ns1:cxn>
              <ns1:cxn ang="0">
                <ns1:pos x="T36" y="T37"/>
              </ns1:cxn>
              <ns1:cxn ang="0">
                <ns1:pos x="T38" y="T39"/>
              </ns1:cxn>
              <ns1:cxn ang="0">
                <ns1:pos x="T40" y="T41"/>
              </ns1:cxn>
              <ns1:cxn ang="0">
                <ns1:pos x="T42" y="T43"/>
              </ns1:cxn>
              <ns1:cxn ang="0">
                <ns1:pos x="T44" y="T45"/>
              </ns1:cxn>
              <ns1:cxn ang="0">
                <ns1:pos x="T46" y="T47"/>
              </ns1:cxn>
              <ns1:cxn ang="0">
                <ns1:pos x="T48" y="T49"/>
              </ns1:cxn>
              <ns1:cxn ang="0">
                <ns1:pos x="T50" y="T51"/>
              </ns1:cxn>
              <ns1:cxn ang="0">
                <ns1:pos x="T52" y="T53"/>
              </ns1:cxn>
              <ns1:cxn ang="0">
                <ns1:pos x="T54" y="T55"/>
              </ns1:cxn>
              <ns1:cxn ang="0">
                <ns1:pos x="T56" y="T57"/>
              </ns1:cxn>
              <ns1:cxn ang="0">
                <ns1:pos x="T58" y="T59"/>
              </ns1:cxn>
              <ns1:cxn ang="0">
                <ns1:pos x="T60" y="T61"/>
              </ns1:cxn>
              <ns1:cxn ang="0">
                <ns1:pos x="T62" y="T63"/>
              </ns1:cxn>
              <ns1:cxn ang="0">
                <ns1:pos x="T64" y="T65"/>
              </ns1:cxn>
              <ns1:cxn ang="0">
                <ns1:pos x="T66" y="T67"/>
              </ns1:cxn>
              <ns1:cxn ang="0">
                <ns1:pos x="T68" y="T69"/>
              </ns1:cxn>
              <ns1:cxn ang="0">
                <ns1:pos x="T70" y="T71"/>
              </ns1:cxn>
              <ns1:cxn ang="0">
                <ns1:pos x="T72" y="T73"/>
              </ns1:cxn>
              <ns1:cxn ang="0">
                <ns1:pos x="T74" y="T75"/>
              </ns1:cxn>
              <ns1:cxn ang="0">
                <ns1:pos x="T76" y="T77"/>
              </ns1:cxn>
              <ns1:cxn ang="0">
                <ns1:pos x="T78" y="T79"/>
              </ns1:cxn>
              <ns1:cxn ang="0">
                <ns1:pos x="T80" y="T81"/>
              </ns1:cxn>
              <ns1:cxn ang="0">
                <ns1:pos x="T82" y="T83"/>
              </ns1:cxn>
              <ns1:cxn ang="0">
                <ns1:pos x="T84" y="T85"/>
              </ns1:cxn>
              <ns1:cxn ang="0">
                <ns1:pos x="T86" y="T87"/>
              </ns1:cxn>
              <ns1:cxn ang="0">
                <ns1:pos x="T88" y="T89"/>
              </ns1:cxn>
              <ns1:cxn ang="0">
                <ns1:pos x="T90" y="T91"/>
              </ns1:cxn>
              <ns1:cxn ang="0">
                <ns1:pos x="T92" y="T93"/>
              </ns1:cxn>
              <ns1:cxn ang="0">
                <ns1:pos x="T94" y="T95"/>
              </ns1:cxn>
              <ns1:cxn ang="0">
                <ns1:pos x="T96" y="T97"/>
              </ns1:cxn>
              <ns1:cxn ang="0">
                <ns1:pos x="T98" y="T99"/>
              </ns1:cxn>
              <ns1:cxn ang="0">
                <ns1:pos x="T100" y="T101"/>
              </ns1:cxn>
              <ns1:cxn ang="0">
                <ns1:pos x="T102" y="T103"/>
              </ns1:cxn>
              <ns1:cxn ang="0">
                <ns1:pos x="T104" y="T105"/>
              </ns1:cxn>
              <ns1:cxn ang="0">
                <ns1:pos x="T106" y="T107"/>
              </ns1:cxn>
            </ns1:cxnLst>
            <ns1:rect l="0" t="0" r="r" b="b"/>
            <ns1:pathLst>
              <ns1:path w="176" h="192">
                <ns1:moveTo>
                  <ns1:pt x="104" y="148"/>
                </ns1:moveTo>
                <ns1:cubicBezTo>
                  <ns1:pt x="102" y="149"/>
                  <ns1:pt x="100" y="150"/>
                  <ns1:pt x="97" y="151"/>
                </ns1:cubicBezTo>
                <ns1:cubicBezTo>
                  <ns1:pt x="95" y="151"/>
                  <ns1:pt x="94" y="152"/>
                  <ns1:pt x="92" y="152"/>
                </ns1:cubicBezTo>
                <ns1:cubicBezTo>
                  <ns1:pt x="92" y="160"/>
                  <ns1:pt x="92" y="160"/>
                  <ns1:pt x="92" y="160"/>
                </ns1:cubicBezTo>
                <ns1:cubicBezTo>
                  <ns1:pt x="84" y="160"/>
                  <ns1:pt x="84" y="160"/>
                  <ns1:pt x="84" y="160"/>
                </ns1:cubicBezTo>
                <ns1:cubicBezTo>
                  <ns1:pt x="84" y="152"/>
                  <ns1:pt x="84" y="152"/>
                  <ns1:pt x="84" y="152"/>
                </ns1:cubicBezTo>
                <ns1:cubicBezTo>
                  <ns1:pt x="82" y="151"/>
                  <ns1:pt x="81" y="151"/>
                  <ns1:pt x="79" y="151"/>
                </ns1:cubicBezTo>
                <ns1:cubicBezTo>
                  <ns1:pt x="76" y="150"/>
                  <ns1:pt x="74" y="149"/>
                  <ns1:pt x="71" y="147"/>
                </ns1:cubicBezTo>
                <ns1:cubicBezTo>
                  <ns1:pt x="69" y="145"/>
                  <ns1:pt x="67" y="143"/>
                  <ns1:pt x="66" y="140"/>
                </ns1:cubicBezTo>
                <ns1:cubicBezTo>
                  <ns1:pt x="65" y="137"/>
                  <ns1:pt x="64" y="134"/>
                  <ns1:pt x="64" y="130"/>
                </ns1:cubicBezTo>
                <ns1:cubicBezTo>
                  <ns1:pt x="72" y="130"/>
                  <ns1:pt x="72" y="130"/>
                  <ns1:pt x="72" y="130"/>
                </ns1:cubicBezTo>
                <ns1:cubicBezTo>
                  <ns1:pt x="72" y="133"/>
                  <ns1:pt x="72" y="135"/>
                  <ns1:pt x="73" y="137"/>
                </ns1:cubicBezTo>
                <ns1:cubicBezTo>
                  <ns1:pt x="74" y="139"/>
                  <ns1:pt x="75" y="140"/>
                  <ns1:pt x="77" y="142"/>
                </ns1:cubicBezTo>
                <ns1:cubicBezTo>
                  <ns1:pt x="78" y="143"/>
                  <ns1:pt x="80" y="144"/>
                  <ns1:pt x="82" y="144"/>
                </ns1:cubicBezTo>
                <ns1:cubicBezTo>
                  <ns1:pt x="85" y="145"/>
                  <ns1:pt x="87" y="145"/>
                  <ns1:pt x="89" y="145"/>
                </ns1:cubicBezTo>
                <ns1:cubicBezTo>
                  <ns1:pt x="91" y="145"/>
                  <ns1:pt x="92" y="145"/>
                  <ns1:pt x="94" y="145"/>
                </ns1:cubicBezTo>
                <ns1:cubicBezTo>
                  <ns1:pt x="96" y="144"/>
                  <ns1:pt x="98" y="144"/>
                  <ns1:pt x="99" y="143"/>
                </ns1:cubicBezTo>
                <ns1:cubicBezTo>
                  <ns1:pt x="101" y="142"/>
                  <ns1:pt x="102" y="141"/>
                  <ns1:pt x="103" y="140"/>
                </ns1:cubicBezTo>
                <ns1:cubicBezTo>
                  <ns1:pt x="104" y="138"/>
                  <ns1:pt x="104" y="136"/>
                  <ns1:pt x="104" y="134"/>
                </ns1:cubicBezTo>
                <ns1:cubicBezTo>
                  <ns1:pt x="104" y="132"/>
                  <ns1:pt x="103" y="130"/>
                  <ns1:pt x="102" y="129"/>
                </ns1:cubicBezTo>
                <ns1:cubicBezTo>
                  <ns1:pt x="101" y="128"/>
                  <ns1:pt x="100" y="127"/>
                  <ns1:pt x="98" y="126"/>
                </ns1:cubicBezTo>
                <ns1:cubicBezTo>
                  <ns1:pt x="96" y="125"/>
                  <ns1:pt x="94" y="124"/>
                  <ns1:pt x="92" y="124"/>
                </ns1:cubicBezTo>
                <ns1:cubicBezTo>
                  <ns1:pt x="85" y="122"/>
                  <ns1:pt x="85" y="122"/>
                  <ns1:pt x="85" y="122"/>
                </ns1:cubicBezTo>
                <ns1:cubicBezTo>
                  <ns1:pt x="83" y="122"/>
                  <ns1:pt x="80" y="121"/>
                  <ns1:pt x="78" y="120"/>
                </ns1:cubicBezTo>
                <ns1:cubicBezTo>
                  <ns1:pt x="76" y="120"/>
                  <ns1:pt x="74" y="119"/>
                  <ns1:pt x="72" y="117"/>
                </ns1:cubicBezTo>
                <ns1:cubicBezTo>
                  <ns1:pt x="70" y="116"/>
                  <ns1:pt x="69" y="115"/>
                  <ns1:pt x="67" y="113"/>
                </ns1:cubicBezTo>
                <ns1:cubicBezTo>
                  <ns1:pt x="66" y="111"/>
                  <ns1:pt x="66" y="109"/>
                  <ns1:pt x="66" y="106"/>
                </ns1:cubicBezTo>
                <ns1:cubicBezTo>
                  <ns1:pt x="66" y="103"/>
                  <ns1:pt x="66" y="100"/>
                  <ns1:pt x="68" y="98"/>
                </ns1:cubicBezTo>
                <ns1:cubicBezTo>
                  <ns1:pt x="69" y="96"/>
                  <ns1:pt x="71" y="94"/>
                  <ns1:pt x="73" y="92"/>
                </ns1:cubicBezTo>
                <ns1:cubicBezTo>
                  <ns1:pt x="75" y="91"/>
                  <ns1:pt x="77" y="90"/>
                  <ns1:pt x="80" y="89"/>
                </ns1:cubicBezTo>
                <ns1:cubicBezTo>
                  <ns1:pt x="81" y="89"/>
                  <ns1:pt x="82" y="88"/>
                  <ns1:pt x="84" y="88"/>
                </ns1:cubicBezTo>
                <ns1:cubicBezTo>
                  <ns1:pt x="84" y="80"/>
                  <ns1:pt x="84" y="80"/>
                  <ns1:pt x="84" y="80"/>
                </ns1:cubicBezTo>
                <ns1:cubicBezTo>
                  <ns1:pt x="92" y="80"/>
                  <ns1:pt x="92" y="80"/>
                  <ns1:pt x="92" y="80"/>
                </ns1:cubicBezTo>
                <ns1:cubicBezTo>
                  <ns1:pt x="92" y="88"/>
                  <ns1:pt x="92" y="88"/>
                  <ns1:pt x="92" y="88"/>
                </ns1:cubicBezTo>
                <ns1:cubicBezTo>
                  <ns1:pt x="93" y="89"/>
                  <ns1:pt x="95" y="89"/>
                  <ns1:pt x="96" y="89"/>
                </ns1:cubicBezTo>
                <ns1:cubicBezTo>
                  <ns1:pt x="99" y="90"/>
                  <ns1:pt x="101" y="91"/>
                  <ns1:pt x="103" y="93"/>
                </ns1:cubicBezTo>
                <ns1:cubicBezTo>
                  <ns1:pt x="105" y="94"/>
                  <ns1:pt x="106" y="96"/>
                  <ns1:pt x="108" y="99"/>
                </ns1:cubicBezTo>
                <ns1:cubicBezTo>
                  <ns1:pt x="109" y="101"/>
                  <ns1:pt x="109" y="104"/>
                  <ns1:pt x="109" y="107"/>
                </ns1:cubicBezTo>
                <ns1:cubicBezTo>
                  <ns1:pt x="102" y="107"/>
                  <ns1:pt x="102" y="107"/>
                  <ns1:pt x="102" y="107"/>
                </ns1:cubicBezTo>
                <ns1:cubicBezTo>
                  <ns1:pt x="101" y="103"/>
                  <ns1:pt x="100" y="100"/>
                  <ns1:pt x="97" y="98"/>
                </ns1:cubicBezTo>
                <ns1:cubicBezTo>
                  <ns1:pt x="95" y="96"/>
                  <ns1:pt x="91" y="95"/>
                  <ns1:pt x="87" y="95"/>
                </ns1:cubicBezTo>
                <ns1:cubicBezTo>
                  <ns1:pt x="85" y="95"/>
                  <ns1:pt x="84" y="95"/>
                  <ns1:pt x="82" y="95"/>
                </ns1:cubicBezTo>
                <ns1:cubicBezTo>
                  <ns1:pt x="81" y="96"/>
                  <ns1:pt x="79" y="96"/>
                  <ns1:pt x="78" y="97"/>
                </ns1:cubicBezTo>
                <ns1:cubicBezTo>
                  <ns1:pt x="77" y="98"/>
                  <ns1:pt x="76" y="99"/>
                  <ns1:pt x="75" y="100"/>
                </ns1:cubicBezTo>
                <ns1:cubicBezTo>
                  <ns1:pt x="74" y="102"/>
                  <ns1:pt x="74" y="103"/>
                  <ns1:pt x="74" y="105"/>
                </ns1:cubicBezTo>
                <ns1:cubicBezTo>
                  <ns1:pt x="74" y="107"/>
                  <ns1:pt x="74" y="109"/>
                  <ns1:pt x="75" y="110"/>
                </ns1:cubicBezTo>
                <ns1:cubicBezTo>
                  <ns1:pt x="77" y="111"/>
                  <ns1:pt x="78" y="112"/>
                  <ns1:pt x="80" y="113"/>
                </ns1:cubicBezTo>
                <ns1:cubicBezTo>
                  <ns1:pt x="82" y="114"/>
                  <ns1:pt x="84" y="114"/>
                  <ns1:pt x="86" y="115"/>
                </ns1:cubicBezTo>
                <ns1:cubicBezTo>
                  <ns1:pt x="88" y="115"/>
                  <ns1:pt x="91" y="116"/>
                  <ns1:pt x="93" y="116"/>
                </ns1:cubicBezTo>
                <ns1:cubicBezTo>
                  <ns1:pt x="95" y="117"/>
                  <ns1:pt x="98" y="117"/>
                  <ns1:pt x="100" y="118"/>
                </ns1:cubicBezTo>
                <ns1:cubicBezTo>
                  <ns1:pt x="102" y="119"/>
                  <ns1:pt x="104" y="120"/>
                  <ns1:pt x="106" y="121"/>
                </ns1:cubicBezTo>
                <ns1:cubicBezTo>
                  <ns1:pt x="108" y="123"/>
                  <ns1:pt x="109" y="124"/>
                  <ns1:pt x="110" y="126"/>
                </ns1:cubicBezTo>
                <ns1:cubicBezTo>
                  <ns1:pt x="111" y="128"/>
                  <ns1:pt x="112" y="131"/>
                  <ns1:pt x="112" y="134"/>
                </ns1:cubicBezTo>
                <ns1:cubicBezTo>
                  <ns1:pt x="112" y="137"/>
                  <ns1:pt x="111" y="140"/>
                  <ns1:pt x="110" y="142"/>
                </ns1:cubicBezTo>
                <ns1:cubicBezTo>
                  <ns1:pt x="108" y="144"/>
                  <ns1:pt x="107" y="146"/>
                  <ns1:pt x="104" y="148"/>
                </ns1:cubicBezTo>
                <ns1:close/>
                <ns1:moveTo>
                  <ns1:pt x="107" y="56"/>
                </ns1:moveTo>
                <ns1:cubicBezTo>
                  <ns1:pt x="88" y="56"/>
                  <ns1:pt x="88" y="56"/>
                  <ns1:pt x="88" y="56"/>
                </ns1:cubicBezTo>
                <ns1:cubicBezTo>
                  <ns1:pt x="69" y="56"/>
                  <ns1:pt x="69" y="56"/>
                  <ns1:pt x="69" y="56"/>
                </ns1:cubicBezTo>
                <ns1:cubicBezTo>
                  <ns1:pt x="47" y="71"/>
                  <ns1:pt x="26" y="101"/>
                  <ns1:pt x="14" y="129"/>
                </ns1:cubicBezTo>
                <ns1:cubicBezTo>
                  <ns1:pt x="3" y="157"/>
                  <ns1:pt x="17" y="184"/>
                  <ns1:pt x="43" y="184"/>
                </ns1:cubicBezTo>
                <ns1:cubicBezTo>
                  <ns1:pt x="88" y="184"/>
                  <ns1:pt x="88" y="184"/>
                  <ns1:pt x="88" y="184"/>
                </ns1:cubicBezTo>
                <ns1:cubicBezTo>
                  <ns1:pt x="133" y="184"/>
                  <ns1:pt x="133" y="184"/>
                  <ns1:pt x="133" y="184"/>
                </ns1:cubicBezTo>
                <ns1:cubicBezTo>
                  <ns1:pt x="159" y="184"/>
                  <ns1:pt x="173" y="157"/>
                  <ns1:pt x="162" y="129"/>
                </ns1:cubicBezTo>
                <ns1:cubicBezTo>
                  <ns1:pt x="150" y="101"/>
                  <ns1:pt x="129" y="71"/>
                  <ns1:pt x="107" y="56"/>
                </ns1:cubicBezTo>
                <ns1:close/>
                <ns1:moveTo>
                  <ns1:pt x="120" y="10"/>
                </ns1:moveTo>
                <ns1:cubicBezTo>
                  <ns1:pt x="118" y="9"/>
                  <ns1:pt x="111" y="8"/>
                  <ns1:pt x="107" y="8"/>
                </ns1:cubicBezTo>
                <ns1:cubicBezTo>
                  <ns1:pt x="107" y="8"/>
                  <ns1:pt x="106" y="8"/>
                  <ns1:pt x="106" y="8"/>
                </ns1:cubicBezTo>
                <ns1:cubicBezTo>
                  <ns1:pt x="103" y="9"/>
                  <ns1:pt x="100" y="11"/>
                  <ns1:pt x="97" y="12"/>
                </ns1:cubicBezTo>
                <ns1:cubicBezTo>
                  <ns1:pt x="94" y="13"/>
                  <ns1:pt x="91" y="13"/>
                  <ns1:pt x="88" y="14"/>
                </ns1:cubicBezTo>
                <ns1:cubicBezTo>
                  <ns1:pt x="85" y="13"/>
                  <ns1:pt x="82" y="13"/>
                  <ns1:pt x="79" y="12"/>
                </ns1:cubicBezTo>
                <ns1:cubicBezTo>
                  <ns1:pt x="76" y="11"/>
                  <ns1:pt x="73" y="9"/>
                  <ns1:pt x="70" y="8"/>
                </ns1:cubicBezTo>
                <ns1:cubicBezTo>
                  <ns1:pt x="70" y="8"/>
                  <ns1:pt x="69" y="8"/>
                  <ns1:pt x="69" y="8"/>
                </ns1:cubicBezTo>
                <ns1:cubicBezTo>
                  <ns1:pt x="65" y="8"/>
                  <ns1:pt x="58" y="9"/>
                  <ns1:pt x="56" y="10"/>
                </ns1:cubicBezTo>
                <ns1:cubicBezTo>
                  <ns1:pt x="42" y="12"/>
                  <ns1:pt x="52" y="24"/>
                  <ns1:pt x="63" y="41"/>
                </ns1:cubicBezTo>
                <ns1:cubicBezTo>
                  <ns1:pt x="67" y="48"/>
                  <ns1:pt x="67" y="48"/>
                  <ns1:pt x="67" y="48"/>
                </ns1:cubicBezTo>
                <ns1:cubicBezTo>
                  <ns1:pt x="88" y="48"/>
                  <ns1:pt x="88" y="48"/>
                  <ns1:pt x="88" y="48"/>
                </ns1:cubicBezTo>
                <ns1:cubicBezTo>
                  <ns1:pt x="109" y="48"/>
                  <ns1:pt x="109" y="48"/>
                  <ns1:pt x="109" y="48"/>
                </ns1:cubicBezTo>
                <ns1:cubicBezTo>
                  <ns1:pt x="113" y="41"/>
                  <ns1:pt x="113" y="41"/>
                  <ns1:pt x="113" y="41"/>
                </ns1:cubicBezTo>
                <ns1:cubicBezTo>
                  <ns1:pt x="124" y="24"/>
                  <ns1:pt x="134" y="12"/>
                  <ns1:pt x="120" y="10"/>
                </ns1:cubicBezTo>
                <ns1:close/>
                <ns1:moveTo>
                  <ns1:pt x="169" y="126"/>
                </ns1:moveTo>
                <ns1:cubicBezTo>
                  <ns1:pt x="176" y="143"/>
                  <ns1:pt x="175" y="161"/>
                  <ns1:pt x="166" y="174"/>
                </ns1:cubicBezTo>
                <ns1:cubicBezTo>
                  <ns1:pt x="159" y="186"/>
                  <ns1:pt x="147" y="192"/>
                  <ns1:pt x="133" y="192"/>
                </ns1:cubicBezTo>
                <ns1:cubicBezTo>
                  <ns1:pt x="88" y="192"/>
                  <ns1:pt x="88" y="192"/>
                  <ns1:pt x="88" y="192"/>
                </ns1:cubicBezTo>
                <ns1:cubicBezTo>
                  <ns1:pt x="43" y="192"/>
                  <ns1:pt x="43" y="192"/>
                  <ns1:pt x="43" y="192"/>
                </ns1:cubicBezTo>
                <ns1:cubicBezTo>
                  <ns1:pt x="29" y="192"/>
                  <ns1:pt x="17" y="186"/>
                  <ns1:pt x="10" y="174"/>
                </ns1:cubicBezTo>
                <ns1:cubicBezTo>
                  <ns1:pt x="1" y="161"/>
                  <ns1:pt x="0" y="143"/>
                  <ns1:pt x="7" y="126"/>
                </ns1:cubicBezTo>
                <ns1:cubicBezTo>
                  <ns1:pt x="20" y="96"/>
                  <ns1:pt x="40" y="68"/>
                  <ns1:pt x="60" y="52"/>
                </ns1:cubicBezTo>
                <ns1:cubicBezTo>
                  <ns1:pt x="60" y="52"/>
                  <ns1:pt x="60" y="52"/>
                  <ns1:pt x="60" y="52"/>
                </ns1:cubicBezTo>
                <ns1:cubicBezTo>
                  <ns1:pt x="56" y="46"/>
                  <ns1:pt x="56" y="46"/>
                  <ns1:pt x="56" y="46"/>
                </ns1:cubicBezTo>
                <ns1:cubicBezTo>
                  <ns1:pt x="55" y="43"/>
                  <ns1:pt x="53" y="41"/>
                  <ns1:pt x="52" y="39"/>
                </ns1:cubicBezTo>
                <ns1:cubicBezTo>
                  <ns1:pt x="44" y="27"/>
                  <ns1:pt x="39" y="18"/>
                  <ns1:pt x="42" y="10"/>
                </ns1:cubicBezTo>
                <ns1:cubicBezTo>
                  <ns1:pt x="44" y="6"/>
                  <ns1:pt x="48" y="3"/>
                  <ns1:pt x="54" y="2"/>
                </ns1:cubicBezTo>
                <ns1:cubicBezTo>
                  <ns1:pt x="56" y="2"/>
                  <ns1:pt x="64" y="0"/>
                  <ns1:pt x="69" y="0"/>
                </ns1:cubicBezTo>
                <ns1:cubicBezTo>
                  <ns1:pt x="70" y="0"/>
                  <ns1:pt x="71" y="0"/>
                  <ns1:pt x="72" y="0"/>
                </ns1:cubicBezTo>
                <ns1:cubicBezTo>
                  <ns1:pt x="75" y="1"/>
                  <ns1:pt x="77" y="2"/>
                  <ns1:pt x="80" y="3"/>
                </ns1:cubicBezTo>
                <ns1:cubicBezTo>
                  <ns1:pt x="81" y="4"/>
                  <ns1:pt x="81" y="4"/>
                  <ns1:pt x="82" y="4"/>
                </ns1:cubicBezTo>
                <ns1:cubicBezTo>
                  <ns1:pt x="84" y="5"/>
                  <ns1:pt x="86" y="5"/>
                  <ns1:pt x="88" y="6"/>
                </ns1:cubicBezTo>
                <ns1:cubicBezTo>
                  <ns1:pt x="90" y="5"/>
                  <ns1:pt x="92" y="5"/>
                  <ns1:pt x="94" y="4"/>
                </ns1:cubicBezTo>
                <ns1:cubicBezTo>
                  <ns1:pt x="95" y="4"/>
                  <ns1:pt x="95" y="4"/>
                  <ns1:pt x="96" y="3"/>
                </ns1:cubicBezTo>
                <ns1:cubicBezTo>
                  <ns1:pt x="99" y="2"/>
                  <ns1:pt x="101" y="1"/>
                  <ns1:pt x="104" y="0"/>
                </ns1:cubicBezTo>
                <ns1:cubicBezTo>
                  <ns1:pt x="105" y="0"/>
                  <ns1:pt x="106" y="0"/>
                  <ns1:pt x="107" y="0"/>
                </ns1:cubicBezTo>
                <ns1:cubicBezTo>
                  <ns1:pt x="112" y="0"/>
                  <ns1:pt x="120" y="2"/>
                  <ns1:pt x="122" y="2"/>
                </ns1:cubicBezTo>
                <ns1:cubicBezTo>
                  <ns1:pt x="128" y="3"/>
                  <ns1:pt x="132" y="6"/>
                  <ns1:pt x="134" y="10"/>
                </ns1:cubicBezTo>
                <ns1:cubicBezTo>
                  <ns1:pt x="137" y="18"/>
                  <ns1:pt x="132" y="27"/>
                  <ns1:pt x="124" y="39"/>
                </ns1:cubicBezTo>
                <ns1:cubicBezTo>
                  <ns1:pt x="123" y="41"/>
                  <ns1:pt x="121" y="43"/>
                  <ns1:pt x="120" y="46"/>
                </ns1:cubicBezTo>
                <ns1:cubicBezTo>
                  <ns1:pt x="116" y="52"/>
                  <ns1:pt x="116" y="52"/>
                  <ns1:pt x="116" y="52"/>
                </ns1:cubicBezTo>
                <ns1:cubicBezTo>
                  <ns1:pt x="116" y="52"/>
                  <ns1:pt x="116" y="52"/>
                  <ns1:pt x="116" y="52"/>
                </ns1:cubicBezTo>
                <ns1:cubicBezTo>
                  <ns1:pt x="136" y="68"/>
                  <ns1:pt x="156" y="96"/>
                  <ns1:pt x="169" y="126"/>
                </ns1:cubicBezTo>
                <ns1:close/>
              </ns1:path>
            </ns1:pathLst>
          </ns1:custGeom>
          <ns1:solidFill>
            <ns1:schemeClr val="tx1"/>
          </ns1:solidFill>
          <ns1:ln>
            <ns1:noFill/>
          </ns1:ln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id-ID" sz="2700"/>
          </ns1:p>
        </ns0:txBody>
      </ns0:sp>
      <ns0:sp>
        <ns0:nvSpPr>
          <ns0:cNvPr id="210" name="Freeform 209"/>
          <ns0:cNvSpPr>
            <ns1:spLocks noEditPoints="1"/>
          </ns0:cNvSpPr>
          <ns0:nvPr/>
        </ns0:nvSpPr>
        <ns0:spPr bwMode="auto">
          <ns1:xfrm>
            <ns1:off x="3226402" y="3769308"/>
            <ns1:ext cx="365763" cy="319755"/>
          </ns1:xfrm>
          <ns1:custGeom>
            <ns1:avLst/>
            <ns1:gdLst>
              <ns1:gd name="T0" fmla="*/ 59 w 64"/>
              <ns1:gd name="T1" fmla="*/ 38 h 56"/>
              <ns1:gd name="T2" fmla="*/ 36 w 64"/>
              <ns1:gd name="T3" fmla="*/ 26 h 56"/>
              <ns1:gd name="T4" fmla="*/ 38 w 64"/>
              <ns1:gd name="T5" fmla="*/ 22 h 56"/>
              <ns1:gd name="T6" fmla="*/ 44 w 64"/>
              <ns1:gd name="T7" fmla="*/ 12 h 56"/>
              <ns1:gd name="T8" fmla="*/ 32 w 64"/>
              <ns1:gd name="T9" fmla="*/ 0 h 56"/>
              <ns1:gd name="T10" fmla="*/ 20 w 64"/>
              <ns1:gd name="T11" fmla="*/ 12 h 56"/>
              <ns1:gd name="T12" fmla="*/ 24 w 64"/>
              <ns1:gd name="T13" fmla="*/ 16 h 56"/>
              <ns1:gd name="T14" fmla="*/ 28 w 64"/>
              <ns1:gd name="T15" fmla="*/ 12 h 56"/>
              <ns1:gd name="T16" fmla="*/ 32 w 64"/>
              <ns1:gd name="T17" fmla="*/ 8 h 56"/>
              <ns1:gd name="T18" fmla="*/ 36 w 64"/>
              <ns1:gd name="T19" fmla="*/ 12 h 56"/>
              <ns1:gd name="T20" fmla="*/ 34 w 64"/>
              <ns1:gd name="T21" fmla="*/ 15 h 56"/>
              <ns1:gd name="T22" fmla="*/ 28 w 64"/>
              <ns1:gd name="T23" fmla="*/ 26 h 56"/>
              <ns1:gd name="T24" fmla="*/ 5 w 64"/>
              <ns1:gd name="T25" fmla="*/ 38 h 56"/>
              <ns1:gd name="T26" fmla="*/ 0 w 64"/>
              <ns1:gd name="T27" fmla="*/ 48 h 56"/>
              <ns1:gd name="T28" fmla="*/ 8 w 64"/>
              <ns1:gd name="T29" fmla="*/ 56 h 56"/>
              <ns1:gd name="T30" fmla="*/ 56 w 64"/>
              <ns1:gd name="T31" fmla="*/ 56 h 56"/>
              <ns1:gd name="T32" fmla="*/ 64 w 64"/>
              <ns1:gd name="T33" fmla="*/ 48 h 56"/>
              <ns1:gd name="T34" fmla="*/ 59 w 64"/>
              <ns1:gd name="T35" fmla="*/ 38 h 56"/>
              <ns1:gd name="T36" fmla="*/ 8 w 64"/>
              <ns1:gd name="T37" fmla="*/ 48 h 56"/>
              <ns1:gd name="T38" fmla="*/ 9 w 64"/>
              <ns1:gd name="T39" fmla="*/ 45 h 56"/>
              <ns1:gd name="T40" fmla="*/ 32 w 64"/>
              <ns1:gd name="T41" fmla="*/ 33 h 56"/>
              <ns1:gd name="T42" fmla="*/ 54 w 64"/>
              <ns1:gd name="T43" fmla="*/ 45 h 56"/>
              <ns1:gd name="T44" fmla="*/ 56 w 64"/>
              <ns1:gd name="T45" fmla="*/ 48 h 56"/>
              <ns1:gd name="T46" fmla="*/ 8 w 64"/>
              <ns1:gd name="T47" fmla="*/ 48 h 56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  <ns1:cxn ang="0">
                <ns1:pos x="T32" y="T33"/>
              </ns1:cxn>
              <ns1:cxn ang="0">
                <ns1:pos x="T34" y="T35"/>
              </ns1:cxn>
              <ns1:cxn ang="0">
                <ns1:pos x="T36" y="T37"/>
              </ns1:cxn>
              <ns1:cxn ang="0">
                <ns1:pos x="T38" y="T39"/>
              </ns1:cxn>
              <ns1:cxn ang="0">
                <ns1:pos x="T40" y="T41"/>
              </ns1:cxn>
              <ns1:cxn ang="0">
                <ns1:pos x="T42" y="T43"/>
              </ns1:cxn>
              <ns1:cxn ang="0">
                <ns1:pos x="T44" y="T45"/>
              </ns1:cxn>
              <ns1:cxn ang="0">
                <ns1:pos x="T46" y="T47"/>
              </ns1:cxn>
            </ns1:cxnLst>
            <ns1:rect l="0" t="0" r="r" b="b"/>
            <ns1:pathLst>
              <ns1:path w="64" h="56">
                <ns1:moveTo>
                  <ns1:pt x="59" y="38"/>
                </ns1:moveTo>
                <ns1:cubicBezTo>
                  <ns1:pt x="36" y="26"/>
                  <ns1:pt x="36" y="26"/>
                  <ns1:pt x="36" y="26"/>
                </ns1:cubicBezTo>
                <ns1:cubicBezTo>
                  <ns1:pt x="36" y="24"/>
                  <ns1:pt x="37" y="23"/>
                  <ns1:pt x="38" y="22"/>
                </ns1:cubicBezTo>
                <ns1:cubicBezTo>
                  <ns1:pt x="42" y="20"/>
                  <ns1:pt x="44" y="16"/>
                  <ns1:pt x="44" y="12"/>
                </ns1:cubicBezTo>
                <ns1:cubicBezTo>
                  <ns1:pt x="44" y="5"/>
                  <ns1:pt x="39" y="0"/>
                  <ns1:pt x="32" y="0"/>
                </ns1:cubicBezTo>
                <ns1:cubicBezTo>
                  <ns1:pt x="25" y="0"/>
                  <ns1:pt x="20" y="5"/>
                  <ns1:pt x="20" y="12"/>
                </ns1:cubicBezTo>
                <ns1:cubicBezTo>
                  <ns1:pt x="20" y="14"/>
                  <ns1:pt x="22" y="16"/>
                  <ns1:pt x="24" y="16"/>
                </ns1:cubicBezTo>
                <ns1:cubicBezTo>
                  <ns1:pt x="26" y="16"/>
                  <ns1:pt x="28" y="14"/>
                  <ns1:pt x="28" y="12"/>
                </ns1:cubicBezTo>
                <ns1:cubicBezTo>
                  <ns1:pt x="28" y="10"/>
                  <ns1:pt x="30" y="8"/>
                  <ns1:pt x="32" y="8"/>
                </ns1:cubicBezTo>
                <ns1:cubicBezTo>
                  <ns1:pt x="34" y="8"/>
                  <ns1:pt x="36" y="10"/>
                  <ns1:pt x="36" y="12"/>
                </ns1:cubicBezTo>
                <ns1:cubicBezTo>
                  <ns1:pt x="36" y="13"/>
                  <ns1:pt x="35" y="15"/>
                  <ns1:pt x="34" y="15"/>
                </ns1:cubicBezTo>
                <ns1:cubicBezTo>
                  <ns1:pt x="30" y="18"/>
                  <ns1:pt x="28" y="21"/>
                  <ns1:pt x="28" y="26"/>
                </ns1:cubicBezTo>
                <ns1:cubicBezTo>
                  <ns1:pt x="5" y="38"/>
                  <ns1:pt x="5" y="38"/>
                  <ns1:pt x="5" y="38"/>
                </ns1:cubicBezTo>
                <ns1:cubicBezTo>
                  <ns1:pt x="2" y="40"/>
                  <ns1:pt x="0" y="44"/>
                  <ns1:pt x="0" y="48"/>
                </ns1:cubicBezTo>
                <ns1:cubicBezTo>
                  <ns1:pt x="0" y="52"/>
                  <ns1:pt x="4" y="56"/>
                  <ns1:pt x="8" y="56"/>
                </ns1:cubicBezTo>
                <ns1:cubicBezTo>
                  <ns1:pt x="56" y="56"/>
                  <ns1:pt x="56" y="56"/>
                  <ns1:pt x="56" y="56"/>
                </ns1:cubicBezTo>
                <ns1:cubicBezTo>
                  <ns1:pt x="60" y="56"/>
                  <ns1:pt x="64" y="52"/>
                  <ns1:pt x="64" y="48"/>
                </ns1:cubicBezTo>
                <ns1:cubicBezTo>
                  <ns1:pt x="64" y="44"/>
                  <ns1:pt x="62" y="40"/>
                  <ns1:pt x="59" y="38"/>
                </ns1:cubicBezTo>
                <ns1:close/>
                <ns1:moveTo>
                  <ns1:pt x="8" y="48"/>
                </ns1:moveTo>
                <ns1:cubicBezTo>
                  <ns1:pt x="8" y="47"/>
                  <ns1:pt x="9" y="46"/>
                  <ns1:pt x="9" y="45"/>
                </ns1:cubicBezTo>
                <ns1:cubicBezTo>
                  <ns1:pt x="32" y="33"/>
                  <ns1:pt x="32" y="33"/>
                  <ns1:pt x="32" y="33"/>
                </ns1:cubicBezTo>
                <ns1:cubicBezTo>
                  <ns1:pt x="54" y="45"/>
                  <ns1:pt x="54" y="45"/>
                  <ns1:pt x="54" y="45"/>
                </ns1:cubicBezTo>
                <ns1:cubicBezTo>
                  <ns1:pt x="55" y="46"/>
                  <ns1:pt x="56" y="47"/>
                  <ns1:pt x="56" y="48"/>
                </ns1:cubicBezTo>
                <ns1:lnTo>
                  <ns1:pt x="8" y="48"/>
                </ns1:lnTo>
                <ns1:close/>
              </ns1:path>
            </ns1:pathLst>
          </ns1:custGeom>
          <ns1:solidFill>
            <ns1:schemeClr val="tx1"/>
          </ns1:solidFill>
          <ns1:ln>
            <ns1:noFill/>
          </ns1:ln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id-ID" sz="2700"/>
          </ns1:p>
        </ns0:txBody>
      </ns0:sp>
      <ns0:grpSp>
        <ns0:nvGrpSpPr>
          <ns0:cNvPr id="211" name="Group 210"/>
          <ns0:cNvGrpSpPr/>
          <ns0:nvPr/>
        </ns0:nvGrpSpPr>
        <ns0:grpSpPr>
          <ns1:xfrm>
            <ns1:off x="417895" y="2833433"/>
            <ns1:ext cx="300384" cy="475095"/>
            <ns1:chOff x="8992499" y="1015780"/>
            <ns1:chExt cx="209779" cy="331792"/>
          </ns1:xfrm>
          <ns1:solidFill>
            <ns1:schemeClr val="tx1"/>
          </ns1:solidFill>
        </ns0:grpSpPr>
        <ns0:sp>
          <ns0:nvSpPr>
            <ns0:cNvPr id="212" name="Freeform 9"/>
            <ns0:cNvSpPr>
              <ns1:spLocks noEditPoints="1"/>
            </ns0:cNvSpPr>
            <ns0:nvPr/>
          </ns0:nvSpPr>
          <ns0:spPr bwMode="auto">
            <ns1:xfrm>
              <ns1:off x="8992499" y="1015780"/>
              <ns1:ext cx="209779" cy="331792"/>
            </ns1:xfrm>
            <ns1:custGeom>
              <ns1:avLst/>
              <ns1:gdLst>
                <ns1:gd name="T0" fmla="*/ 68 w 80"/>
                <ns1:gd name="T1" fmla="*/ 0 h 128"/>
                <ns1:gd name="T2" fmla="*/ 11 w 80"/>
                <ns1:gd name="T3" fmla="*/ 0 h 128"/>
                <ns1:gd name="T4" fmla="*/ 0 w 80"/>
                <ns1:gd name="T5" fmla="*/ 11 h 128"/>
                <ns1:gd name="T6" fmla="*/ 0 w 80"/>
                <ns1:gd name="T7" fmla="*/ 116 h 128"/>
                <ns1:gd name="T8" fmla="*/ 11 w 80"/>
                <ns1:gd name="T9" fmla="*/ 128 h 128"/>
                <ns1:gd name="T10" fmla="*/ 68 w 80"/>
                <ns1:gd name="T11" fmla="*/ 128 h 128"/>
                <ns1:gd name="T12" fmla="*/ 80 w 80"/>
                <ns1:gd name="T13" fmla="*/ 116 h 128"/>
                <ns1:gd name="T14" fmla="*/ 80 w 80"/>
                <ns1:gd name="T15" fmla="*/ 11 h 128"/>
                <ns1:gd name="T16" fmla="*/ 68 w 80"/>
                <ns1:gd name="T17" fmla="*/ 0 h 128"/>
                <ns1:gd name="T18" fmla="*/ 72 w 80"/>
                <ns1:gd name="T19" fmla="*/ 116 h 128"/>
                <ns1:gd name="T20" fmla="*/ 68 w 80"/>
                <ns1:gd name="T21" fmla="*/ 120 h 128"/>
                <ns1:gd name="T22" fmla="*/ 11 w 80"/>
                <ns1:gd name="T23" fmla="*/ 120 h 128"/>
                <ns1:gd name="T24" fmla="*/ 8 w 80"/>
                <ns1:gd name="T25" fmla="*/ 116 h 128"/>
                <ns1:gd name="T26" fmla="*/ 8 w 80"/>
                <ns1:gd name="T27" fmla="*/ 11 h 128"/>
                <ns1:gd name="T28" fmla="*/ 11 w 80"/>
                <ns1:gd name="T29" fmla="*/ 8 h 128"/>
                <ns1:gd name="T30" fmla="*/ 68 w 80"/>
                <ns1:gd name="T31" fmla="*/ 8 h 128"/>
                <ns1:gd name="T32" fmla="*/ 72 w 80"/>
                <ns1:gd name="T33" fmla="*/ 11 h 128"/>
                <ns1:gd name="T34" fmla="*/ 72 w 80"/>
                <ns1:gd name="T35" fmla="*/ 116 h 128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  <ns1:cxn ang="0">
                  <ns1:pos x="T30" y="T31"/>
                </ns1:cxn>
                <ns1:cxn ang="0">
                  <ns1:pos x="T32" y="T33"/>
                </ns1:cxn>
                <ns1:cxn ang="0">
                  <ns1:pos x="T34" y="T35"/>
                </ns1:cxn>
              </ns1:cxnLst>
              <ns1:rect l="0" t="0" r="r" b="b"/>
              <ns1:pathLst>
                <ns1:path w="80" h="128">
                  <ns1:moveTo>
                    <ns1:pt x="68" y="0"/>
                  </ns1:moveTo>
                  <ns1:cubicBezTo>
                    <ns1:pt x="11" y="0"/>
                    <ns1:pt x="11" y="0"/>
                    <ns1:pt x="11" y="0"/>
                  </ns1:cubicBezTo>
                  <ns1:cubicBezTo>
                    <ns1:pt x="5" y="0"/>
                    <ns1:pt x="0" y="5"/>
                    <ns1:pt x="0" y="11"/>
                  </ns1:cubicBezTo>
                  <ns1:cubicBezTo>
                    <ns1:pt x="0" y="116"/>
                    <ns1:pt x="0" y="116"/>
                    <ns1:pt x="0" y="116"/>
                  </ns1:cubicBezTo>
                  <ns1:cubicBezTo>
                    <ns1:pt x="0" y="123"/>
                    <ns1:pt x="5" y="128"/>
                    <ns1:pt x="11" y="128"/>
                  </ns1:cubicBezTo>
                  <ns1:cubicBezTo>
                    <ns1:pt x="68" y="128"/>
                    <ns1:pt x="68" y="128"/>
                    <ns1:pt x="68" y="128"/>
                  </ns1:cubicBezTo>
                  <ns1:cubicBezTo>
                    <ns1:pt x="75" y="128"/>
                    <ns1:pt x="80" y="123"/>
                    <ns1:pt x="80" y="116"/>
                  </ns1:cubicBezTo>
                  <ns1:cubicBezTo>
                    <ns1:pt x="80" y="11"/>
                    <ns1:pt x="80" y="11"/>
                    <ns1:pt x="80" y="11"/>
                  </ns1:cubicBezTo>
                  <ns1:cubicBezTo>
                    <ns1:pt x="80" y="5"/>
                    <ns1:pt x="75" y="0"/>
                    <ns1:pt x="68" y="0"/>
                  </ns1:cubicBezTo>
                  <ns1:close/>
                  <ns1:moveTo>
                    <ns1:pt x="72" y="116"/>
                  </ns1:moveTo>
                  <ns1:cubicBezTo>
                    <ns1:pt x="72" y="118"/>
                    <ns1:pt x="70" y="120"/>
                    <ns1:pt x="68" y="120"/>
                  </ns1:cubicBezTo>
                  <ns1:cubicBezTo>
                    <ns1:pt x="11" y="120"/>
                    <ns1:pt x="11" y="120"/>
                    <ns1:pt x="11" y="120"/>
                  </ns1:cubicBezTo>
                  <ns1:cubicBezTo>
                    <ns1:pt x="9" y="120"/>
                    <ns1:pt x="8" y="118"/>
                    <ns1:pt x="8" y="116"/>
                  </ns1:cubicBezTo>
                  <ns1:cubicBezTo>
                    <ns1:pt x="8" y="11"/>
                    <ns1:pt x="8" y="11"/>
                    <ns1:pt x="8" y="11"/>
                  </ns1:cubicBezTo>
                  <ns1:cubicBezTo>
                    <ns1:pt x="8" y="9"/>
                    <ns1:pt x="9" y="8"/>
                    <ns1:pt x="11" y="8"/>
                  </ns1:cubicBezTo>
                  <ns1:cubicBezTo>
                    <ns1:pt x="68" y="8"/>
                    <ns1:pt x="68" y="8"/>
                    <ns1:pt x="68" y="8"/>
                  </ns1:cubicBezTo>
                  <ns1:cubicBezTo>
                    <ns1:pt x="70" y="8"/>
                    <ns1:pt x="72" y="9"/>
                    <ns1:pt x="72" y="11"/>
                  </ns1:cubicBezTo>
                  <ns1:lnTo>
                    <ns1:pt x="72" y="116"/>
                  </ns1:ln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213" name="Freeform 10"/>
            <ns0:cNvSpPr>
              <ns1:spLocks noEditPoints="1"/>
            </ns0:cNvSpPr>
            <ns0:nvPr/>
          </ns0:nvSpPr>
          <ns0:spPr bwMode="auto">
            <ns1:xfrm>
              <ns1:off x="9035312" y="1067154"/>
              <ns1:ext cx="125225" cy="218341"/>
            </ns1:xfrm>
            <ns1:custGeom>
              <ns1:avLst/>
              <ns1:gdLst>
                <ns1:gd name="T0" fmla="*/ 40 w 48"/>
                <ns1:gd name="T1" fmla="*/ 0 h 84"/>
                <ns1:gd name="T2" fmla="*/ 7 w 48"/>
                <ns1:gd name="T3" fmla="*/ 0 h 84"/>
                <ns1:gd name="T4" fmla="*/ 7 w 48"/>
                <ns1:gd name="T5" fmla="*/ 0 h 84"/>
                <ns1:gd name="T6" fmla="*/ 7 w 48"/>
                <ns1:gd name="T7" fmla="*/ 0 h 84"/>
                <ns1:gd name="T8" fmla="*/ 0 w 48"/>
                <ns1:gd name="T9" fmla="*/ 7 h 84"/>
                <ns1:gd name="T10" fmla="*/ 0 w 48"/>
                <ns1:gd name="T11" fmla="*/ 76 h 84"/>
                <ns1:gd name="T12" fmla="*/ 7 w 48"/>
                <ns1:gd name="T13" fmla="*/ 84 h 84"/>
                <ns1:gd name="T14" fmla="*/ 40 w 48"/>
                <ns1:gd name="T15" fmla="*/ 84 h 84"/>
                <ns1:gd name="T16" fmla="*/ 48 w 48"/>
                <ns1:gd name="T17" fmla="*/ 76 h 84"/>
                <ns1:gd name="T18" fmla="*/ 48 w 48"/>
                <ns1:gd name="T19" fmla="*/ 7 h 84"/>
                <ns1:gd name="T20" fmla="*/ 40 w 48"/>
                <ns1:gd name="T21" fmla="*/ 0 h 84"/>
                <ns1:gd name="T22" fmla="*/ 44 w 48"/>
                <ns1:gd name="T23" fmla="*/ 76 h 84"/>
                <ns1:gd name="T24" fmla="*/ 40 w 48"/>
                <ns1:gd name="T25" fmla="*/ 80 h 84"/>
                <ns1:gd name="T26" fmla="*/ 7 w 48"/>
                <ns1:gd name="T27" fmla="*/ 80 h 84"/>
                <ns1:gd name="T28" fmla="*/ 4 w 48"/>
                <ns1:gd name="T29" fmla="*/ 76 h 84"/>
                <ns1:gd name="T30" fmla="*/ 4 w 48"/>
                <ns1:gd name="T31" fmla="*/ 7 h 84"/>
                <ns1:gd name="T32" fmla="*/ 7 w 48"/>
                <ns1:gd name="T33" fmla="*/ 4 h 84"/>
                <ns1:gd name="T34" fmla="*/ 40 w 48"/>
                <ns1:gd name="T35" fmla="*/ 4 h 84"/>
                <ns1:gd name="T36" fmla="*/ 44 w 48"/>
                <ns1:gd name="T37" fmla="*/ 7 h 84"/>
                <ns1:gd name="T38" fmla="*/ 44 w 48"/>
                <ns1:gd name="T39" fmla="*/ 76 h 84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  <ns1:cxn ang="0">
                  <ns1:pos x="T30" y="T31"/>
                </ns1:cxn>
                <ns1:cxn ang="0">
                  <ns1:pos x="T32" y="T33"/>
                </ns1:cxn>
                <ns1:cxn ang="0">
                  <ns1:pos x="T34" y="T35"/>
                </ns1:cxn>
                <ns1:cxn ang="0">
                  <ns1:pos x="T36" y="T37"/>
                </ns1:cxn>
                <ns1:cxn ang="0">
                  <ns1:pos x="T38" y="T39"/>
                </ns1:cxn>
              </ns1:cxnLst>
              <ns1:rect l="0" t="0" r="r" b="b"/>
              <ns1:pathLst>
                <ns1:path w="48" h="84">
                  <ns1:moveTo>
                    <ns1:pt x="40" y="0"/>
                  </ns1:moveTo>
                  <ns1:cubicBezTo>
                    <ns1:pt x="7" y="0"/>
                    <ns1:pt x="7" y="0"/>
                    <ns1:pt x="7" y="0"/>
                  </ns1:cubicBezTo>
                  <ns1:cubicBezTo>
                    <ns1:pt x="7" y="0"/>
                    <ns1:pt x="7" y="0"/>
                    <ns1:pt x="7" y="0"/>
                  </ns1:cubicBezTo>
                  <ns1:cubicBezTo>
                    <ns1:pt x="7" y="0"/>
                    <ns1:pt x="7" y="0"/>
                    <ns1:pt x="7" y="0"/>
                  </ns1:cubicBezTo>
                  <ns1:cubicBezTo>
                    <ns1:pt x="3" y="0"/>
                    <ns1:pt x="0" y="3"/>
                    <ns1:pt x="0" y="7"/>
                  </ns1:cubicBezTo>
                  <ns1:cubicBezTo>
                    <ns1:pt x="0" y="76"/>
                    <ns1:pt x="0" y="76"/>
                    <ns1:pt x="0" y="76"/>
                  </ns1:cubicBezTo>
                  <ns1:cubicBezTo>
                    <ns1:pt x="0" y="80"/>
                    <ns1:pt x="3" y="84"/>
                    <ns1:pt x="7" y="84"/>
                  </ns1:cubicBezTo>
                  <ns1:cubicBezTo>
                    <ns1:pt x="40" y="84"/>
                    <ns1:pt x="40" y="84"/>
                    <ns1:pt x="40" y="84"/>
                  </ns1:cubicBezTo>
                  <ns1:cubicBezTo>
                    <ns1:pt x="44" y="84"/>
                    <ns1:pt x="48" y="80"/>
                    <ns1:pt x="48" y="76"/>
                  </ns1:cubicBezTo>
                  <ns1:cubicBezTo>
                    <ns1:pt x="48" y="7"/>
                    <ns1:pt x="48" y="7"/>
                    <ns1:pt x="48" y="7"/>
                  </ns1:cubicBezTo>
                  <ns1:cubicBezTo>
                    <ns1:pt x="48" y="3"/>
                    <ns1:pt x="44" y="0"/>
                    <ns1:pt x="40" y="0"/>
                  </ns1:cubicBezTo>
                  <ns1:close/>
                  <ns1:moveTo>
                    <ns1:pt x="44" y="76"/>
                  </ns1:moveTo>
                  <ns1:cubicBezTo>
                    <ns1:pt x="44" y="78"/>
                    <ns1:pt x="42" y="80"/>
                    <ns1:pt x="40" y="80"/>
                  </ns1:cubicBezTo>
                  <ns1:cubicBezTo>
                    <ns1:pt x="7" y="80"/>
                    <ns1:pt x="7" y="80"/>
                    <ns1:pt x="7" y="80"/>
                  </ns1:cubicBezTo>
                  <ns1:cubicBezTo>
                    <ns1:pt x="5" y="80"/>
                    <ns1:pt x="4" y="78"/>
                    <ns1:pt x="4" y="76"/>
                  </ns1:cubicBezTo>
                  <ns1:cubicBezTo>
                    <ns1:pt x="4" y="7"/>
                    <ns1:pt x="4" y="7"/>
                    <ns1:pt x="4" y="7"/>
                  </ns1:cubicBezTo>
                  <ns1:cubicBezTo>
                    <ns1:pt x="4" y="5"/>
                    <ns1:pt x="5" y="4"/>
                    <ns1:pt x="7" y="4"/>
                  </ns1:cubicBezTo>
                  <ns1:cubicBezTo>
                    <ns1:pt x="40" y="4"/>
                    <ns1:pt x="40" y="4"/>
                    <ns1:pt x="40" y="4"/>
                  </ns1:cubicBezTo>
                  <ns1:cubicBezTo>
                    <ns1:pt x="42" y="4"/>
                    <ns1:pt x="44" y="5"/>
                    <ns1:pt x="44" y="7"/>
                  </ns1:cubicBezTo>
                  <ns1:lnTo>
                    <ns1:pt x="44" y="76"/>
                  </ns1:ln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214" name="Freeform 11"/>
            <ns0:cNvSpPr>
              <ns1:spLocks/>
            </ns0:cNvSpPr>
            <ns0:nvPr/>
          </ns0:nvSpPr>
          <ns0:spPr bwMode="auto">
            <ns1:xfrm>
              <ns1:off x="9077053" y="1046819"/>
              <ns1:ext cx="41742" cy="10703"/>
            </ns1:xfrm>
            <ns1:custGeom>
              <ns1:avLst/>
              <ns1:gdLst>
                <ns1:gd name="T0" fmla="*/ 2 w 16"/>
                <ns1:gd name="T1" fmla="*/ 4 h 4"/>
                <ns1:gd name="T2" fmla="*/ 14 w 16"/>
                <ns1:gd name="T3" fmla="*/ 4 h 4"/>
                <ns1:gd name="T4" fmla="*/ 16 w 16"/>
                <ns1:gd name="T5" fmla="*/ 2 h 4"/>
                <ns1:gd name="T6" fmla="*/ 14 w 16"/>
                <ns1:gd name="T7" fmla="*/ 0 h 4"/>
                <ns1:gd name="T8" fmla="*/ 2 w 16"/>
                <ns1:gd name="T9" fmla="*/ 0 h 4"/>
                <ns1:gd name="T10" fmla="*/ 0 w 16"/>
                <ns1:gd name="T11" fmla="*/ 2 h 4"/>
                <ns1:gd name="T12" fmla="*/ 2 w 16"/>
                <ns1:gd name="T13" fmla="*/ 4 h 4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</ns1:cxnLst>
              <ns1:rect l="0" t="0" r="r" b="b"/>
              <ns1:pathLst>
                <ns1:path w="16" h="4">
                  <ns1:moveTo>
                    <ns1:pt x="2" y="4"/>
                  </ns1:moveTo>
                  <ns1:cubicBezTo>
                    <ns1:pt x="14" y="4"/>
                    <ns1:pt x="14" y="4"/>
                    <ns1:pt x="14" y="4"/>
                  </ns1:cubicBezTo>
                  <ns1:cubicBezTo>
                    <ns1:pt x="15" y="4"/>
                    <ns1:pt x="16" y="3"/>
                    <ns1:pt x="16" y="2"/>
                  </ns1:cubicBezTo>
                  <ns1:cubicBezTo>
                    <ns1:pt x="16" y="1"/>
                    <ns1:pt x="15" y="0"/>
                    <ns1:pt x="14" y="0"/>
                  </ns1:cubicBezTo>
                  <ns1:cubicBezTo>
                    <ns1:pt x="2" y="0"/>
                    <ns1:pt x="2" y="0"/>
                    <ns1:pt x="2" y="0"/>
                  </ns1:cubicBezTo>
                  <ns1:cubicBezTo>
                    <ns1:pt x="1" y="0"/>
                    <ns1:pt x="0" y="1"/>
                    <ns1:pt x="0" y="2"/>
                  </ns1:cubicBezTo>
                  <ns1:cubicBezTo>
                    <ns1:pt x="0" y="3"/>
                    <ns1:pt x="1" y="4"/>
                    <ns1:pt x="2" y="4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215" name="Oval 12"/>
            <ns0:cNvSpPr>
              <ns1:spLocks noChangeArrowheads="1"/>
            </ns0:cNvSpPr>
            <ns0:nvPr/>
          </ns0:nvSpPr>
          <ns0:spPr bwMode="auto">
            <ns1:xfrm>
              <ns1:off x="9087756" y="1295128"/>
              <ns1:ext cx="20336" cy="21406"/>
            </ns1:xfrm>
            <ns1:prstGeom prst="ellipse">
              <ns1:avLst/>
            </ns1:pr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</ns0:grpSp>
      <ns0:sp>
        <ns0:nvSpPr>
          <ns0:cNvPr id="216" name="Freeform 34"/>
          <ns0:cNvSpPr>
            <ns1:spLocks noEditPoints="1"/>
          </ns0:cNvSpPr>
          <ns0:nvPr/>
        </ns0:nvSpPr>
        <ns0:spPr bwMode="auto">
          <ns1:xfrm rot="19783458">
            <ns1:off x="10195460" y="1117914"/>
            <ns1:ext cx="272696" cy="519039"/>
          </ns1:xfrm>
          <ns1:custGeom>
            <ns1:avLst/>
            <ns1:gdLst>
              <ns1:gd name="T0" fmla="*/ 55 w 98"/>
              <ns1:gd name="T1" fmla="*/ 48 h 189"/>
              <ns1:gd name="T2" fmla="*/ 36 w 98"/>
              <ns1:gd name="T3" fmla="*/ 31 h 189"/>
              <ns1:gd name="T4" fmla="*/ 54 w 98"/>
              <ns1:gd name="T5" fmla="*/ 0 h 189"/>
              <ns1:gd name="T6" fmla="*/ 31 w 98"/>
              <ns1:gd name="T7" fmla="*/ 33 h 189"/>
              <ns1:gd name="T8" fmla="*/ 45 w 98"/>
              <ns1:gd name="T9" fmla="*/ 48 h 189"/>
              <ns1:gd name="T10" fmla="*/ 44 w 98"/>
              <ns1:gd name="T11" fmla="*/ 48 h 189"/>
              <ns1:gd name="T12" fmla="*/ 0 w 98"/>
              <ns1:gd name="T13" fmla="*/ 96 h 189"/>
              <ns1:gd name="T14" fmla="*/ 0 w 98"/>
              <ns1:gd name="T15" fmla="*/ 141 h 189"/>
              <ns1:gd name="T16" fmla="*/ 44 w 98"/>
              <ns1:gd name="T17" fmla="*/ 189 h 189"/>
              <ns1:gd name="T18" fmla="*/ 54 w 98"/>
              <ns1:gd name="T19" fmla="*/ 189 h 189"/>
              <ns1:gd name="T20" fmla="*/ 98 w 98"/>
              <ns1:gd name="T21" fmla="*/ 141 h 189"/>
              <ns1:gd name="T22" fmla="*/ 98 w 98"/>
              <ns1:gd name="T23" fmla="*/ 96 h 189"/>
              <ns1:gd name="T24" fmla="*/ 55 w 98"/>
              <ns1:gd name="T25" fmla="*/ 48 h 189"/>
              <ns1:gd name="T26" fmla="*/ 29 w 98"/>
              <ns1:gd name="T27" fmla="*/ 119 h 189"/>
              <ns1:gd name="T28" fmla="*/ 7 w 98"/>
              <ns1:gd name="T29" fmla="*/ 110 h 189"/>
              <ns1:gd name="T30" fmla="*/ 7 w 98"/>
              <ns1:gd name="T31" fmla="*/ 96 h 189"/>
              <ns1:gd name="T32" fmla="*/ 43 w 98"/>
              <ns1:gd name="T33" fmla="*/ 54 h 189"/>
              <ns1:gd name="T34" fmla="*/ 43 w 98"/>
              <ns1:gd name="T35" fmla="*/ 73 h 189"/>
              <ns1:gd name="T36" fmla="*/ 36 w 98"/>
              <ns1:gd name="T37" fmla="*/ 84 h 189"/>
              <ns1:gd name="T38" fmla="*/ 36 w 98"/>
              <ns1:gd name="T39" fmla="*/ 89 h 189"/>
              <ns1:gd name="T40" fmla="*/ 43 w 98"/>
              <ns1:gd name="T41" fmla="*/ 99 h 189"/>
              <ns1:gd name="T42" fmla="*/ 43 w 98"/>
              <ns1:gd name="T43" fmla="*/ 117 h 189"/>
              <ns1:gd name="T44" fmla="*/ 43 w 98"/>
              <ns1:gd name="T45" fmla="*/ 119 h 189"/>
              <ns1:gd name="T46" fmla="*/ 29 w 98"/>
              <ns1:gd name="T47" fmla="*/ 119 h 189"/>
              <ns1:gd name="T48" fmla="*/ 49 w 98"/>
              <ns1:gd name="T49" fmla="*/ 98 h 189"/>
              <ns1:gd name="T50" fmla="*/ 41 w 98"/>
              <ns1:gd name="T51" fmla="*/ 90 h 189"/>
              <ns1:gd name="T52" fmla="*/ 41 w 98"/>
              <ns1:gd name="T53" fmla="*/ 83 h 189"/>
              <ns1:gd name="T54" fmla="*/ 49 w 98"/>
              <ns1:gd name="T55" fmla="*/ 75 h 189"/>
              <ns1:gd name="T56" fmla="*/ 56 w 98"/>
              <ns1:gd name="T57" fmla="*/ 83 h 189"/>
              <ns1:gd name="T58" fmla="*/ 56 w 98"/>
              <ns1:gd name="T59" fmla="*/ 90 h 189"/>
              <ns1:gd name="T60" fmla="*/ 49 w 98"/>
              <ns1:gd name="T61" fmla="*/ 98 h 189"/>
              <ns1:gd name="T62" fmla="*/ 91 w 98"/>
              <ns1:gd name="T63" fmla="*/ 113 h 189"/>
              <ns1:gd name="T64" fmla="*/ 72 w 98"/>
              <ns1:gd name="T65" fmla="*/ 119 h 189"/>
              <ns1:gd name="T66" fmla="*/ 54 w 98"/>
              <ns1:gd name="T67" fmla="*/ 119 h 189"/>
              <ns1:gd name="T68" fmla="*/ 54 w 98"/>
              <ns1:gd name="T69" fmla="*/ 117 h 189"/>
              <ns1:gd name="T70" fmla="*/ 54 w 98"/>
              <ns1:gd name="T71" fmla="*/ 99 h 189"/>
              <ns1:gd name="T72" fmla="*/ 61 w 98"/>
              <ns1:gd name="T73" fmla="*/ 89 h 189"/>
              <ns1:gd name="T74" fmla="*/ 61 w 98"/>
              <ns1:gd name="T75" fmla="*/ 84 h 189"/>
              <ns1:gd name="T76" fmla="*/ 54 w 98"/>
              <ns1:gd name="T77" fmla="*/ 73 h 189"/>
              <ns1:gd name="T78" fmla="*/ 54 w 98"/>
              <ns1:gd name="T79" fmla="*/ 54 h 189"/>
              <ns1:gd name="T80" fmla="*/ 91 w 98"/>
              <ns1:gd name="T81" fmla="*/ 96 h 189"/>
              <ns1:gd name="T82" fmla="*/ 91 w 98"/>
              <ns1:gd name="T83" fmla="*/ 113 h 189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  <ns1:cxn ang="0">
                <ns1:pos x="T32" y="T33"/>
              </ns1:cxn>
              <ns1:cxn ang="0">
                <ns1:pos x="T34" y="T35"/>
              </ns1:cxn>
              <ns1:cxn ang="0">
                <ns1:pos x="T36" y="T37"/>
              </ns1:cxn>
              <ns1:cxn ang="0">
                <ns1:pos x="T38" y="T39"/>
              </ns1:cxn>
              <ns1:cxn ang="0">
                <ns1:pos x="T40" y="T41"/>
              </ns1:cxn>
              <ns1:cxn ang="0">
                <ns1:pos x="T42" y="T43"/>
              </ns1:cxn>
              <ns1:cxn ang="0">
                <ns1:pos x="T44" y="T45"/>
              </ns1:cxn>
              <ns1:cxn ang="0">
                <ns1:pos x="T46" y="T47"/>
              </ns1:cxn>
              <ns1:cxn ang="0">
                <ns1:pos x="T48" y="T49"/>
              </ns1:cxn>
              <ns1:cxn ang="0">
                <ns1:pos x="T50" y="T51"/>
              </ns1:cxn>
              <ns1:cxn ang="0">
                <ns1:pos x="T52" y="T53"/>
              </ns1:cxn>
              <ns1:cxn ang="0">
                <ns1:pos x="T54" y="T55"/>
              </ns1:cxn>
              <ns1:cxn ang="0">
                <ns1:pos x="T56" y="T57"/>
              </ns1:cxn>
              <ns1:cxn ang="0">
                <ns1:pos x="T58" y="T59"/>
              </ns1:cxn>
              <ns1:cxn ang="0">
                <ns1:pos x="T60" y="T61"/>
              </ns1:cxn>
              <ns1:cxn ang="0">
                <ns1:pos x="T62" y="T63"/>
              </ns1:cxn>
              <ns1:cxn ang="0">
                <ns1:pos x="T64" y="T65"/>
              </ns1:cxn>
              <ns1:cxn ang="0">
                <ns1:pos x="T66" y="T67"/>
              </ns1:cxn>
              <ns1:cxn ang="0">
                <ns1:pos x="T68" y="T69"/>
              </ns1:cxn>
              <ns1:cxn ang="0">
                <ns1:pos x="T70" y="T71"/>
              </ns1:cxn>
              <ns1:cxn ang="0">
                <ns1:pos x="T72" y="T73"/>
              </ns1:cxn>
              <ns1:cxn ang="0">
                <ns1:pos x="T74" y="T75"/>
              </ns1:cxn>
              <ns1:cxn ang="0">
                <ns1:pos x="T76" y="T77"/>
              </ns1:cxn>
              <ns1:cxn ang="0">
                <ns1:pos x="T78" y="T79"/>
              </ns1:cxn>
              <ns1:cxn ang="0">
                <ns1:pos x="T80" y="T81"/>
              </ns1:cxn>
              <ns1:cxn ang="0">
                <ns1:pos x="T82" y="T83"/>
              </ns1:cxn>
            </ns1:cxnLst>
            <ns1:rect l="0" t="0" r="r" b="b"/>
            <ns1:pathLst>
              <ns1:path w="98" h="189">
                <ns1:moveTo>
                  <ns1:pt x="55" y="48"/>
                </ns1:moveTo>
                <ns1:cubicBezTo>
                  <ns1:pt x="55" y="39"/>
                  <ns1:pt x="41" y="34"/>
                  <ns1:pt x="36" y="31"/>
                </ns1:cubicBezTo>
                <ns1:cubicBezTo>
                  <ns1:pt x="22" y="19"/>
                  <ns1:pt x="46" y="4"/>
                  <ns1:pt x="54" y="0"/>
                </ns1:cubicBezTo>
                <ns1:cubicBezTo>
                  <ns1:pt x="45" y="5"/>
                  <ns1:pt x="17" y="22"/>
                  <ns1:pt x="31" y="33"/>
                </ns1:cubicBezTo>
                <ns1:cubicBezTo>
                  <ns1:pt x="36" y="37"/>
                  <ns1:pt x="43" y="41"/>
                  <ns1:pt x="45" y="48"/>
                </ns1:cubicBezTo>
                <ns1:cubicBezTo>
                  <ns1:pt x="44" y="48"/>
                  <ns1:pt x="44" y="48"/>
                  <ns1:pt x="44" y="48"/>
                </ns1:cubicBezTo>
                <ns1:cubicBezTo>
                  <ns1:pt x="19" y="48"/>
                  <ns1:pt x="0" y="69"/>
                  <ns1:pt x="0" y="96"/>
                </ns1:cubicBezTo>
                <ns1:cubicBezTo>
                  <ns1:pt x="0" y="141"/>
                  <ns1:pt x="0" y="141"/>
                  <ns1:pt x="0" y="141"/>
                </ns1:cubicBezTo>
                <ns1:cubicBezTo>
                  <ns1:pt x="0" y="168"/>
                  <ns1:pt x="19" y="189"/>
                  <ns1:pt x="44" y="189"/>
                </ns1:cubicBezTo>
                <ns1:cubicBezTo>
                  <ns1:pt x="54" y="189"/>
                  <ns1:pt x="54" y="189"/>
                  <ns1:pt x="54" y="189"/>
                </ns1:cubicBezTo>
                <ns1:cubicBezTo>
                  <ns1:pt x="78" y="189"/>
                  <ns1:pt x="98" y="168"/>
                  <ns1:pt x="98" y="141"/>
                </ns1:cubicBezTo>
                <ns1:cubicBezTo>
                  <ns1:pt x="98" y="96"/>
                  <ns1:pt x="98" y="96"/>
                  <ns1:pt x="98" y="96"/>
                </ns1:cubicBezTo>
                <ns1:cubicBezTo>
                  <ns1:pt x="98" y="70"/>
                  <ns1:pt x="78" y="49"/>
                  <ns1:pt x="55" y="48"/>
                </ns1:cubicBezTo>
                <ns1:close/>
                <ns1:moveTo>
                  <ns1:pt x="29" y="119"/>
                </ns1:moveTo>
                <ns1:cubicBezTo>
                  <ns1:pt x="21" y="119"/>
                  <ns1:pt x="13" y="116"/>
                  <ns1:pt x="7" y="110"/>
                </ns1:cubicBezTo>
                <ns1:cubicBezTo>
                  <ns1:pt x="7" y="96"/>
                  <ns1:pt x="7" y="96"/>
                  <ns1:pt x="7" y="96"/>
                </ns1:cubicBezTo>
                <ns1:cubicBezTo>
                  <ns1:pt x="7" y="73"/>
                  <ns1:pt x="23" y="55"/>
                  <ns1:pt x="43" y="54"/>
                </ns1:cubicBezTo>
                <ns1:cubicBezTo>
                  <ns1:pt x="43" y="73"/>
                  <ns1:pt x="43" y="73"/>
                  <ns1:pt x="43" y="73"/>
                </ns1:cubicBezTo>
                <ns1:cubicBezTo>
                  <ns1:pt x="39" y="75"/>
                  <ns1:pt x="36" y="79"/>
                  <ns1:pt x="36" y="84"/>
                </ns1:cubicBezTo>
                <ns1:cubicBezTo>
                  <ns1:pt x="36" y="89"/>
                  <ns1:pt x="36" y="89"/>
                  <ns1:pt x="36" y="89"/>
                </ns1:cubicBezTo>
                <ns1:cubicBezTo>
                  <ns1:pt x="36" y="94"/>
                  <ns1:pt x="39" y="98"/>
                  <ns1:pt x="43" y="99"/>
                </ns1:cubicBezTo>
                <ns1:cubicBezTo>
                  <ns1:pt x="43" y="117"/>
                  <ns1:pt x="43" y="117"/>
                  <ns1:pt x="43" y="117"/>
                </ns1:cubicBezTo>
                <ns1:cubicBezTo>
                  <ns1:pt x="43" y="117"/>
                  <ns1:pt x="43" y="118"/>
                  <ns1:pt x="43" y="119"/>
                </ns1:cubicBezTo>
                <ns1:lnTo>
                  <ns1:pt x="29" y="119"/>
                </ns1:lnTo>
                <ns1:close/>
                <ns1:moveTo>
                  <ns1:pt x="49" y="98"/>
                </ns1:moveTo>
                <ns1:cubicBezTo>
                  <ns1:pt x="45" y="98"/>
                  <ns1:pt x="41" y="94"/>
                  <ns1:pt x="41" y="90"/>
                </ns1:cubicBezTo>
                <ns1:cubicBezTo>
                  <ns1:pt x="41" y="83"/>
                  <ns1:pt x="41" y="83"/>
                  <ns1:pt x="41" y="83"/>
                </ns1:cubicBezTo>
                <ns1:cubicBezTo>
                  <ns1:pt x="41" y="79"/>
                  <ns1:pt x="45" y="75"/>
                  <ns1:pt x="49" y="75"/>
                </ns1:cubicBezTo>
                <ns1:cubicBezTo>
                  <ns1:pt x="53" y="75"/>
                  <ns1:pt x="56" y="79"/>
                  <ns1:pt x="56" y="83"/>
                </ns1:cubicBezTo>
                <ns1:cubicBezTo>
                  <ns1:pt x="56" y="90"/>
                  <ns1:pt x="56" y="90"/>
                  <ns1:pt x="56" y="90"/>
                </ns1:cubicBezTo>
                <ns1:cubicBezTo>
                  <ns1:pt x="56" y="94"/>
                  <ns1:pt x="53" y="98"/>
                  <ns1:pt x="49" y="98"/>
                </ns1:cubicBezTo>
                <ns1:close/>
                <ns1:moveTo>
                  <ns1:pt x="91" y="113"/>
                </ns1:moveTo>
                <ns1:cubicBezTo>
                  <ns1:pt x="85" y="117"/>
                  <ns1:pt x="79" y="119"/>
                  <ns1:pt x="72" y="119"/>
                </ns1:cubicBezTo>
                <ns1:cubicBezTo>
                  <ns1:pt x="54" y="119"/>
                  <ns1:pt x="54" y="119"/>
                  <ns1:pt x="54" y="119"/>
                </ns1:cubicBezTo>
                <ns1:cubicBezTo>
                  <ns1:pt x="54" y="118"/>
                  <ns1:pt x="54" y="117"/>
                  <ns1:pt x="54" y="117"/>
                </ns1:cubicBezTo>
                <ns1:cubicBezTo>
                  <ns1:pt x="54" y="99"/>
                  <ns1:pt x="54" y="99"/>
                  <ns1:pt x="54" y="99"/>
                </ns1:cubicBezTo>
                <ns1:cubicBezTo>
                  <ns1:pt x="58" y="98"/>
                  <ns1:pt x="61" y="94"/>
                  <ns1:pt x="61" y="89"/>
                </ns1:cubicBezTo>
                <ns1:cubicBezTo>
                  <ns1:pt x="61" y="84"/>
                  <ns1:pt x="61" y="84"/>
                  <ns1:pt x="61" y="84"/>
                </ns1:cubicBezTo>
                <ns1:cubicBezTo>
                  <ns1:pt x="61" y="79"/>
                  <ns1:pt x="58" y="75"/>
                  <ns1:pt x="54" y="73"/>
                </ns1:cubicBezTo>
                <ns1:cubicBezTo>
                  <ns1:pt x="54" y="54"/>
                  <ns1:pt x="54" y="54"/>
                  <ns1:pt x="54" y="54"/>
                </ns1:cubicBezTo>
                <ns1:cubicBezTo>
                  <ns1:pt x="74" y="55"/>
                  <ns1:pt x="91" y="73"/>
                  <ns1:pt x="91" y="96"/>
                </ns1:cubicBezTo>
                <ns1:lnTo>
                  <ns1:pt x="91" y="113"/>
                </ns1:lnTo>
                <ns1:close/>
              </ns1:path>
            </ns1:pathLst>
          </ns1:custGeom>
          <ns1:solidFill>
            <ns1:schemeClr val="tx1"/>
          </ns1:solidFill>
          <ns1:ln>
            <ns1:noFill/>
          </ns1:ln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id-ID" sz="2700"/>
          </ns1:p>
        </ns0:txBody>
      </ns0:sp>
      <ns0:grpSp>
        <ns0:nvGrpSpPr>
          <ns0:cNvPr id="217" name="Group 216"/>
          <ns0:cNvGrpSpPr/>
          <ns0:nvPr/>
        </ns0:nvGrpSpPr>
        <ns0:grpSpPr>
          <ns1:xfrm>
            <ns1:off x="9112937" y="2862006"/>
            <ns1:ext cx="457863" cy="417946"/>
            <ns1:chOff x="5591176" y="4987925"/>
            <ns1:chExt cx="309563" cy="282575"/>
          </ns1:xfrm>
          <ns1:solidFill>
            <ns1:schemeClr val="tx1"/>
          </ns1:solidFill>
        </ns0:grpSpPr>
        <ns0:sp>
          <ns0:nvSpPr>
            <ns0:cNvPr id="218" name="Freeform 291"/>
            <ns0:cNvSpPr>
              <ns1:spLocks/>
            </ns0:cNvSpPr>
            <ns0:nvPr/>
          </ns0:nvSpPr>
          <ns0:spPr bwMode="auto">
            <ns1:xfrm>
              <ns1:off x="5678488" y="4987925"/>
              <ns1:ext cx="46038" cy="95250"/>
            </ns1:xfrm>
            <ns1:custGeom>
              <ns1:avLst/>
              <ns1:gdLst>
                <ns1:gd name="T0" fmla="*/ 8 w 17"/>
                <ns1:gd name="T1" fmla="*/ 16 h 36"/>
                <ns1:gd name="T2" fmla="*/ 1 w 17"/>
                <ns1:gd name="T3" fmla="*/ 29 h 36"/>
                <ns1:gd name="T4" fmla="*/ 10 w 17"/>
                <ns1:gd name="T5" fmla="*/ 36 h 36"/>
                <ns1:gd name="T6" fmla="*/ 12 w 17"/>
                <ns1:gd name="T7" fmla="*/ 34 h 36"/>
                <ns1:gd name="T8" fmla="*/ 10 w 17"/>
                <ns1:gd name="T9" fmla="*/ 32 h 36"/>
                <ns1:gd name="T10" fmla="*/ 4 w 17"/>
                <ns1:gd name="T11" fmla="*/ 28 h 36"/>
                <ns1:gd name="T12" fmla="*/ 10 w 17"/>
                <ns1:gd name="T13" fmla="*/ 20 h 36"/>
                <ns1:gd name="T14" fmla="*/ 16 w 17"/>
                <ns1:gd name="T15" fmla="*/ 9 h 36"/>
                <ns1:gd name="T16" fmla="*/ 5 w 17"/>
                <ns1:gd name="T17" fmla="*/ 0 h 36"/>
                <ns1:gd name="T18" fmla="*/ 3 w 17"/>
                <ns1:gd name="T19" fmla="*/ 2 h 36"/>
                <ns1:gd name="T20" fmla="*/ 5 w 17"/>
                <ns1:gd name="T21" fmla="*/ 4 h 36"/>
                <ns1:gd name="T22" fmla="*/ 12 w 17"/>
                <ns1:gd name="T23" fmla="*/ 10 h 36"/>
                <ns1:gd name="T24" fmla="*/ 8 w 17"/>
                <ns1:gd name="T25" fmla="*/ 16 h 36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</ns1:cxnLst>
              <ns1:rect l="0" t="0" r="r" b="b"/>
              <ns1:pathLst>
                <ns1:path w="17" h="36">
                  <ns1:moveTo>
                    <ns1:pt x="8" y="16"/>
                  </ns1:moveTo>
                  <ns1:cubicBezTo>
                    <ns1:pt x="2" y="19"/>
                    <ns1:pt x="0" y="24"/>
                    <ns1:pt x="1" y="29"/>
                  </ns1:cubicBezTo>
                  <ns1:cubicBezTo>
                    <ns1:pt x="1" y="33"/>
                    <ns1:pt x="5" y="36"/>
                    <ns1:pt x="10" y="36"/>
                  </ns1:cubicBezTo>
                  <ns1:cubicBezTo>
                    <ns1:pt x="11" y="36"/>
                    <ns1:pt x="12" y="35"/>
                    <ns1:pt x="12" y="34"/>
                  </ns1:cubicBezTo>
                  <ns1:cubicBezTo>
                    <ns1:pt x="12" y="33"/>
                    <ns1:pt x="11" y="32"/>
                    <ns1:pt x="10" y="32"/>
                  </ns1:cubicBezTo>
                  <ns1:cubicBezTo>
                    <ns1:pt x="6" y="32"/>
                    <ns1:pt x="5" y="30"/>
                    <ns1:pt x="4" y="28"/>
                  </ns1:cubicBezTo>
                  <ns1:cubicBezTo>
                    <ns1:pt x="4" y="25"/>
                    <ns1:pt x="5" y="22"/>
                    <ns1:pt x="10" y="20"/>
                  </ns1:cubicBezTo>
                  <ns1:cubicBezTo>
                    <ns1:pt x="16" y="17"/>
                    <ns1:pt x="17" y="13"/>
                    <ns1:pt x="16" y="9"/>
                  </ns1:cubicBezTo>
                  <ns1:cubicBezTo>
                    <ns1:pt x="15" y="4"/>
                    <ns1:pt x="10" y="0"/>
                    <ns1:pt x="5" y="0"/>
                  </ns1:cubicBezTo>
                  <ns1:cubicBezTo>
                    <ns1:pt x="4" y="0"/>
                    <ns1:pt x="3" y="1"/>
                    <ns1:pt x="3" y="2"/>
                  </ns1:cubicBezTo>
                  <ns1:cubicBezTo>
                    <ns1:pt x="3" y="3"/>
                    <ns1:pt x="4" y="4"/>
                    <ns1:pt x="5" y="4"/>
                  </ns1:cubicBezTo>
                  <ns1:cubicBezTo>
                    <ns1:pt x="9" y="4"/>
                    <ns1:pt x="12" y="7"/>
                    <ns1:pt x="12" y="10"/>
                  </ns1:cubicBezTo>
                  <ns1:cubicBezTo>
                    <ns1:pt x="13" y="13"/>
                    <ns1:pt x="11" y="15"/>
                    <ns1:pt x="8" y="16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219" name="Freeform 292"/>
            <ns0:cNvSpPr>
              <ns1:spLocks/>
            </ns0:cNvSpPr>
            <ns0:nvPr/>
          </ns0:nvSpPr>
          <ns0:spPr bwMode="auto">
            <ns1:xfrm>
              <ns1:off x="5724526" y="4987925"/>
              <ns1:ext cx="44450" cy="95250"/>
            </ns1:xfrm>
            <ns1:custGeom>
              <ns1:avLst/>
              <ns1:gdLst>
                <ns1:gd name="T0" fmla="*/ 9 w 17"/>
                <ns1:gd name="T1" fmla="*/ 16 h 36"/>
                <ns1:gd name="T2" fmla="*/ 1 w 17"/>
                <ns1:gd name="T3" fmla="*/ 29 h 36"/>
                <ns1:gd name="T4" fmla="*/ 10 w 17"/>
                <ns1:gd name="T5" fmla="*/ 36 h 36"/>
                <ns1:gd name="T6" fmla="*/ 12 w 17"/>
                <ns1:gd name="T7" fmla="*/ 34 h 36"/>
                <ns1:gd name="T8" fmla="*/ 10 w 17"/>
                <ns1:gd name="T9" fmla="*/ 32 h 36"/>
                <ns1:gd name="T10" fmla="*/ 5 w 17"/>
                <ns1:gd name="T11" fmla="*/ 28 h 36"/>
                <ns1:gd name="T12" fmla="*/ 10 w 17"/>
                <ns1:gd name="T13" fmla="*/ 20 h 36"/>
                <ns1:gd name="T14" fmla="*/ 17 w 17"/>
                <ns1:gd name="T15" fmla="*/ 9 h 36"/>
                <ns1:gd name="T16" fmla="*/ 5 w 17"/>
                <ns1:gd name="T17" fmla="*/ 0 h 36"/>
                <ns1:gd name="T18" fmla="*/ 3 w 17"/>
                <ns1:gd name="T19" fmla="*/ 2 h 36"/>
                <ns1:gd name="T20" fmla="*/ 5 w 17"/>
                <ns1:gd name="T21" fmla="*/ 4 h 36"/>
                <ns1:gd name="T22" fmla="*/ 13 w 17"/>
                <ns1:gd name="T23" fmla="*/ 10 h 36"/>
                <ns1:gd name="T24" fmla="*/ 9 w 17"/>
                <ns1:gd name="T25" fmla="*/ 16 h 36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</ns1:cxnLst>
              <ns1:rect l="0" t="0" r="r" b="b"/>
              <ns1:pathLst>
                <ns1:path w="17" h="36">
                  <ns1:moveTo>
                    <ns1:pt x="9" y="16"/>
                  </ns1:moveTo>
                  <ns1:cubicBezTo>
                    <ns1:pt x="2" y="19"/>
                    <ns1:pt x="0" y="24"/>
                    <ns1:pt x="1" y="29"/>
                  </ns1:cubicBezTo>
                  <ns1:cubicBezTo>
                    <ns1:pt x="2" y="33"/>
                    <ns1:pt x="6" y="36"/>
                    <ns1:pt x="10" y="36"/>
                  </ns1:cubicBezTo>
                  <ns1:cubicBezTo>
                    <ns1:pt x="11" y="36"/>
                    <ns1:pt x="12" y="35"/>
                    <ns1:pt x="12" y="34"/>
                  </ns1:cubicBezTo>
                  <ns1:cubicBezTo>
                    <ns1:pt x="12" y="33"/>
                    <ns1:pt x="11" y="32"/>
                    <ns1:pt x="10" y="32"/>
                  </ns1:cubicBezTo>
                  <ns1:cubicBezTo>
                    <ns1:pt x="7" y="32"/>
                    <ns1:pt x="5" y="30"/>
                    <ns1:pt x="5" y="28"/>
                  </ns1:cubicBezTo>
                  <ns1:cubicBezTo>
                    <ns1:pt x="4" y="25"/>
                    <ns1:pt x="6" y="22"/>
                    <ns1:pt x="10" y="20"/>
                  </ns1:cubicBezTo>
                  <ns1:cubicBezTo>
                    <ns1:pt x="16" y="17"/>
                    <ns1:pt x="17" y="13"/>
                    <ns1:pt x="17" y="9"/>
                  </ns1:cubicBezTo>
                  <ns1:cubicBezTo>
                    <ns1:pt x="16" y="4"/>
                    <ns1:pt x="11" y="0"/>
                    <ns1:pt x="5" y="0"/>
                  </ns1:cubicBezTo>
                  <ns1:cubicBezTo>
                    <ns1:pt x="4" y="0"/>
                    <ns1:pt x="3" y="1"/>
                    <ns1:pt x="3" y="2"/>
                  </ns1:cubicBezTo>
                  <ns1:cubicBezTo>
                    <ns1:pt x="3" y="3"/>
                    <ns1:pt x="4" y="4"/>
                    <ns1:pt x="5" y="4"/>
                  </ns1:cubicBezTo>
                  <ns1:cubicBezTo>
                    <ns1:pt x="9" y="4"/>
                    <ns1:pt x="12" y="7"/>
                    <ns1:pt x="13" y="10"/>
                  </ns1:cubicBezTo>
                  <ns1:cubicBezTo>
                    <ns1:pt x="13" y="13"/>
                    <ns1:pt x="12" y="15"/>
                    <ns1:pt x="9" y="16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220" name="Freeform 293"/>
            <ns0:cNvSpPr>
              <ns1:spLocks noEditPoints="1"/>
            </ns0:cNvSpPr>
            <ns0:nvPr/>
          </ns0:nvSpPr>
          <ns0:spPr bwMode="auto">
            <ns1:xfrm>
              <ns1:off x="5591176" y="5099050"/>
              <ns1:ext cx="309563" cy="171450"/>
            </ns1:xfrm>
            <ns1:custGeom>
              <ns1:avLst/>
              <ns1:gdLst>
                <ns1:gd name="T0" fmla="*/ 113 w 116"/>
                <ns1:gd name="T1" fmla="*/ 20 h 64"/>
                <ns1:gd name="T2" fmla="*/ 100 w 116"/>
                <ns1:gd name="T3" fmla="*/ 12 h 64"/>
                <ns1:gd name="T4" fmla="*/ 100 w 116"/>
                <ns1:gd name="T5" fmla="*/ 11 h 64"/>
                <ns1:gd name="T6" fmla="*/ 89 w 116"/>
                <ns1:gd name="T7" fmla="*/ 0 h 64"/>
                <ns1:gd name="T8" fmla="*/ 12 w 116"/>
                <ns1:gd name="T9" fmla="*/ 0 h 64"/>
                <ns1:gd name="T10" fmla="*/ 0 w 116"/>
                <ns1:gd name="T11" fmla="*/ 11 h 64"/>
                <ns1:gd name="T12" fmla="*/ 0 w 116"/>
                <ns1:gd name="T13" fmla="*/ 22 h 64"/>
                <ns1:gd name="T14" fmla="*/ 50 w 116"/>
                <ns1:gd name="T15" fmla="*/ 64 h 64"/>
                <ns1:gd name="T16" fmla="*/ 89 w 116"/>
                <ns1:gd name="T17" fmla="*/ 48 h 64"/>
                <ns1:gd name="T18" fmla="*/ 94 w 116"/>
                <ns1:gd name="T19" fmla="*/ 48 h 64"/>
                <ns1:gd name="T20" fmla="*/ 110 w 116"/>
                <ns1:gd name="T21" fmla="*/ 41 h 64"/>
                <ns1:gd name="T22" fmla="*/ 113 w 116"/>
                <ns1:gd name="T23" fmla="*/ 20 h 64"/>
                <ns1:gd name="T24" fmla="*/ 50 w 116"/>
                <ns1:gd name="T25" fmla="*/ 56 h 64"/>
                <ns1:gd name="T26" fmla="*/ 8 w 116"/>
                <ns1:gd name="T27" fmla="*/ 22 h 64"/>
                <ns1:gd name="T28" fmla="*/ 8 w 116"/>
                <ns1:gd name="T29" fmla="*/ 11 h 64"/>
                <ns1:gd name="T30" fmla="*/ 12 w 116"/>
                <ns1:gd name="T31" fmla="*/ 8 h 64"/>
                <ns1:gd name="T32" fmla="*/ 89 w 116"/>
                <ns1:gd name="T33" fmla="*/ 8 h 64"/>
                <ns1:gd name="T34" fmla="*/ 92 w 116"/>
                <ns1:gd name="T35" fmla="*/ 11 h 64"/>
                <ns1:gd name="T36" fmla="*/ 92 w 116"/>
                <ns1:gd name="T37" fmla="*/ 22 h 64"/>
                <ns1:gd name="T38" fmla="*/ 50 w 116"/>
                <ns1:gd name="T39" fmla="*/ 56 h 64"/>
                <ns1:gd name="T40" fmla="*/ 104 w 116"/>
                <ns1:gd name="T41" fmla="*/ 36 h 64"/>
                <ns1:gd name="T42" fmla="*/ 95 w 116"/>
                <ns1:gd name="T43" fmla="*/ 40 h 64"/>
                <ns1:gd name="T44" fmla="*/ 100 w 116"/>
                <ns1:gd name="T45" fmla="*/ 22 h 64"/>
                <ns1:gd name="T46" fmla="*/ 100 w 116"/>
                <ns1:gd name="T47" fmla="*/ 20 h 64"/>
                <ns1:gd name="T48" fmla="*/ 106 w 116"/>
                <ns1:gd name="T49" fmla="*/ 24 h 64"/>
                <ns1:gd name="T50" fmla="*/ 104 w 116"/>
                <ns1:gd name="T51" fmla="*/ 36 h 64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  <ns1:cxn ang="0">
                  <ns1:pos x="T30" y="T31"/>
                </ns1:cxn>
                <ns1:cxn ang="0">
                  <ns1:pos x="T32" y="T33"/>
                </ns1:cxn>
                <ns1:cxn ang="0">
                  <ns1:pos x="T34" y="T35"/>
                </ns1:cxn>
                <ns1:cxn ang="0">
                  <ns1:pos x="T36" y="T37"/>
                </ns1:cxn>
                <ns1:cxn ang="0">
                  <ns1:pos x="T38" y="T39"/>
                </ns1:cxn>
                <ns1:cxn ang="0">
                  <ns1:pos x="T40" y="T41"/>
                </ns1:cxn>
                <ns1:cxn ang="0">
                  <ns1:pos x="T42" y="T43"/>
                </ns1:cxn>
                <ns1:cxn ang="0">
                  <ns1:pos x="T44" y="T45"/>
                </ns1:cxn>
                <ns1:cxn ang="0">
                  <ns1:pos x="T46" y="T47"/>
                </ns1:cxn>
                <ns1:cxn ang="0">
                  <ns1:pos x="T48" y="T49"/>
                </ns1:cxn>
                <ns1:cxn ang="0">
                  <ns1:pos x="T50" y="T51"/>
                </ns1:cxn>
              </ns1:cxnLst>
              <ns1:rect l="0" t="0" r="r" b="b"/>
              <ns1:pathLst>
                <ns1:path w="116" h="64">
                  <ns1:moveTo>
                    <ns1:pt x="113" y="20"/>
                  </ns1:moveTo>
                  <ns1:cubicBezTo>
                    <ns1:pt x="112" y="17"/>
                    <ns1:pt x="108" y="13"/>
                    <ns1:pt x="100" y="12"/>
                  </ns1:cubicBezTo>
                  <ns1:cubicBezTo>
                    <ns1:pt x="100" y="11"/>
                    <ns1:pt x="100" y="11"/>
                    <ns1:pt x="100" y="11"/>
                  </ns1:cubicBezTo>
                  <ns1:cubicBezTo>
                    <ns1:pt x="100" y="5"/>
                    <ns1:pt x="95" y="0"/>
                    <ns1:pt x="89" y="0"/>
                  </ns1:cubicBezTo>
                  <ns1:cubicBezTo>
                    <ns1:pt x="12" y="0"/>
                    <ns1:pt x="12" y="0"/>
                    <ns1:pt x="12" y="0"/>
                  </ns1:cubicBezTo>
                  <ns1:cubicBezTo>
                    <ns1:pt x="5" y="0"/>
                    <ns1:pt x="0" y="5"/>
                    <ns1:pt x="0" y="11"/>
                  </ns1:cubicBezTo>
                  <ns1:cubicBezTo>
                    <ns1:pt x="0" y="22"/>
                    <ns1:pt x="0" y="22"/>
                    <ns1:pt x="0" y="22"/>
                  </ns1:cubicBezTo>
                  <ns1:cubicBezTo>
                    <ns1:pt x="0" y="45"/>
                    <ns1:pt x="23" y="64"/>
                    <ns1:pt x="50" y="64"/>
                  </ns1:cubicBezTo>
                  <ns1:cubicBezTo>
                    <ns1:pt x="66" y="64"/>
                    <ns1:pt x="80" y="58"/>
                    <ns1:pt x="89" y="48"/>
                  </ns1:cubicBezTo>
                  <ns1:cubicBezTo>
                    <ns1:pt x="91" y="48"/>
                    <ns1:pt x="93" y="48"/>
                    <ns1:pt x="94" y="48"/>
                  </ns1:cubicBezTo>
                  <ns1:cubicBezTo>
                    <ns1:pt x="101" y="48"/>
                    <ns1:pt x="106" y="46"/>
                    <ns1:pt x="110" y="41"/>
                  </ns1:cubicBezTo>
                  <ns1:cubicBezTo>
                    <ns1:pt x="115" y="34"/>
                    <ns1:pt x="116" y="26"/>
                    <ns1:pt x="113" y="20"/>
                  </ns1:cubicBezTo>
                  <ns1:close/>
                  <ns1:moveTo>
                    <ns1:pt x="50" y="56"/>
                  </ns1:moveTo>
                  <ns1:cubicBezTo>
                    <ns1:pt x="27" y="56"/>
                    <ns1:pt x="8" y="41"/>
                    <ns1:pt x="8" y="22"/>
                  </ns1:cubicBezTo>
                  <ns1:cubicBezTo>
                    <ns1:pt x="8" y="11"/>
                    <ns1:pt x="8" y="11"/>
                    <ns1:pt x="8" y="11"/>
                  </ns1:cubicBezTo>
                  <ns1:cubicBezTo>
                    <ns1:pt x="8" y="10"/>
                    <ns1:pt x="10" y="8"/>
                    <ns1:pt x="12" y="8"/>
                  </ns1:cubicBezTo>
                  <ns1:cubicBezTo>
                    <ns1:pt x="89" y="8"/>
                    <ns1:pt x="89" y="8"/>
                    <ns1:pt x="89" y="8"/>
                  </ns1:cubicBezTo>
                  <ns1:cubicBezTo>
                    <ns1:pt x="91" y="8"/>
                    <ns1:pt x="92" y="10"/>
                    <ns1:pt x="92" y="11"/>
                  </ns1:cubicBezTo>
                  <ns1:cubicBezTo>
                    <ns1:pt x="92" y="22"/>
                    <ns1:pt x="92" y="22"/>
                    <ns1:pt x="92" y="22"/>
                  </ns1:cubicBezTo>
                  <ns1:cubicBezTo>
                    <ns1:pt x="92" y="41"/>
                    <ns1:pt x="73" y="56"/>
                    <ns1:pt x="50" y="56"/>
                  </ns1:cubicBezTo>
                  <ns1:close/>
                  <ns1:moveTo>
                    <ns1:pt x="104" y="36"/>
                  </ns1:moveTo>
                  <ns1:cubicBezTo>
                    <ns1:pt x="103" y="38"/>
                    <ns1:pt x="100" y="40"/>
                    <ns1:pt x="95" y="40"/>
                  </ns1:cubicBezTo>
                  <ns1:cubicBezTo>
                    <ns1:pt x="98" y="35"/>
                    <ns1:pt x="100" y="28"/>
                    <ns1:pt x="100" y="22"/>
                  </ns1:cubicBezTo>
                  <ns1:cubicBezTo>
                    <ns1:pt x="100" y="20"/>
                    <ns1:pt x="100" y="20"/>
                    <ns1:pt x="100" y="20"/>
                  </ns1:cubicBezTo>
                  <ns1:cubicBezTo>
                    <ns1:pt x="103" y="20"/>
                    <ns1:pt x="105" y="22"/>
                    <ns1:pt x="106" y="24"/>
                  </ns1:cubicBezTo>
                  <ns1:cubicBezTo>
                    <ns1:pt x="108" y="27"/>
                    <ns1:pt x="107" y="32"/>
                    <ns1:pt x="104" y="36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</ns0:grpSp>
      <ns0:grpSp>
        <ns0:nvGrpSpPr>
          <ns0:cNvPr id="221" name="Group 220"/>
          <ns0:cNvGrpSpPr/>
          <ns0:nvPr/>
        </ns0:nvGrpSpPr>
        <ns0:grpSpPr>
          <ns1:xfrm>
            <ns1:off x="2217194" y="4587980"/>
            <ns1:ext cx="397394" cy="397393"/>
            <ns1:chOff x="7716838" y="4857750"/>
            <ns1:chExt cx="569913" cy="569912"/>
          </ns1:xfrm>
          <ns1:solidFill>
            <ns1:schemeClr val="tx1"/>
          </ns1:solidFill>
        </ns0:grpSpPr>
        <ns0:sp>
          <ns0:nvSpPr>
            <ns0:cNvPr id="222" name="Freeform 5"/>
            <ns0:cNvSpPr>
              <ns1:spLocks/>
            </ns0:cNvSpPr>
            <ns0:nvPr/>
          </ns0:nvSpPr>
          <ns0:spPr bwMode="auto">
            <ns1:xfrm>
              <ns1:off x="7716838" y="5238750"/>
              <ns1:ext cx="382588" cy="188912"/>
            </ns1:xfrm>
            <ns1:custGeom>
              <ns1:avLst/>
              <ns1:gdLst>
                <ns1:gd name="T0" fmla="*/ 164 w 164"/>
                <ns1:gd name="T1" fmla="*/ 81 h 81"/>
                <ns1:gd name="T2" fmla="*/ 0 w 164"/>
                <ns1:gd name="T3" fmla="*/ 81 h 81"/>
                <ns1:gd name="T4" fmla="*/ 0 w 164"/>
                <ns1:gd name="T5" fmla="*/ 59 h 81"/>
                <ns1:gd name="T6" fmla="*/ 20 w 164"/>
                <ns1:gd name="T7" fmla="*/ 32 h 81"/>
                <ns1:gd name="T8" fmla="*/ 56 w 164"/>
                <ns1:gd name="T9" fmla="*/ 19 h 81"/>
                <ns1:gd name="T10" fmla="*/ 56 w 164"/>
                <ns1:gd name="T11" fmla="*/ 2 h 81"/>
                <ns1:gd name="T12" fmla="*/ 68 w 164"/>
                <ns1:gd name="T13" fmla="*/ 2 h 81"/>
                <ns1:gd name="T14" fmla="*/ 68 w 164"/>
                <ns1:gd name="T15" fmla="*/ 27 h 81"/>
                <ns1:gd name="T16" fmla="*/ 24 w 164"/>
                <ns1:gd name="T17" fmla="*/ 43 h 81"/>
                <ns1:gd name="T18" fmla="*/ 12 w 164"/>
                <ns1:gd name="T19" fmla="*/ 59 h 81"/>
                <ns1:gd name="T20" fmla="*/ 12 w 164"/>
                <ns1:gd name="T21" fmla="*/ 69 h 81"/>
                <ns1:gd name="T22" fmla="*/ 152 w 164"/>
                <ns1:gd name="T23" fmla="*/ 69 h 81"/>
                <ns1:gd name="T24" fmla="*/ 152 w 164"/>
                <ns1:gd name="T25" fmla="*/ 59 h 81"/>
                <ns1:gd name="T26" fmla="*/ 140 w 164"/>
                <ns1:gd name="T27" fmla="*/ 43 h 81"/>
                <ns1:gd name="T28" fmla="*/ 96 w 164"/>
                <ns1:gd name="T29" fmla="*/ 27 h 81"/>
                <ns1:gd name="T30" fmla="*/ 96 w 164"/>
                <ns1:gd name="T31" fmla="*/ 0 h 81"/>
                <ns1:gd name="T32" fmla="*/ 108 w 164"/>
                <ns1:gd name="T33" fmla="*/ 0 h 81"/>
                <ns1:gd name="T34" fmla="*/ 108 w 164"/>
                <ns1:gd name="T35" fmla="*/ 19 h 81"/>
                <ns1:gd name="T36" fmla="*/ 144 w 164"/>
                <ns1:gd name="T37" fmla="*/ 32 h 81"/>
                <ns1:gd name="T38" fmla="*/ 164 w 164"/>
                <ns1:gd name="T39" fmla="*/ 59 h 81"/>
                <ns1:gd name="T40" fmla="*/ 164 w 164"/>
                <ns1:gd name="T41" fmla="*/ 81 h 81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  <ns1:cxn ang="0">
                  <ns1:pos x="T30" y="T31"/>
                </ns1:cxn>
                <ns1:cxn ang="0">
                  <ns1:pos x="T32" y="T33"/>
                </ns1:cxn>
                <ns1:cxn ang="0">
                  <ns1:pos x="T34" y="T35"/>
                </ns1:cxn>
                <ns1:cxn ang="0">
                  <ns1:pos x="T36" y="T37"/>
                </ns1:cxn>
                <ns1:cxn ang="0">
                  <ns1:pos x="T38" y="T39"/>
                </ns1:cxn>
                <ns1:cxn ang="0">
                  <ns1:pos x="T40" y="T41"/>
                </ns1:cxn>
              </ns1:cxnLst>
              <ns1:rect l="0" t="0" r="r" b="b"/>
              <ns1:pathLst>
                <ns1:path w="164" h="81">
                  <ns1:moveTo>
                    <ns1:pt x="164" y="81"/>
                  </ns1:moveTo>
                  <ns1:cubicBezTo>
                    <ns1:pt x="0" y="81"/>
                    <ns1:pt x="0" y="81"/>
                    <ns1:pt x="0" y="81"/>
                  </ns1:cubicBezTo>
                  <ns1:cubicBezTo>
                    <ns1:pt x="0" y="59"/>
                    <ns1:pt x="0" y="59"/>
                    <ns1:pt x="0" y="59"/>
                  </ns1:cubicBezTo>
                  <ns1:cubicBezTo>
                    <ns1:pt x="0" y="46"/>
                    <ns1:pt x="8" y="36"/>
                    <ns1:pt x="20" y="32"/>
                  </ns1:cubicBezTo>
                  <ns1:cubicBezTo>
                    <ns1:pt x="56" y="19"/>
                    <ns1:pt x="56" y="19"/>
                    <ns1:pt x="56" y="19"/>
                  </ns1:cubicBezTo>
                  <ns1:cubicBezTo>
                    <ns1:pt x="56" y="2"/>
                    <ns1:pt x="56" y="2"/>
                    <ns1:pt x="56" y="2"/>
                  </ns1:cubicBezTo>
                  <ns1:cubicBezTo>
                    <ns1:pt x="68" y="2"/>
                    <ns1:pt x="68" y="2"/>
                    <ns1:pt x="68" y="2"/>
                  </ns1:cubicBezTo>
                  <ns1:cubicBezTo>
                    <ns1:pt x="68" y="27"/>
                    <ns1:pt x="68" y="27"/>
                    <ns1:pt x="68" y="27"/>
                  </ns1:cubicBezTo>
                  <ns1:cubicBezTo>
                    <ns1:pt x="24" y="43"/>
                    <ns1:pt x="24" y="43"/>
                    <ns1:pt x="24" y="43"/>
                  </ns1:cubicBezTo>
                  <ns1:cubicBezTo>
                    <ns1:pt x="16" y="46"/>
                    <ns1:pt x="12" y="52"/>
                    <ns1:pt x="12" y="59"/>
                  </ns1:cubicBezTo>
                  <ns1:cubicBezTo>
                    <ns1:pt x="12" y="69"/>
                    <ns1:pt x="12" y="69"/>
                    <ns1:pt x="12" y="69"/>
                  </ns1:cubicBezTo>
                  <ns1:cubicBezTo>
                    <ns1:pt x="152" y="69"/>
                    <ns1:pt x="152" y="69"/>
                    <ns1:pt x="152" y="69"/>
                  </ns1:cubicBezTo>
                  <ns1:cubicBezTo>
                    <ns1:pt x="152" y="59"/>
                    <ns1:pt x="152" y="59"/>
                    <ns1:pt x="152" y="59"/>
                  </ns1:cubicBezTo>
                  <ns1:cubicBezTo>
                    <ns1:pt x="152" y="52"/>
                    <ns1:pt x="147" y="46"/>
                    <ns1:pt x="140" y="43"/>
                  </ns1:cubicBezTo>
                  <ns1:cubicBezTo>
                    <ns1:pt x="96" y="27"/>
                    <ns1:pt x="96" y="27"/>
                    <ns1:pt x="96" y="27"/>
                  </ns1:cubicBezTo>
                  <ns1:cubicBezTo>
                    <ns1:pt x="96" y="0"/>
                    <ns1:pt x="96" y="0"/>
                    <ns1:pt x="96" y="0"/>
                  </ns1:cubicBezTo>
                  <ns1:cubicBezTo>
                    <ns1:pt x="108" y="0"/>
                    <ns1:pt x="108" y="0"/>
                    <ns1:pt x="108" y="0"/>
                  </ns1:cubicBezTo>
                  <ns1:cubicBezTo>
                    <ns1:pt x="108" y="19"/>
                    <ns1:pt x="108" y="19"/>
                    <ns1:pt x="108" y="19"/>
                  </ns1:cubicBezTo>
                  <ns1:cubicBezTo>
                    <ns1:pt x="144" y="32"/>
                    <ns1:pt x="144" y="32"/>
                    <ns1:pt x="144" y="32"/>
                  </ns1:cubicBezTo>
                  <ns1:cubicBezTo>
                    <ns1:pt x="156" y="36"/>
                    <ns1:pt x="164" y="47"/>
                    <ns1:pt x="164" y="59"/>
                  </ns1:cubicBezTo>
                  <ns1:lnTo>
                    <ns1:pt x="164" y="81"/>
                  </ns1:ln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223" name="Freeform 6"/>
            <ns0:cNvSpPr>
              <ns1:spLocks noEditPoints="1"/>
            </ns0:cNvSpPr>
            <ns0:nvPr/>
          </ns0:nvSpPr>
          <ns0:spPr bwMode="auto">
            <ns1:xfrm>
              <ns1:off x="7799388" y="5019675"/>
              <ns1:ext cx="211138" cy="249237"/>
            </ns1:xfrm>
            <ns1:custGeom>
              <ns1:avLst/>
              <ns1:gdLst>
                <ns1:gd name="T0" fmla="*/ 46 w 91"/>
                <ns1:gd name="T1" fmla="*/ 107 h 107"/>
                <ns1:gd name="T2" fmla="*/ 0 w 91"/>
                <ns1:gd name="T3" fmla="*/ 53 h 107"/>
                <ns1:gd name="T4" fmla="*/ 46 w 91"/>
                <ns1:gd name="T5" fmla="*/ 0 h 107"/>
                <ns1:gd name="T6" fmla="*/ 91 w 91"/>
                <ns1:gd name="T7" fmla="*/ 53 h 107"/>
                <ns1:gd name="T8" fmla="*/ 46 w 91"/>
                <ns1:gd name="T9" fmla="*/ 107 h 107"/>
                <ns1:gd name="T10" fmla="*/ 46 w 91"/>
                <ns1:gd name="T11" fmla="*/ 12 h 107"/>
                <ns1:gd name="T12" fmla="*/ 12 w 91"/>
                <ns1:gd name="T13" fmla="*/ 53 h 107"/>
                <ns1:gd name="T14" fmla="*/ 46 w 91"/>
                <ns1:gd name="T15" fmla="*/ 95 h 107"/>
                <ns1:gd name="T16" fmla="*/ 79 w 91"/>
                <ns1:gd name="T17" fmla="*/ 53 h 107"/>
                <ns1:gd name="T18" fmla="*/ 46 w 91"/>
                <ns1:gd name="T19" fmla="*/ 12 h 107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</ns1:cxnLst>
              <ns1:rect l="0" t="0" r="r" b="b"/>
              <ns1:pathLst>
                <ns1:path w="91" h="107">
                  <ns1:moveTo>
                    <ns1:pt x="46" y="107"/>
                  </ns1:moveTo>
                  <ns1:cubicBezTo>
                    <ns1:pt x="20" y="107"/>
                    <ns1:pt x="0" y="83"/>
                    <ns1:pt x="0" y="53"/>
                  </ns1:cubicBezTo>
                  <ns1:cubicBezTo>
                    <ns1:pt x="0" y="24"/>
                    <ns1:pt x="20" y="0"/>
                    <ns1:pt x="46" y="0"/>
                  </ns1:cubicBezTo>
                  <ns1:cubicBezTo>
                    <ns1:pt x="71" y="0"/>
                    <ns1:pt x="91" y="24"/>
                    <ns1:pt x="91" y="53"/>
                  </ns1:cubicBezTo>
                  <ns1:cubicBezTo>
                    <ns1:pt x="91" y="83"/>
                    <ns1:pt x="71" y="107"/>
                    <ns1:pt x="46" y="107"/>
                  </ns1:cubicBezTo>
                  <ns1:close/>
                  <ns1:moveTo>
                    <ns1:pt x="46" y="12"/>
                  </ns1:moveTo>
                  <ns1:cubicBezTo>
                    <ns1:pt x="27" y="12"/>
                    <ns1:pt x="12" y="30"/>
                    <ns1:pt x="12" y="53"/>
                  </ns1:cubicBezTo>
                  <ns1:cubicBezTo>
                    <ns1:pt x="12" y="76"/>
                    <ns1:pt x="27" y="95"/>
                    <ns1:pt x="46" y="95"/>
                  </ns1:cubicBezTo>
                  <ns1:cubicBezTo>
                    <ns1:pt x="64" y="95"/>
                    <ns1:pt x="79" y="76"/>
                    <ns1:pt x="79" y="53"/>
                  </ns1:cubicBezTo>
                  <ns1:cubicBezTo>
                    <ns1:pt x="79" y="30"/>
                    <ns1:pt x="64" y="12"/>
                    <ns1:pt x="46" y="12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224" name="Freeform 7"/>
            <ns0:cNvSpPr>
              <ns1:spLocks/>
            </ns0:cNvSpPr>
            <ns0:nvPr/>
          </ns0:nvSpPr>
          <ns0:spPr bwMode="auto">
            <ns1:xfrm>
              <ns1:off x="7808913" y="5068888"/>
              <ns1:ext cx="190500" cy="80962"/>
            </ns1:xfrm>
            <ns1:custGeom>
              <ns1:avLst/>
              <ns1:gdLst>
                <ns1:gd name="T0" fmla="*/ 71 w 82"/>
                <ns1:gd name="T1" fmla="*/ 35 h 35"/>
                <ns1:gd name="T2" fmla="*/ 47 w 82"/>
                <ns1:gd name="T3" fmla="*/ 23 h 35"/>
                <ns1:gd name="T4" fmla="*/ 18 w 82"/>
                <ns1:gd name="T5" fmla="*/ 34 h 35"/>
                <ns1:gd name="T6" fmla="*/ 0 w 82"/>
                <ns1:gd name="T7" fmla="*/ 30 h 35"/>
                <ns1:gd name="T8" fmla="*/ 5 w 82"/>
                <ns1:gd name="T9" fmla="*/ 19 h 35"/>
                <ns1:gd name="T10" fmla="*/ 18 w 82"/>
                <ns1:gd name="T11" fmla="*/ 22 h 35"/>
                <ns1:gd name="T12" fmla="*/ 42 w 82"/>
                <ns1:gd name="T13" fmla="*/ 10 h 35"/>
                <ns1:gd name="T14" fmla="*/ 48 w 82"/>
                <ns1:gd name="T15" fmla="*/ 0 h 35"/>
                <ns1:gd name="T16" fmla="*/ 53 w 82"/>
                <ns1:gd name="T17" fmla="*/ 10 h 35"/>
                <ns1:gd name="T18" fmla="*/ 76 w 82"/>
                <ns1:gd name="T19" fmla="*/ 22 h 35"/>
                <ns1:gd name="T20" fmla="*/ 79 w 82"/>
                <ns1:gd name="T21" fmla="*/ 22 h 35"/>
                <ns1:gd name="T22" fmla="*/ 81 w 82"/>
                <ns1:gd name="T23" fmla="*/ 22 h 35"/>
                <ns1:gd name="T24" fmla="*/ 82 w 82"/>
                <ns1:gd name="T25" fmla="*/ 34 h 35"/>
                <ns1:gd name="T26" fmla="*/ 80 w 82"/>
                <ns1:gd name="T27" fmla="*/ 34 h 35"/>
                <ns1:gd name="T28" fmla="*/ 79 w 82"/>
                <ns1:gd name="T29" fmla="*/ 34 h 35"/>
                <ns1:gd name="T30" fmla="*/ 71 w 82"/>
                <ns1:gd name="T31" fmla="*/ 35 h 35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  <ns1:cxn ang="0">
                  <ns1:pos x="T30" y="T31"/>
                </ns1:cxn>
              </ns1:cxnLst>
              <ns1:rect l="0" t="0" r="r" b="b"/>
              <ns1:pathLst>
                <ns1:path w="82" h="35">
                  <ns1:moveTo>
                    <ns1:pt x="71" y="35"/>
                  </ns1:moveTo>
                  <ns1:cubicBezTo>
                    <ns1:pt x="61" y="35"/>
                    <ns1:pt x="54" y="31"/>
                    <ns1:pt x="47" y="23"/>
                  </ns1:cubicBezTo>
                  <ns1:cubicBezTo>
                    <ns1:pt x="40" y="30"/>
                    <ns1:pt x="28" y="34"/>
                    <ns1:pt x="18" y="34"/>
                  </ns1:cubicBezTo>
                  <ns1:cubicBezTo>
                    <ns1:pt x="11" y="34"/>
                    <ns1:pt x="5" y="33"/>
                    <ns1:pt x="0" y="30"/>
                  </ns1:cubicBezTo>
                  <ns1:cubicBezTo>
                    <ns1:pt x="5" y="19"/>
                    <ns1:pt x="5" y="19"/>
                    <ns1:pt x="5" y="19"/>
                  </ns1:cubicBezTo>
                  <ns1:cubicBezTo>
                    <ns1:pt x="9" y="21"/>
                    <ns1:pt x="13" y="22"/>
                    <ns1:pt x="18" y="22"/>
                  </ns1:cubicBezTo>
                  <ns1:cubicBezTo>
                    <ns1:pt x="27" y="22"/>
                    <ns1:pt x="39" y="17"/>
                    <ns1:pt x="42" y="10"/>
                  </ns1:cubicBezTo>
                  <ns1:cubicBezTo>
                    <ns1:pt x="48" y="0"/>
                    <ns1:pt x="48" y="0"/>
                    <ns1:pt x="48" y="0"/>
                  </ns1:cubicBezTo>
                  <ns1:cubicBezTo>
                    <ns1:pt x="53" y="10"/>
                    <ns1:pt x="53" y="10"/>
                    <ns1:pt x="53" y="10"/>
                  </ns1:cubicBezTo>
                  <ns1:cubicBezTo>
                    <ns1:pt x="59" y="21"/>
                    <ns1:pt x="66" y="25"/>
                    <ns1:pt x="76" y="22"/>
                  </ns1:cubicBezTo>
                  <ns1:cubicBezTo>
                    <ns1:pt x="77" y="22"/>
                    <ns1:pt x="78" y="22"/>
                    <ns1:pt x="79" y="22"/>
                  </ns1:cubicBezTo>
                  <ns1:cubicBezTo>
                    <ns1:pt x="80" y="22"/>
                    <ns1:pt x="80" y="22"/>
                    <ns1:pt x="81" y="22"/>
                  </ns1:cubicBezTo>
                  <ns1:cubicBezTo>
                    <ns1:pt x="82" y="34"/>
                    <ns1:pt x="82" y="34"/>
                    <ns1:pt x="82" y="34"/>
                  </ns1:cubicBezTo>
                  <ns1:cubicBezTo>
                    <ns1:pt x="81" y="34"/>
                    <ns1:pt x="81" y="34"/>
                    <ns1:pt x="80" y="34"/>
                  </ns1:cubicBezTo>
                  <ns1:cubicBezTo>
                    <ns1:pt x="80" y="34"/>
                    <ns1:pt x="79" y="34"/>
                    <ns1:pt x="79" y="34"/>
                  </ns1:cubicBezTo>
                  <ns1:cubicBezTo>
                    <ns1:pt x="76" y="35"/>
                    <ns1:pt x="73" y="35"/>
                    <ns1:pt x="71" y="35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225" name="Freeform 8"/>
            <ns0:cNvSpPr>
              <ns1:spLocks/>
            </ns0:cNvSpPr>
            <ns0:nvPr/>
          </ns0:nvSpPr>
          <ns0:spPr bwMode="auto">
            <ns1:xfrm>
              <ns1:off x="7904163" y="4857750"/>
              <ns1:ext cx="382588" cy="350837"/>
            </ns1:xfrm>
            <ns1:custGeom>
              <ns1:avLst/>
              <ns1:gdLst>
                <ns1:gd name="T0" fmla="*/ 117 w 241"/>
                <ns1:gd name="T1" fmla="*/ 221 h 221"/>
                <ns1:gd name="T2" fmla="*/ 117 w 241"/>
                <ns1:gd name="T3" fmla="*/ 147 h 221"/>
                <ns1:gd name="T4" fmla="*/ 97 w 241"/>
                <ns1:gd name="T5" fmla="*/ 147 h 221"/>
                <ns1:gd name="T6" fmla="*/ 97 w 241"/>
                <ns1:gd name="T7" fmla="*/ 130 h 221"/>
                <ns1:gd name="T8" fmla="*/ 135 w 241"/>
                <ns1:gd name="T9" fmla="*/ 130 h 221"/>
                <ns1:gd name="T10" fmla="*/ 135 w 241"/>
                <ns1:gd name="T11" fmla="*/ 174 h 221"/>
                <ns1:gd name="T12" fmla="*/ 175 w 241"/>
                <ns1:gd name="T13" fmla="*/ 130 h 221"/>
                <ns1:gd name="T14" fmla="*/ 223 w 241"/>
                <ns1:gd name="T15" fmla="*/ 130 h 221"/>
                <ns1:gd name="T16" fmla="*/ 223 w 241"/>
                <ns1:gd name="T17" fmla="*/ 18 h 221"/>
                <ns1:gd name="T18" fmla="*/ 17 w 241"/>
                <ns1:gd name="T19" fmla="*/ 18 h 221"/>
                <ns1:gd name="T20" fmla="*/ 17 w 241"/>
                <ns1:gd name="T21" fmla="*/ 68 h 221"/>
                <ns1:gd name="T22" fmla="*/ 0 w 241"/>
                <ns1:gd name="T23" fmla="*/ 68 h 221"/>
                <ns1:gd name="T24" fmla="*/ 0 w 241"/>
                <ns1:gd name="T25" fmla="*/ 0 h 221"/>
                <ns1:gd name="T26" fmla="*/ 241 w 241"/>
                <ns1:gd name="T27" fmla="*/ 0 h 221"/>
                <ns1:gd name="T28" fmla="*/ 241 w 241"/>
                <ns1:gd name="T29" fmla="*/ 147 h 221"/>
                <ns1:gd name="T30" fmla="*/ 183 w 241"/>
                <ns1:gd name="T31" fmla="*/ 147 h 221"/>
                <ns1:gd name="T32" fmla="*/ 117 w 241"/>
                <ns1:gd name="T33" fmla="*/ 221 h 221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  <ns1:cxn ang="0">
                  <ns1:pos x="T30" y="T31"/>
                </ns1:cxn>
                <ns1:cxn ang="0">
                  <ns1:pos x="T32" y="T33"/>
                </ns1:cxn>
              </ns1:cxnLst>
              <ns1:rect l="0" t="0" r="r" b="b"/>
              <ns1:pathLst>
                <ns1:path w="241" h="221">
                  <ns1:moveTo>
                    <ns1:pt x="117" y="221"/>
                  </ns1:moveTo>
                  <ns1:lnTo>
                    <ns1:pt x="117" y="147"/>
                  </ns1:lnTo>
                  <ns1:lnTo>
                    <ns1:pt x="97" y="147"/>
                  </ns1:lnTo>
                  <ns1:lnTo>
                    <ns1:pt x="97" y="130"/>
                  </ns1:lnTo>
                  <ns1:lnTo>
                    <ns1:pt x="135" y="130"/>
                  </ns1:lnTo>
                  <ns1:lnTo>
                    <ns1:pt x="135" y="174"/>
                  </ns1:lnTo>
                  <ns1:lnTo>
                    <ns1:pt x="175" y="130"/>
                  </ns1:lnTo>
                  <ns1:lnTo>
                    <ns1:pt x="223" y="130"/>
                  </ns1:lnTo>
                  <ns1:lnTo>
                    <ns1:pt x="223" y="18"/>
                  </ns1:lnTo>
                  <ns1:lnTo>
                    <ns1:pt x="17" y="18"/>
                  </ns1:lnTo>
                  <ns1:lnTo>
                    <ns1:pt x="17" y="68"/>
                  </ns1:lnTo>
                  <ns1:lnTo>
                    <ns1:pt x="0" y="68"/>
                  </ns1:lnTo>
                  <ns1:lnTo>
                    <ns1:pt x="0" y="0"/>
                  </ns1:lnTo>
                  <ns1:lnTo>
                    <ns1:pt x="241" y="0"/>
                  </ns1:lnTo>
                  <ns1:lnTo>
                    <ns1:pt x="241" y="147"/>
                  </ns1:lnTo>
                  <ns1:lnTo>
                    <ns1:pt x="183" y="147"/>
                  </ns1:lnTo>
                  <ns1:lnTo>
                    <ns1:pt x="117" y="221"/>
                  </ns1:ln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226" name="Freeform 9"/>
            <ns0:cNvSpPr>
              <ns1:spLocks/>
            </ns0:cNvSpPr>
            <ns0:nvPr/>
          </ns0:nvSpPr>
          <ns0:spPr bwMode="auto">
            <ns1:xfrm>
              <ns1:off x="8018463" y="4965700"/>
              <ns1:ext cx="25400" cy="25400"/>
            </ns1:xfrm>
            <ns1:custGeom>
              <ns1:avLst/>
              <ns1:gdLst>
                <ns1:gd name="T0" fmla="*/ 16 w 16"/>
                <ns1:gd name="T1" fmla="*/ 0 h 16"/>
                <ns1:gd name="T2" fmla="*/ 0 w 16"/>
                <ns1:gd name="T3" fmla="*/ 0 h 16"/>
                <ns1:gd name="T4" fmla="*/ 0 w 16"/>
                <ns1:gd name="T5" fmla="*/ 16 h 16"/>
                <ns1:gd name="T6" fmla="*/ 16 w 16"/>
                <ns1:gd name="T7" fmla="*/ 16 h 16"/>
                <ns1:gd name="T8" fmla="*/ 16 w 16"/>
                <ns1:gd name="T9" fmla="*/ 0 h 16"/>
                <ns1:gd name="T10" fmla="*/ 16 w 16"/>
                <ns1:gd name="T11" fmla="*/ 0 h 16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</ns1:cxnLst>
              <ns1:rect l="0" t="0" r="r" b="b"/>
              <ns1:pathLst>
                <ns1:path w="16" h="16">
                  <ns1:moveTo>
                    <ns1:pt x="16" y="0"/>
                  </ns1:moveTo>
                  <ns1:lnTo>
                    <ns1:pt x="0" y="0"/>
                  </ns1:lnTo>
                  <ns1:lnTo>
                    <ns1:pt x="0" y="16"/>
                  </ns1:lnTo>
                  <ns1:lnTo>
                    <ns1:pt x="16" y="16"/>
                  </ns1:lnTo>
                  <ns1:lnTo>
                    <ns1:pt x="16" y="0"/>
                  </ns1:lnTo>
                  <ns1:lnTo>
                    <ns1:pt x="16" y="0"/>
                  </ns1:ln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227" name="Freeform 10"/>
            <ns0:cNvSpPr>
              <ns1:spLocks/>
            </ns0:cNvSpPr>
            <ns0:nvPr/>
          </ns0:nvSpPr>
          <ns0:spPr bwMode="auto">
            <ns1:xfrm>
              <ns1:off x="8094663" y="4965700"/>
              <ns1:ext cx="25400" cy="25400"/>
            </ns1:xfrm>
            <ns1:custGeom>
              <ns1:avLst/>
              <ns1:gdLst>
                <ns1:gd name="T0" fmla="*/ 16 w 16"/>
                <ns1:gd name="T1" fmla="*/ 0 h 16"/>
                <ns1:gd name="T2" fmla="*/ 0 w 16"/>
                <ns1:gd name="T3" fmla="*/ 0 h 16"/>
                <ns1:gd name="T4" fmla="*/ 0 w 16"/>
                <ns1:gd name="T5" fmla="*/ 16 h 16"/>
                <ns1:gd name="T6" fmla="*/ 16 w 16"/>
                <ns1:gd name="T7" fmla="*/ 16 h 16"/>
                <ns1:gd name="T8" fmla="*/ 16 w 16"/>
                <ns1:gd name="T9" fmla="*/ 0 h 16"/>
                <ns1:gd name="T10" fmla="*/ 16 w 16"/>
                <ns1:gd name="T11" fmla="*/ 0 h 16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</ns1:cxnLst>
              <ns1:rect l="0" t="0" r="r" b="b"/>
              <ns1:pathLst>
                <ns1:path w="16" h="16">
                  <ns1:moveTo>
                    <ns1:pt x="16" y="0"/>
                  </ns1:moveTo>
                  <ns1:lnTo>
                    <ns1:pt x="0" y="0"/>
                  </ns1:lnTo>
                  <ns1:lnTo>
                    <ns1:pt x="0" y="16"/>
                  </ns1:lnTo>
                  <ns1:lnTo>
                    <ns1:pt x="16" y="16"/>
                  </ns1:lnTo>
                  <ns1:lnTo>
                    <ns1:pt x="16" y="0"/>
                  </ns1:lnTo>
                  <ns1:lnTo>
                    <ns1:pt x="16" y="0"/>
                  </ns1:ln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228" name="Freeform 11"/>
            <ns0:cNvSpPr>
              <ns1:spLocks/>
            </ns0:cNvSpPr>
            <ns0:nvPr/>
          </ns0:nvSpPr>
          <ns0:spPr bwMode="auto">
            <ns1:xfrm>
              <ns1:off x="8172450" y="4965700"/>
              <ns1:ext cx="25400" cy="25400"/>
            </ns1:xfrm>
            <ns1:custGeom>
              <ns1:avLst/>
              <ns1:gdLst>
                <ns1:gd name="T0" fmla="*/ 16 w 16"/>
                <ns1:gd name="T1" fmla="*/ 0 h 16"/>
                <ns1:gd name="T2" fmla="*/ 0 w 16"/>
                <ns1:gd name="T3" fmla="*/ 0 h 16"/>
                <ns1:gd name="T4" fmla="*/ 0 w 16"/>
                <ns1:gd name="T5" fmla="*/ 16 h 16"/>
                <ns1:gd name="T6" fmla="*/ 16 w 16"/>
                <ns1:gd name="T7" fmla="*/ 16 h 16"/>
                <ns1:gd name="T8" fmla="*/ 16 w 16"/>
                <ns1:gd name="T9" fmla="*/ 0 h 16"/>
                <ns1:gd name="T10" fmla="*/ 16 w 16"/>
                <ns1:gd name="T11" fmla="*/ 0 h 16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</ns1:cxnLst>
              <ns1:rect l="0" t="0" r="r" b="b"/>
              <ns1:pathLst>
                <ns1:path w="16" h="16">
                  <ns1:moveTo>
                    <ns1:pt x="16" y="0"/>
                  </ns1:moveTo>
                  <ns1:lnTo>
                    <ns1:pt x="0" y="0"/>
                  </ns1:lnTo>
                  <ns1:lnTo>
                    <ns1:pt x="0" y="16"/>
                  </ns1:lnTo>
                  <ns1:lnTo>
                    <ns1:pt x="16" y="16"/>
                  </ns1:lnTo>
                  <ns1:lnTo>
                    <ns1:pt x="16" y="0"/>
                  </ns1:lnTo>
                  <ns1:lnTo>
                    <ns1:pt x="16" y="0"/>
                  </ns1:ln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</ns0:grpSp>
      <ns0:sp>
        <ns0:nvSpPr>
          <ns0:cNvPr id="229" name="Freeform 228"/>
          <ns0:cNvSpPr>
            <ns1:spLocks noEditPoints="1"/>
          </ns0:cNvSpPr>
          <ns0:nvPr/>
        </ns0:nvSpPr>
        <ns0:spPr bwMode="auto">
          <ns1:xfrm rot="2700000">
            <ns1:off x="4272351" y="4544469"/>
            <ns1:ext cx="263031" cy="484415"/>
          </ns1:xfrm>
          <ns1:custGeom>
            <ns1:avLst/>
            <ns1:gdLst>
              <ns1:gd name="T0" fmla="*/ 482 w 579"/>
              <ns1:gd name="T1" fmla="*/ 367 h 1073"/>
              <ns1:gd name="T2" fmla="*/ 482 w 579"/>
              <ns1:gd name="T3" fmla="*/ 148 h 1073"/>
              <ns1:gd name="T4" fmla="*/ 525 w 579"/>
              <ns1:gd name="T5" fmla="*/ 79 h 1073"/>
              <ns1:gd name="T6" fmla="*/ 447 w 579"/>
              <ns1:gd name="T7" fmla="*/ 0 h 1073"/>
              <ns1:gd name="T8" fmla="*/ 132 w 579"/>
              <ns1:gd name="T9" fmla="*/ 0 h 1073"/>
              <ns1:gd name="T10" fmla="*/ 54 w 579"/>
              <ns1:gd name="T11" fmla="*/ 79 h 1073"/>
              <ns1:gd name="T12" fmla="*/ 96 w 579"/>
              <ns1:gd name="T13" fmla="*/ 148 h 1073"/>
              <ns1:gd name="T14" fmla="*/ 96 w 579"/>
              <ns1:gd name="T15" fmla="*/ 367 h 1073"/>
              <ns1:gd name="T16" fmla="*/ 0 w 579"/>
              <ns1:gd name="T17" fmla="*/ 583 h 1073"/>
              <ns1:gd name="T18" fmla="*/ 0 w 579"/>
              <ns1:gd name="T19" fmla="*/ 612 h 1073"/>
              <ns1:gd name="T20" fmla="*/ 224 w 579"/>
              <ns1:gd name="T21" fmla="*/ 612 h 1073"/>
              <ns1:gd name="T22" fmla="*/ 224 w 579"/>
              <ns1:gd name="T23" fmla="*/ 923 h 1073"/>
              <ns1:gd name="T24" fmla="*/ 289 w 579"/>
              <ns1:gd name="T25" fmla="*/ 1073 h 1073"/>
              <ns1:gd name="T26" fmla="*/ 355 w 579"/>
              <ns1:gd name="T27" fmla="*/ 923 h 1073"/>
              <ns1:gd name="T28" fmla="*/ 355 w 579"/>
              <ns1:gd name="T29" fmla="*/ 612 h 1073"/>
              <ns1:gd name="T30" fmla="*/ 579 w 579"/>
              <ns1:gd name="T31" fmla="*/ 612 h 1073"/>
              <ns1:gd name="T32" fmla="*/ 579 w 579"/>
              <ns1:gd name="T33" fmla="*/ 583 h 1073"/>
              <ns1:gd name="T34" fmla="*/ 482 w 579"/>
              <ns1:gd name="T35" fmla="*/ 367 h 1073"/>
              <ns1:gd name="T36" fmla="*/ 132 w 579"/>
              <ns1:gd name="T37" fmla="*/ 58 h 1073"/>
              <ns1:gd name="T38" fmla="*/ 447 w 579"/>
              <ns1:gd name="T39" fmla="*/ 58 h 1073"/>
              <ns1:gd name="T40" fmla="*/ 467 w 579"/>
              <ns1:gd name="T41" fmla="*/ 79 h 1073"/>
              <ns1:gd name="T42" fmla="*/ 449 w 579"/>
              <ns1:gd name="T43" fmla="*/ 99 h 1073"/>
              <ns1:gd name="T44" fmla="*/ 436 w 579"/>
              <ns1:gd name="T45" fmla="*/ 101 h 1073"/>
              <ns1:gd name="T46" fmla="*/ 143 w 579"/>
              <ns1:gd name="T47" fmla="*/ 101 h 1073"/>
              <ns1:gd name="T48" fmla="*/ 129 w 579"/>
              <ns1:gd name="T49" fmla="*/ 99 h 1073"/>
              <ns1:gd name="T50" fmla="*/ 111 w 579"/>
              <ns1:gd name="T51" fmla="*/ 79 h 1073"/>
              <ns1:gd name="T52" fmla="*/ 132 w 579"/>
              <ns1:gd name="T53" fmla="*/ 58 h 1073"/>
              <ns1:gd name="T54" fmla="*/ 424 w 579"/>
              <ns1:gd name="T55" fmla="*/ 370 h 1073"/>
              <ns1:gd name="T56" fmla="*/ 154 w 579"/>
              <ns1:gd name="T57" fmla="*/ 370 h 1073"/>
              <ns1:gd name="T58" fmla="*/ 154 w 579"/>
              <ns1:gd name="T59" fmla="*/ 130 h 1073"/>
              <ns1:gd name="T60" fmla="*/ 424 w 579"/>
              <ns1:gd name="T61" fmla="*/ 130 h 1073"/>
              <ns1:gd name="T62" fmla="*/ 424 w 579"/>
              <ns1:gd name="T63" fmla="*/ 370 h 1073"/>
              <ns1:gd name="T64" fmla="*/ 297 w 579"/>
              <ns1:gd name="T65" fmla="*/ 911 h 1073"/>
              <ns1:gd name="T66" fmla="*/ 289 w 579"/>
              <ns1:gd name="T67" fmla="*/ 928 h 1073"/>
              <ns1:gd name="T68" fmla="*/ 282 w 579"/>
              <ns1:gd name="T69" fmla="*/ 911 h 1073"/>
              <ns1:gd name="T70" fmla="*/ 282 w 579"/>
              <ns1:gd name="T71" fmla="*/ 612 h 1073"/>
              <ns1:gd name="T72" fmla="*/ 297 w 579"/>
              <ns1:gd name="T73" fmla="*/ 612 h 1073"/>
              <ns1:gd name="T74" fmla="*/ 297 w 579"/>
              <ns1:gd name="T75" fmla="*/ 911 h 1073"/>
              <ns1:gd name="T76" fmla="*/ 355 w 579"/>
              <ns1:gd name="T77" fmla="*/ 554 h 1073"/>
              <ns1:gd name="T78" fmla="*/ 224 w 579"/>
              <ns1:gd name="T79" fmla="*/ 554 h 1073"/>
              <ns1:gd name="T80" fmla="*/ 59 w 579"/>
              <ns1:gd name="T81" fmla="*/ 554 h 1073"/>
              <ns1:gd name="T82" fmla="*/ 144 w 579"/>
              <ns1:gd name="T83" fmla="*/ 403 h 1073"/>
              <ns1:gd name="T84" fmla="*/ 149 w 579"/>
              <ns1:gd name="T85" fmla="*/ 399 h 1073"/>
              <ns1:gd name="T86" fmla="*/ 430 w 579"/>
              <ns1:gd name="T87" fmla="*/ 399 h 1073"/>
              <ns1:gd name="T88" fmla="*/ 435 w 579"/>
              <ns1:gd name="T89" fmla="*/ 403 h 1073"/>
              <ns1:gd name="T90" fmla="*/ 519 w 579"/>
              <ns1:gd name="T91" fmla="*/ 554 h 1073"/>
              <ns1:gd name="T92" fmla="*/ 355 w 579"/>
              <ns1:gd name="T93" fmla="*/ 554 h 1073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  <ns1:cxn ang="0">
                <ns1:pos x="T32" y="T33"/>
              </ns1:cxn>
              <ns1:cxn ang="0">
                <ns1:pos x="T34" y="T35"/>
              </ns1:cxn>
              <ns1:cxn ang="0">
                <ns1:pos x="T36" y="T37"/>
              </ns1:cxn>
              <ns1:cxn ang="0">
                <ns1:pos x="T38" y="T39"/>
              </ns1:cxn>
              <ns1:cxn ang="0">
                <ns1:pos x="T40" y="T41"/>
              </ns1:cxn>
              <ns1:cxn ang="0">
                <ns1:pos x="T42" y="T43"/>
              </ns1:cxn>
              <ns1:cxn ang="0">
                <ns1:pos x="T44" y="T45"/>
              </ns1:cxn>
              <ns1:cxn ang="0">
                <ns1:pos x="T46" y="T47"/>
              </ns1:cxn>
              <ns1:cxn ang="0">
                <ns1:pos x="T48" y="T49"/>
              </ns1:cxn>
              <ns1:cxn ang="0">
                <ns1:pos x="T50" y="T51"/>
              </ns1:cxn>
              <ns1:cxn ang="0">
                <ns1:pos x="T52" y="T53"/>
              </ns1:cxn>
              <ns1:cxn ang="0">
                <ns1:pos x="T54" y="T55"/>
              </ns1:cxn>
              <ns1:cxn ang="0">
                <ns1:pos x="T56" y="T57"/>
              </ns1:cxn>
              <ns1:cxn ang="0">
                <ns1:pos x="T58" y="T59"/>
              </ns1:cxn>
              <ns1:cxn ang="0">
                <ns1:pos x="T60" y="T61"/>
              </ns1:cxn>
              <ns1:cxn ang="0">
                <ns1:pos x="T62" y="T63"/>
              </ns1:cxn>
              <ns1:cxn ang="0">
                <ns1:pos x="T64" y="T65"/>
              </ns1:cxn>
              <ns1:cxn ang="0">
                <ns1:pos x="T66" y="T67"/>
              </ns1:cxn>
              <ns1:cxn ang="0">
                <ns1:pos x="T68" y="T69"/>
              </ns1:cxn>
              <ns1:cxn ang="0">
                <ns1:pos x="T70" y="T71"/>
              </ns1:cxn>
              <ns1:cxn ang="0">
                <ns1:pos x="T72" y="T73"/>
              </ns1:cxn>
              <ns1:cxn ang="0">
                <ns1:pos x="T74" y="T75"/>
              </ns1:cxn>
              <ns1:cxn ang="0">
                <ns1:pos x="T76" y="T77"/>
              </ns1:cxn>
              <ns1:cxn ang="0">
                <ns1:pos x="T78" y="T79"/>
              </ns1:cxn>
              <ns1:cxn ang="0">
                <ns1:pos x="T80" y="T81"/>
              </ns1:cxn>
              <ns1:cxn ang="0">
                <ns1:pos x="T82" y="T83"/>
              </ns1:cxn>
              <ns1:cxn ang="0">
                <ns1:pos x="T84" y="T85"/>
              </ns1:cxn>
              <ns1:cxn ang="0">
                <ns1:pos x="T86" y="T87"/>
              </ns1:cxn>
              <ns1:cxn ang="0">
                <ns1:pos x="T88" y="T89"/>
              </ns1:cxn>
              <ns1:cxn ang="0">
                <ns1:pos x="T90" y="T91"/>
              </ns1:cxn>
              <ns1:cxn ang="0">
                <ns1:pos x="T92" y="T93"/>
              </ns1:cxn>
            </ns1:cxnLst>
            <ns1:rect l="0" t="0" r="r" b="b"/>
            <ns1:pathLst>
              <ns1:path w="579" h="1073">
                <ns1:moveTo>
                  <ns1:pt x="482" y="367"/>
                </ns1:moveTo>
                <ns1:cubicBezTo>
                  <ns1:pt x="482" y="148"/>
                  <ns1:pt x="482" y="148"/>
                  <ns1:pt x="482" y="148"/>
                </ns1:cubicBezTo>
                <ns1:cubicBezTo>
                  <ns1:pt x="508" y="135"/>
                  <ns1:pt x="525" y="109"/>
                  <ns1:pt x="525" y="79"/>
                </ns1:cubicBezTo>
                <ns1:cubicBezTo>
                  <ns1:pt x="525" y="35"/>
                  <ns1:pt x="490" y="0"/>
                  <ns1:pt x="447" y="0"/>
                </ns1:cubicBezTo>
                <ns1:cubicBezTo>
                  <ns1:pt x="132" y="0"/>
                  <ns1:pt x="132" y="0"/>
                  <ns1:pt x="132" y="0"/>
                </ns1:cubicBezTo>
                <ns1:cubicBezTo>
                  <ns1:pt x="89" y="0"/>
                  <ns1:pt x="54" y="35"/>
                  <ns1:pt x="54" y="79"/>
                </ns1:cubicBezTo>
                <ns1:cubicBezTo>
                  <ns1:pt x="54" y="109"/>
                  <ns1:pt x="71" y="135"/>
                  <ns1:pt x="96" y="148"/>
                </ns1:cubicBezTo>
                <ns1:cubicBezTo>
                  <ns1:pt x="96" y="367"/>
                  <ns1:pt x="96" y="367"/>
                  <ns1:pt x="96" y="367"/>
                </ns1:cubicBezTo>
                <ns1:cubicBezTo>
                  <ns1:pt x="35" y="422"/>
                  <ns1:pt x="0" y="500"/>
                  <ns1:pt x="0" y="583"/>
                </ns1:cubicBezTo>
                <ns1:cubicBezTo>
                  <ns1:pt x="0" y="612"/>
                  <ns1:pt x="0" y="612"/>
                  <ns1:pt x="0" y="612"/>
                </ns1:cubicBezTo>
                <ns1:cubicBezTo>
                  <ns1:pt x="224" y="612"/>
                  <ns1:pt x="224" y="612"/>
                  <ns1:pt x="224" y="612"/>
                </ns1:cubicBezTo>
                <ns1:cubicBezTo>
                  <ns1:pt x="224" y="923"/>
                  <ns1:pt x="224" y="923"/>
                  <ns1:pt x="224" y="923"/>
                </ns1:cubicBezTo>
                <ns1:cubicBezTo>
                  <ns1:pt x="289" y="1073"/>
                  <ns1:pt x="289" y="1073"/>
                  <ns1:pt x="289" y="1073"/>
                </ns1:cubicBezTo>
                <ns1:cubicBezTo>
                  <ns1:pt x="355" y="923"/>
                  <ns1:pt x="355" y="923"/>
                  <ns1:pt x="355" y="923"/>
                </ns1:cubicBezTo>
                <ns1:cubicBezTo>
                  <ns1:pt x="355" y="612"/>
                  <ns1:pt x="355" y="612"/>
                  <ns1:pt x="355" y="612"/>
                </ns1:cubicBezTo>
                <ns1:cubicBezTo>
                  <ns1:pt x="579" y="612"/>
                  <ns1:pt x="579" y="612"/>
                  <ns1:pt x="579" y="612"/>
                </ns1:cubicBezTo>
                <ns1:cubicBezTo>
                  <ns1:pt x="579" y="583"/>
                  <ns1:pt x="579" y="583"/>
                  <ns1:pt x="579" y="583"/>
                </ns1:cubicBezTo>
                <ns1:cubicBezTo>
                  <ns1:pt x="579" y="500"/>
                  <ns1:pt x="544" y="422"/>
                  <ns1:pt x="482" y="367"/>
                </ns1:cubicBezTo>
                <ns1:close/>
                <ns1:moveTo>
                  <ns1:pt x="132" y="58"/>
                </ns1:moveTo>
                <ns1:cubicBezTo>
                  <ns1:pt x="447" y="58"/>
                  <ns1:pt x="447" y="58"/>
                  <ns1:pt x="447" y="58"/>
                </ns1:cubicBezTo>
                <ns1:cubicBezTo>
                  <ns1:pt x="458" y="58"/>
                  <ns1:pt x="467" y="67"/>
                  <ns1:pt x="467" y="79"/>
                </ns1:cubicBezTo>
                <ns1:cubicBezTo>
                  <ns1:pt x="467" y="89"/>
                  <ns1:pt x="459" y="97"/>
                  <ns1:pt x="449" y="99"/>
                </ns1:cubicBezTo>
                <ns1:cubicBezTo>
                  <ns1:pt x="436" y="101"/>
                  <ns1:pt x="436" y="101"/>
                  <ns1:pt x="436" y="101"/>
                </ns1:cubicBezTo>
                <ns1:cubicBezTo>
                  <ns1:pt x="143" y="101"/>
                  <ns1:pt x="143" y="101"/>
                  <ns1:pt x="143" y="101"/>
                </ns1:cubicBezTo>
                <ns1:cubicBezTo>
                  <ns1:pt x="129" y="99"/>
                  <ns1:pt x="129" y="99"/>
                  <ns1:pt x="129" y="99"/>
                </ns1:cubicBezTo>
                <ns1:cubicBezTo>
                  <ns1:pt x="119" y="97"/>
                  <ns1:pt x="111" y="89"/>
                  <ns1:pt x="111" y="79"/>
                </ns1:cubicBezTo>
                <ns1:cubicBezTo>
                  <ns1:pt x="111" y="67"/>
                  <ns1:pt x="121" y="58"/>
                  <ns1:pt x="132" y="58"/>
                </ns1:cubicBezTo>
                <ns1:close/>
                <ns1:moveTo>
                  <ns1:pt x="424" y="370"/>
                </ns1:moveTo>
                <ns1:cubicBezTo>
                  <ns1:pt x="154" y="370"/>
                  <ns1:pt x="154" y="370"/>
                  <ns1:pt x="154" y="370"/>
                </ns1:cubicBezTo>
                <ns1:cubicBezTo>
                  <ns1:pt x="154" y="130"/>
                  <ns1:pt x="154" y="130"/>
                  <ns1:pt x="154" y="130"/>
                </ns1:cubicBezTo>
                <ns1:cubicBezTo>
                  <ns1:pt x="424" y="130"/>
                  <ns1:pt x="424" y="130"/>
                  <ns1:pt x="424" y="130"/>
                </ns1:cubicBezTo>
                <ns1:lnTo>
                  <ns1:pt x="424" y="370"/>
                </ns1:lnTo>
                <ns1:close/>
                <ns1:moveTo>
                  <ns1:pt x="297" y="911"/>
                </ns1:moveTo>
                <ns1:cubicBezTo>
                  <ns1:pt x="289" y="928"/>
                  <ns1:pt x="289" y="928"/>
                  <ns1:pt x="289" y="928"/>
                </ns1:cubicBezTo>
                <ns1:cubicBezTo>
                  <ns1:pt x="282" y="911"/>
                  <ns1:pt x="282" y="911"/>
                  <ns1:pt x="282" y="911"/>
                </ns1:cubicBezTo>
                <ns1:cubicBezTo>
                  <ns1:pt x="282" y="612"/>
                  <ns1:pt x="282" y="612"/>
                  <ns1:pt x="282" y="612"/>
                </ns1:cubicBezTo>
                <ns1:cubicBezTo>
                  <ns1:pt x="297" y="612"/>
                  <ns1:pt x="297" y="612"/>
                  <ns1:pt x="297" y="612"/>
                </ns1:cubicBezTo>
                <ns1:lnTo>
                  <ns1:pt x="297" y="911"/>
                </ns1:lnTo>
                <ns1:close/>
                <ns1:moveTo>
                  <ns1:pt x="355" y="554"/>
                </ns1:moveTo>
                <ns1:cubicBezTo>
                  <ns1:pt x="224" y="554"/>
                  <ns1:pt x="224" y="554"/>
                  <ns1:pt x="224" y="554"/>
                </ns1:cubicBezTo>
                <ns1:cubicBezTo>
                  <ns1:pt x="59" y="554"/>
                  <ns1:pt x="59" y="554"/>
                  <ns1:pt x="59" y="554"/>
                </ns1:cubicBezTo>
                <ns1:cubicBezTo>
                  <ns1:pt x="67" y="495"/>
                  <ns1:pt x="97" y="441"/>
                  <ns1:pt x="144" y="403"/>
                </ns1:cubicBezTo>
                <ns1:cubicBezTo>
                  <ns1:pt x="149" y="399"/>
                  <ns1:pt x="149" y="399"/>
                  <ns1:pt x="149" y="399"/>
                </ns1:cubicBezTo>
                <ns1:cubicBezTo>
                  <ns1:pt x="430" y="399"/>
                  <ns1:pt x="430" y="399"/>
                  <ns1:pt x="430" y="399"/>
                </ns1:cubicBezTo>
                <ns1:cubicBezTo>
                  <ns1:pt x="435" y="403"/>
                  <ns1:pt x="435" y="403"/>
                  <ns1:pt x="435" y="403"/>
                </ns1:cubicBezTo>
                <ns1:cubicBezTo>
                  <ns1:pt x="482" y="441"/>
                  <ns1:pt x="512" y="495"/>
                  <ns1:pt x="519" y="554"/>
                </ns1:cubicBezTo>
                <ns1:lnTo>
                  <ns1:pt x="355" y="554"/>
                </ns1:lnTo>
                <ns1:close/>
              </ns1:path>
            </ns1:pathLst>
          </ns1:custGeom>
          <ns1:solidFill>
            <ns1:schemeClr val="tx1"/>
          </ns1:solidFill>
          <ns1:ln>
            <ns1:noFill/>
          </ns1:ln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id-ID" sz="2700"/>
          </ns1:p>
        </ns0:txBody>
      </ns0:sp>
      <ns0:grpSp>
        <ns0:nvGrpSpPr>
          <ns0:cNvPr id="230" name="Group 229"/>
          <ns0:cNvGrpSpPr/>
          <ns0:nvPr/>
        </ns0:nvGrpSpPr>
        <ns0:grpSpPr>
          <ns1:xfrm rot="2700000">
            <ns1:off x="3251020" y="4510879"/>
            <ns1:ext cx="316524" cy="551595"/>
            <ns1:chOff x="4732338" y="4783138"/>
            <ns1:chExt cx="703263" cy="1225550"/>
          </ns1:xfrm>
          <ns1:solidFill>
            <ns1:schemeClr val="tx1"/>
          </ns1:solidFill>
        </ns0:grpSpPr>
        <ns0:sp>
          <ns0:nvSpPr>
            <ns0:cNvPr id="231" name="Freeform 30"/>
            <ns0:cNvSpPr>
              <ns1:spLocks noEditPoints="1"/>
            </ns0:cNvSpPr>
            <ns0:nvPr/>
          </ns0:nvSpPr>
          <ns0:spPr bwMode="auto">
            <ns1:xfrm>
              <ns1:off x="4732338" y="4783138"/>
              <ns1:ext cx="703263" cy="1173163"/>
            </ns1:xfrm>
            <ns1:custGeom>
              <ns1:avLst/>
              <ns1:gdLst>
                <ns1:gd name="T0" fmla="*/ 50 w 184"/>
                <ns1:gd name="T1" fmla="*/ 310 h 310"/>
                <ns1:gd name="T2" fmla="*/ 32 w 184"/>
                <ns1:gd name="T3" fmla="*/ 282 h 310"/>
                <ns1:gd name="T4" fmla="*/ 10 w 184"/>
                <ns1:gd name="T5" fmla="*/ 199 h 310"/>
                <ns1:gd name="T6" fmla="*/ 39 w 184"/>
                <ns1:gd name="T7" fmla="*/ 171 h 310"/>
                <ns1:gd name="T8" fmla="*/ 30 w 184"/>
                <ns1:gd name="T9" fmla="*/ 116 h 310"/>
                <ns1:gd name="T10" fmla="*/ 36 w 184"/>
                <ns1:gd name="T11" fmla="*/ 73 h 310"/>
                <ns1:gd name="T12" fmla="*/ 36 w 184"/>
                <ns1:gd name="T13" fmla="*/ 72 h 310"/>
                <ns1:gd name="T14" fmla="*/ 92 w 184"/>
                <ns1:gd name="T15" fmla="*/ 0 h 310"/>
                <ns1:gd name="T16" fmla="*/ 148 w 184"/>
                <ns1:gd name="T17" fmla="*/ 72 h 310"/>
                <ns1:gd name="T18" fmla="*/ 148 w 184"/>
                <ns1:gd name="T19" fmla="*/ 73 h 310"/>
                <ns1:gd name="T20" fmla="*/ 155 w 184"/>
                <ns1:gd name="T21" fmla="*/ 116 h 310"/>
                <ns1:gd name="T22" fmla="*/ 145 w 184"/>
                <ns1:gd name="T23" fmla="*/ 171 h 310"/>
                <ns1:gd name="T24" fmla="*/ 174 w 184"/>
                <ns1:gd name="T25" fmla="*/ 199 h 310"/>
                <ns1:gd name="T26" fmla="*/ 153 w 184"/>
                <ns1:gd name="T27" fmla="*/ 282 h 310"/>
                <ns1:gd name="T28" fmla="*/ 134 w 184"/>
                <ns1:gd name="T29" fmla="*/ 310 h 310"/>
                <ns1:gd name="T30" fmla="*/ 134 w 184"/>
                <ns1:gd name="T31" fmla="*/ 276 h 310"/>
                <ns1:gd name="T32" fmla="*/ 118 w 184"/>
                <ns1:gd name="T33" fmla="*/ 239 h 310"/>
                <ns1:gd name="T34" fmla="*/ 118 w 184"/>
                <ns1:gd name="T35" fmla="*/ 240 h 310"/>
                <ns1:gd name="T36" fmla="*/ 115 w 184"/>
                <ns1:gd name="T37" fmla="*/ 246 h 310"/>
                <ns1:gd name="T38" fmla="*/ 108 w 184"/>
                <ns1:gd name="T39" fmla="*/ 245 h 310"/>
                <ns1:gd name="T40" fmla="*/ 76 w 184"/>
                <ns1:gd name="T41" fmla="*/ 245 h 310"/>
                <ns1:gd name="T42" fmla="*/ 69 w 184"/>
                <ns1:gd name="T43" fmla="*/ 246 h 310"/>
                <ns1:gd name="T44" fmla="*/ 66 w 184"/>
                <ns1:gd name="T45" fmla="*/ 240 h 310"/>
                <ns1:gd name="T46" fmla="*/ 66 w 184"/>
                <ns1:gd name="T47" fmla="*/ 239 h 310"/>
                <ns1:gd name="T48" fmla="*/ 50 w 184"/>
                <ns1:gd name="T49" fmla="*/ 276 h 310"/>
                <ns1:gd name="T50" fmla="*/ 50 w 184"/>
                <ns1:gd name="T51" fmla="*/ 310 h 310"/>
                <ns1:gd name="T52" fmla="*/ 55 w 184"/>
                <ns1:gd name="T53" fmla="*/ 79 h 310"/>
                <ns1:gd name="T54" fmla="*/ 50 w 184"/>
                <ns1:gd name="T55" fmla="*/ 116 h 310"/>
                <ns1:gd name="T56" fmla="*/ 61 w 184"/>
                <ns1:gd name="T57" fmla="*/ 174 h 310"/>
                <ns1:gd name="T58" fmla="*/ 64 w 184"/>
                <ns1:gd name="T59" fmla="*/ 184 h 310"/>
                <ns1:gd name="T60" fmla="*/ 54 w 184"/>
                <ns1:gd name="T61" fmla="*/ 187 h 310"/>
                <ns1:gd name="T62" fmla="*/ 29 w 184"/>
                <ns1:gd name="T63" fmla="*/ 205 h 310"/>
                <ns1:gd name="T64" fmla="*/ 36 w 184"/>
                <ns1:gd name="T65" fmla="*/ 247 h 310"/>
                <ns1:gd name="T66" fmla="*/ 65 w 184"/>
                <ns1:gd name="T67" fmla="*/ 215 h 310"/>
                <ns1:gd name="T68" fmla="*/ 74 w 184"/>
                <ns1:gd name="T69" fmla="*/ 209 h 310"/>
                <ns1:gd name="T70" fmla="*/ 79 w 184"/>
                <ns1:gd name="T71" fmla="*/ 219 h 310"/>
                <ns1:gd name="T72" fmla="*/ 82 w 184"/>
                <ns1:gd name="T73" fmla="*/ 225 h 310"/>
                <ns1:gd name="T74" fmla="*/ 103 w 184"/>
                <ns1:gd name="T75" fmla="*/ 225 h 310"/>
                <ns1:gd name="T76" fmla="*/ 105 w 184"/>
                <ns1:gd name="T77" fmla="*/ 219 h 310"/>
                <ns1:gd name="T78" fmla="*/ 110 w 184"/>
                <ns1:gd name="T79" fmla="*/ 209 h 310"/>
                <ns1:gd name="T80" fmla="*/ 120 w 184"/>
                <ns1:gd name="T81" fmla="*/ 215 h 310"/>
                <ns1:gd name="T82" fmla="*/ 148 w 184"/>
                <ns1:gd name="T83" fmla="*/ 247 h 310"/>
                <ns1:gd name="T84" fmla="*/ 155 w 184"/>
                <ns1:gd name="T85" fmla="*/ 205 h 310"/>
                <ns1:gd name="T86" fmla="*/ 130 w 184"/>
                <ns1:gd name="T87" fmla="*/ 187 h 310"/>
                <ns1:gd name="T88" fmla="*/ 120 w 184"/>
                <ns1:gd name="T89" fmla="*/ 184 h 310"/>
                <ns1:gd name="T90" fmla="*/ 123 w 184"/>
                <ns1:gd name="T91" fmla="*/ 174 h 310"/>
                <ns1:gd name="T92" fmla="*/ 135 w 184"/>
                <ns1:gd name="T93" fmla="*/ 116 h 310"/>
                <ns1:gd name="T94" fmla="*/ 129 w 184"/>
                <ns1:gd name="T95" fmla="*/ 79 h 310"/>
                <ns1:gd name="T96" fmla="*/ 92 w 184"/>
                <ns1:gd name="T97" fmla="*/ 21 h 310"/>
                <ns1:gd name="T98" fmla="*/ 55 w 184"/>
                <ns1:gd name="T99" fmla="*/ 79 h 310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  <ns1:cxn ang="0">
                  <ns1:pos x="T30" y="T31"/>
                </ns1:cxn>
                <ns1:cxn ang="0">
                  <ns1:pos x="T32" y="T33"/>
                </ns1:cxn>
                <ns1:cxn ang="0">
                  <ns1:pos x="T34" y="T35"/>
                </ns1:cxn>
                <ns1:cxn ang="0">
                  <ns1:pos x="T36" y="T37"/>
                </ns1:cxn>
                <ns1:cxn ang="0">
                  <ns1:pos x="T38" y="T39"/>
                </ns1:cxn>
                <ns1:cxn ang="0">
                  <ns1:pos x="T40" y="T41"/>
                </ns1:cxn>
                <ns1:cxn ang="0">
                  <ns1:pos x="T42" y="T43"/>
                </ns1:cxn>
                <ns1:cxn ang="0">
                  <ns1:pos x="T44" y="T45"/>
                </ns1:cxn>
                <ns1:cxn ang="0">
                  <ns1:pos x="T46" y="T47"/>
                </ns1:cxn>
                <ns1:cxn ang="0">
                  <ns1:pos x="T48" y="T49"/>
                </ns1:cxn>
                <ns1:cxn ang="0">
                  <ns1:pos x="T50" y="T51"/>
                </ns1:cxn>
                <ns1:cxn ang="0">
                  <ns1:pos x="T52" y="T53"/>
                </ns1:cxn>
                <ns1:cxn ang="0">
                  <ns1:pos x="T54" y="T55"/>
                </ns1:cxn>
                <ns1:cxn ang="0">
                  <ns1:pos x="T56" y="T57"/>
                </ns1:cxn>
                <ns1:cxn ang="0">
                  <ns1:pos x="T58" y="T59"/>
                </ns1:cxn>
                <ns1:cxn ang="0">
                  <ns1:pos x="T60" y="T61"/>
                </ns1:cxn>
                <ns1:cxn ang="0">
                  <ns1:pos x="T62" y="T63"/>
                </ns1:cxn>
                <ns1:cxn ang="0">
                  <ns1:pos x="T64" y="T65"/>
                </ns1:cxn>
                <ns1:cxn ang="0">
                  <ns1:pos x="T66" y="T67"/>
                </ns1:cxn>
                <ns1:cxn ang="0">
                  <ns1:pos x="T68" y="T69"/>
                </ns1:cxn>
                <ns1:cxn ang="0">
                  <ns1:pos x="T70" y="T71"/>
                </ns1:cxn>
                <ns1:cxn ang="0">
                  <ns1:pos x="T72" y="T73"/>
                </ns1:cxn>
                <ns1:cxn ang="0">
                  <ns1:pos x="T74" y="T75"/>
                </ns1:cxn>
                <ns1:cxn ang="0">
                  <ns1:pos x="T76" y="T77"/>
                </ns1:cxn>
                <ns1:cxn ang="0">
                  <ns1:pos x="T78" y="T79"/>
                </ns1:cxn>
                <ns1:cxn ang="0">
                  <ns1:pos x="T80" y="T81"/>
                </ns1:cxn>
                <ns1:cxn ang="0">
                  <ns1:pos x="T82" y="T83"/>
                </ns1:cxn>
                <ns1:cxn ang="0">
                  <ns1:pos x="T84" y="T85"/>
                </ns1:cxn>
                <ns1:cxn ang="0">
                  <ns1:pos x="T86" y="T87"/>
                </ns1:cxn>
                <ns1:cxn ang="0">
                  <ns1:pos x="T88" y="T89"/>
                </ns1:cxn>
                <ns1:cxn ang="0">
                  <ns1:pos x="T90" y="T91"/>
                </ns1:cxn>
                <ns1:cxn ang="0">
                  <ns1:pos x="T92" y="T93"/>
                </ns1:cxn>
                <ns1:cxn ang="0">
                  <ns1:pos x="T94" y="T95"/>
                </ns1:cxn>
                <ns1:cxn ang="0">
                  <ns1:pos x="T96" y="T97"/>
                </ns1:cxn>
                <ns1:cxn ang="0">
                  <ns1:pos x="T98" y="T99"/>
                </ns1:cxn>
              </ns1:cxnLst>
              <ns1:rect l="0" t="0" r="r" b="b"/>
              <ns1:pathLst>
                <ns1:path w="184" h="310">
                  <ns1:moveTo>
                    <ns1:pt x="50" y="310"/>
                  </ns1:moveTo>
                  <ns1:cubicBezTo>
                    <ns1:pt x="32" y="282"/>
                    <ns1:pt x="32" y="282"/>
                    <ns1:pt x="32" y="282"/>
                  </ns1:cubicBezTo>
                  <ns1:cubicBezTo>
                    <ns1:pt x="28" y="276"/>
                    <ns1:pt x="0" y="230"/>
                    <ns1:pt x="10" y="199"/>
                  </ns1:cubicBezTo>
                  <ns1:cubicBezTo>
                    <ns1:pt x="14" y="187"/>
                    <ns1:pt x="24" y="178"/>
                    <ns1:pt x="39" y="171"/>
                  </ns1:cubicBezTo>
                  <ns1:cubicBezTo>
                    <ns1:pt x="33" y="151"/>
                    <ns1:pt x="30" y="132"/>
                    <ns1:pt x="30" y="116"/>
                  </ns1:cubicBezTo>
                  <ns1:cubicBezTo>
                    <ns1:pt x="30" y="102"/>
                    <ns1:pt x="32" y="87"/>
                    <ns1:pt x="36" y="73"/>
                  </ns1:cubicBezTo>
                  <ns1:cubicBezTo>
                    <ns1:pt x="36" y="72"/>
                    <ns1:pt x="36" y="72"/>
                    <ns1:pt x="36" y="72"/>
                  </ns1:cubicBezTo>
                  <ns1:cubicBezTo>
                    <ns1:pt x="50" y="35"/>
                    <ns1:pt x="77" y="0"/>
                    <ns1:pt x="92" y="0"/>
                  </ns1:cubicBezTo>
                  <ns1:cubicBezTo>
                    <ns1:pt x="107" y="0"/>
                    <ns1:pt x="134" y="35"/>
                    <ns1:pt x="148" y="72"/>
                  </ns1:cubicBezTo>
                  <ns1:cubicBezTo>
                    <ns1:pt x="148" y="73"/>
                    <ns1:pt x="148" y="73"/>
                    <ns1:pt x="148" y="73"/>
                  </ns1:cubicBezTo>
                  <ns1:cubicBezTo>
                    <ns1:pt x="152" y="87"/>
                    <ns1:pt x="155" y="102"/>
                    <ns1:pt x="155" y="116"/>
                  </ns1:cubicBezTo>
                  <ns1:cubicBezTo>
                    <ns1:pt x="155" y="132"/>
                    <ns1:pt x="152" y="151"/>
                    <ns1:pt x="145" y="171"/>
                  </ns1:cubicBezTo>
                  <ns1:cubicBezTo>
                    <ns1:pt x="160" y="178"/>
                    <ns1:pt x="170" y="187"/>
                    <ns1:pt x="174" y="199"/>
                  </ns1:cubicBezTo>
                  <ns1:cubicBezTo>
                    <ns1:pt x="184" y="230"/>
                    <ns1:pt x="156" y="276"/>
                    <ns1:pt x="153" y="282"/>
                  </ns1:cubicBezTo>
                  <ns1:cubicBezTo>
                    <ns1:pt x="134" y="310"/>
                    <ns1:pt x="134" y="310"/>
                    <ns1:pt x="134" y="310"/>
                  </ns1:cubicBezTo>
                  <ns1:cubicBezTo>
                    <ns1:pt x="134" y="276"/>
                    <ns1:pt x="134" y="276"/>
                    <ns1:pt x="134" y="276"/>
                  </ns1:cubicBezTo>
                  <ns1:cubicBezTo>
                    <ns1:pt x="134" y="262"/>
                    <ns1:pt x="128" y="248"/>
                    <ns1:pt x="118" y="239"/>
                  </ns1:cubicBezTo>
                  <ns1:cubicBezTo>
                    <ns1:pt x="118" y="239"/>
                    <ns1:pt x="118" y="239"/>
                    <ns1:pt x="118" y="240"/>
                  </ns1:cubicBezTo>
                  <ns1:cubicBezTo>
                    <ns1:pt x="115" y="246"/>
                    <ns1:pt x="115" y="246"/>
                    <ns1:pt x="115" y="246"/>
                  </ns1:cubicBezTo>
                  <ns1:cubicBezTo>
                    <ns1:pt x="108" y="245"/>
                    <ns1:pt x="108" y="245"/>
                    <ns1:pt x="108" y="245"/>
                  </ns1:cubicBezTo>
                  <ns1:cubicBezTo>
                    <ns1:pt x="98" y="245"/>
                    <ns1:pt x="87" y="245"/>
                    <ns1:pt x="76" y="245"/>
                  </ns1:cubicBezTo>
                  <ns1:cubicBezTo>
                    <ns1:pt x="69" y="246"/>
                    <ns1:pt x="69" y="246"/>
                    <ns1:pt x="69" y="246"/>
                  </ns1:cubicBezTo>
                  <ns1:cubicBezTo>
                    <ns1:pt x="66" y="240"/>
                    <ns1:pt x="66" y="240"/>
                    <ns1:pt x="66" y="240"/>
                  </ns1:cubicBezTo>
                  <ns1:cubicBezTo>
                    <ns1:pt x="66" y="239"/>
                    <ns1:pt x="66" y="239"/>
                    <ns1:pt x="66" y="239"/>
                  </ns1:cubicBezTo>
                  <ns1:cubicBezTo>
                    <ns1:pt x="56" y="249"/>
                    <ns1:pt x="50" y="262"/>
                    <ns1:pt x="50" y="276"/>
                  </ns1:cubicBezTo>
                  <ns1:lnTo>
                    <ns1:pt x="50" y="310"/>
                  </ns1:lnTo>
                  <ns1:close/>
                  <ns1:moveTo>
                    <ns1:pt x="55" y="79"/>
                  </ns1:moveTo>
                  <ns1:cubicBezTo>
                    <ns1:pt x="52" y="91"/>
                    <ns1:pt x="50" y="104"/>
                    <ns1:pt x="50" y="116"/>
                  </ns1:cubicBezTo>
                  <ns1:cubicBezTo>
                    <ns1:pt x="50" y="132"/>
                    <ns1:pt x="53" y="152"/>
                    <ns1:pt x="61" y="174"/>
                  </ns1:cubicBezTo>
                  <ns1:cubicBezTo>
                    <ns1:pt x="64" y="184"/>
                    <ns1:pt x="64" y="184"/>
                    <ns1:pt x="64" y="184"/>
                  </ns1:cubicBezTo>
                  <ns1:cubicBezTo>
                    <ns1:pt x="54" y="187"/>
                    <ns1:pt x="54" y="187"/>
                    <ns1:pt x="54" y="187"/>
                  </ns1:cubicBezTo>
                  <ns1:cubicBezTo>
                    <ns1:pt x="45" y="190"/>
                    <ns1:pt x="33" y="196"/>
                    <ns1:pt x="29" y="205"/>
                  </ns1:cubicBezTo>
                  <ns1:cubicBezTo>
                    <ns1:pt x="26" y="216"/>
                    <ns1:pt x="30" y="233"/>
                    <ns1:pt x="36" y="247"/>
                  </ns1:cubicBezTo>
                  <ns1:cubicBezTo>
                    <ns1:pt x="42" y="234"/>
                    <ns1:pt x="52" y="223"/>
                    <ns1:pt x="65" y="215"/>
                  </ns1:cubicBezTo>
                  <ns1:cubicBezTo>
                    <ns1:pt x="74" y="209"/>
                    <ns1:pt x="74" y="209"/>
                    <ns1:pt x="74" y="209"/>
                  </ns1:cubicBezTo>
                  <ns1:cubicBezTo>
                    <ns1:pt x="79" y="219"/>
                    <ns1:pt x="79" y="219"/>
                    <ns1:pt x="79" y="219"/>
                  </ns1:cubicBezTo>
                  <ns1:cubicBezTo>
                    <ns1:pt x="80" y="221"/>
                    <ns1:pt x="81" y="223"/>
                    <ns1:pt x="82" y="225"/>
                  </ns1:cubicBezTo>
                  <ns1:cubicBezTo>
                    <ns1:pt x="89" y="225"/>
                    <ns1:pt x="96" y="225"/>
                    <ns1:pt x="103" y="225"/>
                  </ns1:cubicBezTo>
                  <ns1:cubicBezTo>
                    <ns1:pt x="104" y="223"/>
                    <ns1:pt x="105" y="221"/>
                    <ns1:pt x="105" y="219"/>
                  </ns1:cubicBezTo>
                  <ns1:cubicBezTo>
                    <ns1:pt x="110" y="209"/>
                    <ns1:pt x="110" y="209"/>
                    <ns1:pt x="110" y="209"/>
                  </ns1:cubicBezTo>
                  <ns1:cubicBezTo>
                    <ns1:pt x="120" y="215"/>
                    <ns1:pt x="120" y="215"/>
                    <ns1:pt x="120" y="215"/>
                  </ns1:cubicBezTo>
                  <ns1:cubicBezTo>
                    <ns1:pt x="133" y="223"/>
                    <ns1:pt x="142" y="234"/>
                    <ns1:pt x="148" y="247"/>
                  </ns1:cubicBezTo>
                  <ns1:cubicBezTo>
                    <ns1:pt x="154" y="233"/>
                    <ns1:pt x="159" y="216"/>
                    <ns1:pt x="155" y="205"/>
                  </ns1:cubicBezTo>
                  <ns1:cubicBezTo>
                    <ns1:pt x="152" y="196"/>
                    <ns1:pt x="140" y="190"/>
                    <ns1:pt x="130" y="187"/>
                  </ns1:cubicBezTo>
                  <ns1:cubicBezTo>
                    <ns1:pt x="120" y="184"/>
                    <ns1:pt x="120" y="184"/>
                    <ns1:pt x="120" y="184"/>
                  </ns1:cubicBezTo>
                  <ns1:cubicBezTo>
                    <ns1:pt x="123" y="174"/>
                    <ns1:pt x="123" y="174"/>
                    <ns1:pt x="123" y="174"/>
                  </ns1:cubicBezTo>
                  <ns1:cubicBezTo>
                    <ns1:pt x="131" y="152"/>
                    <ns1:pt x="135" y="132"/>
                    <ns1:pt x="135" y="116"/>
                  </ns1:cubicBezTo>
                  <ns1:cubicBezTo>
                    <ns1:pt x="135" y="104"/>
                    <ns1:pt x="133" y="91"/>
                    <ns1:pt x="129" y="79"/>
                  </ns1:cubicBezTo>
                  <ns1:cubicBezTo>
                    <ns1:pt x="117" y="47"/>
                    <ns1:pt x="99" y="26"/>
                    <ns1:pt x="92" y="21"/>
                  </ns1:cubicBezTo>
                  <ns1:cubicBezTo>
                    <ns1:pt x="85" y="26"/>
                    <ns1:pt x="67" y="47"/>
                    <ns1:pt x="55" y="79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232" name="Freeform 31"/>
            <ns0:cNvSpPr>
              <ns1:spLocks noEditPoints="1"/>
            </ns0:cNvSpPr>
            <ns0:nvPr/>
          </ns0:nvSpPr>
          <ns0:spPr bwMode="auto">
            <ns1:xfrm>
              <ns1:off x="4960938" y="5127626"/>
              <ns1:ext cx="244475" cy="241300"/>
            </ns1:xfrm>
            <ns1:custGeom>
              <ns1:avLst/>
              <ns1:gdLst>
                <ns1:gd name="T0" fmla="*/ 32 w 64"/>
                <ns1:gd name="T1" fmla="*/ 64 h 64"/>
                <ns1:gd name="T2" fmla="*/ 0 w 64"/>
                <ns1:gd name="T3" fmla="*/ 32 h 64"/>
                <ns1:gd name="T4" fmla="*/ 32 w 64"/>
                <ns1:gd name="T5" fmla="*/ 0 h 64"/>
                <ns1:gd name="T6" fmla="*/ 64 w 64"/>
                <ns1:gd name="T7" fmla="*/ 32 h 64"/>
                <ns1:gd name="T8" fmla="*/ 32 w 64"/>
                <ns1:gd name="T9" fmla="*/ 64 h 64"/>
                <ns1:gd name="T10" fmla="*/ 32 w 64"/>
                <ns1:gd name="T11" fmla="*/ 12 h 64"/>
                <ns1:gd name="T12" fmla="*/ 12 w 64"/>
                <ns1:gd name="T13" fmla="*/ 32 h 64"/>
                <ns1:gd name="T14" fmla="*/ 32 w 64"/>
                <ns1:gd name="T15" fmla="*/ 52 h 64"/>
                <ns1:gd name="T16" fmla="*/ 52 w 64"/>
                <ns1:gd name="T17" fmla="*/ 32 h 64"/>
                <ns1:gd name="T18" fmla="*/ 32 w 64"/>
                <ns1:gd name="T19" fmla="*/ 12 h 64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</ns1:cxnLst>
              <ns1:rect l="0" t="0" r="r" b="b"/>
              <ns1:pathLst>
                <ns1:path w="64" h="64">
                  <ns1:moveTo>
                    <ns1:pt x="32" y="64"/>
                  </ns1:moveTo>
                  <ns1:cubicBezTo>
                    <ns1:pt x="14" y="64"/>
                    <ns1:pt x="0" y="50"/>
                    <ns1:pt x="0" y="32"/>
                  </ns1:cubicBezTo>
                  <ns1:cubicBezTo>
                    <ns1:pt x="0" y="14"/>
                    <ns1:pt x="14" y="0"/>
                    <ns1:pt x="32" y="0"/>
                  </ns1:cubicBezTo>
                  <ns1:cubicBezTo>
                    <ns1:pt x="50" y="0"/>
                    <ns1:pt x="64" y="14"/>
                    <ns1:pt x="64" y="32"/>
                  </ns1:cubicBezTo>
                  <ns1:cubicBezTo>
                    <ns1:pt x="64" y="50"/>
                    <ns1:pt x="50" y="64"/>
                    <ns1:pt x="32" y="64"/>
                  </ns1:cubicBezTo>
                  <ns1:close/>
                  <ns1:moveTo>
                    <ns1:pt x="32" y="12"/>
                  </ns1:moveTo>
                  <ns1:cubicBezTo>
                    <ns1:pt x="21" y="12"/>
                    <ns1:pt x="12" y="21"/>
                    <ns1:pt x="12" y="32"/>
                  </ns1:cubicBezTo>
                  <ns1:cubicBezTo>
                    <ns1:pt x="12" y="43"/>
                    <ns1:pt x="21" y="52"/>
                    <ns1:pt x="32" y="52"/>
                  </ns1:cubicBezTo>
                  <ns1:cubicBezTo>
                    <ns1:pt x="43" y="52"/>
                    <ns1:pt x="52" y="43"/>
                    <ns1:pt x="52" y="32"/>
                  </ns1:cubicBezTo>
                  <ns1:cubicBezTo>
                    <ns1:pt x="52" y="21"/>
                    <ns1:pt x="43" y="12"/>
                    <ns1:pt x="32" y="12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233" name="Freeform 32"/>
            <ns0:cNvSpPr>
              <ns1:spLocks noEditPoints="1"/>
            </ns0:cNvSpPr>
            <ns0:nvPr/>
          </ns0:nvSpPr>
          <ns0:spPr bwMode="auto">
            <ns1:xfrm>
              <ns1:off x="4973638" y="5649913"/>
              <ns1:ext cx="225425" cy="358775"/>
            </ns1:xfrm>
            <ns1:custGeom>
              <ns1:avLst/>
              <ns1:gdLst>
                <ns1:gd name="T0" fmla="*/ 29 w 59"/>
                <ns1:gd name="T1" fmla="*/ 95 h 95"/>
                <ns1:gd name="T2" fmla="*/ 24 w 59"/>
                <ns1:gd name="T3" fmla="*/ 85 h 95"/>
                <ns1:gd name="T4" fmla="*/ 0 w 59"/>
                <ns1:gd name="T5" fmla="*/ 26 h 95"/>
                <ns1:gd name="T6" fmla="*/ 29 w 59"/>
                <ns1:gd name="T7" fmla="*/ 0 h 95"/>
                <ns1:gd name="T8" fmla="*/ 59 w 59"/>
                <ns1:gd name="T9" fmla="*/ 26 h 95"/>
                <ns1:gd name="T10" fmla="*/ 34 w 59"/>
                <ns1:gd name="T11" fmla="*/ 85 h 95"/>
                <ns1:gd name="T12" fmla="*/ 29 w 59"/>
                <ns1:gd name="T13" fmla="*/ 95 h 95"/>
                <ns1:gd name="T14" fmla="*/ 29 w 59"/>
                <ns1:gd name="T15" fmla="*/ 12 h 95"/>
                <ns1:gd name="T16" fmla="*/ 12 w 59"/>
                <ns1:gd name="T17" fmla="*/ 26 h 95"/>
                <ns1:gd name="T18" fmla="*/ 29 w 59"/>
                <ns1:gd name="T19" fmla="*/ 69 h 95"/>
                <ns1:gd name="T20" fmla="*/ 47 w 59"/>
                <ns1:gd name="T21" fmla="*/ 26 h 95"/>
                <ns1:gd name="T22" fmla="*/ 29 w 59"/>
                <ns1:gd name="T23" fmla="*/ 12 h 95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</ns1:cxnLst>
              <ns1:rect l="0" t="0" r="r" b="b"/>
              <ns1:pathLst>
                <ns1:path w="59" h="95">
                  <ns1:moveTo>
                    <ns1:pt x="29" y="95"/>
                  </ns1:moveTo>
                  <ns1:cubicBezTo>
                    <ns1:pt x="24" y="85"/>
                    <ns1:pt x="24" y="85"/>
                    <ns1:pt x="24" y="85"/>
                  </ns1:cubicBezTo>
                  <ns1:cubicBezTo>
                    <ns1:pt x="20" y="77"/>
                    <ns1:pt x="0" y="38"/>
                    <ns1:pt x="0" y="26"/>
                  </ns1:cubicBezTo>
                  <ns1:cubicBezTo>
                    <ns1:pt x="0" y="12"/>
                    <ns1:pt x="13" y="0"/>
                    <ns1:pt x="29" y="0"/>
                  </ns1:cubicBezTo>
                  <ns1:cubicBezTo>
                    <ns1:pt x="45" y="0"/>
                    <ns1:pt x="59" y="12"/>
                    <ns1:pt x="59" y="26"/>
                  </ns1:cubicBezTo>
                  <ns1:cubicBezTo>
                    <ns1:pt x="59" y="38"/>
                    <ns1:pt x="39" y="77"/>
                    <ns1:pt x="34" y="85"/>
                  </ns1:cubicBezTo>
                  <ns1:lnTo>
                    <ns1:pt x="29" y="95"/>
                  </ns1:lnTo>
                  <ns1:close/>
                  <ns1:moveTo>
                    <ns1:pt x="29" y="12"/>
                  </ns1:moveTo>
                  <ns1:cubicBezTo>
                    <ns1:pt x="19" y="12"/>
                    <ns1:pt x="12" y="18"/>
                    <ns1:pt x="12" y="26"/>
                  </ns1:cubicBezTo>
                  <ns1:cubicBezTo>
                    <ns1:pt x="12" y="31"/>
                    <ns1:pt x="20" y="50"/>
                    <ns1:pt x="29" y="69"/>
                  </ns1:cubicBezTo>
                  <ns1:cubicBezTo>
                    <ns1:pt x="38" y="50"/>
                    <ns1:pt x="47" y="31"/>
                    <ns1:pt x="47" y="26"/>
                  </ns1:cubicBezTo>
                  <ns1:cubicBezTo>
                    <ns1:pt x="47" y="18"/>
                    <ns1:pt x="39" y="12"/>
                    <ns1:pt x="29" y="12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</ns0:grpSp>
      <ns0:sp>
        <ns0:nvSpPr>
          <ns0:cNvPr id="234" name="Freeform 199"/>
          <ns0:cNvSpPr>
            <ns1:spLocks noEditPoints="1"/>
          </ns0:cNvSpPr>
          <ns0:nvPr/>
        </ns0:nvSpPr>
        <ns0:spPr bwMode="auto">
          <ns1:xfrm>
            <ns1:off x="6224679" y="4632562"/>
            <ns1:ext cx="410967" cy="308226"/>
          </ns1:xfrm>
          <ns1:custGeom>
            <ns1:avLst/>
            <ns1:gdLst>
              <ns1:gd name="T0" fmla="*/ 96 w 112"/>
              <ns1:gd name="T1" fmla="*/ 0 h 84"/>
              <ns1:gd name="T2" fmla="*/ 16 w 112"/>
              <ns1:gd name="T3" fmla="*/ 0 h 84"/>
              <ns1:gd name="T4" fmla="*/ 0 w 112"/>
              <ns1:gd name="T5" fmla="*/ 16 h 84"/>
              <ns1:gd name="T6" fmla="*/ 0 w 112"/>
              <ns1:gd name="T7" fmla="*/ 68 h 84"/>
              <ns1:gd name="T8" fmla="*/ 16 w 112"/>
              <ns1:gd name="T9" fmla="*/ 84 h 84"/>
              <ns1:gd name="T10" fmla="*/ 96 w 112"/>
              <ns1:gd name="T11" fmla="*/ 84 h 84"/>
              <ns1:gd name="T12" fmla="*/ 112 w 112"/>
              <ns1:gd name="T13" fmla="*/ 68 h 84"/>
              <ns1:gd name="T14" fmla="*/ 112 w 112"/>
              <ns1:gd name="T15" fmla="*/ 16 h 84"/>
              <ns1:gd name="T16" fmla="*/ 96 w 112"/>
              <ns1:gd name="T17" fmla="*/ 0 h 84"/>
              <ns1:gd name="T18" fmla="*/ 104 w 112"/>
              <ns1:gd name="T19" fmla="*/ 16 h 84"/>
              <ns1:gd name="T20" fmla="*/ 104 w 112"/>
              <ns1:gd name="T21" fmla="*/ 68 h 84"/>
              <ns1:gd name="T22" fmla="*/ 104 w 112"/>
              <ns1:gd name="T23" fmla="*/ 69 h 84"/>
              <ns1:gd name="T24" fmla="*/ 71 w 112"/>
              <ns1:gd name="T25" fmla="*/ 38 h 84"/>
              <ns1:gd name="T26" fmla="*/ 104 w 112"/>
              <ns1:gd name="T27" fmla="*/ 14 h 84"/>
              <ns1:gd name="T28" fmla="*/ 104 w 112"/>
              <ns1:gd name="T29" fmla="*/ 16 h 84"/>
              <ns1:gd name="T30" fmla="*/ 96 w 112"/>
              <ns1:gd name="T31" fmla="*/ 8 h 84"/>
              <ns1:gd name="T32" fmla="*/ 98 w 112"/>
              <ns1:gd name="T33" fmla="*/ 8 h 84"/>
              <ns1:gd name="T34" fmla="*/ 55 w 112"/>
              <ns1:gd name="T35" fmla="*/ 41 h 84"/>
              <ns1:gd name="T36" fmla="*/ 13 w 112"/>
              <ns1:gd name="T37" fmla="*/ 9 h 84"/>
              <ns1:gd name="T38" fmla="*/ 16 w 112"/>
              <ns1:gd name="T39" fmla="*/ 8 h 84"/>
              <ns1:gd name="T40" fmla="*/ 96 w 112"/>
              <ns1:gd name="T41" fmla="*/ 8 h 84"/>
              <ns1:gd name="T42" fmla="*/ 8 w 112"/>
              <ns1:gd name="T43" fmla="*/ 69 h 84"/>
              <ns1:gd name="T44" fmla="*/ 8 w 112"/>
              <ns1:gd name="T45" fmla="*/ 68 h 84"/>
              <ns1:gd name="T46" fmla="*/ 8 w 112"/>
              <ns1:gd name="T47" fmla="*/ 16 h 84"/>
              <ns1:gd name="T48" fmla="*/ 8 w 112"/>
              <ns1:gd name="T49" fmla="*/ 15 h 84"/>
              <ns1:gd name="T50" fmla="*/ 40 w 112"/>
              <ns1:gd name="T51" fmla="*/ 39 h 84"/>
              <ns1:gd name="T52" fmla="*/ 8 w 112"/>
              <ns1:gd name="T53" fmla="*/ 69 h 84"/>
              <ns1:gd name="T54" fmla="*/ 16 w 112"/>
              <ns1:gd name="T55" fmla="*/ 76 h 84"/>
              <ns1:gd name="T56" fmla="*/ 13 w 112"/>
              <ns1:gd name="T57" fmla="*/ 75 h 84"/>
              <ns1:gd name="T58" fmla="*/ 47 w 112"/>
              <ns1:gd name="T59" fmla="*/ 43 h 84"/>
              <ns1:gd name="T60" fmla="*/ 49 w 112"/>
              <ns1:gd name="T61" fmla="*/ 45 h 84"/>
              <ns1:gd name="T62" fmla="*/ 49 w 112"/>
              <ns1:gd name="T63" fmla="*/ 45 h 84"/>
              <ns1:gd name="T64" fmla="*/ 55 w 112"/>
              <ns1:gd name="T65" fmla="*/ 48 h 84"/>
              <ns1:gd name="T66" fmla="*/ 61 w 112"/>
              <ns1:gd name="T67" fmla="*/ 45 h 84"/>
              <ns1:gd name="T68" fmla="*/ 62 w 112"/>
              <ns1:gd name="T69" fmla="*/ 45 h 84"/>
              <ns1:gd name="T70" fmla="*/ 65 w 112"/>
              <ns1:gd name="T71" fmla="*/ 43 h 84"/>
              <ns1:gd name="T72" fmla="*/ 99 w 112"/>
              <ns1:gd name="T73" fmla="*/ 75 h 84"/>
              <ns1:gd name="T74" fmla="*/ 96 w 112"/>
              <ns1:gd name="T75" fmla="*/ 76 h 84"/>
              <ns1:gd name="T76" fmla="*/ 16 w 112"/>
              <ns1:gd name="T77" fmla="*/ 76 h 84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  <ns1:cxn ang="0">
                <ns1:pos x="T32" y="T33"/>
              </ns1:cxn>
              <ns1:cxn ang="0">
                <ns1:pos x="T34" y="T35"/>
              </ns1:cxn>
              <ns1:cxn ang="0">
                <ns1:pos x="T36" y="T37"/>
              </ns1:cxn>
              <ns1:cxn ang="0">
                <ns1:pos x="T38" y="T39"/>
              </ns1:cxn>
              <ns1:cxn ang="0">
                <ns1:pos x="T40" y="T41"/>
              </ns1:cxn>
              <ns1:cxn ang="0">
                <ns1:pos x="T42" y="T43"/>
              </ns1:cxn>
              <ns1:cxn ang="0">
                <ns1:pos x="T44" y="T45"/>
              </ns1:cxn>
              <ns1:cxn ang="0">
                <ns1:pos x="T46" y="T47"/>
              </ns1:cxn>
              <ns1:cxn ang="0">
                <ns1:pos x="T48" y="T49"/>
              </ns1:cxn>
              <ns1:cxn ang="0">
                <ns1:pos x="T50" y="T51"/>
              </ns1:cxn>
              <ns1:cxn ang="0">
                <ns1:pos x="T52" y="T53"/>
              </ns1:cxn>
              <ns1:cxn ang="0">
                <ns1:pos x="T54" y="T55"/>
              </ns1:cxn>
              <ns1:cxn ang="0">
                <ns1:pos x="T56" y="T57"/>
              </ns1:cxn>
              <ns1:cxn ang="0">
                <ns1:pos x="T58" y="T59"/>
              </ns1:cxn>
              <ns1:cxn ang="0">
                <ns1:pos x="T60" y="T61"/>
              </ns1:cxn>
              <ns1:cxn ang="0">
                <ns1:pos x="T62" y="T63"/>
              </ns1:cxn>
              <ns1:cxn ang="0">
                <ns1:pos x="T64" y="T65"/>
              </ns1:cxn>
              <ns1:cxn ang="0">
                <ns1:pos x="T66" y="T67"/>
              </ns1:cxn>
              <ns1:cxn ang="0">
                <ns1:pos x="T68" y="T69"/>
              </ns1:cxn>
              <ns1:cxn ang="0">
                <ns1:pos x="T70" y="T71"/>
              </ns1:cxn>
              <ns1:cxn ang="0">
                <ns1:pos x="T72" y="T73"/>
              </ns1:cxn>
              <ns1:cxn ang="0">
                <ns1:pos x="T74" y="T75"/>
              </ns1:cxn>
              <ns1:cxn ang="0">
                <ns1:pos x="T76" y="T77"/>
              </ns1:cxn>
            </ns1:cxnLst>
            <ns1:rect l="0" t="0" r="r" b="b"/>
            <ns1:pathLst>
              <ns1:path w="112" h="84">
                <ns1:moveTo>
                  <ns1:pt x="96" y="0"/>
                </ns1:moveTo>
                <ns1:cubicBezTo>
                  <ns1:pt x="16" y="0"/>
                  <ns1:pt x="16" y="0"/>
                  <ns1:pt x="16" y="0"/>
                </ns1:cubicBezTo>
                <ns1:cubicBezTo>
                  <ns1:pt x="7" y="0"/>
                  <ns1:pt x="0" y="7"/>
                  <ns1:pt x="0" y="16"/>
                </ns1:cubicBezTo>
                <ns1:cubicBezTo>
                  <ns1:pt x="0" y="68"/>
                  <ns1:pt x="0" y="68"/>
                  <ns1:pt x="0" y="68"/>
                </ns1:cubicBezTo>
                <ns1:cubicBezTo>
                  <ns1:pt x="0" y="77"/>
                  <ns1:pt x="7" y="84"/>
                  <ns1:pt x="16" y="84"/>
                </ns1:cubicBezTo>
                <ns1:cubicBezTo>
                  <ns1:pt x="96" y="84"/>
                  <ns1:pt x="96" y="84"/>
                  <ns1:pt x="96" y="84"/>
                </ns1:cubicBezTo>
                <ns1:cubicBezTo>
                  <ns1:pt x="105" y="84"/>
                  <ns1:pt x="112" y="77"/>
                  <ns1:pt x="112" y="68"/>
                </ns1:cubicBezTo>
                <ns1:cubicBezTo>
                  <ns1:pt x="112" y="16"/>
                  <ns1:pt x="112" y="16"/>
                  <ns1:pt x="112" y="16"/>
                </ns1:cubicBezTo>
                <ns1:cubicBezTo>
                  <ns1:pt x="112" y="7"/>
                  <ns1:pt x="105" y="0"/>
                  <ns1:pt x="96" y="0"/>
                </ns1:cubicBezTo>
                <ns1:close/>
                <ns1:moveTo>
                  <ns1:pt x="104" y="16"/>
                </ns1:moveTo>
                <ns1:cubicBezTo>
                  <ns1:pt x="104" y="68"/>
                  <ns1:pt x="104" y="68"/>
                  <ns1:pt x="104" y="68"/>
                </ns1:cubicBezTo>
                <ns1:cubicBezTo>
                  <ns1:pt x="104" y="68"/>
                  <ns1:pt x="104" y="69"/>
                  <ns1:pt x="104" y="69"/>
                </ns1:cubicBezTo>
                <ns1:cubicBezTo>
                  <ns1:pt x="71" y="38"/>
                  <ns1:pt x="71" y="38"/>
                  <ns1:pt x="71" y="38"/>
                </ns1:cubicBezTo>
                <ns1:cubicBezTo>
                  <ns1:pt x="104" y="14"/>
                  <ns1:pt x="104" y="14"/>
                  <ns1:pt x="104" y="14"/>
                </ns1:cubicBezTo>
                <ns1:cubicBezTo>
                  <ns1:pt x="104" y="14"/>
                  <ns1:pt x="104" y="15"/>
                  <ns1:pt x="104" y="16"/>
                </ns1:cubicBezTo>
                <ns1:close/>
                <ns1:moveTo>
                  <ns1:pt x="96" y="8"/>
                </ns1:moveTo>
                <ns1:cubicBezTo>
                  <ns1:pt x="97" y="8"/>
                  <ns1:pt x="98" y="8"/>
                  <ns1:pt x="98" y="8"/>
                </ns1:cubicBezTo>
                <ns1:cubicBezTo>
                  <ns1:pt x="55" y="41"/>
                  <ns1:pt x="55" y="41"/>
                  <ns1:pt x="55" y="41"/>
                </ns1:cubicBezTo>
                <ns1:cubicBezTo>
                  <ns1:pt x="13" y="9"/>
                  <ns1:pt x="13" y="9"/>
                  <ns1:pt x="13" y="9"/>
                </ns1:cubicBezTo>
                <ns1:cubicBezTo>
                  <ns1:pt x="14" y="8"/>
                  <ns1:pt x="15" y="8"/>
                  <ns1:pt x="16" y="8"/>
                </ns1:cubicBezTo>
                <ns1:lnTo>
                  <ns1:pt x="96" y="8"/>
                </ns1:lnTo>
                <ns1:close/>
                <ns1:moveTo>
                  <ns1:pt x="8" y="69"/>
                </ns1:moveTo>
                <ns1:cubicBezTo>
                  <ns1:pt x="8" y="69"/>
                  <ns1:pt x="8" y="68"/>
                  <ns1:pt x="8" y="68"/>
                </ns1:cubicBezTo>
                <ns1:cubicBezTo>
                  <ns1:pt x="8" y="16"/>
                  <ns1:pt x="8" y="16"/>
                  <ns1:pt x="8" y="16"/>
                </ns1:cubicBezTo>
                <ns1:cubicBezTo>
                  <ns1:pt x="8" y="15"/>
                  <ns1:pt x="8" y="15"/>
                  <ns1:pt x="8" y="15"/>
                </ns1:cubicBezTo>
                <ns1:cubicBezTo>
                  <ns1:pt x="40" y="39"/>
                  <ns1:pt x="40" y="39"/>
                  <ns1:pt x="40" y="39"/>
                </ns1:cubicBezTo>
                <ns1:lnTo>
                  <ns1:pt x="8" y="69"/>
                </ns1:lnTo>
                <ns1:close/>
                <ns1:moveTo>
                  <ns1:pt x="16" y="76"/>
                </ns1:moveTo>
                <ns1:cubicBezTo>
                  <ns1:pt x="15" y="76"/>
                  <ns1:pt x="13" y="76"/>
                  <ns1:pt x="13" y="75"/>
                </ns1:cubicBezTo>
                <ns1:cubicBezTo>
                  <ns1:pt x="47" y="43"/>
                  <ns1:pt x="47" y="43"/>
                  <ns1:pt x="47" y="43"/>
                </ns1:cubicBezTo>
                <ns1:cubicBezTo>
                  <ns1:pt x="49" y="45"/>
                  <ns1:pt x="49" y="45"/>
                  <ns1:pt x="49" y="45"/>
                </ns1:cubicBezTo>
                <ns1:cubicBezTo>
                  <ns1:pt x="49" y="45"/>
                  <ns1:pt x="49" y="45"/>
                  <ns1:pt x="49" y="45"/>
                </ns1:cubicBezTo>
                <ns1:cubicBezTo>
                  <ns1:pt x="51" y="47"/>
                  <ns1:pt x="53" y="48"/>
                  <ns1:pt x="55" y="48"/>
                </ns1:cubicBezTo>
                <ns1:cubicBezTo>
                  <ns1:pt x="58" y="48"/>
                  <ns1:pt x="60" y="47"/>
                  <ns1:pt x="61" y="45"/>
                </ns1:cubicBezTo>
                <ns1:cubicBezTo>
                  <ns1:pt x="62" y="45"/>
                  <ns1:pt x="62" y="45"/>
                  <ns1:pt x="62" y="45"/>
                </ns1:cubicBezTo>
                <ns1:cubicBezTo>
                  <ns1:pt x="65" y="43"/>
                  <ns1:pt x="65" y="43"/>
                  <ns1:pt x="65" y="43"/>
                </ns1:cubicBezTo>
                <ns1:cubicBezTo>
                  <ns1:pt x="99" y="75"/>
                  <ns1:pt x="99" y="75"/>
                  <ns1:pt x="99" y="75"/>
                </ns1:cubicBezTo>
                <ns1:cubicBezTo>
                  <ns1:pt x="99" y="76"/>
                  <ns1:pt x="97" y="76"/>
                  <ns1:pt x="96" y="76"/>
                </ns1:cubicBezTo>
                <ns1:lnTo>
                  <ns1:pt x="16" y="76"/>
                </ns1:lnTo>
                <ns1:close/>
              </ns1:path>
            </ns1:pathLst>
          </ns1:custGeom>
          <ns1:solidFill>
            <ns1:schemeClr val="tx1"/>
          </ns1:solidFill>
          <ns1:ln>
            <ns1:noFill/>
          </ns1:ln>
          <ns1:extLst/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id-ID" sz="2700"/>
          </ns1:p>
        </ns0:txBody>
      </ns0:sp>
      <ns0:grpSp>
        <ns0:nvGrpSpPr>
          <ns0:cNvPr id="235" name="Group 234"/>
          <ns0:cNvGrpSpPr/>
          <ns0:nvPr/>
        </ns0:nvGrpSpPr>
        <ns0:grpSpPr>
          <ns1:xfrm>
            <ns1:off x="5226363" y="4609239"/>
            <ns1:ext cx="407596" cy="354872"/>
            <ns1:chOff x="1482726" y="3625850"/>
            <ns1:chExt cx="319088" cy="277813"/>
          </ns1:xfrm>
          <ns1:solidFill>
            <ns1:schemeClr val="tx1"/>
          </ns1:solidFill>
        </ns0:grpSpPr>
        <ns0:sp>
          <ns0:nvSpPr>
            <ns0:cNvPr id="236" name="Freeform 143"/>
            <ns0:cNvSpPr>
              <ns1:spLocks noEditPoints="1"/>
            </ns0:cNvSpPr>
            <ns0:nvPr/>
          </ns0:nvSpPr>
          <ns0:spPr bwMode="auto">
            <ns1:xfrm>
              <ns1:off x="1482726" y="3625850"/>
              <ns1:ext cx="319088" cy="277813"/>
            </ns1:xfrm>
            <ns1:custGeom>
              <ns1:avLst/>
              <ns1:gdLst>
                <ns1:gd name="T0" fmla="*/ 108 w 120"/>
                <ns1:gd name="T1" fmla="*/ 0 h 104"/>
                <ns1:gd name="T2" fmla="*/ 12 w 120"/>
                <ns1:gd name="T3" fmla="*/ 0 h 104"/>
                <ns1:gd name="T4" fmla="*/ 0 w 120"/>
                <ns1:gd name="T5" fmla="*/ 12 h 104"/>
                <ns1:gd name="T6" fmla="*/ 0 w 120"/>
                <ns1:gd name="T7" fmla="*/ 16 h 104"/>
                <ns1:gd name="T8" fmla="*/ 8 w 120"/>
                <ns1:gd name="T9" fmla="*/ 27 h 104"/>
                <ns1:gd name="T10" fmla="*/ 8 w 120"/>
                <ns1:gd name="T11" fmla="*/ 96 h 104"/>
                <ns1:gd name="T12" fmla="*/ 16 w 120"/>
                <ns1:gd name="T13" fmla="*/ 104 h 104"/>
                <ns1:gd name="T14" fmla="*/ 104 w 120"/>
                <ns1:gd name="T15" fmla="*/ 104 h 104"/>
                <ns1:gd name="T16" fmla="*/ 112 w 120"/>
                <ns1:gd name="T17" fmla="*/ 96 h 104"/>
                <ns1:gd name="T18" fmla="*/ 112 w 120"/>
                <ns1:gd name="T19" fmla="*/ 27 h 104"/>
                <ns1:gd name="T20" fmla="*/ 120 w 120"/>
                <ns1:gd name="T21" fmla="*/ 16 h 104"/>
                <ns1:gd name="T22" fmla="*/ 120 w 120"/>
                <ns1:gd name="T23" fmla="*/ 12 h 104"/>
                <ns1:gd name="T24" fmla="*/ 108 w 120"/>
                <ns1:gd name="T25" fmla="*/ 0 h 104"/>
                <ns1:gd name="T26" fmla="*/ 8 w 120"/>
                <ns1:gd name="T27" fmla="*/ 12 h 104"/>
                <ns1:gd name="T28" fmla="*/ 12 w 120"/>
                <ns1:gd name="T29" fmla="*/ 8 h 104"/>
                <ns1:gd name="T30" fmla="*/ 108 w 120"/>
                <ns1:gd name="T31" fmla="*/ 8 h 104"/>
                <ns1:gd name="T32" fmla="*/ 112 w 120"/>
                <ns1:gd name="T33" fmla="*/ 12 h 104"/>
                <ns1:gd name="T34" fmla="*/ 112 w 120"/>
                <ns1:gd name="T35" fmla="*/ 16 h 104"/>
                <ns1:gd name="T36" fmla="*/ 108 w 120"/>
                <ns1:gd name="T37" fmla="*/ 20 h 104"/>
                <ns1:gd name="T38" fmla="*/ 108 w 120"/>
                <ns1:gd name="T39" fmla="*/ 20 h 104"/>
                <ns1:gd name="T40" fmla="*/ 12 w 120"/>
                <ns1:gd name="T41" fmla="*/ 20 h 104"/>
                <ns1:gd name="T42" fmla="*/ 12 w 120"/>
                <ns1:gd name="T43" fmla="*/ 20 h 104"/>
                <ns1:gd name="T44" fmla="*/ 8 w 120"/>
                <ns1:gd name="T45" fmla="*/ 16 h 104"/>
                <ns1:gd name="T46" fmla="*/ 8 w 120"/>
                <ns1:gd name="T47" fmla="*/ 12 h 104"/>
                <ns1:gd name="T48" fmla="*/ 16 w 120"/>
                <ns1:gd name="T49" fmla="*/ 96 h 104"/>
                <ns1:gd name="T50" fmla="*/ 16 w 120"/>
                <ns1:gd name="T51" fmla="*/ 28 h 104"/>
                <ns1:gd name="T52" fmla="*/ 104 w 120"/>
                <ns1:gd name="T53" fmla="*/ 28 h 104"/>
                <ns1:gd name="T54" fmla="*/ 104 w 120"/>
                <ns1:gd name="T55" fmla="*/ 96 h 104"/>
                <ns1:gd name="T56" fmla="*/ 16 w 120"/>
                <ns1:gd name="T57" fmla="*/ 96 h 104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  <ns1:cxn ang="0">
                  <ns1:pos x="T30" y="T31"/>
                </ns1:cxn>
                <ns1:cxn ang="0">
                  <ns1:pos x="T32" y="T33"/>
                </ns1:cxn>
                <ns1:cxn ang="0">
                  <ns1:pos x="T34" y="T35"/>
                </ns1:cxn>
                <ns1:cxn ang="0">
                  <ns1:pos x="T36" y="T37"/>
                </ns1:cxn>
                <ns1:cxn ang="0">
                  <ns1:pos x="T38" y="T39"/>
                </ns1:cxn>
                <ns1:cxn ang="0">
                  <ns1:pos x="T40" y="T41"/>
                </ns1:cxn>
                <ns1:cxn ang="0">
                  <ns1:pos x="T42" y="T43"/>
                </ns1:cxn>
                <ns1:cxn ang="0">
                  <ns1:pos x="T44" y="T45"/>
                </ns1:cxn>
                <ns1:cxn ang="0">
                  <ns1:pos x="T46" y="T47"/>
                </ns1:cxn>
                <ns1:cxn ang="0">
                  <ns1:pos x="T48" y="T49"/>
                </ns1:cxn>
                <ns1:cxn ang="0">
                  <ns1:pos x="T50" y="T51"/>
                </ns1:cxn>
                <ns1:cxn ang="0">
                  <ns1:pos x="T52" y="T53"/>
                </ns1:cxn>
                <ns1:cxn ang="0">
                  <ns1:pos x="T54" y="T55"/>
                </ns1:cxn>
                <ns1:cxn ang="0">
                  <ns1:pos x="T56" y="T57"/>
                </ns1:cxn>
              </ns1:cxnLst>
              <ns1:rect l="0" t="0" r="r" b="b"/>
              <ns1:pathLst>
                <ns1:path w="120" h="104">
                  <ns1:moveTo>
                    <ns1:pt x="108" y="0"/>
                  </ns1:moveTo>
                  <ns1:cubicBezTo>
                    <ns1:pt x="12" y="0"/>
                    <ns1:pt x="12" y="0"/>
                    <ns1:pt x="12" y="0"/>
                  </ns1:cubicBezTo>
                  <ns1:cubicBezTo>
                    <ns1:pt x="5" y="0"/>
                    <ns1:pt x="0" y="5"/>
                    <ns1:pt x="0" y="12"/>
                  </ns1:cubicBezTo>
                  <ns1:cubicBezTo>
                    <ns1:pt x="0" y="16"/>
                    <ns1:pt x="0" y="16"/>
                    <ns1:pt x="0" y="16"/>
                  </ns1:cubicBezTo>
                  <ns1:cubicBezTo>
                    <ns1:pt x="0" y="21"/>
                    <ns1:pt x="3" y="26"/>
                    <ns1:pt x="8" y="27"/>
                  </ns1:cubicBezTo>
                  <ns1:cubicBezTo>
                    <ns1:pt x="8" y="96"/>
                    <ns1:pt x="8" y="96"/>
                    <ns1:pt x="8" y="96"/>
                  </ns1:cubicBezTo>
                  <ns1:cubicBezTo>
                    <ns1:pt x="8" y="100"/>
                    <ns1:pt x="12" y="104"/>
                    <ns1:pt x="16" y="104"/>
                  </ns1:cubicBezTo>
                  <ns1:cubicBezTo>
                    <ns1:pt x="104" y="104"/>
                    <ns1:pt x="104" y="104"/>
                    <ns1:pt x="104" y="104"/>
                  </ns1:cubicBezTo>
                  <ns1:cubicBezTo>
                    <ns1:pt x="108" y="104"/>
                    <ns1:pt x="112" y="100"/>
                    <ns1:pt x="112" y="96"/>
                  </ns1:cubicBezTo>
                  <ns1:cubicBezTo>
                    <ns1:pt x="112" y="27"/>
                    <ns1:pt x="112" y="27"/>
                    <ns1:pt x="112" y="27"/>
                  </ns1:cubicBezTo>
                  <ns1:cubicBezTo>
                    <ns1:pt x="117" y="26"/>
                    <ns1:pt x="120" y="21"/>
                    <ns1:pt x="120" y="16"/>
                  </ns1:cubicBezTo>
                  <ns1:cubicBezTo>
                    <ns1:pt x="120" y="12"/>
                    <ns1:pt x="120" y="12"/>
                    <ns1:pt x="120" y="12"/>
                  </ns1:cubicBezTo>
                  <ns1:cubicBezTo>
                    <ns1:pt x="120" y="5"/>
                    <ns1:pt x="115" y="0"/>
                    <ns1:pt x="108" y="0"/>
                  </ns1:cubicBezTo>
                  <ns1:close/>
                  <ns1:moveTo>
                    <ns1:pt x="8" y="12"/>
                  </ns1:moveTo>
                  <ns1:cubicBezTo>
                    <ns1:pt x="8" y="10"/>
                    <ns1:pt x="10" y="8"/>
                    <ns1:pt x="12" y="8"/>
                  </ns1:cubicBezTo>
                  <ns1:cubicBezTo>
                    <ns1:pt x="108" y="8"/>
                    <ns1:pt x="108" y="8"/>
                    <ns1:pt x="108" y="8"/>
                  </ns1:cubicBezTo>
                  <ns1:cubicBezTo>
                    <ns1:pt x="110" y="8"/>
                    <ns1:pt x="112" y="10"/>
                    <ns1:pt x="112" y="12"/>
                  </ns1:cubicBezTo>
                  <ns1:cubicBezTo>
                    <ns1:pt x="112" y="16"/>
                    <ns1:pt x="112" y="16"/>
                    <ns1:pt x="112" y="16"/>
                  </ns1:cubicBezTo>
                  <ns1:cubicBezTo>
                    <ns1:pt x="112" y="18"/>
                    <ns1:pt x="110" y="20"/>
                    <ns1:pt x="108" y="20"/>
                  </ns1:cubicBezTo>
                  <ns1:cubicBezTo>
                    <ns1:pt x="108" y="20"/>
                    <ns1:pt x="108" y="20"/>
                    <ns1:pt x="108" y="20"/>
                  </ns1:cubicBezTo>
                  <ns1:cubicBezTo>
                    <ns1:pt x="12" y="20"/>
                    <ns1:pt x="12" y="20"/>
                    <ns1:pt x="12" y="20"/>
                  </ns1:cubicBezTo>
                  <ns1:cubicBezTo>
                    <ns1:pt x="12" y="20"/>
                    <ns1:pt x="12" y="20"/>
                    <ns1:pt x="12" y="20"/>
                  </ns1:cubicBezTo>
                  <ns1:cubicBezTo>
                    <ns1:pt x="10" y="20"/>
                    <ns1:pt x="8" y="18"/>
                    <ns1:pt x="8" y="16"/>
                  </ns1:cubicBezTo>
                  <ns1:lnTo>
                    <ns1:pt x="8" y="12"/>
                  </ns1:lnTo>
                  <ns1:close/>
                  <ns1:moveTo>
                    <ns1:pt x="16" y="96"/>
                  </ns1:moveTo>
                  <ns1:cubicBezTo>
                    <ns1:pt x="16" y="28"/>
                    <ns1:pt x="16" y="28"/>
                    <ns1:pt x="16" y="28"/>
                  </ns1:cubicBezTo>
                  <ns1:cubicBezTo>
                    <ns1:pt x="104" y="28"/>
                    <ns1:pt x="104" y="28"/>
                    <ns1:pt x="104" y="28"/>
                  </ns1:cubicBezTo>
                  <ns1:cubicBezTo>
                    <ns1:pt x="104" y="96"/>
                    <ns1:pt x="104" y="96"/>
                    <ns1:pt x="104" y="96"/>
                  </ns1:cubicBezTo>
                  <ns1:lnTo>
                    <ns1:pt x="16" y="96"/>
                  </ns1:ln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237" name="Freeform 144"/>
            <ns0:cNvSpPr>
              <ns1:spLocks/>
            </ns0:cNvSpPr>
            <ns0:nvPr/>
          </ns0:nvSpPr>
          <ns0:spPr bwMode="auto">
            <ns1:xfrm>
              <ns1:off x="1600201" y="3732213"/>
              <ns1:ext cx="84138" cy="22225"/>
            </ns1:xfrm>
            <ns1:custGeom>
              <ns1:avLst/>
              <ns1:gdLst>
                <ns1:gd name="T0" fmla="*/ 28 w 32"/>
                <ns1:gd name="T1" fmla="*/ 0 h 8"/>
                <ns1:gd name="T2" fmla="*/ 4 w 32"/>
                <ns1:gd name="T3" fmla="*/ 0 h 8"/>
                <ns1:gd name="T4" fmla="*/ 0 w 32"/>
                <ns1:gd name="T5" fmla="*/ 4 h 8"/>
                <ns1:gd name="T6" fmla="*/ 4 w 32"/>
                <ns1:gd name="T7" fmla="*/ 8 h 8"/>
                <ns1:gd name="T8" fmla="*/ 28 w 32"/>
                <ns1:gd name="T9" fmla="*/ 8 h 8"/>
                <ns1:gd name="T10" fmla="*/ 32 w 32"/>
                <ns1:gd name="T11" fmla="*/ 4 h 8"/>
                <ns1:gd name="T12" fmla="*/ 28 w 32"/>
                <ns1:gd name="T13" fmla="*/ 0 h 8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</ns1:cxnLst>
              <ns1:rect l="0" t="0" r="r" b="b"/>
              <ns1:pathLst>
                <ns1:path w="32" h="8">
                  <ns1:moveTo>
                    <ns1:pt x="28" y="0"/>
                  </ns1:moveTo>
                  <ns1:cubicBezTo>
                    <ns1:pt x="4" y="0"/>
                    <ns1:pt x="4" y="0"/>
                    <ns1:pt x="4" y="0"/>
                  </ns1:cubicBezTo>
                  <ns1:cubicBezTo>
                    <ns1:pt x="2" y="0"/>
                    <ns1:pt x="0" y="2"/>
                    <ns1:pt x="0" y="4"/>
                  </ns1:cubicBezTo>
                  <ns1:cubicBezTo>
                    <ns1:pt x="0" y="6"/>
                    <ns1:pt x="2" y="8"/>
                    <ns1:pt x="4" y="8"/>
                  </ns1:cubicBezTo>
                  <ns1:cubicBezTo>
                    <ns1:pt x="28" y="8"/>
                    <ns1:pt x="28" y="8"/>
                    <ns1:pt x="28" y="8"/>
                  </ns1:cubicBezTo>
                  <ns1:cubicBezTo>
                    <ns1:pt x="30" y="8"/>
                    <ns1:pt x="32" y="6"/>
                    <ns1:pt x="32" y="4"/>
                  </ns1:cubicBezTo>
                  <ns1:cubicBezTo>
                    <ns1:pt x="32" y="2"/>
                    <ns1:pt x="30" y="0"/>
                    <ns1:pt x="28" y="0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</ns0:grpSp>
      <ns0:grpSp>
        <ns0:nvGrpSpPr>
          <ns0:cNvPr id="238" name="Group 237"/>
          <ns0:cNvGrpSpPr/>
          <ns0:nvPr/>
        </ns0:nvGrpSpPr>
        <ns0:grpSpPr>
          <ns1:xfrm>
            <ns1:off x="7278733" y="4607812"/>
            <ns1:ext cx="370533" cy="357729"/>
            <ns1:chOff x="4064000" y="5461000"/>
            <ns1:chExt cx="735013" cy="709613"/>
          </ns1:xfrm>
          <ns1:solidFill>
            <ns1:schemeClr val="tx1"/>
          </ns1:solidFill>
        </ns0:grpSpPr>
        <ns0:sp>
          <ns0:nvSpPr>
            <ns0:cNvPr id="239" name="Freeform 20"/>
            <ns0:cNvSpPr>
              <ns1:spLocks noEditPoints="1"/>
            </ns0:cNvSpPr>
            <ns0:nvPr/>
          </ns0:nvSpPr>
          <ns0:spPr bwMode="auto">
            <ns1:xfrm>
              <ns1:off x="4064000" y="5461000"/>
              <ns1:ext cx="708025" cy="709613"/>
            </ns1:xfrm>
            <ns1:custGeom>
              <ns1:avLst/>
              <ns1:gdLst>
                <ns1:gd name="T0" fmla="*/ 142 w 186"/>
                <ns1:gd name="T1" fmla="*/ 155 h 186"/>
                <ns1:gd name="T2" fmla="*/ 125 w 186"/>
                <ns1:gd name="T3" fmla="*/ 165 h 186"/>
                <ns1:gd name="T4" fmla="*/ 131 w 186"/>
                <ns1:gd name="T5" fmla="*/ 156 h 186"/>
                <ns1:gd name="T6" fmla="*/ 121 w 186"/>
                <ns1:gd name="T7" fmla="*/ 157 h 186"/>
                <ns1:gd name="T8" fmla="*/ 114 w 186"/>
                <ns1:gd name="T9" fmla="*/ 156 h 186"/>
                <ns1:gd name="T10" fmla="*/ 93 w 186"/>
                <ns1:gd name="T11" fmla="*/ 172 h 186"/>
                <ns1:gd name="T12" fmla="*/ 60 w 186"/>
                <ns1:gd name="T13" fmla="*/ 131 h 186"/>
                <ns1:gd name="T14" fmla="*/ 76 w 186"/>
                <ns1:gd name="T15" fmla="*/ 131 h 186"/>
                <ns1:gd name="T16" fmla="*/ 72 w 186"/>
                <ns1:gd name="T17" fmla="*/ 120 h 186"/>
                <ns1:gd name="T18" fmla="*/ 71 w 186"/>
                <ns1:gd name="T19" fmla="*/ 117 h 186"/>
                <ns1:gd name="T20" fmla="*/ 57 w 186"/>
                <ns1:gd name="T21" fmla="*/ 117 h 186"/>
                <ns1:gd name="T22" fmla="*/ 56 w 186"/>
                <ns1:gd name="T23" fmla="*/ 93 h 186"/>
                <ns1:gd name="T24" fmla="*/ 57 w 186"/>
                <ns1:gd name="T25" fmla="*/ 72 h 186"/>
                <ns1:gd name="T26" fmla="*/ 81 w 186"/>
                <ns1:gd name="T27" fmla="*/ 72 h 186"/>
                <ns1:gd name="T28" fmla="*/ 98 w 186"/>
                <ns1:gd name="T29" fmla="*/ 58 h 186"/>
                <ns1:gd name="T30" fmla="*/ 60 w 186"/>
                <ns1:gd name="T31" fmla="*/ 58 h 186"/>
                <ns1:gd name="T32" fmla="*/ 93 w 186"/>
                <ns1:gd name="T33" fmla="*/ 14 h 186"/>
                <ns1:gd name="T34" fmla="*/ 125 w 186"/>
                <ns1:gd name="T35" fmla="*/ 53 h 186"/>
                <ns1:gd name="T36" fmla="*/ 140 w 186"/>
                <ns1:gd name="T37" fmla="*/ 56 h 186"/>
                <ns1:gd name="T38" fmla="*/ 125 w 186"/>
                <ns1:gd name="T39" fmla="*/ 21 h 186"/>
                <ns1:gd name="T40" fmla="*/ 164 w 186"/>
                <ns1:gd name="T41" fmla="*/ 58 h 186"/>
                <ns1:gd name="T42" fmla="*/ 145 w 186"/>
                <ns1:gd name="T43" fmla="*/ 58 h 186"/>
                <ns1:gd name="T44" fmla="*/ 162 w 186"/>
                <ns1:gd name="T45" fmla="*/ 72 h 186"/>
                <ns1:gd name="T46" fmla="*/ 169 w 186"/>
                <ns1:gd name="T47" fmla="*/ 72 h 186"/>
                <ns1:gd name="T48" fmla="*/ 172 w 186"/>
                <ns1:gd name="T49" fmla="*/ 93 h 186"/>
                <ns1:gd name="T50" fmla="*/ 172 w 186"/>
                <ns1:gd name="T51" fmla="*/ 94 h 186"/>
                <ns1:gd name="T52" fmla="*/ 170 w 186"/>
                <ns1:gd name="T53" fmla="*/ 123 h 186"/>
                <ns1:gd name="T54" fmla="*/ 178 w 186"/>
                <ns1:gd name="T55" fmla="*/ 131 h 186"/>
                <ns1:gd name="T56" fmla="*/ 178 w 186"/>
                <ns1:gd name="T57" fmla="*/ 131 h 186"/>
                <ns1:gd name="T58" fmla="*/ 179 w 186"/>
                <ns1:gd name="T59" fmla="*/ 131 h 186"/>
                <ns1:gd name="T60" fmla="*/ 179 w 186"/>
                <ns1:gd name="T61" fmla="*/ 128 h 186"/>
                <ns1:gd name="T62" fmla="*/ 186 w 186"/>
                <ns1:gd name="T63" fmla="*/ 93 h 186"/>
                <ns1:gd name="T64" fmla="*/ 93 w 186"/>
                <ns1:gd name="T65" fmla="*/ 0 h 186"/>
                <ns1:gd name="T66" fmla="*/ 0 w 186"/>
                <ns1:gd name="T67" fmla="*/ 93 h 186"/>
                <ns1:gd name="T68" fmla="*/ 93 w 186"/>
                <ns1:gd name="T69" fmla="*/ 186 h 186"/>
                <ns1:gd name="T70" fmla="*/ 151 w 186"/>
                <ns1:gd name="T71" fmla="*/ 166 h 186"/>
                <ns1:gd name="T72" fmla="*/ 142 w 186"/>
                <ns1:gd name="T73" fmla="*/ 155 h 186"/>
                <ns1:gd name="T74" fmla="*/ 61 w 186"/>
                <ns1:gd name="T75" fmla="*/ 21 h 186"/>
                <ns1:gd name="T76" fmla="*/ 45 w 186"/>
                <ns1:gd name="T77" fmla="*/ 58 h 186"/>
                <ns1:gd name="T78" fmla="*/ 22 w 186"/>
                <ns1:gd name="T79" fmla="*/ 58 h 186"/>
                <ns1:gd name="T80" fmla="*/ 61 w 186"/>
                <ns1:gd name="T81" fmla="*/ 21 h 186"/>
                <ns1:gd name="T82" fmla="*/ 14 w 186"/>
                <ns1:gd name="T83" fmla="*/ 93 h 186"/>
                <ns1:gd name="T84" fmla="*/ 17 w 186"/>
                <ns1:gd name="T85" fmla="*/ 72 h 186"/>
                <ns1:gd name="T86" fmla="*/ 43 w 186"/>
                <ns1:gd name="T87" fmla="*/ 72 h 186"/>
                <ns1:gd name="T88" fmla="*/ 42 w 186"/>
                <ns1:gd name="T89" fmla="*/ 93 h 186"/>
                <ns1:gd name="T90" fmla="*/ 43 w 186"/>
                <ns1:gd name="T91" fmla="*/ 117 h 186"/>
                <ns1:gd name="T92" fmla="*/ 17 w 186"/>
                <ns1:gd name="T93" fmla="*/ 117 h 186"/>
                <ns1:gd name="T94" fmla="*/ 14 w 186"/>
                <ns1:gd name="T95" fmla="*/ 93 h 186"/>
                <ns1:gd name="T96" fmla="*/ 23 w 186"/>
                <ns1:gd name="T97" fmla="*/ 131 h 186"/>
                <ns1:gd name="T98" fmla="*/ 46 w 186"/>
                <ns1:gd name="T99" fmla="*/ 131 h 186"/>
                <ns1:gd name="T100" fmla="*/ 61 w 186"/>
                <ns1:gd name="T101" fmla="*/ 165 h 186"/>
                <ns1:gd name="T102" fmla="*/ 23 w 186"/>
                <ns1:gd name="T103" fmla="*/ 131 h 186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  <ns1:cxn ang="0">
                  <ns1:pos x="T30" y="T31"/>
                </ns1:cxn>
                <ns1:cxn ang="0">
                  <ns1:pos x="T32" y="T33"/>
                </ns1:cxn>
                <ns1:cxn ang="0">
                  <ns1:pos x="T34" y="T35"/>
                </ns1:cxn>
                <ns1:cxn ang="0">
                  <ns1:pos x="T36" y="T37"/>
                </ns1:cxn>
                <ns1:cxn ang="0">
                  <ns1:pos x="T38" y="T39"/>
                </ns1:cxn>
                <ns1:cxn ang="0">
                  <ns1:pos x="T40" y="T41"/>
                </ns1:cxn>
                <ns1:cxn ang="0">
                  <ns1:pos x="T42" y="T43"/>
                </ns1:cxn>
                <ns1:cxn ang="0">
                  <ns1:pos x="T44" y="T45"/>
                </ns1:cxn>
                <ns1:cxn ang="0">
                  <ns1:pos x="T46" y="T47"/>
                </ns1:cxn>
                <ns1:cxn ang="0">
                  <ns1:pos x="T48" y="T49"/>
                </ns1:cxn>
                <ns1:cxn ang="0">
                  <ns1:pos x="T50" y="T51"/>
                </ns1:cxn>
                <ns1:cxn ang="0">
                  <ns1:pos x="T52" y="T53"/>
                </ns1:cxn>
                <ns1:cxn ang="0">
                  <ns1:pos x="T54" y="T55"/>
                </ns1:cxn>
                <ns1:cxn ang="0">
                  <ns1:pos x="T56" y="T57"/>
                </ns1:cxn>
                <ns1:cxn ang="0">
                  <ns1:pos x="T58" y="T59"/>
                </ns1:cxn>
                <ns1:cxn ang="0">
                  <ns1:pos x="T60" y="T61"/>
                </ns1:cxn>
                <ns1:cxn ang="0">
                  <ns1:pos x="T62" y="T63"/>
                </ns1:cxn>
                <ns1:cxn ang="0">
                  <ns1:pos x="T64" y="T65"/>
                </ns1:cxn>
                <ns1:cxn ang="0">
                  <ns1:pos x="T66" y="T67"/>
                </ns1:cxn>
                <ns1:cxn ang="0">
                  <ns1:pos x="T68" y="T69"/>
                </ns1:cxn>
                <ns1:cxn ang="0">
                  <ns1:pos x="T70" y="T71"/>
                </ns1:cxn>
                <ns1:cxn ang="0">
                  <ns1:pos x="T72" y="T73"/>
                </ns1:cxn>
                <ns1:cxn ang="0">
                  <ns1:pos x="T74" y="T75"/>
                </ns1:cxn>
                <ns1:cxn ang="0">
                  <ns1:pos x="T76" y="T77"/>
                </ns1:cxn>
                <ns1:cxn ang="0">
                  <ns1:pos x="T78" y="T79"/>
                </ns1:cxn>
                <ns1:cxn ang="0">
                  <ns1:pos x="T80" y="T81"/>
                </ns1:cxn>
                <ns1:cxn ang="0">
                  <ns1:pos x="T82" y="T83"/>
                </ns1:cxn>
                <ns1:cxn ang="0">
                  <ns1:pos x="T84" y="T85"/>
                </ns1:cxn>
                <ns1:cxn ang="0">
                  <ns1:pos x="T86" y="T87"/>
                </ns1:cxn>
                <ns1:cxn ang="0">
                  <ns1:pos x="T88" y="T89"/>
                </ns1:cxn>
                <ns1:cxn ang="0">
                  <ns1:pos x="T90" y="T91"/>
                </ns1:cxn>
                <ns1:cxn ang="0">
                  <ns1:pos x="T92" y="T93"/>
                </ns1:cxn>
                <ns1:cxn ang="0">
                  <ns1:pos x="T94" y="T95"/>
                </ns1:cxn>
                <ns1:cxn ang="0">
                  <ns1:pos x="T96" y="T97"/>
                </ns1:cxn>
                <ns1:cxn ang="0">
                  <ns1:pos x="T98" y="T99"/>
                </ns1:cxn>
                <ns1:cxn ang="0">
                  <ns1:pos x="T100" y="T101"/>
                </ns1:cxn>
                <ns1:cxn ang="0">
                  <ns1:pos x="T102" y="T103"/>
                </ns1:cxn>
              </ns1:cxnLst>
              <ns1:rect l="0" t="0" r="r" b="b"/>
              <ns1:pathLst>
                <ns1:path w="186" h="186">
                  <ns1:moveTo>
                    <ns1:pt x="142" y="155"/>
                  </ns1:moveTo>
                  <ns1:cubicBezTo>
                    <ns1:pt x="137" y="159"/>
                    <ns1:pt x="131" y="163"/>
                    <ns1:pt x="125" y="165"/>
                  </ns1:cubicBezTo>
                  <ns1:cubicBezTo>
                    <ns1:pt x="127" y="162"/>
                    <ns1:pt x="129" y="159"/>
                    <ns1:pt x="131" y="156"/>
                  </ns1:cubicBezTo>
                  <ns1:cubicBezTo>
                    <ns1:pt x="128" y="157"/>
                    <ns1:pt x="124" y="157"/>
                    <ns1:pt x="121" y="157"/>
                  </ns1:cubicBezTo>
                  <ns1:cubicBezTo>
                    <ns1:pt x="119" y="157"/>
                    <ns1:pt x="117" y="157"/>
                    <ns1:pt x="114" y="156"/>
                  </ns1:cubicBezTo>
                  <ns1:cubicBezTo>
                    <ns1:pt x="108" y="166"/>
                    <ns1:pt x="100" y="172"/>
                    <ns1:pt x="93" y="172"/>
                  </ns1:cubicBezTo>
                  <ns1:cubicBezTo>
                    <ns1:pt x="81" y="172"/>
                    <ns1:pt x="67" y="156"/>
                    <ns1:pt x="60" y="131"/>
                  </ns1:cubicBezTo>
                  <ns1:cubicBezTo>
                    <ns1:pt x="76" y="131"/>
                    <ns1:pt x="76" y="131"/>
                    <ns1:pt x="76" y="131"/>
                  </ns1:cubicBezTo>
                  <ns1:cubicBezTo>
                    <ns1:pt x="74" y="127"/>
                    <ns1:pt x="73" y="124"/>
                    <ns1:pt x="72" y="120"/>
                  </ns1:cubicBezTo>
                  <ns1:cubicBezTo>
                    <ns1:pt x="71" y="119"/>
                    <ns1:pt x="71" y="118"/>
                    <ns1:pt x="71" y="117"/>
                  </ns1:cubicBezTo>
                  <ns1:cubicBezTo>
                    <ns1:pt x="57" y="117"/>
                    <ns1:pt x="57" y="117"/>
                    <ns1:pt x="57" y="117"/>
                  </ns1:cubicBezTo>
                  <ns1:cubicBezTo>
                    <ns1:pt x="56" y="109"/>
                    <ns1:pt x="56" y="101"/>
                    <ns1:pt x="56" y="93"/>
                  </ns1:cubicBezTo>
                  <ns1:cubicBezTo>
                    <ns1:pt x="56" y="86"/>
                    <ns1:pt x="56" y="79"/>
                    <ns1:pt x="57" y="72"/>
                  </ns1:cubicBezTo>
                  <ns1:cubicBezTo>
                    <ns1:pt x="81" y="72"/>
                    <ns1:pt x="81" y="72"/>
                    <ns1:pt x="81" y="72"/>
                  </ns1:cubicBezTo>
                  <ns1:cubicBezTo>
                    <ns1:pt x="85" y="66"/>
                    <ns1:pt x="91" y="62"/>
                    <ns1:pt x="98" y="58"/>
                  </ns1:cubicBezTo>
                  <ns1:cubicBezTo>
                    <ns1:pt x="60" y="58"/>
                    <ns1:pt x="60" y="58"/>
                    <ns1:pt x="60" y="58"/>
                  </ns1:cubicBezTo>
                  <ns1:cubicBezTo>
                    <ns1:pt x="66" y="32"/>
                    <ns1:pt x="80" y="14"/>
                    <ns1:pt x="93" y="14"/>
                  </ns1:cubicBezTo>
                  <ns1:cubicBezTo>
                    <ns1:pt x="105" y="14"/>
                    <ns1:pt x="118" y="29"/>
                    <ns1:pt x="125" y="53"/>
                  </ns1:cubicBezTo>
                  <ns1:cubicBezTo>
                    <ns1:pt x="130" y="53"/>
                    <ns1:pt x="135" y="54"/>
                    <ns1:pt x="140" y="56"/>
                  </ns1:cubicBezTo>
                  <ns1:cubicBezTo>
                    <ns1:pt x="137" y="42"/>
                    <ns1:pt x="132" y="30"/>
                    <ns1:pt x="125" y="21"/>
                  </ns1:cubicBezTo>
                  <ns1:cubicBezTo>
                    <ns1:pt x="142" y="28"/>
                    <ns1:pt x="156" y="42"/>
                    <ns1:pt x="164" y="58"/>
                  </ns1:cubicBezTo>
                  <ns1:cubicBezTo>
                    <ns1:pt x="145" y="58"/>
                    <ns1:pt x="145" y="58"/>
                    <ns1:pt x="145" y="58"/>
                  </ns1:cubicBezTo>
                  <ns1:cubicBezTo>
                    <ns1:pt x="151" y="62"/>
                    <ns1:pt x="157" y="66"/>
                    <ns1:pt x="162" y="72"/>
                  </ns1:cubicBezTo>
                  <ns1:cubicBezTo>
                    <ns1:pt x="169" y="72"/>
                    <ns1:pt x="169" y="72"/>
                    <ns1:pt x="169" y="72"/>
                  </ns1:cubicBezTo>
                  <ns1:cubicBezTo>
                    <ns1:pt x="171" y="79"/>
                    <ns1:pt x="172" y="86"/>
                    <ns1:pt x="172" y="93"/>
                  </ns1:cubicBezTo>
                  <ns1:cubicBezTo>
                    <ns1:pt x="172" y="93"/>
                    <ns1:pt x="172" y="94"/>
                    <ns1:pt x="172" y="94"/>
                  </ns1:cubicBezTo>
                  <ns1:cubicBezTo>
                    <ns1:pt x="174" y="104"/>
                    <ns1:pt x="173" y="113"/>
                    <ns1:pt x="170" y="123"/>
                  </ns1:cubicBezTo>
                  <ns1:cubicBezTo>
                    <ns1:pt x="178" y="131"/>
                    <ns1:pt x="178" y="131"/>
                    <ns1:pt x="178" y="131"/>
                  </ns1:cubicBezTo>
                  <ns1:cubicBezTo>
                    <ns1:pt x="178" y="131"/>
                    <ns1:pt x="178" y="131"/>
                    <ns1:pt x="178" y="131"/>
                  </ns1:cubicBezTo>
                  <ns1:cubicBezTo>
                    <ns1:pt x="179" y="131"/>
                    <ns1:pt x="179" y="131"/>
                    <ns1:pt x="179" y="131"/>
                  </ns1:cubicBezTo>
                  <ns1:cubicBezTo>
                    <ns1:pt x="179" y="128"/>
                    <ns1:pt x="179" y="128"/>
                    <ns1:pt x="179" y="128"/>
                  </ns1:cubicBezTo>
                  <ns1:cubicBezTo>
                    <ns1:pt x="184" y="117"/>
                    <ns1:pt x="186" y="106"/>
                    <ns1:pt x="186" y="93"/>
                  </ns1:cubicBezTo>
                  <ns1:cubicBezTo>
                    <ns1:pt x="186" y="42"/>
                    <ns1:pt x="144" y="0"/>
                    <ns1:pt x="93" y="0"/>
                  </ns1:cubicBezTo>
                  <ns1:cubicBezTo>
                    <ns1:pt x="42" y="0"/>
                    <ns1:pt x="0" y="42"/>
                    <ns1:pt x="0" y="93"/>
                  </ns1:cubicBezTo>
                  <ns1:cubicBezTo>
                    <ns1:pt x="0" y="144"/>
                    <ns1:pt x="42" y="186"/>
                    <ns1:pt x="93" y="186"/>
                  </ns1:cubicBezTo>
                  <ns1:cubicBezTo>
                    <ns1:pt x="115" y="186"/>
                    <ns1:pt x="135" y="178"/>
                    <ns1:pt x="151" y="166"/>
                  </ns1:cubicBezTo>
                  <ns1:lnTo>
                    <ns1:pt x="142" y="155"/>
                  </ns1:lnTo>
                  <ns1:close/>
                  <ns1:moveTo>
                    <ns1:pt x="61" y="21"/>
                  </ns1:moveTo>
                  <ns1:cubicBezTo>
                    <ns1:pt x="54" y="31"/>
                    <ns1:pt x="49" y="44"/>
                    <ns1:pt x="45" y="58"/>
                  </ns1:cubicBezTo>
                  <ns1:cubicBezTo>
                    <ns1:pt x="22" y="58"/>
                    <ns1:pt x="22" y="58"/>
                    <ns1:pt x="22" y="58"/>
                  </ns1:cubicBezTo>
                  <ns1:cubicBezTo>
                    <ns1:pt x="30" y="42"/>
                    <ns1:pt x="44" y="28"/>
                    <ns1:pt x="61" y="21"/>
                  </ns1:cubicBezTo>
                  <ns1:close/>
                  <ns1:moveTo>
                    <ns1:pt x="14" y="93"/>
                  </ns1:moveTo>
                  <ns1:cubicBezTo>
                    <ns1:pt x="14" y="86"/>
                    <ns1:pt x="15" y="79"/>
                    <ns1:pt x="17" y="72"/>
                  </ns1:cubicBezTo>
                  <ns1:cubicBezTo>
                    <ns1:pt x="43" y="72"/>
                    <ns1:pt x="43" y="72"/>
                    <ns1:pt x="43" y="72"/>
                  </ns1:cubicBezTo>
                  <ns1:cubicBezTo>
                    <ns1:pt x="42" y="79"/>
                    <ns1:pt x="42" y="86"/>
                    <ns1:pt x="42" y="93"/>
                  </ns1:cubicBezTo>
                  <ns1:cubicBezTo>
                    <ns1:pt x="42" y="101"/>
                    <ns1:pt x="42" y="109"/>
                    <ns1:pt x="43" y="117"/>
                  </ns1:cubicBezTo>
                  <ns1:cubicBezTo>
                    <ns1:pt x="17" y="117"/>
                    <ns1:pt x="17" y="117"/>
                    <ns1:pt x="17" y="117"/>
                  </ns1:cubicBezTo>
                  <ns1:cubicBezTo>
                    <ns1:pt x="15" y="109"/>
                    <ns1:pt x="14" y="101"/>
                    <ns1:pt x="14" y="93"/>
                  </ns1:cubicBezTo>
                  <ns1:close/>
                  <ns1:moveTo>
                    <ns1:pt x="23" y="131"/>
                  </ns1:moveTo>
                  <ns1:cubicBezTo>
                    <ns1:pt x="46" y="131"/>
                    <ns1:pt x="46" y="131"/>
                    <ns1:pt x="46" y="131"/>
                  </ns1:cubicBezTo>
                  <ns1:cubicBezTo>
                    <ns1:pt x="49" y="144"/>
                    <ns1:pt x="54" y="156"/>
                    <ns1:pt x="61" y="165"/>
                  </ns1:cubicBezTo>
                  <ns1:cubicBezTo>
                    <ns1:pt x="45" y="158"/>
                    <ns1:pt x="32" y="146"/>
                    <ns1:pt x="23" y="131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240" name="Freeform 21"/>
            <ns0:cNvSpPr>
              <ns1:spLocks noEditPoints="1"/>
            </ns0:cNvSpPr>
            <ns0:nvPr/>
          </ns0:nvSpPr>
          <ns0:spPr bwMode="auto">
            <ns1:xfrm>
              <ns1:off x="4352925" y="5691188"/>
              <ns1:ext cx="446088" cy="446088"/>
            </ns1:xfrm>
            <ns1:custGeom>
              <ns1:avLst/>
              <ns1:gdLst>
                <ns1:gd name="T0" fmla="*/ 116 w 117"/>
                <ns1:gd name="T1" fmla="*/ 103 h 117"/>
                <ns1:gd name="T2" fmla="*/ 81 w 117"/>
                <ns1:gd name="T3" fmla="*/ 65 h 117"/>
                <ns1:gd name="T4" fmla="*/ 80 w 117"/>
                <ns1:gd name="T5" fmla="*/ 65 h 117"/>
                <ns1:gd name="T6" fmla="*/ 84 w 117"/>
                <ns1:gd name="T7" fmla="*/ 33 h 117"/>
                <ns1:gd name="T8" fmla="*/ 33 w 117"/>
                <ns1:gd name="T9" fmla="*/ 6 h 117"/>
                <ns1:gd name="T10" fmla="*/ 7 w 117"/>
                <ns1:gd name="T11" fmla="*/ 57 h 117"/>
                <ns1:gd name="T12" fmla="*/ 57 w 117"/>
                <ns1:gd name="T13" fmla="*/ 83 h 117"/>
                <ns1:gd name="T14" fmla="*/ 67 w 117"/>
                <ns1:gd name="T15" fmla="*/ 79 h 117"/>
                <ns1:gd name="T16" fmla="*/ 101 w 117"/>
                <ns1:gd name="T17" fmla="*/ 116 h 117"/>
                <ns1:gd name="T18" fmla="*/ 106 w 117"/>
                <ns1:gd name="T19" fmla="*/ 115 h 117"/>
                <ns1:gd name="T20" fmla="*/ 114 w 117"/>
                <ns1:gd name="T21" fmla="*/ 108 h 117"/>
                <ns1:gd name="T22" fmla="*/ 116 w 117"/>
                <ns1:gd name="T23" fmla="*/ 103 h 117"/>
                <ns1:gd name="T24" fmla="*/ 17 w 117"/>
                <ns1:gd name="T25" fmla="*/ 54 h 117"/>
                <ns1:gd name="T26" fmla="*/ 36 w 117"/>
                <ns1:gd name="T27" fmla="*/ 17 h 117"/>
                <ns1:gd name="T28" fmla="*/ 73 w 117"/>
                <ns1:gd name="T29" fmla="*/ 36 h 117"/>
                <ns1:gd name="T30" fmla="*/ 54 w 117"/>
                <ns1:gd name="T31" fmla="*/ 73 h 117"/>
                <ns1:gd name="T32" fmla="*/ 17 w 117"/>
                <ns1:gd name="T33" fmla="*/ 54 h 117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  <ns1:cxn ang="0">
                  <ns1:pos x="T30" y="T31"/>
                </ns1:cxn>
                <ns1:cxn ang="0">
                  <ns1:pos x="T32" y="T33"/>
                </ns1:cxn>
              </ns1:cxnLst>
              <ns1:rect l="0" t="0" r="r" b="b"/>
              <ns1:pathLst>
                <ns1:path w="117" h="117">
                  <ns1:moveTo>
                    <ns1:pt x="116" y="103"/>
                  </ns1:moveTo>
                  <ns1:cubicBezTo>
                    <ns1:pt x="81" y="65"/>
                    <ns1:pt x="81" y="65"/>
                    <ns1:pt x="81" y="65"/>
                  </ns1:cubicBezTo>
                  <ns1:cubicBezTo>
                    <ns1:pt x="81" y="65"/>
                    <ns1:pt x="80" y="65"/>
                    <ns1:pt x="80" y="65"/>
                  </ns1:cubicBezTo>
                  <ns1:cubicBezTo>
                    <ns1:pt x="86" y="55"/>
                    <ns1:pt x="87" y="44"/>
                    <ns1:pt x="84" y="33"/>
                  </ns1:cubicBezTo>
                  <ns1:cubicBezTo>
                    <ns1:pt x="77" y="11"/>
                    <ns1:pt x="54" y="0"/>
                    <ns1:pt x="33" y="6"/>
                  </ns1:cubicBezTo>
                  <ns1:cubicBezTo>
                    <ns1:pt x="12" y="13"/>
                    <ns1:pt x="0" y="36"/>
                    <ns1:pt x="7" y="57"/>
                  </ns1:cubicBezTo>
                  <ns1:cubicBezTo>
                    <ns1:pt x="13" y="78"/>
                    <ns1:pt x="36" y="90"/>
                    <ns1:pt x="57" y="83"/>
                  </ns1:cubicBezTo>
                  <ns1:cubicBezTo>
                    <ns1:pt x="61" y="82"/>
                    <ns1:pt x="64" y="81"/>
                    <ns1:pt x="67" y="79"/>
                  </ns1:cubicBezTo>
                  <ns1:cubicBezTo>
                    <ns1:pt x="101" y="116"/>
                    <ns1:pt x="101" y="116"/>
                    <ns1:pt x="101" y="116"/>
                  </ns1:cubicBezTo>
                  <ns1:cubicBezTo>
                    <ns1:pt x="102" y="117"/>
                    <ns1:pt x="104" y="117"/>
                    <ns1:pt x="106" y="115"/>
                  </ns1:cubicBezTo>
                  <ns1:cubicBezTo>
                    <ns1:pt x="114" y="108"/>
                    <ns1:pt x="114" y="108"/>
                    <ns1:pt x="114" y="108"/>
                  </ns1:cubicBezTo>
                  <ns1:cubicBezTo>
                    <ns1:pt x="116" y="106"/>
                    <ns1:pt x="117" y="104"/>
                    <ns1:pt x="116" y="103"/>
                  </ns1:cubicBezTo>
                  <ns1:close/>
                  <ns1:moveTo>
                    <ns1:pt x="17" y="54"/>
                  </ns1:moveTo>
                  <ns1:cubicBezTo>
                    <ns1:pt x="12" y="38"/>
                    <ns1:pt x="21" y="22"/>
                    <ns1:pt x="36" y="17"/>
                  </ns1:cubicBezTo>
                  <ns1:cubicBezTo>
                    <ns1:pt x="52" y="12"/>
                    <ns1:pt x="69" y="20"/>
                    <ns1:pt x="73" y="36"/>
                  </ns1:cubicBezTo>
                  <ns1:cubicBezTo>
                    <ns1:pt x="78" y="52"/>
                    <ns1:pt x="70" y="68"/>
                    <ns1:pt x="54" y="73"/>
                  </ns1:cubicBezTo>
                  <ns1:cubicBezTo>
                    <ns1:pt x="39" y="78"/>
                    <ns1:pt x="22" y="69"/>
                    <ns1:pt x="17" y="54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241" name="Freeform 22"/>
            <ns0:cNvSpPr>
              <ns1:spLocks/>
            </ns0:cNvSpPr>
            <ns0:nvPr/>
          </ns0:nvSpPr>
          <ns0:spPr bwMode="auto">
            <ns1:xfrm>
              <ns1:off x="4433888" y="5754688"/>
              <ns1:ext cx="190500" cy="141288"/>
            </ns1:xfrm>
            <ns1:custGeom>
              <ns1:avLst/>
              <ns1:gdLst>
                <ns1:gd name="T0" fmla="*/ 10 w 50"/>
                <ns1:gd name="T1" fmla="*/ 16 h 37"/>
                <ns1:gd name="T2" fmla="*/ 48 w 50"/>
                <ns1:gd name="T3" fmla="*/ 36 h 37"/>
                <ns1:gd name="T4" fmla="*/ 48 w 50"/>
                <ns1:gd name="T5" fmla="*/ 37 h 37"/>
                <ns1:gd name="T6" fmla="*/ 49 w 50"/>
                <ns1:gd name="T7" fmla="*/ 20 h 37"/>
                <ns1:gd name="T8" fmla="*/ 17 w 50"/>
                <ns1:gd name="T9" fmla="*/ 4 h 37"/>
                <ns1:gd name="T10" fmla="*/ 0 w 50"/>
                <ns1:gd name="T11" fmla="*/ 21 h 37"/>
                <ns1:gd name="T12" fmla="*/ 10 w 50"/>
                <ns1:gd name="T13" fmla="*/ 16 h 37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</ns1:cxnLst>
              <ns1:rect l="0" t="0" r="r" b="b"/>
              <ns1:pathLst>
                <ns1:path w="50" h="37">
                  <ns1:moveTo>
                    <ns1:pt x="10" y="16"/>
                  </ns1:moveTo>
                  <ns1:cubicBezTo>
                    <ns1:pt x="26" y="11"/>
                    <ns1:pt x="43" y="20"/>
                    <ns1:pt x="48" y="36"/>
                  </ns1:cubicBezTo>
                  <ns1:cubicBezTo>
                    <ns1:pt x="48" y="36"/>
                    <ns1:pt x="48" y="36"/>
                    <ns1:pt x="48" y="37"/>
                  </ns1:cubicBezTo>
                  <ns1:cubicBezTo>
                    <ns1:pt x="50" y="32"/>
                    <ns1:pt x="50" y="26"/>
                    <ns1:pt x="49" y="20"/>
                  </ns1:cubicBezTo>
                  <ns1:cubicBezTo>
                    <ns1:pt x="45" y="7"/>
                    <ns1:pt x="30" y="0"/>
                    <ns1:pt x="17" y="4"/>
                  </ns1:cubicBezTo>
                  <ns1:cubicBezTo>
                    <ns1:pt x="8" y="6"/>
                    <ns1:pt x="2" y="13"/>
                    <ns1:pt x="0" y="21"/>
                  </ns1:cubicBezTo>
                  <ns1:cubicBezTo>
                    <ns1:pt x="3" y="19"/>
                    <ns1:pt x="6" y="17"/>
                    <ns1:pt x="10" y="16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</ns0:grpSp>
      <ns0:grpSp>
        <ns0:nvGrpSpPr>
          <ns0:cNvPr id="242" name="Group 241"/>
          <ns0:cNvGrpSpPr/>
          <ns0:nvPr/>
        </ns0:nvGrpSpPr>
        <ns0:grpSpPr>
          <ns1:xfrm>
            <ns1:off x="8247274" y="4575706"/>
            <ns1:ext cx="397830" cy="421941"/>
            <ns1:chOff x="7404100" y="3633788"/>
            <ns1:chExt cx="628651" cy="666751"/>
          </ns1:xfrm>
          <ns1:solidFill>
            <ns1:schemeClr val="tx1"/>
          </ns1:solidFill>
        </ns0:grpSpPr>
        <ns0:sp>
          <ns0:nvSpPr>
            <ns0:cNvPr id="243" name="Freeform 20"/>
            <ns0:cNvSpPr>
              <ns1:spLocks noEditPoints="1"/>
            </ns0:cNvSpPr>
            <ns0:nvPr/>
          </ns0:nvSpPr>
          <ns0:spPr bwMode="auto">
            <ns1:xfrm>
              <ns1:off x="7404100" y="3870326"/>
              <ns1:ext cx="427038" cy="430213"/>
            </ns1:xfrm>
            <ns1:custGeom>
              <ns1:avLst/>
              <ns1:gdLst>
                <ns1:gd name="T0" fmla="*/ 115 w 136"/>
                <ns1:gd name="T1" fmla="*/ 94 h 137"/>
                <ns1:gd name="T2" fmla="*/ 119 w 136"/>
                <ns1:gd name="T3" fmla="*/ 83 h 137"/>
                <ns1:gd name="T4" fmla="*/ 136 w 136"/>
                <ns1:gd name="T5" fmla="*/ 77 h 137"/>
                <ns1:gd name="T6" fmla="*/ 136 w 136"/>
                <ns1:gd name="T7" fmla="*/ 68 h 137"/>
                <ns1:gd name="T8" fmla="*/ 136 w 136"/>
                <ns1:gd name="T9" fmla="*/ 60 h 137"/>
                <ns1:gd name="T10" fmla="*/ 119 w 136"/>
                <ns1:gd name="T11" fmla="*/ 54 h 137"/>
                <ns1:gd name="T12" fmla="*/ 115 w 136"/>
                <ns1:gd name="T13" fmla="*/ 43 h 137"/>
                <ns1:gd name="T14" fmla="*/ 122 w 136"/>
                <ns1:gd name="T15" fmla="*/ 27 h 137"/>
                <ns1:gd name="T16" fmla="*/ 110 w 136"/>
                <ns1:gd name="T17" fmla="*/ 14 h 137"/>
                <ns1:gd name="T18" fmla="*/ 94 w 136"/>
                <ns1:gd name="T19" fmla="*/ 22 h 137"/>
                <ns1:gd name="T20" fmla="*/ 83 w 136"/>
                <ns1:gd name="T21" fmla="*/ 18 h 137"/>
                <ns1:gd name="T22" fmla="*/ 77 w 136"/>
                <ns1:gd name="T23" fmla="*/ 1 h 137"/>
                <ns1:gd name="T24" fmla="*/ 68 w 136"/>
                <ns1:gd name="T25" fmla="*/ 0 h 137"/>
                <ns1:gd name="T26" fmla="*/ 59 w 136"/>
                <ns1:gd name="T27" fmla="*/ 1 h 137"/>
                <ns1:gd name="T28" fmla="*/ 53 w 136"/>
                <ns1:gd name="T29" fmla="*/ 18 h 137"/>
                <ns1:gd name="T30" fmla="*/ 43 w 136"/>
                <ns1:gd name="T31" fmla="*/ 22 h 137"/>
                <ns1:gd name="T32" fmla="*/ 26 w 136"/>
                <ns1:gd name="T33" fmla="*/ 14 h 137"/>
                <ns1:gd name="T34" fmla="*/ 14 w 136"/>
                <ns1:gd name="T35" fmla="*/ 27 h 137"/>
                <ns1:gd name="T36" fmla="*/ 22 w 136"/>
                <ns1:gd name="T37" fmla="*/ 43 h 137"/>
                <ns1:gd name="T38" fmla="*/ 17 w 136"/>
                <ns1:gd name="T39" fmla="*/ 54 h 137"/>
                <ns1:gd name="T40" fmla="*/ 0 w 136"/>
                <ns1:gd name="T41" fmla="*/ 60 h 137"/>
                <ns1:gd name="T42" fmla="*/ 0 w 136"/>
                <ns1:gd name="T43" fmla="*/ 68 h 137"/>
                <ns1:gd name="T44" fmla="*/ 0 w 136"/>
                <ns1:gd name="T45" fmla="*/ 77 h 137"/>
                <ns1:gd name="T46" fmla="*/ 17 w 136"/>
                <ns1:gd name="T47" fmla="*/ 83 h 137"/>
                <ns1:gd name="T48" fmla="*/ 22 w 136"/>
                <ns1:gd name="T49" fmla="*/ 94 h 137"/>
                <ns1:gd name="T50" fmla="*/ 14 w 136"/>
                <ns1:gd name="T51" fmla="*/ 110 h 137"/>
                <ns1:gd name="T52" fmla="*/ 26 w 136"/>
                <ns1:gd name="T53" fmla="*/ 123 h 137"/>
                <ns1:gd name="T54" fmla="*/ 43 w 136"/>
                <ns1:gd name="T55" fmla="*/ 115 h 137"/>
                <ns1:gd name="T56" fmla="*/ 53 w 136"/>
                <ns1:gd name="T57" fmla="*/ 119 h 137"/>
                <ns1:gd name="T58" fmla="*/ 59 w 136"/>
                <ns1:gd name="T59" fmla="*/ 136 h 137"/>
                <ns1:gd name="T60" fmla="*/ 68 w 136"/>
                <ns1:gd name="T61" fmla="*/ 137 h 137"/>
                <ns1:gd name="T62" fmla="*/ 77 w 136"/>
                <ns1:gd name="T63" fmla="*/ 136 h 137"/>
                <ns1:gd name="T64" fmla="*/ 83 w 136"/>
                <ns1:gd name="T65" fmla="*/ 119 h 137"/>
                <ns1:gd name="T66" fmla="*/ 94 w 136"/>
                <ns1:gd name="T67" fmla="*/ 115 h 137"/>
                <ns1:gd name="T68" fmla="*/ 110 w 136"/>
                <ns1:gd name="T69" fmla="*/ 123 h 137"/>
                <ns1:gd name="T70" fmla="*/ 122 w 136"/>
                <ns1:gd name="T71" fmla="*/ 110 h 137"/>
                <ns1:gd name="T72" fmla="*/ 115 w 136"/>
                <ns1:gd name="T73" fmla="*/ 94 h 137"/>
                <ns1:gd name="T74" fmla="*/ 68 w 136"/>
                <ns1:gd name="T75" fmla="*/ 92 h 137"/>
                <ns1:gd name="T76" fmla="*/ 44 w 136"/>
                <ns1:gd name="T77" fmla="*/ 68 h 137"/>
                <ns1:gd name="T78" fmla="*/ 68 w 136"/>
                <ns1:gd name="T79" fmla="*/ 45 h 137"/>
                <ns1:gd name="T80" fmla="*/ 92 w 136"/>
                <ns1:gd name="T81" fmla="*/ 68 h 137"/>
                <ns1:gd name="T82" fmla="*/ 68 w 136"/>
                <ns1:gd name="T83" fmla="*/ 92 h 137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  <ns1:cxn ang="0">
                  <ns1:pos x="T30" y="T31"/>
                </ns1:cxn>
                <ns1:cxn ang="0">
                  <ns1:pos x="T32" y="T33"/>
                </ns1:cxn>
                <ns1:cxn ang="0">
                  <ns1:pos x="T34" y="T35"/>
                </ns1:cxn>
                <ns1:cxn ang="0">
                  <ns1:pos x="T36" y="T37"/>
                </ns1:cxn>
                <ns1:cxn ang="0">
                  <ns1:pos x="T38" y="T39"/>
                </ns1:cxn>
                <ns1:cxn ang="0">
                  <ns1:pos x="T40" y="T41"/>
                </ns1:cxn>
                <ns1:cxn ang="0">
                  <ns1:pos x="T42" y="T43"/>
                </ns1:cxn>
                <ns1:cxn ang="0">
                  <ns1:pos x="T44" y="T45"/>
                </ns1:cxn>
                <ns1:cxn ang="0">
                  <ns1:pos x="T46" y="T47"/>
                </ns1:cxn>
                <ns1:cxn ang="0">
                  <ns1:pos x="T48" y="T49"/>
                </ns1:cxn>
                <ns1:cxn ang="0">
                  <ns1:pos x="T50" y="T51"/>
                </ns1:cxn>
                <ns1:cxn ang="0">
                  <ns1:pos x="T52" y="T53"/>
                </ns1:cxn>
                <ns1:cxn ang="0">
                  <ns1:pos x="T54" y="T55"/>
                </ns1:cxn>
                <ns1:cxn ang="0">
                  <ns1:pos x="T56" y="T57"/>
                </ns1:cxn>
                <ns1:cxn ang="0">
                  <ns1:pos x="T58" y="T59"/>
                </ns1:cxn>
                <ns1:cxn ang="0">
                  <ns1:pos x="T60" y="T61"/>
                </ns1:cxn>
                <ns1:cxn ang="0">
                  <ns1:pos x="T62" y="T63"/>
                </ns1:cxn>
                <ns1:cxn ang="0">
                  <ns1:pos x="T64" y="T65"/>
                </ns1:cxn>
                <ns1:cxn ang="0">
                  <ns1:pos x="T66" y="T67"/>
                </ns1:cxn>
                <ns1:cxn ang="0">
                  <ns1:pos x="T68" y="T69"/>
                </ns1:cxn>
                <ns1:cxn ang="0">
                  <ns1:pos x="T70" y="T71"/>
                </ns1:cxn>
                <ns1:cxn ang="0">
                  <ns1:pos x="T72" y="T73"/>
                </ns1:cxn>
                <ns1:cxn ang="0">
                  <ns1:pos x="T74" y="T75"/>
                </ns1:cxn>
                <ns1:cxn ang="0">
                  <ns1:pos x="T76" y="T77"/>
                </ns1:cxn>
                <ns1:cxn ang="0">
                  <ns1:pos x="T78" y="T79"/>
                </ns1:cxn>
                <ns1:cxn ang="0">
                  <ns1:pos x="T80" y="T81"/>
                </ns1:cxn>
                <ns1:cxn ang="0">
                  <ns1:pos x="T82" y="T83"/>
                </ns1:cxn>
              </ns1:cxnLst>
              <ns1:rect l="0" t="0" r="r" b="b"/>
              <ns1:pathLst>
                <ns1:path w="136" h="137">
                  <ns1:moveTo>
                    <ns1:pt x="115" y="94"/>
                  </ns1:moveTo>
                  <ns1:cubicBezTo>
                    <ns1:pt x="116" y="91"/>
                    <ns1:pt x="118" y="87"/>
                    <ns1:pt x="119" y="83"/>
                  </ns1:cubicBezTo>
                  <ns1:cubicBezTo>
                    <ns1:pt x="136" y="77"/>
                    <ns1:pt x="136" y="77"/>
                    <ns1:pt x="136" y="77"/>
                  </ns1:cubicBezTo>
                  <ns1:cubicBezTo>
                    <ns1:pt x="136" y="74"/>
                    <ns1:pt x="136" y="71"/>
                    <ns1:pt x="136" y="68"/>
                  </ns1:cubicBezTo>
                  <ns1:cubicBezTo>
                    <ns1:pt x="136" y="65"/>
                    <ns1:pt x="136" y="63"/>
                    <ns1:pt x="136" y="60"/>
                  </ns1:cubicBezTo>
                  <ns1:cubicBezTo>
                    <ns1:pt x="119" y="54"/>
                    <ns1:pt x="119" y="54"/>
                    <ns1:pt x="119" y="54"/>
                  </ns1:cubicBezTo>
                  <ns1:cubicBezTo>
                    <ns1:pt x="118" y="50"/>
                    <ns1:pt x="116" y="46"/>
                    <ns1:pt x="115" y="43"/>
                  </ns1:cubicBezTo>
                  <ns1:cubicBezTo>
                    <ns1:pt x="122" y="27"/>
                    <ns1:pt x="122" y="27"/>
                    <ns1:pt x="122" y="27"/>
                  </ns1:cubicBezTo>
                  <ns1:cubicBezTo>
                    <ns1:pt x="119" y="22"/>
                    <ns1:pt x="115" y="18"/>
                    <ns1:pt x="110" y="14"/>
                  </ns1:cubicBezTo>
                  <ns1:cubicBezTo>
                    <ns1:pt x="94" y="22"/>
                    <ns1:pt x="94" y="22"/>
                    <ns1:pt x="94" y="22"/>
                  </ns1:cubicBezTo>
                  <ns1:cubicBezTo>
                    <ns1:pt x="90" y="20"/>
                    <ns1:pt x="87" y="19"/>
                    <ns1:pt x="83" y="18"/>
                  </ns1:cubicBezTo>
                  <ns1:cubicBezTo>
                    <ns1:pt x="77" y="1"/>
                    <ns1:pt x="77" y="1"/>
                    <ns1:pt x="77" y="1"/>
                  </ns1:cubicBezTo>
                  <ns1:cubicBezTo>
                    <ns1:pt x="74" y="0"/>
                    <ns1:pt x="71" y="0"/>
                    <ns1:pt x="68" y="0"/>
                  </ns1:cubicBezTo>
                  <ns1:cubicBezTo>
                    <ns1:pt x="65" y="0"/>
                    <ns1:pt x="62" y="0"/>
                    <ns1:pt x="59" y="1"/>
                  </ns1:cubicBezTo>
                  <ns1:cubicBezTo>
                    <ns1:pt x="53" y="18"/>
                    <ns1:pt x="53" y="18"/>
                    <ns1:pt x="53" y="18"/>
                  </ns1:cubicBezTo>
                  <ns1:cubicBezTo>
                    <ns1:pt x="50" y="19"/>
                    <ns1:pt x="46" y="20"/>
                    <ns1:pt x="43" y="22"/>
                  </ns1:cubicBezTo>
                  <ns1:cubicBezTo>
                    <ns1:pt x="26" y="14"/>
                    <ns1:pt x="26" y="14"/>
                    <ns1:pt x="26" y="14"/>
                  </ns1:cubicBezTo>
                  <ns1:cubicBezTo>
                    <ns1:pt x="22" y="18"/>
                    <ns1:pt x="18" y="22"/>
                    <ns1:pt x="14" y="27"/>
                  </ns1:cubicBezTo>
                  <ns1:cubicBezTo>
                    <ns1:pt x="22" y="43"/>
                    <ns1:pt x="22" y="43"/>
                    <ns1:pt x="22" y="43"/>
                  </ns1:cubicBezTo>
                  <ns1:cubicBezTo>
                    <ns1:pt x="20" y="46"/>
                    <ns1:pt x="18" y="50"/>
                    <ns1:pt x="17" y="54"/>
                  </ns1:cubicBezTo>
                  <ns1:cubicBezTo>
                    <ns1:pt x="0" y="60"/>
                    <ns1:pt x="0" y="60"/>
                    <ns1:pt x="0" y="60"/>
                  </ns1:cubicBezTo>
                  <ns1:cubicBezTo>
                    <ns1:pt x="0" y="63"/>
                    <ns1:pt x="0" y="65"/>
                    <ns1:pt x="0" y="68"/>
                  </ns1:cubicBezTo>
                  <ns1:cubicBezTo>
                    <ns1:pt x="0" y="71"/>
                    <ns1:pt x="0" y="74"/>
                    <ns1:pt x="0" y="77"/>
                  </ns1:cubicBezTo>
                  <ns1:cubicBezTo>
                    <ns1:pt x="17" y="83"/>
                    <ns1:pt x="17" y="83"/>
                    <ns1:pt x="17" y="83"/>
                  </ns1:cubicBezTo>
                  <ns1:cubicBezTo>
                    <ns1:pt x="18" y="87"/>
                    <ns1:pt x="20" y="91"/>
                    <ns1:pt x="22" y="94"/>
                  </ns1:cubicBezTo>
                  <ns1:cubicBezTo>
                    <ns1:pt x="14" y="110"/>
                    <ns1:pt x="14" y="110"/>
                    <ns1:pt x="14" y="110"/>
                  </ns1:cubicBezTo>
                  <ns1:cubicBezTo>
                    <ns1:pt x="18" y="115"/>
                    <ns1:pt x="22" y="119"/>
                    <ns1:pt x="26" y="123"/>
                  </ns1:cubicBezTo>
                  <ns1:cubicBezTo>
                    <ns1:pt x="43" y="115"/>
                    <ns1:pt x="43" y="115"/>
                    <ns1:pt x="43" y="115"/>
                  </ns1:cubicBezTo>
                  <ns1:cubicBezTo>
                    <ns1:pt x="46" y="117"/>
                    <ns1:pt x="50" y="118"/>
                    <ns1:pt x="53" y="119"/>
                  </ns1:cubicBezTo>
                  <ns1:cubicBezTo>
                    <ns1:pt x="59" y="136"/>
                    <ns1:pt x="59" y="136"/>
                    <ns1:pt x="59" y="136"/>
                  </ns1:cubicBezTo>
                  <ns1:cubicBezTo>
                    <ns1:pt x="62" y="137"/>
                    <ns1:pt x="65" y="137"/>
                    <ns1:pt x="68" y="137"/>
                  </ns1:cubicBezTo>
                  <ns1:cubicBezTo>
                    <ns1:pt x="71" y="137"/>
                    <ns1:pt x="74" y="137"/>
                    <ns1:pt x="77" y="136"/>
                  </ns1:cubicBezTo>
                  <ns1:cubicBezTo>
                    <ns1:pt x="83" y="119"/>
                    <ns1:pt x="83" y="119"/>
                    <ns1:pt x="83" y="119"/>
                  </ns1:cubicBezTo>
                  <ns1:cubicBezTo>
                    <ns1:pt x="87" y="118"/>
                    <ns1:pt x="90" y="117"/>
                    <ns1:pt x="94" y="115"/>
                  </ns1:cubicBezTo>
                  <ns1:cubicBezTo>
                    <ns1:pt x="110" y="123"/>
                    <ns1:pt x="110" y="123"/>
                    <ns1:pt x="110" y="123"/>
                  </ns1:cubicBezTo>
                  <ns1:cubicBezTo>
                    <ns1:pt x="115" y="119"/>
                    <ns1:pt x="119" y="115"/>
                    <ns1:pt x="122" y="110"/>
                  </ns1:cubicBezTo>
                  <ns1:lnTo>
                    <ns1:pt x="115" y="94"/>
                  </ns1:lnTo>
                  <ns1:close/>
                  <ns1:moveTo>
                    <ns1:pt x="68" y="92"/>
                  </ns1:moveTo>
                  <ns1:cubicBezTo>
                    <ns1:pt x="55" y="92"/>
                    <ns1:pt x="44" y="82"/>
                    <ns1:pt x="44" y="68"/>
                  </ns1:cubicBezTo>
                  <ns1:cubicBezTo>
                    <ns1:pt x="44" y="55"/>
                    <ns1:pt x="55" y="45"/>
                    <ns1:pt x="68" y="45"/>
                  </ns1:cubicBezTo>
                  <ns1:cubicBezTo>
                    <ns1:pt x="81" y="45"/>
                    <ns1:pt x="92" y="55"/>
                    <ns1:pt x="92" y="68"/>
                  </ns1:cubicBezTo>
                  <ns1:cubicBezTo>
                    <ns1:pt x="92" y="82"/>
                    <ns1:pt x="81" y="92"/>
                    <ns1:pt x="68" y="92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244" name="Freeform 21"/>
            <ns0:cNvSpPr>
              <ns1:spLocks noEditPoints="1"/>
            </ns0:cNvSpPr>
            <ns0:nvPr/>
          </ns0:nvSpPr>
          <ns0:spPr bwMode="auto">
            <ns1:xfrm>
              <ns1:off x="7608888" y="3633788"/>
              <ns1:ext cx="282575" cy="282575"/>
            </ns1:xfrm>
            <ns1:custGeom>
              <ns1:avLst/>
              <ns1:gdLst>
                <ns1:gd name="T0" fmla="*/ 4 w 90"/>
                <ns1:gd name="T1" fmla="*/ 67 h 90"/>
                <ns1:gd name="T2" fmla="*/ 16 w 90"/>
                <ns1:gd name="T3" fmla="*/ 67 h 90"/>
                <ns1:gd name="T4" fmla="*/ 22 w 90"/>
                <ns1:gd name="T5" fmla="*/ 73 h 90"/>
                <ns1:gd name="T6" fmla="*/ 21 w 90"/>
                <ns1:gd name="T7" fmla="*/ 85 h 90"/>
                <ns1:gd name="T8" fmla="*/ 26 w 90"/>
                <ns1:gd name="T9" fmla="*/ 88 h 90"/>
                <ns1:gd name="T10" fmla="*/ 32 w 90"/>
                <ns1:gd name="T11" fmla="*/ 90 h 90"/>
                <ns1:gd name="T12" fmla="*/ 40 w 90"/>
                <ns1:gd name="T13" fmla="*/ 81 h 90"/>
                <ns1:gd name="T14" fmla="*/ 48 w 90"/>
                <ns1:gd name="T15" fmla="*/ 81 h 90"/>
                <ns1:gd name="T16" fmla="*/ 56 w 90"/>
                <ns1:gd name="T17" fmla="*/ 90 h 90"/>
                <ns1:gd name="T18" fmla="*/ 67 w 90"/>
                <ns1:gd name="T19" fmla="*/ 86 h 90"/>
                <ns1:gd name="T20" fmla="*/ 67 w 90"/>
                <ns1:gd name="T21" fmla="*/ 74 h 90"/>
                <ns1:gd name="T22" fmla="*/ 73 w 90"/>
                <ns1:gd name="T23" fmla="*/ 68 h 90"/>
                <ns1:gd name="T24" fmla="*/ 85 w 90"/>
                <ns1:gd name="T25" fmla="*/ 69 h 90"/>
                <ns1:gd name="T26" fmla="*/ 87 w 90"/>
                <ns1:gd name="T27" fmla="*/ 64 h 90"/>
                <ns1:gd name="T28" fmla="*/ 89 w 90"/>
                <ns1:gd name="T29" fmla="*/ 58 h 90"/>
                <ns1:gd name="T30" fmla="*/ 81 w 90"/>
                <ns1:gd name="T31" fmla="*/ 50 h 90"/>
                <ns1:gd name="T32" fmla="*/ 81 w 90"/>
                <ns1:gd name="T33" fmla="*/ 42 h 90"/>
                <ns1:gd name="T34" fmla="*/ 90 w 90"/>
                <ns1:gd name="T35" fmla="*/ 34 h 90"/>
                <ns1:gd name="T36" fmla="*/ 86 w 90"/>
                <ns1:gd name="T37" fmla="*/ 23 h 90"/>
                <ns1:gd name="T38" fmla="*/ 73 w 90"/>
                <ns1:gd name="T39" fmla="*/ 23 h 90"/>
                <ns1:gd name="T40" fmla="*/ 68 w 90"/>
                <ns1:gd name="T41" fmla="*/ 17 h 90"/>
                <ns1:gd name="T42" fmla="*/ 69 w 90"/>
                <ns1:gd name="T43" fmla="*/ 5 h 90"/>
                <ns1:gd name="T44" fmla="*/ 63 w 90"/>
                <ns1:gd name="T45" fmla="*/ 3 h 90"/>
                <ns1:gd name="T46" fmla="*/ 58 w 90"/>
                <ns1:gd name="T47" fmla="*/ 0 h 90"/>
                <ns1:gd name="T48" fmla="*/ 49 w 90"/>
                <ns1:gd name="T49" fmla="*/ 9 h 90"/>
                <ns1:gd name="T50" fmla="*/ 41 w 90"/>
                <ns1:gd name="T51" fmla="*/ 9 h 90"/>
                <ns1:gd name="T52" fmla="*/ 33 w 90"/>
                <ns1:gd name="T53" fmla="*/ 0 h 90"/>
                <ns1:gd name="T54" fmla="*/ 22 w 90"/>
                <ns1:gd name="T55" fmla="*/ 4 h 90"/>
                <ns1:gd name="T56" fmla="*/ 23 w 90"/>
                <ns1:gd name="T57" fmla="*/ 17 h 90"/>
                <ns1:gd name="T58" fmla="*/ 17 w 90"/>
                <ns1:gd name="T59" fmla="*/ 22 h 90"/>
                <ns1:gd name="T60" fmla="*/ 5 w 90"/>
                <ns1:gd name="T61" fmla="*/ 21 h 90"/>
                <ns1:gd name="T62" fmla="*/ 2 w 90"/>
                <ns1:gd name="T63" fmla="*/ 27 h 90"/>
                <ns1:gd name="T64" fmla="*/ 0 w 90"/>
                <ns1:gd name="T65" fmla="*/ 32 h 90"/>
                <ns1:gd name="T66" fmla="*/ 9 w 90"/>
                <ns1:gd name="T67" fmla="*/ 40 h 90"/>
                <ns1:gd name="T68" fmla="*/ 9 w 90"/>
                <ns1:gd name="T69" fmla="*/ 48 h 90"/>
                <ns1:gd name="T70" fmla="*/ 0 w 90"/>
                <ns1:gd name="T71" fmla="*/ 56 h 90"/>
                <ns1:gd name="T72" fmla="*/ 4 w 90"/>
                <ns1:gd name="T73" fmla="*/ 67 h 90"/>
                <ns1:gd name="T74" fmla="*/ 30 w 90"/>
                <ns1:gd name="T75" fmla="*/ 39 h 90"/>
                <ns1:gd name="T76" fmla="*/ 51 w 90"/>
                <ns1:gd name="T77" fmla="*/ 30 h 90"/>
                <ns1:gd name="T78" fmla="*/ 60 w 90"/>
                <ns1:gd name="T79" fmla="*/ 52 h 90"/>
                <ns1:gd name="T80" fmla="*/ 38 w 90"/>
                <ns1:gd name="T81" fmla="*/ 60 h 90"/>
                <ns1:gd name="T82" fmla="*/ 30 w 90"/>
                <ns1:gd name="T83" fmla="*/ 39 h 90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  <ns1:cxn ang="0">
                  <ns1:pos x="T30" y="T31"/>
                </ns1:cxn>
                <ns1:cxn ang="0">
                  <ns1:pos x="T32" y="T33"/>
                </ns1:cxn>
                <ns1:cxn ang="0">
                  <ns1:pos x="T34" y="T35"/>
                </ns1:cxn>
                <ns1:cxn ang="0">
                  <ns1:pos x="T36" y="T37"/>
                </ns1:cxn>
                <ns1:cxn ang="0">
                  <ns1:pos x="T38" y="T39"/>
                </ns1:cxn>
                <ns1:cxn ang="0">
                  <ns1:pos x="T40" y="T41"/>
                </ns1:cxn>
                <ns1:cxn ang="0">
                  <ns1:pos x="T42" y="T43"/>
                </ns1:cxn>
                <ns1:cxn ang="0">
                  <ns1:pos x="T44" y="T45"/>
                </ns1:cxn>
                <ns1:cxn ang="0">
                  <ns1:pos x="T46" y="T47"/>
                </ns1:cxn>
                <ns1:cxn ang="0">
                  <ns1:pos x="T48" y="T49"/>
                </ns1:cxn>
                <ns1:cxn ang="0">
                  <ns1:pos x="T50" y="T51"/>
                </ns1:cxn>
                <ns1:cxn ang="0">
                  <ns1:pos x="T52" y="T53"/>
                </ns1:cxn>
                <ns1:cxn ang="0">
                  <ns1:pos x="T54" y="T55"/>
                </ns1:cxn>
                <ns1:cxn ang="0">
                  <ns1:pos x="T56" y="T57"/>
                </ns1:cxn>
                <ns1:cxn ang="0">
                  <ns1:pos x="T58" y="T59"/>
                </ns1:cxn>
                <ns1:cxn ang="0">
                  <ns1:pos x="T60" y="T61"/>
                </ns1:cxn>
                <ns1:cxn ang="0">
                  <ns1:pos x="T62" y="T63"/>
                </ns1:cxn>
                <ns1:cxn ang="0">
                  <ns1:pos x="T64" y="T65"/>
                </ns1:cxn>
                <ns1:cxn ang="0">
                  <ns1:pos x="T66" y="T67"/>
                </ns1:cxn>
                <ns1:cxn ang="0">
                  <ns1:pos x="T68" y="T69"/>
                </ns1:cxn>
                <ns1:cxn ang="0">
                  <ns1:pos x="T70" y="T71"/>
                </ns1:cxn>
                <ns1:cxn ang="0">
                  <ns1:pos x="T72" y="T73"/>
                </ns1:cxn>
                <ns1:cxn ang="0">
                  <ns1:pos x="T74" y="T75"/>
                </ns1:cxn>
                <ns1:cxn ang="0">
                  <ns1:pos x="T76" y="T77"/>
                </ns1:cxn>
                <ns1:cxn ang="0">
                  <ns1:pos x="T78" y="T79"/>
                </ns1:cxn>
                <ns1:cxn ang="0">
                  <ns1:pos x="T80" y="T81"/>
                </ns1:cxn>
                <ns1:cxn ang="0">
                  <ns1:pos x="T82" y="T83"/>
                </ns1:cxn>
              </ns1:cxnLst>
              <ns1:rect l="0" t="0" r="r" b="b"/>
              <ns1:pathLst>
                <ns1:path w="90" h="90">
                  <ns1:moveTo>
                    <ns1:pt x="4" y="67"/>
                  </ns1:moveTo>
                  <ns1:cubicBezTo>
                    <ns1:pt x="16" y="67"/>
                    <ns1:pt x="16" y="67"/>
                    <ns1:pt x="16" y="67"/>
                  </ns1:cubicBezTo>
                  <ns1:cubicBezTo>
                    <ns1:pt x="18" y="69"/>
                    <ns1:pt x="20" y="71"/>
                    <ns1:pt x="22" y="73"/>
                  </ns1:cubicBezTo>
                  <ns1:cubicBezTo>
                    <ns1:pt x="21" y="85"/>
                    <ns1:pt x="21" y="85"/>
                    <ns1:pt x="21" y="85"/>
                  </ns1:cubicBezTo>
                  <ns1:cubicBezTo>
                    <ns1:pt x="23" y="86"/>
                    <ns1:pt x="25" y="87"/>
                    <ns1:pt x="26" y="88"/>
                  </ns1:cubicBezTo>
                  <ns1:cubicBezTo>
                    <ns1:pt x="28" y="88"/>
                    <ns1:pt x="30" y="89"/>
                    <ns1:pt x="32" y="90"/>
                  </ns1:cubicBezTo>
                  <ns1:cubicBezTo>
                    <ns1:pt x="40" y="81"/>
                    <ns1:pt x="40" y="81"/>
                    <ns1:pt x="40" y="81"/>
                  </ns1:cubicBezTo>
                  <ns1:cubicBezTo>
                    <ns1:pt x="43" y="81"/>
                    <ns1:pt x="46" y="81"/>
                    <ns1:pt x="48" y="81"/>
                  </ns1:cubicBezTo>
                  <ns1:cubicBezTo>
                    <ns1:pt x="56" y="90"/>
                    <ns1:pt x="56" y="90"/>
                    <ns1:pt x="56" y="90"/>
                  </ns1:cubicBezTo>
                  <ns1:cubicBezTo>
                    <ns1:pt x="60" y="89"/>
                    <ns1:pt x="64" y="88"/>
                    <ns1:pt x="67" y="86"/>
                  </ns1:cubicBezTo>
                  <ns1:cubicBezTo>
                    <ns1:pt x="67" y="74"/>
                    <ns1:pt x="67" y="74"/>
                    <ns1:pt x="67" y="74"/>
                  </ns1:cubicBezTo>
                  <ns1:cubicBezTo>
                    <ns1:pt x="69" y="72"/>
                    <ns1:pt x="71" y="70"/>
                    <ns1:pt x="73" y="68"/>
                  </ns1:cubicBezTo>
                  <ns1:cubicBezTo>
                    <ns1:pt x="85" y="69"/>
                    <ns1:pt x="85" y="69"/>
                    <ns1:pt x="85" y="69"/>
                  </ns1:cubicBezTo>
                  <ns1:cubicBezTo>
                    <ns1:pt x="86" y="67"/>
                    <ns1:pt x="87" y="65"/>
                    <ns1:pt x="87" y="64"/>
                  </ns1:cubicBezTo>
                  <ns1:cubicBezTo>
                    <ns1:pt x="88" y="62"/>
                    <ns1:pt x="89" y="60"/>
                    <ns1:pt x="89" y="58"/>
                  </ns1:cubicBezTo>
                  <ns1:cubicBezTo>
                    <ns1:pt x="81" y="50"/>
                    <ns1:pt x="81" y="50"/>
                    <ns1:pt x="81" y="50"/>
                  </ns1:cubicBezTo>
                  <ns1:cubicBezTo>
                    <ns1:pt x="81" y="47"/>
                    <ns1:pt x="81" y="44"/>
                    <ns1:pt x="81" y="42"/>
                  </ns1:cubicBezTo>
                  <ns1:cubicBezTo>
                    <ns1:pt x="90" y="34"/>
                    <ns1:pt x="90" y="34"/>
                    <ns1:pt x="90" y="34"/>
                  </ns1:cubicBezTo>
                  <ns1:cubicBezTo>
                    <ns1:pt x="89" y="30"/>
                    <ns1:pt x="87" y="26"/>
                    <ns1:pt x="86" y="23"/>
                  </ns1:cubicBezTo>
                  <ns1:cubicBezTo>
                    <ns1:pt x="73" y="23"/>
                    <ns1:pt x="73" y="23"/>
                    <ns1:pt x="73" y="23"/>
                  </ns1:cubicBezTo>
                  <ns1:cubicBezTo>
                    <ns1:pt x="72" y="21"/>
                    <ns1:pt x="70" y="19"/>
                    <ns1:pt x="68" y="17"/>
                  </ns1:cubicBezTo>
                  <ns1:cubicBezTo>
                    <ns1:pt x="69" y="5"/>
                    <ns1:pt x="69" y="5"/>
                    <ns1:pt x="69" y="5"/>
                  </ns1:cubicBezTo>
                  <ns1:cubicBezTo>
                    <ns1:pt x="67" y="4"/>
                    <ns1:pt x="65" y="3"/>
                    <ns1:pt x="63" y="3"/>
                  </ns1:cubicBezTo>
                  <ns1:cubicBezTo>
                    <ns1:pt x="62" y="2"/>
                    <ns1:pt x="60" y="1"/>
                    <ns1:pt x="58" y="0"/>
                  </ns1:cubicBezTo>
                  <ns1:cubicBezTo>
                    <ns1:pt x="49" y="9"/>
                    <ns1:pt x="49" y="9"/>
                    <ns1:pt x="49" y="9"/>
                  </ns1:cubicBezTo>
                  <ns1:cubicBezTo>
                    <ns1:pt x="47" y="9"/>
                    <ns1:pt x="44" y="9"/>
                    <ns1:pt x="41" y="9"/>
                  </ns1:cubicBezTo>
                  <ns1:cubicBezTo>
                    <ns1:pt x="33" y="0"/>
                    <ns1:pt x="33" y="0"/>
                    <ns1:pt x="33" y="0"/>
                  </ns1:cubicBezTo>
                  <ns1:cubicBezTo>
                    <ns1:pt x="30" y="1"/>
                    <ns1:pt x="26" y="3"/>
                    <ns1:pt x="22" y="4"/>
                  </ns1:cubicBezTo>
                  <ns1:cubicBezTo>
                    <ns1:pt x="23" y="17"/>
                    <ns1:pt x="23" y="17"/>
                    <ns1:pt x="23" y="17"/>
                  </ns1:cubicBezTo>
                  <ns1:cubicBezTo>
                    <ns1:pt x="21" y="18"/>
                    <ns1:pt x="19" y="20"/>
                    <ns1:pt x="17" y="22"/>
                  </ns1:cubicBezTo>
                  <ns1:cubicBezTo>
                    <ns1:pt x="5" y="21"/>
                    <ns1:pt x="5" y="21"/>
                    <ns1:pt x="5" y="21"/>
                  </ns1:cubicBezTo>
                  <ns1:cubicBezTo>
                    <ns1:pt x="4" y="23"/>
                    <ns1:pt x="3" y="25"/>
                    <ns1:pt x="2" y="27"/>
                  </ns1:cubicBezTo>
                  <ns1:cubicBezTo>
                    <ns1:pt x="2" y="28"/>
                    <ns1:pt x="1" y="30"/>
                    <ns1:pt x="0" y="32"/>
                  </ns1:cubicBezTo>
                  <ns1:cubicBezTo>
                    <ns1:pt x="9" y="40"/>
                    <ns1:pt x="9" y="40"/>
                    <ns1:pt x="9" y="40"/>
                  </ns1:cubicBezTo>
                  <ns1:cubicBezTo>
                    <ns1:pt x="9" y="43"/>
                    <ns1:pt x="9" y="46"/>
                    <ns1:pt x="9" y="48"/>
                  </ns1:cubicBezTo>
                  <ns1:cubicBezTo>
                    <ns1:pt x="0" y="56"/>
                    <ns1:pt x="0" y="56"/>
                    <ns1:pt x="0" y="56"/>
                  </ns1:cubicBezTo>
                  <ns1:cubicBezTo>
                    <ns1:pt x="1" y="60"/>
                    <ns1:pt x="2" y="64"/>
                    <ns1:pt x="4" y="67"/>
                  </ns1:cubicBezTo>
                  <ns1:close/>
                  <ns1:moveTo>
                    <ns1:pt x="30" y="39"/>
                  </ns1:moveTo>
                  <ns1:cubicBezTo>
                    <ns1:pt x="34" y="30"/>
                    <ns1:pt x="43" y="27"/>
                    <ns1:pt x="51" y="30"/>
                  </ns1:cubicBezTo>
                  <ns1:cubicBezTo>
                    <ns1:pt x="60" y="34"/>
                    <ns1:pt x="63" y="43"/>
                    <ns1:pt x="60" y="52"/>
                  </ns1:cubicBezTo>
                  <ns1:cubicBezTo>
                    <ns1:pt x="56" y="60"/>
                    <ns1:pt x="47" y="63"/>
                    <ns1:pt x="38" y="60"/>
                  </ns1:cubicBezTo>
                  <ns1:cubicBezTo>
                    <ns1:pt x="30" y="56"/>
                    <ns1:pt x="26" y="47"/>
                    <ns1:pt x="30" y="39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245" name="Freeform 22"/>
            <ns0:cNvSpPr>
              <ns1:spLocks noEditPoints="1"/>
            </ns0:cNvSpPr>
            <ns0:nvPr/>
          </ns0:nvSpPr>
          <ns0:spPr bwMode="auto">
            <ns1:xfrm>
              <ns1:off x="7805738" y="3832226"/>
              <ns1:ext cx="227013" cy="228600"/>
            </ns1:xfrm>
            <ns1:custGeom>
              <ns1:avLst/>
              <ns1:gdLst>
                <ns1:gd name="T0" fmla="*/ 63 w 72"/>
                <ns1:gd name="T1" fmla="*/ 44 h 73"/>
                <ns1:gd name="T2" fmla="*/ 72 w 72"/>
                <ns1:gd name="T3" fmla="*/ 41 h 73"/>
                <ns1:gd name="T4" fmla="*/ 72 w 72"/>
                <ns1:gd name="T5" fmla="*/ 36 h 73"/>
                <ns1:gd name="T6" fmla="*/ 72 w 72"/>
                <ns1:gd name="T7" fmla="*/ 31 h 73"/>
                <ns1:gd name="T8" fmla="*/ 63 w 72"/>
                <ns1:gd name="T9" fmla="*/ 28 h 73"/>
                <ns1:gd name="T10" fmla="*/ 60 w 72"/>
                <ns1:gd name="T11" fmla="*/ 23 h 73"/>
                <ns1:gd name="T12" fmla="*/ 64 w 72"/>
                <ns1:gd name="T13" fmla="*/ 14 h 73"/>
                <ns1:gd name="T14" fmla="*/ 58 w 72"/>
                <ns1:gd name="T15" fmla="*/ 8 h 73"/>
                <ns1:gd name="T16" fmla="*/ 49 w 72"/>
                <ns1:gd name="T17" fmla="*/ 12 h 73"/>
                <ns1:gd name="T18" fmla="*/ 43 w 72"/>
                <ns1:gd name="T19" fmla="*/ 10 h 73"/>
                <ns1:gd name="T20" fmla="*/ 40 w 72"/>
                <ns1:gd name="T21" fmla="*/ 1 h 73"/>
                <ns1:gd name="T22" fmla="*/ 35 w 72"/>
                <ns1:gd name="T23" fmla="*/ 0 h 73"/>
                <ns1:gd name="T24" fmla="*/ 31 w 72"/>
                <ns1:gd name="T25" fmla="*/ 1 h 73"/>
                <ns1:gd name="T26" fmla="*/ 28 w 72"/>
                <ns1:gd name="T27" fmla="*/ 10 h 73"/>
                <ns1:gd name="T28" fmla="*/ 22 w 72"/>
                <ns1:gd name="T29" fmla="*/ 12 h 73"/>
                <ns1:gd name="T30" fmla="*/ 13 w 72"/>
                <ns1:gd name="T31" fmla="*/ 8 h 73"/>
                <ns1:gd name="T32" fmla="*/ 7 w 72"/>
                <ns1:gd name="T33" fmla="*/ 15 h 73"/>
                <ns1:gd name="T34" fmla="*/ 11 w 72"/>
                <ns1:gd name="T35" fmla="*/ 24 h 73"/>
                <ns1:gd name="T36" fmla="*/ 9 w 72"/>
                <ns1:gd name="T37" fmla="*/ 29 h 73"/>
                <ns1:gd name="T38" fmla="*/ 0 w 72"/>
                <ns1:gd name="T39" fmla="*/ 33 h 73"/>
                <ns1:gd name="T40" fmla="*/ 0 w 72"/>
                <ns1:gd name="T41" fmla="*/ 37 h 73"/>
                <ns1:gd name="T42" fmla="*/ 0 w 72"/>
                <ns1:gd name="T43" fmla="*/ 42 h 73"/>
                <ns1:gd name="T44" fmla="*/ 9 w 72"/>
                <ns1:gd name="T45" fmla="*/ 45 h 73"/>
                <ns1:gd name="T46" fmla="*/ 12 w 72"/>
                <ns1:gd name="T47" fmla="*/ 51 h 73"/>
                <ns1:gd name="T48" fmla="*/ 8 w 72"/>
                <ns1:gd name="T49" fmla="*/ 59 h 73"/>
                <ns1:gd name="T50" fmla="*/ 15 w 72"/>
                <ns1:gd name="T51" fmla="*/ 66 h 73"/>
                <ns1:gd name="T52" fmla="*/ 23 w 72"/>
                <ns1:gd name="T53" fmla="*/ 62 h 73"/>
                <ns1:gd name="T54" fmla="*/ 29 w 72"/>
                <ns1:gd name="T55" fmla="*/ 64 h 73"/>
                <ns1:gd name="T56" fmla="*/ 32 w 72"/>
                <ns1:gd name="T57" fmla="*/ 73 h 73"/>
                <ns1:gd name="T58" fmla="*/ 37 w 72"/>
                <ns1:gd name="T59" fmla="*/ 73 h 73"/>
                <ns1:gd name="T60" fmla="*/ 41 w 72"/>
                <ns1:gd name="T61" fmla="*/ 72 h 73"/>
                <ns1:gd name="T62" fmla="*/ 44 w 72"/>
                <ns1:gd name="T63" fmla="*/ 63 h 73"/>
                <ns1:gd name="T64" fmla="*/ 50 w 72"/>
                <ns1:gd name="T65" fmla="*/ 61 h 73"/>
                <ns1:gd name="T66" fmla="*/ 59 w 72"/>
                <ns1:gd name="T67" fmla="*/ 65 h 73"/>
                <ns1:gd name="T68" fmla="*/ 65 w 72"/>
                <ns1:gd name="T69" fmla="*/ 58 h 73"/>
                <ns1:gd name="T70" fmla="*/ 61 w 72"/>
                <ns1:gd name="T71" fmla="*/ 50 h 73"/>
                <ns1:gd name="T72" fmla="*/ 63 w 72"/>
                <ns1:gd name="T73" fmla="*/ 44 h 73"/>
                <ns1:gd name="T74" fmla="*/ 36 w 72"/>
                <ns1:gd name="T75" fmla="*/ 49 h 73"/>
                <ns1:gd name="T76" fmla="*/ 23 w 72"/>
                <ns1:gd name="T77" fmla="*/ 37 h 73"/>
                <ns1:gd name="T78" fmla="*/ 36 w 72"/>
                <ns1:gd name="T79" fmla="*/ 24 h 73"/>
                <ns1:gd name="T80" fmla="*/ 49 w 72"/>
                <ns1:gd name="T81" fmla="*/ 36 h 73"/>
                <ns1:gd name="T82" fmla="*/ 36 w 72"/>
                <ns1:gd name="T83" fmla="*/ 49 h 73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  <ns1:cxn ang="0">
                  <ns1:pos x="T30" y="T31"/>
                </ns1:cxn>
                <ns1:cxn ang="0">
                  <ns1:pos x="T32" y="T33"/>
                </ns1:cxn>
                <ns1:cxn ang="0">
                  <ns1:pos x="T34" y="T35"/>
                </ns1:cxn>
                <ns1:cxn ang="0">
                  <ns1:pos x="T36" y="T37"/>
                </ns1:cxn>
                <ns1:cxn ang="0">
                  <ns1:pos x="T38" y="T39"/>
                </ns1:cxn>
                <ns1:cxn ang="0">
                  <ns1:pos x="T40" y="T41"/>
                </ns1:cxn>
                <ns1:cxn ang="0">
                  <ns1:pos x="T42" y="T43"/>
                </ns1:cxn>
                <ns1:cxn ang="0">
                  <ns1:pos x="T44" y="T45"/>
                </ns1:cxn>
                <ns1:cxn ang="0">
                  <ns1:pos x="T46" y="T47"/>
                </ns1:cxn>
                <ns1:cxn ang="0">
                  <ns1:pos x="T48" y="T49"/>
                </ns1:cxn>
                <ns1:cxn ang="0">
                  <ns1:pos x="T50" y="T51"/>
                </ns1:cxn>
                <ns1:cxn ang="0">
                  <ns1:pos x="T52" y="T53"/>
                </ns1:cxn>
                <ns1:cxn ang="0">
                  <ns1:pos x="T54" y="T55"/>
                </ns1:cxn>
                <ns1:cxn ang="0">
                  <ns1:pos x="T56" y="T57"/>
                </ns1:cxn>
                <ns1:cxn ang="0">
                  <ns1:pos x="T58" y="T59"/>
                </ns1:cxn>
                <ns1:cxn ang="0">
                  <ns1:pos x="T60" y="T61"/>
                </ns1:cxn>
                <ns1:cxn ang="0">
                  <ns1:pos x="T62" y="T63"/>
                </ns1:cxn>
                <ns1:cxn ang="0">
                  <ns1:pos x="T64" y="T65"/>
                </ns1:cxn>
                <ns1:cxn ang="0">
                  <ns1:pos x="T66" y="T67"/>
                </ns1:cxn>
                <ns1:cxn ang="0">
                  <ns1:pos x="T68" y="T69"/>
                </ns1:cxn>
                <ns1:cxn ang="0">
                  <ns1:pos x="T70" y="T71"/>
                </ns1:cxn>
                <ns1:cxn ang="0">
                  <ns1:pos x="T72" y="T73"/>
                </ns1:cxn>
                <ns1:cxn ang="0">
                  <ns1:pos x="T74" y="T75"/>
                </ns1:cxn>
                <ns1:cxn ang="0">
                  <ns1:pos x="T76" y="T77"/>
                </ns1:cxn>
                <ns1:cxn ang="0">
                  <ns1:pos x="T78" y="T79"/>
                </ns1:cxn>
                <ns1:cxn ang="0">
                  <ns1:pos x="T80" y="T81"/>
                </ns1:cxn>
                <ns1:cxn ang="0">
                  <ns1:pos x="T82" y="T83"/>
                </ns1:cxn>
              </ns1:cxnLst>
              <ns1:rect l="0" t="0" r="r" b="b"/>
              <ns1:pathLst>
                <ns1:path w="72" h="73">
                  <ns1:moveTo>
                    <ns1:pt x="63" y="44"/>
                  </ns1:moveTo>
                  <ns1:cubicBezTo>
                    <ns1:pt x="72" y="41"/>
                    <ns1:pt x="72" y="41"/>
                    <ns1:pt x="72" y="41"/>
                  </ns1:cubicBezTo>
                  <ns1:cubicBezTo>
                    <ns1:pt x="72" y="39"/>
                    <ns1:pt x="72" y="37"/>
                    <ns1:pt x="72" y="36"/>
                  </ns1:cubicBezTo>
                  <ns1:cubicBezTo>
                    <ns1:pt x="72" y="34"/>
                    <ns1:pt x="72" y="33"/>
                    <ns1:pt x="72" y="31"/>
                  </ns1:cubicBezTo>
                  <ns1:cubicBezTo>
                    <ns1:pt x="63" y="28"/>
                    <ns1:pt x="63" y="28"/>
                    <ns1:pt x="63" y="28"/>
                  </ns1:cubicBezTo>
                  <ns1:cubicBezTo>
                    <ns1:pt x="62" y="26"/>
                    <ns1:pt x="61" y="24"/>
                    <ns1:pt x="60" y="23"/>
                  </ns1:cubicBezTo>
                  <ns1:cubicBezTo>
                    <ns1:pt x="64" y="14"/>
                    <ns1:pt x="64" y="14"/>
                    <ns1:pt x="64" y="14"/>
                  </ns1:cubicBezTo>
                  <ns1:cubicBezTo>
                    <ns1:pt x="62" y="12"/>
                    <ns1:pt x="60" y="9"/>
                    <ns1:pt x="58" y="8"/>
                  </ns1:cubicBezTo>
                  <ns1:cubicBezTo>
                    <ns1:pt x="49" y="12"/>
                    <ns1:pt x="49" y="12"/>
                    <ns1:pt x="49" y="12"/>
                  </ns1:cubicBezTo>
                  <ns1:cubicBezTo>
                    <ns1:pt x="47" y="11"/>
                    <ns1:pt x="45" y="10"/>
                    <ns1:pt x="43" y="10"/>
                  </ns1:cubicBezTo>
                  <ns1:cubicBezTo>
                    <ns1:pt x="40" y="1"/>
                    <ns1:pt x="40" y="1"/>
                    <ns1:pt x="40" y="1"/>
                  </ns1:cubicBezTo>
                  <ns1:cubicBezTo>
                    <ns1:pt x="38" y="0"/>
                    <ns1:pt x="37" y="0"/>
                    <ns1:pt x="35" y="0"/>
                  </ns1:cubicBezTo>
                  <ns1:cubicBezTo>
                    <ns1:pt x="34" y="0"/>
                    <ns1:pt x="32" y="1"/>
                    <ns1:pt x="31" y="1"/>
                  </ns1:cubicBezTo>
                  <ns1:cubicBezTo>
                    <ns1:pt x="28" y="10"/>
                    <ns1:pt x="28" y="10"/>
                    <ns1:pt x="28" y="10"/>
                  </ns1:cubicBezTo>
                  <ns1:cubicBezTo>
                    <ns1:pt x="26" y="10"/>
                    <ns1:pt x="24" y="11"/>
                    <ns1:pt x="22" y="12"/>
                  </ns1:cubicBezTo>
                  <ns1:cubicBezTo>
                    <ns1:pt x="13" y="8"/>
                    <ns1:pt x="13" y="8"/>
                    <ns1:pt x="13" y="8"/>
                  </ns1:cubicBezTo>
                  <ns1:cubicBezTo>
                    <ns1:pt x="11" y="10"/>
                    <ns1:pt x="9" y="13"/>
                    <ns1:pt x="7" y="15"/>
                  </ns1:cubicBezTo>
                  <ns1:cubicBezTo>
                    <ns1:pt x="11" y="24"/>
                    <ns1:pt x="11" y="24"/>
                    <ns1:pt x="11" y="24"/>
                  </ns1:cubicBezTo>
                  <ns1:cubicBezTo>
                    <ns1:pt x="10" y="25"/>
                    <ns1:pt x="10" y="27"/>
                    <ns1:pt x="9" y="29"/>
                  </ns1:cubicBezTo>
                  <ns1:cubicBezTo>
                    <ns1:pt x="0" y="33"/>
                    <ns1:pt x="0" y="33"/>
                    <ns1:pt x="0" y="33"/>
                  </ns1:cubicBezTo>
                  <ns1:cubicBezTo>
                    <ns1:pt x="0" y="34"/>
                    <ns1:pt x="0" y="36"/>
                    <ns1:pt x="0" y="37"/>
                  </ns1:cubicBezTo>
                  <ns1:cubicBezTo>
                    <ns1:pt x="0" y="39"/>
                    <ns1:pt x="0" y="41"/>
                    <ns1:pt x="0" y="42"/>
                  </ns1:cubicBezTo>
                  <ns1:cubicBezTo>
                    <ns1:pt x="9" y="45"/>
                    <ns1:pt x="9" y="45"/>
                    <ns1:pt x="9" y="45"/>
                  </ns1:cubicBezTo>
                  <ns1:cubicBezTo>
                    <ns1:pt x="10" y="47"/>
                    <ns1:pt x="11" y="49"/>
                    <ns1:pt x="12" y="51"/>
                  </ns1:cubicBezTo>
                  <ns1:cubicBezTo>
                    <ns1:pt x="8" y="59"/>
                    <ns1:pt x="8" y="59"/>
                    <ns1:pt x="8" y="59"/>
                  </ns1:cubicBezTo>
                  <ns1:cubicBezTo>
                    <ns1:pt x="10" y="62"/>
                    <ns1:pt x="12" y="64"/>
                    <ns1:pt x="15" y="66"/>
                  </ns1:cubicBezTo>
                  <ns1:cubicBezTo>
                    <ns1:pt x="23" y="62"/>
                    <ns1:pt x="23" y="62"/>
                    <ns1:pt x="23" y="62"/>
                  </ns1:cubicBezTo>
                  <ns1:cubicBezTo>
                    <ns1:pt x="25" y="62"/>
                    <ns1:pt x="27" y="63"/>
                    <ns1:pt x="29" y="64"/>
                  </ns1:cubicBezTo>
                  <ns1:cubicBezTo>
                    <ns1:pt x="32" y="73"/>
                    <ns1:pt x="32" y="73"/>
                    <ns1:pt x="32" y="73"/>
                  </ns1:cubicBezTo>
                  <ns1:cubicBezTo>
                    <ns1:pt x="34" y="73"/>
                    <ns1:pt x="35" y="73"/>
                    <ns1:pt x="37" y="73"/>
                  </ns1:cubicBezTo>
                  <ns1:cubicBezTo>
                    <ns1:pt x="38" y="73"/>
                    <ns1:pt x="40" y="73"/>
                    <ns1:pt x="41" y="72"/>
                  </ns1:cubicBezTo>
                  <ns1:cubicBezTo>
                    <ns1:pt x="44" y="63"/>
                    <ns1:pt x="44" y="63"/>
                    <ns1:pt x="44" y="63"/>
                  </ns1:cubicBezTo>
                  <ns1:cubicBezTo>
                    <ns1:pt x="46" y="63"/>
                    <ns1:pt x="48" y="62"/>
                    <ns1:pt x="50" y="61"/>
                  </ns1:cubicBezTo>
                  <ns1:cubicBezTo>
                    <ns1:pt x="59" y="65"/>
                    <ns1:pt x="59" y="65"/>
                    <ns1:pt x="59" y="65"/>
                  </ns1:cubicBezTo>
                  <ns1:cubicBezTo>
                    <ns1:pt x="61" y="63"/>
                    <ns1:pt x="63" y="61"/>
                    <ns1:pt x="65" y="58"/>
                  </ns1:cubicBezTo>
                  <ns1:cubicBezTo>
                    <ns1:pt x="61" y="50"/>
                    <ns1:pt x="61" y="50"/>
                    <ns1:pt x="61" y="50"/>
                  </ns1:cubicBezTo>
                  <ns1:cubicBezTo>
                    <ns1:pt x="62" y="48"/>
                    <ns1:pt x="63" y="46"/>
                    <ns1:pt x="63" y="44"/>
                  </ns1:cubicBezTo>
                  <ns1:close/>
                  <ns1:moveTo>
                    <ns1:pt x="36" y="49"/>
                  </ns1:moveTo>
                  <ns1:cubicBezTo>
                    <ns1:pt x="29" y="49"/>
                    <ns1:pt x="24" y="44"/>
                    <ns1:pt x="23" y="37"/>
                  </ns1:cubicBezTo>
                  <ns1:cubicBezTo>
                    <ns1:pt x="23" y="30"/>
                    <ns1:pt x="29" y="24"/>
                    <ns1:pt x="36" y="24"/>
                  </ns1:cubicBezTo>
                  <ns1:cubicBezTo>
                    <ns1:pt x="43" y="24"/>
                    <ns1:pt x="49" y="29"/>
                    <ns1:pt x="49" y="36"/>
                  </ns1:cubicBezTo>
                  <ns1:cubicBezTo>
                    <ns1:pt x="49" y="43"/>
                    <ns1:pt x="43" y="49"/>
                    <ns1:pt x="36" y="49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</ns0:grpSp>
      <ns0:grpSp>
        <ns0:nvGrpSpPr>
          <ns0:cNvPr id="246" name="Group 245"/>
          <ns0:cNvGrpSpPr/>
          <ns0:nvPr/>
        </ns0:nvGrpSpPr>
        <ns0:grpSpPr>
          <ns1:xfrm>
            <ns1:off x="9161421" y="4572106"/>
            <ns1:ext cx="360892" cy="429141"/>
            <ns1:chOff x="4922838" y="1303338"/>
            <ns1:chExt cx="554037" cy="658812"/>
          </ns1:xfrm>
          <ns1:solidFill>
            <ns1:schemeClr val="tx1"/>
          </ns1:solidFill>
        </ns0:grpSpPr>
        <ns0:sp>
          <ns0:nvSpPr>
            <ns0:cNvPr id="247" name="Freeform 5"/>
            <ns0:cNvSpPr>
              <ns1:spLocks/>
            </ns0:cNvSpPr>
            <ns0:nvPr/>
          </ns0:nvSpPr>
          <ns0:spPr bwMode="auto">
            <ns1:xfrm>
              <ns1:off x="4922838" y="1751013"/>
              <ns1:ext cx="554037" cy="211137"/>
            </ns1:xfrm>
            <ns1:custGeom>
              <ns1:avLst/>
              <ns1:gdLst>
                <ns1:gd name="T0" fmla="*/ 164 w 183"/>
                <ns1:gd name="T1" fmla="*/ 0 h 70"/>
                <ns1:gd name="T2" fmla="*/ 19 w 183"/>
                <ns1:gd name="T3" fmla="*/ 0 h 70"/>
                <ns1:gd name="T4" fmla="*/ 0 w 183"/>
                <ns1:gd name="T5" fmla="*/ 19 h 70"/>
                <ns1:gd name="T6" fmla="*/ 0 w 183"/>
                <ns1:gd name="T7" fmla="*/ 50 h 70"/>
                <ns1:gd name="T8" fmla="*/ 19 w 183"/>
                <ns1:gd name="T9" fmla="*/ 70 h 70"/>
                <ns1:gd name="T10" fmla="*/ 164 w 183"/>
                <ns1:gd name="T11" fmla="*/ 70 h 70"/>
                <ns1:gd name="T12" fmla="*/ 183 w 183"/>
                <ns1:gd name="T13" fmla="*/ 50 h 70"/>
                <ns1:gd name="T14" fmla="*/ 183 w 183"/>
                <ns1:gd name="T15" fmla="*/ 19 h 70"/>
                <ns1:gd name="T16" fmla="*/ 164 w 183"/>
                <ns1:gd name="T17" fmla="*/ 0 h 70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</ns1:cxnLst>
              <ns1:rect l="0" t="0" r="r" b="b"/>
              <ns1:pathLst>
                <ns1:path w="183" h="70">
                  <ns1:moveTo>
                    <ns1:pt x="164" y="0"/>
                  </ns1:moveTo>
                  <ns1:cubicBezTo>
                    <ns1:pt x="19" y="0"/>
                    <ns1:pt x="19" y="0"/>
                    <ns1:pt x="19" y="0"/>
                  </ns1:cubicBezTo>
                  <ns1:cubicBezTo>
                    <ns1:pt x="8" y="0"/>
                    <ns1:pt x="0" y="9"/>
                    <ns1:pt x="0" y="19"/>
                  </ns1:cubicBezTo>
                  <ns1:cubicBezTo>
                    <ns1:pt x="0" y="50"/>
                    <ns1:pt x="0" y="50"/>
                    <ns1:pt x="0" y="50"/>
                  </ns1:cubicBezTo>
                  <ns1:cubicBezTo>
                    <ns1:pt x="0" y="61"/>
                    <ns1:pt x="8" y="70"/>
                    <ns1:pt x="19" y="70"/>
                  </ns1:cubicBezTo>
                  <ns1:cubicBezTo>
                    <ns1:pt x="164" y="70"/>
                    <ns1:pt x="164" y="70"/>
                    <ns1:pt x="164" y="70"/>
                  </ns1:cubicBezTo>
                  <ns1:cubicBezTo>
                    <ns1:pt x="175" y="70"/>
                    <ns1:pt x="183" y="61"/>
                    <ns1:pt x="183" y="50"/>
                  </ns1:cubicBezTo>
                  <ns1:cubicBezTo>
                    <ns1:pt x="183" y="19"/>
                    <ns1:pt x="183" y="19"/>
                    <ns1:pt x="183" y="19"/>
                  </ns1:cubicBezTo>
                  <ns1:cubicBezTo>
                    <ns1:pt x="183" y="9"/>
                    <ns1:pt x="175" y="0"/>
                    <ns1:pt x="164" y="0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248" name="Freeform 6"/>
            <ns0:cNvSpPr>
              <ns1:spLocks noEditPoints="1"/>
            </ns0:cNvSpPr>
            <ns0:nvPr/>
          </ns0:nvSpPr>
          <ns0:spPr bwMode="auto">
            <ns1:xfrm>
              <ns1:off x="5103813" y="1303338"/>
              <ns1:ext cx="190500" cy="190500"/>
            </ns1:xfrm>
            <ns1:custGeom>
              <ns1:avLst/>
              <ns1:gdLst>
                <ns1:gd name="T0" fmla="*/ 32 w 63"/>
                <ns1:gd name="T1" fmla="*/ 63 h 63"/>
                <ns1:gd name="T2" fmla="*/ 63 w 63"/>
                <ns1:gd name="T3" fmla="*/ 32 h 63"/>
                <ns1:gd name="T4" fmla="*/ 32 w 63"/>
                <ns1:gd name="T5" fmla="*/ 0 h 63"/>
                <ns1:gd name="T6" fmla="*/ 0 w 63"/>
                <ns1:gd name="T7" fmla="*/ 32 h 63"/>
                <ns1:gd name="T8" fmla="*/ 32 w 63"/>
                <ns1:gd name="T9" fmla="*/ 63 h 63"/>
                <ns1:gd name="T10" fmla="*/ 29 w 63"/>
                <ns1:gd name="T11" fmla="*/ 9 h 63"/>
                <ns1:gd name="T12" fmla="*/ 34 w 63"/>
                <ns1:gd name="T13" fmla="*/ 13 h 63"/>
                <ns1:gd name="T14" fmla="*/ 29 w 63"/>
                <ns1:gd name="T15" fmla="*/ 18 h 63"/>
                <ns1:gd name="T16" fmla="*/ 18 w 63"/>
                <ns1:gd name="T17" fmla="*/ 29 h 63"/>
                <ns1:gd name="T18" fmla="*/ 13 w 63"/>
                <ns1:gd name="T19" fmla="*/ 34 h 63"/>
                <ns1:gd name="T20" fmla="*/ 8 w 63"/>
                <ns1:gd name="T21" fmla="*/ 29 h 63"/>
                <ns1:gd name="T22" fmla="*/ 29 w 63"/>
                <ns1:gd name="T23" fmla="*/ 9 h 63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</ns1:cxnLst>
              <ns1:rect l="0" t="0" r="r" b="b"/>
              <ns1:pathLst>
                <ns1:path w="63" h="63">
                  <ns1:moveTo>
                    <ns1:pt x="32" y="63"/>
                  </ns1:moveTo>
                  <ns1:cubicBezTo>
                    <ns1:pt x="49" y="63"/>
                    <ns1:pt x="63" y="49"/>
                    <ns1:pt x="63" y="32"/>
                  </ns1:cubicBezTo>
                  <ns1:cubicBezTo>
                    <ns1:pt x="63" y="14"/>
                    <ns1:pt x="49" y="0"/>
                    <ns1:pt x="32" y="0"/>
                  </ns1:cubicBezTo>
                  <ns1:cubicBezTo>
                    <ns1:pt x="14" y="0"/>
                    <ns1:pt x="0" y="14"/>
                    <ns1:pt x="0" y="32"/>
                  </ns1:cubicBezTo>
                  <ns1:cubicBezTo>
                    <ns1:pt x="0" y="49"/>
                    <ns1:pt x="14" y="63"/>
                    <ns1:pt x="32" y="63"/>
                  </ns1:cubicBezTo>
                  <ns1:close/>
                  <ns1:moveTo>
                    <ns1:pt x="29" y="9"/>
                  </ns1:moveTo>
                  <ns1:cubicBezTo>
                    <ns1:pt x="31" y="9"/>
                    <ns1:pt x="34" y="11"/>
                    <ns1:pt x="34" y="13"/>
                  </ns1:cubicBezTo>
                  <ns1:cubicBezTo>
                    <ns1:pt x="34" y="16"/>
                    <ns1:pt x="31" y="18"/>
                    <ns1:pt x="29" y="18"/>
                  </ns1:cubicBezTo>
                  <ns1:cubicBezTo>
                    <ns1:pt x="23" y="18"/>
                    <ns1:pt x="18" y="23"/>
                    <ns1:pt x="18" y="29"/>
                  </ns1:cubicBezTo>
                  <ns1:cubicBezTo>
                    <ns1:pt x="18" y="32"/>
                    <ns1:pt x="16" y="34"/>
                    <ns1:pt x="13" y="34"/>
                  </ns1:cubicBezTo>
                  <ns1:cubicBezTo>
                    <ns1:pt x="10" y="34"/>
                    <ns1:pt x="8" y="32"/>
                    <ns1:pt x="8" y="29"/>
                  </ns1:cubicBezTo>
                  <ns1:cubicBezTo>
                    <ns1:pt x="8" y="18"/>
                    <ns1:pt x="18" y="9"/>
                    <ns1:pt x="29" y="9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249" name="Freeform 7"/>
            <ns0:cNvSpPr>
              <ns1:spLocks/>
            </ns0:cNvSpPr>
            <ns0:nvPr/>
          </ns0:nvSpPr>
          <ns0:spPr bwMode="auto">
            <ns1:xfrm>
              <ns1:off x="5073650" y="1514475"/>
              <ns1:ext cx="252412" cy="209550"/>
            </ns1:xfrm>
            <ns1:custGeom>
              <ns1:avLst/>
              <ns1:gdLst>
                <ns1:gd name="T0" fmla="*/ 11 w 83"/>
                <ns1:gd name="T1" fmla="*/ 69 h 69"/>
                <ns1:gd name="T2" fmla="*/ 72 w 83"/>
                <ns1:gd name="T3" fmla="*/ 69 h 69"/>
                <ns1:gd name="T4" fmla="*/ 83 w 83"/>
                <ns1:gd name="T5" fmla="*/ 58 h 69"/>
                <ns1:gd name="T6" fmla="*/ 72 w 83"/>
                <ns1:gd name="T7" fmla="*/ 47 h 69"/>
                <ns1:gd name="T8" fmla="*/ 71 w 83"/>
                <ns1:gd name="T9" fmla="*/ 47 h 69"/>
                <ns1:gd name="T10" fmla="*/ 72 w 83"/>
                <ns1:gd name="T11" fmla="*/ 42 h 69"/>
                <ns1:gd name="T12" fmla="*/ 62 w 83"/>
                <ns1:gd name="T13" fmla="*/ 32 h 69"/>
                <ns1:gd name="T14" fmla="*/ 53 w 83"/>
                <ns1:gd name="T15" fmla="*/ 32 h 69"/>
                <ns1:gd name="T16" fmla="*/ 53 w 83"/>
                <ns1:gd name="T17" fmla="*/ 0 h 69"/>
                <ns1:gd name="T18" fmla="*/ 30 w 83"/>
                <ns1:gd name="T19" fmla="*/ 0 h 69"/>
                <ns1:gd name="T20" fmla="*/ 30 w 83"/>
                <ns1:gd name="T21" fmla="*/ 32 h 69"/>
                <ns1:gd name="T22" fmla="*/ 21 w 83"/>
                <ns1:gd name="T23" fmla="*/ 32 h 69"/>
                <ns1:gd name="T24" fmla="*/ 11 w 83"/>
                <ns1:gd name="T25" fmla="*/ 42 h 69"/>
                <ns1:gd name="T26" fmla="*/ 12 w 83"/>
                <ns1:gd name="T27" fmla="*/ 47 h 69"/>
                <ns1:gd name="T28" fmla="*/ 11 w 83"/>
                <ns1:gd name="T29" fmla="*/ 47 h 69"/>
                <ns1:gd name="T30" fmla="*/ 0 w 83"/>
                <ns1:gd name="T31" fmla="*/ 58 h 69"/>
                <ns1:gd name="T32" fmla="*/ 11 w 83"/>
                <ns1:gd name="T33" fmla="*/ 69 h 69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  <ns1:cxn ang="0">
                  <ns1:pos x="T30" y="T31"/>
                </ns1:cxn>
                <ns1:cxn ang="0">
                  <ns1:pos x="T32" y="T33"/>
                </ns1:cxn>
              </ns1:cxnLst>
              <ns1:rect l="0" t="0" r="r" b="b"/>
              <ns1:pathLst>
                <ns1:path w="83" h="69">
                  <ns1:moveTo>
                    <ns1:pt x="11" y="69"/>
                  </ns1:moveTo>
                  <ns1:cubicBezTo>
                    <ns1:pt x="72" y="69"/>
                    <ns1:pt x="72" y="69"/>
                    <ns1:pt x="72" y="69"/>
                  </ns1:cubicBezTo>
                  <ns1:cubicBezTo>
                    <ns1:pt x="78" y="69"/>
                    <ns1:pt x="83" y="64"/>
                    <ns1:pt x="83" y="58"/>
                  </ns1:cubicBezTo>
                  <ns1:cubicBezTo>
                    <ns1:pt x="83" y="52"/>
                    <ns1:pt x="78" y="47"/>
                    <ns1:pt x="72" y="47"/>
                  </ns1:cubicBezTo>
                  <ns1:cubicBezTo>
                    <ns1:pt x="71" y="47"/>
                    <ns1:pt x="71" y="47"/>
                    <ns1:pt x="71" y="47"/>
                  </ns1:cubicBezTo>
                  <ns1:cubicBezTo>
                    <ns1:pt x="72" y="46"/>
                    <ns1:pt x="72" y="44"/>
                    <ns1:pt x="72" y="42"/>
                  </ns1:cubicBezTo>
                  <ns1:cubicBezTo>
                    <ns1:pt x="72" y="37"/>
                    <ns1:pt x="68" y="32"/>
                    <ns1:pt x="62" y="32"/>
                  </ns1:cubicBezTo>
                  <ns1:cubicBezTo>
                    <ns1:pt x="53" y="32"/>
                    <ns1:pt x="53" y="32"/>
                    <ns1:pt x="53" y="32"/>
                  </ns1:cubicBezTo>
                  <ns1:cubicBezTo>
                    <ns1:pt x="53" y="0"/>
                    <ns1:pt x="53" y="0"/>
                    <ns1:pt x="53" y="0"/>
                  </ns1:cubicBezTo>
                  <ns1:cubicBezTo>
                    <ns1:pt x="30" y="0"/>
                    <ns1:pt x="30" y="0"/>
                    <ns1:pt x="30" y="0"/>
                  </ns1:cubicBezTo>
                  <ns1:cubicBezTo>
                    <ns1:pt x="30" y="32"/>
                    <ns1:pt x="30" y="32"/>
                    <ns1:pt x="30" y="32"/>
                  </ns1:cubicBezTo>
                  <ns1:cubicBezTo>
                    <ns1:pt x="21" y="32"/>
                    <ns1:pt x="21" y="32"/>
                    <ns1:pt x="21" y="32"/>
                  </ns1:cubicBezTo>
                  <ns1:cubicBezTo>
                    <ns1:pt x="15" y="32"/>
                    <ns1:pt x="11" y="37"/>
                    <ns1:pt x="11" y="42"/>
                  </ns1:cubicBezTo>
                  <ns1:cubicBezTo>
                    <ns1:pt x="11" y="44"/>
                    <ns1:pt x="12" y="46"/>
                    <ns1:pt x="12" y="47"/>
                  </ns1:cubicBezTo>
                  <ns1:cubicBezTo>
                    <ns1:pt x="11" y="47"/>
                    <ns1:pt x="11" y="47"/>
                    <ns1:pt x="11" y="47"/>
                  </ns1:cubicBezTo>
                  <ns1:cubicBezTo>
                    <ns1:pt x="5" y="47"/>
                    <ns1:pt x="0" y="52"/>
                    <ns1:pt x="0" y="58"/>
                  </ns1:cubicBezTo>
                  <ns1:cubicBezTo>
                    <ns1:pt x="0" y="64"/>
                    <ns1:pt x="5" y="69"/>
                    <ns1:pt x="11" y="69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</ns0:grpSp>
      <ns0:grpSp>
        <ns0:nvGrpSpPr>
          <ns0:cNvPr id="250" name="Group 249"/>
          <ns0:cNvGrpSpPr/>
          <ns0:nvPr/>
        </ns0:nvGrpSpPr>
        <ns0:grpSpPr>
          <ns1:xfrm rot="21036247">
            <ns1:off x="11119003" y="4627302"/>
            <ns1:ext cx="502767" cy="318749"/>
            <ns1:chOff x="7726363" y="1603045"/>
            <ns1:chExt cx="876914" cy="555955"/>
          </ns1:xfrm>
          <ns1:solidFill>
            <ns1:schemeClr val="tx1"/>
          </ns1:solidFill>
        </ns0:grpSpPr>
        <ns0:grpSp>
          <ns0:nvGrpSpPr>
            <ns0:cNvPr id="251" name="Group 250"/>
            <ns0:cNvGrpSpPr/>
            <ns0:nvPr/>
          </ns0:nvGrpSpPr>
          <ns0:grpSpPr>
            <ns1:xfrm>
              <ns1:off x="7726363" y="1666875"/>
              <ns1:ext cx="492125" cy="492125"/>
              <ns1:chOff x="7726363" y="1666875"/>
              <ns1:chExt cx="492125" cy="492125"/>
            </ns1:xfrm>
            <ns1:grpFill/>
          </ns0:grpSpPr>
          <ns0:sp>
            <ns0:nvSpPr>
              <ns0:cNvPr id="256" name="Freeform 10"/>
              <ns0:cNvSpPr>
                <ns1:spLocks noEditPoints="1"/>
              </ns0:cNvSpPr>
              <ns0:nvPr/>
            </ns0:nvSpPr>
            <ns0:spPr bwMode="auto">
              <ns1:xfrm>
                <ns1:off x="7726363" y="1666875"/>
                <ns1:ext cx="492125" cy="492125"/>
              </ns1:xfrm>
              <ns1:custGeom>
                <ns1:avLst/>
                <ns1:gdLst>
                  <ns1:gd name="T0" fmla="*/ 109 w 128"/>
                  <ns1:gd name="T1" fmla="*/ 48 h 128"/>
                  <ns1:gd name="T2" fmla="*/ 114 w 128"/>
                  <ns1:gd name="T3" fmla="*/ 33 h 128"/>
                  <ns1:gd name="T4" fmla="*/ 105 w 128"/>
                  <ns1:gd name="T5" fmla="*/ 15 h 128"/>
                  <ns1:gd name="T6" fmla="*/ 95 w 128"/>
                  <ns1:gd name="T7" fmla="*/ 14 h 128"/>
                  <ns1:gd name="T8" fmla="*/ 80 w 128"/>
                  <ns1:gd name="T9" fmla="*/ 19 h 128"/>
                  <ns1:gd name="T10" fmla="*/ 69 w 128"/>
                  <ns1:gd name="T11" fmla="*/ 0 h 128"/>
                  <ns1:gd name="T12" fmla="*/ 51 w 128"/>
                  <ns1:gd name="T13" fmla="*/ 6 h 128"/>
                  <ns1:gd name="T14" fmla="*/ 43 w 128"/>
                  <ns1:gd name="T15" fmla="*/ 21 h 128"/>
                  <ns1:gd name="T16" fmla="*/ 28 w 128"/>
                  <ns1:gd name="T17" fmla="*/ 13 h 128"/>
                  <ns1:gd name="T18" fmla="*/ 15 w 128"/>
                  <ns1:gd name="T19" fmla="*/ 23 h 128"/>
                  <ns1:gd name="T20" fmla="*/ 21 w 128"/>
                  <ns1:gd name="T21" fmla="*/ 43 h 128"/>
                  <ns1:gd name="T22" fmla="*/ 6 w 128"/>
                  <ns1:gd name="T23" fmla="*/ 51 h 128"/>
                  <ns1:gd name="T24" fmla="*/ 0 w 128"/>
                  <ns1:gd name="T25" fmla="*/ 69 h 128"/>
                  <ns1:gd name="T26" fmla="*/ 19 w 128"/>
                  <ns1:gd name="T27" fmla="*/ 80 h 128"/>
                  <ns1:gd name="T28" fmla="*/ 14 w 128"/>
                  <ns1:gd name="T29" fmla="*/ 95 h 128"/>
                  <ns1:gd name="T30" fmla="*/ 23 w 128"/>
                  <ns1:gd name="T31" fmla="*/ 113 h 128"/>
                  <ns1:gd name="T32" fmla="*/ 33 w 128"/>
                  <ns1:gd name="T33" fmla="*/ 114 h 128"/>
                  <ns1:gd name="T34" fmla="*/ 48 w 128"/>
                  <ns1:gd name="T35" fmla="*/ 109 h 128"/>
                  <ns1:gd name="T36" fmla="*/ 59 w 128"/>
                  <ns1:gd name="T37" fmla="*/ 128 h 128"/>
                  <ns1:gd name="T38" fmla="*/ 77 w 128"/>
                  <ns1:gd name="T39" fmla="*/ 122 h 128"/>
                  <ns1:gd name="T40" fmla="*/ 85 w 128"/>
                  <ns1:gd name="T41" fmla="*/ 107 h 128"/>
                  <ns1:gd name="T42" fmla="*/ 100 w 128"/>
                  <ns1:gd name="T43" fmla="*/ 115 h 128"/>
                  <ns1:gd name="T44" fmla="*/ 113 w 128"/>
                  <ns1:gd name="T45" fmla="*/ 105 h 128"/>
                  <ns1:gd name="T46" fmla="*/ 107 w 128"/>
                  <ns1:gd name="T47" fmla="*/ 85 h 128"/>
                  <ns1:gd name="T48" fmla="*/ 122 w 128"/>
                  <ns1:gd name="T49" fmla="*/ 77 h 128"/>
                  <ns1:gd name="T50" fmla="*/ 128 w 128"/>
                  <ns1:gd name="T51" fmla="*/ 59 h 128"/>
                  <ns1:gd name="T52" fmla="*/ 108 w 128"/>
                  <ns1:gd name="T53" fmla="*/ 72 h 128"/>
                  <ns1:gd name="T54" fmla="*/ 100 w 128"/>
                  <ns1:gd name="T55" fmla="*/ 81 h 128"/>
                  <ns1:gd name="T56" fmla="*/ 107 w 128"/>
                  <ns1:gd name="T57" fmla="*/ 100 h 128"/>
                  <ns1:gd name="T58" fmla="*/ 89 w 128"/>
                  <ns1:gd name="T59" fmla="*/ 101 h 128"/>
                  <ns1:gd name="T60" fmla="*/ 81 w 128"/>
                  <ns1:gd name="T61" fmla="*/ 100 h 128"/>
                  <ns1:gd name="T62" fmla="*/ 72 w 128"/>
                  <ns1:gd name="T63" fmla="*/ 108 h 128"/>
                  <ns1:gd name="T64" fmla="*/ 59 w 128"/>
                  <ns1:gd name="T65" fmla="*/ 120 h 128"/>
                  <ns1:gd name="T66" fmla="*/ 51 w 128"/>
                  <ns1:gd name="T67" fmla="*/ 102 h 128"/>
                  <ns1:gd name="T68" fmla="*/ 43 w 128"/>
                  <ns1:gd name="T69" fmla="*/ 99 h 128"/>
                  <ns1:gd name="T70" fmla="*/ 28 w 128"/>
                  <ns1:gd name="T71" fmla="*/ 107 h 128"/>
                  <ns1:gd name="T72" fmla="*/ 27 w 128"/>
                  <ns1:gd name="T73" fmla="*/ 89 h 128"/>
                  <ns1:gd name="T74" fmla="*/ 26 w 128"/>
                  <ns1:gd name="T75" fmla="*/ 77 h 128"/>
                  <ns1:gd name="T76" fmla="*/ 8 w 128"/>
                  <ns1:gd name="T77" fmla="*/ 69 h 128"/>
                  <ns1:gd name="T78" fmla="*/ 20 w 128"/>
                  <ns1:gd name="T79" fmla="*/ 56 h 128"/>
                  <ns1:gd name="T80" fmla="*/ 28 w 128"/>
                  <ns1:gd name="T81" fmla="*/ 47 h 128"/>
                  <ns1:gd name="T82" fmla="*/ 21 w 128"/>
                  <ns1:gd name="T83" fmla="*/ 28 h 128"/>
                  <ns1:gd name="T84" fmla="*/ 39 w 128"/>
                  <ns1:gd name="T85" fmla="*/ 27 h 128"/>
                  <ns1:gd name="T86" fmla="*/ 47 w 128"/>
                  <ns1:gd name="T87" fmla="*/ 28 h 128"/>
                  <ns1:gd name="T88" fmla="*/ 56 w 128"/>
                  <ns1:gd name="T89" fmla="*/ 20 h 128"/>
                  <ns1:gd name="T90" fmla="*/ 69 w 128"/>
                  <ns1:gd name="T91" fmla="*/ 8 h 128"/>
                  <ns1:gd name="T92" fmla="*/ 77 w 128"/>
                  <ns1:gd name="T93" fmla="*/ 26 h 128"/>
                  <ns1:gd name="T94" fmla="*/ 85 w 128"/>
                  <ns1:gd name="T95" fmla="*/ 29 h 128"/>
                  <ns1:gd name="T96" fmla="*/ 100 w 128"/>
                  <ns1:gd name="T97" fmla="*/ 21 h 128"/>
                  <ns1:gd name="T98" fmla="*/ 101 w 128"/>
                  <ns1:gd name="T99" fmla="*/ 39 h 128"/>
                  <ns1:gd name="T100" fmla="*/ 102 w 128"/>
                  <ns1:gd name="T101" fmla="*/ 51 h 128"/>
                  <ns1:gd name="T102" fmla="*/ 120 w 128"/>
                  <ns1:gd name="T103" fmla="*/ 59 h 128"/>
                  <ns1:gd name="T104" fmla="*/ 108 w 128"/>
                  <ns1:gd name="T105" fmla="*/ 72 h 128"/>
                </ns1:gdLst>
                <ns1:ahLst/>
                <ns1:cxnLst>
                  <ns1:cxn ang="0">
                    <ns1:pos x="T0" y="T1"/>
                  </ns1:cxn>
                  <ns1:cxn ang="0">
                    <ns1:pos x="T2" y="T3"/>
                  </ns1:cxn>
                  <ns1:cxn ang="0">
                    <ns1:pos x="T4" y="T5"/>
                  </ns1:cxn>
                  <ns1:cxn ang="0">
                    <ns1:pos x="T6" y="T7"/>
                  </ns1:cxn>
                  <ns1:cxn ang="0">
                    <ns1:pos x="T8" y="T9"/>
                  </ns1:cxn>
                  <ns1:cxn ang="0">
                    <ns1:pos x="T10" y="T11"/>
                  </ns1:cxn>
                  <ns1:cxn ang="0">
                    <ns1:pos x="T12" y="T13"/>
                  </ns1:cxn>
                  <ns1:cxn ang="0">
                    <ns1:pos x="T14" y="T15"/>
                  </ns1:cxn>
                  <ns1:cxn ang="0">
                    <ns1:pos x="T16" y="T17"/>
                  </ns1:cxn>
                  <ns1:cxn ang="0">
                    <ns1:pos x="T18" y="T19"/>
                  </ns1:cxn>
                  <ns1:cxn ang="0">
                    <ns1:pos x="T20" y="T21"/>
                  </ns1:cxn>
                  <ns1:cxn ang="0">
                    <ns1:pos x="T22" y="T23"/>
                  </ns1:cxn>
                  <ns1:cxn ang="0">
                    <ns1:pos x="T24" y="T25"/>
                  </ns1:cxn>
                  <ns1:cxn ang="0">
                    <ns1:pos x="T26" y="T27"/>
                  </ns1:cxn>
                  <ns1:cxn ang="0">
                    <ns1:pos x="T28" y="T29"/>
                  </ns1:cxn>
                  <ns1:cxn ang="0">
                    <ns1:pos x="T30" y="T31"/>
                  </ns1:cxn>
                  <ns1:cxn ang="0">
                    <ns1:pos x="T32" y="T33"/>
                  </ns1:cxn>
                  <ns1:cxn ang="0">
                    <ns1:pos x="T34" y="T35"/>
                  </ns1:cxn>
                  <ns1:cxn ang="0">
                    <ns1:pos x="T36" y="T37"/>
                  </ns1:cxn>
                  <ns1:cxn ang="0">
                    <ns1:pos x="T38" y="T39"/>
                  </ns1:cxn>
                  <ns1:cxn ang="0">
                    <ns1:pos x="T40" y="T41"/>
                  </ns1:cxn>
                  <ns1:cxn ang="0">
                    <ns1:pos x="T42" y="T43"/>
                  </ns1:cxn>
                  <ns1:cxn ang="0">
                    <ns1:pos x="T44" y="T45"/>
                  </ns1:cxn>
                  <ns1:cxn ang="0">
                    <ns1:pos x="T46" y="T47"/>
                  </ns1:cxn>
                  <ns1:cxn ang="0">
                    <ns1:pos x="T48" y="T49"/>
                  </ns1:cxn>
                  <ns1:cxn ang="0">
                    <ns1:pos x="T50" y="T51"/>
                  </ns1:cxn>
                  <ns1:cxn ang="0">
                    <ns1:pos x="T52" y="T53"/>
                  </ns1:cxn>
                  <ns1:cxn ang="0">
                    <ns1:pos x="T54" y="T55"/>
                  </ns1:cxn>
                  <ns1:cxn ang="0">
                    <ns1:pos x="T56" y="T57"/>
                  </ns1:cxn>
                  <ns1:cxn ang="0">
                    <ns1:pos x="T58" y="T59"/>
                  </ns1:cxn>
                  <ns1:cxn ang="0">
                    <ns1:pos x="T60" y="T61"/>
                  </ns1:cxn>
                  <ns1:cxn ang="0">
                    <ns1:pos x="T62" y="T63"/>
                  </ns1:cxn>
                  <ns1:cxn ang="0">
                    <ns1:pos x="T64" y="T65"/>
                  </ns1:cxn>
                  <ns1:cxn ang="0">
                    <ns1:pos x="T66" y="T67"/>
                  </ns1:cxn>
                  <ns1:cxn ang="0">
                    <ns1:pos x="T68" y="T69"/>
                  </ns1:cxn>
                  <ns1:cxn ang="0">
                    <ns1:pos x="T70" y="T71"/>
                  </ns1:cxn>
                  <ns1:cxn ang="0">
                    <ns1:pos x="T72" y="T73"/>
                  </ns1:cxn>
                  <ns1:cxn ang="0">
                    <ns1:pos x="T74" y="T75"/>
                  </ns1:cxn>
                  <ns1:cxn ang="0">
                    <ns1:pos x="T76" y="T77"/>
                  </ns1:cxn>
                  <ns1:cxn ang="0">
                    <ns1:pos x="T78" y="T79"/>
                  </ns1:cxn>
                  <ns1:cxn ang="0">
                    <ns1:pos x="T80" y="T81"/>
                  </ns1:cxn>
                  <ns1:cxn ang="0">
                    <ns1:pos x="T82" y="T83"/>
                  </ns1:cxn>
                  <ns1:cxn ang="0">
                    <ns1:pos x="T84" y="T85"/>
                  </ns1:cxn>
                  <ns1:cxn ang="0">
                    <ns1:pos x="T86" y="T87"/>
                  </ns1:cxn>
                  <ns1:cxn ang="0">
                    <ns1:pos x="T88" y="T89"/>
                  </ns1:cxn>
                  <ns1:cxn ang="0">
                    <ns1:pos x="T90" y="T91"/>
                  </ns1:cxn>
                  <ns1:cxn ang="0">
                    <ns1:pos x="T92" y="T93"/>
                  </ns1:cxn>
                  <ns1:cxn ang="0">
                    <ns1:pos x="T94" y="T95"/>
                  </ns1:cxn>
                  <ns1:cxn ang="0">
                    <ns1:pos x="T96" y="T97"/>
                  </ns1:cxn>
                  <ns1:cxn ang="0">
                    <ns1:pos x="T98" y="T99"/>
                  </ns1:cxn>
                  <ns1:cxn ang="0">
                    <ns1:pos x="T100" y="T101"/>
                  </ns1:cxn>
                  <ns1:cxn ang="0">
                    <ns1:pos x="T102" y="T103"/>
                  </ns1:cxn>
                  <ns1:cxn ang="0">
                    <ns1:pos x="T104" y="T105"/>
                  </ns1:cxn>
                </ns1:cxnLst>
                <ns1:rect l="0" t="0" r="r" b="b"/>
                <ns1:pathLst>
                  <ns1:path w="128" h="128">
                    <ns1:moveTo>
                      <ns1:pt x="122" y="51"/>
                    </ns1:moveTo>
                    <ns1:cubicBezTo>
                      <ns1:pt x="109" y="48"/>
                      <ns1:pt x="109" y="48"/>
                      <ns1:pt x="109" y="48"/>
                    </ns1:cubicBezTo>
                    <ns1:cubicBezTo>
                      <ns1:pt x="109" y="46"/>
                      <ns1:pt x="108" y="45"/>
                      <ns1:pt x="107" y="43"/>
                    </ns1:cubicBezTo>
                    <ns1:cubicBezTo>
                      <ns1:pt x="114" y="33"/>
                      <ns1:pt x="114" y="33"/>
                      <ns1:pt x="114" y="33"/>
                    </ns1:cubicBezTo>
                    <ns1:cubicBezTo>
                      <ns1:pt x="116" y="30"/>
                      <ns1:pt x="116" y="25"/>
                      <ns1:pt x="113" y="23"/>
                    </ns1:cubicBezTo>
                    <ns1:cubicBezTo>
                      <ns1:pt x="105" y="15"/>
                      <ns1:pt x="105" y="15"/>
                      <ns1:pt x="105" y="15"/>
                    </ns1:cubicBezTo>
                    <ns1:cubicBezTo>
                      <ns1:pt x="104" y="13"/>
                      <ns1:pt x="102" y="13"/>
                      <ns1:pt x="100" y="13"/>
                    </ns1:cubicBezTo>
                    <ns1:cubicBezTo>
                      <ns1:pt x="98" y="13"/>
                      <ns1:pt x="97" y="13"/>
                      <ns1:pt x="95" y="14"/>
                    </ns1:cubicBezTo>
                    <ns1:cubicBezTo>
                      <ns1:pt x="85" y="21"/>
                      <ns1:pt x="85" y="21"/>
                      <ns1:pt x="85" y="21"/>
                    </ns1:cubicBezTo>
                    <ns1:cubicBezTo>
                      <ns1:pt x="83" y="20"/>
                      <ns1:pt x="82" y="19"/>
                      <ns1:pt x="80" y="19"/>
                    </ns1:cubicBezTo>
                    <ns1:cubicBezTo>
                      <ns1:pt x="77" y="6"/>
                      <ns1:pt x="77" y="6"/>
                      <ns1:pt x="77" y="6"/>
                    </ns1:cubicBezTo>
                    <ns1:cubicBezTo>
                      <ns1:pt x="77" y="3"/>
                      <ns1:pt x="73" y="0"/>
                      <ns1:pt x="69" y="0"/>
                    </ns1:cubicBezTo>
                    <ns1:cubicBezTo>
                      <ns1:pt x="59" y="0"/>
                      <ns1:pt x="59" y="0"/>
                      <ns1:pt x="59" y="0"/>
                    </ns1:cubicBezTo>
                    <ns1:cubicBezTo>
                      <ns1:pt x="55" y="0"/>
                      <ns1:pt x="51" y="3"/>
                      <ns1:pt x="51" y="6"/>
                    </ns1:cubicBezTo>
                    <ns1:cubicBezTo>
                      <ns1:pt x="48" y="19"/>
                      <ns1:pt x="48" y="19"/>
                      <ns1:pt x="48" y="19"/>
                    </ns1:cubicBezTo>
                    <ns1:cubicBezTo>
                      <ns1:pt x="46" y="19"/>
                      <ns1:pt x="45" y="20"/>
                      <ns1:pt x="43" y="21"/>
                    </ns1:cubicBezTo>
                    <ns1:cubicBezTo>
                      <ns1:pt x="33" y="14"/>
                      <ns1:pt x="33" y="14"/>
                      <ns1:pt x="33" y="14"/>
                    </ns1:cubicBezTo>
                    <ns1:cubicBezTo>
                      <ns1:pt x="31" y="13"/>
                      <ns1:pt x="30" y="13"/>
                      <ns1:pt x="28" y="13"/>
                    </ns1:cubicBezTo>
                    <ns1:cubicBezTo>
                      <ns1:pt x="26" y="13"/>
                      <ns1:pt x="24" y="13"/>
                      <ns1:pt x="23" y="15"/>
                    </ns1:cubicBezTo>
                    <ns1:cubicBezTo>
                      <ns1:pt x="15" y="23"/>
                      <ns1:pt x="15" y="23"/>
                      <ns1:pt x="15" y="23"/>
                    </ns1:cubicBezTo>
                    <ns1:cubicBezTo>
                      <ns1:pt x="12" y="25"/>
                      <ns1:pt x="12" y="30"/>
                      <ns1:pt x="14" y="33"/>
                    </ns1:cubicBezTo>
                    <ns1:cubicBezTo>
                      <ns1:pt x="21" y="43"/>
                      <ns1:pt x="21" y="43"/>
                      <ns1:pt x="21" y="43"/>
                    </ns1:cubicBezTo>
                    <ns1:cubicBezTo>
                      <ns1:pt x="20" y="45"/>
                      <ns1:pt x="19" y="46"/>
                      <ns1:pt x="19" y="48"/>
                    </ns1:cubicBezTo>
                    <ns1:cubicBezTo>
                      <ns1:pt x="6" y="51"/>
                      <ns1:pt x="6" y="51"/>
                      <ns1:pt x="6" y="51"/>
                    </ns1:cubicBezTo>
                    <ns1:cubicBezTo>
                      <ns1:pt x="3" y="51"/>
                      <ns1:pt x="0" y="55"/>
                      <ns1:pt x="0" y="59"/>
                    </ns1:cubicBezTo>
                    <ns1:cubicBezTo>
                      <ns1:pt x="0" y="69"/>
                      <ns1:pt x="0" y="69"/>
                      <ns1:pt x="0" y="69"/>
                    </ns1:cubicBezTo>
                    <ns1:cubicBezTo>
                      <ns1:pt x="0" y="73"/>
                      <ns1:pt x="3" y="77"/>
                      <ns1:pt x="6" y="77"/>
                    </ns1:cubicBezTo>
                    <ns1:cubicBezTo>
                      <ns1:pt x="19" y="80"/>
                      <ns1:pt x="19" y="80"/>
                      <ns1:pt x="19" y="80"/>
                    </ns1:cubicBezTo>
                    <ns1:cubicBezTo>
                      <ns1:pt x="19" y="82"/>
                      <ns1:pt x="20" y="83"/>
                      <ns1:pt x="21" y="85"/>
                    </ns1:cubicBezTo>
                    <ns1:cubicBezTo>
                      <ns1:pt x="14" y="95"/>
                      <ns1:pt x="14" y="95"/>
                      <ns1:pt x="14" y="95"/>
                    </ns1:cubicBezTo>
                    <ns1:cubicBezTo>
                      <ns1:pt x="12" y="98"/>
                      <ns1:pt x="12" y="103"/>
                      <ns1:pt x="15" y="105"/>
                    </ns1:cubicBezTo>
                    <ns1:cubicBezTo>
                      <ns1:pt x="23" y="113"/>
                      <ns1:pt x="23" y="113"/>
                      <ns1:pt x="23" y="113"/>
                    </ns1:cubicBezTo>
                    <ns1:cubicBezTo>
                      <ns1:pt x="24" y="115"/>
                      <ns1:pt x="26" y="115"/>
                      <ns1:pt x="28" y="115"/>
                    </ns1:cubicBezTo>
                    <ns1:cubicBezTo>
                      <ns1:pt x="30" y="115"/>
                      <ns1:pt x="31" y="115"/>
                      <ns1:pt x="33" y="114"/>
                    </ns1:cubicBezTo>
                    <ns1:cubicBezTo>
                      <ns1:pt x="43" y="107"/>
                      <ns1:pt x="43" y="107"/>
                      <ns1:pt x="43" y="107"/>
                    </ns1:cubicBezTo>
                    <ns1:cubicBezTo>
                      <ns1:pt x="45" y="108"/>
                      <ns1:pt x="46" y="109"/>
                      <ns1:pt x="48" y="109"/>
                    </ns1:cubicBezTo>
                    <ns1:cubicBezTo>
                      <ns1:pt x="51" y="122"/>
                      <ns1:pt x="51" y="122"/>
                      <ns1:pt x="51" y="122"/>
                    </ns1:cubicBezTo>
                    <ns1:cubicBezTo>
                      <ns1:pt x="51" y="125"/>
                      <ns1:pt x="55" y="128"/>
                      <ns1:pt x="59" y="128"/>
                    </ns1:cubicBezTo>
                    <ns1:cubicBezTo>
                      <ns1:pt x="69" y="128"/>
                      <ns1:pt x="69" y="128"/>
                      <ns1:pt x="69" y="128"/>
                    </ns1:cubicBezTo>
                    <ns1:cubicBezTo>
                      <ns1:pt x="73" y="128"/>
                      <ns1:pt x="77" y="125"/>
                      <ns1:pt x="77" y="122"/>
                    </ns1:cubicBezTo>
                    <ns1:cubicBezTo>
                      <ns1:pt x="80" y="109"/>
                      <ns1:pt x="80" y="109"/>
                      <ns1:pt x="80" y="109"/>
                    </ns1:cubicBezTo>
                    <ns1:cubicBezTo>
                      <ns1:pt x="82" y="109"/>
                      <ns1:pt x="83" y="108"/>
                      <ns1:pt x="85" y="107"/>
                    </ns1:cubicBezTo>
                    <ns1:cubicBezTo>
                      <ns1:pt x="95" y="114"/>
                      <ns1:pt x="95" y="114"/>
                      <ns1:pt x="95" y="114"/>
                    </ns1:cubicBezTo>
                    <ns1:cubicBezTo>
                      <ns1:pt x="97" y="115"/>
                      <ns1:pt x="98" y="115"/>
                      <ns1:pt x="100" y="115"/>
                    </ns1:cubicBezTo>
                    <ns1:cubicBezTo>
                      <ns1:pt x="102" y="115"/>
                      <ns1:pt x="104" y="115"/>
                      <ns1:pt x="105" y="113"/>
                    </ns1:cubicBezTo>
                    <ns1:cubicBezTo>
                      <ns1:pt x="113" y="105"/>
                      <ns1:pt x="113" y="105"/>
                      <ns1:pt x="113" y="105"/>
                    </ns1:cubicBezTo>
                    <ns1:cubicBezTo>
                      <ns1:pt x="116" y="103"/>
                      <ns1:pt x="116" y="98"/>
                      <ns1:pt x="114" y="95"/>
                    </ns1:cubicBezTo>
                    <ns1:cubicBezTo>
                      <ns1:pt x="107" y="85"/>
                      <ns1:pt x="107" y="85"/>
                      <ns1:pt x="107" y="85"/>
                    </ns1:cubicBezTo>
                    <ns1:cubicBezTo>
                      <ns1:pt x="108" y="83"/>
                      <ns1:pt x="109" y="82"/>
                      <ns1:pt x="109" y="80"/>
                    </ns1:cubicBezTo>
                    <ns1:cubicBezTo>
                      <ns1:pt x="122" y="77"/>
                      <ns1:pt x="122" y="77"/>
                      <ns1:pt x="122" y="77"/>
                    </ns1:cubicBezTo>
                    <ns1:cubicBezTo>
                      <ns1:pt x="125" y="77"/>
                      <ns1:pt x="128" y="73"/>
                      <ns1:pt x="128" y="69"/>
                    </ns1:cubicBezTo>
                    <ns1:cubicBezTo>
                      <ns1:pt x="128" y="59"/>
                      <ns1:pt x="128" y="59"/>
                      <ns1:pt x="128" y="59"/>
                    </ns1:cubicBezTo>
                    <ns1:cubicBezTo>
                      <ns1:pt x="128" y="55"/>
                      <ns1:pt x="125" y="51"/>
                      <ns1:pt x="122" y="51"/>
                    </ns1:cubicBezTo>
                    <ns1:close/>
                    <ns1:moveTo>
                      <ns1:pt x="108" y="72"/>
                    </ns1:moveTo>
                    <ns1:cubicBezTo>
                      <ns1:pt x="105" y="72"/>
                      <ns1:pt x="103" y="74"/>
                      <ns1:pt x="102" y="77"/>
                    </ns1:cubicBezTo>
                    <ns1:cubicBezTo>
                      <ns1:pt x="101" y="79"/>
                      <ns1:pt x="101" y="80"/>
                      <ns1:pt x="100" y="81"/>
                    </ns1:cubicBezTo>
                    <ns1:cubicBezTo>
                      <ns1:pt x="99" y="84"/>
                      <ns1:pt x="99" y="87"/>
                      <ns1:pt x="101" y="89"/>
                    </ns1:cubicBezTo>
                    <ns1:cubicBezTo>
                      <ns1:pt x="107" y="100"/>
                      <ns1:pt x="107" y="100"/>
                      <ns1:pt x="107" y="100"/>
                    </ns1:cubicBezTo>
                    <ns1:cubicBezTo>
                      <ns1:pt x="100" y="107"/>
                      <ns1:pt x="100" y="107"/>
                      <ns1:pt x="100" y="107"/>
                    </ns1:cubicBezTo>
                    <ns1:cubicBezTo>
                      <ns1:pt x="89" y="101"/>
                      <ns1:pt x="89" y="101"/>
                      <ns1:pt x="89" y="101"/>
                    </ns1:cubicBezTo>
                    <ns1:cubicBezTo>
                      <ns1:pt x="88" y="100"/>
                      <ns1:pt x="86" y="99"/>
                      <ns1:pt x="85" y="99"/>
                    </ns1:cubicBezTo>
                    <ns1:cubicBezTo>
                      <ns1:pt x="84" y="99"/>
                      <ns1:pt x="83" y="99"/>
                      <ns1:pt x="81" y="100"/>
                    </ns1:cubicBezTo>
                    <ns1:cubicBezTo>
                      <ns1:pt x="80" y="101"/>
                      <ns1:pt x="79" y="101"/>
                      <ns1:pt x="77" y="102"/>
                    </ns1:cubicBezTo>
                    <ns1:cubicBezTo>
                      <ns1:pt x="74" y="103"/>
                      <ns1:pt x="72" y="105"/>
                      <ns1:pt x="72" y="108"/>
                    </ns1:cubicBezTo>
                    <ns1:cubicBezTo>
                      <ns1:pt x="69" y="120"/>
                      <ns1:pt x="69" y="120"/>
                      <ns1:pt x="69" y="120"/>
                    </ns1:cubicBezTo>
                    <ns1:cubicBezTo>
                      <ns1:pt x="59" y="120"/>
                      <ns1:pt x="59" y="120"/>
                      <ns1:pt x="59" y="120"/>
                    </ns1:cubicBezTo>
                    <ns1:cubicBezTo>
                      <ns1:pt x="56" y="108"/>
                      <ns1:pt x="56" y="108"/>
                      <ns1:pt x="56" y="108"/>
                    </ns1:cubicBezTo>
                    <ns1:cubicBezTo>
                      <ns1:pt x="56" y="105"/>
                      <ns1:pt x="54" y="103"/>
                      <ns1:pt x="51" y="102"/>
                    </ns1:cubicBezTo>
                    <ns1:cubicBezTo>
                      <ns1:pt x="49" y="101"/>
                      <ns1:pt x="48" y="101"/>
                      <ns1:pt x="47" y="100"/>
                    </ns1:cubicBezTo>
                    <ns1:cubicBezTo>
                      <ns1:pt x="45" y="99"/>
                      <ns1:pt x="44" y="99"/>
                      <ns1:pt x="43" y="99"/>
                    </ns1:cubicBezTo>
                    <ns1:cubicBezTo>
                      <ns1:pt x="42" y="99"/>
                      <ns1:pt x="40" y="100"/>
                      <ns1:pt x="39" y="101"/>
                    </ns1:cubicBezTo>
                    <ns1:cubicBezTo>
                      <ns1:pt x="28" y="107"/>
                      <ns1:pt x="28" y="107"/>
                      <ns1:pt x="28" y="107"/>
                    </ns1:cubicBezTo>
                    <ns1:cubicBezTo>
                      <ns1:pt x="21" y="100"/>
                      <ns1:pt x="21" y="100"/>
                      <ns1:pt x="21" y="100"/>
                    </ns1:cubicBezTo>
                    <ns1:cubicBezTo>
                      <ns1:pt x="27" y="89"/>
                      <ns1:pt x="27" y="89"/>
                      <ns1:pt x="27" y="89"/>
                    </ns1:cubicBezTo>
                    <ns1:cubicBezTo>
                      <ns1:pt x="29" y="87"/>
                      <ns1:pt x="29" y="84"/>
                      <ns1:pt x="28" y="81"/>
                    </ns1:cubicBezTo>
                    <ns1:cubicBezTo>
                      <ns1:pt x="27" y="80"/>
                      <ns1:pt x="27" y="79"/>
                      <ns1:pt x="26" y="77"/>
                    </ns1:cubicBezTo>
                    <ns1:cubicBezTo>
                      <ns1:pt x="25" y="74"/>
                      <ns1:pt x="23" y="72"/>
                      <ns1:pt x="20" y="72"/>
                    </ns1:cubicBezTo>
                    <ns1:cubicBezTo>
                      <ns1:pt x="8" y="69"/>
                      <ns1:pt x="8" y="69"/>
                      <ns1:pt x="8" y="69"/>
                    </ns1:cubicBezTo>
                    <ns1:cubicBezTo>
                      <ns1:pt x="8" y="59"/>
                      <ns1:pt x="8" y="59"/>
                      <ns1:pt x="8" y="59"/>
                    </ns1:cubicBezTo>
                    <ns1:cubicBezTo>
                      <ns1:pt x="20" y="56"/>
                      <ns1:pt x="20" y="56"/>
                      <ns1:pt x="20" y="56"/>
                    </ns1:cubicBezTo>
                    <ns1:cubicBezTo>
                      <ns1:pt x="23" y="56"/>
                      <ns1:pt x="25" y="54"/>
                      <ns1:pt x="26" y="51"/>
                    </ns1:cubicBezTo>
                    <ns1:cubicBezTo>
                      <ns1:pt x="27" y="49"/>
                      <ns1:pt x="27" y="48"/>
                      <ns1:pt x="28" y="47"/>
                    </ns1:cubicBezTo>
                    <ns1:cubicBezTo>
                      <ns1:pt x="29" y="44"/>
                      <ns1:pt x="29" y="41"/>
                      <ns1:pt x="27" y="39"/>
                    </ns1:cubicBezTo>
                    <ns1:cubicBezTo>
                      <ns1:pt x="21" y="28"/>
                      <ns1:pt x="21" y="28"/>
                      <ns1:pt x="21" y="28"/>
                    </ns1:cubicBezTo>
                    <ns1:cubicBezTo>
                      <ns1:pt x="28" y="21"/>
                      <ns1:pt x="28" y="21"/>
                      <ns1:pt x="28" y="21"/>
                    </ns1:cubicBezTo>
                    <ns1:cubicBezTo>
                      <ns1:pt x="39" y="27"/>
                      <ns1:pt x="39" y="27"/>
                      <ns1:pt x="39" y="27"/>
                    </ns1:cubicBezTo>
                    <ns1:cubicBezTo>
                      <ns1:pt x="40" y="28"/>
                      <ns1:pt x="42" y="29"/>
                      <ns1:pt x="43" y="29"/>
                    </ns1:cubicBezTo>
                    <ns1:cubicBezTo>
                      <ns1:pt x="44" y="29"/>
                      <ns1:pt x="45" y="29"/>
                      <ns1:pt x="47" y="28"/>
                    </ns1:cubicBezTo>
                    <ns1:cubicBezTo>
                      <ns1:pt x="48" y="27"/>
                      <ns1:pt x="49" y="27"/>
                      <ns1:pt x="51" y="26"/>
                    </ns1:cubicBezTo>
                    <ns1:cubicBezTo>
                      <ns1:pt x="54" y="25"/>
                      <ns1:pt x="56" y="23"/>
                      <ns1:pt x="56" y="20"/>
                    </ns1:cubicBezTo>
                    <ns1:cubicBezTo>
                      <ns1:pt x="59" y="8"/>
                      <ns1:pt x="59" y="8"/>
                      <ns1:pt x="59" y="8"/>
                    </ns1:cubicBezTo>
                    <ns1:cubicBezTo>
                      <ns1:pt x="69" y="8"/>
                      <ns1:pt x="69" y="8"/>
                      <ns1:pt x="69" y="8"/>
                    </ns1:cubicBezTo>
                    <ns1:cubicBezTo>
                      <ns1:pt x="72" y="20"/>
                      <ns1:pt x="72" y="20"/>
                      <ns1:pt x="72" y="20"/>
                    </ns1:cubicBezTo>
                    <ns1:cubicBezTo>
                      <ns1:pt x="72" y="23"/>
                      <ns1:pt x="74" y="25"/>
                      <ns1:pt x="77" y="26"/>
                    </ns1:cubicBezTo>
                    <ns1:cubicBezTo>
                      <ns1:pt x="79" y="27"/>
                      <ns1:pt x="80" y="27"/>
                      <ns1:pt x="81" y="28"/>
                    </ns1:cubicBezTo>
                    <ns1:cubicBezTo>
                      <ns1:pt x="83" y="29"/>
                      <ns1:pt x="84" y="29"/>
                      <ns1:pt x="85" y="29"/>
                    </ns1:cubicBezTo>
                    <ns1:cubicBezTo>
                      <ns1:pt x="86" y="29"/>
                      <ns1:pt x="88" y="28"/>
                      <ns1:pt x="89" y="27"/>
                    </ns1:cubicBezTo>
                    <ns1:cubicBezTo>
                      <ns1:pt x="100" y="21"/>
                      <ns1:pt x="100" y="21"/>
                      <ns1:pt x="100" y="21"/>
                    </ns1:cubicBezTo>
                    <ns1:cubicBezTo>
                      <ns1:pt x="107" y="28"/>
                      <ns1:pt x="107" y="28"/>
                      <ns1:pt x="107" y="28"/>
                    </ns1:cubicBezTo>
                    <ns1:cubicBezTo>
                      <ns1:pt x="101" y="39"/>
                      <ns1:pt x="101" y="39"/>
                      <ns1:pt x="101" y="39"/>
                    </ns1:cubicBezTo>
                    <ns1:cubicBezTo>
                      <ns1:pt x="99" y="41"/>
                      <ns1:pt x="99" y="44"/>
                      <ns1:pt x="100" y="47"/>
                    </ns1:cubicBezTo>
                    <ns1:cubicBezTo>
                      <ns1:pt x="101" y="48"/>
                      <ns1:pt x="101" y="49"/>
                      <ns1:pt x="102" y="51"/>
                    </ns1:cubicBezTo>
                    <ns1:cubicBezTo>
                      <ns1:pt x="103" y="54"/>
                      <ns1:pt x="105" y="56"/>
                      <ns1:pt x="108" y="56"/>
                    </ns1:cubicBezTo>
                    <ns1:cubicBezTo>
                      <ns1:pt x="120" y="59"/>
                      <ns1:pt x="120" y="59"/>
                      <ns1:pt x="120" y="59"/>
                    </ns1:cubicBezTo>
                    <ns1:cubicBezTo>
                      <ns1:pt x="120" y="69"/>
                      <ns1:pt x="120" y="69"/>
                      <ns1:pt x="120" y="69"/>
                    </ns1:cubicBezTo>
                    <ns1:lnTo>
                      <ns1:pt x="108" y="72"/>
                    </ns1:lnTo>
                    <ns1:close/>
                  </ns1:path>
                </ns1:pathLst>
              </ns1:custGeom>
              <ns1:grpFill/>
              <ns1:ln>
                <ns1:noFill/>
              </ns1:ln>
              <ns1:extLst>
                <ns1:ext uri="{91240B29-F687-4F45-9708-019B960494DF}">
                  <ns2:hiddenLine w="9525">
                    <ns1:solidFill>
                      <ns1:srgbClr val="000000"/>
                    </ns1:solidFill>
                    <ns1:round/>
                    <ns1:headEnd/>
                    <ns1:tailEnd/>
                  </ns2:hiddenLine>
                </ns1:ext>
              </ns1:extLst>
            </ns0:spPr>
            <ns0:txBody>
              <ns1:bodyPr vert="horz" wrap="square" lIns="91440" tIns="45720" rIns="91440" bIns="45720" numCol="1" anchor="t" anchorCtr="0" compatLnSpc="1">
                <ns1:prstTxWarp prst="textNoShape">
                  <ns1:avLst/>
                </ns1:prstTxWarp>
              </ns1:bodyPr>
              <ns1:lstStyle/>
              <ns1:p>
                <ns1:endParaRPr lang="id-ID" sz="2700"/>
              </ns1:p>
            </ns0:txBody>
          </ns0:sp>
          <ns0:sp>
            <ns0:nvSpPr>
              <ns0:cNvPr id="257" name="Freeform 11"/>
              <ns0:cNvSpPr>
                <ns1:spLocks noEditPoints="1"/>
              </ns0:cNvSpPr>
              <ns0:nvPr/>
            </ns0:nvSpPr>
            <ns0:spPr bwMode="auto">
              <ns1:xfrm>
                <ns1:off x="7866063" y="1806575"/>
                <ns1:ext cx="214313" cy="214313"/>
              </ns1:xfrm>
              <ns1:custGeom>
                <ns1:avLst/>
                <ns1:gdLst>
                  <ns1:gd name="T0" fmla="*/ 28 w 56"/>
                  <ns1:gd name="T1" fmla="*/ 0 h 56"/>
                  <ns1:gd name="T2" fmla="*/ 0 w 56"/>
                  <ns1:gd name="T3" fmla="*/ 28 h 56"/>
                  <ns1:gd name="T4" fmla="*/ 28 w 56"/>
                  <ns1:gd name="T5" fmla="*/ 56 h 56"/>
                  <ns1:gd name="T6" fmla="*/ 56 w 56"/>
                  <ns1:gd name="T7" fmla="*/ 28 h 56"/>
                  <ns1:gd name="T8" fmla="*/ 28 w 56"/>
                  <ns1:gd name="T9" fmla="*/ 0 h 56"/>
                  <ns1:gd name="T10" fmla="*/ 28 w 56"/>
                  <ns1:gd name="T11" fmla="*/ 53 h 56"/>
                  <ns1:gd name="T12" fmla="*/ 4 w 56"/>
                  <ns1:gd name="T13" fmla="*/ 28 h 56"/>
                  <ns1:gd name="T14" fmla="*/ 28 w 56"/>
                  <ns1:gd name="T15" fmla="*/ 4 h 56"/>
                  <ns1:gd name="T16" fmla="*/ 53 w 56"/>
                  <ns1:gd name="T17" fmla="*/ 28 h 56"/>
                  <ns1:gd name="T18" fmla="*/ 28 w 56"/>
                  <ns1:gd name="T19" fmla="*/ 53 h 56"/>
                </ns1:gdLst>
                <ns1:ahLst/>
                <ns1:cxnLst>
                  <ns1:cxn ang="0">
                    <ns1:pos x="T0" y="T1"/>
                  </ns1:cxn>
                  <ns1:cxn ang="0">
                    <ns1:pos x="T2" y="T3"/>
                  </ns1:cxn>
                  <ns1:cxn ang="0">
                    <ns1:pos x="T4" y="T5"/>
                  </ns1:cxn>
                  <ns1:cxn ang="0">
                    <ns1:pos x="T6" y="T7"/>
                  </ns1:cxn>
                  <ns1:cxn ang="0">
                    <ns1:pos x="T8" y="T9"/>
                  </ns1:cxn>
                  <ns1:cxn ang="0">
                    <ns1:pos x="T10" y="T11"/>
                  </ns1:cxn>
                  <ns1:cxn ang="0">
                    <ns1:pos x="T12" y="T13"/>
                  </ns1:cxn>
                  <ns1:cxn ang="0">
                    <ns1:pos x="T14" y="T15"/>
                  </ns1:cxn>
                  <ns1:cxn ang="0">
                    <ns1:pos x="T16" y="T17"/>
                  </ns1:cxn>
                  <ns1:cxn ang="0">
                    <ns1:pos x="T18" y="T19"/>
                  </ns1:cxn>
                </ns1:cxnLst>
                <ns1:rect l="0" t="0" r="r" b="b"/>
                <ns1:pathLst>
                  <ns1:path w="56" h="56">
                    <ns1:moveTo>
                      <ns1:pt x="28" y="0"/>
                    </ns1:moveTo>
                    <ns1:cubicBezTo>
                      <ns1:pt x="13" y="0"/>
                      <ns1:pt x="0" y="13"/>
                      <ns1:pt x="0" y="28"/>
                    </ns1:cubicBezTo>
                    <ns1:cubicBezTo>
                      <ns1:pt x="0" y="43"/>
                      <ns1:pt x="13" y="56"/>
                      <ns1:pt x="28" y="56"/>
                    </ns1:cubicBezTo>
                    <ns1:cubicBezTo>
                      <ns1:pt x="43" y="56"/>
                      <ns1:pt x="56" y="43"/>
                      <ns1:pt x="56" y="28"/>
                    </ns1:cubicBezTo>
                    <ns1:cubicBezTo>
                      <ns1:pt x="56" y="13"/>
                      <ns1:pt x="43" y="0"/>
                      <ns1:pt x="28" y="0"/>
                    </ns1:cubicBezTo>
                    <ns1:close/>
                    <ns1:moveTo>
                      <ns1:pt x="28" y="53"/>
                    </ns1:moveTo>
                    <ns1:cubicBezTo>
                      <ns1:pt x="14" y="53"/>
                      <ns1:pt x="4" y="42"/>
                      <ns1:pt x="4" y="28"/>
                    </ns1:cubicBezTo>
                    <ns1:cubicBezTo>
                      <ns1:pt x="4" y="14"/>
                      <ns1:pt x="14" y="4"/>
                      <ns1:pt x="28" y="4"/>
                    </ns1:cubicBezTo>
                    <ns1:cubicBezTo>
                      <ns1:pt x="42" y="4"/>
                      <ns1:pt x="53" y="14"/>
                      <ns1:pt x="53" y="28"/>
                    </ns1:cubicBezTo>
                    <ns1:cubicBezTo>
                      <ns1:pt x="53" y="42"/>
                      <ns1:pt x="42" y="53"/>
                      <ns1:pt x="28" y="53"/>
                    </ns1:cubicBezTo>
                    <ns1:close/>
                  </ns1:path>
                </ns1:pathLst>
              </ns1:custGeom>
              <ns1:grpFill/>
              <ns1:ln>
                <ns1:noFill/>
              </ns1:ln>
              <ns1:extLst>
                <ns1:ext uri="{91240B29-F687-4F45-9708-019B960494DF}">
                  <ns2:hiddenLine w="9525">
                    <ns1:solidFill>
                      <ns1:srgbClr val="000000"/>
                    </ns1:solidFill>
                    <ns1:round/>
                    <ns1:headEnd/>
                    <ns1:tailEnd/>
                  </ns2:hiddenLine>
                </ns1:ext>
              </ns1:extLst>
            </ns0:spPr>
            <ns0:txBody>
              <ns1:bodyPr vert="horz" wrap="square" lIns="91440" tIns="45720" rIns="91440" bIns="45720" numCol="1" anchor="t" anchorCtr="0" compatLnSpc="1">
                <ns1:prstTxWarp prst="textNoShape">
                  <ns1:avLst/>
                </ns1:prstTxWarp>
              </ns1:bodyPr>
              <ns1:lstStyle/>
              <ns1:p>
                <ns1:endParaRPr lang="id-ID" sz="2700"/>
              </ns1:p>
            </ns0:txBody>
          </ns0:sp>
          <ns0:sp>
            <ns0:nvSpPr>
              <ns0:cNvPr id="258" name="Freeform 12"/>
              <ns0:cNvSpPr>
                <ns1:spLocks noEditPoints="1"/>
              </ns0:cNvSpPr>
              <ns0:nvPr/>
            </ns0:nvSpPr>
            <ns0:spPr bwMode="auto">
              <ns1:xfrm>
                <ns1:off x="7912101" y="1852613"/>
                <ns1:ext cx="122238" cy="122238"/>
              </ns1:xfrm>
              <ns1:custGeom>
                <ns1:avLst/>
                <ns1:gdLst>
                  <ns1:gd name="T0" fmla="*/ 16 w 32"/>
                  <ns1:gd name="T1" fmla="*/ 0 h 32"/>
                  <ns1:gd name="T2" fmla="*/ 0 w 32"/>
                  <ns1:gd name="T3" fmla="*/ 16 h 32"/>
                  <ns1:gd name="T4" fmla="*/ 16 w 32"/>
                  <ns1:gd name="T5" fmla="*/ 32 h 32"/>
                  <ns1:gd name="T6" fmla="*/ 32 w 32"/>
                  <ns1:gd name="T7" fmla="*/ 16 h 32"/>
                  <ns1:gd name="T8" fmla="*/ 16 w 32"/>
                  <ns1:gd name="T9" fmla="*/ 0 h 32"/>
                  <ns1:gd name="T10" fmla="*/ 16 w 32"/>
                  <ns1:gd name="T11" fmla="*/ 28 h 32"/>
                  <ns1:gd name="T12" fmla="*/ 4 w 32"/>
                  <ns1:gd name="T13" fmla="*/ 16 h 32"/>
                  <ns1:gd name="T14" fmla="*/ 16 w 32"/>
                  <ns1:gd name="T15" fmla="*/ 4 h 32"/>
                  <ns1:gd name="T16" fmla="*/ 28 w 32"/>
                  <ns1:gd name="T17" fmla="*/ 16 h 32"/>
                  <ns1:gd name="T18" fmla="*/ 16 w 32"/>
                  <ns1:gd name="T19" fmla="*/ 28 h 32"/>
                </ns1:gdLst>
                <ns1:ahLst/>
                <ns1:cxnLst>
                  <ns1:cxn ang="0">
                    <ns1:pos x="T0" y="T1"/>
                  </ns1:cxn>
                  <ns1:cxn ang="0">
                    <ns1:pos x="T2" y="T3"/>
                  </ns1:cxn>
                  <ns1:cxn ang="0">
                    <ns1:pos x="T4" y="T5"/>
                  </ns1:cxn>
                  <ns1:cxn ang="0">
                    <ns1:pos x="T6" y="T7"/>
                  </ns1:cxn>
                  <ns1:cxn ang="0">
                    <ns1:pos x="T8" y="T9"/>
                  </ns1:cxn>
                  <ns1:cxn ang="0">
                    <ns1:pos x="T10" y="T11"/>
                  </ns1:cxn>
                  <ns1:cxn ang="0">
                    <ns1:pos x="T12" y="T13"/>
                  </ns1:cxn>
                  <ns1:cxn ang="0">
                    <ns1:pos x="T14" y="T15"/>
                  </ns1:cxn>
                  <ns1:cxn ang="0">
                    <ns1:pos x="T16" y="T17"/>
                  </ns1:cxn>
                  <ns1:cxn ang="0">
                    <ns1:pos x="T18" y="T19"/>
                  </ns1:cxn>
                </ns1:cxnLst>
                <ns1:rect l="0" t="0" r="r" b="b"/>
                <ns1:pathLst>
                  <ns1:path w="32" h="32">
                    <ns1:moveTo>
                      <ns1:pt x="16" y="0"/>
                    </ns1:moveTo>
                    <ns1:cubicBezTo>
                      <ns1:pt x="7" y="0"/>
                      <ns1:pt x="0" y="7"/>
                      <ns1:pt x="0" y="16"/>
                    </ns1:cubicBezTo>
                    <ns1:cubicBezTo>
                      <ns1:pt x="0" y="25"/>
                      <ns1:pt x="7" y="32"/>
                      <ns1:pt x="16" y="32"/>
                    </ns1:cubicBezTo>
                    <ns1:cubicBezTo>
                      <ns1:pt x="25" y="32"/>
                      <ns1:pt x="32" y="25"/>
                      <ns1:pt x="32" y="16"/>
                    </ns1:cubicBezTo>
                    <ns1:cubicBezTo>
                      <ns1:pt x="32" y="7"/>
                      <ns1:pt x="25" y="0"/>
                      <ns1:pt x="16" y="0"/>
                    </ns1:cubicBezTo>
                    <ns1:close/>
                    <ns1:moveTo>
                      <ns1:pt x="16" y="28"/>
                    </ns1:moveTo>
                    <ns1:cubicBezTo>
                      <ns1:pt x="9" y="28"/>
                      <ns1:pt x="4" y="23"/>
                      <ns1:pt x="4" y="16"/>
                    </ns1:cubicBezTo>
                    <ns1:cubicBezTo>
                      <ns1:pt x="4" y="9"/>
                      <ns1:pt x="9" y="4"/>
                      <ns1:pt x="16" y="4"/>
                    </ns1:cubicBezTo>
                    <ns1:cubicBezTo>
                      <ns1:pt x="23" y="4"/>
                      <ns1:pt x="28" y="9"/>
                      <ns1:pt x="28" y="16"/>
                    </ns1:cubicBezTo>
                    <ns1:cubicBezTo>
                      <ns1:pt x="28" y="23"/>
                      <ns1:pt x="23" y="28"/>
                      <ns1:pt x="16" y="28"/>
                    </ns1:cubicBezTo>
                    <ns1:close/>
                  </ns1:path>
                </ns1:pathLst>
              </ns1:custGeom>
              <ns1:grpFill/>
              <ns1:ln>
                <ns1:noFill/>
              </ns1:ln>
              <ns1:extLst>
                <ns1:ext uri="{91240B29-F687-4F45-9708-019B960494DF}">
                  <ns2:hiddenLine w="9525">
                    <ns1:solidFill>
                      <ns1:srgbClr val="000000"/>
                    </ns1:solidFill>
                    <ns1:round/>
                    <ns1:headEnd/>
                    <ns1:tailEnd/>
                  </ns2:hiddenLine>
                </ns1:ext>
              </ns1:extLst>
            </ns0:spPr>
            <ns0:txBody>
              <ns1:bodyPr vert="horz" wrap="square" lIns="91440" tIns="45720" rIns="91440" bIns="45720" numCol="1" anchor="t" anchorCtr="0" compatLnSpc="1">
                <ns1:prstTxWarp prst="textNoShape">
                  <ns1:avLst/>
                </ns1:prstTxWarp>
              </ns1:bodyPr>
              <ns1:lstStyle/>
              <ns1:p>
                <ns1:endParaRPr lang="id-ID" sz="2700"/>
              </ns1:p>
            </ns0:txBody>
          </ns0:sp>
        </ns0:grpSp>
        <ns0:grpSp>
          <ns0:nvGrpSpPr>
            <ns0:cNvPr id="252" name="Group 251"/>
            <ns0:cNvGrpSpPr/>
            <ns0:nvPr/>
          </ns0:nvGrpSpPr>
          <ns0:grpSpPr>
            <ns1:xfrm>
              <ns1:off x="8191089" y="1603045"/>
              <ns1:ext cx="412188" cy="412188"/>
              <ns1:chOff x="7726363" y="1666875"/>
              <ns1:chExt cx="492125" cy="492125"/>
            </ns1:xfrm>
            <ns1:grpFill/>
          </ns0:grpSpPr>
          <ns0:sp>
            <ns0:nvSpPr>
              <ns0:cNvPr id="253" name="Freeform 10"/>
              <ns0:cNvSpPr>
                <ns1:spLocks noEditPoints="1"/>
              </ns0:cNvSpPr>
              <ns0:nvPr/>
            </ns0:nvSpPr>
            <ns0:spPr bwMode="auto">
              <ns1:xfrm>
                <ns1:off x="7726363" y="1666875"/>
                <ns1:ext cx="492125" cy="492125"/>
              </ns1:xfrm>
              <ns1:custGeom>
                <ns1:avLst/>
                <ns1:gdLst>
                  <ns1:gd name="T0" fmla="*/ 109 w 128"/>
                  <ns1:gd name="T1" fmla="*/ 48 h 128"/>
                  <ns1:gd name="T2" fmla="*/ 114 w 128"/>
                  <ns1:gd name="T3" fmla="*/ 33 h 128"/>
                  <ns1:gd name="T4" fmla="*/ 105 w 128"/>
                  <ns1:gd name="T5" fmla="*/ 15 h 128"/>
                  <ns1:gd name="T6" fmla="*/ 95 w 128"/>
                  <ns1:gd name="T7" fmla="*/ 14 h 128"/>
                  <ns1:gd name="T8" fmla="*/ 80 w 128"/>
                  <ns1:gd name="T9" fmla="*/ 19 h 128"/>
                  <ns1:gd name="T10" fmla="*/ 69 w 128"/>
                  <ns1:gd name="T11" fmla="*/ 0 h 128"/>
                  <ns1:gd name="T12" fmla="*/ 51 w 128"/>
                  <ns1:gd name="T13" fmla="*/ 6 h 128"/>
                  <ns1:gd name="T14" fmla="*/ 43 w 128"/>
                  <ns1:gd name="T15" fmla="*/ 21 h 128"/>
                  <ns1:gd name="T16" fmla="*/ 28 w 128"/>
                  <ns1:gd name="T17" fmla="*/ 13 h 128"/>
                  <ns1:gd name="T18" fmla="*/ 15 w 128"/>
                  <ns1:gd name="T19" fmla="*/ 23 h 128"/>
                  <ns1:gd name="T20" fmla="*/ 21 w 128"/>
                  <ns1:gd name="T21" fmla="*/ 43 h 128"/>
                  <ns1:gd name="T22" fmla="*/ 6 w 128"/>
                  <ns1:gd name="T23" fmla="*/ 51 h 128"/>
                  <ns1:gd name="T24" fmla="*/ 0 w 128"/>
                  <ns1:gd name="T25" fmla="*/ 69 h 128"/>
                  <ns1:gd name="T26" fmla="*/ 19 w 128"/>
                  <ns1:gd name="T27" fmla="*/ 80 h 128"/>
                  <ns1:gd name="T28" fmla="*/ 14 w 128"/>
                  <ns1:gd name="T29" fmla="*/ 95 h 128"/>
                  <ns1:gd name="T30" fmla="*/ 23 w 128"/>
                  <ns1:gd name="T31" fmla="*/ 113 h 128"/>
                  <ns1:gd name="T32" fmla="*/ 33 w 128"/>
                  <ns1:gd name="T33" fmla="*/ 114 h 128"/>
                  <ns1:gd name="T34" fmla="*/ 48 w 128"/>
                  <ns1:gd name="T35" fmla="*/ 109 h 128"/>
                  <ns1:gd name="T36" fmla="*/ 59 w 128"/>
                  <ns1:gd name="T37" fmla="*/ 128 h 128"/>
                  <ns1:gd name="T38" fmla="*/ 77 w 128"/>
                  <ns1:gd name="T39" fmla="*/ 122 h 128"/>
                  <ns1:gd name="T40" fmla="*/ 85 w 128"/>
                  <ns1:gd name="T41" fmla="*/ 107 h 128"/>
                  <ns1:gd name="T42" fmla="*/ 100 w 128"/>
                  <ns1:gd name="T43" fmla="*/ 115 h 128"/>
                  <ns1:gd name="T44" fmla="*/ 113 w 128"/>
                  <ns1:gd name="T45" fmla="*/ 105 h 128"/>
                  <ns1:gd name="T46" fmla="*/ 107 w 128"/>
                  <ns1:gd name="T47" fmla="*/ 85 h 128"/>
                  <ns1:gd name="T48" fmla="*/ 122 w 128"/>
                  <ns1:gd name="T49" fmla="*/ 77 h 128"/>
                  <ns1:gd name="T50" fmla="*/ 128 w 128"/>
                  <ns1:gd name="T51" fmla="*/ 59 h 128"/>
                  <ns1:gd name="T52" fmla="*/ 108 w 128"/>
                  <ns1:gd name="T53" fmla="*/ 72 h 128"/>
                  <ns1:gd name="T54" fmla="*/ 100 w 128"/>
                  <ns1:gd name="T55" fmla="*/ 81 h 128"/>
                  <ns1:gd name="T56" fmla="*/ 107 w 128"/>
                  <ns1:gd name="T57" fmla="*/ 100 h 128"/>
                  <ns1:gd name="T58" fmla="*/ 89 w 128"/>
                  <ns1:gd name="T59" fmla="*/ 101 h 128"/>
                  <ns1:gd name="T60" fmla="*/ 81 w 128"/>
                  <ns1:gd name="T61" fmla="*/ 100 h 128"/>
                  <ns1:gd name="T62" fmla="*/ 72 w 128"/>
                  <ns1:gd name="T63" fmla="*/ 108 h 128"/>
                  <ns1:gd name="T64" fmla="*/ 59 w 128"/>
                  <ns1:gd name="T65" fmla="*/ 120 h 128"/>
                  <ns1:gd name="T66" fmla="*/ 51 w 128"/>
                  <ns1:gd name="T67" fmla="*/ 102 h 128"/>
                  <ns1:gd name="T68" fmla="*/ 43 w 128"/>
                  <ns1:gd name="T69" fmla="*/ 99 h 128"/>
                  <ns1:gd name="T70" fmla="*/ 28 w 128"/>
                  <ns1:gd name="T71" fmla="*/ 107 h 128"/>
                  <ns1:gd name="T72" fmla="*/ 27 w 128"/>
                  <ns1:gd name="T73" fmla="*/ 89 h 128"/>
                  <ns1:gd name="T74" fmla="*/ 26 w 128"/>
                  <ns1:gd name="T75" fmla="*/ 77 h 128"/>
                  <ns1:gd name="T76" fmla="*/ 8 w 128"/>
                  <ns1:gd name="T77" fmla="*/ 69 h 128"/>
                  <ns1:gd name="T78" fmla="*/ 20 w 128"/>
                  <ns1:gd name="T79" fmla="*/ 56 h 128"/>
                  <ns1:gd name="T80" fmla="*/ 28 w 128"/>
                  <ns1:gd name="T81" fmla="*/ 47 h 128"/>
                  <ns1:gd name="T82" fmla="*/ 21 w 128"/>
                  <ns1:gd name="T83" fmla="*/ 28 h 128"/>
                  <ns1:gd name="T84" fmla="*/ 39 w 128"/>
                  <ns1:gd name="T85" fmla="*/ 27 h 128"/>
                  <ns1:gd name="T86" fmla="*/ 47 w 128"/>
                  <ns1:gd name="T87" fmla="*/ 28 h 128"/>
                  <ns1:gd name="T88" fmla="*/ 56 w 128"/>
                  <ns1:gd name="T89" fmla="*/ 20 h 128"/>
                  <ns1:gd name="T90" fmla="*/ 69 w 128"/>
                  <ns1:gd name="T91" fmla="*/ 8 h 128"/>
                  <ns1:gd name="T92" fmla="*/ 77 w 128"/>
                  <ns1:gd name="T93" fmla="*/ 26 h 128"/>
                  <ns1:gd name="T94" fmla="*/ 85 w 128"/>
                  <ns1:gd name="T95" fmla="*/ 29 h 128"/>
                  <ns1:gd name="T96" fmla="*/ 100 w 128"/>
                  <ns1:gd name="T97" fmla="*/ 21 h 128"/>
                  <ns1:gd name="T98" fmla="*/ 101 w 128"/>
                  <ns1:gd name="T99" fmla="*/ 39 h 128"/>
                  <ns1:gd name="T100" fmla="*/ 102 w 128"/>
                  <ns1:gd name="T101" fmla="*/ 51 h 128"/>
                  <ns1:gd name="T102" fmla="*/ 120 w 128"/>
                  <ns1:gd name="T103" fmla="*/ 59 h 128"/>
                  <ns1:gd name="T104" fmla="*/ 108 w 128"/>
                  <ns1:gd name="T105" fmla="*/ 72 h 128"/>
                </ns1:gdLst>
                <ns1:ahLst/>
                <ns1:cxnLst>
                  <ns1:cxn ang="0">
                    <ns1:pos x="T0" y="T1"/>
                  </ns1:cxn>
                  <ns1:cxn ang="0">
                    <ns1:pos x="T2" y="T3"/>
                  </ns1:cxn>
                  <ns1:cxn ang="0">
                    <ns1:pos x="T4" y="T5"/>
                  </ns1:cxn>
                  <ns1:cxn ang="0">
                    <ns1:pos x="T6" y="T7"/>
                  </ns1:cxn>
                  <ns1:cxn ang="0">
                    <ns1:pos x="T8" y="T9"/>
                  </ns1:cxn>
                  <ns1:cxn ang="0">
                    <ns1:pos x="T10" y="T11"/>
                  </ns1:cxn>
                  <ns1:cxn ang="0">
                    <ns1:pos x="T12" y="T13"/>
                  </ns1:cxn>
                  <ns1:cxn ang="0">
                    <ns1:pos x="T14" y="T15"/>
                  </ns1:cxn>
                  <ns1:cxn ang="0">
                    <ns1:pos x="T16" y="T17"/>
                  </ns1:cxn>
                  <ns1:cxn ang="0">
                    <ns1:pos x="T18" y="T19"/>
                  </ns1:cxn>
                  <ns1:cxn ang="0">
                    <ns1:pos x="T20" y="T21"/>
                  </ns1:cxn>
                  <ns1:cxn ang="0">
                    <ns1:pos x="T22" y="T23"/>
                  </ns1:cxn>
                  <ns1:cxn ang="0">
                    <ns1:pos x="T24" y="T25"/>
                  </ns1:cxn>
                  <ns1:cxn ang="0">
                    <ns1:pos x="T26" y="T27"/>
                  </ns1:cxn>
                  <ns1:cxn ang="0">
                    <ns1:pos x="T28" y="T29"/>
                  </ns1:cxn>
                  <ns1:cxn ang="0">
                    <ns1:pos x="T30" y="T31"/>
                  </ns1:cxn>
                  <ns1:cxn ang="0">
                    <ns1:pos x="T32" y="T33"/>
                  </ns1:cxn>
                  <ns1:cxn ang="0">
                    <ns1:pos x="T34" y="T35"/>
                  </ns1:cxn>
                  <ns1:cxn ang="0">
                    <ns1:pos x="T36" y="T37"/>
                  </ns1:cxn>
                  <ns1:cxn ang="0">
                    <ns1:pos x="T38" y="T39"/>
                  </ns1:cxn>
                  <ns1:cxn ang="0">
                    <ns1:pos x="T40" y="T41"/>
                  </ns1:cxn>
                  <ns1:cxn ang="0">
                    <ns1:pos x="T42" y="T43"/>
                  </ns1:cxn>
                  <ns1:cxn ang="0">
                    <ns1:pos x="T44" y="T45"/>
                  </ns1:cxn>
                  <ns1:cxn ang="0">
                    <ns1:pos x="T46" y="T47"/>
                  </ns1:cxn>
                  <ns1:cxn ang="0">
                    <ns1:pos x="T48" y="T49"/>
                  </ns1:cxn>
                  <ns1:cxn ang="0">
                    <ns1:pos x="T50" y="T51"/>
                  </ns1:cxn>
                  <ns1:cxn ang="0">
                    <ns1:pos x="T52" y="T53"/>
                  </ns1:cxn>
                  <ns1:cxn ang="0">
                    <ns1:pos x="T54" y="T55"/>
                  </ns1:cxn>
                  <ns1:cxn ang="0">
                    <ns1:pos x="T56" y="T57"/>
                  </ns1:cxn>
                  <ns1:cxn ang="0">
                    <ns1:pos x="T58" y="T59"/>
                  </ns1:cxn>
                  <ns1:cxn ang="0">
                    <ns1:pos x="T60" y="T61"/>
                  </ns1:cxn>
                  <ns1:cxn ang="0">
                    <ns1:pos x="T62" y="T63"/>
                  </ns1:cxn>
                  <ns1:cxn ang="0">
                    <ns1:pos x="T64" y="T65"/>
                  </ns1:cxn>
                  <ns1:cxn ang="0">
                    <ns1:pos x="T66" y="T67"/>
                  </ns1:cxn>
                  <ns1:cxn ang="0">
                    <ns1:pos x="T68" y="T69"/>
                  </ns1:cxn>
                  <ns1:cxn ang="0">
                    <ns1:pos x="T70" y="T71"/>
                  </ns1:cxn>
                  <ns1:cxn ang="0">
                    <ns1:pos x="T72" y="T73"/>
                  </ns1:cxn>
                  <ns1:cxn ang="0">
                    <ns1:pos x="T74" y="T75"/>
                  </ns1:cxn>
                  <ns1:cxn ang="0">
                    <ns1:pos x="T76" y="T77"/>
                  </ns1:cxn>
                  <ns1:cxn ang="0">
                    <ns1:pos x="T78" y="T79"/>
                  </ns1:cxn>
                  <ns1:cxn ang="0">
                    <ns1:pos x="T80" y="T81"/>
                  </ns1:cxn>
                  <ns1:cxn ang="0">
                    <ns1:pos x="T82" y="T83"/>
                  </ns1:cxn>
                  <ns1:cxn ang="0">
                    <ns1:pos x="T84" y="T85"/>
                  </ns1:cxn>
                  <ns1:cxn ang="0">
                    <ns1:pos x="T86" y="T87"/>
                  </ns1:cxn>
                  <ns1:cxn ang="0">
                    <ns1:pos x="T88" y="T89"/>
                  </ns1:cxn>
                  <ns1:cxn ang="0">
                    <ns1:pos x="T90" y="T91"/>
                  </ns1:cxn>
                  <ns1:cxn ang="0">
                    <ns1:pos x="T92" y="T93"/>
                  </ns1:cxn>
                  <ns1:cxn ang="0">
                    <ns1:pos x="T94" y="T95"/>
                  </ns1:cxn>
                  <ns1:cxn ang="0">
                    <ns1:pos x="T96" y="T97"/>
                  </ns1:cxn>
                  <ns1:cxn ang="0">
                    <ns1:pos x="T98" y="T99"/>
                  </ns1:cxn>
                  <ns1:cxn ang="0">
                    <ns1:pos x="T100" y="T101"/>
                  </ns1:cxn>
                  <ns1:cxn ang="0">
                    <ns1:pos x="T102" y="T103"/>
                  </ns1:cxn>
                  <ns1:cxn ang="0">
                    <ns1:pos x="T104" y="T105"/>
                  </ns1:cxn>
                </ns1:cxnLst>
                <ns1:rect l="0" t="0" r="r" b="b"/>
                <ns1:pathLst>
                  <ns1:path w="128" h="128">
                    <ns1:moveTo>
                      <ns1:pt x="122" y="51"/>
                    </ns1:moveTo>
                    <ns1:cubicBezTo>
                      <ns1:pt x="109" y="48"/>
                      <ns1:pt x="109" y="48"/>
                      <ns1:pt x="109" y="48"/>
                    </ns1:cubicBezTo>
                    <ns1:cubicBezTo>
                      <ns1:pt x="109" y="46"/>
                      <ns1:pt x="108" y="45"/>
                      <ns1:pt x="107" y="43"/>
                    </ns1:cubicBezTo>
                    <ns1:cubicBezTo>
                      <ns1:pt x="114" y="33"/>
                      <ns1:pt x="114" y="33"/>
                      <ns1:pt x="114" y="33"/>
                    </ns1:cubicBezTo>
                    <ns1:cubicBezTo>
                      <ns1:pt x="116" y="30"/>
                      <ns1:pt x="116" y="25"/>
                      <ns1:pt x="113" y="23"/>
                    </ns1:cubicBezTo>
                    <ns1:cubicBezTo>
                      <ns1:pt x="105" y="15"/>
                      <ns1:pt x="105" y="15"/>
                      <ns1:pt x="105" y="15"/>
                    </ns1:cubicBezTo>
                    <ns1:cubicBezTo>
                      <ns1:pt x="104" y="13"/>
                      <ns1:pt x="102" y="13"/>
                      <ns1:pt x="100" y="13"/>
                    </ns1:cubicBezTo>
                    <ns1:cubicBezTo>
                      <ns1:pt x="98" y="13"/>
                      <ns1:pt x="97" y="13"/>
                      <ns1:pt x="95" y="14"/>
                    </ns1:cubicBezTo>
                    <ns1:cubicBezTo>
                      <ns1:pt x="85" y="21"/>
                      <ns1:pt x="85" y="21"/>
                      <ns1:pt x="85" y="21"/>
                    </ns1:cubicBezTo>
                    <ns1:cubicBezTo>
                      <ns1:pt x="83" y="20"/>
                      <ns1:pt x="82" y="19"/>
                      <ns1:pt x="80" y="19"/>
                    </ns1:cubicBezTo>
                    <ns1:cubicBezTo>
                      <ns1:pt x="77" y="6"/>
                      <ns1:pt x="77" y="6"/>
                      <ns1:pt x="77" y="6"/>
                    </ns1:cubicBezTo>
                    <ns1:cubicBezTo>
                      <ns1:pt x="77" y="3"/>
                      <ns1:pt x="73" y="0"/>
                      <ns1:pt x="69" y="0"/>
                    </ns1:cubicBezTo>
                    <ns1:cubicBezTo>
                      <ns1:pt x="59" y="0"/>
                      <ns1:pt x="59" y="0"/>
                      <ns1:pt x="59" y="0"/>
                    </ns1:cubicBezTo>
                    <ns1:cubicBezTo>
                      <ns1:pt x="55" y="0"/>
                      <ns1:pt x="51" y="3"/>
                      <ns1:pt x="51" y="6"/>
                    </ns1:cubicBezTo>
                    <ns1:cubicBezTo>
                      <ns1:pt x="48" y="19"/>
                      <ns1:pt x="48" y="19"/>
                      <ns1:pt x="48" y="19"/>
                    </ns1:cubicBezTo>
                    <ns1:cubicBezTo>
                      <ns1:pt x="46" y="19"/>
                      <ns1:pt x="45" y="20"/>
                      <ns1:pt x="43" y="21"/>
                    </ns1:cubicBezTo>
                    <ns1:cubicBezTo>
                      <ns1:pt x="33" y="14"/>
                      <ns1:pt x="33" y="14"/>
                      <ns1:pt x="33" y="14"/>
                    </ns1:cubicBezTo>
                    <ns1:cubicBezTo>
                      <ns1:pt x="31" y="13"/>
                      <ns1:pt x="30" y="13"/>
                      <ns1:pt x="28" y="13"/>
                    </ns1:cubicBezTo>
                    <ns1:cubicBezTo>
                      <ns1:pt x="26" y="13"/>
                      <ns1:pt x="24" y="13"/>
                      <ns1:pt x="23" y="15"/>
                    </ns1:cubicBezTo>
                    <ns1:cubicBezTo>
                      <ns1:pt x="15" y="23"/>
                      <ns1:pt x="15" y="23"/>
                      <ns1:pt x="15" y="23"/>
                    </ns1:cubicBezTo>
                    <ns1:cubicBezTo>
                      <ns1:pt x="12" y="25"/>
                      <ns1:pt x="12" y="30"/>
                      <ns1:pt x="14" y="33"/>
                    </ns1:cubicBezTo>
                    <ns1:cubicBezTo>
                      <ns1:pt x="21" y="43"/>
                      <ns1:pt x="21" y="43"/>
                      <ns1:pt x="21" y="43"/>
                    </ns1:cubicBezTo>
                    <ns1:cubicBezTo>
                      <ns1:pt x="20" y="45"/>
                      <ns1:pt x="19" y="46"/>
                      <ns1:pt x="19" y="48"/>
                    </ns1:cubicBezTo>
                    <ns1:cubicBezTo>
                      <ns1:pt x="6" y="51"/>
                      <ns1:pt x="6" y="51"/>
                      <ns1:pt x="6" y="51"/>
                    </ns1:cubicBezTo>
                    <ns1:cubicBezTo>
                      <ns1:pt x="3" y="51"/>
                      <ns1:pt x="0" y="55"/>
                      <ns1:pt x="0" y="59"/>
                    </ns1:cubicBezTo>
                    <ns1:cubicBezTo>
                      <ns1:pt x="0" y="69"/>
                      <ns1:pt x="0" y="69"/>
                      <ns1:pt x="0" y="69"/>
                    </ns1:cubicBezTo>
                    <ns1:cubicBezTo>
                      <ns1:pt x="0" y="73"/>
                      <ns1:pt x="3" y="77"/>
                      <ns1:pt x="6" y="77"/>
                    </ns1:cubicBezTo>
                    <ns1:cubicBezTo>
                      <ns1:pt x="19" y="80"/>
                      <ns1:pt x="19" y="80"/>
                      <ns1:pt x="19" y="80"/>
                    </ns1:cubicBezTo>
                    <ns1:cubicBezTo>
                      <ns1:pt x="19" y="82"/>
                      <ns1:pt x="20" y="83"/>
                      <ns1:pt x="21" y="85"/>
                    </ns1:cubicBezTo>
                    <ns1:cubicBezTo>
                      <ns1:pt x="14" y="95"/>
                      <ns1:pt x="14" y="95"/>
                      <ns1:pt x="14" y="95"/>
                    </ns1:cubicBezTo>
                    <ns1:cubicBezTo>
                      <ns1:pt x="12" y="98"/>
                      <ns1:pt x="12" y="103"/>
                      <ns1:pt x="15" y="105"/>
                    </ns1:cubicBezTo>
                    <ns1:cubicBezTo>
                      <ns1:pt x="23" y="113"/>
                      <ns1:pt x="23" y="113"/>
                      <ns1:pt x="23" y="113"/>
                    </ns1:cubicBezTo>
                    <ns1:cubicBezTo>
                      <ns1:pt x="24" y="115"/>
                      <ns1:pt x="26" y="115"/>
                      <ns1:pt x="28" y="115"/>
                    </ns1:cubicBezTo>
                    <ns1:cubicBezTo>
                      <ns1:pt x="30" y="115"/>
                      <ns1:pt x="31" y="115"/>
                      <ns1:pt x="33" y="114"/>
                    </ns1:cubicBezTo>
                    <ns1:cubicBezTo>
                      <ns1:pt x="43" y="107"/>
                      <ns1:pt x="43" y="107"/>
                      <ns1:pt x="43" y="107"/>
                    </ns1:cubicBezTo>
                    <ns1:cubicBezTo>
                      <ns1:pt x="45" y="108"/>
                      <ns1:pt x="46" y="109"/>
                      <ns1:pt x="48" y="109"/>
                    </ns1:cubicBezTo>
                    <ns1:cubicBezTo>
                      <ns1:pt x="51" y="122"/>
                      <ns1:pt x="51" y="122"/>
                      <ns1:pt x="51" y="122"/>
                    </ns1:cubicBezTo>
                    <ns1:cubicBezTo>
                      <ns1:pt x="51" y="125"/>
                      <ns1:pt x="55" y="128"/>
                      <ns1:pt x="59" y="128"/>
                    </ns1:cubicBezTo>
                    <ns1:cubicBezTo>
                      <ns1:pt x="69" y="128"/>
                      <ns1:pt x="69" y="128"/>
                      <ns1:pt x="69" y="128"/>
                    </ns1:cubicBezTo>
                    <ns1:cubicBezTo>
                      <ns1:pt x="73" y="128"/>
                      <ns1:pt x="77" y="125"/>
                      <ns1:pt x="77" y="122"/>
                    </ns1:cubicBezTo>
                    <ns1:cubicBezTo>
                      <ns1:pt x="80" y="109"/>
                      <ns1:pt x="80" y="109"/>
                      <ns1:pt x="80" y="109"/>
                    </ns1:cubicBezTo>
                    <ns1:cubicBezTo>
                      <ns1:pt x="82" y="109"/>
                      <ns1:pt x="83" y="108"/>
                      <ns1:pt x="85" y="107"/>
                    </ns1:cubicBezTo>
                    <ns1:cubicBezTo>
                      <ns1:pt x="95" y="114"/>
                      <ns1:pt x="95" y="114"/>
                      <ns1:pt x="95" y="114"/>
                    </ns1:cubicBezTo>
                    <ns1:cubicBezTo>
                      <ns1:pt x="97" y="115"/>
                      <ns1:pt x="98" y="115"/>
                      <ns1:pt x="100" y="115"/>
                    </ns1:cubicBezTo>
                    <ns1:cubicBezTo>
                      <ns1:pt x="102" y="115"/>
                      <ns1:pt x="104" y="115"/>
                      <ns1:pt x="105" y="113"/>
                    </ns1:cubicBezTo>
                    <ns1:cubicBezTo>
                      <ns1:pt x="113" y="105"/>
                      <ns1:pt x="113" y="105"/>
                      <ns1:pt x="113" y="105"/>
                    </ns1:cubicBezTo>
                    <ns1:cubicBezTo>
                      <ns1:pt x="116" y="103"/>
                      <ns1:pt x="116" y="98"/>
                      <ns1:pt x="114" y="95"/>
                    </ns1:cubicBezTo>
                    <ns1:cubicBezTo>
                      <ns1:pt x="107" y="85"/>
                      <ns1:pt x="107" y="85"/>
                      <ns1:pt x="107" y="85"/>
                    </ns1:cubicBezTo>
                    <ns1:cubicBezTo>
                      <ns1:pt x="108" y="83"/>
                      <ns1:pt x="109" y="82"/>
                      <ns1:pt x="109" y="80"/>
                    </ns1:cubicBezTo>
                    <ns1:cubicBezTo>
                      <ns1:pt x="122" y="77"/>
                      <ns1:pt x="122" y="77"/>
                      <ns1:pt x="122" y="77"/>
                    </ns1:cubicBezTo>
                    <ns1:cubicBezTo>
                      <ns1:pt x="125" y="77"/>
                      <ns1:pt x="128" y="73"/>
                      <ns1:pt x="128" y="69"/>
                    </ns1:cubicBezTo>
                    <ns1:cubicBezTo>
                      <ns1:pt x="128" y="59"/>
                      <ns1:pt x="128" y="59"/>
                      <ns1:pt x="128" y="59"/>
                    </ns1:cubicBezTo>
                    <ns1:cubicBezTo>
                      <ns1:pt x="128" y="55"/>
                      <ns1:pt x="125" y="51"/>
                      <ns1:pt x="122" y="51"/>
                    </ns1:cubicBezTo>
                    <ns1:close/>
                    <ns1:moveTo>
                      <ns1:pt x="108" y="72"/>
                    </ns1:moveTo>
                    <ns1:cubicBezTo>
                      <ns1:pt x="105" y="72"/>
                      <ns1:pt x="103" y="74"/>
                      <ns1:pt x="102" y="77"/>
                    </ns1:cubicBezTo>
                    <ns1:cubicBezTo>
                      <ns1:pt x="101" y="79"/>
                      <ns1:pt x="101" y="80"/>
                      <ns1:pt x="100" y="81"/>
                    </ns1:cubicBezTo>
                    <ns1:cubicBezTo>
                      <ns1:pt x="99" y="84"/>
                      <ns1:pt x="99" y="87"/>
                      <ns1:pt x="101" y="89"/>
                    </ns1:cubicBezTo>
                    <ns1:cubicBezTo>
                      <ns1:pt x="107" y="100"/>
                      <ns1:pt x="107" y="100"/>
                      <ns1:pt x="107" y="100"/>
                    </ns1:cubicBezTo>
                    <ns1:cubicBezTo>
                      <ns1:pt x="100" y="107"/>
                      <ns1:pt x="100" y="107"/>
                      <ns1:pt x="100" y="107"/>
                    </ns1:cubicBezTo>
                    <ns1:cubicBezTo>
                      <ns1:pt x="89" y="101"/>
                      <ns1:pt x="89" y="101"/>
                      <ns1:pt x="89" y="101"/>
                    </ns1:cubicBezTo>
                    <ns1:cubicBezTo>
                      <ns1:pt x="88" y="100"/>
                      <ns1:pt x="86" y="99"/>
                      <ns1:pt x="85" y="99"/>
                    </ns1:cubicBezTo>
                    <ns1:cubicBezTo>
                      <ns1:pt x="84" y="99"/>
                      <ns1:pt x="83" y="99"/>
                      <ns1:pt x="81" y="100"/>
                    </ns1:cubicBezTo>
                    <ns1:cubicBezTo>
                      <ns1:pt x="80" y="101"/>
                      <ns1:pt x="79" y="101"/>
                      <ns1:pt x="77" y="102"/>
                    </ns1:cubicBezTo>
                    <ns1:cubicBezTo>
                      <ns1:pt x="74" y="103"/>
                      <ns1:pt x="72" y="105"/>
                      <ns1:pt x="72" y="108"/>
                    </ns1:cubicBezTo>
                    <ns1:cubicBezTo>
                      <ns1:pt x="69" y="120"/>
                      <ns1:pt x="69" y="120"/>
                      <ns1:pt x="69" y="120"/>
                    </ns1:cubicBezTo>
                    <ns1:cubicBezTo>
                      <ns1:pt x="59" y="120"/>
                      <ns1:pt x="59" y="120"/>
                      <ns1:pt x="59" y="120"/>
                    </ns1:cubicBezTo>
                    <ns1:cubicBezTo>
                      <ns1:pt x="56" y="108"/>
                      <ns1:pt x="56" y="108"/>
                      <ns1:pt x="56" y="108"/>
                    </ns1:cubicBezTo>
                    <ns1:cubicBezTo>
                      <ns1:pt x="56" y="105"/>
                      <ns1:pt x="54" y="103"/>
                      <ns1:pt x="51" y="102"/>
                    </ns1:cubicBezTo>
                    <ns1:cubicBezTo>
                      <ns1:pt x="49" y="101"/>
                      <ns1:pt x="48" y="101"/>
                      <ns1:pt x="47" y="100"/>
                    </ns1:cubicBezTo>
                    <ns1:cubicBezTo>
                      <ns1:pt x="45" y="99"/>
                      <ns1:pt x="44" y="99"/>
                      <ns1:pt x="43" y="99"/>
                    </ns1:cubicBezTo>
                    <ns1:cubicBezTo>
                      <ns1:pt x="42" y="99"/>
                      <ns1:pt x="40" y="100"/>
                      <ns1:pt x="39" y="101"/>
                    </ns1:cubicBezTo>
                    <ns1:cubicBezTo>
                      <ns1:pt x="28" y="107"/>
                      <ns1:pt x="28" y="107"/>
                      <ns1:pt x="28" y="107"/>
                    </ns1:cubicBezTo>
                    <ns1:cubicBezTo>
                      <ns1:pt x="21" y="100"/>
                      <ns1:pt x="21" y="100"/>
                      <ns1:pt x="21" y="100"/>
                    </ns1:cubicBezTo>
                    <ns1:cubicBezTo>
                      <ns1:pt x="27" y="89"/>
                      <ns1:pt x="27" y="89"/>
                      <ns1:pt x="27" y="89"/>
                    </ns1:cubicBezTo>
                    <ns1:cubicBezTo>
                      <ns1:pt x="29" y="87"/>
                      <ns1:pt x="29" y="84"/>
                      <ns1:pt x="28" y="81"/>
                    </ns1:cubicBezTo>
                    <ns1:cubicBezTo>
                      <ns1:pt x="27" y="80"/>
                      <ns1:pt x="27" y="79"/>
                      <ns1:pt x="26" y="77"/>
                    </ns1:cubicBezTo>
                    <ns1:cubicBezTo>
                      <ns1:pt x="25" y="74"/>
                      <ns1:pt x="23" y="72"/>
                      <ns1:pt x="20" y="72"/>
                    </ns1:cubicBezTo>
                    <ns1:cubicBezTo>
                      <ns1:pt x="8" y="69"/>
                      <ns1:pt x="8" y="69"/>
                      <ns1:pt x="8" y="69"/>
                    </ns1:cubicBezTo>
                    <ns1:cubicBezTo>
                      <ns1:pt x="8" y="59"/>
                      <ns1:pt x="8" y="59"/>
                      <ns1:pt x="8" y="59"/>
                    </ns1:cubicBezTo>
                    <ns1:cubicBezTo>
                      <ns1:pt x="20" y="56"/>
                      <ns1:pt x="20" y="56"/>
                      <ns1:pt x="20" y="56"/>
                    </ns1:cubicBezTo>
                    <ns1:cubicBezTo>
                      <ns1:pt x="23" y="56"/>
                      <ns1:pt x="25" y="54"/>
                      <ns1:pt x="26" y="51"/>
                    </ns1:cubicBezTo>
                    <ns1:cubicBezTo>
                      <ns1:pt x="27" y="49"/>
                      <ns1:pt x="27" y="48"/>
                      <ns1:pt x="28" y="47"/>
                    </ns1:cubicBezTo>
                    <ns1:cubicBezTo>
                      <ns1:pt x="29" y="44"/>
                      <ns1:pt x="29" y="41"/>
                      <ns1:pt x="27" y="39"/>
                    </ns1:cubicBezTo>
                    <ns1:cubicBezTo>
                      <ns1:pt x="21" y="28"/>
                      <ns1:pt x="21" y="28"/>
                      <ns1:pt x="21" y="28"/>
                    </ns1:cubicBezTo>
                    <ns1:cubicBezTo>
                      <ns1:pt x="28" y="21"/>
                      <ns1:pt x="28" y="21"/>
                      <ns1:pt x="28" y="21"/>
                    </ns1:cubicBezTo>
                    <ns1:cubicBezTo>
                      <ns1:pt x="39" y="27"/>
                      <ns1:pt x="39" y="27"/>
                      <ns1:pt x="39" y="27"/>
                    </ns1:cubicBezTo>
                    <ns1:cubicBezTo>
                      <ns1:pt x="40" y="28"/>
                      <ns1:pt x="42" y="29"/>
                      <ns1:pt x="43" y="29"/>
                    </ns1:cubicBezTo>
                    <ns1:cubicBezTo>
                      <ns1:pt x="44" y="29"/>
                      <ns1:pt x="45" y="29"/>
                      <ns1:pt x="47" y="28"/>
                    </ns1:cubicBezTo>
                    <ns1:cubicBezTo>
                      <ns1:pt x="48" y="27"/>
                      <ns1:pt x="49" y="27"/>
                      <ns1:pt x="51" y="26"/>
                    </ns1:cubicBezTo>
                    <ns1:cubicBezTo>
                      <ns1:pt x="54" y="25"/>
                      <ns1:pt x="56" y="23"/>
                      <ns1:pt x="56" y="20"/>
                    </ns1:cubicBezTo>
                    <ns1:cubicBezTo>
                      <ns1:pt x="59" y="8"/>
                      <ns1:pt x="59" y="8"/>
                      <ns1:pt x="59" y="8"/>
                    </ns1:cubicBezTo>
                    <ns1:cubicBezTo>
                      <ns1:pt x="69" y="8"/>
                      <ns1:pt x="69" y="8"/>
                      <ns1:pt x="69" y="8"/>
                    </ns1:cubicBezTo>
                    <ns1:cubicBezTo>
                      <ns1:pt x="72" y="20"/>
                      <ns1:pt x="72" y="20"/>
                      <ns1:pt x="72" y="20"/>
                    </ns1:cubicBezTo>
                    <ns1:cubicBezTo>
                      <ns1:pt x="72" y="23"/>
                      <ns1:pt x="74" y="25"/>
                      <ns1:pt x="77" y="26"/>
                    </ns1:cubicBezTo>
                    <ns1:cubicBezTo>
                      <ns1:pt x="79" y="27"/>
                      <ns1:pt x="80" y="27"/>
                      <ns1:pt x="81" y="28"/>
                    </ns1:cubicBezTo>
                    <ns1:cubicBezTo>
                      <ns1:pt x="83" y="29"/>
                      <ns1:pt x="84" y="29"/>
                      <ns1:pt x="85" y="29"/>
                    </ns1:cubicBezTo>
                    <ns1:cubicBezTo>
                      <ns1:pt x="86" y="29"/>
                      <ns1:pt x="88" y="28"/>
                      <ns1:pt x="89" y="27"/>
                    </ns1:cubicBezTo>
                    <ns1:cubicBezTo>
                      <ns1:pt x="100" y="21"/>
                      <ns1:pt x="100" y="21"/>
                      <ns1:pt x="100" y="21"/>
                    </ns1:cubicBezTo>
                    <ns1:cubicBezTo>
                      <ns1:pt x="107" y="28"/>
                      <ns1:pt x="107" y="28"/>
                      <ns1:pt x="107" y="28"/>
                    </ns1:cubicBezTo>
                    <ns1:cubicBezTo>
                      <ns1:pt x="101" y="39"/>
                      <ns1:pt x="101" y="39"/>
                      <ns1:pt x="101" y="39"/>
                    </ns1:cubicBezTo>
                    <ns1:cubicBezTo>
                      <ns1:pt x="99" y="41"/>
                      <ns1:pt x="99" y="44"/>
                      <ns1:pt x="100" y="47"/>
                    </ns1:cubicBezTo>
                    <ns1:cubicBezTo>
                      <ns1:pt x="101" y="48"/>
                      <ns1:pt x="101" y="49"/>
                      <ns1:pt x="102" y="51"/>
                    </ns1:cubicBezTo>
                    <ns1:cubicBezTo>
                      <ns1:pt x="103" y="54"/>
                      <ns1:pt x="105" y="56"/>
                      <ns1:pt x="108" y="56"/>
                    </ns1:cubicBezTo>
                    <ns1:cubicBezTo>
                      <ns1:pt x="120" y="59"/>
                      <ns1:pt x="120" y="59"/>
                      <ns1:pt x="120" y="59"/>
                    </ns1:cubicBezTo>
                    <ns1:cubicBezTo>
                      <ns1:pt x="120" y="69"/>
                      <ns1:pt x="120" y="69"/>
                      <ns1:pt x="120" y="69"/>
                    </ns1:cubicBezTo>
                    <ns1:lnTo>
                      <ns1:pt x="108" y="72"/>
                    </ns1:lnTo>
                    <ns1:close/>
                  </ns1:path>
                </ns1:pathLst>
              </ns1:custGeom>
              <ns1:grpFill/>
              <ns1:ln>
                <ns1:noFill/>
              </ns1:ln>
              <ns1:extLst>
                <ns1:ext uri="{91240B29-F687-4F45-9708-019B960494DF}">
                  <ns2:hiddenLine w="9525">
                    <ns1:solidFill>
                      <ns1:srgbClr val="000000"/>
                    </ns1:solidFill>
                    <ns1:round/>
                    <ns1:headEnd/>
                    <ns1:tailEnd/>
                  </ns2:hiddenLine>
                </ns1:ext>
              </ns1:extLst>
            </ns0:spPr>
            <ns0:txBody>
              <ns1:bodyPr vert="horz" wrap="square" lIns="91440" tIns="45720" rIns="91440" bIns="45720" numCol="1" anchor="t" anchorCtr="0" compatLnSpc="1">
                <ns1:prstTxWarp prst="textNoShape">
                  <ns1:avLst/>
                </ns1:prstTxWarp>
              </ns1:bodyPr>
              <ns1:lstStyle/>
              <ns1:p>
                <ns1:endParaRPr lang="id-ID" sz="2700"/>
              </ns1:p>
            </ns0:txBody>
          </ns0:sp>
          <ns0:sp>
            <ns0:nvSpPr>
              <ns0:cNvPr id="254" name="Freeform 11"/>
              <ns0:cNvSpPr>
                <ns1:spLocks noEditPoints="1"/>
              </ns0:cNvSpPr>
              <ns0:nvPr/>
            </ns0:nvSpPr>
            <ns0:spPr bwMode="auto">
              <ns1:xfrm>
                <ns1:off x="7866063" y="1806575"/>
                <ns1:ext cx="214313" cy="214313"/>
              </ns1:xfrm>
              <ns1:custGeom>
                <ns1:avLst/>
                <ns1:gdLst>
                  <ns1:gd name="T0" fmla="*/ 28 w 56"/>
                  <ns1:gd name="T1" fmla="*/ 0 h 56"/>
                  <ns1:gd name="T2" fmla="*/ 0 w 56"/>
                  <ns1:gd name="T3" fmla="*/ 28 h 56"/>
                  <ns1:gd name="T4" fmla="*/ 28 w 56"/>
                  <ns1:gd name="T5" fmla="*/ 56 h 56"/>
                  <ns1:gd name="T6" fmla="*/ 56 w 56"/>
                  <ns1:gd name="T7" fmla="*/ 28 h 56"/>
                  <ns1:gd name="T8" fmla="*/ 28 w 56"/>
                  <ns1:gd name="T9" fmla="*/ 0 h 56"/>
                  <ns1:gd name="T10" fmla="*/ 28 w 56"/>
                  <ns1:gd name="T11" fmla="*/ 53 h 56"/>
                  <ns1:gd name="T12" fmla="*/ 4 w 56"/>
                  <ns1:gd name="T13" fmla="*/ 28 h 56"/>
                  <ns1:gd name="T14" fmla="*/ 28 w 56"/>
                  <ns1:gd name="T15" fmla="*/ 4 h 56"/>
                  <ns1:gd name="T16" fmla="*/ 53 w 56"/>
                  <ns1:gd name="T17" fmla="*/ 28 h 56"/>
                  <ns1:gd name="T18" fmla="*/ 28 w 56"/>
                  <ns1:gd name="T19" fmla="*/ 53 h 56"/>
                </ns1:gdLst>
                <ns1:ahLst/>
                <ns1:cxnLst>
                  <ns1:cxn ang="0">
                    <ns1:pos x="T0" y="T1"/>
                  </ns1:cxn>
                  <ns1:cxn ang="0">
                    <ns1:pos x="T2" y="T3"/>
                  </ns1:cxn>
                  <ns1:cxn ang="0">
                    <ns1:pos x="T4" y="T5"/>
                  </ns1:cxn>
                  <ns1:cxn ang="0">
                    <ns1:pos x="T6" y="T7"/>
                  </ns1:cxn>
                  <ns1:cxn ang="0">
                    <ns1:pos x="T8" y="T9"/>
                  </ns1:cxn>
                  <ns1:cxn ang="0">
                    <ns1:pos x="T10" y="T11"/>
                  </ns1:cxn>
                  <ns1:cxn ang="0">
                    <ns1:pos x="T12" y="T13"/>
                  </ns1:cxn>
                  <ns1:cxn ang="0">
                    <ns1:pos x="T14" y="T15"/>
                  </ns1:cxn>
                  <ns1:cxn ang="0">
                    <ns1:pos x="T16" y="T17"/>
                  </ns1:cxn>
                  <ns1:cxn ang="0">
                    <ns1:pos x="T18" y="T19"/>
                  </ns1:cxn>
                </ns1:cxnLst>
                <ns1:rect l="0" t="0" r="r" b="b"/>
                <ns1:pathLst>
                  <ns1:path w="56" h="56">
                    <ns1:moveTo>
                      <ns1:pt x="28" y="0"/>
                    </ns1:moveTo>
                    <ns1:cubicBezTo>
                      <ns1:pt x="13" y="0"/>
                      <ns1:pt x="0" y="13"/>
                      <ns1:pt x="0" y="28"/>
                    </ns1:cubicBezTo>
                    <ns1:cubicBezTo>
                      <ns1:pt x="0" y="43"/>
                      <ns1:pt x="13" y="56"/>
                      <ns1:pt x="28" y="56"/>
                    </ns1:cubicBezTo>
                    <ns1:cubicBezTo>
                      <ns1:pt x="43" y="56"/>
                      <ns1:pt x="56" y="43"/>
                      <ns1:pt x="56" y="28"/>
                    </ns1:cubicBezTo>
                    <ns1:cubicBezTo>
                      <ns1:pt x="56" y="13"/>
                      <ns1:pt x="43" y="0"/>
                      <ns1:pt x="28" y="0"/>
                    </ns1:cubicBezTo>
                    <ns1:close/>
                    <ns1:moveTo>
                      <ns1:pt x="28" y="53"/>
                    </ns1:moveTo>
                    <ns1:cubicBezTo>
                      <ns1:pt x="14" y="53"/>
                      <ns1:pt x="4" y="42"/>
                      <ns1:pt x="4" y="28"/>
                    </ns1:cubicBezTo>
                    <ns1:cubicBezTo>
                      <ns1:pt x="4" y="14"/>
                      <ns1:pt x="14" y="4"/>
                      <ns1:pt x="28" y="4"/>
                    </ns1:cubicBezTo>
                    <ns1:cubicBezTo>
                      <ns1:pt x="42" y="4"/>
                      <ns1:pt x="53" y="14"/>
                      <ns1:pt x="53" y="28"/>
                    </ns1:cubicBezTo>
                    <ns1:cubicBezTo>
                      <ns1:pt x="53" y="42"/>
                      <ns1:pt x="42" y="53"/>
                      <ns1:pt x="28" y="53"/>
                    </ns1:cubicBezTo>
                    <ns1:close/>
                  </ns1:path>
                </ns1:pathLst>
              </ns1:custGeom>
              <ns1:grpFill/>
              <ns1:ln>
                <ns1:noFill/>
              </ns1:ln>
              <ns1:extLst>
                <ns1:ext uri="{91240B29-F687-4F45-9708-019B960494DF}">
                  <ns2:hiddenLine w="9525">
                    <ns1:solidFill>
                      <ns1:srgbClr val="000000"/>
                    </ns1:solidFill>
                    <ns1:round/>
                    <ns1:headEnd/>
                    <ns1:tailEnd/>
                  </ns2:hiddenLine>
                </ns1:ext>
              </ns1:extLst>
            </ns0:spPr>
            <ns0:txBody>
              <ns1:bodyPr vert="horz" wrap="square" lIns="91440" tIns="45720" rIns="91440" bIns="45720" numCol="1" anchor="t" anchorCtr="0" compatLnSpc="1">
                <ns1:prstTxWarp prst="textNoShape">
                  <ns1:avLst/>
                </ns1:prstTxWarp>
              </ns1:bodyPr>
              <ns1:lstStyle/>
              <ns1:p>
                <ns1:endParaRPr lang="id-ID" sz="2700"/>
              </ns1:p>
            </ns0:txBody>
          </ns0:sp>
          <ns0:sp>
            <ns0:nvSpPr>
              <ns0:cNvPr id="255" name="Freeform 12"/>
              <ns0:cNvSpPr>
                <ns1:spLocks noEditPoints="1"/>
              </ns0:cNvSpPr>
              <ns0:nvPr/>
            </ns0:nvSpPr>
            <ns0:spPr bwMode="auto">
              <ns1:xfrm>
                <ns1:off x="7912101" y="1852613"/>
                <ns1:ext cx="122238" cy="122238"/>
              </ns1:xfrm>
              <ns1:custGeom>
                <ns1:avLst/>
                <ns1:gdLst>
                  <ns1:gd name="T0" fmla="*/ 16 w 32"/>
                  <ns1:gd name="T1" fmla="*/ 0 h 32"/>
                  <ns1:gd name="T2" fmla="*/ 0 w 32"/>
                  <ns1:gd name="T3" fmla="*/ 16 h 32"/>
                  <ns1:gd name="T4" fmla="*/ 16 w 32"/>
                  <ns1:gd name="T5" fmla="*/ 32 h 32"/>
                  <ns1:gd name="T6" fmla="*/ 32 w 32"/>
                  <ns1:gd name="T7" fmla="*/ 16 h 32"/>
                  <ns1:gd name="T8" fmla="*/ 16 w 32"/>
                  <ns1:gd name="T9" fmla="*/ 0 h 32"/>
                  <ns1:gd name="T10" fmla="*/ 16 w 32"/>
                  <ns1:gd name="T11" fmla="*/ 28 h 32"/>
                  <ns1:gd name="T12" fmla="*/ 4 w 32"/>
                  <ns1:gd name="T13" fmla="*/ 16 h 32"/>
                  <ns1:gd name="T14" fmla="*/ 16 w 32"/>
                  <ns1:gd name="T15" fmla="*/ 4 h 32"/>
                  <ns1:gd name="T16" fmla="*/ 28 w 32"/>
                  <ns1:gd name="T17" fmla="*/ 16 h 32"/>
                  <ns1:gd name="T18" fmla="*/ 16 w 32"/>
                  <ns1:gd name="T19" fmla="*/ 28 h 32"/>
                </ns1:gdLst>
                <ns1:ahLst/>
                <ns1:cxnLst>
                  <ns1:cxn ang="0">
                    <ns1:pos x="T0" y="T1"/>
                  </ns1:cxn>
                  <ns1:cxn ang="0">
                    <ns1:pos x="T2" y="T3"/>
                  </ns1:cxn>
                  <ns1:cxn ang="0">
                    <ns1:pos x="T4" y="T5"/>
                  </ns1:cxn>
                  <ns1:cxn ang="0">
                    <ns1:pos x="T6" y="T7"/>
                  </ns1:cxn>
                  <ns1:cxn ang="0">
                    <ns1:pos x="T8" y="T9"/>
                  </ns1:cxn>
                  <ns1:cxn ang="0">
                    <ns1:pos x="T10" y="T11"/>
                  </ns1:cxn>
                  <ns1:cxn ang="0">
                    <ns1:pos x="T12" y="T13"/>
                  </ns1:cxn>
                  <ns1:cxn ang="0">
                    <ns1:pos x="T14" y="T15"/>
                  </ns1:cxn>
                  <ns1:cxn ang="0">
                    <ns1:pos x="T16" y="T17"/>
                  </ns1:cxn>
                  <ns1:cxn ang="0">
                    <ns1:pos x="T18" y="T19"/>
                  </ns1:cxn>
                </ns1:cxnLst>
                <ns1:rect l="0" t="0" r="r" b="b"/>
                <ns1:pathLst>
                  <ns1:path w="32" h="32">
                    <ns1:moveTo>
                      <ns1:pt x="16" y="0"/>
                    </ns1:moveTo>
                    <ns1:cubicBezTo>
                      <ns1:pt x="7" y="0"/>
                      <ns1:pt x="0" y="7"/>
                      <ns1:pt x="0" y="16"/>
                    </ns1:cubicBezTo>
                    <ns1:cubicBezTo>
                      <ns1:pt x="0" y="25"/>
                      <ns1:pt x="7" y="32"/>
                      <ns1:pt x="16" y="32"/>
                    </ns1:cubicBezTo>
                    <ns1:cubicBezTo>
                      <ns1:pt x="25" y="32"/>
                      <ns1:pt x="32" y="25"/>
                      <ns1:pt x="32" y="16"/>
                    </ns1:cubicBezTo>
                    <ns1:cubicBezTo>
                      <ns1:pt x="32" y="7"/>
                      <ns1:pt x="25" y="0"/>
                      <ns1:pt x="16" y="0"/>
                    </ns1:cubicBezTo>
                    <ns1:close/>
                    <ns1:moveTo>
                      <ns1:pt x="16" y="28"/>
                    </ns1:moveTo>
                    <ns1:cubicBezTo>
                      <ns1:pt x="9" y="28"/>
                      <ns1:pt x="4" y="23"/>
                      <ns1:pt x="4" y="16"/>
                    </ns1:cubicBezTo>
                    <ns1:cubicBezTo>
                      <ns1:pt x="4" y="9"/>
                      <ns1:pt x="9" y="4"/>
                      <ns1:pt x="16" y="4"/>
                    </ns1:cubicBezTo>
                    <ns1:cubicBezTo>
                      <ns1:pt x="23" y="4"/>
                      <ns1:pt x="28" y="9"/>
                      <ns1:pt x="28" y="16"/>
                    </ns1:cubicBezTo>
                    <ns1:cubicBezTo>
                      <ns1:pt x="28" y="23"/>
                      <ns1:pt x="23" y="28"/>
                      <ns1:pt x="16" y="28"/>
                    </ns1:cubicBezTo>
                    <ns1:close/>
                  </ns1:path>
                </ns1:pathLst>
              </ns1:custGeom>
              <ns1:grpFill/>
              <ns1:ln>
                <ns1:noFill/>
              </ns1:ln>
              <ns1:extLst>
                <ns1:ext uri="{91240B29-F687-4F45-9708-019B960494DF}">
                  <ns2:hiddenLine w="9525">
                    <ns1:solidFill>
                      <ns1:srgbClr val="000000"/>
                    </ns1:solidFill>
                    <ns1:round/>
                    <ns1:headEnd/>
                    <ns1:tailEnd/>
                  </ns2:hiddenLine>
                </ns1:ext>
              </ns1:extLst>
            </ns0:spPr>
            <ns0:txBody>
              <ns1:bodyPr vert="horz" wrap="square" lIns="91440" tIns="45720" rIns="91440" bIns="45720" numCol="1" anchor="t" anchorCtr="0" compatLnSpc="1">
                <ns1:prstTxWarp prst="textNoShape">
                  <ns1:avLst/>
                </ns1:prstTxWarp>
              </ns1:bodyPr>
              <ns1:lstStyle/>
              <ns1:p>
                <ns1:endParaRPr lang="id-ID" sz="2700"/>
              </ns1:p>
            </ns0:txBody>
          </ns0:sp>
        </ns0:grpSp>
      </ns0:grpSp>
      <ns0:grpSp>
        <ns0:nvGrpSpPr>
          <ns0:cNvPr id="259" name="Group 258"/>
          <ns0:cNvGrpSpPr/>
          <ns0:nvPr/>
        </ns0:nvGrpSpPr>
        <ns0:grpSpPr>
          <ns1:xfrm>
            <ns1:off x="10143844" y="4601781"/>
            <ns1:ext cx="375930" cy="369791"/>
            <ns1:chOff x="2347912" y="1022351"/>
            <ns1:chExt cx="777876" cy="765174"/>
          </ns1:xfrm>
          <ns1:solidFill>
            <ns1:schemeClr val="tx1"/>
          </ns1:solidFill>
        </ns0:grpSpPr>
        <ns0:sp>
          <ns0:nvSpPr>
            <ns0:cNvPr id="260" name="Freeform 20"/>
            <ns0:cNvSpPr>
              <ns1:spLocks noEditPoints="1"/>
            </ns0:cNvSpPr>
            <ns0:nvPr/>
          </ns0:nvSpPr>
          <ns0:spPr bwMode="auto">
            <ns1:xfrm>
              <ns1:off x="2347912" y="1033463"/>
              <ns1:ext cx="777876" cy="754062"/>
            </ns1:xfrm>
            <ns1:custGeom>
              <ns1:avLst/>
              <ns1:gdLst>
                <ns1:gd name="T0" fmla="*/ 41 w 204"/>
                <ns1:gd name="T1" fmla="*/ 198 h 198"/>
                <ns1:gd name="T2" fmla="*/ 24 w 204"/>
                <ns1:gd name="T3" fmla="*/ 192 h 198"/>
                <ns1:gd name="T4" fmla="*/ 42 w 204"/>
                <ns1:gd name="T5" fmla="*/ 174 h 198"/>
                <ns1:gd name="T6" fmla="*/ 27 w 204"/>
                <ns1:gd name="T7" fmla="*/ 160 h 198"/>
                <ns1:gd name="T8" fmla="*/ 9 w 204"/>
                <ns1:gd name="T9" fmla="*/ 178 h 198"/>
                <ns1:gd name="T10" fmla="*/ 14 w 204"/>
                <ns1:gd name="T11" fmla="*/ 135 h 198"/>
                <ns1:gd name="T12" fmla="*/ 52 w 204"/>
                <ns1:gd name="T13" fmla="*/ 126 h 198"/>
                <ns1:gd name="T14" fmla="*/ 138 w 204"/>
                <ns1:gd name="T15" fmla="*/ 11 h 198"/>
                <ns1:gd name="T16" fmla="*/ 178 w 204"/>
                <ns1:gd name="T17" fmla="*/ 3 h 198"/>
                <ns1:gd name="T18" fmla="*/ 180 w 204"/>
                <ns1:gd name="T19" fmla="*/ 9 h 198"/>
                <ns1:gd name="T20" fmla="*/ 163 w 204"/>
                <ns1:gd name="T21" fmla="*/ 39 h 198"/>
                <ns1:gd name="T22" fmla="*/ 192 w 204"/>
                <ns1:gd name="T23" fmla="*/ 22 h 198"/>
                <ns1:gd name="T24" fmla="*/ 198 w 204"/>
                <ns1:gd name="T25" fmla="*/ 23 h 198"/>
                <ns1:gd name="T26" fmla="*/ 164 w 204"/>
                <ns1:gd name="T27" fmla="*/ 74 h 198"/>
                <ns1:gd name="T28" fmla="*/ 75 w 204"/>
                <ns1:gd name="T29" fmla="*/ 149 h 198"/>
                <ns1:gd name="T30" fmla="*/ 41 w 204"/>
                <ns1:gd name="T31" fmla="*/ 198 h 198"/>
                <ns1:gd name="T32" fmla="*/ 61 w 204"/>
                <ns1:gd name="T33" fmla="*/ 182 h 198"/>
                <ns1:gd name="T34" fmla="*/ 68 w 204"/>
                <ns1:gd name="T35" fmla="*/ 145 h 198"/>
                <ns1:gd name="T36" fmla="*/ 152 w 204"/>
                <ns1:gd name="T37" fmla="*/ 64 h 198"/>
                <ns1:gd name="T38" fmla="*/ 185 w 204"/>
                <ns1:gd name="T39" fmla="*/ 58 h 198"/>
                <ns1:gd name="T40" fmla="*/ 182 w 204"/>
                <ns1:gd name="T41" fmla="*/ 46 h 198"/>
                <ns1:gd name="T42" fmla="*/ 159 w 204"/>
                <ns1:gd name="T43" fmla="*/ 47 h 198"/>
                <ns1:gd name="T44" fmla="*/ 155 w 204"/>
                <ns1:gd name="T45" fmla="*/ 22 h 198"/>
                <ns1:gd name="T46" fmla="*/ 169 w 204"/>
                <ns1:gd name="T47" fmla="*/ 8 h 198"/>
                <ns1:gd name="T48" fmla="*/ 143 w 204"/>
                <ns1:gd name="T49" fmla="*/ 16 h 198"/>
                <ns1:gd name="T50" fmla="*/ 136 w 204"/>
                <ns1:gd name="T51" fmla="*/ 53 h 198"/>
                <ns1:gd name="T52" fmla="*/ 52 w 204"/>
                <ns1:gd name="T53" fmla="*/ 134 h 198"/>
                <ns1:gd name="T54" fmla="*/ 19 w 204"/>
                <ns1:gd name="T55" fmla="*/ 140 h 198"/>
                <ns1:gd name="T56" fmla="*/ 22 w 204"/>
                <ns1:gd name="T57" fmla="*/ 153 h 198"/>
                <ns1:gd name="T58" fmla="*/ 46 w 204"/>
                <ns1:gd name="T59" fmla="*/ 152 h 198"/>
                <ns1:gd name="T60" fmla="*/ 50 w 204"/>
                <ns1:gd name="T61" fmla="*/ 176 h 198"/>
                <ns1:gd name="T62" fmla="*/ 36 w 204"/>
                <ns1:gd name="T63" fmla="*/ 190 h 198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  <ns1:cxn ang="0">
                  <ns1:pos x="T30" y="T31"/>
                </ns1:cxn>
                <ns1:cxn ang="0">
                  <ns1:pos x="T32" y="T33"/>
                </ns1:cxn>
                <ns1:cxn ang="0">
                  <ns1:pos x="T34" y="T35"/>
                </ns1:cxn>
                <ns1:cxn ang="0">
                  <ns1:pos x="T36" y="T37"/>
                </ns1:cxn>
                <ns1:cxn ang="0">
                  <ns1:pos x="T38" y="T39"/>
                </ns1:cxn>
                <ns1:cxn ang="0">
                  <ns1:pos x="T40" y="T41"/>
                </ns1:cxn>
                <ns1:cxn ang="0">
                  <ns1:pos x="T42" y="T43"/>
                </ns1:cxn>
                <ns1:cxn ang="0">
                  <ns1:pos x="T44" y="T45"/>
                </ns1:cxn>
                <ns1:cxn ang="0">
                  <ns1:pos x="T46" y="T47"/>
                </ns1:cxn>
                <ns1:cxn ang="0">
                  <ns1:pos x="T48" y="T49"/>
                </ns1:cxn>
                <ns1:cxn ang="0">
                  <ns1:pos x="T50" y="T51"/>
                </ns1:cxn>
                <ns1:cxn ang="0">
                  <ns1:pos x="T52" y="T53"/>
                </ns1:cxn>
                <ns1:cxn ang="0">
                  <ns1:pos x="T54" y="T55"/>
                </ns1:cxn>
                <ns1:cxn ang="0">
                  <ns1:pos x="T56" y="T57"/>
                </ns1:cxn>
                <ns1:cxn ang="0">
                  <ns1:pos x="T58" y="T59"/>
                </ns1:cxn>
                <ns1:cxn ang="0">
                  <ns1:pos x="T60" y="T61"/>
                </ns1:cxn>
                <ns1:cxn ang="0">
                  <ns1:pos x="T62" y="T63"/>
                </ns1:cxn>
              </ns1:cxnLst>
              <ns1:rect l="0" t="0" r="r" b="b"/>
              <ns1:pathLst>
                <ns1:path w="204" h="198">
                  <ns1:moveTo>
                    <ns1:pt x="41" y="198"/>
                  </ns1:moveTo>
                  <ns1:cubicBezTo>
                    <ns1:pt x="41" y="198"/>
                    <ns1:pt x="41" y="198"/>
                    <ns1:pt x="41" y="198"/>
                  </ns1:cubicBezTo>
                  <ns1:cubicBezTo>
                    <ns1:pt x="36" y="198"/>
                    <ns1:pt x="31" y="197"/>
                    <ns1:pt x="26" y="195"/>
                  </ns1:cubicBezTo>
                  <ns1:cubicBezTo>
                    <ns1:pt x="25" y="195"/>
                    <ns1:pt x="24" y="194"/>
                    <ns1:pt x="24" y="192"/>
                  </ns1:cubicBezTo>
                  <ns1:cubicBezTo>
                    <ns1:pt x="24" y="191"/>
                    <ns1:pt x="24" y="189"/>
                    <ns1:pt x="25" y="189"/>
                  </ns1:cubicBezTo>
                  <ns1:cubicBezTo>
                    <ns1:pt x="42" y="174"/>
                    <ns1:pt x="42" y="174"/>
                    <ns1:pt x="42" y="174"/>
                  </ns1:cubicBezTo>
                  <ns1:cubicBezTo>
                    <ns1:pt x="42" y="160"/>
                    <ns1:pt x="42" y="160"/>
                    <ns1:pt x="42" y="160"/>
                  </ns1:cubicBezTo>
                  <ns1:cubicBezTo>
                    <ns1:pt x="27" y="160"/>
                    <ns1:pt x="27" y="160"/>
                    <ns1:pt x="27" y="160"/>
                  </ns1:cubicBezTo>
                  <ns1:cubicBezTo>
                    <ns1:pt x="12" y="177"/>
                    <ns1:pt x="12" y="177"/>
                    <ns1:pt x="12" y="177"/>
                  </ns1:cubicBezTo>
                  <ns1:cubicBezTo>
                    <ns1:pt x="11" y="178"/>
                    <ns1:pt x="10" y="178"/>
                    <ns1:pt x="9" y="178"/>
                  </ns1:cubicBezTo>
                  <ns1:cubicBezTo>
                    <ns1:pt x="7" y="178"/>
                    <ns1:pt x="6" y="177"/>
                    <ns1:pt x="6" y="175"/>
                  </ns1:cubicBezTo>
                  <ns1:cubicBezTo>
                    <ns1:pt x="0" y="161"/>
                    <ns1:pt x="3" y="145"/>
                    <ns1:pt x="14" y="135"/>
                  </ns1:cubicBezTo>
                  <ns1:cubicBezTo>
                    <ns1:pt x="21" y="127"/>
                    <ns1:pt x="30" y="124"/>
                    <ns1:pt x="40" y="124"/>
                  </ns1:cubicBezTo>
                  <ns1:cubicBezTo>
                    <ns1:pt x="44" y="124"/>
                    <ns1:pt x="48" y="124"/>
                    <ns1:pt x="52" y="126"/>
                  </ns1:cubicBezTo>
                  <ns1:cubicBezTo>
                    <ns1:pt x="129" y="49"/>
                    <ns1:pt x="129" y="49"/>
                    <ns1:pt x="129" y="49"/>
                  </ns1:cubicBezTo>
                  <ns1:cubicBezTo>
                    <ns1:pt x="124" y="36"/>
                    <ns1:pt x="127" y="21"/>
                    <ns1:pt x="138" y="11"/>
                  </ns1:cubicBezTo>
                  <ns1:cubicBezTo>
                    <ns1:pt x="145" y="4"/>
                    <ns1:pt x="154" y="0"/>
                    <ns1:pt x="164" y="0"/>
                  </ns1:cubicBezTo>
                  <ns1:cubicBezTo>
                    <ns1:pt x="169" y="0"/>
                    <ns1:pt x="174" y="1"/>
                    <ns1:pt x="178" y="3"/>
                  </ns1:cubicBezTo>
                  <ns1:cubicBezTo>
                    <ns1:pt x="180" y="3"/>
                    <ns1:pt x="181" y="4"/>
                    <ns1:pt x="181" y="6"/>
                  </ns1:cubicBezTo>
                  <ns1:cubicBezTo>
                    <ns1:pt x="181" y="7"/>
                    <ns1:pt x="181" y="8"/>
                    <ns1:pt x="180" y="9"/>
                  </ns1:cubicBezTo>
                  <ns1:cubicBezTo>
                    <ns1:pt x="163" y="24"/>
                    <ns1:pt x="163" y="24"/>
                    <ns1:pt x="163" y="24"/>
                  </ns1:cubicBezTo>
                  <ns1:cubicBezTo>
                    <ns1:pt x="163" y="39"/>
                    <ns1:pt x="163" y="39"/>
                    <ns1:pt x="163" y="39"/>
                  </ns1:cubicBezTo>
                  <ns1:cubicBezTo>
                    <ns1:pt x="177" y="39"/>
                    <ns1:pt x="177" y="39"/>
                    <ns1:pt x="177" y="39"/>
                  </ns1:cubicBezTo>
                  <ns1:cubicBezTo>
                    <ns1:pt x="192" y="22"/>
                    <ns1:pt x="192" y="22"/>
                    <ns1:pt x="192" y="22"/>
                  </ns1:cubicBezTo>
                  <ns1:cubicBezTo>
                    <ns1:pt x="192" y="21"/>
                    <ns1:pt x="194" y="21"/>
                    <ns1:pt x="195" y="21"/>
                  </ns1:cubicBezTo>
                  <ns1:cubicBezTo>
                    <ns1:pt x="197" y="21"/>
                    <ns1:pt x="198" y="22"/>
                    <ns1:pt x="198" y="23"/>
                  </ns1:cubicBezTo>
                  <ns1:cubicBezTo>
                    <ns1:pt x="204" y="37"/>
                    <ns1:pt x="201" y="53"/>
                    <ns1:pt x="190" y="63"/>
                  </ns1:cubicBezTo>
                  <ns1:cubicBezTo>
                    <ns1:pt x="183" y="71"/>
                    <ns1:pt x="174" y="74"/>
                    <ns1:pt x="164" y="74"/>
                  </ns1:cubicBezTo>
                  <ns1:cubicBezTo>
                    <ns1:pt x="160" y="74"/>
                    <ns1:pt x="156" y="74"/>
                    <ns1:pt x="152" y="72"/>
                  </ns1:cubicBezTo>
                  <ns1:cubicBezTo>
                    <ns1:pt x="75" y="149"/>
                    <ns1:pt x="75" y="149"/>
                    <ns1:pt x="75" y="149"/>
                  </ns1:cubicBezTo>
                  <ns1:cubicBezTo>
                    <ns1:pt x="80" y="162"/>
                    <ns1:pt x="77" y="177"/>
                    <ns1:pt x="67" y="187"/>
                  </ns1:cubicBezTo>
                  <ns1:cubicBezTo>
                    <ns1:pt x="60" y="194"/>
                    <ns1:pt x="50" y="198"/>
                    <ns1:pt x="41" y="198"/>
                  </ns1:cubicBezTo>
                  <ns1:close/>
                  <ns1:moveTo>
                    <ns1:pt x="36" y="190"/>
                  </ns1:moveTo>
                  <ns1:cubicBezTo>
                    <ns1:pt x="45" y="191"/>
                    <ns1:pt x="54" y="188"/>
                    <ns1:pt x="61" y="182"/>
                  </ns1:cubicBezTo>
                  <ns1:cubicBezTo>
                    <ns1:pt x="69" y="173"/>
                    <ns1:pt x="72" y="161"/>
                    <ns1:pt x="67" y="149"/>
                  </ns1:cubicBezTo>
                  <ns1:cubicBezTo>
                    <ns1:pt x="66" y="148"/>
                    <ns1:pt x="67" y="146"/>
                    <ns1:pt x="68" y="145"/>
                  </ns1:cubicBezTo>
                  <ns1:cubicBezTo>
                    <ns1:pt x="148" y="65"/>
                    <ns1:pt x="148" y="65"/>
                    <ns1:pt x="148" y="65"/>
                  </ns1:cubicBezTo>
                  <ns1:cubicBezTo>
                    <ns1:pt x="149" y="64"/>
                    <ns1:pt x="151" y="63"/>
                    <ns1:pt x="152" y="64"/>
                  </ns1:cubicBezTo>
                  <ns1:cubicBezTo>
                    <ns1:pt x="156" y="66"/>
                    <ns1:pt x="160" y="66"/>
                    <ns1:pt x="164" y="66"/>
                  </ns1:cubicBezTo>
                  <ns1:cubicBezTo>
                    <ns1:pt x="172" y="66"/>
                    <ns1:pt x="179" y="63"/>
                    <ns1:pt x="185" y="58"/>
                  </ns1:cubicBezTo>
                  <ns1:cubicBezTo>
                    <ns1:pt x="191" y="51"/>
                    <ns1:pt x="194" y="42"/>
                    <ns1:pt x="193" y="33"/>
                  </ns1:cubicBezTo>
                  <ns1:cubicBezTo>
                    <ns1:pt x="182" y="46"/>
                    <ns1:pt x="182" y="46"/>
                    <ns1:pt x="182" y="46"/>
                  </ns1:cubicBezTo>
                  <ns1:cubicBezTo>
                    <ns1:pt x="181" y="47"/>
                    <ns1:pt x="180" y="47"/>
                    <ns1:pt x="179" y="47"/>
                  </ns1:cubicBezTo>
                  <ns1:cubicBezTo>
                    <ns1:pt x="159" y="47"/>
                    <ns1:pt x="159" y="47"/>
                    <ns1:pt x="159" y="47"/>
                  </ns1:cubicBezTo>
                  <ns1:cubicBezTo>
                    <ns1:pt x="157" y="47"/>
                    <ns1:pt x="155" y="46"/>
                    <ns1:pt x="155" y="43"/>
                  </ns1:cubicBezTo>
                  <ns1:cubicBezTo>
                    <ns1:pt x="155" y="22"/>
                    <ns1:pt x="155" y="22"/>
                    <ns1:pt x="155" y="22"/>
                  </ns1:cubicBezTo>
                  <ns1:cubicBezTo>
                    <ns1:pt x="155" y="21"/>
                    <ns1:pt x="155" y="20"/>
                    <ns1:pt x="156" y="19"/>
                  </ns1:cubicBezTo>
                  <ns1:cubicBezTo>
                    <ns1:pt x="169" y="8"/>
                    <ns1:pt x="169" y="8"/>
                    <ns1:pt x="169" y="8"/>
                  </ns1:cubicBezTo>
                  <ns1:cubicBezTo>
                    <ns1:pt x="167" y="8"/>
                    <ns1:pt x="166" y="8"/>
                    <ns1:pt x="164" y="8"/>
                  </ns1:cubicBezTo>
                  <ns1:cubicBezTo>
                    <ns1:pt x="156" y="8"/>
                    <ns1:pt x="149" y="11"/>
                    <ns1:pt x="143" y="16"/>
                  </ns1:cubicBezTo>
                  <ns1:cubicBezTo>
                    <ns1:pt x="135" y="25"/>
                    <ns1:pt x="132" y="37"/>
                    <ns1:pt x="137" y="49"/>
                  </ns1:cubicBezTo>
                  <ns1:cubicBezTo>
                    <ns1:pt x="138" y="50"/>
                    <ns1:pt x="137" y="52"/>
                    <ns1:pt x="136" y="53"/>
                  </ns1:cubicBezTo>
                  <ns1:cubicBezTo>
                    <ns1:pt x="56" y="133"/>
                    <ns1:pt x="56" y="133"/>
                    <ns1:pt x="56" y="133"/>
                  </ns1:cubicBezTo>
                  <ns1:cubicBezTo>
                    <ns1:pt x="55" y="134"/>
                    <ns1:pt x="53" y="135"/>
                    <ns1:pt x="52" y="134"/>
                  </ns1:cubicBezTo>
                  <ns1:cubicBezTo>
                    <ns1:pt x="48" y="132"/>
                    <ns1:pt x="44" y="132"/>
                    <ns1:pt x="40" y="132"/>
                  </ns1:cubicBezTo>
                  <ns1:cubicBezTo>
                    <ns1:pt x="32" y="132"/>
                    <ns1:pt x="25" y="135"/>
                    <ns1:pt x="19" y="140"/>
                  </ns1:cubicBezTo>
                  <ns1:cubicBezTo>
                    <ns1:pt x="12" y="147"/>
                    <ns1:pt x="10" y="157"/>
                    <ns1:pt x="11" y="166"/>
                  </ns1:cubicBezTo>
                  <ns1:cubicBezTo>
                    <ns1:pt x="22" y="153"/>
                    <ns1:pt x="22" y="153"/>
                    <ns1:pt x="22" y="153"/>
                  </ns1:cubicBezTo>
                  <ns1:cubicBezTo>
                    <ns1:pt x="23" y="152"/>
                    <ns1:pt x="24" y="152"/>
                    <ns1:pt x="25" y="152"/>
                  </ns1:cubicBezTo>
                  <ns1:cubicBezTo>
                    <ns1:pt x="46" y="152"/>
                    <ns1:pt x="46" y="152"/>
                    <ns1:pt x="46" y="152"/>
                  </ns1:cubicBezTo>
                  <ns1:cubicBezTo>
                    <ns1:pt x="49" y="152"/>
                    <ns1:pt x="50" y="154"/>
                    <ns1:pt x="50" y="156"/>
                  </ns1:cubicBezTo>
                  <ns1:cubicBezTo>
                    <ns1:pt x="50" y="176"/>
                    <ns1:pt x="50" y="176"/>
                    <ns1:pt x="50" y="176"/>
                  </ns1:cubicBezTo>
                  <ns1:cubicBezTo>
                    <ns1:pt x="50" y="177"/>
                    <ns1:pt x="50" y="178"/>
                    <ns1:pt x="49" y="179"/>
                  </ns1:cubicBezTo>
                  <ns1:lnTo>
                    <ns1:pt x="36" y="190"/>
                  </ns1:ln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261" name="Freeform 21"/>
            <ns0:cNvSpPr>
              <ns1:spLocks/>
            </ns0:cNvSpPr>
            <ns0:nvPr/>
          </ns0:nvSpPr>
          <ns0:spPr bwMode="auto">
            <ns1:xfrm>
              <ns1:off x="2347912" y="1022351"/>
              <ns1:ext cx="400050" cy="400050"/>
            </ns1:xfrm>
            <ns1:custGeom>
              <ns1:avLst/>
              <ns1:gdLst>
                <ns1:gd name="T0" fmla="*/ 81 w 105"/>
                <ns1:gd name="T1" fmla="*/ 105 h 105"/>
                <ns1:gd name="T2" fmla="*/ 52 w 105"/>
                <ns1:gd name="T3" fmla="*/ 76 h 105"/>
                <ns1:gd name="T4" fmla="*/ 14 w 105"/>
                <ns1:gd name="T5" fmla="*/ 67 h 105"/>
                <ns1:gd name="T6" fmla="*/ 6 w 105"/>
                <ns1:gd name="T7" fmla="*/ 26 h 105"/>
                <ns1:gd name="T8" fmla="*/ 9 w 105"/>
                <ns1:gd name="T9" fmla="*/ 24 h 105"/>
                <ns1:gd name="T10" fmla="*/ 12 w 105"/>
                <ns1:gd name="T11" fmla="*/ 25 h 105"/>
                <ns1:gd name="T12" fmla="*/ 27 w 105"/>
                <ns1:gd name="T13" fmla="*/ 42 h 105"/>
                <ns1:gd name="T14" fmla="*/ 42 w 105"/>
                <ns1:gd name="T15" fmla="*/ 42 h 105"/>
                <ns1:gd name="T16" fmla="*/ 42 w 105"/>
                <ns1:gd name="T17" fmla="*/ 27 h 105"/>
                <ns1:gd name="T18" fmla="*/ 25 w 105"/>
                <ns1:gd name="T19" fmla="*/ 12 h 105"/>
                <ns1:gd name="T20" fmla="*/ 24 w 105"/>
                <ns1:gd name="T21" fmla="*/ 9 h 105"/>
                <ns1:gd name="T22" fmla="*/ 26 w 105"/>
                <ns1:gd name="T23" fmla="*/ 6 h 105"/>
                <ns1:gd name="T24" fmla="*/ 66 w 105"/>
                <ns1:gd name="T25" fmla="*/ 14 h 105"/>
                <ns1:gd name="T26" fmla="*/ 75 w 105"/>
                <ns1:gd name="T27" fmla="*/ 52 h 105"/>
                <ns1:gd name="T28" fmla="*/ 105 w 105"/>
                <ns1:gd name="T29" fmla="*/ 81 h 105"/>
                <ns1:gd name="T30" fmla="*/ 99 w 105"/>
                <ns1:gd name="T31" fmla="*/ 87 h 105"/>
                <ns1:gd name="T32" fmla="*/ 68 w 105"/>
                <ns1:gd name="T33" fmla="*/ 56 h 105"/>
                <ns1:gd name="T34" fmla="*/ 67 w 105"/>
                <ns1:gd name="T35" fmla="*/ 52 h 105"/>
                <ns1:gd name="T36" fmla="*/ 61 w 105"/>
                <ns1:gd name="T37" fmla="*/ 19 h 105"/>
                <ns1:gd name="T38" fmla="*/ 36 w 105"/>
                <ns1:gd name="T39" fmla="*/ 11 h 105"/>
                <ns1:gd name="T40" fmla="*/ 49 w 105"/>
                <ns1:gd name="T41" fmla="*/ 22 h 105"/>
                <ns1:gd name="T42" fmla="*/ 50 w 105"/>
                <ns1:gd name="T43" fmla="*/ 25 h 105"/>
                <ns1:gd name="T44" fmla="*/ 50 w 105"/>
                <ns1:gd name="T45" fmla="*/ 46 h 105"/>
                <ns1:gd name="T46" fmla="*/ 46 w 105"/>
                <ns1:gd name="T47" fmla="*/ 50 h 105"/>
                <ns1:gd name="T48" fmla="*/ 25 w 105"/>
                <ns1:gd name="T49" fmla="*/ 50 h 105"/>
                <ns1:gd name="T50" fmla="*/ 22 w 105"/>
                <ns1:gd name="T51" fmla="*/ 49 h 105"/>
                <ns1:gd name="T52" fmla="*/ 11 w 105"/>
                <ns1:gd name="T53" fmla="*/ 36 h 105"/>
                <ns1:gd name="T54" fmla="*/ 19 w 105"/>
                <ns1:gd name="T55" fmla="*/ 61 h 105"/>
                <ns1:gd name="T56" fmla="*/ 52 w 105"/>
                <ns1:gd name="T57" fmla="*/ 67 h 105"/>
                <ns1:gd name="T58" fmla="*/ 56 w 105"/>
                <ns1:gd name="T59" fmla="*/ 68 h 105"/>
                <ns1:gd name="T60" fmla="*/ 87 w 105"/>
                <ns1:gd name="T61" fmla="*/ 99 h 105"/>
                <ns1:gd name="T62" fmla="*/ 81 w 105"/>
                <ns1:gd name="T63" fmla="*/ 105 h 105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  <ns1:cxn ang="0">
                  <ns1:pos x="T30" y="T31"/>
                </ns1:cxn>
                <ns1:cxn ang="0">
                  <ns1:pos x="T32" y="T33"/>
                </ns1:cxn>
                <ns1:cxn ang="0">
                  <ns1:pos x="T34" y="T35"/>
                </ns1:cxn>
                <ns1:cxn ang="0">
                  <ns1:pos x="T36" y="T37"/>
                </ns1:cxn>
                <ns1:cxn ang="0">
                  <ns1:pos x="T38" y="T39"/>
                </ns1:cxn>
                <ns1:cxn ang="0">
                  <ns1:pos x="T40" y="T41"/>
                </ns1:cxn>
                <ns1:cxn ang="0">
                  <ns1:pos x="T42" y="T43"/>
                </ns1:cxn>
                <ns1:cxn ang="0">
                  <ns1:pos x="T44" y="T45"/>
                </ns1:cxn>
                <ns1:cxn ang="0">
                  <ns1:pos x="T46" y="T47"/>
                </ns1:cxn>
                <ns1:cxn ang="0">
                  <ns1:pos x="T48" y="T49"/>
                </ns1:cxn>
                <ns1:cxn ang="0">
                  <ns1:pos x="T50" y="T51"/>
                </ns1:cxn>
                <ns1:cxn ang="0">
                  <ns1:pos x="T52" y="T53"/>
                </ns1:cxn>
                <ns1:cxn ang="0">
                  <ns1:pos x="T54" y="T55"/>
                </ns1:cxn>
                <ns1:cxn ang="0">
                  <ns1:pos x="T56" y="T57"/>
                </ns1:cxn>
                <ns1:cxn ang="0">
                  <ns1:pos x="T58" y="T59"/>
                </ns1:cxn>
                <ns1:cxn ang="0">
                  <ns1:pos x="T60" y="T61"/>
                </ns1:cxn>
                <ns1:cxn ang="0">
                  <ns1:pos x="T62" y="T63"/>
                </ns1:cxn>
              </ns1:cxnLst>
              <ns1:rect l="0" t="0" r="r" b="b"/>
              <ns1:pathLst>
                <ns1:path w="105" h="105">
                  <ns1:moveTo>
                    <ns1:pt x="81" y="105"/>
                  </ns1:moveTo>
                  <ns1:cubicBezTo>
                    <ns1:pt x="52" y="76"/>
                    <ns1:pt x="52" y="76"/>
                    <ns1:pt x="52" y="76"/>
                  </ns1:cubicBezTo>
                  <ns1:cubicBezTo>
                    <ns1:pt x="39" y="80"/>
                    <ns1:pt x="24" y="77"/>
                    <ns1:pt x="14" y="67"/>
                  </ns1:cubicBezTo>
                  <ns1:cubicBezTo>
                    <ns1:pt x="3" y="56"/>
                    <ns1:pt x="0" y="40"/>
                    <ns1:pt x="6" y="26"/>
                  </ns1:cubicBezTo>
                  <ns1:cubicBezTo>
                    <ns1:pt x="6" y="25"/>
                    <ns1:pt x="7" y="24"/>
                    <ns1:pt x="9" y="24"/>
                  </ns1:cubicBezTo>
                  <ns1:cubicBezTo>
                    <ns1:pt x="10" y="24"/>
                    <ns1:pt x="12" y="24"/>
                    <ns1:pt x="12" y="25"/>
                  </ns1:cubicBezTo>
                  <ns1:cubicBezTo>
                    <ns1:pt x="27" y="42"/>
                    <ns1:pt x="27" y="42"/>
                    <ns1:pt x="27" y="42"/>
                  </ns1:cubicBezTo>
                  <ns1:cubicBezTo>
                    <ns1:pt x="42" y="42"/>
                    <ns1:pt x="42" y="42"/>
                    <ns1:pt x="42" y="42"/>
                  </ns1:cubicBezTo>
                  <ns1:cubicBezTo>
                    <ns1:pt x="42" y="27"/>
                    <ns1:pt x="42" y="27"/>
                    <ns1:pt x="42" y="27"/>
                  </ns1:cubicBezTo>
                  <ns1:cubicBezTo>
                    <ns1:pt x="25" y="12"/>
                    <ns1:pt x="25" y="12"/>
                    <ns1:pt x="25" y="12"/>
                  </ns1:cubicBezTo>
                  <ns1:cubicBezTo>
                    <ns1:pt x="24" y="12"/>
                    <ns1:pt x="24" y="10"/>
                    <ns1:pt x="24" y="9"/>
                  </ns1:cubicBezTo>
                  <ns1:cubicBezTo>
                    <ns1:pt x="24" y="7"/>
                    <ns1:pt x="25" y="6"/>
                    <ns1:pt x="26" y="6"/>
                  </ns1:cubicBezTo>
                  <ns1:cubicBezTo>
                    <ns1:pt x="40" y="0"/>
                    <ns1:pt x="56" y="3"/>
                    <ns1:pt x="66" y="14"/>
                  </ns1:cubicBezTo>
                  <ns1:cubicBezTo>
                    <ns1:pt x="77" y="24"/>
                    <ns1:pt x="80" y="39"/>
                    <ns1:pt x="75" y="52"/>
                  </ns1:cubicBezTo>
                  <ns1:cubicBezTo>
                    <ns1:pt x="105" y="81"/>
                    <ns1:pt x="105" y="81"/>
                    <ns1:pt x="105" y="81"/>
                  </ns1:cubicBezTo>
                  <ns1:cubicBezTo>
                    <ns1:pt x="99" y="87"/>
                    <ns1:pt x="99" y="87"/>
                    <ns1:pt x="99" y="87"/>
                  </ns1:cubicBezTo>
                  <ns1:cubicBezTo>
                    <ns1:pt x="68" y="56"/>
                    <ns1:pt x="68" y="56"/>
                    <ns1:pt x="68" y="56"/>
                  </ns1:cubicBezTo>
                  <ns1:cubicBezTo>
                    <ns1:pt x="67" y="55"/>
                    <ns1:pt x="66" y="53"/>
                    <ns1:pt x="67" y="52"/>
                  </ns1:cubicBezTo>
                  <ns1:cubicBezTo>
                    <ns1:pt x="72" y="40"/>
                    <ns1:pt x="69" y="28"/>
                    <ns1:pt x="61" y="19"/>
                  </ns1:cubicBezTo>
                  <ns1:cubicBezTo>
                    <ns1:pt x="54" y="13"/>
                    <ns1:pt x="45" y="10"/>
                    <ns1:pt x="36" y="11"/>
                  </ns1:cubicBezTo>
                  <ns1:cubicBezTo>
                    <ns1:pt x="49" y="22"/>
                    <ns1:pt x="49" y="22"/>
                    <ns1:pt x="49" y="22"/>
                  </ns1:cubicBezTo>
                  <ns1:cubicBezTo>
                    <ns1:pt x="50" y="23"/>
                    <ns1:pt x="50" y="24"/>
                    <ns1:pt x="50" y="25"/>
                  </ns1:cubicBezTo>
                  <ns1:cubicBezTo>
                    <ns1:pt x="50" y="46"/>
                    <ns1:pt x="50" y="46"/>
                    <ns1:pt x="50" y="46"/>
                  </ns1:cubicBezTo>
                  <ns1:cubicBezTo>
                    <ns1:pt x="50" y="49"/>
                    <ns1:pt x="49" y="50"/>
                    <ns1:pt x="46" y="50"/>
                  </ns1:cubicBezTo>
                  <ns1:cubicBezTo>
                    <ns1:pt x="25" y="50"/>
                    <ns1:pt x="25" y="50"/>
                    <ns1:pt x="25" y="50"/>
                  </ns1:cubicBezTo>
                  <ns1:cubicBezTo>
                    <ns1:pt x="24" y="50"/>
                    <ns1:pt x="23" y="50"/>
                    <ns1:pt x="22" y="49"/>
                  </ns1:cubicBezTo>
                  <ns1:cubicBezTo>
                    <ns1:pt x="11" y="36"/>
                    <ns1:pt x="11" y="36"/>
                    <ns1:pt x="11" y="36"/>
                  </ns1:cubicBezTo>
                  <ns1:cubicBezTo>
                    <ns1:pt x="10" y="45"/>
                    <ns1:pt x="13" y="54"/>
                    <ns1:pt x="19" y="61"/>
                  </ns1:cubicBezTo>
                  <ns1:cubicBezTo>
                    <ns1:pt x="28" y="70"/>
                    <ns1:pt x="40" y="72"/>
                    <ns1:pt x="52" y="67"/>
                  </ns1:cubicBezTo>
                  <ns1:cubicBezTo>
                    <ns1:pt x="53" y="67"/>
                    <ns1:pt x="55" y="67"/>
                    <ns1:pt x="56" y="68"/>
                  </ns1:cubicBezTo>
                  <ns1:cubicBezTo>
                    <ns1:pt x="87" y="99"/>
                    <ns1:pt x="87" y="99"/>
                    <ns1:pt x="87" y="99"/>
                  </ns1:cubicBezTo>
                  <ns1:lnTo>
                    <ns1:pt x="81" y="105"/>
                  </ns1:ln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262" name="Freeform 22"/>
            <ns0:cNvSpPr>
              <ns1:spLocks/>
            </ns0:cNvSpPr>
            <ns0:nvPr/>
          </ns0:nvSpPr>
          <ns0:spPr bwMode="auto">
            <ns1:xfrm>
              <ns1:off x="2725738" y="1400175"/>
              <ns1:ext cx="400050" cy="387350"/>
            </ns1:xfrm>
            <ns1:custGeom>
              <ns1:avLst/>
              <ns1:gdLst>
                <ns1:gd name="T0" fmla="*/ 65 w 105"/>
                <ns1:gd name="T1" fmla="*/ 102 h 102"/>
                <ns1:gd name="T2" fmla="*/ 39 w 105"/>
                <ns1:gd name="T3" fmla="*/ 91 h 102"/>
                <ns1:gd name="T4" fmla="*/ 30 w 105"/>
                <ns1:gd name="T5" fmla="*/ 53 h 102"/>
                <ns1:gd name="T6" fmla="*/ 0 w 105"/>
                <ns1:gd name="T7" fmla="*/ 24 h 102"/>
                <ns1:gd name="T8" fmla="*/ 6 w 105"/>
                <ns1:gd name="T9" fmla="*/ 18 h 102"/>
                <ns1:gd name="T10" fmla="*/ 37 w 105"/>
                <ns1:gd name="T11" fmla="*/ 49 h 102"/>
                <ns1:gd name="T12" fmla="*/ 38 w 105"/>
                <ns1:gd name="T13" fmla="*/ 53 h 102"/>
                <ns1:gd name="T14" fmla="*/ 44 w 105"/>
                <ns1:gd name="T15" fmla="*/ 86 h 102"/>
                <ns1:gd name="T16" fmla="*/ 70 w 105"/>
                <ns1:gd name="T17" fmla="*/ 94 h 102"/>
                <ns1:gd name="T18" fmla="*/ 57 w 105"/>
                <ns1:gd name="T19" fmla="*/ 83 h 102"/>
                <ns1:gd name="T20" fmla="*/ 56 w 105"/>
                <ns1:gd name="T21" fmla="*/ 80 h 102"/>
                <ns1:gd name="T22" fmla="*/ 56 w 105"/>
                <ns1:gd name="T23" fmla="*/ 60 h 102"/>
                <ns1:gd name="T24" fmla="*/ 60 w 105"/>
                <ns1:gd name="T25" fmla="*/ 56 h 102"/>
                <ns1:gd name="T26" fmla="*/ 80 w 105"/>
                <ns1:gd name="T27" fmla="*/ 56 h 102"/>
                <ns1:gd name="T28" fmla="*/ 83 w 105"/>
                <ns1:gd name="T29" fmla="*/ 57 h 102"/>
                <ns1:gd name="T30" fmla="*/ 94 w 105"/>
                <ns1:gd name="T31" fmla="*/ 70 h 102"/>
                <ns1:gd name="T32" fmla="*/ 86 w 105"/>
                <ns1:gd name="T33" fmla="*/ 44 h 102"/>
                <ns1:gd name="T34" fmla="*/ 53 w 105"/>
                <ns1:gd name="T35" fmla="*/ 38 h 102"/>
                <ns1:gd name="T36" fmla="*/ 49 w 105"/>
                <ns1:gd name="T37" fmla="*/ 37 h 102"/>
                <ns1:gd name="T38" fmla="*/ 18 w 105"/>
                <ns1:gd name="T39" fmla="*/ 6 h 102"/>
                <ns1:gd name="T40" fmla="*/ 24 w 105"/>
                <ns1:gd name="T41" fmla="*/ 0 h 102"/>
                <ns1:gd name="T42" fmla="*/ 53 w 105"/>
                <ns1:gd name="T43" fmla="*/ 30 h 102"/>
                <ns1:gd name="T44" fmla="*/ 91 w 105"/>
                <ns1:gd name="T45" fmla="*/ 39 h 102"/>
                <ns1:gd name="T46" fmla="*/ 99 w 105"/>
                <ns1:gd name="T47" fmla="*/ 79 h 102"/>
                <ns1:gd name="T48" fmla="*/ 96 w 105"/>
                <ns1:gd name="T49" fmla="*/ 82 h 102"/>
                <ns1:gd name="T50" fmla="*/ 93 w 105"/>
                <ns1:gd name="T51" fmla="*/ 81 h 102"/>
                <ns1:gd name="T52" fmla="*/ 78 w 105"/>
                <ns1:gd name="T53" fmla="*/ 64 h 102"/>
                <ns1:gd name="T54" fmla="*/ 64 w 105"/>
                <ns1:gd name="T55" fmla="*/ 64 h 102"/>
                <ns1:gd name="T56" fmla="*/ 64 w 105"/>
                <ns1:gd name="T57" fmla="*/ 78 h 102"/>
                <ns1:gd name="T58" fmla="*/ 81 w 105"/>
                <ns1:gd name="T59" fmla="*/ 93 h 102"/>
                <ns1:gd name="T60" fmla="*/ 82 w 105"/>
                <ns1:gd name="T61" fmla="*/ 96 h 102"/>
                <ns1:gd name="T62" fmla="*/ 80 w 105"/>
                <ns1:gd name="T63" fmla="*/ 99 h 102"/>
                <ns1:gd name="T64" fmla="*/ 65 w 105"/>
                <ns1:gd name="T65" fmla="*/ 102 h 102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  <ns1:cxn ang="0">
                  <ns1:pos x="T30" y="T31"/>
                </ns1:cxn>
                <ns1:cxn ang="0">
                  <ns1:pos x="T32" y="T33"/>
                </ns1:cxn>
                <ns1:cxn ang="0">
                  <ns1:pos x="T34" y="T35"/>
                </ns1:cxn>
                <ns1:cxn ang="0">
                  <ns1:pos x="T36" y="T37"/>
                </ns1:cxn>
                <ns1:cxn ang="0">
                  <ns1:pos x="T38" y="T39"/>
                </ns1:cxn>
                <ns1:cxn ang="0">
                  <ns1:pos x="T40" y="T41"/>
                </ns1:cxn>
                <ns1:cxn ang="0">
                  <ns1:pos x="T42" y="T43"/>
                </ns1:cxn>
                <ns1:cxn ang="0">
                  <ns1:pos x="T44" y="T45"/>
                </ns1:cxn>
                <ns1:cxn ang="0">
                  <ns1:pos x="T46" y="T47"/>
                </ns1:cxn>
                <ns1:cxn ang="0">
                  <ns1:pos x="T48" y="T49"/>
                </ns1:cxn>
                <ns1:cxn ang="0">
                  <ns1:pos x="T50" y="T51"/>
                </ns1:cxn>
                <ns1:cxn ang="0">
                  <ns1:pos x="T52" y="T53"/>
                </ns1:cxn>
                <ns1:cxn ang="0">
                  <ns1:pos x="T54" y="T55"/>
                </ns1:cxn>
                <ns1:cxn ang="0">
                  <ns1:pos x="T56" y="T57"/>
                </ns1:cxn>
                <ns1:cxn ang="0">
                  <ns1:pos x="T58" y="T59"/>
                </ns1:cxn>
                <ns1:cxn ang="0">
                  <ns1:pos x="T60" y="T61"/>
                </ns1:cxn>
                <ns1:cxn ang="0">
                  <ns1:pos x="T62" y="T63"/>
                </ns1:cxn>
                <ns1:cxn ang="0">
                  <ns1:pos x="T64" y="T65"/>
                </ns1:cxn>
              </ns1:cxnLst>
              <ns1:rect l="0" t="0" r="r" b="b"/>
              <ns1:pathLst>
                <ns1:path w="105" h="102">
                  <ns1:moveTo>
                    <ns1:pt x="65" y="102"/>
                  </ns1:moveTo>
                  <ns1:cubicBezTo>
                    <ns1:pt x="55" y="102"/>
                    <ns1:pt x="46" y="98"/>
                    <ns1:pt x="39" y="91"/>
                  </ns1:cubicBezTo>
                  <ns1:cubicBezTo>
                    <ns1:pt x="28" y="81"/>
                    <ns1:pt x="25" y="66"/>
                    <ns1:pt x="30" y="53"/>
                  </ns1:cubicBezTo>
                  <ns1:cubicBezTo>
                    <ns1:pt x="0" y="24"/>
                    <ns1:pt x="0" y="24"/>
                    <ns1:pt x="0" y="24"/>
                  </ns1:cubicBezTo>
                  <ns1:cubicBezTo>
                    <ns1:pt x="6" y="18"/>
                    <ns1:pt x="6" y="18"/>
                    <ns1:pt x="6" y="18"/>
                  </ns1:cubicBezTo>
                  <ns1:cubicBezTo>
                    <ns1:pt x="37" y="49"/>
                    <ns1:pt x="37" y="49"/>
                    <ns1:pt x="37" y="49"/>
                  </ns1:cubicBezTo>
                  <ns1:cubicBezTo>
                    <ns1:pt x="38" y="50"/>
                    <ns1:pt x="39" y="52"/>
                    <ns1:pt x="38" y="53"/>
                  </ns1:cubicBezTo>
                  <ns1:cubicBezTo>
                    <ns1:pt x="33" y="65"/>
                    <ns1:pt x="36" y="77"/>
                    <ns1:pt x="44" y="86"/>
                  </ns1:cubicBezTo>
                  <ns1:cubicBezTo>
                    <ns1:pt x="51" y="93"/>
                    <ns1:pt x="61" y="95"/>
                    <ns1:pt x="70" y="94"/>
                  </ns1:cubicBezTo>
                  <ns1:cubicBezTo>
                    <ns1:pt x="57" y="83"/>
                    <ns1:pt x="57" y="83"/>
                    <ns1:pt x="57" y="83"/>
                  </ns1:cubicBezTo>
                  <ns1:cubicBezTo>
                    <ns1:pt x="56" y="82"/>
                    <ns1:pt x="56" y="81"/>
                    <ns1:pt x="56" y="80"/>
                  </ns1:cubicBezTo>
                  <ns1:cubicBezTo>
                    <ns1:pt x="56" y="60"/>
                    <ns1:pt x="56" y="60"/>
                    <ns1:pt x="56" y="60"/>
                  </ns1:cubicBezTo>
                  <ns1:cubicBezTo>
                    <ns1:pt x="56" y="58"/>
                    <ns1:pt x="58" y="56"/>
                    <ns1:pt x="60" y="56"/>
                  </ns1:cubicBezTo>
                  <ns1:cubicBezTo>
                    <ns1:pt x="80" y="56"/>
                    <ns1:pt x="80" y="56"/>
                    <ns1:pt x="80" y="56"/>
                  </ns1:cubicBezTo>
                  <ns1:cubicBezTo>
                    <ns1:pt x="81" y="56"/>
                    <ns1:pt x="82" y="56"/>
                    <ns1:pt x="83" y="57"/>
                  </ns1:cubicBezTo>
                  <ns1:cubicBezTo>
                    <ns1:pt x="94" y="70"/>
                    <ns1:pt x="94" y="70"/>
                    <ns1:pt x="94" y="70"/>
                  </ns1:cubicBezTo>
                  <ns1:cubicBezTo>
                    <ns1:pt x="95" y="61"/>
                    <ns1:pt x="93" y="51"/>
                    <ns1:pt x="86" y="44"/>
                  </ns1:cubicBezTo>
                  <ns1:cubicBezTo>
                    <ns1:pt x="77" y="36"/>
                    <ns1:pt x="65" y="33"/>
                    <ns1:pt x="53" y="38"/>
                  </ns1:cubicBezTo>
                  <ns1:cubicBezTo>
                    <ns1:pt x="52" y="39"/>
                    <ns1:pt x="50" y="38"/>
                    <ns1:pt x="49" y="37"/>
                  </ns1:cubicBezTo>
                  <ns1:cubicBezTo>
                    <ns1:pt x="18" y="6"/>
                    <ns1:pt x="18" y="6"/>
                    <ns1:pt x="18" y="6"/>
                  </ns1:cubicBezTo>
                  <ns1:cubicBezTo>
                    <ns1:pt x="24" y="0"/>
                    <ns1:pt x="24" y="0"/>
                    <ns1:pt x="24" y="0"/>
                  </ns1:cubicBezTo>
                  <ns1:cubicBezTo>
                    <ns1:pt x="53" y="30"/>
                    <ns1:pt x="53" y="30"/>
                    <ns1:pt x="53" y="30"/>
                  </ns1:cubicBezTo>
                  <ns1:cubicBezTo>
                    <ns1:pt x="66" y="25"/>
                    <ns1:pt x="81" y="28"/>
                    <ns1:pt x="91" y="39"/>
                  </ns1:cubicBezTo>
                  <ns1:cubicBezTo>
                    <ns1:pt x="102" y="49"/>
                    <ns1:pt x="105" y="65"/>
                    <ns1:pt x="99" y="79"/>
                  </ns1:cubicBezTo>
                  <ns1:cubicBezTo>
                    <ns1:pt x="99" y="81"/>
                    <ns1:pt x="98" y="82"/>
                    <ns1:pt x="96" y="82"/>
                  </ns1:cubicBezTo>
                  <ns1:cubicBezTo>
                    <ns1:pt x="95" y="82"/>
                    <ns1:pt x="94" y="82"/>
                    <ns1:pt x="93" y="81"/>
                  </ns1:cubicBezTo>
                  <ns1:cubicBezTo>
                    <ns1:pt x="78" y="64"/>
                    <ns1:pt x="78" y="64"/>
                    <ns1:pt x="78" y="64"/>
                  </ns1:cubicBezTo>
                  <ns1:cubicBezTo>
                    <ns1:pt x="64" y="64"/>
                    <ns1:pt x="64" y="64"/>
                    <ns1:pt x="64" y="64"/>
                  </ns1:cubicBezTo>
                  <ns1:cubicBezTo>
                    <ns1:pt x="64" y="78"/>
                    <ns1:pt x="64" y="78"/>
                    <ns1:pt x="64" y="78"/>
                  </ns1:cubicBezTo>
                  <ns1:cubicBezTo>
                    <ns1:pt x="81" y="93"/>
                    <ns1:pt x="81" y="93"/>
                    <ns1:pt x="81" y="93"/>
                  </ns1:cubicBezTo>
                  <ns1:cubicBezTo>
                    <ns1:pt x="82" y="94"/>
                    <ns1:pt x="82" y="95"/>
                    <ns1:pt x="82" y="96"/>
                  </ns1:cubicBezTo>
                  <ns1:cubicBezTo>
                    <ns1:pt x="82" y="98"/>
                    <ns1:pt x="81" y="99"/>
                    <ns1:pt x="80" y="99"/>
                  </ns1:cubicBezTo>
                  <ns1:cubicBezTo>
                    <ns1:pt x="75" y="101"/>
                    <ns1:pt x="70" y="102"/>
                    <ns1:pt x="65" y="102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</ns0:grpSp>
      <ns0:grpSp>
        <ns0:nvGrpSpPr>
          <ns0:cNvPr id="263" name="Group 262"/>
          <ns0:cNvGrpSpPr/>
          <ns0:nvPr/>
        </ns0:nvGrpSpPr>
        <ns0:grpSpPr>
          <ns1:xfrm>
            <ns1:off x="350171" y="5397678"/>
            <ns1:ext cx="435835" cy="305837"/>
            <ns1:chOff x="5730876" y="4662488"/>
            <ns1:chExt cx="1931988" cy="1355725"/>
          </ns1:xfrm>
          <ns1:solidFill>
            <ns1:schemeClr val="tx1"/>
          </ns1:solidFill>
        </ns0:grpSpPr>
        <ns0:sp>
          <ns0:nvSpPr>
            <ns0:cNvPr id="264" name="Freeform 9"/>
            <ns0:cNvSpPr>
              <ns1:spLocks noEditPoints="1"/>
            </ns0:cNvSpPr>
            <ns0:nvPr/>
          </ns0:nvSpPr>
          <ns0:spPr bwMode="auto">
            <ns1:xfrm>
              <ns1:off x="5730876" y="4662488"/>
              <ns1:ext cx="1931988" cy="1355725"/>
            </ns1:xfrm>
            <ns1:custGeom>
              <ns1:avLst/>
              <ns1:gdLst>
                <ns1:gd name="T0" fmla="*/ 1712 w 1759"/>
                <ns1:gd name="T1" fmla="*/ 863 h 1235"/>
                <ns1:gd name="T2" fmla="*/ 1593 w 1759"/>
                <ns1:gd name="T3" fmla="*/ 409 h 1235"/>
                <ns1:gd name="T4" fmla="*/ 1477 w 1759"/>
                <ns1:gd name="T5" fmla="*/ 206 h 1235"/>
                <ns1:gd name="T6" fmla="*/ 1408 w 1759"/>
                <ns1:gd name="T7" fmla="*/ 175 h 1235"/>
                <ns1:gd name="T8" fmla="*/ 969 w 1759"/>
                <ns1:gd name="T9" fmla="*/ 174 h 1235"/>
                <ns1:gd name="T10" fmla="*/ 957 w 1759"/>
                <ns1:gd name="T11" fmla="*/ 61 h 1235"/>
                <ns1:gd name="T12" fmla="*/ 62 w 1759"/>
                <ns1:gd name="T13" fmla="*/ 0 h 1235"/>
                <ns1:gd name="T14" fmla="*/ 1 w 1759"/>
                <ns1:gd name="T15" fmla="*/ 643 h 1235"/>
                <ns1:gd name="T16" fmla="*/ 93 w 1759"/>
                <ns1:gd name="T17" fmla="*/ 1043 h 1235"/>
                <ns1:gd name="T18" fmla="*/ 423 w 1759"/>
                <ns1:gd name="T19" fmla="*/ 1235 h 1235"/>
                <ns1:gd name="T20" fmla="*/ 1085 w 1759"/>
                <ns1:gd name="T21" fmla="*/ 1043 h 1235"/>
                <ns1:gd name="T22" fmla="*/ 1544 w 1759"/>
                <ns1:gd name="T23" fmla="*/ 1043 h 1235"/>
                <ns1:gd name="T24" fmla="*/ 1759 w 1759"/>
                <ns1:gd name="T25" fmla="*/ 1033 h 1235"/>
                <ns1:gd name="T26" fmla="*/ 1749 w 1759"/>
                <ns1:gd name="T27" fmla="*/ 863 h 1235"/>
                <ns1:gd name="T28" fmla="*/ 1629 w 1759"/>
                <ns1:gd name="T29" fmla="*/ 642 h 1235"/>
                <ns1:gd name="T30" fmla="*/ 1300 w 1759"/>
                <ns1:gd name="T31" fmla="*/ 256 h 1235"/>
                <ns1:gd name="T32" fmla="*/ 1413 w 1759"/>
                <ns1:gd name="T33" fmla="*/ 257 h 1235"/>
                <ns1:gd name="T34" fmla="*/ 969 w 1759"/>
                <ns1:gd name="T35" fmla="*/ 255 h 1235"/>
                <ns1:gd name="T36" fmla="*/ 1259 w 1759"/>
                <ns1:gd name="T37" fmla="*/ 642 h 1235"/>
                <ns1:gd name="T38" fmla="*/ 958 w 1759"/>
                <ns1:gd name="T39" fmla="*/ 266 h 1235"/>
                <ns1:gd name="T40" fmla="*/ 876 w 1759"/>
                <ns1:gd name="T41" fmla="*/ 81 h 1235"/>
                <ns1:gd name="T42" fmla="*/ 163 w 1759"/>
                <ns1:gd name="T43" fmla="*/ 604 h 1235"/>
                <ns1:gd name="T44" fmla="*/ 81 w 1759"/>
                <ns1:gd name="T45" fmla="*/ 81 h 1235"/>
                <ns1:gd name="T46" fmla="*/ 423 w 1759"/>
                <ns1:gd name="T47" fmla="*/ 1160 h 1235"/>
                <ns1:gd name="T48" fmla="*/ 423 w 1759"/>
                <ns1:gd name="T49" fmla="*/ 844 h 1235"/>
                <ns1:gd name="T50" fmla="*/ 423 w 1759"/>
                <ns1:gd name="T51" fmla="*/ 1160 h 1235"/>
                <ns1:gd name="T52" fmla="*/ 192 w 1759"/>
                <ns1:gd name="T53" fmla="*/ 962 h 1235"/>
                <ns1:gd name="T54" fmla="*/ 82 w 1759"/>
                <ns1:gd name="T55" fmla="*/ 951 h 1235"/>
                <ns1:gd name="T56" fmla="*/ 957 w 1759"/>
                <ns1:gd name="T57" fmla="*/ 684 h 1235"/>
                <ns1:gd name="T58" fmla="*/ 958 w 1759"/>
                <ns1:gd name="T59" fmla="*/ 682 h 1235"/>
                <ns1:gd name="T60" fmla="*/ 1631 w 1759"/>
                <ns1:gd name="T61" fmla="*/ 863 h 1235"/>
                <ns1:gd name="T62" fmla="*/ 1584 w 1759"/>
                <ns1:gd name="T63" fmla="*/ 873 h 1235"/>
                <ns1:gd name="T64" fmla="*/ 1547 w 1759"/>
                <ns1:gd name="T65" fmla="*/ 962 h 1235"/>
                <ns1:gd name="T66" fmla="*/ 1082 w 1759"/>
                <ns1:gd name="T67" fmla="*/ 962 h 1235"/>
                <ns1:gd name="T68" fmla="*/ 425 w 1759"/>
                <ns1:gd name="T69" fmla="*/ 766 h 1235"/>
                <ns1:gd name="T70" fmla="*/ 1156 w 1759"/>
                <ns1:gd name="T71" fmla="*/ 1002 h 1235"/>
                <ns1:gd name="T72" fmla="*/ 1473 w 1759"/>
                <ns1:gd name="T73" fmla="*/ 1002 h 1235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  <ns1:cxn ang="0">
                  <ns1:pos x="T30" y="T31"/>
                </ns1:cxn>
                <ns1:cxn ang="0">
                  <ns1:pos x="T32" y="T33"/>
                </ns1:cxn>
                <ns1:cxn ang="0">
                  <ns1:pos x="T34" y="T35"/>
                </ns1:cxn>
                <ns1:cxn ang="0">
                  <ns1:pos x="T36" y="T37"/>
                </ns1:cxn>
                <ns1:cxn ang="0">
                  <ns1:pos x="T38" y="T39"/>
                </ns1:cxn>
                <ns1:cxn ang="0">
                  <ns1:pos x="T40" y="T41"/>
                </ns1:cxn>
                <ns1:cxn ang="0">
                  <ns1:pos x="T42" y="T43"/>
                </ns1:cxn>
                <ns1:cxn ang="0">
                  <ns1:pos x="T44" y="T45"/>
                </ns1:cxn>
                <ns1:cxn ang="0">
                  <ns1:pos x="T46" y="T47"/>
                </ns1:cxn>
                <ns1:cxn ang="0">
                  <ns1:pos x="T48" y="T49"/>
                </ns1:cxn>
                <ns1:cxn ang="0">
                  <ns1:pos x="T50" y="T51"/>
                </ns1:cxn>
                <ns1:cxn ang="0">
                  <ns1:pos x="T52" y="T53"/>
                </ns1:cxn>
                <ns1:cxn ang="0">
                  <ns1:pos x="T54" y="T55"/>
                </ns1:cxn>
                <ns1:cxn ang="0">
                  <ns1:pos x="T56" y="T57"/>
                </ns1:cxn>
                <ns1:cxn ang="0">
                  <ns1:pos x="T58" y="T59"/>
                </ns1:cxn>
                <ns1:cxn ang="0">
                  <ns1:pos x="T60" y="T61"/>
                </ns1:cxn>
                <ns1:cxn ang="0">
                  <ns1:pos x="T62" y="T63"/>
                </ns1:cxn>
                <ns1:cxn ang="0">
                  <ns1:pos x="T64" y="T65"/>
                </ns1:cxn>
                <ns1:cxn ang="0">
                  <ns1:pos x="T66" y="T67"/>
                </ns1:cxn>
                <ns1:cxn ang="0">
                  <ns1:pos x="T68" y="T69"/>
                </ns1:cxn>
                <ns1:cxn ang="0">
                  <ns1:pos x="T70" y="T71"/>
                </ns1:cxn>
                <ns1:cxn ang="0">
                  <ns1:pos x="T72" y="T73"/>
                </ns1:cxn>
              </ns1:cxnLst>
              <ns1:rect l="0" t="0" r="r" b="b"/>
              <ns1:pathLst>
                <ns1:path w="1759" h="1235">
                  <ns1:moveTo>
                    <ns1:pt x="1749" y="863"/>
                  </ns1:moveTo>
                  <ns1:cubicBezTo>
                    <ns1:pt x="1712" y="863"/>
                    <ns1:pt x="1712" y="863"/>
                    <ns1:pt x="1712" y="863"/>
                  </ns1:cubicBezTo>
                  <ns1:cubicBezTo>
                    <ns1:pt x="1712" y="638"/>
                    <ns1:pt x="1712" y="638"/>
                    <ns1:pt x="1712" y="638"/>
                  </ns1:cubicBezTo>
                  <ns1:cubicBezTo>
                    <ns1:pt x="1712" y="625"/>
                    <ns1:pt x="1712" y="619"/>
                    <ns1:pt x="1593" y="409"/>
                  </ns1:cubicBezTo>
                  <ns1:cubicBezTo>
                    <ns1:pt x="1537" y="310"/>
                    <ns1:pt x="1480" y="211"/>
                    <ns1:pt x="1479" y="210"/>
                  </ns1:cubicBezTo>
                  <ns1:cubicBezTo>
                    <ns1:pt x="1477" y="206"/>
                    <ns1:pt x="1477" y="206"/>
                    <ns1:pt x="1477" y="206"/>
                  </ns1:cubicBezTo>
                  <ns1:cubicBezTo>
                    <ns1:pt x="1473" y="202"/>
                    <ns1:pt x="1473" y="202"/>
                    <ns1:pt x="1473" y="202"/>
                  </ns1:cubicBezTo>
                  <ns1:cubicBezTo>
                    <ns1:pt x="1455" y="185"/>
                    <ns1:pt x="1432" y="175"/>
                    <ns1:pt x="1408" y="175"/>
                  </ns1:cubicBezTo>
                  <ns1:cubicBezTo>
                    <ns1:pt x="969" y="174"/>
                    <ns1:pt x="969" y="174"/>
                    <ns1:pt x="969" y="174"/>
                  </ns1:cubicBezTo>
                  <ns1:cubicBezTo>
                    <ns1:pt x="969" y="174"/>
                    <ns1:pt x="969" y="174"/>
                    <ns1:pt x="969" y="174"/>
                  </ns1:cubicBezTo>
                  <ns1:cubicBezTo>
                    <ns1:pt x="965" y="174"/>
                    <ns1:pt x="961" y="174"/>
                    <ns1:pt x="957" y="175"/>
                  </ns1:cubicBezTo>
                  <ns1:cubicBezTo>
                    <ns1:pt x="957" y="61"/>
                    <ns1:pt x="957" y="61"/>
                    <ns1:pt x="957" y="61"/>
                  </ns1:cubicBezTo>
                  <ns1:cubicBezTo>
                    <ns1:pt x="957" y="28"/>
                    <ns1:pt x="930" y="0"/>
                    <ns1:pt x="896" y="0"/>
                  </ns1:cubicBezTo>
                  <ns1:cubicBezTo>
                    <ns1:pt x="62" y="0"/>
                    <ns1:pt x="62" y="0"/>
                    <ns1:pt x="62" y="0"/>
                  </ns1:cubicBezTo>
                  <ns1:cubicBezTo>
                    <ns1:pt x="28" y="0"/>
                    <ns1:pt x="0" y="28"/>
                    <ns1:pt x="0" y="61"/>
                  </ns1:cubicBezTo>
                  <ns1:cubicBezTo>
                    <ns1:pt x="1" y="643"/>
                    <ns1:pt x="1" y="643"/>
                    <ns1:pt x="1" y="643"/>
                  </ns1:cubicBezTo>
                  <ns1:cubicBezTo>
                    <ns1:pt x="1" y="951"/>
                    <ns1:pt x="1" y="951"/>
                    <ns1:pt x="1" y="951"/>
                  </ns1:cubicBezTo>
                  <ns1:cubicBezTo>
                    <ns1:pt x="1" y="1001"/>
                    <ns1:pt x="42" y="1043"/>
                    <ns1:pt x="93" y="1043"/>
                  </ns1:cubicBezTo>
                  <ns1:cubicBezTo>
                    <ns1:pt x="193" y="1043"/>
                    <ns1:pt x="193" y="1043"/>
                    <ns1:pt x="193" y="1043"/>
                  </ns1:cubicBezTo>
                  <ns1:cubicBezTo>
                    <ns1:pt x="213" y="1152"/>
                    <ns1:pt x="308" y="1235"/>
                    <ns1:pt x="423" y="1235"/>
                  </ns1:cubicBezTo>
                  <ns1:cubicBezTo>
                    <ns1:pt x="538" y="1235"/>
                    <ns1:pt x="634" y="1152"/>
                    <ns1:pt x="653" y="1043"/>
                  </ns1:cubicBezTo>
                  <ns1:cubicBezTo>
                    <ns1:pt x="1085" y="1043"/>
                    <ns1:pt x="1085" y="1043"/>
                    <ns1:pt x="1085" y="1043"/>
                  </ns1:cubicBezTo>
                  <ns1:cubicBezTo>
                    <ns1:pt x="1104" y="1152"/>
                    <ns1:pt x="1200" y="1235"/>
                    <ns1:pt x="1315" y="1235"/>
                  </ns1:cubicBezTo>
                  <ns1:cubicBezTo>
                    <ns1:pt x="1429" y="1235"/>
                    <ns1:pt x="1525" y="1152"/>
                    <ns1:pt x="1544" y="1043"/>
                  </ns1:cubicBezTo>
                  <ns1:cubicBezTo>
                    <ns1:pt x="1701" y="1043"/>
                    <ns1:pt x="1717" y="1042"/>
                    <ns1:pt x="1749" y="1042"/>
                  </ns1:cubicBezTo>
                  <ns1:cubicBezTo>
                    <ns1:pt x="1754" y="1042"/>
                    <ns1:pt x="1759" y="1038"/>
                    <ns1:pt x="1759" y="1033"/>
                  </ns1:cubicBezTo>
                  <ns1:cubicBezTo>
                    <ns1:pt x="1759" y="873"/>
                    <ns1:pt x="1759" y="873"/>
                    <ns1:pt x="1759" y="873"/>
                  </ns1:cubicBezTo>
                  <ns1:cubicBezTo>
                    <ns1:pt x="1759" y="868"/>
                    <ns1:pt x="1754" y="863"/>
                    <ns1:pt x="1749" y="863"/>
                  </ns1:cubicBezTo>
                  <ns1:close/>
                  <ns1:moveTo>
                    <ns1:pt x="1413" y="257"/>
                  </ns1:moveTo>
                  <ns1:cubicBezTo>
                    <ns1:pt x="1488" y="388"/>
                    <ns1:pt x="1605" y="593"/>
                    <ns1:pt x="1629" y="642"/>
                  </ns1:cubicBezTo>
                  <ns1:cubicBezTo>
                    <ns1:pt x="1300" y="642"/>
                    <ns1:pt x="1300" y="642"/>
                    <ns1:pt x="1300" y="642"/>
                  </ns1:cubicBezTo>
                  <ns1:cubicBezTo>
                    <ns1:pt x="1300" y="256"/>
                    <ns1:pt x="1300" y="256"/>
                    <ns1:pt x="1300" y="256"/>
                  </ns1:cubicBezTo>
                  <ns1:cubicBezTo>
                    <ns1:pt x="1408" y="256"/>
                    <ns1:pt x="1408" y="256"/>
                    <ns1:pt x="1408" y="256"/>
                  </ns1:cubicBezTo>
                  <ns1:cubicBezTo>
                    <ns1:pt x="1410" y="256"/>
                    <ns1:pt x="1411" y="256"/>
                    <ns1:pt x="1413" y="257"/>
                  </ns1:cubicBezTo>
                  <ns1:close/>
                  <ns1:moveTo>
                    <ns1:pt x="961" y="258"/>
                  </ns1:moveTo>
                  <ns1:cubicBezTo>
                    <ns1:pt x="963" y="256"/>
                    <ns1:pt x="966" y="255"/>
                    <ns1:pt x="969" y="255"/>
                  </ns1:cubicBezTo>
                  <ns1:cubicBezTo>
                    <ns1:pt x="1259" y="256"/>
                    <ns1:pt x="1259" y="256"/>
                    <ns1:pt x="1259" y="256"/>
                  </ns1:cubicBezTo>
                  <ns1:cubicBezTo>
                    <ns1:pt x="1259" y="642"/>
                    <ns1:pt x="1259" y="642"/>
                    <ns1:pt x="1259" y="642"/>
                  </ns1:cubicBezTo>
                  <ns1:cubicBezTo>
                    <ns1:pt x="958" y="642"/>
                    <ns1:pt x="958" y="642"/>
                    <ns1:pt x="958" y="642"/>
                  </ns1:cubicBezTo>
                  <ns1:cubicBezTo>
                    <ns1:pt x="958" y="266"/>
                    <ns1:pt x="958" y="266"/>
                    <ns1:pt x="958" y="266"/>
                  </ns1:cubicBezTo>
                  <ns1:cubicBezTo>
                    <ns1:pt x="958" y="263"/>
                    <ns1:pt x="959" y="260"/>
                    <ns1:pt x="961" y="258"/>
                  </ns1:cubicBezTo>
                  <ns1:close/>
                  <ns1:moveTo>
                    <ns1:pt x="876" y="81"/>
                  </ns1:moveTo>
                  <ns1:cubicBezTo>
                    <ns1:pt x="876" y="604"/>
                    <ns1:pt x="876" y="604"/>
                    <ns1:pt x="876" y="604"/>
                  </ns1:cubicBezTo>
                  <ns1:cubicBezTo>
                    <ns1:pt x="163" y="604"/>
                    <ns1:pt x="163" y="604"/>
                    <ns1:pt x="163" y="604"/>
                  </ns1:cubicBezTo>
                  <ns1:cubicBezTo>
                    <ns1:pt x="82" y="604"/>
                    <ns1:pt x="82" y="604"/>
                    <ns1:pt x="82" y="604"/>
                  </ns1:cubicBezTo>
                  <ns1:cubicBezTo>
                    <ns1:pt x="81" y="81"/>
                    <ns1:pt x="81" y="81"/>
                    <ns1:pt x="81" y="81"/>
                  </ns1:cubicBezTo>
                  <ns1:lnTo>
                    <ns1:pt x="876" y="81"/>
                  </ns1:lnTo>
                  <ns1:close/>
                  <ns1:moveTo>
                    <ns1:pt x="423" y="1160"/>
                  </ns1:moveTo>
                  <ns1:cubicBezTo>
                    <ns1:pt x="336" y="1160"/>
                    <ns1:pt x="265" y="1089"/>
                    <ns1:pt x="265" y="1002"/>
                  </ns1:cubicBezTo>
                  <ns1:cubicBezTo>
                    <ns1:pt x="265" y="915"/>
                    <ns1:pt x="336" y="844"/>
                    <ns1:pt x="423" y="844"/>
                  </ns1:cubicBezTo>
                  <ns1:cubicBezTo>
                    <ns1:pt x="511" y="844"/>
                    <ns1:pt x="582" y="915"/>
                    <ns1:pt x="582" y="1002"/>
                  </ns1:cubicBezTo>
                  <ns1:cubicBezTo>
                    <ns1:pt x="582" y="1089"/>
                    <ns1:pt x="511" y="1160"/>
                    <ns1:pt x="423" y="1160"/>
                  </ns1:cubicBezTo>
                  <ns1:close/>
                  <ns1:moveTo>
                    <ns1:pt x="425" y="766"/>
                  </ns1:moveTo>
                  <ns1:cubicBezTo>
                    <ns1:pt x="308" y="766"/>
                    <ns1:pt x="211" y="851"/>
                    <ns1:pt x="192" y="962"/>
                  </ns1:cubicBezTo>
                  <ns1:cubicBezTo>
                    <ns1:pt x="93" y="962"/>
                    <ns1:pt x="93" y="962"/>
                    <ns1:pt x="93" y="962"/>
                  </ns1:cubicBezTo>
                  <ns1:cubicBezTo>
                    <ns1:pt x="87" y="962"/>
                    <ns1:pt x="82" y="957"/>
                    <ns1:pt x="82" y="951"/>
                  </ns1:cubicBezTo>
                  <ns1:cubicBezTo>
                    <ns1:pt x="82" y="684"/>
                    <ns1:pt x="82" y="684"/>
                    <ns1:pt x="82" y="684"/>
                  </ns1:cubicBezTo>
                  <ns1:cubicBezTo>
                    <ns1:pt x="957" y="684"/>
                    <ns1:pt x="957" y="684"/>
                    <ns1:pt x="957" y="684"/>
                  </ns1:cubicBezTo>
                  <ns1:cubicBezTo>
                    <ns1:pt x="958" y="684"/>
                    <ns1:pt x="958" y="684"/>
                    <ns1:pt x="958" y="684"/>
                  </ns1:cubicBezTo>
                  <ns1:cubicBezTo>
                    <ns1:pt x="958" y="682"/>
                    <ns1:pt x="958" y="682"/>
                    <ns1:pt x="958" y="682"/>
                  </ns1:cubicBezTo>
                  <ns1:cubicBezTo>
                    <ns1:pt x="1631" y="682"/>
                    <ns1:pt x="1631" y="682"/>
                    <ns1:pt x="1631" y="682"/>
                  </ns1:cubicBezTo>
                  <ns1:cubicBezTo>
                    <ns1:pt x="1631" y="863"/>
                    <ns1:pt x="1631" y="863"/>
                    <ns1:pt x="1631" y="863"/>
                  </ns1:cubicBezTo>
                  <ns1:cubicBezTo>
                    <ns1:pt x="1594" y="863"/>
                    <ns1:pt x="1594" y="863"/>
                    <ns1:pt x="1594" y="863"/>
                  </ns1:cubicBezTo>
                  <ns1:cubicBezTo>
                    <ns1:pt x="1589" y="863"/>
                    <ns1:pt x="1584" y="868"/>
                    <ns1:pt x="1584" y="873"/>
                  </ns1:cubicBezTo>
                  <ns1:cubicBezTo>
                    <ns1:pt x="1584" y="962"/>
                    <ns1:pt x="1584" y="962"/>
                    <ns1:pt x="1584" y="962"/>
                  </ns1:cubicBezTo>
                  <ns1:cubicBezTo>
                    <ns1:pt x="1547" y="962"/>
                    <ns1:pt x="1547" y="962"/>
                    <ns1:pt x="1547" y="962"/>
                  </ns1:cubicBezTo>
                  <ns1:cubicBezTo>
                    <ns1:pt x="1528" y="851"/>
                    <ns1:pt x="1431" y="766"/>
                    <ns1:pt x="1315" y="766"/>
                  </ns1:cubicBezTo>
                  <ns1:cubicBezTo>
                    <ns1:pt x="1198" y="766"/>
                    <ns1:pt x="1101" y="851"/>
                    <ns1:pt x="1082" y="962"/>
                  </ns1:cubicBezTo>
                  <ns1:cubicBezTo>
                    <ns1:pt x="658" y="962"/>
                    <ns1:pt x="658" y="962"/>
                    <ns1:pt x="658" y="962"/>
                  </ns1:cubicBezTo>
                  <ns1:cubicBezTo>
                    <ns1:pt x="638" y="851"/>
                    <ns1:pt x="541" y="766"/>
                    <ns1:pt x="425" y="766"/>
                  </ns1:cubicBezTo>
                  <ns1:close/>
                  <ns1:moveTo>
                    <ns1:pt x="1315" y="1160"/>
                  </ns1:moveTo>
                  <ns1:cubicBezTo>
                    <ns1:pt x="1227" y="1160"/>
                    <ns1:pt x="1156" y="1089"/>
                    <ns1:pt x="1156" y="1002"/>
                  </ns1:cubicBezTo>
                  <ns1:cubicBezTo>
                    <ns1:pt x="1156" y="915"/>
                    <ns1:pt x="1227" y="844"/>
                    <ns1:pt x="1315" y="844"/>
                  </ns1:cubicBezTo>
                  <ns1:cubicBezTo>
                    <ns1:pt x="1402" y="844"/>
                    <ns1:pt x="1473" y="915"/>
                    <ns1:pt x="1473" y="1002"/>
                  </ns1:cubicBezTo>
                  <ns1:cubicBezTo>
                    <ns1:pt x="1473" y="1089"/>
                    <ns1:pt x="1402" y="1160"/>
                    <ns1:pt x="1315" y="1160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265" name="Oval 10"/>
            <ns0:cNvSpPr>
              <ns1:spLocks noChangeArrowheads="1"/>
            </ns0:cNvSpPr>
            <ns0:nvPr/>
          </ns0:nvSpPr>
          <ns0:spPr bwMode="auto">
            <ns1:xfrm>
              <ns1:off x="7070726" y="5662613"/>
              <ns1:ext cx="207963" cy="206375"/>
            </ns1:xfrm>
            <ns1:prstGeom prst="ellipse">
              <ns1:avLst/>
            </ns1:pr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266" name="Oval 11"/>
            <ns0:cNvSpPr>
              <ns1:spLocks noChangeArrowheads="1"/>
            </ns0:cNvSpPr>
            <ns0:nvPr/>
          </ns0:nvSpPr>
          <ns0:spPr bwMode="auto">
            <ns1:xfrm>
              <ns1:off x="6092826" y="5662613"/>
              <ns1:ext cx="206375" cy="206375"/>
            </ns1:xfrm>
            <ns1:prstGeom prst="ellipse">
              <ns1:avLst/>
            </ns1:pr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</ns0:grpSp>
      <ns0:sp>
        <ns0:nvSpPr>
          <ns0:cNvPr id="267" name="Freeform 12"/>
          <ns0:cNvSpPr>
            <ns1:spLocks noEditPoints="1"/>
          </ns0:cNvSpPr>
          <ns0:nvPr/>
        </ns0:nvSpPr>
        <ns0:spPr bwMode="auto">
          <ns1:xfrm>
            <ns1:off x="1260674" y="5356615"/>
            <ns1:ext cx="396706" cy="387963"/>
          </ns1:xfrm>
          <ns1:custGeom>
            <ns1:avLst/>
            <ns1:gdLst>
              <ns1:gd name="T0" fmla="*/ 2384 w 2506"/>
              <ns1:gd name="T1" fmla="*/ 122 h 2453"/>
              <ns1:gd name="T2" fmla="*/ 2190 w 2506"/>
              <ns1:gd name="T3" fmla="*/ 0 h 2453"/>
              <ns1:gd name="T4" fmla="*/ 1389 w 2506"/>
              <ns1:gd name="T5" fmla="*/ 432 h 2453"/>
              <ns1:gd name="T6" fmla="*/ 1145 w 2506"/>
              <ns1:gd name="T7" fmla="*/ 382 h 2453"/>
              <ns1:gd name="T8" fmla="*/ 220 w 2506"/>
              <ns1:gd name="T9" fmla="*/ 477 h 2453"/>
              <ns1:gd name="T10" fmla="*/ 0 w 2506"/>
              <ns1:gd name="T11" fmla="*/ 819 h 2453"/>
              <ns1:gd name="T12" fmla="*/ 104 w 2506"/>
              <ns1:gd name="T13" fmla="*/ 1388 h 2453"/>
              <ns1:gd name="T14" fmla="*/ 434 w 2506"/>
              <ns1:gd name="T15" fmla="*/ 1654 h 2453"/>
              <ns1:gd name="T16" fmla="*/ 833 w 2506"/>
              <ns1:gd name="T17" fmla="*/ 2453 h 2453"/>
              <ns1:gd name="T18" fmla="*/ 1168 w 2506"/>
              <ns1:gd name="T19" fmla="*/ 2358 h 2453"/>
              <ns1:gd name="T20" fmla="*/ 1305 w 2506"/>
              <ns1:gd name="T21" fmla="*/ 2109 h 2453"/>
              <ns1:gd name="T22" fmla="*/ 1274 w 2506"/>
              <ns1:gd name="T23" fmla="*/ 1904 h 2453"/>
              <ns1:gd name="T24" fmla="*/ 1312 w 2506"/>
              <ns1:gd name="T25" fmla="*/ 1739 h 2453"/>
              <ns1:gd name="T26" fmla="*/ 1237 w 2506"/>
              <ns1:gd name="T27" fmla="*/ 1618 h 2453"/>
              <ns1:gd name="T28" fmla="*/ 1389 w 2506"/>
              <ns1:gd name="T29" fmla="*/ 1606 h 2453"/>
              <ns1:gd name="T30" fmla="*/ 2190 w 2506"/>
              <ns1:gd name="T31" fmla="*/ 2051 h 2453"/>
              <ns1:gd name="T32" fmla="*/ 2384 w 2506"/>
              <ns1:gd name="T33" fmla="*/ 1928 h 2453"/>
              <ns1:gd name="T34" fmla="*/ 2506 w 2506"/>
              <ns1:gd name="T35" fmla="*/ 1017 h 2453"/>
              <ns1:gd name="T36" fmla="*/ 833 w 2506"/>
              <ns1:gd name="T37" fmla="*/ 2318 h 2453"/>
              <ns1:gd name="T38" fmla="*/ 556 w 2506"/>
              <ns1:gd name="T39" fmla="*/ 1592 h 2453"/>
              <ns1:gd name="T40" fmla="*/ 1176 w 2506"/>
              <ns1:gd name="T41" fmla="*/ 2149 h 2453"/>
              <ns1:gd name="T42" fmla="*/ 1128 w 2506"/>
              <ns1:gd name="T43" fmla="*/ 2229 h 2453"/>
              <ns1:gd name="T44" fmla="*/ 833 w 2506"/>
              <ns1:gd name="T45" fmla="*/ 2318 h 2453"/>
              <ns1:gd name="T46" fmla="*/ 136 w 2506"/>
              <ns1:gd name="T47" fmla="*/ 819 h 2453"/>
              <ns1:gd name="T48" fmla="*/ 147 w 2506"/>
              <ns1:gd name="T49" fmla="*/ 1253 h 2453"/>
              <ns1:gd name="T50" fmla="*/ 219 w 2506"/>
              <ns1:gd name="T51" fmla="*/ 1264 h 2453"/>
              <ns1:gd name="T52" fmla="*/ 476 w 2506"/>
              <ns1:gd name="T53" fmla="*/ 517 h 2453"/>
              <ns1:gd name="T54" fmla="*/ 1140 w 2506"/>
              <ns1:gd name="T55" fmla="*/ 1521 h 2453"/>
              <ns1:gd name="T56" fmla="*/ 476 w 2506"/>
              <ns1:gd name="T57" fmla="*/ 1521 h 2453"/>
              <ns1:gd name="T58" fmla="*/ 1090 w 2506"/>
              <ns1:gd name="T59" fmla="*/ 1638 h 2453"/>
              <ns1:gd name="T60" fmla="*/ 1148 w 2506"/>
              <ns1:gd name="T61" fmla="*/ 1823 h 2453"/>
              <ns1:gd name="T62" fmla="*/ 1212 w 2506"/>
              <ns1:gd name="T63" fmla="*/ 567 h 2453"/>
              <ns1:gd name="T64" fmla="*/ 2132 w 2506"/>
              <ns1:gd name="T65" fmla="*/ 201 h 2453"/>
              <ns1:gd name="T66" fmla="*/ 1421 w 2506"/>
              <ns1:gd name="T67" fmla="*/ 1471 h 2453"/>
              <ns1:gd name="T68" fmla="*/ 1212 w 2506"/>
              <ns1:gd name="T69" fmla="*/ 567 h 2453"/>
              <ns1:gd name="T70" fmla="*/ 2248 w 2506"/>
              <ns1:gd name="T71" fmla="*/ 135 h 2453"/>
              <ns1:gd name="T72" fmla="*/ 2203 w 2506"/>
              <ns1:gd name="T73" fmla="*/ 1915 h 2453"/>
              <ns1:gd name="T74" fmla="*/ 2319 w 2506"/>
              <ns1:gd name="T75" fmla="*/ 1169 h 2453"/>
              <ns1:gd name="T76" fmla="*/ 2371 w 2506"/>
              <ns1:gd name="T77" fmla="*/ 1017 h 2453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  <ns1:cxn ang="0">
                <ns1:pos x="T32" y="T33"/>
              </ns1:cxn>
              <ns1:cxn ang="0">
                <ns1:pos x="T34" y="T35"/>
              </ns1:cxn>
              <ns1:cxn ang="0">
                <ns1:pos x="T36" y="T37"/>
              </ns1:cxn>
              <ns1:cxn ang="0">
                <ns1:pos x="T38" y="T39"/>
              </ns1:cxn>
              <ns1:cxn ang="0">
                <ns1:pos x="T40" y="T41"/>
              </ns1:cxn>
              <ns1:cxn ang="0">
                <ns1:pos x="T42" y="T43"/>
              </ns1:cxn>
              <ns1:cxn ang="0">
                <ns1:pos x="T44" y="T45"/>
              </ns1:cxn>
              <ns1:cxn ang="0">
                <ns1:pos x="T46" y="T47"/>
              </ns1:cxn>
              <ns1:cxn ang="0">
                <ns1:pos x="T48" y="T49"/>
              </ns1:cxn>
              <ns1:cxn ang="0">
                <ns1:pos x="T50" y="T51"/>
              </ns1:cxn>
              <ns1:cxn ang="0">
                <ns1:pos x="T52" y="T53"/>
              </ns1:cxn>
              <ns1:cxn ang="0">
                <ns1:pos x="T54" y="T55"/>
              </ns1:cxn>
              <ns1:cxn ang="0">
                <ns1:pos x="T56" y="T57"/>
              </ns1:cxn>
              <ns1:cxn ang="0">
                <ns1:pos x="T58" y="T59"/>
              </ns1:cxn>
              <ns1:cxn ang="0">
                <ns1:pos x="T60" y="T61"/>
              </ns1:cxn>
              <ns1:cxn ang="0">
                <ns1:pos x="T62" y="T63"/>
              </ns1:cxn>
              <ns1:cxn ang="0">
                <ns1:pos x="T64" y="T65"/>
              </ns1:cxn>
              <ns1:cxn ang="0">
                <ns1:pos x="T66" y="T67"/>
              </ns1:cxn>
              <ns1:cxn ang="0">
                <ns1:pos x="T68" y="T69"/>
              </ns1:cxn>
              <ns1:cxn ang="0">
                <ns1:pos x="T70" y="T71"/>
              </ns1:cxn>
              <ns1:cxn ang="0">
                <ns1:pos x="T72" y="T73"/>
              </ns1:cxn>
              <ns1:cxn ang="0">
                <ns1:pos x="T74" y="T75"/>
              </ns1:cxn>
              <ns1:cxn ang="0">
                <ns1:pos x="T76" y="T77"/>
              </ns1:cxn>
            </ns1:cxnLst>
            <ns1:rect l="0" t="0" r="r" b="b"/>
            <ns1:pathLst>
              <ns1:path w="2506" h="2453">
                <ns1:moveTo>
                  <ns1:pt x="2384" y="735"/>
                </ns1:moveTo>
                <ns1:cubicBezTo>
                  <ns1:pt x="2384" y="122"/>
                  <ns1:pt x="2384" y="122"/>
                  <ns1:pt x="2384" y="122"/>
                </ns1:cubicBezTo>
                <ns1:cubicBezTo>
                  <ns1:pt x="2384" y="54"/>
                  <ns1:pt x="2329" y="0"/>
                  <ns1:pt x="2261" y="0"/>
                </ns1:cubicBezTo>
                <ns1:cubicBezTo>
                  <ns1:pt x="2190" y="0"/>
                  <ns1:pt x="2190" y="0"/>
                  <ns1:pt x="2190" y="0"/>
                </ns1:cubicBezTo>
                <ns1:cubicBezTo>
                  <ns1:pt x="2138" y="0"/>
                  <ns1:pt x="2094" y="32"/>
                  <ns1:pt x="2076" y="78"/>
                </ns1:cubicBezTo>
                <ns1:cubicBezTo>
                  <ns1:pt x="1389" y="432"/>
                  <ns1:pt x="1389" y="432"/>
                  <ns1:pt x="1389" y="432"/>
                </ns1:cubicBezTo>
                <ns1:cubicBezTo>
                  <ns1:pt x="1248" y="432"/>
                  <ns1:pt x="1248" y="432"/>
                  <ns1:pt x="1248" y="432"/>
                </ns1:cubicBezTo>
                <ns1:cubicBezTo>
                  <ns1:pt x="1224" y="401"/>
                  <ns1:pt x="1186" y="382"/>
                  <ns1:pt x="1145" y="382"/>
                </ns1:cubicBezTo>
                <ns1:cubicBezTo>
                  <ns1:pt x="476" y="382"/>
                  <ns1:pt x="476" y="382"/>
                  <ns1:pt x="476" y="382"/>
                </ns1:cubicBezTo>
                <ns1:cubicBezTo>
                  <ns1:pt x="382" y="382"/>
                  <ns1:pt x="291" y="416"/>
                  <ns1:pt x="220" y="477"/>
                </ns1:cubicBezTo>
                <ns1:cubicBezTo>
                  <ns1:pt x="166" y="523"/>
                  <ns1:pt x="126" y="583"/>
                  <ns1:pt x="104" y="650"/>
                </ns1:cubicBezTo>
                <ns1:cubicBezTo>
                  <ns1:pt x="42" y="682"/>
                  <ns1:pt x="0" y="746"/>
                  <ns1:pt x="0" y="819"/>
                </ns1:cubicBezTo>
                <ns1:cubicBezTo>
                  <ns1:pt x="0" y="1219"/>
                  <ns1:pt x="0" y="1219"/>
                  <ns1:pt x="0" y="1219"/>
                </ns1:cubicBezTo>
                <ns1:cubicBezTo>
                  <ns1:pt x="0" y="1293"/>
                  <ns1:pt x="42" y="1357"/>
                  <ns1:pt x="104" y="1388"/>
                </ns1:cubicBezTo>
                <ns1:cubicBezTo>
                  <ns1:pt x="126" y="1455"/>
                  <ns1:pt x="166" y="1515"/>
                  <ns1:pt x="220" y="1561"/>
                </ns1:cubicBezTo>
                <ns1:cubicBezTo>
                  <ns1:pt x="280" y="1613"/>
                  <ns1:pt x="355" y="1646"/>
                  <ns1:pt x="434" y="1654"/>
                </ns1:cubicBezTo>
                <ns1:cubicBezTo>
                  <ns1:pt x="642" y="2317"/>
                  <ns1:pt x="642" y="2317"/>
                  <ns1:pt x="642" y="2317"/>
                </ns1:cubicBezTo>
                <ns1:cubicBezTo>
                  <ns1:pt x="668" y="2398"/>
                  <ns1:pt x="744" y="2453"/>
                  <ns1:pt x="833" y="2453"/>
                </ns1:cubicBezTo>
                <ns1:cubicBezTo>
                  <ns1:pt x="855" y="2453"/>
                  <ns1:pt x="876" y="2450"/>
                  <ns1:pt x="897" y="2443"/>
                </ns1:cubicBezTo>
                <ns1:cubicBezTo>
                  <ns1:pt x="1168" y="2358"/>
                  <ns1:pt x="1168" y="2358"/>
                  <ns1:pt x="1168" y="2358"/>
                </ns1:cubicBezTo>
                <ns1:cubicBezTo>
                  <ns1:pt x="1219" y="2342"/>
                  <ns1:pt x="1262" y="2308"/>
                  <ns1:pt x="1288" y="2263"/>
                </ns1:cubicBezTo>
                <ns1:cubicBezTo>
                  <ns1:pt x="1315" y="2216"/>
                  <ns1:pt x="1321" y="2160"/>
                  <ns1:pt x="1305" y="2109"/>
                </ns1:cubicBezTo>
                <ns1:cubicBezTo>
                  <ns1:pt x="1246" y="1921"/>
                  <ns1:pt x="1246" y="1921"/>
                  <ns1:pt x="1246" y="1921"/>
                </ns1:cubicBezTo>
                <ns1:cubicBezTo>
                  <ns1:pt x="1274" y="1904"/>
                  <ns1:pt x="1274" y="1904"/>
                  <ns1:pt x="1274" y="1904"/>
                </ns1:cubicBezTo>
                <ns1:cubicBezTo>
                  <ns1:pt x="1330" y="1869"/>
                  <ns1:pt x="1347" y="1795"/>
                  <ns1:pt x="1313" y="1739"/>
                </ns1:cubicBezTo>
                <ns1:cubicBezTo>
                  <ns1:pt x="1312" y="1739"/>
                  <ns1:pt x="1312" y="1739"/>
                  <ns1:pt x="1312" y="1739"/>
                </ns1:cubicBezTo>
                <ns1:cubicBezTo>
                  <ns1:pt x="1312" y="1739"/>
                  <ns1:pt x="1312" y="1739"/>
                  <ns1:pt x="1312" y="1739"/>
                </ns1:cubicBezTo>
                <ns1:cubicBezTo>
                  <ns1:pt x="1237" y="1618"/>
                  <ns1:pt x="1237" y="1618"/>
                  <ns1:pt x="1237" y="1618"/>
                </ns1:cubicBezTo>
                <ns1:cubicBezTo>
                  <ns1:pt x="1241" y="1614"/>
                  <ns1:pt x="1244" y="1611"/>
                  <ns1:pt x="1248" y="1606"/>
                </ns1:cubicBezTo>
                <ns1:cubicBezTo>
                  <ns1:pt x="1389" y="1606"/>
                  <ns1:pt x="1389" y="1606"/>
                  <ns1:pt x="1389" y="1606"/>
                </ns1:cubicBezTo>
                <ns1:cubicBezTo>
                  <ns1:pt x="2072" y="1958"/>
                  <ns1:pt x="2072" y="1958"/>
                  <ns1:pt x="2072" y="1958"/>
                </ns1:cubicBezTo>
                <ns1:cubicBezTo>
                  <ns1:pt x="2085" y="2011"/>
                  <ns1:pt x="2133" y="2051"/>
                  <ns1:pt x="2190" y="2051"/>
                </ns1:cubicBezTo>
                <ns1:cubicBezTo>
                  <ns1:pt x="2261" y="2051"/>
                  <ns1:pt x="2261" y="2051"/>
                  <ns1:pt x="2261" y="2051"/>
                </ns1:cubicBezTo>
                <ns1:cubicBezTo>
                  <ns1:pt x="2329" y="2051"/>
                  <ns1:pt x="2384" y="1996"/>
                  <ns1:pt x="2384" y="1928"/>
                </ns1:cubicBezTo>
                <ns1:cubicBezTo>
                  <ns1:pt x="2384" y="1299"/>
                  <ns1:pt x="2384" y="1299"/>
                  <ns1:pt x="2384" y="1299"/>
                </ns1:cubicBezTo>
                <ns1:cubicBezTo>
                  <ns1:pt x="2461" y="1226"/>
                  <ns1:pt x="2506" y="1124"/>
                  <ns1:pt x="2506" y="1017"/>
                </ns1:cubicBezTo>
                <ns1:cubicBezTo>
                  <ns1:pt x="2506" y="909"/>
                  <ns1:pt x="2461" y="807"/>
                  <ns1:pt x="2384" y="735"/>
                </ns1:cubicBezTo>
                <ns1:close/>
                <ns1:moveTo>
                  <ns1:pt x="833" y="2318"/>
                </ns1:moveTo>
                <ns1:cubicBezTo>
                  <ns1:pt x="804" y="2318"/>
                  <ns1:pt x="779" y="2301"/>
                  <ns1:pt x="771" y="2276"/>
                </ns1:cubicBezTo>
                <ns1:cubicBezTo>
                  <ns1:pt x="556" y="1592"/>
                  <ns1:pt x="556" y="1592"/>
                  <ns1:pt x="556" y="1592"/>
                </ns1:cubicBezTo>
                <ns1:cubicBezTo>
                  <ns1:pt x="1001" y="1592"/>
                  <ns1:pt x="1001" y="1592"/>
                  <ns1:pt x="1001" y="1592"/>
                </ns1:cubicBezTo>
                <ns1:cubicBezTo>
                  <ns1:pt x="1176" y="2149"/>
                  <ns1:pt x="1176" y="2149"/>
                  <ns1:pt x="1176" y="2149"/>
                </ns1:cubicBezTo>
                <ns1:cubicBezTo>
                  <ns1:pt x="1181" y="2164"/>
                  <ns1:pt x="1179" y="2181"/>
                  <ns1:pt x="1170" y="2196"/>
                </ns1:cubicBezTo>
                <ns1:cubicBezTo>
                  <ns1:pt x="1161" y="2212"/>
                  <ns1:pt x="1146" y="2223"/>
                  <ns1:pt x="1128" y="2229"/>
                </ns1:cubicBezTo>
                <ns1:cubicBezTo>
                  <ns1:pt x="856" y="2314"/>
                  <ns1:pt x="856" y="2314"/>
                  <ns1:pt x="856" y="2314"/>
                </ns1:cubicBezTo>
                <ns1:cubicBezTo>
                  <ns1:pt x="849" y="2317"/>
                  <ns1:pt x="841" y="2318"/>
                  <ns1:pt x="833" y="2318"/>
                </ns1:cubicBezTo>
                <ns1:close/>
                <ns1:moveTo>
                  <ns1:pt x="136" y="1219"/>
                </ns1:moveTo>
                <ns1:cubicBezTo>
                  <ns1:pt x="136" y="819"/>
                  <ns1:pt x="136" y="819"/>
                  <ns1:pt x="136" y="819"/>
                </ns1:cubicBezTo>
                <ns1:cubicBezTo>
                  <ns1:pt x="136" y="806"/>
                  <ns1:pt x="140" y="795"/>
                  <ns1:pt x="147" y="785"/>
                </ns1:cubicBezTo>
                <ns1:cubicBezTo>
                  <ns1:pt x="147" y="1253"/>
                  <ns1:pt x="147" y="1253"/>
                  <ns1:pt x="147" y="1253"/>
                </ns1:cubicBezTo>
                <ns1:cubicBezTo>
                  <ns1:pt x="140" y="1244"/>
                  <ns1:pt x="136" y="1232"/>
                  <ns1:pt x="136" y="1219"/>
                </ns1:cubicBezTo>
                <ns1:close/>
                <ns1:moveTo>
                  <ns1:pt x="219" y="1264"/>
                </ns1:moveTo>
                <ns1:cubicBezTo>
                  <ns1:pt x="219" y="774"/>
                  <ns1:pt x="219" y="774"/>
                  <ns1:pt x="219" y="774"/>
                </ns1:cubicBezTo>
                <ns1:cubicBezTo>
                  <ns1:pt x="219" y="632"/>
                  <ns1:pt x="334" y="517"/>
                  <ns1:pt x="476" y="517"/>
                </ns1:cubicBezTo>
                <ns1:cubicBezTo>
                  <ns1:pt x="1140" y="517"/>
                  <ns1:pt x="1140" y="517"/>
                  <ns1:pt x="1140" y="517"/>
                </ns1:cubicBezTo>
                <ns1:cubicBezTo>
                  <ns1:pt x="1140" y="1521"/>
                  <ns1:pt x="1140" y="1521"/>
                  <ns1:pt x="1140" y="1521"/>
                </ns1:cubicBezTo>
                <ns1:cubicBezTo>
                  <ns1:pt x="1054" y="1521"/>
                  <ns1:pt x="1054" y="1521"/>
                  <ns1:pt x="1054" y="1521"/>
                </ns1:cubicBezTo>
                <ns1:cubicBezTo>
                  <ns1:pt x="476" y="1521"/>
                  <ns1:pt x="476" y="1521"/>
                  <ns1:pt x="476" y="1521"/>
                </ns1:cubicBezTo>
                <ns1:cubicBezTo>
                  <ns1:pt x="334" y="1521"/>
                  <ns1:pt x="219" y="1406"/>
                  <ns1:pt x="219" y="1264"/>
                </ns1:cubicBezTo>
                <ns1:close/>
                <ns1:moveTo>
                  <ns1:pt x="1090" y="1638"/>
                </ns1:moveTo>
                <ns1:cubicBezTo>
                  <ns1:pt x="1189" y="1797"/>
                  <ns1:pt x="1189" y="1797"/>
                  <ns1:pt x="1189" y="1797"/>
                </ns1:cubicBezTo>
                <ns1:cubicBezTo>
                  <ns1:pt x="1148" y="1823"/>
                  <ns1:pt x="1148" y="1823"/>
                  <ns1:pt x="1148" y="1823"/>
                </ns1:cubicBezTo>
                <ns1:lnTo>
                  <ns1:pt x="1090" y="1638"/>
                </ns1:lnTo>
                <ns1:close/>
                <ns1:moveTo>
                  <ns1:pt x="1212" y="567"/>
                </ns1:moveTo>
                <ns1:cubicBezTo>
                  <ns1:pt x="1421" y="567"/>
                  <ns1:pt x="1421" y="567"/>
                  <ns1:pt x="1421" y="567"/>
                </ns1:cubicBezTo>
                <ns1:cubicBezTo>
                  <ns1:pt x="2132" y="201"/>
                  <ns1:pt x="2132" y="201"/>
                  <ns1:pt x="2132" y="201"/>
                </ns1:cubicBezTo>
                <ns1:cubicBezTo>
                  <ns1:pt x="2132" y="1837"/>
                  <ns1:pt x="2132" y="1837"/>
                  <ns1:pt x="2132" y="1837"/>
                </ns1:cubicBezTo>
                <ns1:cubicBezTo>
                  <ns1:pt x="1421" y="1471"/>
                  <ns1:pt x="1421" y="1471"/>
                  <ns1:pt x="1421" y="1471"/>
                </ns1:cubicBezTo>
                <ns1:cubicBezTo>
                  <ns1:pt x="1212" y="1471"/>
                  <ns1:pt x="1212" y="1471"/>
                  <ns1:pt x="1212" y="1471"/>
                </ns1:cubicBezTo>
                <ns1:lnTo>
                  <ns1:pt x="1212" y="567"/>
                </ns1:lnTo>
                <ns1:close/>
                <ns1:moveTo>
                  <ns1:pt x="2203" y="135"/>
                </ns1:moveTo>
                <ns1:cubicBezTo>
                  <ns1:pt x="2248" y="135"/>
                  <ns1:pt x="2248" y="135"/>
                  <ns1:pt x="2248" y="135"/>
                </ns1:cubicBezTo>
                <ns1:cubicBezTo>
                  <ns1:pt x="2248" y="1915"/>
                  <ns1:pt x="2248" y="1915"/>
                  <ns1:pt x="2248" y="1915"/>
                </ns1:cubicBezTo>
                <ns1:cubicBezTo>
                  <ns1:pt x="2203" y="1915"/>
                  <ns1:pt x="2203" y="1915"/>
                  <ns1:pt x="2203" y="1915"/>
                </ns1:cubicBezTo>
                <ns1:lnTo>
                  <ns1:pt x="2203" y="135"/>
                </ns1:lnTo>
                <ns1:close/>
                <ns1:moveTo>
                  <ns1:pt x="2319" y="1169"/>
                </ns1:moveTo>
                <ns1:cubicBezTo>
                  <ns1:pt x="2319" y="865"/>
                  <ns1:pt x="2319" y="865"/>
                  <ns1:pt x="2319" y="865"/>
                </ns1:cubicBezTo>
                <ns1:cubicBezTo>
                  <ns1:pt x="2352" y="907"/>
                  <ns1:pt x="2371" y="960"/>
                  <ns1:pt x="2371" y="1017"/>
                </ns1:cubicBezTo>
                <ns1:cubicBezTo>
                  <ns1:pt x="2371" y="1074"/>
                  <ns1:pt x="2352" y="1126"/>
                  <ns1:pt x="2319" y="1169"/>
                </ns1:cubicBezTo>
                <ns1:close/>
              </ns1:path>
            </ns1:pathLst>
          </ns1:custGeom>
          <ns1:solidFill>
            <ns1:schemeClr val="tx1"/>
          </ns1:solidFill>
          <ns1:ln>
            <ns1:noFill/>
          </ns1:ln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id-ID" sz="2700"/>
          </ns1:p>
        </ns0:txBody>
      </ns0:sp>
      <ns0:sp>
        <ns0:nvSpPr>
          <ns0:cNvPr id="268" name="Freeform 81"/>
          <ns0:cNvSpPr>
            <ns1:spLocks/>
          </ns0:cNvSpPr>
          <ns0:nvPr/>
        </ns0:nvSpPr>
        <ns0:spPr bwMode="auto">
          <ns1:xfrm>
            <ns1:off x="2223046" y="5363355"/>
            <ns1:ext cx="385690" cy="374483"/>
          </ns1:xfrm>
          <ns1:custGeom>
            <ns1:avLst/>
            <ns1:gdLst>
              <ns1:gd name="T0" fmla="*/ 94 w 97"/>
              <ns1:gd name="T1" fmla="*/ 16 h 94"/>
              <ns1:gd name="T2" fmla="*/ 81 w 97"/>
              <ns1:gd name="T3" fmla="*/ 27 h 94"/>
              <ns1:gd name="T4" fmla="*/ 73 w 97"/>
              <ns1:gd name="T5" fmla="*/ 12 h 94"/>
              <ns1:gd name="T6" fmla="*/ 82 w 97"/>
              <ns1:gd name="T7" fmla="*/ 2 h 94"/>
              <ns1:gd name="T8" fmla="*/ 77 w 97"/>
              <ns1:gd name="T9" fmla="*/ 2 h 94"/>
              <ns1:gd name="T10" fmla="*/ 64 w 97"/>
              <ns1:gd name="T11" fmla="*/ 5 h 94"/>
              <ns1:gd name="T12" fmla="*/ 61 w 97"/>
              <ns1:gd name="T13" fmla="*/ 14 h 94"/>
              <ns1:gd name="T14" fmla="*/ 63 w 97"/>
              <ns1:gd name="T15" fmla="*/ 27 h 94"/>
              <ns1:gd name="T16" fmla="*/ 52 w 97"/>
              <ns1:gd name="T17" fmla="*/ 42 h 94"/>
              <ns1:gd name="T18" fmla="*/ 43 w 97"/>
              <ns1:gd name="T19" fmla="*/ 39 h 94"/>
              <ns1:gd name="T20" fmla="*/ 35 w 97"/>
              <ns1:gd name="T21" fmla="*/ 33 h 94"/>
              <ns1:gd name="T22" fmla="*/ 34 w 97"/>
              <ns1:gd name="T23" fmla="*/ 31 h 94"/>
              <ns1:gd name="T24" fmla="*/ 33 w 97"/>
              <ns1:gd name="T25" fmla="*/ 27 h 94"/>
              <ns1:gd name="T26" fmla="*/ 31 w 97"/>
              <ns1:gd name="T27" fmla="*/ 23 h 94"/>
              <ns1:gd name="T28" fmla="*/ 47 w 97"/>
              <ns1:gd name="T29" fmla="*/ 17 h 94"/>
              <ns1:gd name="T30" fmla="*/ 45 w 97"/>
              <ns1:gd name="T31" fmla="*/ 12 h 94"/>
              <ns1:gd name="T32" fmla="*/ 44 w 97"/>
              <ns1:gd name="T33" fmla="*/ 10 h 94"/>
              <ns1:gd name="T34" fmla="*/ 11 w 97"/>
              <ns1:gd name="T35" fmla="*/ 23 h 94"/>
              <ns1:gd name="T36" fmla="*/ 11 w 97"/>
              <ns1:gd name="T37" fmla="*/ 24 h 94"/>
              <ns1:gd name="T38" fmla="*/ 9 w 97"/>
              <ns1:gd name="T39" fmla="*/ 33 h 94"/>
              <ns1:gd name="T40" fmla="*/ 0 w 97"/>
              <ns1:gd name="T41" fmla="*/ 38 h 94"/>
              <ns1:gd name="T42" fmla="*/ 17 w 97"/>
              <ns1:gd name="T43" fmla="*/ 41 h 94"/>
              <ns1:gd name="T44" fmla="*/ 16 w 97"/>
              <ns1:gd name="T45" fmla="*/ 36 h 94"/>
              <ns1:gd name="T46" fmla="*/ 24 w 97"/>
              <ns1:gd name="T47" fmla="*/ 37 h 94"/>
              <ns1:gd name="T48" fmla="*/ 27 w 97"/>
              <ns1:gd name="T49" fmla="*/ 39 h 94"/>
              <ns1:gd name="T50" fmla="*/ 29 w 97"/>
              <ns1:gd name="T51" fmla="*/ 39 h 94"/>
              <ns1:gd name="T52" fmla="*/ 36 w 97"/>
              <ns1:gd name="T53" fmla="*/ 49 h 94"/>
              <ns1:gd name="T54" fmla="*/ 15 w 97"/>
              <ns1:gd name="T55" fmla="*/ 84 h 94"/>
              <ns1:gd name="T56" fmla="*/ 23 w 97"/>
              <ns1:gd name="T57" fmla="*/ 93 h 94"/>
              <ns1:gd name="T58" fmla="*/ 77 w 97"/>
              <ns1:gd name="T59" fmla="*/ 89 h 94"/>
              <ns1:gd name="T60" fmla="*/ 85 w 97"/>
              <ns1:gd name="T61" fmla="*/ 81 h 94"/>
              <ns1:gd name="T62" fmla="*/ 59 w 97"/>
              <ns1:gd name="T63" fmla="*/ 53 h 94"/>
              <ns1:gd name="T64" fmla="*/ 69 w 97"/>
              <ns1:gd name="T65" fmla="*/ 42 h 94"/>
              <ns1:gd name="T66" fmla="*/ 77 w 97"/>
              <ns1:gd name="T67" fmla="*/ 38 h 94"/>
              <ns1:gd name="T68" fmla="*/ 96 w 97"/>
              <ns1:gd name="T69" fmla="*/ 28 h 94"/>
              <ns1:gd name="T70" fmla="*/ 97 w 97"/>
              <ns1:gd name="T71" fmla="*/ 17 h 94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  <ns1:cxn ang="0">
                <ns1:pos x="T32" y="T33"/>
              </ns1:cxn>
              <ns1:cxn ang="0">
                <ns1:pos x="T34" y="T35"/>
              </ns1:cxn>
              <ns1:cxn ang="0">
                <ns1:pos x="T36" y="T37"/>
              </ns1:cxn>
              <ns1:cxn ang="0">
                <ns1:pos x="T38" y="T39"/>
              </ns1:cxn>
              <ns1:cxn ang="0">
                <ns1:pos x="T40" y="T41"/>
              </ns1:cxn>
              <ns1:cxn ang="0">
                <ns1:pos x="T42" y="T43"/>
              </ns1:cxn>
              <ns1:cxn ang="0">
                <ns1:pos x="T44" y="T45"/>
              </ns1:cxn>
              <ns1:cxn ang="0">
                <ns1:pos x="T46" y="T47"/>
              </ns1:cxn>
              <ns1:cxn ang="0">
                <ns1:pos x="T48" y="T49"/>
              </ns1:cxn>
              <ns1:cxn ang="0">
                <ns1:pos x="T50" y="T51"/>
              </ns1:cxn>
              <ns1:cxn ang="0">
                <ns1:pos x="T52" y="T53"/>
              </ns1:cxn>
              <ns1:cxn ang="0">
                <ns1:pos x="T54" y="T55"/>
              </ns1:cxn>
              <ns1:cxn ang="0">
                <ns1:pos x="T56" y="T57"/>
              </ns1:cxn>
              <ns1:cxn ang="0">
                <ns1:pos x="T58" y="T59"/>
              </ns1:cxn>
              <ns1:cxn ang="0">
                <ns1:pos x="T60" y="T61"/>
              </ns1:cxn>
              <ns1:cxn ang="0">
                <ns1:pos x="T62" y="T63"/>
              </ns1:cxn>
              <ns1:cxn ang="0">
                <ns1:pos x="T64" y="T65"/>
              </ns1:cxn>
              <ns1:cxn ang="0">
                <ns1:pos x="T66" y="T67"/>
              </ns1:cxn>
              <ns1:cxn ang="0">
                <ns1:pos x="T68" y="T69"/>
              </ns1:cxn>
              <ns1:cxn ang="0">
                <ns1:pos x="T70" y="T71"/>
              </ns1:cxn>
            </ns1:cxnLst>
            <ns1:rect l="0" t="0" r="r" b="b"/>
            <ns1:pathLst>
              <ns1:path w="97" h="94">
                <ns1:moveTo>
                  <ns1:pt x="96" y="16"/>
                </ns1:moveTo>
                <ns1:cubicBezTo>
                  <ns1:pt x="95" y="16"/>
                  <ns1:pt x="94" y="16"/>
                  <ns1:pt x="94" y="16"/>
                </ns1:cubicBezTo>
                <ns1:cubicBezTo>
                  <ns1:pt x="94" y="16"/>
                  <ns1:pt x="94" y="16"/>
                  <ns1:pt x="87" y="27"/>
                </ns1:cubicBezTo>
                <ns1:cubicBezTo>
                  <ns1:pt x="87" y="27"/>
                  <ns1:pt x="87" y="27"/>
                  <ns1:pt x="81" y="27"/>
                </ns1:cubicBezTo>
                <ns1:cubicBezTo>
                  <ns1:pt x="81" y="27"/>
                  <ns1:pt x="81" y="27"/>
                  <ns1:pt x="73" y="19"/>
                </ns1:cubicBezTo>
                <ns1:cubicBezTo>
                  <ns1:pt x="73" y="19"/>
                  <ns1:pt x="73" y="19"/>
                  <ns1:pt x="73" y="12"/>
                </ns1:cubicBezTo>
                <ns1:cubicBezTo>
                  <ns1:pt x="73" y="12"/>
                  <ns1:pt x="73" y="12"/>
                  <ns1:pt x="83" y="4"/>
                </ns1:cubicBezTo>
                <ns1:cubicBezTo>
                  <ns1:pt x="83" y="3"/>
                  <ns1:pt x="83" y="2"/>
                  <ns1:pt x="82" y="2"/>
                </ns1:cubicBezTo>
                <ns1:cubicBezTo>
                  <ns1:pt x="82" y="2"/>
                  <ns1:pt x="82" y="2"/>
                  <ns1:pt x="81" y="2"/>
                </ns1:cubicBezTo>
                <ns1:cubicBezTo>
                  <ns1:pt x="81" y="2"/>
                  <ns1:pt x="79" y="2"/>
                  <ns1:pt x="77" y="2"/>
                </ns1:cubicBezTo>
                <ns1:cubicBezTo>
                  <ns1:pt x="77" y="1"/>
                  <ns1:pt x="76" y="1"/>
                  <ns1:pt x="75" y="1"/>
                </ns1:cubicBezTo>
                <ns1:cubicBezTo>
                  <ns1:pt x="69" y="0"/>
                  <ns1:pt x="66" y="3"/>
                  <ns1:pt x="64" y="5"/>
                </ns1:cubicBezTo>
                <ns1:cubicBezTo>
                  <ns1:pt x="62" y="8"/>
                  <ns1:pt x="61" y="10"/>
                  <ns1:pt x="61" y="10"/>
                </ns1:cubicBezTo>
                <ns1:cubicBezTo>
                  <ns1:pt x="61" y="10"/>
                  <ns1:pt x="61" y="11"/>
                  <ns1:pt x="61" y="14"/>
                </ns1:cubicBezTo>
                <ns1:cubicBezTo>
                  <ns1:pt x="61" y="18"/>
                  <ns1:pt x="61" y="23"/>
                  <ns1:pt x="62" y="26"/>
                </ns1:cubicBezTo>
                <ns1:cubicBezTo>
                  <ns1:pt x="63" y="27"/>
                  <ns1:pt x="63" y="27"/>
                  <ns1:pt x="63" y="27"/>
                </ns1:cubicBezTo>
                <ns1:cubicBezTo>
                  <ns1:pt x="62" y="30"/>
                  <ns1:pt x="59" y="35"/>
                  <ns1:pt x="59" y="35"/>
                </ns1:cubicBezTo>
                <ns1:cubicBezTo>
                  <ns1:pt x="59" y="35"/>
                  <ns1:pt x="59" y="35"/>
                  <ns1:pt x="52" y="42"/>
                </ns1:cubicBezTo>
                <ns1:cubicBezTo>
                  <ns1:pt x="52" y="42"/>
                  <ns1:pt x="52" y="42"/>
                  <ns1:pt x="50" y="45"/>
                </ns1:cubicBezTo>
                <ns1:cubicBezTo>
                  <ns1:pt x="50" y="45"/>
                  <ns1:pt x="50" y="45"/>
                  <ns1:pt x="43" y="39"/>
                </ns1:cubicBezTo>
                <ns1:cubicBezTo>
                  <ns1:pt x="43" y="40"/>
                  <ns1:pt x="42" y="41"/>
                  <ns1:pt x="42" y="41"/>
                </ns1:cubicBezTo>
                <ns1:cubicBezTo>
                  <ns1:pt x="42" y="41"/>
                  <ns1:pt x="42" y="41"/>
                  <ns1:pt x="35" y="33"/>
                </ns1:cubicBezTo>
                <ns1:cubicBezTo>
                  <ns1:pt x="35" y="33"/>
                  <ns1:pt x="35" y="33"/>
                  <ns1:pt x="35" y="33"/>
                </ns1:cubicBezTo>
                <ns1:cubicBezTo>
                  <ns1:pt x="35" y="33"/>
                  <ns1:pt x="35" y="33"/>
                  <ns1:pt x="34" y="31"/>
                </ns1:cubicBezTo>
                <ns1:cubicBezTo>
                  <ns1:pt x="34" y="31"/>
                  <ns1:pt x="34" y="31"/>
                  <ns1:pt x="31" y="29"/>
                </ns1:cubicBezTo>
                <ns1:cubicBezTo>
                  <ns1:pt x="31" y="29"/>
                  <ns1:pt x="31" y="29"/>
                  <ns1:pt x="33" y="27"/>
                </ns1:cubicBezTo>
                <ns1:cubicBezTo>
                  <ns1:pt x="33" y="27"/>
                  <ns1:pt x="33" y="27"/>
                  <ns1:pt x="31" y="26"/>
                </ns1:cubicBezTo>
                <ns1:cubicBezTo>
                  <ns1:pt x="31" y="25"/>
                  <ns1:pt x="31" y="24"/>
                  <ns1:pt x="31" y="23"/>
                </ns1:cubicBezTo>
                <ns1:cubicBezTo>
                  <ns1:pt x="32" y="22"/>
                  <ns1:pt x="39" y="20"/>
                  <ns1:pt x="45" y="18"/>
                </ns1:cubicBezTo>
                <ns1:cubicBezTo>
                  <ns1:pt x="45" y="18"/>
                  <ns1:pt x="45" y="18"/>
                  <ns1:pt x="47" y="17"/>
                </ns1:cubicBezTo>
                <ns1:cubicBezTo>
                  <ns1:pt x="47" y="17"/>
                  <ns1:pt x="47" y="17"/>
                  <ns1:pt x="46" y="15"/>
                </ns1:cubicBezTo>
                <ns1:cubicBezTo>
                  <ns1:pt x="46" y="15"/>
                  <ns1:pt x="46" y="15"/>
                  <ns1:pt x="45" y="12"/>
                </ns1:cubicBezTo>
                <ns1:cubicBezTo>
                  <ns1:pt x="45" y="12"/>
                  <ns1:pt x="45" y="12"/>
                  <ns1:pt x="44" y="11"/>
                </ns1:cubicBezTo>
                <ns1:cubicBezTo>
                  <ns1:pt x="44" y="11"/>
                  <ns1:pt x="44" y="11"/>
                  <ns1:pt x="44" y="10"/>
                </ns1:cubicBezTo>
                <ns1:cubicBezTo>
                  <ns1:pt x="43" y="10"/>
                  <ns1:pt x="38" y="10"/>
                  <ns1:pt x="32" y="11"/>
                </ns1:cubicBezTo>
                <ns1:cubicBezTo>
                  <ns1:pt x="23" y="13"/>
                  <ns1:pt x="17" y="17"/>
                  <ns1:pt x="11" y="23"/>
                </ns1:cubicBezTo>
                <ns1:cubicBezTo>
                  <ns1:pt x="11" y="23"/>
                  <ns1:pt x="11" y="23"/>
                  <ns1:pt x="11" y="23"/>
                </ns1:cubicBezTo>
                <ns1:cubicBezTo>
                  <ns1:pt x="11" y="23"/>
                  <ns1:pt x="11" y="23"/>
                  <ns1:pt x="11" y="24"/>
                </ns1:cubicBezTo>
                <ns1:cubicBezTo>
                  <ns1:pt x="11" y="27"/>
                  <ns1:pt x="11" y="29"/>
                  <ns1:pt x="11" y="30"/>
                </ns1:cubicBezTo>
                <ns1:cubicBezTo>
                  <ns1:pt x="11" y="31"/>
                  <ns1:pt x="11" y="33"/>
                  <ns1:pt x="9" y="33"/>
                </ns1:cubicBezTo>
                <ns1:cubicBezTo>
                  <ns1:pt x="9" y="33"/>
                  <ns1:pt x="9" y="33"/>
                  <ns1:pt x="6" y="31"/>
                </ns1:cubicBezTo>
                <ns1:cubicBezTo>
                  <ns1:pt x="6" y="31"/>
                  <ns1:pt x="6" y="31"/>
                  <ns1:pt x="0" y="38"/>
                </ns1:cubicBezTo>
                <ns1:cubicBezTo>
                  <ns1:pt x="0" y="38"/>
                  <ns1:pt x="0" y="38"/>
                  <ns1:pt x="10" y="48"/>
                </ns1:cubicBezTo>
                <ns1:cubicBezTo>
                  <ns1:pt x="10" y="48"/>
                  <ns1:pt x="10" y="48"/>
                  <ns1:pt x="17" y="41"/>
                </ns1:cubicBezTo>
                <ns1:cubicBezTo>
                  <ns1:pt x="17" y="41"/>
                  <ns1:pt x="17" y="41"/>
                  <ns1:pt x="13" y="37"/>
                </ns1:cubicBezTo>
                <ns1:cubicBezTo>
                  <ns1:pt x="14" y="37"/>
                  <ns1:pt x="15" y="37"/>
                  <ns1:pt x="16" y="36"/>
                </ns1:cubicBezTo>
                <ns1:cubicBezTo>
                  <ns1:pt x="17" y="35"/>
                  <ns1:pt x="21" y="35"/>
                  <ns1:pt x="23" y="36"/>
                </ns1:cubicBezTo>
                <ns1:cubicBezTo>
                  <ns1:pt x="23" y="36"/>
                  <ns1:pt x="23" y="36"/>
                  <ns1:pt x="24" y="37"/>
                </ns1:cubicBezTo>
                <ns1:cubicBezTo>
                  <ns1:pt x="24" y="37"/>
                  <ns1:pt x="24" y="37"/>
                  <ns1:pt x="25" y="36"/>
                </ns1:cubicBezTo>
                <ns1:cubicBezTo>
                  <ns1:pt x="25" y="36"/>
                  <ns1:pt x="25" y="36"/>
                  <ns1:pt x="27" y="39"/>
                </ns1:cubicBezTo>
                <ns1:cubicBezTo>
                  <ns1:pt x="27" y="39"/>
                  <ns1:pt x="27" y="39"/>
                  <ns1:pt x="29" y="40"/>
                </ns1:cubicBezTo>
                <ns1:cubicBezTo>
                  <ns1:pt x="29" y="40"/>
                  <ns1:pt x="29" y="40"/>
                  <ns1:pt x="29" y="39"/>
                </ns1:cubicBezTo>
                <ns1:cubicBezTo>
                  <ns1:pt x="29" y="39"/>
                  <ns1:pt x="29" y="39"/>
                  <ns1:pt x="37" y="47"/>
                </ns1:cubicBezTo>
                <ns1:cubicBezTo>
                  <ns1:pt x="36" y="48"/>
                  <ns1:pt x="36" y="48"/>
                  <ns1:pt x="36" y="49"/>
                </ns1:cubicBezTo>
                <ns1:cubicBezTo>
                  <ns1:pt x="36" y="49"/>
                  <ns1:pt x="36" y="49"/>
                  <ns1:pt x="42" y="55"/>
                </ns1:cubicBezTo>
                <ns1:cubicBezTo>
                  <ns1:pt x="42" y="55"/>
                  <ns1:pt x="42" y="55"/>
                  <ns1:pt x="15" y="84"/>
                </ns1:cubicBezTo>
                <ns1:cubicBezTo>
                  <ns1:pt x="13" y="86"/>
                  <ns1:pt x="14" y="89"/>
                  <ns1:pt x="17" y="91"/>
                </ns1:cubicBezTo>
                <ns1:cubicBezTo>
                  <ns1:pt x="19" y="93"/>
                  <ns1:pt x="22" y="94"/>
                  <ns1:pt x="23" y="93"/>
                </ns1:cubicBezTo>
                <ns1:cubicBezTo>
                  <ns1:pt x="23" y="93"/>
                  <ns1:pt x="23" y="93"/>
                  <ns1:pt x="50" y="63"/>
                </ns1:cubicBezTo>
                <ns1:cubicBezTo>
                  <ns1:pt x="50" y="63"/>
                  <ns1:pt x="50" y="63"/>
                  <ns1:pt x="77" y="89"/>
                </ns1:cubicBezTo>
                <ns1:cubicBezTo>
                  <ns1:pt x="79" y="91"/>
                  <ns1:pt x="82" y="90"/>
                  <ns1:pt x="84" y="88"/>
                </ns1:cubicBezTo>
                <ns1:cubicBezTo>
                  <ns1:pt x="86" y="85"/>
                  <ns1:pt x="87" y="82"/>
                  <ns1:pt x="85" y="81"/>
                </ns1:cubicBezTo>
                <ns1:cubicBezTo>
                  <ns1:pt x="85" y="81"/>
                  <ns1:pt x="85" y="81"/>
                  <ns1:pt x="58" y="54"/>
                </ns1:cubicBezTo>
                <ns1:cubicBezTo>
                  <ns1:pt x="58" y="54"/>
                  <ns1:pt x="58" y="54"/>
                  <ns1:pt x="59" y="53"/>
                </ns1:cubicBezTo>
                <ns1:cubicBezTo>
                  <ns1:pt x="59" y="53"/>
                  <ns1:pt x="59" y="53"/>
                  <ns1:pt x="59" y="52"/>
                </ns1:cubicBezTo>
                <ns1:cubicBezTo>
                  <ns1:pt x="59" y="52"/>
                  <ns1:pt x="65" y="45"/>
                  <ns1:pt x="69" y="42"/>
                </ns1:cubicBezTo>
                <ns1:cubicBezTo>
                  <ns1:pt x="71" y="40"/>
                  <ns1:pt x="73" y="39"/>
                  <ns1:pt x="74" y="38"/>
                </ns1:cubicBezTo>
                <ns1:cubicBezTo>
                  <ns1:pt x="75" y="38"/>
                  <ns1:pt x="77" y="38"/>
                  <ns1:pt x="77" y="38"/>
                </ns1:cubicBezTo>
                <ns1:cubicBezTo>
                  <ns1:pt x="77" y="38"/>
                  <ns1:pt x="83" y="39"/>
                  <ns1:pt x="83" y="39"/>
                </ns1:cubicBezTo>
                <ns1:cubicBezTo>
                  <ns1:pt x="92" y="39"/>
                  <ns1:pt x="96" y="28"/>
                  <ns1:pt x="96" y="28"/>
                </ns1:cubicBezTo>
                <ns1:cubicBezTo>
                  <ns1:pt x="96" y="28"/>
                  <ns1:pt x="96" y="27"/>
                  <ns1:pt x="97" y="21"/>
                </ns1:cubicBezTo>
                <ns1:cubicBezTo>
                  <ns1:pt x="97" y="19"/>
                  <ns1:pt x="97" y="18"/>
                  <ns1:pt x="97" y="17"/>
                </ns1:cubicBezTo>
                <ns1:cubicBezTo>
                  <ns1:pt x="96" y="16"/>
                  <ns1:pt x="96" y="16"/>
                  <ns1:pt x="96" y="16"/>
                </ns1:cubicBezTo>
                <ns1:close/>
              </ns1:path>
            </ns1:pathLst>
          </ns1:custGeom>
          <ns1:solidFill>
            <ns1:schemeClr val="tx1"/>
          </ns1:solidFill>
          <ns1:ln>
            <ns1:noFill/>
          </ns1:ln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id-ID" sz="2700"/>
          </ns1:p>
        </ns0:txBody>
      </ns0:sp>
      <ns0:sp>
        <ns0:nvSpPr>
          <ns0:cNvPr id="269" name="Freeform 9"/>
          <ns0:cNvSpPr>
            <ns1:spLocks noEditPoints="1"/>
          </ns0:cNvSpPr>
          <ns0:nvPr/>
        </ns0:nvSpPr>
        <ns0:spPr bwMode="auto">
          <ns1:xfrm>
            <ns1:off x="4196274" y="5343002"/>
            <ns1:ext cx="415185" cy="415186"/>
          </ns1:xfrm>
          <ns1:custGeom>
            <ns1:avLst/>
            <ns1:gdLst>
              <ns1:gd name="T0" fmla="*/ 64 w 128"/>
              <ns1:gd name="T1" fmla="*/ 0 h 128"/>
              <ns1:gd name="T2" fmla="*/ 0 w 128"/>
              <ns1:gd name="T3" fmla="*/ 64 h 128"/>
              <ns1:gd name="T4" fmla="*/ 64 w 128"/>
              <ns1:gd name="T5" fmla="*/ 128 h 128"/>
              <ns1:gd name="T6" fmla="*/ 128 w 128"/>
              <ns1:gd name="T7" fmla="*/ 64 h 128"/>
              <ns1:gd name="T8" fmla="*/ 64 w 128"/>
              <ns1:gd name="T9" fmla="*/ 0 h 128"/>
              <ns1:gd name="T10" fmla="*/ 118 w 128"/>
              <ns1:gd name="T11" fmla="*/ 48 h 128"/>
              <ns1:gd name="T12" fmla="*/ 97 w 128"/>
              <ns1:gd name="T13" fmla="*/ 33 h 128"/>
              <ns1:gd name="T14" fmla="*/ 82 w 128"/>
              <ns1:gd name="T15" fmla="*/ 11 h 128"/>
              <ns1:gd name="T16" fmla="*/ 118 w 128"/>
              <ns1:gd name="T17" fmla="*/ 48 h 128"/>
              <ns1:gd name="T18" fmla="*/ 96 w 128"/>
              <ns1:gd name="T19" fmla="*/ 64 h 128"/>
              <ns1:gd name="T20" fmla="*/ 94 w 128"/>
              <ns1:gd name="T21" fmla="*/ 81 h 128"/>
              <ns1:gd name="T22" fmla="*/ 65 w 128"/>
              <ns1:gd name="T23" fmla="*/ 75 h 128"/>
              <ns1:gd name="T24" fmla="*/ 36 w 128"/>
              <ns1:gd name="T25" fmla="*/ 81 h 128"/>
              <ns1:gd name="T26" fmla="*/ 34 w 128"/>
              <ns1:gd name="T27" fmla="*/ 64 h 128"/>
              <ns1:gd name="T28" fmla="*/ 39 w 128"/>
              <ns1:gd name="T29" fmla="*/ 39 h 128"/>
              <ns1:gd name="T30" fmla="*/ 65 w 128"/>
              <ns1:gd name="T31" fmla="*/ 33 h 128"/>
              <ns1:gd name="T32" fmla="*/ 91 w 128"/>
              <ns1:gd name="T33" fmla="*/ 39 h 128"/>
              <ns1:gd name="T34" fmla="*/ 96 w 128"/>
              <ns1:gd name="T35" fmla="*/ 64 h 128"/>
              <ns1:gd name="T36" fmla="*/ 65 w 128"/>
              <ns1:gd name="T37" fmla="*/ 8 h 128"/>
              <ns1:gd name="T38" fmla="*/ 68 w 128"/>
              <ns1:gd name="T39" fmla="*/ 8 h 128"/>
              <ns1:gd name="T40" fmla="*/ 87 w 128"/>
              <ns1:gd name="T41" fmla="*/ 29 h 128"/>
              <ns1:gd name="T42" fmla="*/ 65 w 128"/>
              <ns1:gd name="T43" fmla="*/ 26 h 128"/>
              <ns1:gd name="T44" fmla="*/ 45 w 128"/>
              <ns1:gd name="T45" fmla="*/ 29 h 128"/>
              <ns1:gd name="T46" fmla="*/ 65 w 128"/>
              <ns1:gd name="T47" fmla="*/ 8 h 128"/>
              <ns1:gd name="T48" fmla="*/ 50 w 128"/>
              <ns1:gd name="T49" fmla="*/ 10 h 128"/>
              <ns1:gd name="T50" fmla="*/ 34 w 128"/>
              <ns1:gd name="T51" fmla="*/ 33 h 128"/>
              <ns1:gd name="T52" fmla="*/ 10 w 128"/>
              <ns1:gd name="T53" fmla="*/ 51 h 128"/>
              <ns1:gd name="T54" fmla="*/ 50 w 128"/>
              <ns1:gd name="T55" fmla="*/ 10 h 128"/>
              <ns1:gd name="T56" fmla="*/ 16 w 128"/>
              <ns1:gd name="T57" fmla="*/ 93 h 128"/>
              <ns1:gd name="T58" fmla="*/ 8 w 128"/>
              <ns1:gd name="T59" fmla="*/ 65 h 128"/>
              <ns1:gd name="T60" fmla="*/ 30 w 128"/>
              <ns1:gd name="T61" fmla="*/ 44 h 128"/>
              <ns1:gd name="T62" fmla="*/ 27 w 128"/>
              <ns1:gd name="T63" fmla="*/ 64 h 128"/>
              <ns1:gd name="T64" fmla="*/ 29 w 128"/>
              <ns1:gd name="T65" fmla="*/ 84 h 128"/>
              <ns1:gd name="T66" fmla="*/ 16 w 128"/>
              <ns1:gd name="T67" fmla="*/ 93 h 128"/>
              <ns1:gd name="T68" fmla="*/ 20 w 128"/>
              <ns1:gd name="T69" fmla="*/ 99 h 128"/>
              <ns1:gd name="T70" fmla="*/ 32 w 128"/>
              <ns1:gd name="T71" fmla="*/ 91 h 128"/>
              <ns1:gd name="T72" fmla="*/ 50 w 128"/>
              <ns1:gd name="T73" fmla="*/ 119 h 128"/>
              <ns1:gd name="T74" fmla="*/ 20 w 128"/>
              <ns1:gd name="T75" fmla="*/ 99 h 128"/>
              <ns1:gd name="T76" fmla="*/ 68 w 128"/>
              <ns1:gd name="T77" fmla="*/ 121 h 128"/>
              <ns1:gd name="T78" fmla="*/ 65 w 128"/>
              <ns1:gd name="T79" fmla="*/ 121 h 128"/>
              <ns1:gd name="T80" fmla="*/ 39 w 128"/>
              <ns1:gd name="T81" fmla="*/ 88 h 128"/>
              <ns1:gd name="T82" fmla="*/ 65 w 128"/>
              <ns1:gd name="T83" fmla="*/ 83 h 128"/>
              <ns1:gd name="T84" fmla="*/ 92 w 128"/>
              <ns1:gd name="T85" fmla="*/ 88 h 128"/>
              <ns1:gd name="T86" fmla="*/ 68 w 128"/>
              <ns1:gd name="T87" fmla="*/ 121 h 128"/>
              <ns1:gd name="T88" fmla="*/ 82 w 128"/>
              <ns1:gd name="T89" fmla="*/ 118 h 128"/>
              <ns1:gd name="T90" fmla="*/ 99 w 128"/>
              <ns1:gd name="T91" fmla="*/ 91 h 128"/>
              <ns1:gd name="T92" fmla="*/ 109 w 128"/>
              <ns1:gd name="T93" fmla="*/ 98 h 128"/>
              <ns1:gd name="T94" fmla="*/ 82 w 128"/>
              <ns1:gd name="T95" fmla="*/ 118 h 128"/>
              <ns1:gd name="T96" fmla="*/ 101 w 128"/>
              <ns1:gd name="T97" fmla="*/ 84 h 128"/>
              <ns1:gd name="T98" fmla="*/ 104 w 128"/>
              <ns1:gd name="T99" fmla="*/ 64 h 128"/>
              <ns1:gd name="T100" fmla="*/ 101 w 128"/>
              <ns1:gd name="T101" fmla="*/ 44 h 128"/>
              <ns1:gd name="T102" fmla="*/ 121 w 128"/>
              <ns1:gd name="T103" fmla="*/ 62 h 128"/>
              <ns1:gd name="T104" fmla="*/ 121 w 128"/>
              <ns1:gd name="T105" fmla="*/ 64 h 128"/>
              <ns1:gd name="T106" fmla="*/ 114 w 128"/>
              <ns1:gd name="T107" fmla="*/ 92 h 128"/>
              <ns1:gd name="T108" fmla="*/ 101 w 128"/>
              <ns1:gd name="T109" fmla="*/ 84 h 128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  <ns1:cxn ang="0">
                <ns1:pos x="T32" y="T33"/>
              </ns1:cxn>
              <ns1:cxn ang="0">
                <ns1:pos x="T34" y="T35"/>
              </ns1:cxn>
              <ns1:cxn ang="0">
                <ns1:pos x="T36" y="T37"/>
              </ns1:cxn>
              <ns1:cxn ang="0">
                <ns1:pos x="T38" y="T39"/>
              </ns1:cxn>
              <ns1:cxn ang="0">
                <ns1:pos x="T40" y="T41"/>
              </ns1:cxn>
              <ns1:cxn ang="0">
                <ns1:pos x="T42" y="T43"/>
              </ns1:cxn>
              <ns1:cxn ang="0">
                <ns1:pos x="T44" y="T45"/>
              </ns1:cxn>
              <ns1:cxn ang="0">
                <ns1:pos x="T46" y="T47"/>
              </ns1:cxn>
              <ns1:cxn ang="0">
                <ns1:pos x="T48" y="T49"/>
              </ns1:cxn>
              <ns1:cxn ang="0">
                <ns1:pos x="T50" y="T51"/>
              </ns1:cxn>
              <ns1:cxn ang="0">
                <ns1:pos x="T52" y="T53"/>
              </ns1:cxn>
              <ns1:cxn ang="0">
                <ns1:pos x="T54" y="T55"/>
              </ns1:cxn>
              <ns1:cxn ang="0">
                <ns1:pos x="T56" y="T57"/>
              </ns1:cxn>
              <ns1:cxn ang="0">
                <ns1:pos x="T58" y="T59"/>
              </ns1:cxn>
              <ns1:cxn ang="0">
                <ns1:pos x="T60" y="T61"/>
              </ns1:cxn>
              <ns1:cxn ang="0">
                <ns1:pos x="T62" y="T63"/>
              </ns1:cxn>
              <ns1:cxn ang="0">
                <ns1:pos x="T64" y="T65"/>
              </ns1:cxn>
              <ns1:cxn ang="0">
                <ns1:pos x="T66" y="T67"/>
              </ns1:cxn>
              <ns1:cxn ang="0">
                <ns1:pos x="T68" y="T69"/>
              </ns1:cxn>
              <ns1:cxn ang="0">
                <ns1:pos x="T70" y="T71"/>
              </ns1:cxn>
              <ns1:cxn ang="0">
                <ns1:pos x="T72" y="T73"/>
              </ns1:cxn>
              <ns1:cxn ang="0">
                <ns1:pos x="T74" y="T75"/>
              </ns1:cxn>
              <ns1:cxn ang="0">
                <ns1:pos x="T76" y="T77"/>
              </ns1:cxn>
              <ns1:cxn ang="0">
                <ns1:pos x="T78" y="T79"/>
              </ns1:cxn>
              <ns1:cxn ang="0">
                <ns1:pos x="T80" y="T81"/>
              </ns1:cxn>
              <ns1:cxn ang="0">
                <ns1:pos x="T82" y="T83"/>
              </ns1:cxn>
              <ns1:cxn ang="0">
                <ns1:pos x="T84" y="T85"/>
              </ns1:cxn>
              <ns1:cxn ang="0">
                <ns1:pos x="T86" y="T87"/>
              </ns1:cxn>
              <ns1:cxn ang="0">
                <ns1:pos x="T88" y="T89"/>
              </ns1:cxn>
              <ns1:cxn ang="0">
                <ns1:pos x="T90" y="T91"/>
              </ns1:cxn>
              <ns1:cxn ang="0">
                <ns1:pos x="T92" y="T93"/>
              </ns1:cxn>
              <ns1:cxn ang="0">
                <ns1:pos x="T94" y="T95"/>
              </ns1:cxn>
              <ns1:cxn ang="0">
                <ns1:pos x="T96" y="T97"/>
              </ns1:cxn>
              <ns1:cxn ang="0">
                <ns1:pos x="T98" y="T99"/>
              </ns1:cxn>
              <ns1:cxn ang="0">
                <ns1:pos x="T100" y="T101"/>
              </ns1:cxn>
              <ns1:cxn ang="0">
                <ns1:pos x="T102" y="T103"/>
              </ns1:cxn>
              <ns1:cxn ang="0">
                <ns1:pos x="T104" y="T105"/>
              </ns1:cxn>
              <ns1:cxn ang="0">
                <ns1:pos x="T106" y="T107"/>
              </ns1:cxn>
              <ns1:cxn ang="0">
                <ns1:pos x="T108" y="T109"/>
              </ns1:cxn>
            </ns1:cxnLst>
            <ns1:rect l="0" t="0" r="r" b="b"/>
            <ns1:pathLst>
              <ns1:path w="128" h="128">
                <ns1:moveTo>
                  <ns1:pt x="64" y="0"/>
                </ns1:moveTo>
                <ns1:cubicBezTo>
                  <ns1:pt x="29" y="0"/>
                  <ns1:pt x="0" y="29"/>
                  <ns1:pt x="0" y="64"/>
                </ns1:cubicBezTo>
                <ns1:cubicBezTo>
                  <ns1:pt x="0" y="100"/>
                  <ns1:pt x="29" y="128"/>
                  <ns1:pt x="64" y="128"/>
                </ns1:cubicBezTo>
                <ns1:cubicBezTo>
                  <ns1:pt x="100" y="128"/>
                  <ns1:pt x="128" y="100"/>
                  <ns1:pt x="128" y="64"/>
                </ns1:cubicBezTo>
                <ns1:cubicBezTo>
                  <ns1:pt x="128" y="29"/>
                  <ns1:pt x="100" y="0"/>
                  <ns1:pt x="64" y="0"/>
                </ns1:cubicBezTo>
                <ns1:close/>
                <ns1:moveTo>
                  <ns1:pt x="118" y="48"/>
                </ns1:moveTo>
                <ns1:cubicBezTo>
                  <ns1:pt x="112" y="42"/>
                  <ns1:pt x="105" y="37"/>
                  <ns1:pt x="97" y="33"/>
                </ns1:cubicBezTo>
                <ns1:cubicBezTo>
                  <ns1:pt x="93" y="25"/>
                  <ns1:pt x="88" y="17"/>
                  <ns1:pt x="82" y="11"/>
                </ns1:cubicBezTo>
                <ns1:cubicBezTo>
                  <ns1:pt x="99" y="17"/>
                  <ns1:pt x="113" y="30"/>
                  <ns1:pt x="118" y="48"/>
                </ns1:cubicBezTo>
                <ns1:close/>
                <ns1:moveTo>
                  <ns1:pt x="96" y="64"/>
                </ns1:moveTo>
                <ns1:cubicBezTo>
                  <ns1:pt x="96" y="70"/>
                  <ns1:pt x="96" y="76"/>
                  <ns1:pt x="94" y="81"/>
                </ns1:cubicBezTo>
                <ns1:cubicBezTo>
                  <ns1:pt x="85" y="77"/>
                  <ns1:pt x="76" y="75"/>
                  <ns1:pt x="65" y="75"/>
                </ns1:cubicBezTo>
                <ns1:cubicBezTo>
                  <ns1:pt x="55" y="75"/>
                  <ns1:pt x="45" y="77"/>
                  <ns1:pt x="36" y="81"/>
                </ns1:cubicBezTo>
                <ns1:cubicBezTo>
                  <ns1:pt x="35" y="76"/>
                  <ns1:pt x="34" y="70"/>
                  <ns1:pt x="34" y="64"/>
                </ns1:cubicBezTo>
                <ns1:cubicBezTo>
                  <ns1:pt x="34" y="55"/>
                  <ns1:pt x="36" y="47"/>
                  <ns1:pt x="39" y="39"/>
                </ns1:cubicBezTo>
                <ns1:cubicBezTo>
                  <ns1:pt x="47" y="35"/>
                  <ns1:pt x="56" y="33"/>
                  <ns1:pt x="65" y="33"/>
                </ns1:cubicBezTo>
                <ns1:cubicBezTo>
                  <ns1:pt x="75" y="33"/>
                  <ns1:pt x="83" y="35"/>
                  <ns1:pt x="91" y="39"/>
                </ns1:cubicBezTo>
                <ns1:cubicBezTo>
                  <ns1:pt x="95" y="47"/>
                  <ns1:pt x="96" y="55"/>
                  <ns1:pt x="96" y="64"/>
                </ns1:cubicBezTo>
                <ns1:close/>
                <ns1:moveTo>
                  <ns1:pt x="65" y="8"/>
                </ns1:moveTo>
                <ns1:cubicBezTo>
                  <ns1:pt x="66" y="8"/>
                  <ns1:pt x="67" y="8"/>
                  <ns1:pt x="68" y="8"/>
                </ns1:cubicBezTo>
                <ns1:cubicBezTo>
                  <ns1:pt x="75" y="14"/>
                  <ns1:pt x="82" y="21"/>
                  <ns1:pt x="87" y="29"/>
                </ns1:cubicBezTo>
                <ns1:cubicBezTo>
                  <ns1:pt x="80" y="27"/>
                  <ns1:pt x="73" y="26"/>
                  <ns1:pt x="65" y="26"/>
                </ns1:cubicBezTo>
                <ns1:cubicBezTo>
                  <ns1:pt x="58" y="26"/>
                  <ns1:pt x="51" y="27"/>
                  <ns1:pt x="45" y="29"/>
                </ns1:cubicBezTo>
                <ns1:cubicBezTo>
                  <ns1:pt x="50" y="20"/>
                  <ns1:pt x="57" y="13"/>
                  <ns1:pt x="65" y="8"/>
                </ns1:cubicBezTo>
                <ns1:close/>
                <ns1:moveTo>
                  <ns1:pt x="50" y="10"/>
                </ns1:moveTo>
                <ns1:cubicBezTo>
                  <ns1:pt x="43" y="16"/>
                  <ns1:pt x="38" y="24"/>
                  <ns1:pt x="34" y="33"/>
                </ns1:cubicBezTo>
                <ns1:cubicBezTo>
                  <ns1:pt x="25" y="37"/>
                  <ns1:pt x="16" y="43"/>
                  <ns1:pt x="10" y="51"/>
                </ns1:cubicBezTo>
                <ns1:cubicBezTo>
                  <ns1:pt x="15" y="31"/>
                  <ns1:pt x="30" y="15"/>
                  <ns1:pt x="50" y="10"/>
                </ns1:cubicBezTo>
                <ns1:close/>
                <ns1:moveTo>
                  <ns1:pt x="16" y="93"/>
                </ns1:moveTo>
                <ns1:cubicBezTo>
                  <ns1:pt x="11" y="85"/>
                  <ns1:pt x="8" y="75"/>
                  <ns1:pt x="8" y="65"/>
                </ns1:cubicBezTo>
                <ns1:cubicBezTo>
                  <ns1:pt x="13" y="57"/>
                  <ns1:pt x="21" y="49"/>
                  <ns1:pt x="30" y="44"/>
                </ns1:cubicBezTo>
                <ns1:cubicBezTo>
                  <ns1:pt x="28" y="50"/>
                  <ns1:pt x="27" y="57"/>
                  <ns1:pt x="27" y="64"/>
                </ns1:cubicBezTo>
                <ns1:cubicBezTo>
                  <ns1:pt x="27" y="71"/>
                  <ns1:pt x="28" y="78"/>
                  <ns1:pt x="29" y="84"/>
                </ns1:cubicBezTo>
                <ns1:cubicBezTo>
                  <ns1:pt x="25" y="87"/>
                  <ns1:pt x="20" y="90"/>
                  <ns1:pt x="16" y="93"/>
                </ns1:cubicBezTo>
                <ns1:close/>
                <ns1:moveTo>
                  <ns1:pt x="20" y="99"/>
                </ns1:moveTo>
                <ns1:cubicBezTo>
                  <ns1:pt x="24" y="96"/>
                  <ns1:pt x="28" y="94"/>
                  <ns1:pt x="32" y="91"/>
                </ns1:cubicBezTo>
                <ns1:cubicBezTo>
                  <ns1:pt x="36" y="102"/>
                  <ns1:pt x="42" y="111"/>
                  <ns1:pt x="50" y="119"/>
                </ns1:cubicBezTo>
                <ns1:cubicBezTo>
                  <ns1:pt x="38" y="116"/>
                  <ns1:pt x="28" y="109"/>
                  <ns1:pt x="20" y="99"/>
                </ns1:cubicBezTo>
                <ns1:close/>
                <ns1:moveTo>
                  <ns1:pt x="68" y="121"/>
                </ns1:moveTo>
                <ns1:cubicBezTo>
                  <ns1:pt x="67" y="121"/>
                  <ns1:pt x="66" y="121"/>
                  <ns1:pt x="65" y="121"/>
                </ns1:cubicBezTo>
                <ns1:cubicBezTo>
                  <ns1:pt x="53" y="113"/>
                  <ns1:pt x="44" y="102"/>
                  <ns1:pt x="39" y="88"/>
                </ns1:cubicBezTo>
                <ns1:cubicBezTo>
                  <ns1:pt x="47" y="85"/>
                  <ns1:pt x="56" y="83"/>
                  <ns1:pt x="65" y="83"/>
                </ns1:cubicBezTo>
                <ns1:cubicBezTo>
                  <ns1:pt x="75" y="83"/>
                  <ns1:pt x="84" y="85"/>
                  <ns1:pt x="92" y="88"/>
                </ns1:cubicBezTo>
                <ns1:cubicBezTo>
                  <ns1:pt x="87" y="101"/>
                  <ns1:pt x="79" y="113"/>
                  <ns1:pt x="68" y="121"/>
                </ns1:cubicBezTo>
                <ns1:close/>
                <ns1:moveTo>
                  <ns1:pt x="82" y="118"/>
                </ns1:moveTo>
                <ns1:cubicBezTo>
                  <ns1:pt x="89" y="110"/>
                  <ns1:pt x="95" y="101"/>
                  <ns1:pt x="99" y="91"/>
                </ns1:cubicBezTo>
                <ns1:cubicBezTo>
                  <ns1:pt x="103" y="93"/>
                  <ns1:pt x="106" y="96"/>
                  <ns1:pt x="109" y="98"/>
                </ns1:cubicBezTo>
                <ns1:cubicBezTo>
                  <ns1:pt x="103" y="107"/>
                  <ns1:pt x="93" y="114"/>
                  <ns1:pt x="82" y="118"/>
                </ns1:cubicBezTo>
                <ns1:close/>
                <ns1:moveTo>
                  <ns1:pt x="101" y="84"/>
                </ns1:moveTo>
                <ns1:cubicBezTo>
                  <ns1:pt x="103" y="78"/>
                  <ns1:pt x="104" y="71"/>
                  <ns1:pt x="104" y="64"/>
                </ns1:cubicBezTo>
                <ns1:cubicBezTo>
                  <ns1:pt x="104" y="57"/>
                  <ns1:pt x="103" y="50"/>
                  <ns1:pt x="101" y="44"/>
                </ns1:cubicBezTo>
                <ns1:cubicBezTo>
                  <ns1:pt x="109" y="48"/>
                  <ns1:pt x="116" y="55"/>
                  <ns1:pt x="121" y="62"/>
                </ns1:cubicBezTo>
                <ns1:cubicBezTo>
                  <ns1:pt x="121" y="63"/>
                  <ns1:pt x="121" y="64"/>
                  <ns1:pt x="121" y="64"/>
                </ns1:cubicBezTo>
                <ns1:cubicBezTo>
                  <ns1:pt x="121" y="75"/>
                  <ns1:pt x="118" y="84"/>
                  <ns1:pt x="114" y="92"/>
                </ns1:cubicBezTo>
                <ns1:cubicBezTo>
                  <ns1:pt x="110" y="89"/>
                  <ns1:pt x="106" y="86"/>
                  <ns1:pt x="101" y="84"/>
                </ns1:cubicBezTo>
                <ns1:close/>
              </ns1:path>
            </ns1:pathLst>
          </ns1:custGeom>
          <ns1:solidFill>
            <ns1:schemeClr val="tx1"/>
          </ns1:solidFill>
          <ns1:ln>
            <ns1:noFill/>
          </ns1:ln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id-ID" sz="2700"/>
          </ns1:p>
        </ns0:txBody>
      </ns0:sp>
      <ns0:grpSp>
        <ns0:nvGrpSpPr>
          <ns0:cNvPr id="270" name="Group 269"/>
          <ns0:cNvGrpSpPr/>
          <ns0:nvPr/>
        </ns0:nvGrpSpPr>
        <ns0:grpSpPr>
          <ns1:xfrm>
            <ns1:off x="3243065" y="5331836"/>
            <ns1:ext cx="332437" cy="437518"/>
            <ns1:chOff x="5081588" y="1744663"/>
            <ns1:chExt cx="552450" cy="727075"/>
          </ns1:xfrm>
          <ns1:solidFill>
            <ns1:schemeClr val="tx1"/>
          </ns1:solidFill>
        </ns0:grpSpPr>
        <ns0:sp>
          <ns0:nvSpPr>
            <ns0:cNvPr id="271" name="Freeform 65"/>
            <ns0:cNvSpPr>
              <ns1:spLocks noEditPoints="1"/>
            </ns0:cNvSpPr>
            <ns0:nvPr/>
          </ns0:nvSpPr>
          <ns0:spPr bwMode="auto">
            <ns1:xfrm>
              <ns1:off x="5081588" y="1744663"/>
              <ns1:ext cx="552450" cy="727075"/>
            </ns1:xfrm>
            <ns1:custGeom>
              <ns1:avLst/>
              <ns1:gdLst>
                <ns1:gd name="T0" fmla="*/ 884 w 971"/>
                <ns1:gd name="T1" fmla="*/ 207 h 1283"/>
                <ns1:gd name="T2" fmla="*/ 715 w 971"/>
                <ns1:gd name="T3" fmla="*/ 207 h 1283"/>
                <ns1:gd name="T4" fmla="*/ 715 w 971"/>
                <ns1:gd name="T5" fmla="*/ 192 h 1283"/>
                <ns1:gd name="T6" fmla="*/ 673 w 971"/>
                <ns1:gd name="T7" fmla="*/ 150 h 1283"/>
                <ns1:gd name="T8" fmla="*/ 578 w 971"/>
                <ns1:gd name="T9" fmla="*/ 150 h 1283"/>
                <ns1:gd name="T10" fmla="*/ 589 w 971"/>
                <ns1:gd name="T11" fmla="*/ 103 h 1283"/>
                <ns1:gd name="T12" fmla="*/ 485 w 971"/>
                <ns1:gd name="T13" fmla="*/ 0 h 1283"/>
                <ns1:gd name="T14" fmla="*/ 382 w 971"/>
                <ns1:gd name="T15" fmla="*/ 103 h 1283"/>
                <ns1:gd name="T16" fmla="*/ 393 w 971"/>
                <ns1:gd name="T17" fmla="*/ 150 h 1283"/>
                <ns1:gd name="T18" fmla="*/ 297 w 971"/>
                <ns1:gd name="T19" fmla="*/ 150 h 1283"/>
                <ns1:gd name="T20" fmla="*/ 255 w 971"/>
                <ns1:gd name="T21" fmla="*/ 192 h 1283"/>
                <ns1:gd name="T22" fmla="*/ 255 w 971"/>
                <ns1:gd name="T23" fmla="*/ 207 h 1283"/>
                <ns1:gd name="T24" fmla="*/ 87 w 971"/>
                <ns1:gd name="T25" fmla="*/ 207 h 1283"/>
                <ns1:gd name="T26" fmla="*/ 0 w 971"/>
                <ns1:gd name="T27" fmla="*/ 294 h 1283"/>
                <ns1:gd name="T28" fmla="*/ 0 w 971"/>
                <ns1:gd name="T29" fmla="*/ 1196 h 1283"/>
                <ns1:gd name="T30" fmla="*/ 87 w 971"/>
                <ns1:gd name="T31" fmla="*/ 1283 h 1283"/>
                <ns1:gd name="T32" fmla="*/ 884 w 971"/>
                <ns1:gd name="T33" fmla="*/ 1283 h 1283"/>
                <ns1:gd name="T34" fmla="*/ 971 w 971"/>
                <ns1:gd name="T35" fmla="*/ 1196 h 1283"/>
                <ns1:gd name="T36" fmla="*/ 971 w 971"/>
                <ns1:gd name="T37" fmla="*/ 294 h 1283"/>
                <ns1:gd name="T38" fmla="*/ 884 w 971"/>
                <ns1:gd name="T39" fmla="*/ 207 h 1283"/>
                <ns1:gd name="T40" fmla="*/ 485 w 971"/>
                <ns1:gd name="T41" fmla="*/ 59 h 1283"/>
                <ns1:gd name="T42" fmla="*/ 530 w 971"/>
                <ns1:gd name="T43" fmla="*/ 103 h 1283"/>
                <ns1:gd name="T44" fmla="*/ 485 w 971"/>
                <ns1:gd name="T45" fmla="*/ 148 h 1283"/>
                <ns1:gd name="T46" fmla="*/ 441 w 971"/>
                <ns1:gd name="T47" fmla="*/ 103 h 1283"/>
                <ns1:gd name="T48" fmla="*/ 485 w 971"/>
                <ns1:gd name="T49" fmla="*/ 59 h 1283"/>
                <ns1:gd name="T50" fmla="*/ 825 w 971"/>
                <ns1:gd name="T51" fmla="*/ 921 h 1283"/>
                <ns1:gd name="T52" fmla="*/ 659 w 971"/>
                <ns1:gd name="T53" fmla="*/ 921 h 1283"/>
                <ns1:gd name="T54" fmla="*/ 659 w 971"/>
                <ns1:gd name="T55" fmla="*/ 1087 h 1283"/>
                <ns1:gd name="T56" fmla="*/ 146 w 971"/>
                <ns1:gd name="T57" fmla="*/ 1087 h 1283"/>
                <ns1:gd name="T58" fmla="*/ 146 w 971"/>
                <ns1:gd name="T59" fmla="*/ 275 h 1283"/>
                <ns1:gd name="T60" fmla="*/ 255 w 971"/>
                <ns1:gd name="T61" fmla="*/ 275 h 1283"/>
                <ns1:gd name="T62" fmla="*/ 255 w 971"/>
                <ns1:gd name="T63" fmla="*/ 290 h 1283"/>
                <ns1:gd name="T64" fmla="*/ 297 w 971"/>
                <ns1:gd name="T65" fmla="*/ 332 h 1283"/>
                <ns1:gd name="T66" fmla="*/ 673 w 971"/>
                <ns1:gd name="T67" fmla="*/ 332 h 1283"/>
                <ns1:gd name="T68" fmla="*/ 715 w 971"/>
                <ns1:gd name="T69" fmla="*/ 290 h 1283"/>
                <ns1:gd name="T70" fmla="*/ 715 w 971"/>
                <ns1:gd name="T71" fmla="*/ 275 h 1283"/>
                <ns1:gd name="T72" fmla="*/ 825 w 971"/>
                <ns1:gd name="T73" fmla="*/ 275 h 1283"/>
                <ns1:gd name="T74" fmla="*/ 825 w 971"/>
                <ns1:gd name="T75" fmla="*/ 921 h 1283"/>
                <ns1:gd name="T76" fmla="*/ 802 w 971"/>
                <ns1:gd name="T77" fmla="*/ 953 h 1283"/>
                <ns1:gd name="T78" fmla="*/ 691 w 971"/>
                <ns1:gd name="T79" fmla="*/ 1065 h 1283"/>
                <ns1:gd name="T80" fmla="*/ 691 w 971"/>
                <ns1:gd name="T81" fmla="*/ 953 h 1283"/>
                <ns1:gd name="T82" fmla="*/ 802 w 971"/>
                <ns1:gd name="T83" fmla="*/ 953 h 1283"/>
                <ns1:gd name="T84" fmla="*/ 903 w 971"/>
                <ns1:gd name="T85" fmla="*/ 1196 h 1283"/>
                <ns1:gd name="T86" fmla="*/ 884 w 971"/>
                <ns1:gd name="T87" fmla="*/ 1215 h 1283"/>
                <ns1:gd name="T88" fmla="*/ 87 w 971"/>
                <ns1:gd name="T89" fmla="*/ 1215 h 1283"/>
                <ns1:gd name="T90" fmla="*/ 68 w 971"/>
                <ns1:gd name="T91" fmla="*/ 1196 h 1283"/>
                <ns1:gd name="T92" fmla="*/ 68 w 971"/>
                <ns1:gd name="T93" fmla="*/ 294 h 1283"/>
                <ns1:gd name="T94" fmla="*/ 87 w 971"/>
                <ns1:gd name="T95" fmla="*/ 275 h 1283"/>
                <ns1:gd name="T96" fmla="*/ 114 w 971"/>
                <ns1:gd name="T97" fmla="*/ 275 h 1283"/>
                <ns1:gd name="T98" fmla="*/ 114 w 971"/>
                <ns1:gd name="T99" fmla="*/ 1120 h 1283"/>
                <ns1:gd name="T100" fmla="*/ 681 w 971"/>
                <ns1:gd name="T101" fmla="*/ 1120 h 1283"/>
                <ns1:gd name="T102" fmla="*/ 686 w 971"/>
                <ns1:gd name="T103" fmla="*/ 1115 h 1283"/>
                <ns1:gd name="T104" fmla="*/ 852 w 971"/>
                <ns1:gd name="T105" fmla="*/ 948 h 1283"/>
                <ns1:gd name="T106" fmla="*/ 857 w 971"/>
                <ns1:gd name="T107" fmla="*/ 943 h 1283"/>
                <ns1:gd name="T108" fmla="*/ 857 w 971"/>
                <ns1:gd name="T109" fmla="*/ 275 h 1283"/>
                <ns1:gd name="T110" fmla="*/ 884 w 971"/>
                <ns1:gd name="T111" fmla="*/ 275 h 1283"/>
                <ns1:gd name="T112" fmla="*/ 903 w 971"/>
                <ns1:gd name="T113" fmla="*/ 294 h 1283"/>
                <ns1:gd name="T114" fmla="*/ 903 w 971"/>
                <ns1:gd name="T115" fmla="*/ 1196 h 1283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  <ns1:cxn ang="0">
                  <ns1:pos x="T30" y="T31"/>
                </ns1:cxn>
                <ns1:cxn ang="0">
                  <ns1:pos x="T32" y="T33"/>
                </ns1:cxn>
                <ns1:cxn ang="0">
                  <ns1:pos x="T34" y="T35"/>
                </ns1:cxn>
                <ns1:cxn ang="0">
                  <ns1:pos x="T36" y="T37"/>
                </ns1:cxn>
                <ns1:cxn ang="0">
                  <ns1:pos x="T38" y="T39"/>
                </ns1:cxn>
                <ns1:cxn ang="0">
                  <ns1:pos x="T40" y="T41"/>
                </ns1:cxn>
                <ns1:cxn ang="0">
                  <ns1:pos x="T42" y="T43"/>
                </ns1:cxn>
                <ns1:cxn ang="0">
                  <ns1:pos x="T44" y="T45"/>
                </ns1:cxn>
                <ns1:cxn ang="0">
                  <ns1:pos x="T46" y="T47"/>
                </ns1:cxn>
                <ns1:cxn ang="0">
                  <ns1:pos x="T48" y="T49"/>
                </ns1:cxn>
                <ns1:cxn ang="0">
                  <ns1:pos x="T50" y="T51"/>
                </ns1:cxn>
                <ns1:cxn ang="0">
                  <ns1:pos x="T52" y="T53"/>
                </ns1:cxn>
                <ns1:cxn ang="0">
                  <ns1:pos x="T54" y="T55"/>
                </ns1:cxn>
                <ns1:cxn ang="0">
                  <ns1:pos x="T56" y="T57"/>
                </ns1:cxn>
                <ns1:cxn ang="0">
                  <ns1:pos x="T58" y="T59"/>
                </ns1:cxn>
                <ns1:cxn ang="0">
                  <ns1:pos x="T60" y="T61"/>
                </ns1:cxn>
                <ns1:cxn ang="0">
                  <ns1:pos x="T62" y="T63"/>
                </ns1:cxn>
                <ns1:cxn ang="0">
                  <ns1:pos x="T64" y="T65"/>
                </ns1:cxn>
                <ns1:cxn ang="0">
                  <ns1:pos x="T66" y="T67"/>
                </ns1:cxn>
                <ns1:cxn ang="0">
                  <ns1:pos x="T68" y="T69"/>
                </ns1:cxn>
                <ns1:cxn ang="0">
                  <ns1:pos x="T70" y="T71"/>
                </ns1:cxn>
                <ns1:cxn ang="0">
                  <ns1:pos x="T72" y="T73"/>
                </ns1:cxn>
                <ns1:cxn ang="0">
                  <ns1:pos x="T74" y="T75"/>
                </ns1:cxn>
                <ns1:cxn ang="0">
                  <ns1:pos x="T76" y="T77"/>
                </ns1:cxn>
                <ns1:cxn ang="0">
                  <ns1:pos x="T78" y="T79"/>
                </ns1:cxn>
                <ns1:cxn ang="0">
                  <ns1:pos x="T80" y="T81"/>
                </ns1:cxn>
                <ns1:cxn ang="0">
                  <ns1:pos x="T82" y="T83"/>
                </ns1:cxn>
                <ns1:cxn ang="0">
                  <ns1:pos x="T84" y="T85"/>
                </ns1:cxn>
                <ns1:cxn ang="0">
                  <ns1:pos x="T86" y="T87"/>
                </ns1:cxn>
                <ns1:cxn ang="0">
                  <ns1:pos x="T88" y="T89"/>
                </ns1:cxn>
                <ns1:cxn ang="0">
                  <ns1:pos x="T90" y="T91"/>
                </ns1:cxn>
                <ns1:cxn ang="0">
                  <ns1:pos x="T92" y="T93"/>
                </ns1:cxn>
                <ns1:cxn ang="0">
                  <ns1:pos x="T94" y="T95"/>
                </ns1:cxn>
                <ns1:cxn ang="0">
                  <ns1:pos x="T96" y="T97"/>
                </ns1:cxn>
                <ns1:cxn ang="0">
                  <ns1:pos x="T98" y="T99"/>
                </ns1:cxn>
                <ns1:cxn ang="0">
                  <ns1:pos x="T100" y="T101"/>
                </ns1:cxn>
                <ns1:cxn ang="0">
                  <ns1:pos x="T102" y="T103"/>
                </ns1:cxn>
                <ns1:cxn ang="0">
                  <ns1:pos x="T104" y="T105"/>
                </ns1:cxn>
                <ns1:cxn ang="0">
                  <ns1:pos x="T106" y="T107"/>
                </ns1:cxn>
                <ns1:cxn ang="0">
                  <ns1:pos x="T108" y="T109"/>
                </ns1:cxn>
                <ns1:cxn ang="0">
                  <ns1:pos x="T110" y="T111"/>
                </ns1:cxn>
                <ns1:cxn ang="0">
                  <ns1:pos x="T112" y="T113"/>
                </ns1:cxn>
                <ns1:cxn ang="0">
                  <ns1:pos x="T114" y="T115"/>
                </ns1:cxn>
              </ns1:cxnLst>
              <ns1:rect l="0" t="0" r="r" b="b"/>
              <ns1:pathLst>
                <ns1:path w="971" h="1283">
                  <ns1:moveTo>
                    <ns1:pt x="884" y="207"/>
                  </ns1:moveTo>
                  <ns1:cubicBezTo>
                    <ns1:pt x="715" y="207"/>
                    <ns1:pt x="715" y="207"/>
                    <ns1:pt x="715" y="207"/>
                  </ns1:cubicBezTo>
                  <ns1:cubicBezTo>
                    <ns1:pt x="715" y="192"/>
                    <ns1:pt x="715" y="192"/>
                    <ns1:pt x="715" y="192"/>
                  </ns1:cubicBezTo>
                  <ns1:cubicBezTo>
                    <ns1:pt x="715" y="169"/>
                    <ns1:pt x="696" y="150"/>
                    <ns1:pt x="673" y="150"/>
                  </ns1:cubicBezTo>
                  <ns1:cubicBezTo>
                    <ns1:pt x="578" y="150"/>
                    <ns1:pt x="578" y="150"/>
                    <ns1:pt x="578" y="150"/>
                  </ns1:cubicBezTo>
                  <ns1:cubicBezTo>
                    <ns1:pt x="585" y="136"/>
                    <ns1:pt x="589" y="120"/>
                    <ns1:pt x="589" y="103"/>
                  </ns1:cubicBezTo>
                  <ns1:cubicBezTo>
                    <ns1:pt x="589" y="46"/>
                    <ns1:pt x="542" y="0"/>
                    <ns1:pt x="485" y="0"/>
                  </ns1:cubicBezTo>
                  <ns1:cubicBezTo>
                    <ns1:pt x="428" y="0"/>
                    <ns1:pt x="382" y="46"/>
                    <ns1:pt x="382" y="103"/>
                  </ns1:cubicBezTo>
                  <ns1:cubicBezTo>
                    <ns1:pt x="382" y="120"/>
                    <ns1:pt x="386" y="136"/>
                    <ns1:pt x="393" y="150"/>
                  </ns1:cubicBezTo>
                  <ns1:cubicBezTo>
                    <ns1:pt x="297" y="150"/>
                    <ns1:pt x="297" y="150"/>
                    <ns1:pt x="297" y="150"/>
                  </ns1:cubicBezTo>
                  <ns1:cubicBezTo>
                    <ns1:pt x="274" y="150"/>
                    <ns1:pt x="255" y="169"/>
                    <ns1:pt x="255" y="192"/>
                  </ns1:cubicBezTo>
                  <ns1:cubicBezTo>
                    <ns1:pt x="255" y="207"/>
                    <ns1:pt x="255" y="207"/>
                    <ns1:pt x="255" y="207"/>
                  </ns1:cubicBezTo>
                  <ns1:cubicBezTo>
                    <ns1:pt x="87" y="207"/>
                    <ns1:pt x="87" y="207"/>
                    <ns1:pt x="87" y="207"/>
                  </ns1:cubicBezTo>
                  <ns1:cubicBezTo>
                    <ns1:pt x="39" y="207"/>
                    <ns1:pt x="0" y="246"/>
                    <ns1:pt x="0" y="294"/>
                  </ns1:cubicBezTo>
                  <ns1:cubicBezTo>
                    <ns1:pt x="0" y="1196"/>
                    <ns1:pt x="0" y="1196"/>
                    <ns1:pt x="0" y="1196"/>
                  </ns1:cubicBezTo>
                  <ns1:cubicBezTo>
                    <ns1:pt x="0" y="1244"/>
                    <ns1:pt x="39" y="1283"/>
                    <ns1:pt x="87" y="1283"/>
                  </ns1:cubicBezTo>
                  <ns1:cubicBezTo>
                    <ns1:pt x="884" y="1283"/>
                    <ns1:pt x="884" y="1283"/>
                    <ns1:pt x="884" y="1283"/>
                  </ns1:cubicBezTo>
                  <ns1:cubicBezTo>
                    <ns1:pt x="932" y="1283"/>
                    <ns1:pt x="971" y="1244"/>
                    <ns1:pt x="971" y="1196"/>
                  </ns1:cubicBezTo>
                  <ns1:cubicBezTo>
                    <ns1:pt x="971" y="294"/>
                    <ns1:pt x="971" y="294"/>
                    <ns1:pt x="971" y="294"/>
                  </ns1:cubicBezTo>
                  <ns1:cubicBezTo>
                    <ns1:pt x="971" y="246"/>
                    <ns1:pt x="932" y="207"/>
                    <ns1:pt x="884" y="207"/>
                  </ns1:cubicBezTo>
                  <ns1:close/>
                  <ns1:moveTo>
                    <ns1:pt x="485" y="59"/>
                  </ns1:moveTo>
                  <ns1:cubicBezTo>
                    <ns1:pt x="510" y="59"/>
                    <ns1:pt x="530" y="79"/>
                    <ns1:pt x="530" y="103"/>
                  </ns1:cubicBezTo>
                  <ns1:cubicBezTo>
                    <ns1:pt x="530" y="128"/>
                    <ns1:pt x="510" y="148"/>
                    <ns1:pt x="485" y="148"/>
                  </ns1:cubicBezTo>
                  <ns1:cubicBezTo>
                    <ns1:pt x="461" y="148"/>
                    <ns1:pt x="441" y="128"/>
                    <ns1:pt x="441" y="103"/>
                  </ns1:cubicBezTo>
                  <ns1:cubicBezTo>
                    <ns1:pt x="441" y="79"/>
                    <ns1:pt x="461" y="59"/>
                    <ns1:pt x="485" y="59"/>
                  </ns1:cubicBezTo>
                  <ns1:close/>
                  <ns1:moveTo>
                    <ns1:pt x="825" y="921"/>
                  </ns1:moveTo>
                  <ns1:cubicBezTo>
                    <ns1:pt x="659" y="921"/>
                    <ns1:pt x="659" y="921"/>
                    <ns1:pt x="659" y="921"/>
                  </ns1:cubicBezTo>
                  <ns1:cubicBezTo>
                    <ns1:pt x="659" y="1087"/>
                    <ns1:pt x="659" y="1087"/>
                    <ns1:pt x="659" y="1087"/>
                  </ns1:cubicBezTo>
                  <ns1:cubicBezTo>
                    <ns1:pt x="146" y="1087"/>
                    <ns1:pt x="146" y="1087"/>
                    <ns1:pt x="146" y="1087"/>
                  </ns1:cubicBezTo>
                  <ns1:cubicBezTo>
                    <ns1:pt x="146" y="275"/>
                    <ns1:pt x="146" y="275"/>
                    <ns1:pt x="146" y="275"/>
                  </ns1:cubicBezTo>
                  <ns1:cubicBezTo>
                    <ns1:pt x="255" y="275"/>
                    <ns1:pt x="255" y="275"/>
                    <ns1:pt x="255" y="275"/>
                  </ns1:cubicBezTo>
                  <ns1:cubicBezTo>
                    <ns1:pt x="255" y="290"/>
                    <ns1:pt x="255" y="290"/>
                    <ns1:pt x="255" y="290"/>
                  </ns1:cubicBezTo>
                  <ns1:cubicBezTo>
                    <ns1:pt x="255" y="313"/>
                    <ns1:pt x="274" y="332"/>
                    <ns1:pt x="297" y="332"/>
                  </ns1:cubicBezTo>
                  <ns1:cubicBezTo>
                    <ns1:pt x="673" y="332"/>
                    <ns1:pt x="673" y="332"/>
                    <ns1:pt x="673" y="332"/>
                  </ns1:cubicBezTo>
                  <ns1:cubicBezTo>
                    <ns1:pt x="696" y="332"/>
                    <ns1:pt x="715" y="313"/>
                    <ns1:pt x="715" y="290"/>
                  </ns1:cubicBezTo>
                  <ns1:cubicBezTo>
                    <ns1:pt x="715" y="275"/>
                    <ns1:pt x="715" y="275"/>
                    <ns1:pt x="715" y="275"/>
                  </ns1:cubicBezTo>
                  <ns1:cubicBezTo>
                    <ns1:pt x="825" y="275"/>
                    <ns1:pt x="825" y="275"/>
                    <ns1:pt x="825" y="275"/>
                  </ns1:cubicBezTo>
                  <ns1:lnTo>
                    <ns1:pt x="825" y="921"/>
                  </ns1:lnTo>
                  <ns1:close/>
                  <ns1:moveTo>
                    <ns1:pt x="802" y="953"/>
                  </ns1:moveTo>
                  <ns1:cubicBezTo>
                    <ns1:pt x="770" y="985"/>
                    <ns1:pt x="726" y="1029"/>
                    <ns1:pt x="691" y="1065"/>
                  </ns1:cubicBezTo>
                  <ns1:cubicBezTo>
                    <ns1:pt x="691" y="953"/>
                    <ns1:pt x="691" y="953"/>
                    <ns1:pt x="691" y="953"/>
                  </ns1:cubicBezTo>
                  <ns1:lnTo>
                    <ns1:pt x="802" y="953"/>
                  </ns1:lnTo>
                  <ns1:close/>
                  <ns1:moveTo>
                    <ns1:pt x="903" y="1196"/>
                  </ns1:moveTo>
                  <ns1:cubicBezTo>
                    <ns1:pt x="903" y="1207"/>
                    <ns1:pt x="894" y="1215"/>
                    <ns1:pt x="884" y="1215"/>
                  </ns1:cubicBezTo>
                  <ns1:cubicBezTo>
                    <ns1:pt x="87" y="1215"/>
                    <ns1:pt x="87" y="1215"/>
                    <ns1:pt x="87" y="1215"/>
                  </ns1:cubicBezTo>
                  <ns1:cubicBezTo>
                    <ns1:pt x="76" y="1215"/>
                    <ns1:pt x="68" y="1207"/>
                    <ns1:pt x="68" y="1196"/>
                  </ns1:cubicBezTo>
                  <ns1:cubicBezTo>
                    <ns1:pt x="68" y="294"/>
                    <ns1:pt x="68" y="294"/>
                    <ns1:pt x="68" y="294"/>
                  </ns1:cubicBezTo>
                  <ns1:cubicBezTo>
                    <ns1:pt x="68" y="284"/>
                    <ns1:pt x="76" y="275"/>
                    <ns1:pt x="87" y="275"/>
                  </ns1:cubicBezTo>
                  <ns1:cubicBezTo>
                    <ns1:pt x="114" y="275"/>
                    <ns1:pt x="114" y="275"/>
                    <ns1:pt x="114" y="275"/>
                  </ns1:cubicBezTo>
                  <ns1:cubicBezTo>
                    <ns1:pt x="114" y="1120"/>
                    <ns1:pt x="114" y="1120"/>
                    <ns1:pt x="114" y="1120"/>
                  </ns1:cubicBezTo>
                  <ns1:cubicBezTo>
                    <ns1:pt x="681" y="1120"/>
                    <ns1:pt x="681" y="1120"/>
                    <ns1:pt x="681" y="1120"/>
                  </ns1:cubicBezTo>
                  <ns1:cubicBezTo>
                    <ns1:pt x="686" y="1115"/>
                    <ns1:pt x="686" y="1115"/>
                    <ns1:pt x="686" y="1115"/>
                  </ns1:cubicBezTo>
                  <ns1:cubicBezTo>
                    <ns1:pt x="732" y="1069"/>
                    <ns1:pt x="818" y="983"/>
                    <ns1:pt x="852" y="948"/>
                  </ns1:cubicBezTo>
                  <ns1:cubicBezTo>
                    <ns1:pt x="857" y="943"/>
                    <ns1:pt x="857" y="943"/>
                    <ns1:pt x="857" y="943"/>
                  </ns1:cubicBezTo>
                  <ns1:cubicBezTo>
                    <ns1:pt x="857" y="275"/>
                    <ns1:pt x="857" y="275"/>
                    <ns1:pt x="857" y="275"/>
                  </ns1:cubicBezTo>
                  <ns1:cubicBezTo>
                    <ns1:pt x="884" y="275"/>
                    <ns1:pt x="884" y="275"/>
                    <ns1:pt x="884" y="275"/>
                  </ns1:cubicBezTo>
                  <ns1:cubicBezTo>
                    <ns1:pt x="894" y="275"/>
                    <ns1:pt x="903" y="284"/>
                    <ns1:pt x="903" y="294"/>
                  </ns1:cubicBezTo>
                  <ns1:lnTo>
                    <ns1:pt x="903" y="1196"/>
                  </ns1:ln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272" name="Rectangle 66"/>
            <ns0:cNvSpPr>
              <ns1:spLocks noChangeArrowheads="1"/>
            </ns0:cNvSpPr>
            <ns0:nvPr/>
          </ns0:nvSpPr>
          <ns0:spPr bwMode="auto">
            <ns1:xfrm>
              <ns1:off x="5208588" y="2003426"/>
              <ns1:ext cx="298450" cy="17463"/>
            </ns1:xfrm>
            <ns1:prstGeom prst="rect">
              <ns1:avLst/>
            </ns1:pr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miter lim="800000"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273" name="Rectangle 67"/>
            <ns0:cNvSpPr>
              <ns1:spLocks noChangeArrowheads="1"/>
            </ns0:cNvSpPr>
            <ns0:nvPr/>
          </ns0:nvSpPr>
          <ns0:spPr bwMode="auto">
            <ns1:xfrm>
              <ns1:off x="5208588" y="2081213"/>
              <ns1:ext cx="298450" cy="17463"/>
            </ns1:xfrm>
            <ns1:prstGeom prst="rect">
              <ns1:avLst/>
            </ns1:pr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miter lim="800000"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274" name="Rectangle 68"/>
            <ns0:cNvSpPr>
              <ns1:spLocks noChangeArrowheads="1"/>
            </ns0:cNvSpPr>
            <ns0:nvPr/>
          </ns0:nvSpPr>
          <ns0:spPr bwMode="auto">
            <ns1:xfrm>
              <ns1:off x="5208588" y="2154238"/>
              <ns1:ext cx="298450" cy="17463"/>
            </ns1:xfrm>
            <ns1:prstGeom prst="rect">
              <ns1:avLst/>
            </ns1:pr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miter lim="800000"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</ns0:grpSp>
      <ns0:grpSp>
        <ns0:nvGrpSpPr>
          <ns0:cNvPr id="275" name="Group 274"/>
          <ns0:cNvGrpSpPr/>
          <ns0:nvPr/>
        </ns0:nvGrpSpPr>
        <ns0:grpSpPr>
          <ns1:xfrm>
            <ns1:off x="6239343" y="5335443"/>
            <ns1:ext cx="381639" cy="430304"/>
            <ns1:chOff x="6775450" y="3722688"/>
            <ns1:chExt cx="473075" cy="533400"/>
          </ns1:xfrm>
          <ns1:solidFill>
            <ns1:schemeClr val="tx1"/>
          </ns1:solidFill>
        </ns0:grpSpPr>
        <ns0:sp>
          <ns0:nvSpPr>
            <ns0:cNvPr id="276" name="Freeform 174"/>
            <ns0:cNvSpPr>
              <ns1:spLocks noEditPoints="1"/>
            </ns0:cNvSpPr>
            <ns0:nvPr/>
          </ns0:nvSpPr>
          <ns0:spPr bwMode="auto">
            <ns1:xfrm>
              <ns1:off x="6775450" y="3827463"/>
              <ns1:ext cx="473075" cy="428625"/>
            </ns1:xfrm>
            <ns1:custGeom>
              <ns1:avLst/>
              <ns1:gdLst>
                <ns1:gd name="T0" fmla="*/ 119 w 126"/>
                <ns1:gd name="T1" fmla="*/ 51 h 114"/>
                <ns1:gd name="T2" fmla="*/ 118 w 126"/>
                <ns1:gd name="T3" fmla="*/ 51 h 114"/>
                <ns1:gd name="T4" fmla="*/ 114 w 126"/>
                <ns1:gd name="T5" fmla="*/ 40 h 114"/>
                <ns1:gd name="T6" fmla="*/ 88 w 126"/>
                <ns1:gd name="T7" fmla="*/ 49 h 114"/>
                <ns1:gd name="T8" fmla="*/ 48 w 126"/>
                <ns1:gd name="T9" fmla="*/ 13 h 114"/>
                <ns1:gd name="T10" fmla="*/ 29 w 126"/>
                <ns1:gd name="T11" fmla="*/ 2 h 114"/>
                <ns1:gd name="T12" fmla="*/ 23 w 126"/>
                <ns1:gd name="T13" fmla="*/ 5 h 114"/>
                <ns1:gd name="T14" fmla="*/ 23 w 126"/>
                <ns1:gd name="T15" fmla="*/ 27 h 114"/>
                <ns1:gd name="T16" fmla="*/ 11 w 126"/>
                <ns1:gd name="T17" fmla="*/ 46 h 114"/>
                <ns1:gd name="T18" fmla="*/ 6 w 126"/>
                <ns1:gd name="T19" fmla="*/ 46 h 114"/>
                <ns1:gd name="T20" fmla="*/ 0 w 126"/>
                <ns1:gd name="T21" fmla="*/ 52 h 114"/>
                <ns1:gd name="T22" fmla="*/ 0 w 126"/>
                <ns1:gd name="T23" fmla="*/ 64 h 114"/>
                <ns1:gd name="T24" fmla="*/ 6 w 126"/>
                <ns1:gd name="T25" fmla="*/ 70 h 114"/>
                <ns1:gd name="T26" fmla="*/ 11 w 126"/>
                <ns1:gd name="T27" fmla="*/ 70 h 114"/>
                <ns1:gd name="T28" fmla="*/ 37 w 126"/>
                <ns1:gd name="T29" fmla="*/ 98 h 114"/>
                <ns1:gd name="T30" fmla="*/ 37 w 126"/>
                <ns1:gd name="T31" fmla="*/ 99 h 114"/>
                <ns1:gd name="T32" fmla="*/ 37 w 126"/>
                <ns1:gd name="T33" fmla="*/ 107 h 114"/>
                <ns1:gd name="T34" fmla="*/ 43 w 126"/>
                <ns1:gd name="T35" fmla="*/ 114 h 114"/>
                <ns1:gd name="T36" fmla="*/ 50 w 126"/>
                <ns1:gd name="T37" fmla="*/ 114 h 114"/>
                <ns1:gd name="T38" fmla="*/ 56 w 126"/>
                <ns1:gd name="T39" fmla="*/ 107 h 114"/>
                <ns1:gd name="T40" fmla="*/ 56 w 126"/>
                <ns1:gd name="T41" fmla="*/ 104 h 114"/>
                <ns1:gd name="T42" fmla="*/ 64 w 126"/>
                <ns1:gd name="T43" fmla="*/ 104 h 114"/>
                <ns1:gd name="T44" fmla="*/ 70 w 126"/>
                <ns1:gd name="T45" fmla="*/ 104 h 114"/>
                <ns1:gd name="T46" fmla="*/ 70 w 126"/>
                <ns1:gd name="T47" fmla="*/ 107 h 114"/>
                <ns1:gd name="T48" fmla="*/ 76 w 126"/>
                <ns1:gd name="T49" fmla="*/ 114 h 114"/>
                <ns1:gd name="T50" fmla="*/ 83 w 126"/>
                <ns1:gd name="T51" fmla="*/ 114 h 114"/>
                <ns1:gd name="T52" fmla="*/ 90 w 126"/>
                <ns1:gd name="T53" fmla="*/ 107 h 114"/>
                <ns1:gd name="T54" fmla="*/ 90 w 126"/>
                <ns1:gd name="T55" fmla="*/ 99 h 114"/>
                <ns1:gd name="T56" fmla="*/ 90 w 126"/>
                <ns1:gd name="T57" fmla="*/ 99 h 114"/>
                <ns1:gd name="T58" fmla="*/ 118 w 126"/>
                <ns1:gd name="T59" fmla="*/ 64 h 114"/>
                <ns1:gd name="T60" fmla="*/ 119 w 126"/>
                <ns1:gd name="T61" fmla="*/ 65 h 114"/>
                <ns1:gd name="T62" fmla="*/ 126 w 126"/>
                <ns1:gd name="T63" fmla="*/ 58 h 114"/>
                <ns1:gd name="T64" fmla="*/ 119 w 126"/>
                <ns1:gd name="T65" fmla="*/ 51 h 114"/>
                <ns1:gd name="T66" fmla="*/ 29 w 126"/>
                <ns1:gd name="T67" fmla="*/ 48 h 114"/>
                <ns1:gd name="T68" fmla="*/ 23 w 126"/>
                <ns1:gd name="T69" fmla="*/ 42 h 114"/>
                <ns1:gd name="T70" fmla="*/ 29 w 126"/>
                <ns1:gd name="T71" fmla="*/ 36 h 114"/>
                <ns1:gd name="T72" fmla="*/ 35 w 126"/>
                <ns1:gd name="T73" fmla="*/ 42 h 114"/>
                <ns1:gd name="T74" fmla="*/ 29 w 126"/>
                <ns1:gd name="T75" fmla="*/ 48 h 114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  <ns1:cxn ang="0">
                  <ns1:pos x="T30" y="T31"/>
                </ns1:cxn>
                <ns1:cxn ang="0">
                  <ns1:pos x="T32" y="T33"/>
                </ns1:cxn>
                <ns1:cxn ang="0">
                  <ns1:pos x="T34" y="T35"/>
                </ns1:cxn>
                <ns1:cxn ang="0">
                  <ns1:pos x="T36" y="T37"/>
                </ns1:cxn>
                <ns1:cxn ang="0">
                  <ns1:pos x="T38" y="T39"/>
                </ns1:cxn>
                <ns1:cxn ang="0">
                  <ns1:pos x="T40" y="T41"/>
                </ns1:cxn>
                <ns1:cxn ang="0">
                  <ns1:pos x="T42" y="T43"/>
                </ns1:cxn>
                <ns1:cxn ang="0">
                  <ns1:pos x="T44" y="T45"/>
                </ns1:cxn>
                <ns1:cxn ang="0">
                  <ns1:pos x="T46" y="T47"/>
                </ns1:cxn>
                <ns1:cxn ang="0">
                  <ns1:pos x="T48" y="T49"/>
                </ns1:cxn>
                <ns1:cxn ang="0">
                  <ns1:pos x="T50" y="T51"/>
                </ns1:cxn>
                <ns1:cxn ang="0">
                  <ns1:pos x="T52" y="T53"/>
                </ns1:cxn>
                <ns1:cxn ang="0">
                  <ns1:pos x="T54" y="T55"/>
                </ns1:cxn>
                <ns1:cxn ang="0">
                  <ns1:pos x="T56" y="T57"/>
                </ns1:cxn>
                <ns1:cxn ang="0">
                  <ns1:pos x="T58" y="T59"/>
                </ns1:cxn>
                <ns1:cxn ang="0">
                  <ns1:pos x="T60" y="T61"/>
                </ns1:cxn>
                <ns1:cxn ang="0">
                  <ns1:pos x="T62" y="T63"/>
                </ns1:cxn>
                <ns1:cxn ang="0">
                  <ns1:pos x="T64" y="T65"/>
                </ns1:cxn>
                <ns1:cxn ang="0">
                  <ns1:pos x="T66" y="T67"/>
                </ns1:cxn>
                <ns1:cxn ang="0">
                  <ns1:pos x="T68" y="T69"/>
                </ns1:cxn>
                <ns1:cxn ang="0">
                  <ns1:pos x="T70" y="T71"/>
                </ns1:cxn>
                <ns1:cxn ang="0">
                  <ns1:pos x="T72" y="T73"/>
                </ns1:cxn>
                <ns1:cxn ang="0">
                  <ns1:pos x="T74" y="T75"/>
                </ns1:cxn>
              </ns1:cxnLst>
              <ns1:rect l="0" t="0" r="r" b="b"/>
              <ns1:pathLst>
                <ns1:path w="126" h="114">
                  <ns1:moveTo>
                    <ns1:pt x="119" y="51"/>
                  </ns1:moveTo>
                  <ns1:cubicBezTo>
                    <ns1:pt x="119" y="51"/>
                    <ns1:pt x="118" y="51"/>
                    <ns1:pt x="118" y="51"/>
                  </ns1:cubicBezTo>
                  <ns1:cubicBezTo>
                    <ns1:pt x="117" y="47"/>
                    <ns1:pt x="116" y="43"/>
                    <ns1:pt x="114" y="40"/>
                  </ns1:cubicBezTo>
                  <ns1:cubicBezTo>
                    <ns1:pt x="107" y="45"/>
                    <ns1:pt x="98" y="49"/>
                    <ns1:pt x="88" y="49"/>
                  </ns1:cubicBezTo>
                  <ns1:cubicBezTo>
                    <ns1:pt x="67" y="49"/>
                    <ns1:pt x="50" y="33"/>
                    <ns1:pt x="48" y="13"/>
                  </ns1:cubicBezTo>
                  <ns1:cubicBezTo>
                    <ns1:pt x="29" y="2"/>
                    <ns1:pt x="29" y="2"/>
                    <ns1:pt x="29" y="2"/>
                  </ns1:cubicBezTo>
                  <ns1:cubicBezTo>
                    <ns1:pt x="26" y="0"/>
                    <ns1:pt x="23" y="1"/>
                    <ns1:pt x="23" y="5"/>
                  </ns1:cubicBezTo>
                  <ns1:cubicBezTo>
                    <ns1:pt x="23" y="27"/>
                    <ns1:pt x="23" y="27"/>
                    <ns1:pt x="23" y="27"/>
                  </ns1:cubicBezTo>
                  <ns1:cubicBezTo>
                    <ns1:pt x="17" y="32"/>
                    <ns1:pt x="13" y="39"/>
                    <ns1:pt x="11" y="46"/>
                  </ns1:cubicBezTo>
                  <ns1:cubicBezTo>
                    <ns1:pt x="6" y="46"/>
                    <ns1:pt x="6" y="46"/>
                    <ns1:pt x="6" y="46"/>
                  </ns1:cubicBezTo>
                  <ns1:cubicBezTo>
                    <ns1:pt x="3" y="46"/>
                    <ns1:pt x="0" y="49"/>
                    <ns1:pt x="0" y="52"/>
                  </ns1:cubicBezTo>
                  <ns1:cubicBezTo>
                    <ns1:pt x="0" y="64"/>
                    <ns1:pt x="0" y="64"/>
                    <ns1:pt x="0" y="64"/>
                  </ns1:cubicBezTo>
                  <ns1:cubicBezTo>
                    <ns1:pt x="0" y="67"/>
                    <ns1:pt x="3" y="70"/>
                    <ns1:pt x="6" y="70"/>
                  </ns1:cubicBezTo>
                  <ns1:cubicBezTo>
                    <ns1:pt x="11" y="70"/>
                    <ns1:pt x="11" y="70"/>
                    <ns1:pt x="11" y="70"/>
                  </ns1:cubicBezTo>
                  <ns1:cubicBezTo>
                    <ns1:pt x="15" y="82"/>
                    <ns1:pt x="24" y="92"/>
                    <ns1:pt x="37" y="98"/>
                  </ns1:cubicBezTo>
                  <ns1:cubicBezTo>
                    <ns1:pt x="37" y="99"/>
                    <ns1:pt x="37" y="99"/>
                    <ns1:pt x="37" y="99"/>
                  </ns1:cubicBezTo>
                  <ns1:cubicBezTo>
                    <ns1:pt x="37" y="107"/>
                    <ns1:pt x="37" y="107"/>
                    <ns1:pt x="37" y="107"/>
                  </ns1:cubicBezTo>
                  <ns1:cubicBezTo>
                    <ns1:pt x="37" y="111"/>
                    <ns1:pt x="40" y="114"/>
                    <ns1:pt x="43" y="114"/>
                  </ns1:cubicBezTo>
                  <ns1:cubicBezTo>
                    <ns1:pt x="50" y="114"/>
                    <ns1:pt x="50" y="114"/>
                    <ns1:pt x="50" y="114"/>
                  </ns1:cubicBezTo>
                  <ns1:cubicBezTo>
                    <ns1:pt x="54" y="114"/>
                    <ns1:pt x="56" y="111"/>
                    <ns1:pt x="56" y="107"/>
                  </ns1:cubicBezTo>
                  <ns1:cubicBezTo>
                    <ns1:pt x="56" y="104"/>
                    <ns1:pt x="56" y="104"/>
                    <ns1:pt x="56" y="104"/>
                  </ns1:cubicBezTo>
                  <ns1:cubicBezTo>
                    <ns1:pt x="59" y="104"/>
                    <ns1:pt x="61" y="104"/>
                    <ns1:pt x="64" y="104"/>
                  </ns1:cubicBezTo>
                  <ns1:cubicBezTo>
                    <ns1:pt x="66" y="104"/>
                    <ns1:pt x="68" y="104"/>
                    <ns1:pt x="70" y="104"/>
                  </ns1:cubicBezTo>
                  <ns1:cubicBezTo>
                    <ns1:pt x="70" y="107"/>
                    <ns1:pt x="70" y="107"/>
                    <ns1:pt x="70" y="107"/>
                  </ns1:cubicBezTo>
                  <ns1:cubicBezTo>
                    <ns1:pt x="70" y="111"/>
                    <ns1:pt x="73" y="114"/>
                    <ns1:pt x="76" y="114"/>
                  </ns1:cubicBezTo>
                  <ns1:cubicBezTo>
                    <ns1:pt x="83" y="114"/>
                    <ns1:pt x="83" y="114"/>
                    <ns1:pt x="83" y="114"/>
                  </ns1:cubicBezTo>
                  <ns1:cubicBezTo>
                    <ns1:pt x="87" y="114"/>
                    <ns1:pt x="90" y="111"/>
                    <ns1:pt x="90" y="107"/>
                  </ns1:cubicBezTo>
                  <ns1:cubicBezTo>
                    <ns1:pt x="90" y="99"/>
                    <ns1:pt x="90" y="99"/>
                    <ns1:pt x="90" y="99"/>
                  </ns1:cubicBezTo>
                  <ns1:cubicBezTo>
                    <ns1:pt x="90" y="99"/>
                    <ns1:pt x="90" y="99"/>
                    <ns1:pt x="90" y="99"/>
                  </ns1:cubicBezTo>
                  <ns1:cubicBezTo>
                    <ns1:pt x="105" y="92"/>
                    <ns1:pt x="115" y="79"/>
                    <ns1:pt x="118" y="64"/>
                  </ns1:cubicBezTo>
                  <ns1:cubicBezTo>
                    <ns1:pt x="118" y="65"/>
                    <ns1:pt x="119" y="65"/>
                    <ns1:pt x="119" y="65"/>
                  </ns1:cubicBezTo>
                  <ns1:cubicBezTo>
                    <ns1:pt x="123" y="65"/>
                    <ns1:pt x="126" y="62"/>
                    <ns1:pt x="126" y="58"/>
                  </ns1:cubicBezTo>
                  <ns1:cubicBezTo>
                    <ns1:pt x="126" y="54"/>
                    <ns1:pt x="123" y="51"/>
                    <ns1:pt x="119" y="51"/>
                  </ns1:cubicBezTo>
                  <ns1:close/>
                  <ns1:moveTo>
                    <ns1:pt x="29" y="48"/>
                  </ns1:moveTo>
                  <ns1:cubicBezTo>
                    <ns1:pt x="25" y="48"/>
                    <ns1:pt x="23" y="45"/>
                    <ns1:pt x="23" y="42"/>
                  </ns1:cubicBezTo>
                  <ns1:cubicBezTo>
                    <ns1:pt x="23" y="38"/>
                    <ns1:pt x="25" y="36"/>
                    <ns1:pt x="29" y="36"/>
                  </ns1:cubicBezTo>
                  <ns1:cubicBezTo>
                    <ns1:pt x="32" y="36"/>
                    <ns1:pt x="35" y="38"/>
                    <ns1:pt x="35" y="42"/>
                  </ns1:cubicBezTo>
                  <ns1:cubicBezTo>
                    <ns1:pt x="35" y="45"/>
                    <ns1:pt x="32" y="48"/>
                    <ns1:pt x="29" y="48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277" name="Freeform 175"/>
            <ns0:cNvSpPr>
              <ns1:spLocks noEditPoints="1"/>
            </ns0:cNvSpPr>
            <ns0:nvPr/>
          </ns0:nvSpPr>
          <ns0:spPr bwMode="auto">
            <ns1:xfrm>
              <ns1:off x="6970713" y="3722688"/>
              <ns1:ext cx="269875" cy="274638"/>
            </ns1:xfrm>
            <ns1:custGeom>
              <ns1:avLst/>
              <ns1:gdLst>
                <ns1:gd name="T0" fmla="*/ 36 w 72"/>
                <ns1:gd name="T1" fmla="*/ 73 h 73"/>
                <ns1:gd name="T2" fmla="*/ 72 w 72"/>
                <ns1:gd name="T3" fmla="*/ 37 h 73"/>
                <ns1:gd name="T4" fmla="*/ 36 w 72"/>
                <ns1:gd name="T5" fmla="*/ 0 h 73"/>
                <ns1:gd name="T6" fmla="*/ 0 w 72"/>
                <ns1:gd name="T7" fmla="*/ 37 h 73"/>
                <ns1:gd name="T8" fmla="*/ 36 w 72"/>
                <ns1:gd name="T9" fmla="*/ 73 h 73"/>
                <ns1:gd name="T10" fmla="*/ 34 w 72"/>
                <ns1:gd name="T11" fmla="*/ 38 h 73"/>
                <ns1:gd name="T12" fmla="*/ 25 w 72"/>
                <ns1:gd name="T13" fmla="*/ 28 h 73"/>
                <ns1:gd name="T14" fmla="*/ 34 w 72"/>
                <ns1:gd name="T15" fmla="*/ 19 h 73"/>
                <ns1:gd name="T16" fmla="*/ 34 w 72"/>
                <ns1:gd name="T17" fmla="*/ 14 h 73"/>
                <ns1:gd name="T18" fmla="*/ 39 w 72"/>
                <ns1:gd name="T19" fmla="*/ 14 h 73"/>
                <ns1:gd name="T20" fmla="*/ 39 w 72"/>
                <ns1:gd name="T21" fmla="*/ 19 h 73"/>
                <ns1:gd name="T22" fmla="*/ 47 w 72"/>
                <ns1:gd name="T23" fmla="*/ 20 h 73"/>
                <ns1:gd name="T24" fmla="*/ 45 w 72"/>
                <ns1:gd name="T25" fmla="*/ 26 h 73"/>
                <ns1:gd name="T26" fmla="*/ 37 w 72"/>
                <ns1:gd name="T27" fmla="*/ 24 h 73"/>
                <ns1:gd name="T28" fmla="*/ 33 w 72"/>
                <ns1:gd name="T29" fmla="*/ 27 h 73"/>
                <ns1:gd name="T30" fmla="*/ 39 w 72"/>
                <ns1:gd name="T31" fmla="*/ 32 h 73"/>
                <ns1:gd name="T32" fmla="*/ 48 w 72"/>
                <ns1:gd name="T33" fmla="*/ 42 h 73"/>
                <ns1:gd name="T34" fmla="*/ 39 w 72"/>
                <ns1:gd name="T35" fmla="*/ 52 h 73"/>
                <ns1:gd name="T36" fmla="*/ 39 w 72"/>
                <ns1:gd name="T37" fmla="*/ 57 h 73"/>
                <ns1:gd name="T38" fmla="*/ 33 w 72"/>
                <ns1:gd name="T39" fmla="*/ 57 h 73"/>
                <ns1:gd name="T40" fmla="*/ 33 w 72"/>
                <ns1:gd name="T41" fmla="*/ 52 h 73"/>
                <ns1:gd name="T42" fmla="*/ 24 w 72"/>
                <ns1:gd name="T43" fmla="*/ 50 h 73"/>
                <ns1:gd name="T44" fmla="*/ 26 w 72"/>
                <ns1:gd name="T45" fmla="*/ 44 h 73"/>
                <ns1:gd name="T46" fmla="*/ 35 w 72"/>
                <ns1:gd name="T47" fmla="*/ 46 h 73"/>
                <ns1:gd name="T48" fmla="*/ 40 w 72"/>
                <ns1:gd name="T49" fmla="*/ 43 h 73"/>
                <ns1:gd name="T50" fmla="*/ 34 w 72"/>
                <ns1:gd name="T51" fmla="*/ 38 h 73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  <ns1:cxn ang="0">
                  <ns1:pos x="T30" y="T31"/>
                </ns1:cxn>
                <ns1:cxn ang="0">
                  <ns1:pos x="T32" y="T33"/>
                </ns1:cxn>
                <ns1:cxn ang="0">
                  <ns1:pos x="T34" y="T35"/>
                </ns1:cxn>
                <ns1:cxn ang="0">
                  <ns1:pos x="T36" y="T37"/>
                </ns1:cxn>
                <ns1:cxn ang="0">
                  <ns1:pos x="T38" y="T39"/>
                </ns1:cxn>
                <ns1:cxn ang="0">
                  <ns1:pos x="T40" y="T41"/>
                </ns1:cxn>
                <ns1:cxn ang="0">
                  <ns1:pos x="T42" y="T43"/>
                </ns1:cxn>
                <ns1:cxn ang="0">
                  <ns1:pos x="T44" y="T45"/>
                </ns1:cxn>
                <ns1:cxn ang="0">
                  <ns1:pos x="T46" y="T47"/>
                </ns1:cxn>
                <ns1:cxn ang="0">
                  <ns1:pos x="T48" y="T49"/>
                </ns1:cxn>
                <ns1:cxn ang="0">
                  <ns1:pos x="T50" y="T51"/>
                </ns1:cxn>
              </ns1:cxnLst>
              <ns1:rect l="0" t="0" r="r" b="b"/>
              <ns1:pathLst>
                <ns1:path w="72" h="73">
                  <ns1:moveTo>
                    <ns1:pt x="36" y="73"/>
                  </ns1:moveTo>
                  <ns1:cubicBezTo>
                    <ns1:pt x="56" y="73"/>
                    <ns1:pt x="72" y="57"/>
                    <ns1:pt x="72" y="37"/>
                  </ns1:cubicBezTo>
                  <ns1:cubicBezTo>
                    <ns1:pt x="72" y="17"/>
                    <ns1:pt x="56" y="0"/>
                    <ns1:pt x="36" y="0"/>
                  </ns1:cubicBezTo>
                  <ns1:cubicBezTo>
                    <ns1:pt x="16" y="0"/>
                    <ns1:pt x="0" y="17"/>
                    <ns1:pt x="0" y="37"/>
                  </ns1:cubicBezTo>
                  <ns1:cubicBezTo>
                    <ns1:pt x="0" y="57"/>
                    <ns1:pt x="16" y="73"/>
                    <ns1:pt x="36" y="73"/>
                  </ns1:cubicBezTo>
                  <ns1:close/>
                  <ns1:moveTo>
                    <ns1:pt x="34" y="38"/>
                  </ns1:moveTo>
                  <ns1:cubicBezTo>
                    <ns1:pt x="28" y="36"/>
                    <ns1:pt x="25" y="34"/>
                    <ns1:pt x="25" y="28"/>
                  </ns1:cubicBezTo>
                  <ns1:cubicBezTo>
                    <ns1:pt x="25" y="24"/>
                    <ns1:pt x="28" y="20"/>
                    <ns1:pt x="34" y="19"/>
                  </ns1:cubicBezTo>
                  <ns1:cubicBezTo>
                    <ns1:pt x="34" y="14"/>
                    <ns1:pt x="34" y="14"/>
                    <ns1:pt x="34" y="14"/>
                  </ns1:cubicBezTo>
                  <ns1:cubicBezTo>
                    <ns1:pt x="39" y="14"/>
                    <ns1:pt x="39" y="14"/>
                    <ns1:pt x="39" y="14"/>
                  </ns1:cubicBezTo>
                  <ns1:cubicBezTo>
                    <ns1:pt x="39" y="19"/>
                    <ns1:pt x="39" y="19"/>
                    <ns1:pt x="39" y="19"/>
                  </ns1:cubicBezTo>
                  <ns1:cubicBezTo>
                    <ns1:pt x="42" y="19"/>
                    <ns1:pt x="45" y="19"/>
                    <ns1:pt x="47" y="20"/>
                  </ns1:cubicBezTo>
                  <ns1:cubicBezTo>
                    <ns1:pt x="45" y="26"/>
                    <ns1:pt x="45" y="26"/>
                    <ns1:pt x="45" y="26"/>
                  </ns1:cubicBezTo>
                  <ns1:cubicBezTo>
                    <ns1:pt x="44" y="26"/>
                    <ns1:pt x="41" y="24"/>
                    <ns1:pt x="37" y="24"/>
                  </ns1:cubicBezTo>
                  <ns1:cubicBezTo>
                    <ns1:pt x="34" y="24"/>
                    <ns1:pt x="33" y="26"/>
                    <ns1:pt x="33" y="27"/>
                  </ns1:cubicBezTo>
                  <ns1:cubicBezTo>
                    <ns1:pt x="33" y="29"/>
                    <ns1:pt x="35" y="30"/>
                    <ns1:pt x="39" y="32"/>
                  </ns1:cubicBezTo>
                  <ns1:cubicBezTo>
                    <ns1:pt x="46" y="34"/>
                    <ns1:pt x="48" y="37"/>
                    <ns1:pt x="48" y="42"/>
                  </ns1:cubicBezTo>
                  <ns1:cubicBezTo>
                    <ns1:pt x="48" y="47"/>
                    <ns1:pt x="45" y="51"/>
                    <ns1:pt x="39" y="52"/>
                  </ns1:cubicBezTo>
                  <ns1:cubicBezTo>
                    <ns1:pt x="39" y="57"/>
                    <ns1:pt x="39" y="57"/>
                    <ns1:pt x="39" y="57"/>
                  </ns1:cubicBezTo>
                  <ns1:cubicBezTo>
                    <ns1:pt x="33" y="57"/>
                    <ns1:pt x="33" y="57"/>
                    <ns1:pt x="33" y="57"/>
                  </ns1:cubicBezTo>
                  <ns1:cubicBezTo>
                    <ns1:pt x="33" y="52"/>
                    <ns1:pt x="33" y="52"/>
                    <ns1:pt x="33" y="52"/>
                  </ns1:cubicBezTo>
                  <ns1:cubicBezTo>
                    <ns1:pt x="30" y="52"/>
                    <ns1:pt x="26" y="51"/>
                    <ns1:pt x="24" y="50"/>
                  </ns1:cubicBezTo>
                  <ns1:cubicBezTo>
                    <ns1:pt x="26" y="44"/>
                    <ns1:pt x="26" y="44"/>
                    <ns1:pt x="26" y="44"/>
                  </ns1:cubicBezTo>
                  <ns1:cubicBezTo>
                    <ns1:pt x="28" y="45"/>
                    <ns1:pt x="31" y="46"/>
                    <ns1:pt x="35" y="46"/>
                  </ns1:cubicBezTo>
                  <ns1:cubicBezTo>
                    <ns1:pt x="38" y="46"/>
                    <ns1:pt x="40" y="45"/>
                    <ns1:pt x="40" y="43"/>
                  </ns1:cubicBezTo>
                  <ns1:cubicBezTo>
                    <ns1:pt x="40" y="41"/>
                    <ns1:pt x="38" y="39"/>
                    <ns1:pt x="34" y="38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</ns0:grpSp>
      <ns0:sp>
        <ns0:nvSpPr>
          <ns0:cNvPr id="278" name="Freeform 49"/>
          <ns0:cNvSpPr>
            <ns1:spLocks noEditPoints="1"/>
          </ns0:cNvSpPr>
          <ns0:nvPr/>
        </ns0:nvSpPr>
        <ns0:spPr bwMode="auto">
          <ns1:xfrm>
            <ns1:off x="5223975" y="5380908"/>
            <ns1:ext cx="412375" cy="339377"/>
          </ns1:xfrm>
          <ns1:custGeom>
            <ns1:avLst/>
            <ns1:gdLst>
              <ns1:gd name="T0" fmla="*/ 123 w 136"/>
              <ns1:gd name="T1" fmla="*/ 22 h 112"/>
              <ns1:gd name="T2" fmla="*/ 92 w 136"/>
              <ns1:gd name="T3" fmla="*/ 22 h 112"/>
              <ns1:gd name="T4" fmla="*/ 92 w 136"/>
              <ns1:gd name="T5" fmla="*/ 14 h 112"/>
              <ns1:gd name="T6" fmla="*/ 79 w 136"/>
              <ns1:gd name="T7" fmla="*/ 0 h 112"/>
              <ns1:gd name="T8" fmla="*/ 57 w 136"/>
              <ns1:gd name="T9" fmla="*/ 0 h 112"/>
              <ns1:gd name="T10" fmla="*/ 44 w 136"/>
              <ns1:gd name="T11" fmla="*/ 14 h 112"/>
              <ns1:gd name="T12" fmla="*/ 44 w 136"/>
              <ns1:gd name="T13" fmla="*/ 22 h 112"/>
              <ns1:gd name="T14" fmla="*/ 12 w 136"/>
              <ns1:gd name="T15" fmla="*/ 22 h 112"/>
              <ns1:gd name="T16" fmla="*/ 0 w 136"/>
              <ns1:gd name="T17" fmla="*/ 34 h 112"/>
              <ns1:gd name="T18" fmla="*/ 0 w 136"/>
              <ns1:gd name="T19" fmla="*/ 99 h 112"/>
              <ns1:gd name="T20" fmla="*/ 12 w 136"/>
              <ns1:gd name="T21" fmla="*/ 112 h 112"/>
              <ns1:gd name="T22" fmla="*/ 123 w 136"/>
              <ns1:gd name="T23" fmla="*/ 112 h 112"/>
              <ns1:gd name="T24" fmla="*/ 136 w 136"/>
              <ns1:gd name="T25" fmla="*/ 99 h 112"/>
              <ns1:gd name="T26" fmla="*/ 136 w 136"/>
              <ns1:gd name="T27" fmla="*/ 34 h 112"/>
              <ns1:gd name="T28" fmla="*/ 123 w 136"/>
              <ns1:gd name="T29" fmla="*/ 22 h 112"/>
              <ns1:gd name="T30" fmla="*/ 22 w 136"/>
              <ns1:gd name="T31" fmla="*/ 104 h 112"/>
              <ns1:gd name="T32" fmla="*/ 22 w 136"/>
              <ns1:gd name="T33" fmla="*/ 29 h 112"/>
              <ns1:gd name="T34" fmla="*/ 39 w 136"/>
              <ns1:gd name="T35" fmla="*/ 29 h 112"/>
              <ns1:gd name="T36" fmla="*/ 39 w 136"/>
              <ns1:gd name="T37" fmla="*/ 104 h 112"/>
              <ns1:gd name="T38" fmla="*/ 22 w 136"/>
              <ns1:gd name="T39" fmla="*/ 104 h 112"/>
              <ns1:gd name="T40" fmla="*/ 83 w 136"/>
              <ns1:gd name="T41" fmla="*/ 22 h 112"/>
              <ns1:gd name="T42" fmla="*/ 52 w 136"/>
              <ns1:gd name="T43" fmla="*/ 22 h 112"/>
              <ns1:gd name="T44" fmla="*/ 52 w 136"/>
              <ns1:gd name="T45" fmla="*/ 14 h 112"/>
              <ns1:gd name="T46" fmla="*/ 57 w 136"/>
              <ns1:gd name="T47" fmla="*/ 9 h 112"/>
              <ns1:gd name="T48" fmla="*/ 79 w 136"/>
              <ns1:gd name="T49" fmla="*/ 9 h 112"/>
              <ns1:gd name="T50" fmla="*/ 83 w 136"/>
              <ns1:gd name="T51" fmla="*/ 14 h 112"/>
              <ns1:gd name="T52" fmla="*/ 83 w 136"/>
              <ns1:gd name="T53" fmla="*/ 22 h 112"/>
              <ns1:gd name="T54" fmla="*/ 96 w 136"/>
              <ns1:gd name="T55" fmla="*/ 104 h 112"/>
              <ns1:gd name="T56" fmla="*/ 96 w 136"/>
              <ns1:gd name="T57" fmla="*/ 29 h 112"/>
              <ns1:gd name="T58" fmla="*/ 114 w 136"/>
              <ns1:gd name="T59" fmla="*/ 29 h 112"/>
              <ns1:gd name="T60" fmla="*/ 114 w 136"/>
              <ns1:gd name="T61" fmla="*/ 104 h 112"/>
              <ns1:gd name="T62" fmla="*/ 96 w 136"/>
              <ns1:gd name="T63" fmla="*/ 104 h 112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  <ns1:cxn ang="0">
                <ns1:pos x="T32" y="T33"/>
              </ns1:cxn>
              <ns1:cxn ang="0">
                <ns1:pos x="T34" y="T35"/>
              </ns1:cxn>
              <ns1:cxn ang="0">
                <ns1:pos x="T36" y="T37"/>
              </ns1:cxn>
              <ns1:cxn ang="0">
                <ns1:pos x="T38" y="T39"/>
              </ns1:cxn>
              <ns1:cxn ang="0">
                <ns1:pos x="T40" y="T41"/>
              </ns1:cxn>
              <ns1:cxn ang="0">
                <ns1:pos x="T42" y="T43"/>
              </ns1:cxn>
              <ns1:cxn ang="0">
                <ns1:pos x="T44" y="T45"/>
              </ns1:cxn>
              <ns1:cxn ang="0">
                <ns1:pos x="T46" y="T47"/>
              </ns1:cxn>
              <ns1:cxn ang="0">
                <ns1:pos x="T48" y="T49"/>
              </ns1:cxn>
              <ns1:cxn ang="0">
                <ns1:pos x="T50" y="T51"/>
              </ns1:cxn>
              <ns1:cxn ang="0">
                <ns1:pos x="T52" y="T53"/>
              </ns1:cxn>
              <ns1:cxn ang="0">
                <ns1:pos x="T54" y="T55"/>
              </ns1:cxn>
              <ns1:cxn ang="0">
                <ns1:pos x="T56" y="T57"/>
              </ns1:cxn>
              <ns1:cxn ang="0">
                <ns1:pos x="T58" y="T59"/>
              </ns1:cxn>
              <ns1:cxn ang="0">
                <ns1:pos x="T60" y="T61"/>
              </ns1:cxn>
              <ns1:cxn ang="0">
                <ns1:pos x="T62" y="T63"/>
              </ns1:cxn>
            </ns1:cxnLst>
            <ns1:rect l="0" t="0" r="r" b="b"/>
            <ns1:pathLst>
              <ns1:path w="136" h="112">
                <ns1:moveTo>
                  <ns1:pt x="123" y="22"/>
                </ns1:moveTo>
                <ns1:cubicBezTo>
                  <ns1:pt x="92" y="22"/>
                  <ns1:pt x="92" y="22"/>
                  <ns1:pt x="92" y="22"/>
                </ns1:cubicBezTo>
                <ns1:cubicBezTo>
                  <ns1:pt x="92" y="14"/>
                  <ns1:pt x="92" y="14"/>
                  <ns1:pt x="92" y="14"/>
                </ns1:cubicBezTo>
                <ns1:cubicBezTo>
                  <ns1:pt x="92" y="6"/>
                  <ns1:pt x="86" y="0"/>
                  <ns1:pt x="79" y="0"/>
                </ns1:cubicBezTo>
                <ns1:cubicBezTo>
                  <ns1:pt x="57" y="0"/>
                  <ns1:pt x="57" y="0"/>
                  <ns1:pt x="57" y="0"/>
                </ns1:cubicBezTo>
                <ns1:cubicBezTo>
                  <ns1:pt x="50" y="0"/>
                  <ns1:pt x="44" y="6"/>
                  <ns1:pt x="44" y="14"/>
                </ns1:cubicBezTo>
                <ns1:cubicBezTo>
                  <ns1:pt x="44" y="22"/>
                  <ns1:pt x="44" y="22"/>
                  <ns1:pt x="44" y="22"/>
                </ns1:cubicBezTo>
                <ns1:cubicBezTo>
                  <ns1:pt x="12" y="22"/>
                  <ns1:pt x="12" y="22"/>
                  <ns1:pt x="12" y="22"/>
                </ns1:cubicBezTo>
                <ns1:cubicBezTo>
                  <ns1:pt x="5" y="22"/>
                  <ns1:pt x="0" y="27"/>
                  <ns1:pt x="0" y="34"/>
                </ns1:cubicBezTo>
                <ns1:cubicBezTo>
                  <ns1:pt x="0" y="99"/>
                  <ns1:pt x="0" y="99"/>
                  <ns1:pt x="0" y="99"/>
                </ns1:cubicBezTo>
                <ns1:cubicBezTo>
                  <ns1:pt x="0" y="106"/>
                  <ns1:pt x="5" y="112"/>
                  <ns1:pt x="12" y="112"/>
                </ns1:cubicBezTo>
                <ns1:cubicBezTo>
                  <ns1:pt x="123" y="112"/>
                  <ns1:pt x="123" y="112"/>
                  <ns1:pt x="123" y="112"/>
                </ns1:cubicBezTo>
                <ns1:cubicBezTo>
                  <ns1:pt x="130" y="112"/>
                  <ns1:pt x="136" y="106"/>
                  <ns1:pt x="136" y="99"/>
                </ns1:cubicBezTo>
                <ns1:cubicBezTo>
                  <ns1:pt x="136" y="34"/>
                  <ns1:pt x="136" y="34"/>
                  <ns1:pt x="136" y="34"/>
                </ns1:cubicBezTo>
                <ns1:cubicBezTo>
                  <ns1:pt x="136" y="27"/>
                  <ns1:pt x="130" y="22"/>
                  <ns1:pt x="123" y="22"/>
                </ns1:cubicBezTo>
                <ns1:close/>
                <ns1:moveTo>
                  <ns1:pt x="22" y="104"/>
                </ns1:moveTo>
                <ns1:cubicBezTo>
                  <ns1:pt x="22" y="29"/>
                  <ns1:pt x="22" y="29"/>
                  <ns1:pt x="22" y="29"/>
                </ns1:cubicBezTo>
                <ns1:cubicBezTo>
                  <ns1:pt x="39" y="29"/>
                  <ns1:pt x="39" y="29"/>
                  <ns1:pt x="39" y="29"/>
                </ns1:cubicBezTo>
                <ns1:cubicBezTo>
                  <ns1:pt x="39" y="104"/>
                  <ns1:pt x="39" y="104"/>
                  <ns1:pt x="39" y="104"/>
                </ns1:cubicBezTo>
                <ns1:lnTo>
                  <ns1:pt x="22" y="104"/>
                </ns1:lnTo>
                <ns1:close/>
                <ns1:moveTo>
                  <ns1:pt x="83" y="22"/>
                </ns1:moveTo>
                <ns1:cubicBezTo>
                  <ns1:pt x="52" y="22"/>
                  <ns1:pt x="52" y="22"/>
                  <ns1:pt x="52" y="22"/>
                </ns1:cubicBezTo>
                <ns1:cubicBezTo>
                  <ns1:pt x="52" y="14"/>
                  <ns1:pt x="52" y="14"/>
                  <ns1:pt x="52" y="14"/>
                </ns1:cubicBezTo>
                <ns1:cubicBezTo>
                  <ns1:pt x="52" y="11"/>
                  <ns1:pt x="54" y="9"/>
                  <ns1:pt x="57" y="9"/>
                </ns1:cubicBezTo>
                <ns1:cubicBezTo>
                  <ns1:pt x="79" y="9"/>
                  <ns1:pt x="79" y="9"/>
                  <ns1:pt x="79" y="9"/>
                </ns1:cubicBezTo>
                <ns1:cubicBezTo>
                  <ns1:pt x="81" y="9"/>
                  <ns1:pt x="83" y="11"/>
                  <ns1:pt x="83" y="14"/>
                </ns1:cubicBezTo>
                <ns1:lnTo>
                  <ns1:pt x="83" y="22"/>
                </ns1:lnTo>
                <ns1:close/>
                <ns1:moveTo>
                  <ns1:pt x="96" y="104"/>
                </ns1:moveTo>
                <ns1:cubicBezTo>
                  <ns1:pt x="96" y="29"/>
                  <ns1:pt x="96" y="29"/>
                  <ns1:pt x="96" y="29"/>
                </ns1:cubicBezTo>
                <ns1:cubicBezTo>
                  <ns1:pt x="114" y="29"/>
                  <ns1:pt x="114" y="29"/>
                  <ns1:pt x="114" y="29"/>
                </ns1:cubicBezTo>
                <ns1:cubicBezTo>
                  <ns1:pt x="114" y="104"/>
                  <ns1:pt x="114" y="104"/>
                  <ns1:pt x="114" y="104"/>
                </ns1:cubicBezTo>
                <ns1:lnTo>
                  <ns1:pt x="96" y="104"/>
                </ns1:lnTo>
                <ns1:close/>
              </ns1:path>
            </ns1:pathLst>
          </ns1:custGeom>
          <ns1:solidFill>
            <ns1:schemeClr val="tx1"/>
          </ns1:solidFill>
          <ns1:ln>
            <ns1:noFill/>
          </ns1:ln>
          <ns1:extLst/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id-ID" sz="2700"/>
          </ns1:p>
        </ns0:txBody>
      </ns0:sp>
      <ns0:grpSp>
        <ns0:nvGrpSpPr>
          <ns0:cNvPr id="279" name="Group 278"/>
          <ns0:cNvGrpSpPr/>
          <ns0:nvPr/>
        </ns0:nvGrpSpPr>
        <ns0:grpSpPr>
          <ns1:xfrm>
            <ns1:off x="7243913" y="5384439"/>
            <ns1:ext cx="440173" cy="332315"/>
            <ns1:chOff x="9344026" y="4991101"/>
            <ns1:chExt cx="239713" cy="180975"/>
          </ns1:xfrm>
          <ns1:solidFill>
            <ns1:schemeClr val="tx1"/>
          </ns1:solidFill>
        </ns0:grpSpPr>
        <ns0:sp>
          <ns0:nvSpPr>
            <ns0:cNvPr id="280" name="Freeform 271"/>
            <ns0:cNvSpPr>
              <ns1:spLocks/>
            </ns0:cNvSpPr>
            <ns0:nvPr/>
          </ns0:nvSpPr>
          <ns0:spPr bwMode="auto">
            <ns1:xfrm>
              <ns1:off x="9344026" y="5141913"/>
              <ns1:ext cx="239713" cy="30163"/>
            </ns1:xfrm>
            <ns1:custGeom>
              <ns1:avLst/>
              <ns1:gdLst>
                <ns1:gd name="T0" fmla="*/ 60 w 64"/>
                <ns1:gd name="T1" fmla="*/ 0 h 8"/>
                <ns1:gd name="T2" fmla="*/ 4 w 64"/>
                <ns1:gd name="T3" fmla="*/ 0 h 8"/>
                <ns1:gd name="T4" fmla="*/ 0 w 64"/>
                <ns1:gd name="T5" fmla="*/ 4 h 8"/>
                <ns1:gd name="T6" fmla="*/ 4 w 64"/>
                <ns1:gd name="T7" fmla="*/ 8 h 8"/>
                <ns1:gd name="T8" fmla="*/ 60 w 64"/>
                <ns1:gd name="T9" fmla="*/ 8 h 8"/>
                <ns1:gd name="T10" fmla="*/ 64 w 64"/>
                <ns1:gd name="T11" fmla="*/ 4 h 8"/>
                <ns1:gd name="T12" fmla="*/ 60 w 64"/>
                <ns1:gd name="T13" fmla="*/ 0 h 8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</ns1:cxnLst>
              <ns1:rect l="0" t="0" r="r" b="b"/>
              <ns1:pathLst>
                <ns1:path w="64" h="8">
                  <ns1:moveTo>
                    <ns1:pt x="60" y="0"/>
                  </ns1:moveTo>
                  <ns1:cubicBezTo>
                    <ns1:pt x="4" y="0"/>
                    <ns1:pt x="4" y="0"/>
                    <ns1:pt x="4" y="0"/>
                  </ns1:cubicBezTo>
                  <ns1:cubicBezTo>
                    <ns1:pt x="2" y="0"/>
                    <ns1:pt x="0" y="2"/>
                    <ns1:pt x="0" y="4"/>
                  </ns1:cubicBezTo>
                  <ns1:cubicBezTo>
                    <ns1:pt x="0" y="6"/>
                    <ns1:pt x="2" y="8"/>
                    <ns1:pt x="4" y="8"/>
                  </ns1:cubicBezTo>
                  <ns1:cubicBezTo>
                    <ns1:pt x="60" y="8"/>
                    <ns1:pt x="60" y="8"/>
                    <ns1:pt x="60" y="8"/>
                  </ns1:cubicBezTo>
                  <ns1:cubicBezTo>
                    <ns1:pt x="62" y="8"/>
                    <ns1:pt x="64" y="6"/>
                    <ns1:pt x="64" y="4"/>
                  </ns1:cubicBezTo>
                  <ns1:cubicBezTo>
                    <ns1:pt x="64" y="2"/>
                    <ns1:pt x="62" y="0"/>
                    <ns1:pt x="60" y="0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281" name="Freeform 272"/>
            <ns0:cNvSpPr>
              <ns1:spLocks noEditPoints="1"/>
            </ns0:cNvSpPr>
            <ns0:nvPr/>
          </ns0:nvSpPr>
          <ns0:spPr bwMode="auto">
            <ns1:xfrm>
              <ns1:off x="9388476" y="4991101"/>
              <ns1:ext cx="195263" cy="134938"/>
            </ns1:xfrm>
            <ns1:custGeom>
              <ns1:avLst/>
              <ns1:gdLst>
                <ns1:gd name="T0" fmla="*/ 8 w 52"/>
                <ns1:gd name="T1" fmla="*/ 36 h 36"/>
                <ns1:gd name="T2" fmla="*/ 32 w 52"/>
                <ns1:gd name="T3" fmla="*/ 36 h 36"/>
                <ns1:gd name="T4" fmla="*/ 40 w 52"/>
                <ns1:gd name="T5" fmla="*/ 28 h 36"/>
                <ns1:gd name="T6" fmla="*/ 52 w 52"/>
                <ns1:gd name="T7" fmla="*/ 16 h 36"/>
                <ns1:gd name="T8" fmla="*/ 40 w 52"/>
                <ns1:gd name="T9" fmla="*/ 4 h 36"/>
                <ns1:gd name="T10" fmla="*/ 40 w 52"/>
                <ns1:gd name="T11" fmla="*/ 0 h 36"/>
                <ns1:gd name="T12" fmla="*/ 0 w 52"/>
                <ns1:gd name="T13" fmla="*/ 0 h 36"/>
                <ns1:gd name="T14" fmla="*/ 0 w 52"/>
                <ns1:gd name="T15" fmla="*/ 28 h 36"/>
                <ns1:gd name="T16" fmla="*/ 8 w 52"/>
                <ns1:gd name="T17" fmla="*/ 36 h 36"/>
                <ns1:gd name="T18" fmla="*/ 48 w 52"/>
                <ns1:gd name="T19" fmla="*/ 16 h 36"/>
                <ns1:gd name="T20" fmla="*/ 40 w 52"/>
                <ns1:gd name="T21" fmla="*/ 24 h 36"/>
                <ns1:gd name="T22" fmla="*/ 40 w 52"/>
                <ns1:gd name="T23" fmla="*/ 8 h 36"/>
                <ns1:gd name="T24" fmla="*/ 48 w 52"/>
                <ns1:gd name="T25" fmla="*/ 16 h 36"/>
                <ns1:gd name="T26" fmla="*/ 4 w 52"/>
                <ns1:gd name="T27" fmla="*/ 4 h 36"/>
                <ns1:gd name="T28" fmla="*/ 8 w 52"/>
                <ns1:gd name="T29" fmla="*/ 4 h 36"/>
                <ns1:gd name="T30" fmla="*/ 8 w 52"/>
                <ns1:gd name="T31" fmla="*/ 32 h 36"/>
                <ns1:gd name="T32" fmla="*/ 4 w 52"/>
                <ns1:gd name="T33" fmla="*/ 28 h 36"/>
                <ns1:gd name="T34" fmla="*/ 4 w 52"/>
                <ns1:gd name="T35" fmla="*/ 4 h 36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  <ns1:cxn ang="0">
                  <ns1:pos x="T30" y="T31"/>
                </ns1:cxn>
                <ns1:cxn ang="0">
                  <ns1:pos x="T32" y="T33"/>
                </ns1:cxn>
                <ns1:cxn ang="0">
                  <ns1:pos x="T34" y="T35"/>
                </ns1:cxn>
              </ns1:cxnLst>
              <ns1:rect l="0" t="0" r="r" b="b"/>
              <ns1:pathLst>
                <ns1:path w="52" h="36">
                  <ns1:moveTo>
                    <ns1:pt x="8" y="36"/>
                  </ns1:moveTo>
                  <ns1:cubicBezTo>
                    <ns1:pt x="32" y="36"/>
                    <ns1:pt x="32" y="36"/>
                    <ns1:pt x="32" y="36"/>
                  </ns1:cubicBezTo>
                  <ns1:cubicBezTo>
                    <ns1:pt x="36" y="36"/>
                    <ns1:pt x="40" y="32"/>
                    <ns1:pt x="40" y="28"/>
                  </ns1:cubicBezTo>
                  <ns1:cubicBezTo>
                    <ns1:pt x="47" y="28"/>
                    <ns1:pt x="52" y="23"/>
                    <ns1:pt x="52" y="16"/>
                  </ns1:cubicBezTo>
                  <ns1:cubicBezTo>
                    <ns1:pt x="52" y="9"/>
                    <ns1:pt x="47" y="4"/>
                    <ns1:pt x="40" y="4"/>
                  </ns1:cubicBezTo>
                  <ns1:cubicBezTo>
                    <ns1:pt x="40" y="0"/>
                    <ns1:pt x="40" y="0"/>
                    <ns1:pt x="40" y="0"/>
                  </ns1:cubicBezTo>
                  <ns1:cubicBezTo>
                    <ns1:pt x="0" y="0"/>
                    <ns1:pt x="0" y="0"/>
                    <ns1:pt x="0" y="0"/>
                  </ns1:cubicBezTo>
                  <ns1:cubicBezTo>
                    <ns1:pt x="0" y="28"/>
                    <ns1:pt x="0" y="28"/>
                    <ns1:pt x="0" y="28"/>
                  </ns1:cubicBezTo>
                  <ns1:cubicBezTo>
                    <ns1:pt x="0" y="32"/>
                    <ns1:pt x="4" y="36"/>
                    <ns1:pt x="8" y="36"/>
                  </ns1:cubicBezTo>
                  <ns1:close/>
                  <ns1:moveTo>
                    <ns1:pt x="48" y="16"/>
                  </ns1:moveTo>
                  <ns1:cubicBezTo>
                    <ns1:pt x="48" y="20"/>
                    <ns1:pt x="44" y="24"/>
                    <ns1:pt x="40" y="24"/>
                  </ns1:cubicBezTo>
                  <ns1:cubicBezTo>
                    <ns1:pt x="40" y="8"/>
                    <ns1:pt x="40" y="8"/>
                    <ns1:pt x="40" y="8"/>
                  </ns1:cubicBezTo>
                  <ns1:cubicBezTo>
                    <ns1:pt x="44" y="8"/>
                    <ns1:pt x="48" y="12"/>
                    <ns1:pt x="48" y="16"/>
                  </ns1:cubicBezTo>
                  <ns1:close/>
                  <ns1:moveTo>
                    <ns1:pt x="4" y="4"/>
                  </ns1:moveTo>
                  <ns1:cubicBezTo>
                    <ns1:pt x="8" y="4"/>
                    <ns1:pt x="8" y="4"/>
                    <ns1:pt x="8" y="4"/>
                  </ns1:cubicBezTo>
                  <ns1:cubicBezTo>
                    <ns1:pt x="8" y="32"/>
                    <ns1:pt x="8" y="32"/>
                    <ns1:pt x="8" y="32"/>
                  </ns1:cubicBezTo>
                  <ns1:cubicBezTo>
                    <ns1:pt x="6" y="32"/>
                    <ns1:pt x="4" y="30"/>
                    <ns1:pt x="4" y="28"/>
                  </ns1:cubicBezTo>
                  <ns1:lnTo>
                    <ns1:pt x="4" y="4"/>
                  </ns1:ln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</ns0:grpSp>
      <ns0:grpSp>
        <ns0:nvGrpSpPr>
          <ns0:cNvPr id="282" name="Group 281"/>
          <ns0:cNvGrpSpPr/>
          <ns0:nvPr/>
        </ns0:nvGrpSpPr>
        <ns0:grpSpPr>
          <ns1:xfrm>
            <ns1:off x="9110458" y="5286918"/>
            <ns1:ext cx="462818" cy="527354"/>
            <ns1:chOff x="8196263" y="4981575"/>
            <ns1:chExt cx="796925" cy="908050"/>
          </ns1:xfrm>
          <ns1:solidFill>
            <ns1:schemeClr val="tx1"/>
          </ns1:solidFill>
        </ns0:grpSpPr>
        <ns0:sp>
          <ns0:nvSpPr>
            <ns0:cNvPr id="283" name="Freeform 5"/>
            <ns0:cNvSpPr>
              <ns1:spLocks noEditPoints="1"/>
            </ns0:cNvSpPr>
            <ns0:nvPr/>
          </ns0:nvSpPr>
          <ns0:spPr bwMode="auto">
            <ns1:xfrm>
              <ns1:off x="8196263" y="4981575"/>
              <ns1:ext cx="796925" cy="908050"/>
            </ns1:xfrm>
            <ns1:custGeom>
              <ns1:avLst/>
              <ns1:gdLst>
                <ns1:gd name="T0" fmla="*/ 666 w 907"/>
                <ns1:gd name="T1" fmla="*/ 33 h 1034"/>
                <ns1:gd name="T2" fmla="*/ 236 w 907"/>
                <ns1:gd name="T3" fmla="*/ 68 h 1034"/>
                <ns1:gd name="T4" fmla="*/ 77 w 907"/>
                <ns1:gd name="T5" fmla="*/ 272 h 1034"/>
                <ns1:gd name="T6" fmla="*/ 78 w 907"/>
                <ns1:gd name="T7" fmla="*/ 399 h 1034"/>
                <ns1:gd name="T8" fmla="*/ 81 w 907"/>
                <ns1:gd name="T9" fmla="*/ 411 h 1034"/>
                <ns1:gd name="T10" fmla="*/ 44 w 907"/>
                <ns1:gd name="T11" fmla="*/ 468 h 1034"/>
                <ns1:gd name="T12" fmla="*/ 16 w 907"/>
                <ns1:gd name="T13" fmla="*/ 509 h 1034"/>
                <ns1:gd name="T14" fmla="*/ 16 w 907"/>
                <ns1:gd name="T15" fmla="*/ 510 h 1034"/>
                <ns1:gd name="T16" fmla="*/ 42 w 907"/>
                <ns1:gd name="T17" fmla="*/ 624 h 1034"/>
                <ns1:gd name="T18" fmla="*/ 57 w 907"/>
                <ns1:gd name="T19" fmla="*/ 677 h 1034"/>
                <ns1:gd name="T20" fmla="*/ 86 w 907"/>
                <ns1:gd name="T21" fmla="*/ 749 h 1034"/>
                <ns1:gd name="T22" fmla="*/ 85 w 907"/>
                <ns1:gd name="T23" fmla="*/ 800 h 1034"/>
                <ns1:gd name="T24" fmla="*/ 195 w 907"/>
                <ns1:gd name="T25" fmla="*/ 892 h 1034"/>
                <ns1:gd name="T26" fmla="*/ 281 w 907"/>
                <ns1:gd name="T27" fmla="*/ 958 h 1034"/>
                <ns1:gd name="T28" fmla="*/ 713 w 907"/>
                <ns1:gd name="T29" fmla="*/ 1034 h 1034"/>
                <ns1:gd name="T30" fmla="*/ 791 w 907"/>
                <ns1:gd name="T31" fmla="*/ 940 h 1034"/>
                <ns1:gd name="T32" fmla="*/ 766 w 907"/>
                <ns1:gd name="T33" fmla="*/ 735 h 1034"/>
                <ns1:gd name="T34" fmla="*/ 896 w 907"/>
                <ns1:gd name="T35" fmla="*/ 481 h 1034"/>
                <ns1:gd name="T36" fmla="*/ 814 w 907"/>
                <ns1:gd name="T37" fmla="*/ 136 h 1034"/>
                <ns1:gd name="T38" fmla="*/ 723 w 907"/>
                <ns1:gd name="T39" fmla="*/ 699 h 1034"/>
                <ns1:gd name="T40" fmla="*/ 736 w 907"/>
                <ns1:gd name="T41" fmla="*/ 949 h 1034"/>
                <ns1:gd name="T42" fmla="*/ 713 w 907"/>
                <ns1:gd name="T43" fmla="*/ 978 h 1034"/>
                <ns1:gd name="T44" fmla="*/ 337 w 907"/>
                <ns1:gd name="T45" fmla="*/ 955 h 1034"/>
                <ns1:gd name="T46" fmla="*/ 300 w 907"/>
                <ns1:gd name="T47" fmla="*/ 814 h 1034"/>
                <ns1:gd name="T48" fmla="*/ 195 w 907"/>
                <ns1:gd name="T49" fmla="*/ 837 h 1034"/>
                <ns1:gd name="T50" fmla="*/ 116 w 907"/>
                <ns1:gd name="T51" fmla="*/ 697 h 1034"/>
                <ns1:gd name="T52" fmla="*/ 126 w 907"/>
                <ns1:gd name="T53" fmla="*/ 655 h 1034"/>
                <ns1:gd name="T54" fmla="*/ 99 w 907"/>
                <ns1:gd name="T55" fmla="*/ 640 h 1034"/>
                <ns1:gd name="T56" fmla="*/ 108 w 907"/>
                <ns1:gd name="T57" fmla="*/ 598 h 1034"/>
                <ns1:gd name="T58" fmla="*/ 75 w 907"/>
                <ns1:gd name="T59" fmla="*/ 579 h 1034"/>
                <ns1:gd name="T60" fmla="*/ 63 w 907"/>
                <ns1:gd name="T61" fmla="*/ 539 h 1034"/>
                <ns1:gd name="T62" fmla="*/ 128 w 907"/>
                <ns1:gd name="T63" fmla="*/ 440 h 1034"/>
                <ns1:gd name="T64" fmla="*/ 132 w 907"/>
                <ns1:gd name="T65" fmla="*/ 387 h 1034"/>
                <ns1:gd name="T66" fmla="*/ 131 w 907"/>
                <ns1:gd name="T67" fmla="*/ 286 h 1034"/>
                <ns1:gd name="T68" fmla="*/ 841 w 907"/>
                <ns1:gd name="T69" fmla="*/ 473 h 1034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  <ns1:cxn ang="0">
                  <ns1:pos x="T30" y="T31"/>
                </ns1:cxn>
                <ns1:cxn ang="0">
                  <ns1:pos x="T32" y="T33"/>
                </ns1:cxn>
                <ns1:cxn ang="0">
                  <ns1:pos x="T34" y="T35"/>
                </ns1:cxn>
                <ns1:cxn ang="0">
                  <ns1:pos x="T36" y="T37"/>
                </ns1:cxn>
                <ns1:cxn ang="0">
                  <ns1:pos x="T38" y="T39"/>
                </ns1:cxn>
                <ns1:cxn ang="0">
                  <ns1:pos x="T40" y="T41"/>
                </ns1:cxn>
                <ns1:cxn ang="0">
                  <ns1:pos x="T42" y="T43"/>
                </ns1:cxn>
                <ns1:cxn ang="0">
                  <ns1:pos x="T44" y="T45"/>
                </ns1:cxn>
                <ns1:cxn ang="0">
                  <ns1:pos x="T46" y="T47"/>
                </ns1:cxn>
                <ns1:cxn ang="0">
                  <ns1:pos x="T48" y="T49"/>
                </ns1:cxn>
                <ns1:cxn ang="0">
                  <ns1:pos x="T50" y="T51"/>
                </ns1:cxn>
                <ns1:cxn ang="0">
                  <ns1:pos x="T52" y="T53"/>
                </ns1:cxn>
                <ns1:cxn ang="0">
                  <ns1:pos x="T54" y="T55"/>
                </ns1:cxn>
                <ns1:cxn ang="0">
                  <ns1:pos x="T56" y="T57"/>
                </ns1:cxn>
                <ns1:cxn ang="0">
                  <ns1:pos x="T58" y="T59"/>
                </ns1:cxn>
                <ns1:cxn ang="0">
                  <ns1:pos x="T60" y="T61"/>
                </ns1:cxn>
                <ns1:cxn ang="0">
                  <ns1:pos x="T62" y="T63"/>
                </ns1:cxn>
                <ns1:cxn ang="0">
                  <ns1:pos x="T64" y="T65"/>
                </ns1:cxn>
                <ns1:cxn ang="0">
                  <ns1:pos x="T66" y="T67"/>
                </ns1:cxn>
                <ns1:cxn ang="0">
                  <ns1:pos x="T68" y="T69"/>
                </ns1:cxn>
              </ns1:cxnLst>
              <ns1:rect l="0" t="0" r="r" b="b"/>
              <ns1:pathLst>
                <ns1:path w="907" h="1034">
                  <ns1:moveTo>
                    <ns1:pt x="814" y="136"/>
                  </ns1:moveTo>
                  <ns1:cubicBezTo>
                    <ns1:pt x="775" y="91"/>
                    <ns1:pt x="726" y="56"/>
                    <ns1:pt x="666" y="33"/>
                  </ns1:cubicBezTo>
                  <ns1:cubicBezTo>
                    <ns1:pt x="613" y="11"/>
                    <ns1:pt x="552" y="0"/>
                    <ns1:pt x="490" y="0"/>
                  </ns1:cubicBezTo>
                  <ns1:cubicBezTo>
                    <ns1:pt x="399" y="0"/>
                    <ns1:pt x="308" y="24"/>
                    <ns1:pt x="236" y="68"/>
                  </ns1:cubicBezTo>
                  <ns1:cubicBezTo>
                    <ns1:pt x="196" y="92"/>
                    <ns1:pt x="163" y="120"/>
                    <ns1:pt x="137" y="153"/>
                  </ns1:cubicBezTo>
                  <ns1:cubicBezTo>
                    <ns1:pt x="108" y="189"/>
                    <ns1:pt x="88" y="229"/>
                    <ns1:pt x="77" y="272"/>
                  </ns1:cubicBezTo>
                  <ns1:cubicBezTo>
                    <ns1:pt x="68" y="310"/>
                    <ns1:pt x="67" y="352"/>
                    <ns1:pt x="75" y="387"/>
                  </ns1:cubicBezTo>
                  <ns1:cubicBezTo>
                    <ns1:pt x="78" y="399"/>
                    <ns1:pt x="78" y="399"/>
                    <ns1:pt x="78" y="399"/>
                  </ns1:cubicBezTo>
                  <ns1:cubicBezTo>
                    <ns1:pt x="78" y="403"/>
                    <ns1:pt x="79" y="406"/>
                    <ns1:pt x="80" y="409"/>
                  </ns1:cubicBezTo>
                  <ns1:cubicBezTo>
                    <ns1:pt x="80" y="410"/>
                    <ns1:pt x="80" y="410"/>
                    <ns1:pt x="81" y="411"/>
                  </ns1:cubicBezTo>
                  <ns1:cubicBezTo>
                    <ns1:pt x="78" y="416"/>
                    <ns1:pt x="78" y="416"/>
                    <ns1:pt x="78" y="416"/>
                  </ns1:cubicBezTo>
                  <ns1:cubicBezTo>
                    <ns1:pt x="70" y="433"/>
                    <ns1:pt x="58" y="450"/>
                    <ns1:pt x="44" y="468"/>
                  </ns1:cubicBezTo>
                  <ns1:cubicBezTo>
                    <ns1:pt x="35" y="481"/>
                    <ns1:pt x="25" y="494"/>
                    <ns1:pt x="16" y="509"/>
                  </ns1:cubicBezTo>
                  <ns1:cubicBezTo>
                    <ns1:pt x="16" y="509"/>
                    <ns1:pt x="16" y="509"/>
                    <ns1:pt x="16" y="509"/>
                  </ns1:cubicBezTo>
                  <ns1:cubicBezTo>
                    <ns1:pt x="16" y="509"/>
                    <ns1:pt x="16" y="509"/>
                    <ns1:pt x="16" y="509"/>
                  </ns1:cubicBezTo>
                  <ns1:cubicBezTo>
                    <ns1:pt x="16" y="510"/>
                    <ns1:pt x="16" y="510"/>
                    <ns1:pt x="16" y="510"/>
                  </ns1:cubicBezTo>
                  <ns1:cubicBezTo>
                    <ns1:pt x="3" y="530"/>
                    <ns1:pt x="0" y="555"/>
                    <ns1:pt x="7" y="578"/>
                  </ns1:cubicBezTo>
                  <ns1:cubicBezTo>
                    <ns1:pt x="12" y="597"/>
                    <ns1:pt x="25" y="613"/>
                    <ns1:pt x="42" y="624"/>
                  </ns1:cubicBezTo>
                  <ns1:cubicBezTo>
                    <ns1:pt x="40" y="638"/>
                    <ns1:pt x="43" y="652"/>
                    <ns1:pt x="49" y="665"/>
                  </ns1:cubicBezTo>
                  <ns1:cubicBezTo>
                    <ns1:pt x="51" y="669"/>
                    <ns1:pt x="54" y="674"/>
                    <ns1:pt x="57" y="677"/>
                  </ns1:cubicBezTo>
                  <ns1:cubicBezTo>
                    <ns1:pt x="55" y="696"/>
                    <ns1:pt x="60" y="714"/>
                    <ns1:pt x="71" y="730"/>
                  </ns1:cubicBezTo>
                  <ns1:cubicBezTo>
                    <ns1:pt x="86" y="749"/>
                    <ns1:pt x="86" y="749"/>
                    <ns1:pt x="86" y="749"/>
                  </ns1:cubicBezTo>
                  <ns1:cubicBezTo>
                    <ns1:pt x="86" y="752"/>
                    <ns1:pt x="86" y="755"/>
                    <ns1:pt x="85" y="758"/>
                  </ns1:cubicBezTo>
                  <ns1:cubicBezTo>
                    <ns1:pt x="85" y="770"/>
                    <ns1:pt x="84" y="785"/>
                    <ns1:pt x="85" y="800"/>
                  </ns1:cubicBezTo>
                  <ns1:cubicBezTo>
                    <ns1:pt x="88" y="825"/>
                    <ns1:pt x="97" y="845"/>
                    <ns1:pt x="112" y="860"/>
                  </ns1:cubicBezTo>
                  <ns1:cubicBezTo>
                    <ns1:pt x="132" y="881"/>
                    <ns1:pt x="160" y="892"/>
                    <ns1:pt x="195" y="892"/>
                  </ns1:cubicBezTo>
                  <ns1:cubicBezTo>
                    <ns1:pt x="218" y="892"/>
                    <ns1:pt x="244" y="888"/>
                    <ns1:pt x="276" y="879"/>
                  </ns1:cubicBezTo>
                  <ns1:cubicBezTo>
                    <ns1:pt x="278" y="899"/>
                    <ns1:pt x="280" y="925"/>
                    <ns1:pt x="281" y="958"/>
                  </ns1:cubicBezTo>
                  <ns1:cubicBezTo>
                    <ns1:pt x="283" y="1000"/>
                    <ns1:pt x="318" y="1034"/>
                    <ns1:pt x="361" y="1034"/>
                  </ns1:cubicBezTo>
                  <ns1:cubicBezTo>
                    <ns1:pt x="713" y="1034"/>
                    <ns1:pt x="713" y="1034"/>
                    <ns1:pt x="713" y="1034"/>
                  </ns1:cubicBezTo>
                  <ns1:cubicBezTo>
                    <ns1:pt x="736" y="1034"/>
                    <ns1:pt x="759" y="1023"/>
                    <ns1:pt x="774" y="1005"/>
                  </ns1:cubicBezTo>
                  <ns1:cubicBezTo>
                    <ns1:pt x="789" y="987"/>
                    <ns1:pt x="795" y="963"/>
                    <ns1:pt x="791" y="940"/>
                  </ns1:cubicBezTo>
                  <ns1:cubicBezTo>
                    <ns1:pt x="759" y="759"/>
                    <ns1:pt x="759" y="759"/>
                    <ns1:pt x="759" y="759"/>
                  </ns1:cubicBezTo>
                  <ns1:cubicBezTo>
                    <ns1:pt x="758" y="751"/>
                    <ns1:pt x="760" y="742"/>
                    <ns1:pt x="766" y="735"/>
                  </ns1:cubicBezTo>
                  <ns1:cubicBezTo>
                    <ns1:pt x="792" y="704"/>
                    <ns1:pt x="821" y="668"/>
                    <ns1:pt x="845" y="625"/>
                  </ns1:cubicBezTo>
                  <ns1:cubicBezTo>
                    <ns1:pt x="872" y="578"/>
                    <ns1:pt x="888" y="531"/>
                    <ns1:pt x="896" y="481"/>
                  </ns1:cubicBezTo>
                  <ns1:cubicBezTo>
                    <ns1:pt x="907" y="410"/>
                    <ns1:pt x="905" y="344"/>
                    <ns1:pt x="890" y="285"/>
                  </ns1:cubicBezTo>
                  <ns1:cubicBezTo>
                    <ns1:pt x="876" y="228"/>
                    <ns1:pt x="850" y="178"/>
                    <ns1:pt x="814" y="136"/>
                  </ns1:cubicBezTo>
                  <ns1:close/>
                  <ns1:moveTo>
                    <ns1:pt x="841" y="473"/>
                  </ns1:moveTo>
                  <ns1:cubicBezTo>
                    <ns1:pt x="826" y="567"/>
                    <ns1:pt x="777" y="635"/>
                    <ns1:pt x="723" y="699"/>
                  </ns1:cubicBezTo>
                  <ns1:cubicBezTo>
                    <ns1:pt x="707" y="718"/>
                    <ns1:pt x="700" y="744"/>
                    <ns1:pt x="704" y="769"/>
                  </ns1:cubicBezTo>
                  <ns1:cubicBezTo>
                    <ns1:pt x="736" y="949"/>
                    <ns1:pt x="736" y="949"/>
                    <ns1:pt x="736" y="949"/>
                  </ns1:cubicBezTo>
                  <ns1:cubicBezTo>
                    <ns1:pt x="738" y="956"/>
                    <ns1:pt x="736" y="964"/>
                    <ns1:pt x="731" y="969"/>
                  </ns1:cubicBezTo>
                  <ns1:cubicBezTo>
                    <ns1:pt x="727" y="975"/>
                    <ns1:pt x="720" y="978"/>
                    <ns1:pt x="713" y="978"/>
                  </ns1:cubicBezTo>
                  <ns1:cubicBezTo>
                    <ns1:pt x="361" y="978"/>
                    <ns1:pt x="361" y="978"/>
                    <ns1:pt x="361" y="978"/>
                  </ns1:cubicBezTo>
                  <ns1:cubicBezTo>
                    <ns1:pt x="348" y="978"/>
                    <ns1:pt x="337" y="968"/>
                    <ns1:pt x="337" y="955"/>
                  </ns1:cubicBezTo>
                  <ns1:cubicBezTo>
                    <ns1:pt x="334" y="894"/>
                    <ns1:pt x="330" y="856"/>
                    <ns1:pt x="328" y="835"/>
                  </ns1:cubicBezTo>
                  <ns1:cubicBezTo>
                    <ns1:pt x="327" y="825"/>
                    <ns1:pt x="314" y="814"/>
                    <ns1:pt x="300" y="814"/>
                  </ns1:cubicBezTo>
                  <ns1:cubicBezTo>
                    <ns1:pt x="297" y="814"/>
                    <ns1:pt x="295" y="815"/>
                    <ns1:pt x="292" y="816"/>
                  </ns1:cubicBezTo>
                  <ns1:cubicBezTo>
                    <ns1:pt x="249" y="830"/>
                    <ns1:pt x="217" y="837"/>
                    <ns1:pt x="195" y="837"/>
                  </ns1:cubicBezTo>
                  <ns1:cubicBezTo>
                    <ns1:pt x="109" y="837"/>
                    <ns1:pt x="154" y="748"/>
                    <ns1:pt x="137" y="725"/>
                  </ns1:cubicBezTo>
                  <ns1:cubicBezTo>
                    <ns1:pt x="116" y="697"/>
                    <ns1:pt x="116" y="697"/>
                    <ns1:pt x="116" y="697"/>
                  </ns1:cubicBezTo>
                  <ns1:cubicBezTo>
                    <ns1:pt x="111" y="689"/>
                    <ns1:pt x="111" y="680"/>
                    <ns1:pt x="115" y="672"/>
                  </ns1:cubicBezTo>
                  <ns1:cubicBezTo>
                    <ns1:pt x="126" y="655"/>
                    <ns1:pt x="126" y="655"/>
                    <ns1:pt x="126" y="655"/>
                  </ns1:cubicBezTo>
                  <ns1:cubicBezTo>
                    <ns1:pt x="112" y="652"/>
                    <ns1:pt x="112" y="652"/>
                    <ns1:pt x="112" y="652"/>
                  </ns1:cubicBezTo>
                  <ns1:cubicBezTo>
                    <ns1:pt x="107" y="650"/>
                    <ns1:pt x="102" y="646"/>
                    <ns1:pt x="99" y="640"/>
                  </ns1:cubicBezTo>
                  <ns1:cubicBezTo>
                    <ns1:pt x="96" y="635"/>
                    <ns1:pt x="96" y="629"/>
                    <ns1:pt x="98" y="623"/>
                  </ns1:cubicBezTo>
                  <ns1:cubicBezTo>
                    <ns1:pt x="108" y="598"/>
                    <ns1:pt x="108" y="598"/>
                    <ns1:pt x="108" y="598"/>
                  </ns1:cubicBezTo>
                  <ns1:cubicBezTo>
                    <ns1:pt x="109" y="596"/>
                    <ns1:pt x="108" y="593"/>
                    <ns1:pt x="106" y="592"/>
                  </ns1:cubicBezTo>
                  <ns1:cubicBezTo>
                    <ns1:pt x="75" y="579"/>
                    <ns1:pt x="75" y="579"/>
                    <ns1:pt x="75" y="579"/>
                  </ns1:cubicBezTo>
                  <ns1:cubicBezTo>
                    <ns1:pt x="68" y="575"/>
                    <ns1:pt x="62" y="569"/>
                    <ns1:pt x="60" y="562"/>
                  </ns1:cubicBezTo>
                  <ns1:cubicBezTo>
                    <ns1:pt x="58" y="554"/>
                    <ns1:pt x="59" y="546"/>
                    <ns1:pt x="63" y="539"/>
                  </ns1:cubicBezTo>
                  <ns1:cubicBezTo>
                    <ns1:pt x="63" y="538"/>
                    <ns1:pt x="63" y="538"/>
                    <ns1:pt x="63" y="538"/>
                  </ns1:cubicBezTo>
                  <ns1:cubicBezTo>
                    <ns1:pt x="84" y="505"/>
                    <ns1:pt x="111" y="475"/>
                    <ns1:pt x="128" y="440"/>
                  </ns1:cubicBezTo>
                  <ns1:cubicBezTo>
                    <ns1:pt x="136" y="425"/>
                    <ns1:pt x="136" y="425"/>
                    <ns1:pt x="136" y="425"/>
                  </ns1:cubicBezTo>
                  <ns1:cubicBezTo>
                    <ns1:pt x="141" y="415"/>
                    <ns1:pt x="134" y="398"/>
                    <ns1:pt x="132" y="387"/>
                  </ns1:cubicBezTo>
                  <ns1:cubicBezTo>
                    <ns1:pt x="129" y="375"/>
                    <ns1:pt x="129" y="375"/>
                    <ns1:pt x="129" y="375"/>
                  </ns1:cubicBezTo>
                  <ns1:cubicBezTo>
                    <ns1:pt x="123" y="347"/>
                    <ns1:pt x="124" y="313"/>
                    <ns1:pt x="131" y="286"/>
                  </ns1:cubicBezTo>
                  <ns1:cubicBezTo>
                    <ns1:pt x="168" y="139"/>
                    <ns1:pt x="330" y="56"/>
                    <ns1:pt x="490" y="56"/>
                  </ns1:cubicBezTo>
                  <ns1:cubicBezTo>
                    <ns1:pt x="689" y="56"/>
                    <ns1:pt x="885" y="183"/>
                    <ns1:pt x="841" y="473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284" name="Freeform 6"/>
            <ns0:cNvSpPr>
              <ns1:spLocks noEditPoints="1"/>
            </ns0:cNvSpPr>
            <ns0:nvPr/>
          </ns0:nvSpPr>
          <ns0:spPr bwMode="auto">
            <ns1:xfrm>
              <ns1:off x="8596313" y="5100638"/>
              <ns1:ext cx="296863" cy="295275"/>
            </ns1:xfrm>
            <ns1:custGeom>
              <ns1:avLst/>
              <ns1:gdLst>
                <ns1:gd name="T0" fmla="*/ 192 w 337"/>
                <ns1:gd name="T1" fmla="*/ 36 h 336"/>
                <ns1:gd name="T2" fmla="*/ 234 w 337"/>
                <ns1:gd name="T3" fmla="*/ 68 h 336"/>
                <ns1:gd name="T4" fmla="*/ 253 w 337"/>
                <ns1:gd name="T5" fmla="*/ 54 h 336"/>
                <ns1:gd name="T6" fmla="*/ 279 w 337"/>
                <ns1:gd name="T7" fmla="*/ 74 h 336"/>
                <ns1:gd name="T8" fmla="*/ 268 w 337"/>
                <ns1:gd name="T9" fmla="*/ 102 h 336"/>
                <ns1:gd name="T10" fmla="*/ 301 w 337"/>
                <ns1:gd name="T11" fmla="*/ 144 h 336"/>
                <ns1:gd name="T12" fmla="*/ 313 w 337"/>
                <ns1:gd name="T13" fmla="*/ 180 h 336"/>
                <ns1:gd name="T14" fmla="*/ 286 w 337"/>
                <ns1:gd name="T15" fmla="*/ 192 h 336"/>
                <ns1:gd name="T16" fmla="*/ 279 w 337"/>
                <ns1:gd name="T17" fmla="*/ 244 h 336"/>
                <ns1:gd name="T18" fmla="*/ 262 w 337"/>
                <ns1:gd name="T19" fmla="*/ 278 h 336"/>
                <ns1:gd name="T20" fmla="*/ 245 w 337"/>
                <ns1:gd name="T21" fmla="*/ 278 h 336"/>
                <ns1:gd name="T22" fmla="*/ 192 w 337"/>
                <ns1:gd name="T23" fmla="*/ 286 h 336"/>
                <ns1:gd name="T24" fmla="*/ 180 w 337"/>
                <ns1:gd name="T25" fmla="*/ 312 h 336"/>
                <ns1:gd name="T26" fmla="*/ 144 w 337"/>
                <ns1:gd name="T27" fmla="*/ 300 h 336"/>
                <ns1:gd name="T28" fmla="*/ 102 w 337"/>
                <ns1:gd name="T29" fmla="*/ 268 h 336"/>
                <ns1:gd name="T30" fmla="*/ 84 w 337"/>
                <ns1:gd name="T31" fmla="*/ 282 h 336"/>
                <ns1:gd name="T32" fmla="*/ 58 w 337"/>
                <ns1:gd name="T33" fmla="*/ 261 h 336"/>
                <ns1:gd name="T34" fmla="*/ 69 w 337"/>
                <ns1:gd name="T35" fmla="*/ 234 h 336"/>
                <ns1:gd name="T36" fmla="*/ 36 w 337"/>
                <ns1:gd name="T37" fmla="*/ 192 h 336"/>
                <ns1:gd name="T38" fmla="*/ 24 w 337"/>
                <ns1:gd name="T39" fmla="*/ 156 h 336"/>
                <ns1:gd name="T40" fmla="*/ 51 w 337"/>
                <ns1:gd name="T41" fmla="*/ 144 h 336"/>
                <ns1:gd name="T42" fmla="*/ 58 w 337"/>
                <ns1:gd name="T43" fmla="*/ 91 h 336"/>
                <ns1:gd name="T44" fmla="*/ 75 w 337"/>
                <ns1:gd name="T45" fmla="*/ 57 h 336"/>
                <ns1:gd name="T46" fmla="*/ 92 w 337"/>
                <ns1:gd name="T47" fmla="*/ 57 h 336"/>
                <ns1:gd name="T48" fmla="*/ 144 w 337"/>
                <ns1:gd name="T49" fmla="*/ 50 h 336"/>
                <ns1:gd name="T50" fmla="*/ 156 w 337"/>
                <ns1:gd name="T51" fmla="*/ 24 h 336"/>
                <ns1:gd name="T52" fmla="*/ 180 w 337"/>
                <ns1:gd name="T53" fmla="*/ 0 h 336"/>
                <ns1:gd name="T54" fmla="*/ 121 w 337"/>
                <ns1:gd name="T55" fmla="*/ 32 h 336"/>
                <ns1:gd name="T56" fmla="*/ 84 w 337"/>
                <ns1:gd name="T57" fmla="*/ 30 h 336"/>
                <ns1:gd name="T58" fmla="*/ 41 w 337"/>
                <ns1:gd name="T59" fmla="*/ 57 h 336"/>
                <ns1:gd name="T60" fmla="*/ 39 w 337"/>
                <ns1:gd name="T61" fmla="*/ 106 h 336"/>
                <ns1:gd name="T62" fmla="*/ 0 w 337"/>
                <ns1:gd name="T63" fmla="*/ 156 h 336"/>
                <ns1:gd name="T64" fmla="*/ 33 w 337"/>
                <ns1:gd name="T65" fmla="*/ 216 h 336"/>
                <ns1:gd name="T66" fmla="*/ 31 w 337"/>
                <ns1:gd name="T67" fmla="*/ 253 h 336"/>
                <ns1:gd name="T68" fmla="*/ 58 w 337"/>
                <ns1:gd name="T69" fmla="*/ 295 h 336"/>
                <ns1:gd name="T70" fmla="*/ 106 w 337"/>
                <ns1:gd name="T71" fmla="*/ 298 h 336"/>
                <ns1:gd name="T72" fmla="*/ 156 w 337"/>
                <ns1:gd name="T73" fmla="*/ 336 h 336"/>
                <ns1:gd name="T74" fmla="*/ 216 w 337"/>
                <ns1:gd name="T75" fmla="*/ 304 h 336"/>
                <ns1:gd name="T76" fmla="*/ 253 w 337"/>
                <ns1:gd name="T77" fmla="*/ 306 h 336"/>
                <ns1:gd name="T78" fmla="*/ 296 w 337"/>
                <ns1:gd name="T79" fmla="*/ 278 h 336"/>
                <ns1:gd name="T80" fmla="*/ 298 w 337"/>
                <ns1:gd name="T81" fmla="*/ 230 h 336"/>
                <ns1:gd name="T82" fmla="*/ 337 w 337"/>
                <ns1:gd name="T83" fmla="*/ 180 h 336"/>
                <ns1:gd name="T84" fmla="*/ 304 w 337"/>
                <ns1:gd name="T85" fmla="*/ 120 h 336"/>
                <ns1:gd name="T86" fmla="*/ 306 w 337"/>
                <ns1:gd name="T87" fmla="*/ 83 h 336"/>
                <ns1:gd name="T88" fmla="*/ 279 w 337"/>
                <ns1:gd name="T89" fmla="*/ 40 h 336"/>
                <ns1:gd name="T90" fmla="*/ 231 w 337"/>
                <ns1:gd name="T91" fmla="*/ 38 h 336"/>
                <ns1:gd name="T92" fmla="*/ 180 w 337"/>
                <ns1:gd name="T93" fmla="*/ 0 h 336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  <ns1:cxn ang="0">
                  <ns1:pos x="T30" y="T31"/>
                </ns1:cxn>
                <ns1:cxn ang="0">
                  <ns1:pos x="T32" y="T33"/>
                </ns1:cxn>
                <ns1:cxn ang="0">
                  <ns1:pos x="T34" y="T35"/>
                </ns1:cxn>
                <ns1:cxn ang="0">
                  <ns1:pos x="T36" y="T37"/>
                </ns1:cxn>
                <ns1:cxn ang="0">
                  <ns1:pos x="T38" y="T39"/>
                </ns1:cxn>
                <ns1:cxn ang="0">
                  <ns1:pos x="T40" y="T41"/>
                </ns1:cxn>
                <ns1:cxn ang="0">
                  <ns1:pos x="T42" y="T43"/>
                </ns1:cxn>
                <ns1:cxn ang="0">
                  <ns1:pos x="T44" y="T45"/>
                </ns1:cxn>
                <ns1:cxn ang="0">
                  <ns1:pos x="T46" y="T47"/>
                </ns1:cxn>
                <ns1:cxn ang="0">
                  <ns1:pos x="T48" y="T49"/>
                </ns1:cxn>
                <ns1:cxn ang="0">
                  <ns1:pos x="T50" y="T51"/>
                </ns1:cxn>
                <ns1:cxn ang="0">
                  <ns1:pos x="T52" y="T53"/>
                </ns1:cxn>
                <ns1:cxn ang="0">
                  <ns1:pos x="T54" y="T55"/>
                </ns1:cxn>
                <ns1:cxn ang="0">
                  <ns1:pos x="T56" y="T57"/>
                </ns1:cxn>
                <ns1:cxn ang="0">
                  <ns1:pos x="T58" y="T59"/>
                </ns1:cxn>
                <ns1:cxn ang="0">
                  <ns1:pos x="T60" y="T61"/>
                </ns1:cxn>
                <ns1:cxn ang="0">
                  <ns1:pos x="T62" y="T63"/>
                </ns1:cxn>
                <ns1:cxn ang="0">
                  <ns1:pos x="T64" y="T65"/>
                </ns1:cxn>
                <ns1:cxn ang="0">
                  <ns1:pos x="T66" y="T67"/>
                </ns1:cxn>
                <ns1:cxn ang="0">
                  <ns1:pos x="T68" y="T69"/>
                </ns1:cxn>
                <ns1:cxn ang="0">
                  <ns1:pos x="T70" y="T71"/>
                </ns1:cxn>
                <ns1:cxn ang="0">
                  <ns1:pos x="T72" y="T73"/>
                </ns1:cxn>
                <ns1:cxn ang="0">
                  <ns1:pos x="T74" y="T75"/>
                </ns1:cxn>
                <ns1:cxn ang="0">
                  <ns1:pos x="T76" y="T77"/>
                </ns1:cxn>
                <ns1:cxn ang="0">
                  <ns1:pos x="T78" y="T79"/>
                </ns1:cxn>
                <ns1:cxn ang="0">
                  <ns1:pos x="T80" y="T81"/>
                </ns1:cxn>
                <ns1:cxn ang="0">
                  <ns1:pos x="T82" y="T83"/>
                </ns1:cxn>
                <ns1:cxn ang="0">
                  <ns1:pos x="T84" y="T85"/>
                </ns1:cxn>
                <ns1:cxn ang="0">
                  <ns1:pos x="T86" y="T87"/>
                </ns1:cxn>
                <ns1:cxn ang="0">
                  <ns1:pos x="T88" y="T89"/>
                </ns1:cxn>
                <ns1:cxn ang="0">
                  <ns1:pos x="T90" y="T91"/>
                </ns1:cxn>
                <ns1:cxn ang="0">
                  <ns1:pos x="T92" y="T93"/>
                </ns1:cxn>
              </ns1:cxnLst>
              <ns1:rect l="0" t="0" r="r" b="b"/>
              <ns1:pathLst>
                <ns1:path w="337" h="336">
                  <ns1:moveTo>
                    <ns1:pt x="180" y="24"/>
                  </ns1:moveTo>
                  <ns1:cubicBezTo>
                    <ns1:pt x="187" y="24"/>
                    <ns1:pt x="192" y="29"/>
                    <ns1:pt x="192" y="36"/>
                  </ns1:cubicBezTo>
                  <ns1:cubicBezTo>
                    <ns1:pt x="192" y="50"/>
                    <ns1:pt x="192" y="50"/>
                    <ns1:pt x="192" y="50"/>
                  </ns1:cubicBezTo>
                  <ns1:cubicBezTo>
                    <ns1:pt x="208" y="53"/>
                    <ns1:pt x="222" y="60"/>
                    <ns1:pt x="234" y="68"/>
                  </ns1:cubicBezTo>
                  <ns1:cubicBezTo>
                    <ns1:pt x="245" y="57"/>
                    <ns1:pt x="245" y="57"/>
                    <ns1:pt x="245" y="57"/>
                  </ns1:cubicBezTo>
                  <ns1:cubicBezTo>
                    <ns1:pt x="247" y="55"/>
                    <ns1:pt x="250" y="54"/>
                    <ns1:pt x="253" y="54"/>
                  </ns1:cubicBezTo>
                  <ns1:cubicBezTo>
                    <ns1:pt x="256" y="54"/>
                    <ns1:pt x="260" y="55"/>
                    <ns1:pt x="262" y="57"/>
                  </ns1:cubicBezTo>
                  <ns1:cubicBezTo>
                    <ns1:pt x="279" y="74"/>
                    <ns1:pt x="279" y="74"/>
                    <ns1:pt x="279" y="74"/>
                  </ns1:cubicBezTo>
                  <ns1:cubicBezTo>
                    <ns1:pt x="284" y="79"/>
                    <ns1:pt x="284" y="87"/>
                    <ns1:pt x="279" y="91"/>
                  </ns1:cubicBezTo>
                  <ns1:cubicBezTo>
                    <ns1:pt x="268" y="102"/>
                    <ns1:pt x="268" y="102"/>
                    <ns1:pt x="268" y="102"/>
                  </ns1:cubicBezTo>
                  <ns1:cubicBezTo>
                    <ns1:pt x="277" y="114"/>
                    <ns1:pt x="283" y="129"/>
                    <ns1:pt x="286" y="144"/>
                  </ns1:cubicBezTo>
                  <ns1:cubicBezTo>
                    <ns1:pt x="301" y="144"/>
                    <ns1:pt x="301" y="144"/>
                    <ns1:pt x="301" y="144"/>
                  </ns1:cubicBezTo>
                  <ns1:cubicBezTo>
                    <ns1:pt x="307" y="144"/>
                    <ns1:pt x="313" y="149"/>
                    <ns1:pt x="313" y="156"/>
                  </ns1:cubicBezTo>
                  <ns1:cubicBezTo>
                    <ns1:pt x="313" y="180"/>
                    <ns1:pt x="313" y="180"/>
                    <ns1:pt x="313" y="180"/>
                  </ns1:cubicBezTo>
                  <ns1:cubicBezTo>
                    <ns1:pt x="313" y="187"/>
                    <ns1:pt x="307" y="192"/>
                    <ns1:pt x="301" y="192"/>
                  </ns1:cubicBezTo>
                  <ns1:cubicBezTo>
                    <ns1:pt x="286" y="192"/>
                    <ns1:pt x="286" y="192"/>
                    <ns1:pt x="286" y="192"/>
                  </ns1:cubicBezTo>
                  <ns1:cubicBezTo>
                    <ns1:pt x="283" y="207"/>
                    <ns1:pt x="277" y="221"/>
                    <ns1:pt x="268" y="234"/>
                  </ns1:cubicBezTo>
                  <ns1:cubicBezTo>
                    <ns1:pt x="279" y="244"/>
                    <ns1:pt x="279" y="244"/>
                    <ns1:pt x="279" y="244"/>
                  </ns1:cubicBezTo>
                  <ns1:cubicBezTo>
                    <ns1:pt x="284" y="249"/>
                    <ns1:pt x="284" y="257"/>
                    <ns1:pt x="279" y="261"/>
                  </ns1:cubicBezTo>
                  <ns1:cubicBezTo>
                    <ns1:pt x="262" y="278"/>
                    <ns1:pt x="262" y="278"/>
                    <ns1:pt x="262" y="278"/>
                  </ns1:cubicBezTo>
                  <ns1:cubicBezTo>
                    <ns1:pt x="260" y="281"/>
                    <ns1:pt x="256" y="282"/>
                    <ns1:pt x="253" y="282"/>
                  </ns1:cubicBezTo>
                  <ns1:cubicBezTo>
                    <ns1:pt x="250" y="282"/>
                    <ns1:pt x="247" y="281"/>
                    <ns1:pt x="245" y="278"/>
                  </ns1:cubicBezTo>
                  <ns1:cubicBezTo>
                    <ns1:pt x="234" y="268"/>
                    <ns1:pt x="234" y="268"/>
                    <ns1:pt x="234" y="268"/>
                  </ns1:cubicBezTo>
                  <ns1:cubicBezTo>
                    <ns1:pt x="222" y="276"/>
                    <ns1:pt x="208" y="282"/>
                    <ns1:pt x="192" y="286"/>
                  </ns1:cubicBezTo>
                  <ns1:cubicBezTo>
                    <ns1:pt x="192" y="300"/>
                    <ns1:pt x="192" y="300"/>
                    <ns1:pt x="192" y="300"/>
                  </ns1:cubicBezTo>
                  <ns1:cubicBezTo>
                    <ns1:pt x="192" y="307"/>
                    <ns1:pt x="187" y="312"/>
                    <ns1:pt x="180" y="312"/>
                  </ns1:cubicBezTo>
                  <ns1:cubicBezTo>
                    <ns1:pt x="156" y="312"/>
                    <ns1:pt x="156" y="312"/>
                    <ns1:pt x="156" y="312"/>
                  </ns1:cubicBezTo>
                  <ns1:cubicBezTo>
                    <ns1:pt x="150" y="312"/>
                    <ns1:pt x="144" y="307"/>
                    <ns1:pt x="144" y="300"/>
                  </ns1:cubicBezTo>
                  <ns1:cubicBezTo>
                    <ns1:pt x="144" y="286"/>
                    <ns1:pt x="144" y="286"/>
                    <ns1:pt x="144" y="286"/>
                  </ns1:cubicBezTo>
                  <ns1:cubicBezTo>
                    <ns1:pt x="129" y="282"/>
                    <ns1:pt x="115" y="276"/>
                    <ns1:pt x="102" y="268"/>
                  </ns1:cubicBezTo>
                  <ns1:cubicBezTo>
                    <ns1:pt x="92" y="278"/>
                    <ns1:pt x="92" y="278"/>
                    <ns1:pt x="92" y="278"/>
                  </ns1:cubicBezTo>
                  <ns1:cubicBezTo>
                    <ns1:pt x="90" y="281"/>
                    <ns1:pt x="87" y="282"/>
                    <ns1:pt x="84" y="282"/>
                  </ns1:cubicBezTo>
                  <ns1:cubicBezTo>
                    <ns1:pt x="80" y="282"/>
                    <ns1:pt x="77" y="281"/>
                    <ns1:pt x="75" y="278"/>
                  </ns1:cubicBezTo>
                  <ns1:cubicBezTo>
                    <ns1:pt x="58" y="261"/>
                    <ns1:pt x="58" y="261"/>
                    <ns1:pt x="58" y="261"/>
                  </ns1:cubicBezTo>
                  <ns1:cubicBezTo>
                    <ns1:pt x="53" y="257"/>
                    <ns1:pt x="53" y="249"/>
                    <ns1:pt x="58" y="244"/>
                  </ns1:cubicBezTo>
                  <ns1:cubicBezTo>
                    <ns1:pt x="69" y="234"/>
                    <ns1:pt x="69" y="234"/>
                    <ns1:pt x="69" y="234"/>
                  </ns1:cubicBezTo>
                  <ns1:cubicBezTo>
                    <ns1:pt x="60" y="221"/>
                    <ns1:pt x="54" y="207"/>
                    <ns1:pt x="51" y="192"/>
                  </ns1:cubicBezTo>
                  <ns1:cubicBezTo>
                    <ns1:pt x="36" y="192"/>
                    <ns1:pt x="36" y="192"/>
                    <ns1:pt x="36" y="192"/>
                  </ns1:cubicBezTo>
                  <ns1:cubicBezTo>
                    <ns1:pt x="30" y="192"/>
                    <ns1:pt x="24" y="187"/>
                    <ns1:pt x="24" y="180"/>
                  </ns1:cubicBezTo>
                  <ns1:cubicBezTo>
                    <ns1:pt x="24" y="156"/>
                    <ns1:pt x="24" y="156"/>
                    <ns1:pt x="24" y="156"/>
                  </ns1:cubicBezTo>
                  <ns1:cubicBezTo>
                    <ns1:pt x="24" y="149"/>
                    <ns1:pt x="30" y="144"/>
                    <ns1:pt x="36" y="144"/>
                  </ns1:cubicBezTo>
                  <ns1:cubicBezTo>
                    <ns1:pt x="51" y="144"/>
                    <ns1:pt x="51" y="144"/>
                    <ns1:pt x="51" y="144"/>
                  </ns1:cubicBezTo>
                  <ns1:cubicBezTo>
                    <ns1:pt x="54" y="129"/>
                    <ns1:pt x="60" y="114"/>
                    <ns1:pt x="69" y="102"/>
                  </ns1:cubicBezTo>
                  <ns1:cubicBezTo>
                    <ns1:pt x="58" y="91"/>
                    <ns1:pt x="58" y="91"/>
                    <ns1:pt x="58" y="91"/>
                  </ns1:cubicBezTo>
                  <ns1:cubicBezTo>
                    <ns1:pt x="53" y="87"/>
                    <ns1:pt x="53" y="79"/>
                    <ns1:pt x="58" y="74"/>
                  </ns1:cubicBezTo>
                  <ns1:cubicBezTo>
                    <ns1:pt x="75" y="57"/>
                    <ns1:pt x="75" y="57"/>
                    <ns1:pt x="75" y="57"/>
                  </ns1:cubicBezTo>
                  <ns1:cubicBezTo>
                    <ns1:pt x="77" y="55"/>
                    <ns1:pt x="80" y="54"/>
                    <ns1:pt x="84" y="54"/>
                  </ns1:cubicBezTo>
                  <ns1:cubicBezTo>
                    <ns1:pt x="87" y="54"/>
                    <ns1:pt x="90" y="55"/>
                    <ns1:pt x="92" y="57"/>
                  </ns1:cubicBezTo>
                  <ns1:cubicBezTo>
                    <ns1:pt x="102" y="68"/>
                    <ns1:pt x="102" y="68"/>
                    <ns1:pt x="102" y="68"/>
                  </ns1:cubicBezTo>
                  <ns1:cubicBezTo>
                    <ns1:pt x="115" y="60"/>
                    <ns1:pt x="129" y="53"/>
                    <ns1:pt x="144" y="50"/>
                  </ns1:cubicBezTo>
                  <ns1:cubicBezTo>
                    <ns1:pt x="144" y="36"/>
                    <ns1:pt x="144" y="36"/>
                    <ns1:pt x="144" y="36"/>
                  </ns1:cubicBezTo>
                  <ns1:cubicBezTo>
                    <ns1:pt x="144" y="29"/>
                    <ns1:pt x="150" y="24"/>
                    <ns1:pt x="156" y="24"/>
                  </ns1:cubicBezTo>
                  <ns1:cubicBezTo>
                    <ns1:pt x="180" y="24"/>
                    <ns1:pt x="180" y="24"/>
                    <ns1:pt x="180" y="24"/>
                  </ns1:cubicBezTo>
                  <ns1:moveTo>
                    <ns1:pt x="180" y="0"/>
                  </ns1:moveTo>
                  <ns1:cubicBezTo>
                    <ns1:pt x="156" y="0"/>
                    <ns1:pt x="156" y="0"/>
                    <ns1:pt x="156" y="0"/>
                  </ns1:cubicBezTo>
                  <ns1:cubicBezTo>
                    <ns1:pt x="138" y="0"/>
                    <ns1:pt x="123" y="14"/>
                    <ns1:pt x="121" y="32"/>
                  </ns1:cubicBezTo>
                  <ns1:cubicBezTo>
                    <ns1:pt x="116" y="34"/>
                    <ns1:pt x="111" y="36"/>
                    <ns1:pt x="106" y="38"/>
                  </ns1:cubicBezTo>
                  <ns1:cubicBezTo>
                    <ns1:pt x="100" y="33"/>
                    <ns1:pt x="92" y="30"/>
                    <ns1:pt x="84" y="30"/>
                  </ns1:cubicBezTo>
                  <ns1:cubicBezTo>
                    <ns1:pt x="74" y="30"/>
                    <ns1:pt x="65" y="34"/>
                    <ns1:pt x="58" y="40"/>
                  </ns1:cubicBezTo>
                  <ns1:cubicBezTo>
                    <ns1:pt x="41" y="57"/>
                    <ns1:pt x="41" y="57"/>
                    <ns1:pt x="41" y="57"/>
                  </ns1:cubicBezTo>
                  <ns1:cubicBezTo>
                    <ns1:pt x="34" y="64"/>
                    <ns1:pt x="31" y="73"/>
                    <ns1:pt x="31" y="83"/>
                  </ns1:cubicBezTo>
                  <ns1:cubicBezTo>
                    <ns1:pt x="31" y="91"/>
                    <ns1:pt x="33" y="99"/>
                    <ns1:pt x="39" y="106"/>
                  </ns1:cubicBezTo>
                  <ns1:cubicBezTo>
                    <ns1:pt x="36" y="110"/>
                    <ns1:pt x="34" y="115"/>
                    <ns1:pt x="33" y="120"/>
                  </ns1:cubicBezTo>
                  <ns1:cubicBezTo>
                    <ns1:pt x="15" y="122"/>
                    <ns1:pt x="0" y="137"/>
                    <ns1:pt x="0" y="156"/>
                  </ns1:cubicBezTo>
                  <ns1:cubicBezTo>
                    <ns1:pt x="0" y="180"/>
                    <ns1:pt x="0" y="180"/>
                    <ns1:pt x="0" y="180"/>
                  </ns1:cubicBezTo>
                  <ns1:cubicBezTo>
                    <ns1:pt x="0" y="199"/>
                    <ns1:pt x="15" y="214"/>
                    <ns1:pt x="33" y="216"/>
                  </ns1:cubicBezTo>
                  <ns1:cubicBezTo>
                    <ns1:pt x="34" y="221"/>
                    <ns1:pt x="36" y="225"/>
                    <ns1:pt x="39" y="230"/>
                  </ns1:cubicBezTo>
                  <ns1:cubicBezTo>
                    <ns1:pt x="33" y="236"/>
                    <ns1:pt x="31" y="244"/>
                    <ns1:pt x="31" y="253"/>
                  </ns1:cubicBezTo>
                  <ns1:cubicBezTo>
                    <ns1:pt x="31" y="262"/>
                    <ns1:pt x="34" y="271"/>
                    <ns1:pt x="41" y="278"/>
                  </ns1:cubicBezTo>
                  <ns1:cubicBezTo>
                    <ns1:pt x="58" y="295"/>
                    <ns1:pt x="58" y="295"/>
                    <ns1:pt x="58" y="295"/>
                  </ns1:cubicBezTo>
                  <ns1:cubicBezTo>
                    <ns1:pt x="65" y="302"/>
                    <ns1:pt x="74" y="306"/>
                    <ns1:pt x="84" y="306"/>
                  </ns1:cubicBezTo>
                  <ns1:cubicBezTo>
                    <ns1:pt x="92" y="306"/>
                    <ns1:pt x="100" y="303"/>
                    <ns1:pt x="106" y="298"/>
                  </ns1:cubicBezTo>
                  <ns1:cubicBezTo>
                    <ns1:pt x="111" y="300"/>
                    <ns1:pt x="116" y="302"/>
                    <ns1:pt x="121" y="304"/>
                  </ns1:cubicBezTo>
                  <ns1:cubicBezTo>
                    <ns1:pt x="123" y="322"/>
                    <ns1:pt x="138" y="336"/>
                    <ns1:pt x="156" y="336"/>
                  </ns1:cubicBezTo>
                  <ns1:cubicBezTo>
                    <ns1:pt x="180" y="336"/>
                    <ns1:pt x="180" y="336"/>
                    <ns1:pt x="180" y="336"/>
                  </ns1:cubicBezTo>
                  <ns1:cubicBezTo>
                    <ns1:pt x="199" y="336"/>
                    <ns1:pt x="214" y="322"/>
                    <ns1:pt x="216" y="304"/>
                  </ns1:cubicBezTo>
                  <ns1:cubicBezTo>
                    <ns1:pt x="221" y="302"/>
                    <ns1:pt x="226" y="300"/>
                    <ns1:pt x="231" y="298"/>
                  </ns1:cubicBezTo>
                  <ns1:cubicBezTo>
                    <ns1:pt x="237" y="303"/>
                    <ns1:pt x="245" y="306"/>
                    <ns1:pt x="253" y="306"/>
                  </ns1:cubicBezTo>
                  <ns1:cubicBezTo>
                    <ns1:pt x="263" y="306"/>
                    <ns1:pt x="272" y="302"/>
                    <ns1:pt x="279" y="295"/>
                  </ns1:cubicBezTo>
                  <ns1:cubicBezTo>
                    <ns1:pt x="296" y="278"/>
                    <ns1:pt x="296" y="278"/>
                    <ns1:pt x="296" y="278"/>
                  </ns1:cubicBezTo>
                  <ns1:cubicBezTo>
                    <ns1:pt x="303" y="271"/>
                    <ns1:pt x="306" y="262"/>
                    <ns1:pt x="306" y="253"/>
                  </ns1:cubicBezTo>
                  <ns1:cubicBezTo>
                    <ns1:pt x="306" y="244"/>
                    <ns1:pt x="304" y="236"/>
                    <ns1:pt x="298" y="230"/>
                  </ns1:cubicBezTo>
                  <ns1:cubicBezTo>
                    <ns1:pt x="301" y="225"/>
                    <ns1:pt x="303" y="221"/>
                    <ns1:pt x="304" y="216"/>
                  </ns1:cubicBezTo>
                  <ns1:cubicBezTo>
                    <ns1:pt x="322" y="214"/>
                    <ns1:pt x="337" y="199"/>
                    <ns1:pt x="337" y="180"/>
                  </ns1:cubicBezTo>
                  <ns1:cubicBezTo>
                    <ns1:pt x="337" y="156"/>
                    <ns1:pt x="337" y="156"/>
                    <ns1:pt x="337" y="156"/>
                  </ns1:cubicBezTo>
                  <ns1:cubicBezTo>
                    <ns1:pt x="337" y="137"/>
                    <ns1:pt x="322" y="122"/>
                    <ns1:pt x="304" y="120"/>
                  </ns1:cubicBezTo>
                  <ns1:cubicBezTo>
                    <ns1:pt x="303" y="115"/>
                    <ns1:pt x="301" y="110"/>
                    <ns1:pt x="298" y="106"/>
                  </ns1:cubicBezTo>
                  <ns1:cubicBezTo>
                    <ns1:pt x="304" y="99"/>
                    <ns1:pt x="306" y="91"/>
                    <ns1:pt x="306" y="83"/>
                  </ns1:cubicBezTo>
                  <ns1:cubicBezTo>
                    <ns1:pt x="306" y="73"/>
                    <ns1:pt x="303" y="64"/>
                    <ns1:pt x="296" y="57"/>
                  </ns1:cubicBezTo>
                  <ns1:cubicBezTo>
                    <ns1:pt x="279" y="40"/>
                    <ns1:pt x="279" y="40"/>
                    <ns1:pt x="279" y="40"/>
                  </ns1:cubicBezTo>
                  <ns1:cubicBezTo>
                    <ns1:pt x="272" y="34"/>
                    <ns1:pt x="263" y="30"/>
                    <ns1:pt x="253" y="30"/>
                  </ns1:cubicBezTo>
                  <ns1:cubicBezTo>
                    <ns1:pt x="245" y="30"/>
                    <ns1:pt x="237" y="33"/>
                    <ns1:pt x="231" y="38"/>
                  </ns1:cubicBezTo>
                  <ns1:cubicBezTo>
                    <ns1:pt x="226" y="36"/>
                    <ns1:pt x="221" y="34"/>
                    <ns1:pt x="216" y="32"/>
                  </ns1:cubicBezTo>
                  <ns1:cubicBezTo>
                    <ns1:pt x="214" y="14"/>
                    <ns1:pt x="199" y="0"/>
                    <ns1:pt x="180" y="0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285" name="Freeform 7"/>
            <ns0:cNvSpPr>
              <ns1:spLocks noEditPoints="1"/>
            </ns0:cNvSpPr>
            <ns0:nvPr/>
          </ns0:nvSpPr>
          <ns0:spPr bwMode="auto">
            <ns1:xfrm>
              <ns1:off x="8675688" y="5180013"/>
              <ns1:ext cx="138113" cy="136525"/>
            </ns1:xfrm>
            <ns1:custGeom>
              <ns1:avLst/>
              <ns1:gdLst>
                <ns1:gd name="T0" fmla="*/ 78 w 157"/>
                <ns1:gd name="T1" fmla="*/ 156 h 156"/>
                <ns1:gd name="T2" fmla="*/ 0 w 157"/>
                <ns1:gd name="T3" fmla="*/ 78 h 156"/>
                <ns1:gd name="T4" fmla="*/ 78 w 157"/>
                <ns1:gd name="T5" fmla="*/ 0 h 156"/>
                <ns1:gd name="T6" fmla="*/ 157 w 157"/>
                <ns1:gd name="T7" fmla="*/ 78 h 156"/>
                <ns1:gd name="T8" fmla="*/ 78 w 157"/>
                <ns1:gd name="T9" fmla="*/ 156 h 156"/>
                <ns1:gd name="T10" fmla="*/ 78 w 157"/>
                <ns1:gd name="T11" fmla="*/ 12 h 156"/>
                <ns1:gd name="T12" fmla="*/ 12 w 157"/>
                <ns1:gd name="T13" fmla="*/ 78 h 156"/>
                <ns1:gd name="T14" fmla="*/ 78 w 157"/>
                <ns1:gd name="T15" fmla="*/ 144 h 156"/>
                <ns1:gd name="T16" fmla="*/ 145 w 157"/>
                <ns1:gd name="T17" fmla="*/ 78 h 156"/>
                <ns1:gd name="T18" fmla="*/ 78 w 157"/>
                <ns1:gd name="T19" fmla="*/ 12 h 156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</ns1:cxnLst>
              <ns1:rect l="0" t="0" r="r" b="b"/>
              <ns1:pathLst>
                <ns1:path w="157" h="156">
                  <ns1:moveTo>
                    <ns1:pt x="78" y="156"/>
                  </ns1:moveTo>
                  <ns1:cubicBezTo>
                    <ns1:pt x="35" y="156"/>
                    <ns1:pt x="0" y="121"/>
                    <ns1:pt x="0" y="78"/>
                  </ns1:cubicBezTo>
                  <ns1:cubicBezTo>
                    <ns1:pt x="0" y="35"/>
                    <ns1:pt x="35" y="0"/>
                    <ns1:pt x="78" y="0"/>
                  </ns1:cubicBezTo>
                  <ns1:cubicBezTo>
                    <ns1:pt x="122" y="0"/>
                    <ns1:pt x="157" y="35"/>
                    <ns1:pt x="157" y="78"/>
                  </ns1:cubicBezTo>
                  <ns1:cubicBezTo>
                    <ns1:pt x="157" y="121"/>
                    <ns1:pt x="122" y="156"/>
                    <ns1:pt x="78" y="156"/>
                  </ns1:cubicBezTo>
                  <ns1:close/>
                  <ns1:moveTo>
                    <ns1:pt x="78" y="12"/>
                  </ns1:moveTo>
                  <ns1:cubicBezTo>
                    <ns1:pt x="42" y="12"/>
                    <ns1:pt x="12" y="41"/>
                    <ns1:pt x="12" y="78"/>
                  </ns1:cubicBezTo>
                  <ns1:cubicBezTo>
                    <ns1:pt x="12" y="114"/>
                    <ns1:pt x="42" y="144"/>
                    <ns1:pt x="78" y="144"/>
                  </ns1:cubicBezTo>
                  <ns1:cubicBezTo>
                    <ns1:pt x="115" y="144"/>
                    <ns1:pt x="145" y="114"/>
                    <ns1:pt x="145" y="78"/>
                  </ns1:cubicBezTo>
                  <ns1:cubicBezTo>
                    <ns1:pt x="145" y="41"/>
                    <ns1:pt x="115" y="12"/>
                    <ns1:pt x="78" y="12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286" name="Freeform 8"/>
            <ns0:cNvSpPr>
              <ns1:spLocks noEditPoints="1"/>
            </ns0:cNvSpPr>
            <ns0:nvPr/>
          </ns0:nvSpPr>
          <ns0:spPr bwMode="auto">
            <ns1:xfrm>
              <ns1:off x="8707438" y="5211763"/>
              <ns1:ext cx="74613" cy="73025"/>
            </ns1:xfrm>
            <ns1:custGeom>
              <ns1:avLst/>
              <ns1:gdLst>
                <ns1:gd name="T0" fmla="*/ 42 w 85"/>
                <ns1:gd name="T1" fmla="*/ 84 h 84"/>
                <ns1:gd name="T2" fmla="*/ 0 w 85"/>
                <ns1:gd name="T3" fmla="*/ 42 h 84"/>
                <ns1:gd name="T4" fmla="*/ 42 w 85"/>
                <ns1:gd name="T5" fmla="*/ 0 h 84"/>
                <ns1:gd name="T6" fmla="*/ 85 w 85"/>
                <ns1:gd name="T7" fmla="*/ 42 h 84"/>
                <ns1:gd name="T8" fmla="*/ 42 w 85"/>
                <ns1:gd name="T9" fmla="*/ 84 h 84"/>
                <ns1:gd name="T10" fmla="*/ 42 w 85"/>
                <ns1:gd name="T11" fmla="*/ 12 h 84"/>
                <ns1:gd name="T12" fmla="*/ 12 w 85"/>
                <ns1:gd name="T13" fmla="*/ 42 h 84"/>
                <ns1:gd name="T14" fmla="*/ 42 w 85"/>
                <ns1:gd name="T15" fmla="*/ 72 h 84"/>
                <ns1:gd name="T16" fmla="*/ 73 w 85"/>
                <ns1:gd name="T17" fmla="*/ 42 h 84"/>
                <ns1:gd name="T18" fmla="*/ 42 w 85"/>
                <ns1:gd name="T19" fmla="*/ 12 h 84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</ns1:cxnLst>
              <ns1:rect l="0" t="0" r="r" b="b"/>
              <ns1:pathLst>
                <ns1:path w="85" h="84">
                  <ns1:moveTo>
                    <ns1:pt x="42" y="84"/>
                  </ns1:moveTo>
                  <ns1:cubicBezTo>
                    <ns1:pt x="19" y="84"/>
                    <ns1:pt x="0" y="65"/>
                    <ns1:pt x="0" y="42"/>
                  </ns1:cubicBezTo>
                  <ns1:cubicBezTo>
                    <ns1:pt x="0" y="19"/>
                    <ns1:pt x="19" y="0"/>
                    <ns1:pt x="42" y="0"/>
                  </ns1:cubicBezTo>
                  <ns1:cubicBezTo>
                    <ns1:pt x="66" y="0"/>
                    <ns1:pt x="85" y="19"/>
                    <ns1:pt x="85" y="42"/>
                  </ns1:cubicBezTo>
                  <ns1:cubicBezTo>
                    <ns1:pt x="85" y="65"/>
                    <ns1:pt x="66" y="84"/>
                    <ns1:pt x="42" y="84"/>
                  </ns1:cubicBezTo>
                  <ns1:close/>
                  <ns1:moveTo>
                    <ns1:pt x="42" y="12"/>
                  </ns1:moveTo>
                  <ns1:cubicBezTo>
                    <ns1:pt x="26" y="12"/>
                    <ns1:pt x="12" y="25"/>
                    <ns1:pt x="12" y="42"/>
                  </ns1:cubicBezTo>
                  <ns1:cubicBezTo>
                    <ns1:pt x="12" y="58"/>
                    <ns1:pt x="26" y="72"/>
                    <ns1:pt x="42" y="72"/>
                  </ns1:cubicBezTo>
                  <ns1:cubicBezTo>
                    <ns1:pt x="59" y="72"/>
                    <ns1:pt x="73" y="58"/>
                    <ns1:pt x="73" y="42"/>
                  </ns1:cubicBezTo>
                  <ns1:cubicBezTo>
                    <ns1:pt x="73" y="25"/>
                    <ns1:pt x="59" y="12"/>
                    <ns1:pt x="42" y="12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287" name="Freeform 9"/>
            <ns0:cNvSpPr>
              <ns1:spLocks noEditPoints="1"/>
            </ns0:cNvSpPr>
            <ns0:nvPr/>
          </ns0:nvSpPr>
          <ns0:spPr bwMode="auto">
            <ns1:xfrm>
              <ns1:off x="8416926" y="5081588"/>
              <ns1:ext cx="187325" cy="187325"/>
            </ns1:xfrm>
            <ns1:custGeom>
              <ns1:avLst/>
              <ns1:gdLst>
                <ns1:gd name="T0" fmla="*/ 121 w 213"/>
                <ns1:gd name="T1" fmla="*/ 23 h 213"/>
                <ns1:gd name="T2" fmla="*/ 148 w 213"/>
                <ns1:gd name="T3" fmla="*/ 44 h 213"/>
                <ns1:gd name="T4" fmla="*/ 160 w 213"/>
                <ns1:gd name="T5" fmla="*/ 35 h 213"/>
                <ns1:gd name="T6" fmla="*/ 176 w 213"/>
                <ns1:gd name="T7" fmla="*/ 48 h 213"/>
                <ns1:gd name="T8" fmla="*/ 170 w 213"/>
                <ns1:gd name="T9" fmla="*/ 65 h 213"/>
                <ns1:gd name="T10" fmla="*/ 190 w 213"/>
                <ns1:gd name="T11" fmla="*/ 92 h 213"/>
                <ns1:gd name="T12" fmla="*/ 198 w 213"/>
                <ns1:gd name="T13" fmla="*/ 115 h 213"/>
                <ns1:gd name="T14" fmla="*/ 181 w 213"/>
                <ns1:gd name="T15" fmla="*/ 122 h 213"/>
                <ns1:gd name="T16" fmla="*/ 176 w 213"/>
                <ns1:gd name="T17" fmla="*/ 155 h 213"/>
                <ns1:gd name="T18" fmla="*/ 165 w 213"/>
                <ns1:gd name="T19" fmla="*/ 177 h 213"/>
                <ns1:gd name="T20" fmla="*/ 155 w 213"/>
                <ns1:gd name="T21" fmla="*/ 177 h 213"/>
                <ns1:gd name="T22" fmla="*/ 121 w 213"/>
                <ns1:gd name="T23" fmla="*/ 182 h 213"/>
                <ns1:gd name="T24" fmla="*/ 114 w 213"/>
                <ns1:gd name="T25" fmla="*/ 198 h 213"/>
                <ns1:gd name="T26" fmla="*/ 91 w 213"/>
                <ns1:gd name="T27" fmla="*/ 191 h 213"/>
                <ns1:gd name="T28" fmla="*/ 64 w 213"/>
                <ns1:gd name="T29" fmla="*/ 170 h 213"/>
                <ns1:gd name="T30" fmla="*/ 52 w 213"/>
                <ns1:gd name="T31" fmla="*/ 179 h 213"/>
                <ns1:gd name="T32" fmla="*/ 36 w 213"/>
                <ns1:gd name="T33" fmla="*/ 166 h 213"/>
                <ns1:gd name="T34" fmla="*/ 43 w 213"/>
                <ns1:gd name="T35" fmla="*/ 149 h 213"/>
                <ns1:gd name="T36" fmla="*/ 22 w 213"/>
                <ns1:gd name="T37" fmla="*/ 122 h 213"/>
                <ns1:gd name="T38" fmla="*/ 15 w 213"/>
                <ns1:gd name="T39" fmla="*/ 99 h 213"/>
                <ns1:gd name="T40" fmla="*/ 32 w 213"/>
                <ns1:gd name="T41" fmla="*/ 92 h 213"/>
                <ns1:gd name="T42" fmla="*/ 36 w 213"/>
                <ns1:gd name="T43" fmla="*/ 59 h 213"/>
                <ns1:gd name="T44" fmla="*/ 47 w 213"/>
                <ns1:gd name="T45" fmla="*/ 37 h 213"/>
                <ns1:gd name="T46" fmla="*/ 58 w 213"/>
                <ns1:gd name="T47" fmla="*/ 37 h 213"/>
                <ns1:gd name="T48" fmla="*/ 91 w 213"/>
                <ns1:gd name="T49" fmla="*/ 32 h 213"/>
                <ns1:gd name="T50" fmla="*/ 99 w 213"/>
                <ns1:gd name="T51" fmla="*/ 16 h 213"/>
                <ns1:gd name="T52" fmla="*/ 114 w 213"/>
                <ns1:gd name="T53" fmla="*/ 0 h 213"/>
                <ns1:gd name="T54" fmla="*/ 76 w 213"/>
                <ns1:gd name="T55" fmla="*/ 21 h 213"/>
                <ns1:gd name="T56" fmla="*/ 52 w 213"/>
                <ns1:gd name="T57" fmla="*/ 20 h 213"/>
                <ns1:gd name="T58" fmla="*/ 25 w 213"/>
                <ns1:gd name="T59" fmla="*/ 37 h 213"/>
                <ns1:gd name="T60" fmla="*/ 24 w 213"/>
                <ns1:gd name="T61" fmla="*/ 68 h 213"/>
                <ns1:gd name="T62" fmla="*/ 0 w 213"/>
                <ns1:gd name="T63" fmla="*/ 99 h 213"/>
                <ns1:gd name="T64" fmla="*/ 20 w 213"/>
                <ns1:gd name="T65" fmla="*/ 137 h 213"/>
                <ns1:gd name="T66" fmla="*/ 19 w 213"/>
                <ns1:gd name="T67" fmla="*/ 161 h 213"/>
                <ns1:gd name="T68" fmla="*/ 36 w 213"/>
                <ns1:gd name="T69" fmla="*/ 188 h 213"/>
                <ns1:gd name="T70" fmla="*/ 67 w 213"/>
                <ns1:gd name="T71" fmla="*/ 189 h 213"/>
                <ns1:gd name="T72" fmla="*/ 99 w 213"/>
                <ns1:gd name="T73" fmla="*/ 213 h 213"/>
                <ns1:gd name="T74" fmla="*/ 137 w 213"/>
                <ns1:gd name="T75" fmla="*/ 193 h 213"/>
                <ns1:gd name="T76" fmla="*/ 160 w 213"/>
                <ns1:gd name="T77" fmla="*/ 194 h 213"/>
                <ns1:gd name="T78" fmla="*/ 187 w 213"/>
                <ns1:gd name="T79" fmla="*/ 177 h 213"/>
                <ns1:gd name="T80" fmla="*/ 188 w 213"/>
                <ns1:gd name="T81" fmla="*/ 146 h 213"/>
                <ns1:gd name="T82" fmla="*/ 213 w 213"/>
                <ns1:gd name="T83" fmla="*/ 115 h 213"/>
                <ns1:gd name="T84" fmla="*/ 192 w 213"/>
                <ns1:gd name="T85" fmla="*/ 77 h 213"/>
                <ns1:gd name="T86" fmla="*/ 194 w 213"/>
                <ns1:gd name="T87" fmla="*/ 53 h 213"/>
                <ns1:gd name="T88" fmla="*/ 176 w 213"/>
                <ns1:gd name="T89" fmla="*/ 26 h 213"/>
                <ns1:gd name="T90" fmla="*/ 146 w 213"/>
                <ns1:gd name="T91" fmla="*/ 25 h 213"/>
                <ns1:gd name="T92" fmla="*/ 114 w 213"/>
                <ns1:gd name="T93" fmla="*/ 0 h 213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  <ns1:cxn ang="0">
                  <ns1:pos x="T30" y="T31"/>
                </ns1:cxn>
                <ns1:cxn ang="0">
                  <ns1:pos x="T32" y="T33"/>
                </ns1:cxn>
                <ns1:cxn ang="0">
                  <ns1:pos x="T34" y="T35"/>
                </ns1:cxn>
                <ns1:cxn ang="0">
                  <ns1:pos x="T36" y="T37"/>
                </ns1:cxn>
                <ns1:cxn ang="0">
                  <ns1:pos x="T38" y="T39"/>
                </ns1:cxn>
                <ns1:cxn ang="0">
                  <ns1:pos x="T40" y="T41"/>
                </ns1:cxn>
                <ns1:cxn ang="0">
                  <ns1:pos x="T42" y="T43"/>
                </ns1:cxn>
                <ns1:cxn ang="0">
                  <ns1:pos x="T44" y="T45"/>
                </ns1:cxn>
                <ns1:cxn ang="0">
                  <ns1:pos x="T46" y="T47"/>
                </ns1:cxn>
                <ns1:cxn ang="0">
                  <ns1:pos x="T48" y="T49"/>
                </ns1:cxn>
                <ns1:cxn ang="0">
                  <ns1:pos x="T50" y="T51"/>
                </ns1:cxn>
                <ns1:cxn ang="0">
                  <ns1:pos x="T52" y="T53"/>
                </ns1:cxn>
                <ns1:cxn ang="0">
                  <ns1:pos x="T54" y="T55"/>
                </ns1:cxn>
                <ns1:cxn ang="0">
                  <ns1:pos x="T56" y="T57"/>
                </ns1:cxn>
                <ns1:cxn ang="0">
                  <ns1:pos x="T58" y="T59"/>
                </ns1:cxn>
                <ns1:cxn ang="0">
                  <ns1:pos x="T60" y="T61"/>
                </ns1:cxn>
                <ns1:cxn ang="0">
                  <ns1:pos x="T62" y="T63"/>
                </ns1:cxn>
                <ns1:cxn ang="0">
                  <ns1:pos x="T64" y="T65"/>
                </ns1:cxn>
                <ns1:cxn ang="0">
                  <ns1:pos x="T66" y="T67"/>
                </ns1:cxn>
                <ns1:cxn ang="0">
                  <ns1:pos x="T68" y="T69"/>
                </ns1:cxn>
                <ns1:cxn ang="0">
                  <ns1:pos x="T70" y="T71"/>
                </ns1:cxn>
                <ns1:cxn ang="0">
                  <ns1:pos x="T72" y="T73"/>
                </ns1:cxn>
                <ns1:cxn ang="0">
                  <ns1:pos x="T74" y="T75"/>
                </ns1:cxn>
                <ns1:cxn ang="0">
                  <ns1:pos x="T76" y="T77"/>
                </ns1:cxn>
                <ns1:cxn ang="0">
                  <ns1:pos x="T78" y="T79"/>
                </ns1:cxn>
                <ns1:cxn ang="0">
                  <ns1:pos x="T80" y="T81"/>
                </ns1:cxn>
                <ns1:cxn ang="0">
                  <ns1:pos x="T82" y="T83"/>
                </ns1:cxn>
                <ns1:cxn ang="0">
                  <ns1:pos x="T84" y="T85"/>
                </ns1:cxn>
                <ns1:cxn ang="0">
                  <ns1:pos x="T86" y="T87"/>
                </ns1:cxn>
                <ns1:cxn ang="0">
                  <ns1:pos x="T88" y="T89"/>
                </ns1:cxn>
                <ns1:cxn ang="0">
                  <ns1:pos x="T90" y="T91"/>
                </ns1:cxn>
                <ns1:cxn ang="0">
                  <ns1:pos x="T92" y="T93"/>
                </ns1:cxn>
              </ns1:cxnLst>
              <ns1:rect l="0" t="0" r="r" b="b"/>
              <ns1:pathLst>
                <ns1:path w="213" h="213">
                  <ns1:moveTo>
                    <ns1:pt x="114" y="16"/>
                  </ns1:moveTo>
                  <ns1:cubicBezTo>
                    <ns1:pt x="118" y="16"/>
                    <ns1:pt x="121" y="19"/>
                    <ns1:pt x="121" y="23"/>
                  </ns1:cubicBezTo>
                  <ns1:cubicBezTo>
                    <ns1:pt x="121" y="32"/>
                    <ns1:pt x="121" y="32"/>
                    <ns1:pt x="121" y="32"/>
                  </ns1:cubicBezTo>
                  <ns1:cubicBezTo>
                    <ns1:pt x="131" y="34"/>
                    <ns1:pt x="140" y="38"/>
                    <ns1:pt x="148" y="44"/>
                  </ns1:cubicBezTo>
                  <ns1:cubicBezTo>
                    <ns1:pt x="155" y="37"/>
                    <ns1:pt x="155" y="37"/>
                    <ns1:pt x="155" y="37"/>
                  </ns1:cubicBezTo>
                  <ns1:cubicBezTo>
                    <ns1:pt x="156" y="35"/>
                    <ns1:pt x="158" y="35"/>
                    <ns1:pt x="160" y="35"/>
                  </ns1:cubicBezTo>
                  <ns1:cubicBezTo>
                    <ns1:pt x="162" y="35"/>
                    <ns1:pt x="164" y="35"/>
                    <ns1:pt x="165" y="37"/>
                  </ns1:cubicBezTo>
                  <ns1:cubicBezTo>
                    <ns1:pt x="176" y="48"/>
                    <ns1:pt x="176" y="48"/>
                    <ns1:pt x="176" y="48"/>
                  </ns1:cubicBezTo>
                  <ns1:cubicBezTo>
                    <ns1:pt x="179" y="51"/>
                    <ns1:pt x="179" y="56"/>
                    <ns1:pt x="176" y="59"/>
                  </ns1:cubicBezTo>
                  <ns1:cubicBezTo>
                    <ns1:pt x="170" y="65"/>
                    <ns1:pt x="170" y="65"/>
                    <ns1:pt x="170" y="65"/>
                  </ns1:cubicBezTo>
                  <ns1:cubicBezTo>
                    <ns1:pt x="175" y="73"/>
                    <ns1:pt x="179" y="82"/>
                    <ns1:pt x="181" y="92"/>
                  </ns1:cubicBezTo>
                  <ns1:cubicBezTo>
                    <ns1:pt x="190" y="92"/>
                    <ns1:pt x="190" y="92"/>
                    <ns1:pt x="190" y="92"/>
                  </ns1:cubicBezTo>
                  <ns1:cubicBezTo>
                    <ns1:pt x="194" y="92"/>
                    <ns1:pt x="198" y="95"/>
                    <ns1:pt x="198" y="99"/>
                  </ns1:cubicBezTo>
                  <ns1:cubicBezTo>
                    <ns1:pt x="198" y="115"/>
                    <ns1:pt x="198" y="115"/>
                    <ns1:pt x="198" y="115"/>
                  </ns1:cubicBezTo>
                  <ns1:cubicBezTo>
                    <ns1:pt x="198" y="119"/>
                    <ns1:pt x="194" y="122"/>
                    <ns1:pt x="190" y="122"/>
                  </ns1:cubicBezTo>
                  <ns1:cubicBezTo>
                    <ns1:pt x="181" y="122"/>
                    <ns1:pt x="181" y="122"/>
                    <ns1:pt x="181" y="122"/>
                  </ns1:cubicBezTo>
                  <ns1:cubicBezTo>
                    <ns1:pt x="179" y="132"/>
                    <ns1:pt x="175" y="141"/>
                    <ns1:pt x="170" y="149"/>
                  </ns1:cubicBezTo>
                  <ns1:cubicBezTo>
                    <ns1:pt x="176" y="155"/>
                    <ns1:pt x="176" y="155"/>
                    <ns1:pt x="176" y="155"/>
                  </ns1:cubicBezTo>
                  <ns1:cubicBezTo>
                    <ns1:pt x="179" y="158"/>
                    <ns1:pt x="179" y="163"/>
                    <ns1:pt x="176" y="166"/>
                  </ns1:cubicBezTo>
                  <ns1:cubicBezTo>
                    <ns1:pt x="165" y="177"/>
                    <ns1:pt x="165" y="177"/>
                    <ns1:pt x="165" y="177"/>
                  </ns1:cubicBezTo>
                  <ns1:cubicBezTo>
                    <ns1:pt x="164" y="178"/>
                    <ns1:pt x="162" y="179"/>
                    <ns1:pt x="160" y="179"/>
                  </ns1:cubicBezTo>
                  <ns1:cubicBezTo>
                    <ns1:pt x="158" y="179"/>
                    <ns1:pt x="156" y="178"/>
                    <ns1:pt x="155" y="177"/>
                  </ns1:cubicBezTo>
                  <ns1:cubicBezTo>
                    <ns1:pt x="148" y="170"/>
                    <ns1:pt x="148" y="170"/>
                    <ns1:pt x="148" y="170"/>
                  </ns1:cubicBezTo>
                  <ns1:cubicBezTo>
                    <ns1:pt x="140" y="176"/>
                    <ns1:pt x="131" y="180"/>
                    <ns1:pt x="121" y="182"/>
                  </ns1:cubicBezTo>
                  <ns1:cubicBezTo>
                    <ns1:pt x="121" y="191"/>
                    <ns1:pt x="121" y="191"/>
                    <ns1:pt x="121" y="191"/>
                  </ns1:cubicBezTo>
                  <ns1:cubicBezTo>
                    <ns1:pt x="121" y="195"/>
                    <ns1:pt x="118" y="198"/>
                    <ns1:pt x="114" y="198"/>
                  </ns1:cubicBezTo>
                  <ns1:cubicBezTo>
                    <ns1:pt x="99" y="198"/>
                    <ns1:pt x="99" y="198"/>
                    <ns1:pt x="99" y="198"/>
                  </ns1:cubicBezTo>
                  <ns1:cubicBezTo>
                    <ns1:pt x="94" y="198"/>
                    <ns1:pt x="91" y="195"/>
                    <ns1:pt x="91" y="191"/>
                  </ns1:cubicBezTo>
                  <ns1:cubicBezTo>
                    <ns1:pt x="91" y="182"/>
                    <ns1:pt x="91" y="182"/>
                    <ns1:pt x="91" y="182"/>
                  </ns1:cubicBezTo>
                  <ns1:cubicBezTo>
                    <ns1:pt x="81" y="180"/>
                    <ns1:pt x="72" y="176"/>
                    <ns1:pt x="64" y="170"/>
                  </ns1:cubicBezTo>
                  <ns1:cubicBezTo>
                    <ns1:pt x="58" y="177"/>
                    <ns1:pt x="58" y="177"/>
                    <ns1:pt x="58" y="177"/>
                  </ns1:cubicBezTo>
                  <ns1:cubicBezTo>
                    <ns1:pt x="56" y="178"/>
                    <ns1:pt x="54" y="179"/>
                    <ns1:pt x="52" y="179"/>
                  </ns1:cubicBezTo>
                  <ns1:cubicBezTo>
                    <ns1:pt x="50" y="179"/>
                    <ns1:pt x="48" y="178"/>
                    <ns1:pt x="47" y="177"/>
                  </ns1:cubicBezTo>
                  <ns1:cubicBezTo>
                    <ns1:pt x="36" y="166"/>
                    <ns1:pt x="36" y="166"/>
                    <ns1:pt x="36" y="166"/>
                  </ns1:cubicBezTo>
                  <ns1:cubicBezTo>
                    <ns1:pt x="33" y="163"/>
                    <ns1:pt x="33" y="158"/>
                    <ns1:pt x="36" y="155"/>
                  </ns1:cubicBezTo>
                  <ns1:cubicBezTo>
                    <ns1:pt x="43" y="149"/>
                    <ns1:pt x="43" y="149"/>
                    <ns1:pt x="43" y="149"/>
                  </ns1:cubicBezTo>
                  <ns1:cubicBezTo>
                    <ns1:pt x="38" y="141"/>
                    <ns1:pt x="34" y="132"/>
                    <ns1:pt x="32" y="122"/>
                  </ns1:cubicBezTo>
                  <ns1:cubicBezTo>
                    <ns1:pt x="22" y="122"/>
                    <ns1:pt x="22" y="122"/>
                    <ns1:pt x="22" y="122"/>
                  </ns1:cubicBezTo>
                  <ns1:cubicBezTo>
                    <ns1:pt x="18" y="122"/>
                    <ns1:pt x="15" y="119"/>
                    <ns1:pt x="15" y="115"/>
                  </ns1:cubicBezTo>
                  <ns1:cubicBezTo>
                    <ns1:pt x="15" y="99"/>
                    <ns1:pt x="15" y="99"/>
                    <ns1:pt x="15" y="99"/>
                  </ns1:cubicBezTo>
                  <ns1:cubicBezTo>
                    <ns1:pt x="15" y="95"/>
                    <ns1:pt x="18" y="92"/>
                    <ns1:pt x="22" y="92"/>
                  </ns1:cubicBezTo>
                  <ns1:cubicBezTo>
                    <ns1:pt x="32" y="92"/>
                    <ns1:pt x="32" y="92"/>
                    <ns1:pt x="32" y="92"/>
                  </ns1:cubicBezTo>
                  <ns1:cubicBezTo>
                    <ns1:pt x="34" y="82"/>
                    <ns1:pt x="38" y="73"/>
                    <ns1:pt x="43" y="65"/>
                  </ns1:cubicBezTo>
                  <ns1:cubicBezTo>
                    <ns1:pt x="36" y="59"/>
                    <ns1:pt x="36" y="59"/>
                    <ns1:pt x="36" y="59"/>
                  </ns1:cubicBezTo>
                  <ns1:cubicBezTo>
                    <ns1:pt x="33" y="56"/>
                    <ns1:pt x="33" y="51"/>
                    <ns1:pt x="36" y="48"/>
                  </ns1:cubicBezTo>
                  <ns1:cubicBezTo>
                    <ns1:pt x="47" y="37"/>
                    <ns1:pt x="47" y="37"/>
                    <ns1:pt x="47" y="37"/>
                  </ns1:cubicBezTo>
                  <ns1:cubicBezTo>
                    <ns1:pt x="48" y="35"/>
                    <ns1:pt x="50" y="35"/>
                    <ns1:pt x="52" y="35"/>
                  </ns1:cubicBezTo>
                  <ns1:cubicBezTo>
                    <ns1:pt x="54" y="35"/>
                    <ns1:pt x="56" y="35"/>
                    <ns1:pt x="58" y="37"/>
                  </ns1:cubicBezTo>
                  <ns1:cubicBezTo>
                    <ns1:pt x="64" y="44"/>
                    <ns1:pt x="64" y="44"/>
                    <ns1:pt x="64" y="44"/>
                  </ns1:cubicBezTo>
                  <ns1:cubicBezTo>
                    <ns1:pt x="72" y="38"/>
                    <ns1:pt x="81" y="34"/>
                    <ns1:pt x="91" y="32"/>
                  </ns1:cubicBezTo>
                  <ns1:cubicBezTo>
                    <ns1:pt x="91" y="23"/>
                    <ns1:pt x="91" y="23"/>
                    <ns1:pt x="91" y="23"/>
                  </ns1:cubicBezTo>
                  <ns1:cubicBezTo>
                    <ns1:pt x="91" y="19"/>
                    <ns1:pt x="94" y="16"/>
                    <ns1:pt x="99" y="16"/>
                  </ns1:cubicBezTo>
                  <ns1:cubicBezTo>
                    <ns1:pt x="114" y="16"/>
                    <ns1:pt x="114" y="16"/>
                    <ns1:pt x="114" y="16"/>
                  </ns1:cubicBezTo>
                  <ns1:moveTo>
                    <ns1:pt x="114" y="0"/>
                  </ns1:moveTo>
                  <ns1:cubicBezTo>
                    <ns1:pt x="99" y="0"/>
                    <ns1:pt x="99" y="0"/>
                    <ns1:pt x="99" y="0"/>
                  </ns1:cubicBezTo>
                  <ns1:cubicBezTo>
                    <ns1:pt x="87" y="0"/>
                    <ns1:pt x="77" y="9"/>
                    <ns1:pt x="76" y="21"/>
                  </ns1:cubicBezTo>
                  <ns1:cubicBezTo>
                    <ns1:pt x="73" y="22"/>
                    <ns1:pt x="70" y="23"/>
                    <ns1:pt x="67" y="25"/>
                  </ns1:cubicBezTo>
                  <ns1:cubicBezTo>
                    <ns1:pt x="63" y="21"/>
                    <ns1:pt x="58" y="20"/>
                    <ns1:pt x="52" y="20"/>
                  </ns1:cubicBezTo>
                  <ns1:cubicBezTo>
                    <ns1:pt x="46" y="20"/>
                    <ns1:pt x="41" y="22"/>
                    <ns1:pt x="36" y="26"/>
                  </ns1:cubicBezTo>
                  <ns1:cubicBezTo>
                    <ns1:pt x="25" y="37"/>
                    <ns1:pt x="25" y="37"/>
                    <ns1:pt x="25" y="37"/>
                  </ns1:cubicBezTo>
                  <ns1:cubicBezTo>
                    <ns1:pt x="21" y="41"/>
                    <ns1:pt x="19" y="47"/>
                    <ns1:pt x="19" y="53"/>
                  </ns1:cubicBezTo>
                  <ns1:cubicBezTo>
                    <ns1:pt x="19" y="58"/>
                    <ns1:pt x="21" y="64"/>
                    <ns1:pt x="24" y="68"/>
                  </ns1:cubicBezTo>
                  <ns1:cubicBezTo>
                    <ns1:pt x="23" y="71"/>
                    <ns1:pt x="21" y="74"/>
                    <ns1:pt x="20" y="77"/>
                  </ns1:cubicBezTo>
                  <ns1:cubicBezTo>
                    <ns1:pt x="9" y="78"/>
                    <ns1:pt x="0" y="88"/>
                    <ns1:pt x="0" y="99"/>
                  </ns1:cubicBezTo>
                  <ns1:cubicBezTo>
                    <ns1:pt x="0" y="115"/>
                    <ns1:pt x="0" y="115"/>
                    <ns1:pt x="0" y="115"/>
                  </ns1:cubicBezTo>
                  <ns1:cubicBezTo>
                    <ns1:pt x="0" y="126"/>
                    <ns1:pt x="9" y="136"/>
                    <ns1:pt x="20" y="137"/>
                  </ns1:cubicBezTo>
                  <ns1:cubicBezTo>
                    <ns1:pt x="21" y="140"/>
                    <ns1:pt x="23" y="143"/>
                    <ns1:pt x="24" y="146"/>
                  </ns1:cubicBezTo>
                  <ns1:cubicBezTo>
                    <ns1:pt x="21" y="150"/>
                    <ns1:pt x="19" y="155"/>
                    <ns1:pt x="19" y="161"/>
                  </ns1:cubicBezTo>
                  <ns1:cubicBezTo>
                    <ns1:pt x="19" y="167"/>
                    <ns1:pt x="21" y="173"/>
                    <ns1:pt x="25" y="177"/>
                  </ns1:cubicBezTo>
                  <ns1:cubicBezTo>
                    <ns1:pt x="36" y="188"/>
                    <ns1:pt x="36" y="188"/>
                    <ns1:pt x="36" y="188"/>
                  </ns1:cubicBezTo>
                  <ns1:cubicBezTo>
                    <ns1:pt x="41" y="192"/>
                    <ns1:pt x="46" y="194"/>
                    <ns1:pt x="52" y="194"/>
                  </ns1:cubicBezTo>
                  <ns1:cubicBezTo>
                    <ns1:pt x="58" y="194"/>
                    <ns1:pt x="63" y="193"/>
                    <ns1:pt x="67" y="189"/>
                  </ns1:cubicBezTo>
                  <ns1:cubicBezTo>
                    <ns1:pt x="70" y="191"/>
                    <ns1:pt x="73" y="192"/>
                    <ns1:pt x="76" y="193"/>
                  </ns1:cubicBezTo>
                  <ns1:cubicBezTo>
                    <ns1:pt x="77" y="205"/>
                    <ns1:pt x="87" y="213"/>
                    <ns1:pt x="99" y="213"/>
                  </ns1:cubicBezTo>
                  <ns1:cubicBezTo>
                    <ns1:pt x="114" y="213"/>
                    <ns1:pt x="114" y="213"/>
                    <ns1:pt x="114" y="213"/>
                  </ns1:cubicBezTo>
                  <ns1:cubicBezTo>
                    <ns1:pt x="126" y="213"/>
                    <ns1:pt x="135" y="205"/>
                    <ns1:pt x="137" y="193"/>
                  </ns1:cubicBezTo>
                  <ns1:cubicBezTo>
                    <ns1:pt x="140" y="192"/>
                    <ns1:pt x="143" y="191"/>
                    <ns1:pt x="146" y="189"/>
                  </ns1:cubicBezTo>
                  <ns1:cubicBezTo>
                    <ns1:pt x="150" y="193"/>
                    <ns1:pt x="155" y="194"/>
                    <ns1:pt x="160" y="194"/>
                  </ns1:cubicBezTo>
                  <ns1:cubicBezTo>
                    <ns1:pt x="166" y="194"/>
                    <ns1:pt x="172" y="192"/>
                    <ns1:pt x="176" y="188"/>
                  </ns1:cubicBezTo>
                  <ns1:cubicBezTo>
                    <ns1:pt x="187" y="177"/>
                    <ns1:pt x="187" y="177"/>
                    <ns1:pt x="187" y="177"/>
                  </ns1:cubicBezTo>
                  <ns1:cubicBezTo>
                    <ns1:pt x="191" y="173"/>
                    <ns1:pt x="194" y="167"/>
                    <ns1:pt x="194" y="161"/>
                  </ns1:cubicBezTo>
                  <ns1:cubicBezTo>
                    <ns1:pt x="194" y="155"/>
                    <ns1:pt x="192" y="150"/>
                    <ns1:pt x="188" y="146"/>
                  </ns1:cubicBezTo>
                  <ns1:cubicBezTo>
                    <ns1:pt x="190" y="143"/>
                    <ns1:pt x="191" y="140"/>
                    <ns1:pt x="192" y="137"/>
                  </ns1:cubicBezTo>
                  <ns1:cubicBezTo>
                    <ns1:pt x="204" y="136"/>
                    <ns1:pt x="213" y="126"/>
                    <ns1:pt x="213" y="115"/>
                  </ns1:cubicBezTo>
                  <ns1:cubicBezTo>
                    <ns1:pt x="213" y="99"/>
                    <ns1:pt x="213" y="99"/>
                    <ns1:pt x="213" y="99"/>
                  </ns1:cubicBezTo>
                  <ns1:cubicBezTo>
                    <ns1:pt x="213" y="88"/>
                    <ns1:pt x="204" y="78"/>
                    <ns1:pt x="192" y="77"/>
                  </ns1:cubicBezTo>
                  <ns1:cubicBezTo>
                    <ns1:pt x="191" y="74"/>
                    <ns1:pt x="190" y="71"/>
                    <ns1:pt x="188" y="68"/>
                  </ns1:cubicBezTo>
                  <ns1:cubicBezTo>
                    <ns1:pt x="192" y="64"/>
                    <ns1:pt x="194" y="58"/>
                    <ns1:pt x="194" y="53"/>
                  </ns1:cubicBezTo>
                  <ns1:cubicBezTo>
                    <ns1:pt x="194" y="47"/>
                    <ns1:pt x="191" y="41"/>
                    <ns1:pt x="187" y="37"/>
                  </ns1:cubicBezTo>
                  <ns1:cubicBezTo>
                    <ns1:pt x="176" y="26"/>
                    <ns1:pt x="176" y="26"/>
                    <ns1:pt x="176" y="26"/>
                  </ns1:cubicBezTo>
                  <ns1:cubicBezTo>
                    <ns1:pt x="172" y="22"/>
                    <ns1:pt x="166" y="20"/>
                    <ns1:pt x="160" y="20"/>
                  </ns1:cubicBezTo>
                  <ns1:cubicBezTo>
                    <ns1:pt x="155" y="20"/>
                    <ns1:pt x="150" y="21"/>
                    <ns1:pt x="146" y="25"/>
                  </ns1:cubicBezTo>
                  <ns1:cubicBezTo>
                    <ns1:pt x="143" y="23"/>
                    <ns1:pt x="140" y="22"/>
                    <ns1:pt x="137" y="21"/>
                  </ns1:cubicBezTo>
                  <ns1:cubicBezTo>
                    <ns1:pt x="135" y="9"/>
                    <ns1:pt x="126" y="0"/>
                    <ns1:pt x="114" y="0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288" name="Freeform 10"/>
            <ns0:cNvSpPr>
              <ns1:spLocks noEditPoints="1"/>
            </ns0:cNvSpPr>
            <ns0:nvPr/>
          </ns0:nvSpPr>
          <ns0:spPr bwMode="auto">
            <ns1:xfrm>
              <ns1:off x="8467726" y="5132388"/>
              <ns1:ext cx="87313" cy="85725"/>
            </ns1:xfrm>
            <ns1:custGeom>
              <ns1:avLst/>
              <ns1:gdLst>
                <ns1:gd name="T0" fmla="*/ 49 w 99"/>
                <ns1:gd name="T1" fmla="*/ 99 h 99"/>
                <ns1:gd name="T2" fmla="*/ 0 w 99"/>
                <ns1:gd name="T3" fmla="*/ 50 h 99"/>
                <ns1:gd name="T4" fmla="*/ 49 w 99"/>
                <ns1:gd name="T5" fmla="*/ 0 h 99"/>
                <ns1:gd name="T6" fmla="*/ 99 w 99"/>
                <ns1:gd name="T7" fmla="*/ 50 h 99"/>
                <ns1:gd name="T8" fmla="*/ 49 w 99"/>
                <ns1:gd name="T9" fmla="*/ 99 h 99"/>
                <ns1:gd name="T10" fmla="*/ 49 w 99"/>
                <ns1:gd name="T11" fmla="*/ 8 h 99"/>
                <ns1:gd name="T12" fmla="*/ 7 w 99"/>
                <ns1:gd name="T13" fmla="*/ 50 h 99"/>
                <ns1:gd name="T14" fmla="*/ 49 w 99"/>
                <ns1:gd name="T15" fmla="*/ 92 h 99"/>
                <ns1:gd name="T16" fmla="*/ 91 w 99"/>
                <ns1:gd name="T17" fmla="*/ 50 h 99"/>
                <ns1:gd name="T18" fmla="*/ 49 w 99"/>
                <ns1:gd name="T19" fmla="*/ 8 h 99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</ns1:cxnLst>
              <ns1:rect l="0" t="0" r="r" b="b"/>
              <ns1:pathLst>
                <ns1:path w="99" h="99">
                  <ns1:moveTo>
                    <ns1:pt x="49" y="99"/>
                  </ns1:moveTo>
                  <ns1:cubicBezTo>
                    <ns1:pt x="22" y="99"/>
                    <ns1:pt x="0" y="77"/>
                    <ns1:pt x="0" y="50"/>
                  </ns1:cubicBezTo>
                  <ns1:cubicBezTo>
                    <ns1:pt x="0" y="23"/>
                    <ns1:pt x="22" y="0"/>
                    <ns1:pt x="49" y="0"/>
                  </ns1:cubicBezTo>
                  <ns1:cubicBezTo>
                    <ns1:pt x="76" y="0"/>
                    <ns1:pt x="99" y="23"/>
                    <ns1:pt x="99" y="50"/>
                  </ns1:cubicBezTo>
                  <ns1:cubicBezTo>
                    <ns1:pt x="99" y="77"/>
                    <ns1:pt x="76" y="99"/>
                    <ns1:pt x="49" y="99"/>
                  </ns1:cubicBezTo>
                  <ns1:close/>
                  <ns1:moveTo>
                    <ns1:pt x="49" y="8"/>
                  </ns1:moveTo>
                  <ns1:cubicBezTo>
                    <ns1:pt x="26" y="8"/>
                    <ns1:pt x="7" y="27"/>
                    <ns1:pt x="7" y="50"/>
                  </ns1:cubicBezTo>
                  <ns1:cubicBezTo>
                    <ns1:pt x="7" y="73"/>
                    <ns1:pt x="26" y="92"/>
                    <ns1:pt x="49" y="92"/>
                  </ns1:cubicBezTo>
                  <ns1:cubicBezTo>
                    <ns1:pt x="72" y="92"/>
                    <ns1:pt x="91" y="73"/>
                    <ns1:pt x="91" y="50"/>
                  </ns1:cubicBezTo>
                  <ns1:cubicBezTo>
                    <ns1:pt x="91" y="27"/>
                    <ns1:pt x="72" y="8"/>
                    <ns1:pt x="49" y="8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289" name="Freeform 11"/>
            <ns0:cNvSpPr>
              <ns1:spLocks noEditPoints="1"/>
            </ns0:cNvSpPr>
            <ns0:nvPr/>
          </ns0:nvSpPr>
          <ns0:spPr bwMode="auto">
            <ns1:xfrm>
              <ns1:off x="8488363" y="5151438"/>
              <ns1:ext cx="46038" cy="47625"/>
            </ns1:xfrm>
            <ns1:custGeom>
              <ns1:avLst/>
              <ns1:gdLst>
                <ns1:gd name="T0" fmla="*/ 26 w 53"/>
                <ns1:gd name="T1" fmla="*/ 54 h 54"/>
                <ns1:gd name="T2" fmla="*/ 0 w 53"/>
                <ns1:gd name="T3" fmla="*/ 27 h 54"/>
                <ns1:gd name="T4" fmla="*/ 26 w 53"/>
                <ns1:gd name="T5" fmla="*/ 0 h 54"/>
                <ns1:gd name="T6" fmla="*/ 53 w 53"/>
                <ns1:gd name="T7" fmla="*/ 27 h 54"/>
                <ns1:gd name="T8" fmla="*/ 26 w 53"/>
                <ns1:gd name="T9" fmla="*/ 54 h 54"/>
                <ns1:gd name="T10" fmla="*/ 26 w 53"/>
                <ns1:gd name="T11" fmla="*/ 8 h 54"/>
                <ns1:gd name="T12" fmla="*/ 7 w 53"/>
                <ns1:gd name="T13" fmla="*/ 27 h 54"/>
                <ns1:gd name="T14" fmla="*/ 26 w 53"/>
                <ns1:gd name="T15" fmla="*/ 46 h 54"/>
                <ns1:gd name="T16" fmla="*/ 45 w 53"/>
                <ns1:gd name="T17" fmla="*/ 27 h 54"/>
                <ns1:gd name="T18" fmla="*/ 26 w 53"/>
                <ns1:gd name="T19" fmla="*/ 8 h 54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</ns1:cxnLst>
              <ns1:rect l="0" t="0" r="r" b="b"/>
              <ns1:pathLst>
                <ns1:path w="53" h="54">
                  <ns1:moveTo>
                    <ns1:pt x="26" y="54"/>
                  </ns1:moveTo>
                  <ns1:cubicBezTo>
                    <ns1:pt x="12" y="54"/>
                    <ns1:pt x="0" y="42"/>
                    <ns1:pt x="0" y="27"/>
                  </ns1:cubicBezTo>
                  <ns1:cubicBezTo>
                    <ns1:pt x="0" y="12"/>
                    <ns1:pt x="12" y="0"/>
                    <ns1:pt x="26" y="0"/>
                  </ns1:cubicBezTo>
                  <ns1:cubicBezTo>
                    <ns1:pt x="41" y="0"/>
                    <ns1:pt x="53" y="12"/>
                    <ns1:pt x="53" y="27"/>
                  </ns1:cubicBezTo>
                  <ns1:cubicBezTo>
                    <ns1:pt x="53" y="42"/>
                    <ns1:pt x="41" y="54"/>
                    <ns1:pt x="26" y="54"/>
                  </ns1:cubicBezTo>
                  <ns1:close/>
                  <ns1:moveTo>
                    <ns1:pt x="26" y="8"/>
                  </ns1:moveTo>
                  <ns1:cubicBezTo>
                    <ns1:pt x="16" y="8"/>
                    <ns1:pt x="7" y="16"/>
                    <ns1:pt x="7" y="27"/>
                  </ns1:cubicBezTo>
                  <ns1:cubicBezTo>
                    <ns1:pt x="7" y="37"/>
                    <ns1:pt x="16" y="46"/>
                    <ns1:pt x="26" y="46"/>
                  </ns1:cubicBezTo>
                  <ns1:cubicBezTo>
                    <ns1:pt x="37" y="46"/>
                    <ns1:pt x="45" y="37"/>
                    <ns1:pt x="45" y="27"/>
                  </ns1:cubicBezTo>
                  <ns1:cubicBezTo>
                    <ns1:pt x="45" y="16"/>
                    <ns1:pt x="37" y="8"/>
                    <ns1:pt x="26" y="8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</ns0:grpSp>
      <ns0:grpSp>
        <ns0:nvGrpSpPr>
          <ns0:cNvPr id="290" name="Group 289"/>
          <ns0:cNvGrpSpPr/>
          <ns0:nvPr/>
        </ns0:nvGrpSpPr>
        <ns0:grpSpPr>
          <ns1:xfrm>
            <ns1:off x="8266186" y="5305720"/>
            <ns1:ext cx="360006" cy="489750"/>
            <ns1:chOff x="7523163" y="1893888"/>
            <ns1:chExt cx="801688" cy="1090612"/>
          </ns1:xfrm>
          <ns1:solidFill>
            <ns1:schemeClr val="tx1"/>
          </ns1:solidFill>
        </ns0:grpSpPr>
        <ns0:sp>
          <ns0:nvSpPr>
            <ns0:cNvPr id="291" name="Freeform 17"/>
            <ns0:cNvSpPr>
              <ns1:spLocks/>
            </ns0:cNvSpPr>
            <ns0:nvPr/>
          </ns0:nvSpPr>
          <ns0:spPr bwMode="auto">
            <ns1:xfrm>
              <ns1:off x="7823201" y="2260600"/>
              <ns1:ext cx="247650" cy="60325"/>
            </ns1:xfrm>
            <ns1:custGeom>
              <ns1:avLst/>
              <ns1:gdLst>
                <ns1:gd name="T0" fmla="*/ 58 w 65"/>
                <ns1:gd name="T1" fmla="*/ 0 h 16"/>
                <ns1:gd name="T2" fmla="*/ 7 w 65"/>
                <ns1:gd name="T3" fmla="*/ 0 h 16"/>
                <ns1:gd name="T4" fmla="*/ 0 w 65"/>
                <ns1:gd name="T5" fmla="*/ 8 h 16"/>
                <ns1:gd name="T6" fmla="*/ 7 w 65"/>
                <ns1:gd name="T7" fmla="*/ 16 h 16"/>
                <ns1:gd name="T8" fmla="*/ 58 w 65"/>
                <ns1:gd name="T9" fmla="*/ 16 h 16"/>
                <ns1:gd name="T10" fmla="*/ 65 w 65"/>
                <ns1:gd name="T11" fmla="*/ 8 h 16"/>
                <ns1:gd name="T12" fmla="*/ 58 w 65"/>
                <ns1:gd name="T13" fmla="*/ 0 h 16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</ns1:cxnLst>
              <ns1:rect l="0" t="0" r="r" b="b"/>
              <ns1:pathLst>
                <ns1:path w="65" h="16">
                  <ns1:moveTo>
                    <ns1:pt x="58" y="0"/>
                  </ns1:moveTo>
                  <ns1:cubicBezTo>
                    <ns1:pt x="7" y="0"/>
                    <ns1:pt x="7" y="0"/>
                    <ns1:pt x="7" y="0"/>
                  </ns1:cubicBezTo>
                  <ns1:cubicBezTo>
                    <ns1:pt x="3" y="0"/>
                    <ns1:pt x="0" y="4"/>
                    <ns1:pt x="0" y="8"/>
                  </ns1:cubicBezTo>
                  <ns1:cubicBezTo>
                    <ns1:pt x="0" y="12"/>
                    <ns1:pt x="3" y="16"/>
                    <ns1:pt x="7" y="16"/>
                  </ns1:cubicBezTo>
                  <ns1:cubicBezTo>
                    <ns1:pt x="58" y="16"/>
                    <ns1:pt x="58" y="16"/>
                    <ns1:pt x="58" y="16"/>
                  </ns1:cubicBezTo>
                  <ns1:cubicBezTo>
                    <ns1:pt x="62" y="16"/>
                    <ns1:pt x="65" y="12"/>
                    <ns1:pt x="65" y="8"/>
                  </ns1:cubicBezTo>
                  <ns1:cubicBezTo>
                    <ns1:pt x="65" y="4"/>
                    <ns1:pt x="62" y="0"/>
                    <ns1:pt x="58" y="0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292" name="Freeform 18"/>
            <ns0:cNvSpPr>
              <ns1:spLocks/>
            </ns0:cNvSpPr>
            <ns0:nvPr/>
          </ns0:nvSpPr>
          <ns0:spPr bwMode="auto">
            <ns1:xfrm>
              <ns1:off x="7823201" y="2427288"/>
              <ns1:ext cx="247650" cy="60325"/>
            </ns1:xfrm>
            <ns1:custGeom>
              <ns1:avLst/>
              <ns1:gdLst>
                <ns1:gd name="T0" fmla="*/ 65 w 65"/>
                <ns1:gd name="T1" fmla="*/ 8 h 16"/>
                <ns1:gd name="T2" fmla="*/ 58 w 65"/>
                <ns1:gd name="T3" fmla="*/ 0 h 16"/>
                <ns1:gd name="T4" fmla="*/ 7 w 65"/>
                <ns1:gd name="T5" fmla="*/ 0 h 16"/>
                <ns1:gd name="T6" fmla="*/ 0 w 65"/>
                <ns1:gd name="T7" fmla="*/ 8 h 16"/>
                <ns1:gd name="T8" fmla="*/ 7 w 65"/>
                <ns1:gd name="T9" fmla="*/ 16 h 16"/>
                <ns1:gd name="T10" fmla="*/ 58 w 65"/>
                <ns1:gd name="T11" fmla="*/ 16 h 16"/>
                <ns1:gd name="T12" fmla="*/ 65 w 65"/>
                <ns1:gd name="T13" fmla="*/ 8 h 16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</ns1:cxnLst>
              <ns1:rect l="0" t="0" r="r" b="b"/>
              <ns1:pathLst>
                <ns1:path w="65" h="16">
                  <ns1:moveTo>
                    <ns1:pt x="65" y="8"/>
                  </ns1:moveTo>
                  <ns1:cubicBezTo>
                    <ns1:pt x="65" y="4"/>
                    <ns1:pt x="62" y="0"/>
                    <ns1:pt x="58" y="0"/>
                  </ns1:cubicBezTo>
                  <ns1:cubicBezTo>
                    <ns1:pt x="7" y="0"/>
                    <ns1:pt x="7" y="0"/>
                    <ns1:pt x="7" y="0"/>
                  </ns1:cubicBezTo>
                  <ns1:cubicBezTo>
                    <ns1:pt x="3" y="0"/>
                    <ns1:pt x="0" y="4"/>
                    <ns1:pt x="0" y="8"/>
                  </ns1:cubicBezTo>
                  <ns1:cubicBezTo>
                    <ns1:pt x="0" y="12"/>
                    <ns1:pt x="3" y="16"/>
                    <ns1:pt x="7" y="16"/>
                  </ns1:cubicBezTo>
                  <ns1:cubicBezTo>
                    <ns1:pt x="58" y="16"/>
                    <ns1:pt x="58" y="16"/>
                    <ns1:pt x="58" y="16"/>
                  </ns1:cubicBezTo>
                  <ns1:cubicBezTo>
                    <ns1:pt x="62" y="16"/>
                    <ns1:pt x="65" y="12"/>
                    <ns1:pt x="65" y="8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293" name="Freeform 19"/>
            <ns0:cNvSpPr>
              <ns1:spLocks noEditPoints="1"/>
            </ns0:cNvSpPr>
            <ns0:nvPr/>
          </ns0:nvSpPr>
          <ns0:spPr bwMode="auto">
            <ns1:xfrm>
              <ns1:off x="7694613" y="2238375"/>
              <ns1:ext cx="103188" cy="104775"/>
            </ns1:xfrm>
            <ns1:custGeom>
              <ns1:avLst/>
              <ns1:gdLst>
                <ns1:gd name="T0" fmla="*/ 65 w 65"/>
                <ns1:gd name="T1" fmla="*/ 0 h 66"/>
                <ns1:gd name="T2" fmla="*/ 0 w 65"/>
                <ns1:gd name="T3" fmla="*/ 0 h 66"/>
                <ns1:gd name="T4" fmla="*/ 0 w 65"/>
                <ns1:gd name="T5" fmla="*/ 66 h 66"/>
                <ns1:gd name="T6" fmla="*/ 65 w 65"/>
                <ns1:gd name="T7" fmla="*/ 66 h 66"/>
                <ns1:gd name="T8" fmla="*/ 65 w 65"/>
                <ns1:gd name="T9" fmla="*/ 0 h 66"/>
                <ns1:gd name="T10" fmla="*/ 48 w 65"/>
                <ns1:gd name="T11" fmla="*/ 50 h 66"/>
                <ns1:gd name="T12" fmla="*/ 17 w 65"/>
                <ns1:gd name="T13" fmla="*/ 50 h 66"/>
                <ns1:gd name="T14" fmla="*/ 17 w 65"/>
                <ns1:gd name="T15" fmla="*/ 19 h 66"/>
                <ns1:gd name="T16" fmla="*/ 48 w 65"/>
                <ns1:gd name="T17" fmla="*/ 19 h 66"/>
                <ns1:gd name="T18" fmla="*/ 48 w 65"/>
                <ns1:gd name="T19" fmla="*/ 50 h 66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</ns1:cxnLst>
              <ns1:rect l="0" t="0" r="r" b="b"/>
              <ns1:pathLst>
                <ns1:path w="65" h="66">
                  <ns1:moveTo>
                    <ns1:pt x="65" y="0"/>
                  </ns1:moveTo>
                  <ns1:lnTo>
                    <ns1:pt x="0" y="0"/>
                  </ns1:lnTo>
                  <ns1:lnTo>
                    <ns1:pt x="0" y="66"/>
                  </ns1:lnTo>
                  <ns1:lnTo>
                    <ns1:pt x="65" y="66"/>
                  </ns1:lnTo>
                  <ns1:lnTo>
                    <ns1:pt x="65" y="0"/>
                  </ns1:lnTo>
                  <ns1:close/>
                  <ns1:moveTo>
                    <ns1:pt x="48" y="50"/>
                  </ns1:moveTo>
                  <ns1:lnTo>
                    <ns1:pt x="17" y="50"/>
                  </ns1:lnTo>
                  <ns1:lnTo>
                    <ns1:pt x="17" y="19"/>
                  </ns1:lnTo>
                  <ns1:lnTo>
                    <ns1:pt x="48" y="19"/>
                  </ns1:lnTo>
                  <ns1:lnTo>
                    <ns1:pt x="48" y="50"/>
                  </ns1:ln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294" name="Freeform 20"/>
            <ns0:cNvSpPr>
              <ns1:spLocks noEditPoints="1"/>
            </ns0:cNvSpPr>
            <ns0:nvPr/>
          </ns0:nvSpPr>
          <ns0:spPr bwMode="auto">
            <ns1:xfrm>
              <ns1:off x="7694613" y="2405063"/>
              <ns1:ext cx="103188" cy="104775"/>
            </ns1:xfrm>
            <ns1:custGeom>
              <ns1:avLst/>
              <ns1:gdLst>
                <ns1:gd name="T0" fmla="*/ 65 w 65"/>
                <ns1:gd name="T1" fmla="*/ 0 h 66"/>
                <ns1:gd name="T2" fmla="*/ 0 w 65"/>
                <ns1:gd name="T3" fmla="*/ 0 h 66"/>
                <ns1:gd name="T4" fmla="*/ 0 w 65"/>
                <ns1:gd name="T5" fmla="*/ 66 h 66"/>
                <ns1:gd name="T6" fmla="*/ 65 w 65"/>
                <ns1:gd name="T7" fmla="*/ 66 h 66"/>
                <ns1:gd name="T8" fmla="*/ 65 w 65"/>
                <ns1:gd name="T9" fmla="*/ 0 h 66"/>
                <ns1:gd name="T10" fmla="*/ 48 w 65"/>
                <ns1:gd name="T11" fmla="*/ 47 h 66"/>
                <ns1:gd name="T12" fmla="*/ 17 w 65"/>
                <ns1:gd name="T13" fmla="*/ 47 h 66"/>
                <ns1:gd name="T14" fmla="*/ 17 w 65"/>
                <ns1:gd name="T15" fmla="*/ 16 h 66"/>
                <ns1:gd name="T16" fmla="*/ 48 w 65"/>
                <ns1:gd name="T17" fmla="*/ 16 h 66"/>
                <ns1:gd name="T18" fmla="*/ 48 w 65"/>
                <ns1:gd name="T19" fmla="*/ 47 h 66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</ns1:cxnLst>
              <ns1:rect l="0" t="0" r="r" b="b"/>
              <ns1:pathLst>
                <ns1:path w="65" h="66">
                  <ns1:moveTo>
                    <ns1:pt x="65" y="0"/>
                  </ns1:moveTo>
                  <ns1:lnTo>
                    <ns1:pt x="0" y="0"/>
                  </ns1:lnTo>
                  <ns1:lnTo>
                    <ns1:pt x="0" y="66"/>
                  </ns1:lnTo>
                  <ns1:lnTo>
                    <ns1:pt x="65" y="66"/>
                  </ns1:lnTo>
                  <ns1:lnTo>
                    <ns1:pt x="65" y="0"/>
                  </ns1:lnTo>
                  <ns1:close/>
                  <ns1:moveTo>
                    <ns1:pt x="48" y="47"/>
                  </ns1:moveTo>
                  <ns1:lnTo>
                    <ns1:pt x="17" y="47"/>
                  </ns1:lnTo>
                  <ns1:lnTo>
                    <ns1:pt x="17" y="16"/>
                  </ns1:lnTo>
                  <ns1:lnTo>
                    <ns1:pt x="48" y="16"/>
                  </ns1:lnTo>
                  <ns1:lnTo>
                    <ns1:pt x="48" y="47"/>
                  </ns1:ln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295" name="Freeform 21"/>
            <ns0:cNvSpPr>
              <ns1:spLocks noEditPoints="1"/>
            </ns0:cNvSpPr>
            <ns0:nvPr/>
          </ns0:nvSpPr>
          <ns0:spPr bwMode="auto">
            <ns1:xfrm>
              <ns1:off x="7694613" y="2571750"/>
              <ns1:ext cx="103188" cy="104775"/>
            </ns1:xfrm>
            <ns1:custGeom>
              <ns1:avLst/>
              <ns1:gdLst>
                <ns1:gd name="T0" fmla="*/ 0 w 65"/>
                <ns1:gd name="T1" fmla="*/ 66 h 66"/>
                <ns1:gd name="T2" fmla="*/ 65 w 65"/>
                <ns1:gd name="T3" fmla="*/ 66 h 66"/>
                <ns1:gd name="T4" fmla="*/ 65 w 65"/>
                <ns1:gd name="T5" fmla="*/ 0 h 66"/>
                <ns1:gd name="T6" fmla="*/ 0 w 65"/>
                <ns1:gd name="T7" fmla="*/ 0 h 66"/>
                <ns1:gd name="T8" fmla="*/ 0 w 65"/>
                <ns1:gd name="T9" fmla="*/ 66 h 66"/>
                <ns1:gd name="T10" fmla="*/ 17 w 65"/>
                <ns1:gd name="T11" fmla="*/ 16 h 66"/>
                <ns1:gd name="T12" fmla="*/ 48 w 65"/>
                <ns1:gd name="T13" fmla="*/ 16 h 66"/>
                <ns1:gd name="T14" fmla="*/ 48 w 65"/>
                <ns1:gd name="T15" fmla="*/ 47 h 66"/>
                <ns1:gd name="T16" fmla="*/ 17 w 65"/>
                <ns1:gd name="T17" fmla="*/ 47 h 66"/>
                <ns1:gd name="T18" fmla="*/ 17 w 65"/>
                <ns1:gd name="T19" fmla="*/ 16 h 66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</ns1:cxnLst>
              <ns1:rect l="0" t="0" r="r" b="b"/>
              <ns1:pathLst>
                <ns1:path w="65" h="66">
                  <ns1:moveTo>
                    <ns1:pt x="0" y="66"/>
                  </ns1:moveTo>
                  <ns1:lnTo>
                    <ns1:pt x="65" y="66"/>
                  </ns1:lnTo>
                  <ns1:lnTo>
                    <ns1:pt x="65" y="0"/>
                  </ns1:lnTo>
                  <ns1:lnTo>
                    <ns1:pt x="0" y="0"/>
                  </ns1:lnTo>
                  <ns1:lnTo>
                    <ns1:pt x="0" y="66"/>
                  </ns1:lnTo>
                  <ns1:close/>
                  <ns1:moveTo>
                    <ns1:pt x="17" y="16"/>
                  </ns1:moveTo>
                  <ns1:lnTo>
                    <ns1:pt x="48" y="16"/>
                  </ns1:lnTo>
                  <ns1:lnTo>
                    <ns1:pt x="48" y="47"/>
                  </ns1:lnTo>
                  <ns1:lnTo>
                    <ns1:pt x="17" y="47"/>
                  </ns1:lnTo>
                  <ns1:lnTo>
                    <ns1:pt x="17" y="16"/>
                  </ns1:ln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296" name="Freeform 22"/>
            <ns0:cNvSpPr>
              <ns1:spLocks/>
            </ns0:cNvSpPr>
            <ns0:nvPr/>
          </ns0:nvSpPr>
          <ns0:spPr bwMode="auto">
            <ns1:xfrm>
              <ns1:off x="7823201" y="2593975"/>
              <ns1:ext cx="201613" cy="57150"/>
            </ns1:xfrm>
            <ns1:custGeom>
              <ns1:avLst/>
              <ns1:gdLst>
                <ns1:gd name="T0" fmla="*/ 0 w 53"/>
                <ns1:gd name="T1" fmla="*/ 8 h 15"/>
                <ns1:gd name="T2" fmla="*/ 7 w 53"/>
                <ns1:gd name="T3" fmla="*/ 15 h 15"/>
                <ns1:gd name="T4" fmla="*/ 35 w 53"/>
                <ns1:gd name="T5" fmla="*/ 15 h 15"/>
                <ns1:gd name="T6" fmla="*/ 53 w 53"/>
                <ns1:gd name="T7" fmla="*/ 0 h 15"/>
                <ns1:gd name="T8" fmla="*/ 7 w 53"/>
                <ns1:gd name="T9" fmla="*/ 0 h 15"/>
                <ns1:gd name="T10" fmla="*/ 0 w 53"/>
                <ns1:gd name="T11" fmla="*/ 8 h 15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</ns1:cxnLst>
              <ns1:rect l="0" t="0" r="r" b="b"/>
              <ns1:pathLst>
                <ns1:path w="53" h="15">
                  <ns1:moveTo>
                    <ns1:pt x="0" y="8"/>
                  </ns1:moveTo>
                  <ns1:cubicBezTo>
                    <ns1:pt x="0" y="12"/>
                    <ns1:pt x="3" y="15"/>
                    <ns1:pt x="7" y="15"/>
                  </ns1:cubicBezTo>
                  <ns1:cubicBezTo>
                    <ns1:pt x="35" y="15"/>
                    <ns1:pt x="35" y="15"/>
                    <ns1:pt x="35" y="15"/>
                  </ns1:cubicBezTo>
                  <ns1:cubicBezTo>
                    <ns1:pt x="40" y="9"/>
                    <ns1:pt x="46" y="4"/>
                    <ns1:pt x="53" y="0"/>
                  </ns1:cubicBezTo>
                  <ns1:cubicBezTo>
                    <ns1:pt x="7" y="0"/>
                    <ns1:pt x="7" y="0"/>
                    <ns1:pt x="7" y="0"/>
                  </ns1:cubicBezTo>
                  <ns1:cubicBezTo>
                    <ns1:pt x="3" y="0"/>
                    <ns1:pt x="0" y="3"/>
                    <ns1:pt x="0" y="8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297" name="Freeform 23"/>
            <ns0:cNvSpPr>
              <ns1:spLocks noEditPoints="1"/>
            </ns0:cNvSpPr>
            <ns0:nvPr/>
          </ns0:nvSpPr>
          <ns0:spPr bwMode="auto">
            <ns1:xfrm>
              <ns1:off x="7523163" y="1893888"/>
              <ns1:ext cx="719138" cy="1006475"/>
            </ns1:xfrm>
            <ns1:custGeom>
              <ns1:avLst/>
              <ns1:gdLst>
                <ns1:gd name="T0" fmla="*/ 48 w 189"/>
                <ns1:gd name="T1" fmla="*/ 244 h 266"/>
                <ns1:gd name="T2" fmla="*/ 22 w 189"/>
                <ns1:gd name="T3" fmla="*/ 218 h 266"/>
                <ns1:gd name="T4" fmla="*/ 22 w 189"/>
                <ns1:gd name="T5" fmla="*/ 80 h 266"/>
                <ns1:gd name="T6" fmla="*/ 48 w 189"/>
                <ns1:gd name="T7" fmla="*/ 54 h 266"/>
                <ns1:gd name="T8" fmla="*/ 57 w 189"/>
                <ns1:gd name="T9" fmla="*/ 54 h 266"/>
                <ns1:gd name="T10" fmla="*/ 69 w 189"/>
                <ns1:gd name="T11" fmla="*/ 63 h 266"/>
                <ns1:gd name="T12" fmla="*/ 121 w 189"/>
                <ns1:gd name="T13" fmla="*/ 63 h 266"/>
                <ns1:gd name="T14" fmla="*/ 133 w 189"/>
                <ns1:gd name="T15" fmla="*/ 54 h 266"/>
                <ns1:gd name="T16" fmla="*/ 141 w 189"/>
                <ns1:gd name="T17" fmla="*/ 54 h 266"/>
                <ns1:gd name="T18" fmla="*/ 167 w 189"/>
                <ns1:gd name="T19" fmla="*/ 80 h 266"/>
                <ns1:gd name="T20" fmla="*/ 167 w 189"/>
                <ns1:gd name="T21" fmla="*/ 178 h 266"/>
                <ns1:gd name="T22" fmla="*/ 189 w 189"/>
                <ns1:gd name="T23" fmla="*/ 184 h 266"/>
                <ns1:gd name="T24" fmla="*/ 189 w 189"/>
                <ns1:gd name="T25" fmla="*/ 80 h 266"/>
                <ns1:gd name="T26" fmla="*/ 141 w 189"/>
                <ns1:gd name="T27" fmla="*/ 32 h 266"/>
                <ns1:gd name="T28" fmla="*/ 133 w 189"/>
                <ns1:gd name="T29" fmla="*/ 32 h 266"/>
                <ns1:gd name="T30" fmla="*/ 121 w 189"/>
                <ns1:gd name="T31" fmla="*/ 22 h 266"/>
                <ns1:gd name="T32" fmla="*/ 117 w 189"/>
                <ns1:gd name="T33" fmla="*/ 22 h 266"/>
                <ns1:gd name="T34" fmla="*/ 95 w 189"/>
                <ns1:gd name="T35" fmla="*/ 0 h 266"/>
                <ns1:gd name="T36" fmla="*/ 72 w 189"/>
                <ns1:gd name="T37" fmla="*/ 22 h 266"/>
                <ns1:gd name="T38" fmla="*/ 69 w 189"/>
                <ns1:gd name="T39" fmla="*/ 22 h 266"/>
                <ns1:gd name="T40" fmla="*/ 56 w 189"/>
                <ns1:gd name="T41" fmla="*/ 32 h 266"/>
                <ns1:gd name="T42" fmla="*/ 48 w 189"/>
                <ns1:gd name="T43" fmla="*/ 32 h 266"/>
                <ns1:gd name="T44" fmla="*/ 0 w 189"/>
                <ns1:gd name="T45" fmla="*/ 80 h 266"/>
                <ns1:gd name="T46" fmla="*/ 0 w 189"/>
                <ns1:gd name="T47" fmla="*/ 218 h 266"/>
                <ns1:gd name="T48" fmla="*/ 48 w 189"/>
                <ns1:gd name="T49" fmla="*/ 266 h 266"/>
                <ns1:gd name="T50" fmla="*/ 107 w 189"/>
                <ns1:gd name="T51" fmla="*/ 266 h 266"/>
                <ns1:gd name="T52" fmla="*/ 101 w 189"/>
                <ns1:gd name="T53" fmla="*/ 244 h 266"/>
                <ns1:gd name="T54" fmla="*/ 48 w 189"/>
                <ns1:gd name="T55" fmla="*/ 244 h 266"/>
                <ns1:gd name="T56" fmla="*/ 95 w 189"/>
                <ns1:gd name="T57" fmla="*/ 14 h 266"/>
                <ns1:gd name="T58" fmla="*/ 103 w 189"/>
                <ns1:gd name="T59" fmla="*/ 22 h 266"/>
                <ns1:gd name="T60" fmla="*/ 86 w 189"/>
                <ns1:gd name="T61" fmla="*/ 22 h 266"/>
                <ns1:gd name="T62" fmla="*/ 95 w 189"/>
                <ns1:gd name="T63" fmla="*/ 14 h 266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  <ns1:cxn ang="0">
                  <ns1:pos x="T30" y="T31"/>
                </ns1:cxn>
                <ns1:cxn ang="0">
                  <ns1:pos x="T32" y="T33"/>
                </ns1:cxn>
                <ns1:cxn ang="0">
                  <ns1:pos x="T34" y="T35"/>
                </ns1:cxn>
                <ns1:cxn ang="0">
                  <ns1:pos x="T36" y="T37"/>
                </ns1:cxn>
                <ns1:cxn ang="0">
                  <ns1:pos x="T38" y="T39"/>
                </ns1:cxn>
                <ns1:cxn ang="0">
                  <ns1:pos x="T40" y="T41"/>
                </ns1:cxn>
                <ns1:cxn ang="0">
                  <ns1:pos x="T42" y="T43"/>
                </ns1:cxn>
                <ns1:cxn ang="0">
                  <ns1:pos x="T44" y="T45"/>
                </ns1:cxn>
                <ns1:cxn ang="0">
                  <ns1:pos x="T46" y="T47"/>
                </ns1:cxn>
                <ns1:cxn ang="0">
                  <ns1:pos x="T48" y="T49"/>
                </ns1:cxn>
                <ns1:cxn ang="0">
                  <ns1:pos x="T50" y="T51"/>
                </ns1:cxn>
                <ns1:cxn ang="0">
                  <ns1:pos x="T52" y="T53"/>
                </ns1:cxn>
                <ns1:cxn ang="0">
                  <ns1:pos x="T54" y="T55"/>
                </ns1:cxn>
                <ns1:cxn ang="0">
                  <ns1:pos x="T56" y="T57"/>
                </ns1:cxn>
                <ns1:cxn ang="0">
                  <ns1:pos x="T58" y="T59"/>
                </ns1:cxn>
                <ns1:cxn ang="0">
                  <ns1:pos x="T60" y="T61"/>
                </ns1:cxn>
                <ns1:cxn ang="0">
                  <ns1:pos x="T62" y="T63"/>
                </ns1:cxn>
              </ns1:cxnLst>
              <ns1:rect l="0" t="0" r="r" b="b"/>
              <ns1:pathLst>
                <ns1:path w="189" h="266">
                  <ns1:moveTo>
                    <ns1:pt x="48" y="244"/>
                  </ns1:moveTo>
                  <ns1:cubicBezTo>
                    <ns1:pt x="34" y="244"/>
                    <ns1:pt x="22" y="232"/>
                    <ns1:pt x="22" y="218"/>
                  </ns1:cubicBezTo>
                  <ns1:cubicBezTo>
                    <ns1:pt x="22" y="80"/>
                    <ns1:pt x="22" y="80"/>
                    <ns1:pt x="22" y="80"/>
                  </ns1:cubicBezTo>
                  <ns1:cubicBezTo>
                    <ns1:pt x="22" y="65"/>
                    <ns1:pt x="34" y="54"/>
                    <ns1:pt x="48" y="54"/>
                  </ns1:cubicBezTo>
                  <ns1:cubicBezTo>
                    <ns1:pt x="57" y="54"/>
                    <ns1:pt x="57" y="54"/>
                    <ns1:pt x="57" y="54"/>
                  </ns1:cubicBezTo>
                  <ns1:cubicBezTo>
                    <ns1:pt x="58" y="59"/>
                    <ns1:pt x="63" y="63"/>
                    <ns1:pt x="69" y="63"/>
                  </ns1:cubicBezTo>
                  <ns1:cubicBezTo>
                    <ns1:pt x="121" y="63"/>
                    <ns1:pt x="121" y="63"/>
                    <ns1:pt x="121" y="63"/>
                  </ns1:cubicBezTo>
                  <ns1:cubicBezTo>
                    <ns1:pt x="126" y="63"/>
                    <ns1:pt x="131" y="59"/>
                    <ns1:pt x="133" y="54"/>
                  </ns1:cubicBezTo>
                  <ns1:cubicBezTo>
                    <ns1:pt x="141" y="54"/>
                    <ns1:pt x="141" y="54"/>
                    <ns1:pt x="141" y="54"/>
                  </ns1:cubicBezTo>
                  <ns1:cubicBezTo>
                    <ns1:pt x="155" y="54"/>
                    <ns1:pt x="167" y="65"/>
                    <ns1:pt x="167" y="80"/>
                  </ns1:cubicBezTo>
                  <ns1:cubicBezTo>
                    <ns1:pt x="167" y="178"/>
                    <ns1:pt x="167" y="178"/>
                    <ns1:pt x="167" y="178"/>
                  </ns1:cubicBezTo>
                  <ns1:cubicBezTo>
                    <ns1:pt x="175" y="179"/>
                    <ns1:pt x="182" y="181"/>
                    <ns1:pt x="189" y="184"/>
                  </ns1:cubicBezTo>
                  <ns1:cubicBezTo>
                    <ns1:pt x="189" y="80"/>
                    <ns1:pt x="189" y="80"/>
                    <ns1:pt x="189" y="80"/>
                  </ns1:cubicBezTo>
                  <ns1:cubicBezTo>
                    <ns1:pt x="189" y="53"/>
                    <ns1:pt x="167" y="32"/>
                    <ns1:pt x="141" y="32"/>
                  </ns1:cubicBezTo>
                  <ns1:cubicBezTo>
                    <ns1:pt x="133" y="32"/>
                    <ns1:pt x="133" y="32"/>
                    <ns1:pt x="133" y="32"/>
                  </ns1:cubicBezTo>
                  <ns1:cubicBezTo>
                    <ns1:pt x="131" y="26"/>
                    <ns1:pt x="126" y="22"/>
                    <ns1:pt x="121" y="22"/>
                  </ns1:cubicBezTo>
                  <ns1:cubicBezTo>
                    <ns1:pt x="117" y="22"/>
                    <ns1:pt x="117" y="22"/>
                    <ns1:pt x="117" y="22"/>
                  </ns1:cubicBezTo>
                  <ns1:cubicBezTo>
                    <ns1:pt x="117" y="10"/>
                    <ns1:pt x="107" y="0"/>
                    <ns1:pt x="95" y="0"/>
                  </ns1:cubicBezTo>
                  <ns1:cubicBezTo>
                    <ns1:pt x="82" y="0"/>
                    <ns1:pt x="72" y="10"/>
                    <ns1:pt x="72" y="22"/>
                  </ns1:cubicBezTo>
                  <ns1:cubicBezTo>
                    <ns1:pt x="69" y="22"/>
                    <ns1:pt x="69" y="22"/>
                    <ns1:pt x="69" y="22"/>
                  </ns1:cubicBezTo>
                  <ns1:cubicBezTo>
                    <ns1:pt x="63" y="22"/>
                    <ns1:pt x="58" y="26"/>
                    <ns1:pt x="56" y="32"/>
                  </ns1:cubicBezTo>
                  <ns1:cubicBezTo>
                    <ns1:pt x="48" y="32"/>
                    <ns1:pt x="48" y="32"/>
                    <ns1:pt x="48" y="32"/>
                  </ns1:cubicBezTo>
                  <ns1:cubicBezTo>
                    <ns1:pt x="22" y="32"/>
                    <ns1:pt x="0" y="53"/>
                    <ns1:pt x="0" y="80"/>
                  </ns1:cubicBezTo>
                  <ns1:cubicBezTo>
                    <ns1:pt x="0" y="218"/>
                    <ns1:pt x="0" y="218"/>
                    <ns1:pt x="0" y="218"/>
                  </ns1:cubicBezTo>
                  <ns1:cubicBezTo>
                    <ns1:pt x="0" y="244"/>
                    <ns1:pt x="22" y="266"/>
                    <ns1:pt x="48" y="266"/>
                  </ns1:cubicBezTo>
                  <ns1:cubicBezTo>
                    <ns1:pt x="107" y="266"/>
                    <ns1:pt x="107" y="266"/>
                    <ns1:pt x="107" y="266"/>
                  </ns1:cubicBezTo>
                  <ns1:cubicBezTo>
                    <ns1:pt x="104" y="259"/>
                    <ns1:pt x="102" y="252"/>
                    <ns1:pt x="101" y="244"/>
                  </ns1:cubicBezTo>
                  <ns1:lnTo>
                    <ns1:pt x="48" y="244"/>
                  </ns1:lnTo>
                  <ns1:close/>
                  <ns1:moveTo>
                    <ns1:pt x="95" y="14"/>
                  </ns1:moveTo>
                  <ns1:cubicBezTo>
                    <ns1:pt x="99" y="14"/>
                    <ns1:pt x="103" y="17"/>
                    <ns1:pt x="103" y="22"/>
                  </ns1:cubicBezTo>
                  <ns1:cubicBezTo>
                    <ns1:pt x="86" y="22"/>
                    <ns1:pt x="86" y="22"/>
                    <ns1:pt x="86" y="22"/>
                  </ns1:cubicBezTo>
                  <ns1:cubicBezTo>
                    <ns1:pt x="86" y="17"/>
                    <ns1:pt x="90" y="14"/>
                    <ns1:pt x="95" y="14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298" name="Freeform 24"/>
            <ns0:cNvSpPr>
              <ns1:spLocks noEditPoints="1"/>
            </ns0:cNvSpPr>
            <ns0:nvPr/>
          </ns0:nvSpPr>
          <ns0:spPr bwMode="auto">
            <ns1:xfrm>
              <ns1:off x="7948613" y="2605088"/>
              <ns1:ext cx="376238" cy="379412"/>
            </ns1:xfrm>
            <ns1:custGeom>
              <ns1:avLst/>
              <ns1:gdLst>
                <ns1:gd name="T0" fmla="*/ 49 w 99"/>
                <ns1:gd name="T1" fmla="*/ 0 h 100"/>
                <ns1:gd name="T2" fmla="*/ 0 w 99"/>
                <ns1:gd name="T3" fmla="*/ 50 h 100"/>
                <ns1:gd name="T4" fmla="*/ 49 w 99"/>
                <ns1:gd name="T5" fmla="*/ 100 h 100"/>
                <ns1:gd name="T6" fmla="*/ 99 w 99"/>
                <ns1:gd name="T7" fmla="*/ 50 h 100"/>
                <ns1:gd name="T8" fmla="*/ 49 w 99"/>
                <ns1:gd name="T9" fmla="*/ 0 h 100"/>
                <ns1:gd name="T10" fmla="*/ 45 w 99"/>
                <ns1:gd name="T11" fmla="*/ 77 h 100"/>
                <ns1:gd name="T12" fmla="*/ 37 w 99"/>
                <ns1:gd name="T13" fmla="*/ 77 h 100"/>
                <ns1:gd name="T14" fmla="*/ 23 w 99"/>
                <ns1:gd name="T15" fmla="*/ 49 h 100"/>
                <ns1:gd name="T16" fmla="*/ 31 w 99"/>
                <ns1:gd name="T17" fmla="*/ 44 h 100"/>
                <ns1:gd name="T18" fmla="*/ 39 w 99"/>
                <ns1:gd name="T19" fmla="*/ 62 h 100"/>
                <ns1:gd name="T20" fmla="*/ 60 w 99"/>
                <ns1:gd name="T21" fmla="*/ 23 h 100"/>
                <ns1:gd name="T22" fmla="*/ 75 w 99"/>
                <ns1:gd name="T23" fmla="*/ 23 h 100"/>
                <ns1:gd name="T24" fmla="*/ 45 w 99"/>
                <ns1:gd name="T25" fmla="*/ 77 h 100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</ns1:cxnLst>
              <ns1:rect l="0" t="0" r="r" b="b"/>
              <ns1:pathLst>
                <ns1:path w="99" h="100">
                  <ns1:moveTo>
                    <ns1:pt x="49" y="0"/>
                  </ns1:moveTo>
                  <ns1:cubicBezTo>
                    <ns1:pt x="22" y="0"/>
                    <ns1:pt x="0" y="23"/>
                    <ns1:pt x="0" y="50"/>
                  </ns1:cubicBezTo>
                  <ns1:cubicBezTo>
                    <ns1:pt x="0" y="77"/>
                    <ns1:pt x="22" y="100"/>
                    <ns1:pt x="49" y="100"/>
                  </ns1:cubicBezTo>
                  <ns1:cubicBezTo>
                    <ns1:pt x="76" y="100"/>
                    <ns1:pt x="99" y="77"/>
                    <ns1:pt x="99" y="50"/>
                  </ns1:cubicBezTo>
                  <ns1:cubicBezTo>
                    <ns1:pt x="99" y="23"/>
                    <ns1:pt x="76" y="0"/>
                    <ns1:pt x="49" y="0"/>
                  </ns1:cubicBezTo>
                  <ns1:close/>
                  <ns1:moveTo>
                    <ns1:pt x="45" y="77"/>
                  </ns1:moveTo>
                  <ns1:cubicBezTo>
                    <ns1:pt x="37" y="77"/>
                    <ns1:pt x="37" y="77"/>
                    <ns1:pt x="37" y="77"/>
                  </ns1:cubicBezTo>
                  <ns1:cubicBezTo>
                    <ns1:pt x="23" y="49"/>
                    <ns1:pt x="23" y="49"/>
                    <ns1:pt x="23" y="49"/>
                  </ns1:cubicBezTo>
                  <ns1:cubicBezTo>
                    <ns1:pt x="31" y="44"/>
                    <ns1:pt x="31" y="44"/>
                    <ns1:pt x="31" y="44"/>
                  </ns1:cubicBezTo>
                  <ns1:cubicBezTo>
                    <ns1:pt x="39" y="62"/>
                    <ns1:pt x="39" y="62"/>
                    <ns1:pt x="39" y="62"/>
                  </ns1:cubicBezTo>
                  <ns1:cubicBezTo>
                    <ns1:pt x="60" y="23"/>
                    <ns1:pt x="60" y="23"/>
                    <ns1:pt x="60" y="23"/>
                  </ns1:cubicBezTo>
                  <ns1:cubicBezTo>
                    <ns1:pt x="75" y="23"/>
                    <ns1:pt x="75" y="23"/>
                    <ns1:pt x="75" y="23"/>
                  </ns1:cubicBezTo>
                  <ns1:lnTo>
                    <ns1:pt x="45" y="77"/>
                  </ns1:ln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</ns0:grpSp>
      <ns0:sp>
        <ns0:nvSpPr>
          <ns0:cNvPr id="299" name="Freeform 5"/>
          <ns0:cNvSpPr>
            <ns1:spLocks noEditPoints="1"/>
          </ns0:cNvSpPr>
          <ns0:nvPr/>
        </ns0:nvSpPr>
        <ns0:spPr bwMode="auto">
          <ns1:xfrm>
            <ns1:off x="10146910" y="5326771"/>
            <ns1:ext cx="369798" cy="447651"/>
          </ns1:xfrm>
          <ns1:custGeom>
            <ns1:avLst/>
            <ns1:gdLst>
              <ns1:gd name="T0" fmla="*/ 791 w 812"/>
              <ns1:gd name="T1" fmla="*/ 578 h 983"/>
              <ns1:gd name="T2" fmla="*/ 697 w 812"/>
              <ns1:gd name="T3" fmla="*/ 481 h 983"/>
              <ns1:gd name="T4" fmla="*/ 543 w 812"/>
              <ns1:gd name="T5" fmla="*/ 441 h 983"/>
              <ns1:gd name="T6" fmla="*/ 504 w 812"/>
              <ns1:gd name="T7" fmla="*/ 400 h 983"/>
              <ns1:gd name="T8" fmla="*/ 541 w 812"/>
              <ns1:gd name="T9" fmla="*/ 311 h 983"/>
              <ns1:gd name="T10" fmla="*/ 543 w 812"/>
              <ns1:gd name="T11" fmla="*/ 311 h 983"/>
              <ns1:gd name="T12" fmla="*/ 571 w 812"/>
              <ns1:gd name="T13" fmla="*/ 222 h 983"/>
              <ns1:gd name="T14" fmla="*/ 584 w 812"/>
              <ns1:gd name="T15" fmla="*/ 153 h 983"/>
              <ns1:gd name="T16" fmla="*/ 524 w 812"/>
              <ns1:gd name="T17" fmla="*/ 34 h 983"/>
              <ns1:gd name="T18" fmla="*/ 486 w 812"/>
              <ns1:gd name="T19" fmla="*/ 16 h 983"/>
              <ns1:gd name="T20" fmla="*/ 371 w 812"/>
              <ns1:gd name="T21" fmla="*/ 0 h 983"/>
              <ns1:gd name="T22" fmla="*/ 315 w 812"/>
              <ns1:gd name="T23" fmla="*/ 29 h 983"/>
              <ns1:gd name="T24" fmla="*/ 256 w 812"/>
              <ns1:gd name="T25" fmla="*/ 49 h 983"/>
              <ns1:gd name="T26" fmla="*/ 227 w 812"/>
              <ns1:gd name="T27" fmla="*/ 128 h 983"/>
              <ns1:gd name="T28" fmla="*/ 237 w 812"/>
              <ns1:gd name="T29" fmla="*/ 227 h 983"/>
              <ns1:gd name="T30" fmla="*/ 261 w 812"/>
              <ns1:gd name="T31" fmla="*/ 311 h 983"/>
              <ns1:gd name="T32" fmla="*/ 262 w 812"/>
              <ns1:gd name="T33" fmla="*/ 311 h 983"/>
              <ns1:gd name="T34" fmla="*/ 280 w 812"/>
              <ns1:gd name="T35" fmla="*/ 352 h 983"/>
              <ns1:gd name="T36" fmla="*/ 286 w 812"/>
              <ns1:gd name="T37" fmla="*/ 420 h 983"/>
              <ns1:gd name="T38" fmla="*/ 190 w 812"/>
              <ns1:gd name="T39" fmla="*/ 462 h 983"/>
              <ns1:gd name="T40" fmla="*/ 41 w 812"/>
              <ns1:gd name="T41" fmla="*/ 534 h 983"/>
              <ns1:gd name="T42" fmla="*/ 21 w 812"/>
              <ns1:gd name="T43" fmla="*/ 579 h 983"/>
              <ns1:gd name="T44" fmla="*/ 60 w 812"/>
              <ns1:gd name="T45" fmla="*/ 924 h 983"/>
              <ns1:gd name="T46" fmla="*/ 406 w 812"/>
              <ns1:gd name="T47" fmla="*/ 983 h 983"/>
              <ns1:gd name="T48" fmla="*/ 753 w 812"/>
              <ns1:gd name="T49" fmla="*/ 924 h 983"/>
              <ns1:gd name="T50" fmla="*/ 791 w 812"/>
              <ns1:gd name="T51" fmla="*/ 579 h 983"/>
              <ns1:gd name="T52" fmla="*/ 410 w 812"/>
              <ns1:gd name="T53" fmla="*/ 542 h 983"/>
              <ns1:gd name="T54" fmla="*/ 526 w 812"/>
              <ns1:gd name="T55" fmla="*/ 464 h 983"/>
              <ns1:gd name="T56" fmla="*/ 342 w 812"/>
              <ns1:gd name="T57" fmla="*/ 589 h 983"/>
              <ns1:gd name="T58" fmla="*/ 308 w 812"/>
              <ns1:gd name="T59" fmla="*/ 437 h 983"/>
              <ns1:gd name="T60" fmla="*/ 402 w 812"/>
              <ns1:gd name="T61" fmla="*/ 542 h 983"/>
              <ns1:gd name="T62" fmla="*/ 755 w 812"/>
              <ns1:gd name="T63" fmla="*/ 857 h 983"/>
              <ns1:gd name="T64" fmla="*/ 406 w 812"/>
              <ns1:gd name="T65" fmla="*/ 928 h 983"/>
              <ns1:gd name="T66" fmla="*/ 58 w 812"/>
              <ns1:gd name="T67" fmla="*/ 857 h 983"/>
              <ns1:gd name="T68" fmla="*/ 73 w 812"/>
              <ns1:gd name="T69" fmla="*/ 595 h 983"/>
              <ns1:gd name="T70" fmla="*/ 135 w 812"/>
              <ns1:gd name="T71" fmla="*/ 532 h 983"/>
              <ns1:gd name="T72" fmla="*/ 272 w 812"/>
              <ns1:gd name="T73" fmla="*/ 499 h 983"/>
              <ns1:gd name="T74" fmla="*/ 332 w 812"/>
              <ns1:gd name="T75" fmla="*/ 633 h 983"/>
              <ns1:gd name="T76" fmla="*/ 378 w 812"/>
              <ns1:gd name="T77" fmla="*/ 597 h 983"/>
              <ns1:gd name="T78" fmla="*/ 327 w 812"/>
              <ns1:gd name="T79" fmla="*/ 840 h 983"/>
              <ns1:gd name="T80" fmla="*/ 486 w 812"/>
              <ns1:gd name="T81" fmla="*/ 840 h 983"/>
              <ns1:gd name="T82" fmla="*/ 435 w 812"/>
              <ns1:gd name="T83" fmla="*/ 597 h 983"/>
              <ns1:gd name="T84" fmla="*/ 481 w 812"/>
              <ns1:gd name="T85" fmla="*/ 633 h 983"/>
              <ns1:gd name="T86" fmla="*/ 541 w 812"/>
              <ns1:gd name="T87" fmla="*/ 499 h 983"/>
              <ns1:gd name="T88" fmla="*/ 677 w 812"/>
              <ns1:gd name="T89" fmla="*/ 532 h 983"/>
              <ns1:gd name="T90" fmla="*/ 739 w 812"/>
              <ns1:gd name="T91" fmla="*/ 595 h 983"/>
              <ns1:gd name="T92" fmla="*/ 755 w 812"/>
              <ns1:gd name="T93" fmla="*/ 857 h 983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  <ns1:cxn ang="0">
                <ns1:pos x="T32" y="T33"/>
              </ns1:cxn>
              <ns1:cxn ang="0">
                <ns1:pos x="T34" y="T35"/>
              </ns1:cxn>
              <ns1:cxn ang="0">
                <ns1:pos x="T36" y="T37"/>
              </ns1:cxn>
              <ns1:cxn ang="0">
                <ns1:pos x="T38" y="T39"/>
              </ns1:cxn>
              <ns1:cxn ang="0">
                <ns1:pos x="T40" y="T41"/>
              </ns1:cxn>
              <ns1:cxn ang="0">
                <ns1:pos x="T42" y="T43"/>
              </ns1:cxn>
              <ns1:cxn ang="0">
                <ns1:pos x="T44" y="T45"/>
              </ns1:cxn>
              <ns1:cxn ang="0">
                <ns1:pos x="T46" y="T47"/>
              </ns1:cxn>
              <ns1:cxn ang="0">
                <ns1:pos x="T48" y="T49"/>
              </ns1:cxn>
              <ns1:cxn ang="0">
                <ns1:pos x="T50" y="T51"/>
              </ns1:cxn>
              <ns1:cxn ang="0">
                <ns1:pos x="T52" y="T53"/>
              </ns1:cxn>
              <ns1:cxn ang="0">
                <ns1:pos x="T54" y="T55"/>
              </ns1:cxn>
              <ns1:cxn ang="0">
                <ns1:pos x="T56" y="T57"/>
              </ns1:cxn>
              <ns1:cxn ang="0">
                <ns1:pos x="T58" y="T59"/>
              </ns1:cxn>
              <ns1:cxn ang="0">
                <ns1:pos x="T60" y="T61"/>
              </ns1:cxn>
              <ns1:cxn ang="0">
                <ns1:pos x="T62" y="T63"/>
              </ns1:cxn>
              <ns1:cxn ang="0">
                <ns1:pos x="T64" y="T65"/>
              </ns1:cxn>
              <ns1:cxn ang="0">
                <ns1:pos x="T66" y="T67"/>
              </ns1:cxn>
              <ns1:cxn ang="0">
                <ns1:pos x="T68" y="T69"/>
              </ns1:cxn>
              <ns1:cxn ang="0">
                <ns1:pos x="T70" y="T71"/>
              </ns1:cxn>
              <ns1:cxn ang="0">
                <ns1:pos x="T72" y="T73"/>
              </ns1:cxn>
              <ns1:cxn ang="0">
                <ns1:pos x="T74" y="T75"/>
              </ns1:cxn>
              <ns1:cxn ang="0">
                <ns1:pos x="T76" y="T77"/>
              </ns1:cxn>
              <ns1:cxn ang="0">
                <ns1:pos x="T78" y="T79"/>
              </ns1:cxn>
              <ns1:cxn ang="0">
                <ns1:pos x="T80" y="T81"/>
              </ns1:cxn>
              <ns1:cxn ang="0">
                <ns1:pos x="T82" y="T83"/>
              </ns1:cxn>
              <ns1:cxn ang="0">
                <ns1:pos x="T84" y="T85"/>
              </ns1:cxn>
              <ns1:cxn ang="0">
                <ns1:pos x="T86" y="T87"/>
              </ns1:cxn>
              <ns1:cxn ang="0">
                <ns1:pos x="T88" y="T89"/>
              </ns1:cxn>
              <ns1:cxn ang="0">
                <ns1:pos x="T90" y="T91"/>
              </ns1:cxn>
              <ns1:cxn ang="0">
                <ns1:pos x="T92" y="T93"/>
              </ns1:cxn>
            </ns1:cxnLst>
            <ns1:rect l="0" t="0" r="r" b="b"/>
            <ns1:pathLst>
              <ns1:path w="812" h="983">
                <ns1:moveTo>
                  <ns1:pt x="791" y="579"/>
                </ns1:moveTo>
                <ns1:cubicBezTo>
                  <ns1:pt x="791" y="578"/>
                  <ns1:pt x="791" y="578"/>
                  <ns1:pt x="791" y="578"/>
                </ns1:cubicBezTo>
                <ns1:cubicBezTo>
                  <ns1:pt x="790" y="570"/>
                  <ns1:pt x="786" y="553"/>
                  <ns1:pt x="772" y="534"/>
                </ns1:cubicBezTo>
                <ns1:cubicBezTo>
                  <ns1:pt x="756" y="511"/>
                  <ns1:pt x="730" y="494"/>
                  <ns1:pt x="697" y="481"/>
                </ns1:cubicBezTo>
                <ns1:cubicBezTo>
                  <ns1:pt x="674" y="471"/>
                  <ns1:pt x="647" y="467"/>
                  <ns1:pt x="622" y="462"/>
                </ns1:cubicBezTo>
                <ns1:cubicBezTo>
                  <ns1:pt x="595" y="457"/>
                  <ns1:pt x="567" y="452"/>
                  <ns1:pt x="543" y="441"/>
                </ns1:cubicBezTo>
                <ns1:cubicBezTo>
                  <ns1:pt x="521" y="418"/>
                  <ns1:pt x="521" y="418"/>
                  <ns1:pt x="521" y="418"/>
                </ns1:cubicBezTo>
                <ns1:cubicBezTo>
                  <ns1:pt x="504" y="400"/>
                  <ns1:pt x="504" y="400"/>
                  <ns1:pt x="504" y="400"/>
                </ns1:cubicBezTo>
                <ns1:cubicBezTo>
                  <ns1:pt x="512" y="384"/>
                  <ns1:pt x="520" y="367"/>
                  <ns1:pt x="528" y="347"/>
                </ns1:cubicBezTo>
                <ns1:cubicBezTo>
                  <ns1:pt x="533" y="336"/>
                  <ns1:pt x="537" y="324"/>
                  <ns1:pt x="541" y="311"/>
                </ns1:cubicBezTo>
                <ns1:cubicBezTo>
                  <ns1:pt x="542" y="311"/>
                  <ns1:pt x="542" y="311"/>
                  <ns1:pt x="542" y="311"/>
                </ns1:cubicBezTo>
                <ns1:cubicBezTo>
                  <ns1:pt x="542" y="311"/>
                  <ns1:pt x="542" y="311"/>
                  <ns1:pt x="543" y="311"/>
                </ns1:cubicBezTo>
                <ns1:cubicBezTo>
                  <ns1:pt x="551" y="311"/>
                  <ns1:pt x="565" y="296"/>
                  <ns1:pt x="566" y="287"/>
                </ns1:cubicBezTo>
                <ns1:cubicBezTo>
                  <ns1:pt x="571" y="222"/>
                  <ns1:pt x="571" y="222"/>
                  <ns1:pt x="571" y="222"/>
                </ns1:cubicBezTo>
                <ns1:cubicBezTo>
                  <ns1:pt x="572" y="216"/>
                  <ns1:pt x="569" y="210"/>
                  <ns1:pt x="564" y="206"/>
                </ns1:cubicBezTo>
                <ns1:cubicBezTo>
                  <ns1:pt x="584" y="153"/>
                  <ns1:pt x="584" y="153"/>
                  <ns1:pt x="584" y="153"/>
                </ns1:cubicBezTo>
                <ns1:cubicBezTo>
                  <ns1:pt x="589" y="141"/>
                  <ns1:pt x="587" y="128"/>
                  <ns1:pt x="580" y="117"/>
                </ns1:cubicBezTo>
                <ns1:cubicBezTo>
                  <ns1:pt x="524" y="34"/>
                  <ns1:pt x="524" y="34"/>
                  <ns1:pt x="524" y="34"/>
                </ns1:cubicBezTo>
                <ns1:cubicBezTo>
                  <ns1:pt x="518" y="25"/>
                  <ns1:pt x="508" y="19"/>
                  <ns1:pt x="497" y="18"/>
                </ns1:cubicBezTo>
                <ns1:cubicBezTo>
                  <ns1:pt x="486" y="16"/>
                  <ns1:pt x="486" y="16"/>
                  <ns1:pt x="486" y="16"/>
                </ns1:cubicBezTo>
                <ns1:cubicBezTo>
                  <ns1:pt x="455" y="12"/>
                  <ns1:pt x="404" y="4"/>
                  <ns1:pt x="377" y="0"/>
                </ns1:cubicBezTo>
                <ns1:cubicBezTo>
                  <ns1:pt x="375" y="0"/>
                  <ns1:pt x="373" y="0"/>
                  <ns1:pt x="371" y="0"/>
                </ns1:cubicBezTo>
                <ns1:cubicBezTo>
                  <ns1:pt x="363" y="0"/>
                  <ns1:pt x="356" y="2"/>
                  <ns1:pt x="350" y="6"/>
                </ns1:cubicBezTo>
                <ns1:cubicBezTo>
                  <ns1:pt x="315" y="29"/>
                  <ns1:pt x="315" y="29"/>
                  <ns1:pt x="315" y="29"/>
                </ns1:cubicBezTo>
                <ns1:cubicBezTo>
                  <ns1:pt x="291" y="28"/>
                  <ns1:pt x="291" y="28"/>
                  <ns1:pt x="291" y="28"/>
                </ns1:cubicBezTo>
                <ns1:cubicBezTo>
                  <ns1:pt x="276" y="28"/>
                  <ns1:pt x="263" y="36"/>
                  <ns1:pt x="256" y="49"/>
                </ns1:cubicBezTo>
                <ns1:cubicBezTo>
                  <ns1:pt x="247" y="66"/>
                  <ns1:pt x="235" y="93"/>
                  <ns1:pt x="230" y="103"/>
                </ns1:cubicBezTo>
                <ns1:cubicBezTo>
                  <ns1:pt x="226" y="111"/>
                  <ns1:pt x="225" y="120"/>
                  <ns1:pt x="227" y="128"/>
                </ns1:cubicBezTo>
                <ns1:cubicBezTo>
                  <ns1:pt x="229" y="142"/>
                  <ns1:pt x="235" y="170"/>
                  <ns1:pt x="243" y="212"/>
                </ns1:cubicBezTo>
                <ns1:cubicBezTo>
                  <ns1:pt x="239" y="216"/>
                  <ns1:pt x="236" y="221"/>
                  <ns1:pt x="237" y="227"/>
                </ns1:cubicBezTo>
                <ns1:cubicBezTo>
                  <ns1:pt x="242" y="292"/>
                  <ns1:pt x="242" y="292"/>
                  <ns1:pt x="242" y="292"/>
                </ns1:cubicBezTo>
                <ns1:cubicBezTo>
                  <ns1:pt x="243" y="304"/>
                  <ns1:pt x="257" y="311"/>
                  <ns1:pt x="261" y="311"/>
                </ns1:cubicBezTo>
                <ns1:cubicBezTo>
                  <ns1:pt x="262" y="311"/>
                  <ns1:pt x="262" y="311"/>
                  <ns1:pt x="262" y="311"/>
                </ns1:cubicBezTo>
                <ns1:cubicBezTo>
                  <ns1:pt x="262" y="311"/>
                  <ns1:pt x="262" y="311"/>
                  <ns1:pt x="262" y="311"/>
                </ns1:cubicBezTo>
                <ns1:cubicBezTo>
                  <ns1:pt x="263" y="310"/>
                  <ns1:pt x="264" y="310"/>
                  <ns1:pt x="265" y="310"/>
                </ns1:cubicBezTo>
                <ns1:cubicBezTo>
                  <ns1:pt x="269" y="324"/>
                  <ns1:pt x="274" y="338"/>
                  <ns1:pt x="280" y="352"/>
                </ns1:cubicBezTo>
                <ns1:cubicBezTo>
                  <ns1:pt x="287" y="370"/>
                  <ns1:pt x="294" y="386"/>
                  <ns1:pt x="302" y="400"/>
                </ns1:cubicBezTo>
                <ns1:cubicBezTo>
                  <ns1:pt x="286" y="420"/>
                  <ns1:pt x="286" y="420"/>
                  <ns1:pt x="286" y="420"/>
                </ns1:cubicBezTo>
                <ns1:cubicBezTo>
                  <ns1:pt x="269" y="441"/>
                  <ns1:pt x="269" y="441"/>
                  <ns1:pt x="269" y="441"/>
                </ns1:cubicBezTo>
                <ns1:cubicBezTo>
                  <ns1:pt x="245" y="452"/>
                  <ns1:pt x="217" y="457"/>
                  <ns1:pt x="190" y="462"/>
                </ns1:cubicBezTo>
                <ns1:cubicBezTo>
                  <ns1:pt x="165" y="467"/>
                  <ns1:pt x="139" y="471"/>
                  <ns1:pt x="115" y="481"/>
                </ns1:cubicBezTo>
                <ns1:cubicBezTo>
                  <ns1:pt x="82" y="494"/>
                  <ns1:pt x="57" y="512"/>
                  <ns1:pt x="41" y="534"/>
                </ns1:cubicBezTo>
                <ns1:cubicBezTo>
                  <ns1:pt x="26" y="553"/>
                  <ns1:pt x="23" y="570"/>
                  <ns1:pt x="21" y="578"/>
                </ns1:cubicBezTo>
                <ns1:cubicBezTo>
                  <ns1:pt x="21" y="578"/>
                  <ns1:pt x="21" y="578"/>
                  <ns1:pt x="21" y="579"/>
                </ns1:cubicBezTo>
                <ns1:cubicBezTo>
                  <ns1:pt x="13" y="605"/>
                  <ns1:pt x="3" y="749"/>
                  <ns1:pt x="1" y="844"/>
                </ns1:cubicBezTo>
                <ns1:cubicBezTo>
                  <ns1:pt x="0" y="869"/>
                  <ns1:pt x="7" y="901"/>
                  <ns1:pt x="60" y="924"/>
                </ns1:cubicBezTo>
                <ns1:cubicBezTo>
                  <ns1:pt x="115" y="949"/>
                  <ns1:pt x="190" y="966"/>
                  <ns1:pt x="283" y="975"/>
                </ns1:cubicBezTo>
                <ns1:cubicBezTo>
                  <ns1:pt x="353" y="982"/>
                  <ns1:pt x="406" y="983"/>
                  <ns1:pt x="406" y="983"/>
                </ns1:cubicBezTo>
                <ns1:cubicBezTo>
                  <ns1:pt x="408" y="983"/>
                  <ns1:pt x="612" y="982"/>
                  <ns1:pt x="752" y="925"/>
                </ns1:cubicBezTo>
                <ns1:cubicBezTo>
                  <ns1:pt x="753" y="924"/>
                  <ns1:pt x="753" y="924"/>
                  <ns1:pt x="753" y="924"/>
                </ns1:cubicBezTo>
                <ns1:cubicBezTo>
                  <ns1:pt x="806" y="901"/>
                  <ns1:pt x="812" y="869"/>
                  <ns1:pt x="812" y="844"/>
                </ns1:cubicBezTo>
                <ns1:cubicBezTo>
                  <ns1:pt x="809" y="749"/>
                  <ns1:pt x="799" y="605"/>
                  <ns1:pt x="791" y="579"/>
                </ns1:cubicBezTo>
                <ns1:close/>
                <ns1:moveTo>
                  <ns1:pt x="470" y="589"/>
                </ns1:moveTo>
                <ns1:cubicBezTo>
                  <ns1:pt x="410" y="542"/>
                  <ns1:pt x="410" y="542"/>
                  <ns1:pt x="410" y="542"/>
                </ns1:cubicBezTo>
                <ns1:cubicBezTo>
                  <ns1:pt x="501" y="437"/>
                  <ns1:pt x="501" y="437"/>
                  <ns1:pt x="501" y="437"/>
                </ns1:cubicBezTo>
                <ns1:cubicBezTo>
                  <ns1:pt x="526" y="464"/>
                  <ns1:pt x="526" y="464"/>
                  <ns1:pt x="526" y="464"/>
                </ns1:cubicBezTo>
                <ns1:lnTo>
                  <ns1:pt x="470" y="589"/>
                </ns1:lnTo>
                <ns1:close/>
                <ns1:moveTo>
                  <ns1:pt x="342" y="589"/>
                </ns1:moveTo>
                <ns1:cubicBezTo>
                  <ns1:pt x="286" y="464"/>
                  <ns1:pt x="286" y="464"/>
                  <ns1:pt x="286" y="464"/>
                </ns1:cubicBezTo>
                <ns1:cubicBezTo>
                  <ns1:pt x="308" y="437"/>
                  <ns1:pt x="308" y="437"/>
                  <ns1:pt x="308" y="437"/>
                </ns1:cubicBezTo>
                <ns1:cubicBezTo>
                  <ns1:pt x="308" y="437"/>
                  <ns1:pt x="308" y="437"/>
                  <ns1:pt x="308" y="437"/>
                </ns1:cubicBezTo>
                <ns1:cubicBezTo>
                  <ns1:pt x="402" y="542"/>
                  <ns1:pt x="402" y="542"/>
                  <ns1:pt x="402" y="542"/>
                </ns1:cubicBezTo>
                <ns1:lnTo>
                  <ns1:pt x="342" y="589"/>
                </ns1:lnTo>
                <ns1:close/>
                <ns1:moveTo>
                  <ns1:pt x="755" y="857"/>
                </ns1:moveTo>
                <ns1:cubicBezTo>
                  <ns1:pt x="753" y="860"/>
                  <ns1:pt x="748" y="867"/>
                  <ns1:pt x="731" y="874"/>
                </ns1:cubicBezTo>
                <ns1:cubicBezTo>
                  <ns1:pt x="602" y="926"/>
                  <ns1:pt x="410" y="928"/>
                  <ns1:pt x="406" y="928"/>
                </ns1:cubicBezTo>
                <ns1:cubicBezTo>
                  <ns1:pt x="402" y="928"/>
                  <ns1:pt x="201" y="926"/>
                  <ns1:pt x="82" y="874"/>
                </ns1:cubicBezTo>
                <ns1:cubicBezTo>
                  <ns1:pt x="65" y="867"/>
                  <ns1:pt x="59" y="860"/>
                  <ns1:pt x="58" y="857"/>
                </ns1:cubicBezTo>
                <ns1:cubicBezTo>
                  <ns1:pt x="56" y="854"/>
                  <ns1:pt x="56" y="851"/>
                  <ns1:pt x="56" y="845"/>
                </ns1:cubicBezTo>
                <ns1:cubicBezTo>
                  <ns1:pt x="58" y="736"/>
                  <ns1:pt x="69" y="611"/>
                  <ns1:pt x="73" y="595"/>
                </ns1:cubicBezTo>
                <ns1:cubicBezTo>
                  <ns1:pt x="74" y="593"/>
                  <ns1:pt x="75" y="591"/>
                  <ns1:pt x="75" y="589"/>
                </ns1:cubicBezTo>
                <ns1:cubicBezTo>
                  <ns1:pt x="83" y="552"/>
                  <ns1:pt x="121" y="537"/>
                  <ns1:pt x="135" y="532"/>
                </ns1:cubicBezTo>
                <ns1:cubicBezTo>
                  <ns1:pt x="154" y="524"/>
                  <ns1:pt x="177" y="520"/>
                  <ns1:pt x="201" y="516"/>
                </ns1:cubicBezTo>
                <ns1:cubicBezTo>
                  <ns1:pt x="224" y="511"/>
                  <ns1:pt x="248" y="507"/>
                  <ns1:pt x="272" y="499"/>
                </ns1:cubicBezTo>
                <ns1:cubicBezTo>
                  <ns1:pt x="317" y="601"/>
                  <ns1:pt x="317" y="601"/>
                  <ns1:pt x="317" y="601"/>
                </ns1:cubicBezTo>
                <ns1:cubicBezTo>
                  <ns1:pt x="332" y="633"/>
                  <ns1:pt x="332" y="633"/>
                  <ns1:pt x="332" y="633"/>
                </ns1:cubicBezTo>
                <ns1:cubicBezTo>
                  <ns1:pt x="359" y="611"/>
                  <ns1:pt x="359" y="611"/>
                  <ns1:pt x="359" y="611"/>
                </ns1:cubicBezTo>
                <ns1:cubicBezTo>
                  <ns1:pt x="378" y="597"/>
                  <ns1:pt x="378" y="597"/>
                  <ns1:pt x="378" y="597"/>
                </ns1:cubicBezTo>
                <ns1:cubicBezTo>
                  <ns1:pt x="379" y="599"/>
                  <ns1:pt x="379" y="599"/>
                  <ns1:pt x="379" y="599"/>
                </ns1:cubicBezTo>
                <ns1:cubicBezTo>
                  <ns1:pt x="327" y="840"/>
                  <ns1:pt x="327" y="840"/>
                  <ns1:pt x="327" y="840"/>
                </ns1:cubicBezTo>
                <ns1:cubicBezTo>
                  <ns1:pt x="406" y="914"/>
                  <ns1:pt x="406" y="914"/>
                  <ns1:pt x="406" y="914"/>
                </ns1:cubicBezTo>
                <ns1:cubicBezTo>
                  <ns1:pt x="486" y="840"/>
                  <ns1:pt x="486" y="840"/>
                  <ns1:pt x="486" y="840"/>
                </ns1:cubicBezTo>
                <ns1:cubicBezTo>
                  <ns1:pt x="434" y="598"/>
                  <ns1:pt x="434" y="598"/>
                  <ns1:pt x="434" y="598"/>
                </ns1:cubicBezTo>
                <ns1:cubicBezTo>
                  <ns1:pt x="435" y="597"/>
                  <ns1:pt x="435" y="597"/>
                  <ns1:pt x="435" y="597"/>
                </ns1:cubicBezTo>
                <ns1:cubicBezTo>
                  <ns1:pt x="453" y="611"/>
                  <ns1:pt x="453" y="611"/>
                  <ns1:pt x="453" y="611"/>
                </ns1:cubicBezTo>
                <ns1:cubicBezTo>
                  <ns1:pt x="481" y="633"/>
                  <ns1:pt x="481" y="633"/>
                  <ns1:pt x="481" y="633"/>
                </ns1:cubicBezTo>
                <ns1:cubicBezTo>
                  <ns1:pt x="495" y="601"/>
                  <ns1:pt x="495" y="601"/>
                  <ns1:pt x="495" y="601"/>
                </ns1:cubicBezTo>
                <ns1:cubicBezTo>
                  <ns1:pt x="541" y="499"/>
                  <ns1:pt x="541" y="499"/>
                  <ns1:pt x="541" y="499"/>
                </ns1:cubicBezTo>
                <ns1:cubicBezTo>
                  <ns1:pt x="564" y="507"/>
                  <ns1:pt x="588" y="511"/>
                  <ns1:pt x="612" y="516"/>
                </ns1:cubicBezTo>
                <ns1:cubicBezTo>
                  <ns1:pt x="636" y="520"/>
                  <ns1:pt x="658" y="524"/>
                  <ns1:pt x="677" y="532"/>
                </ns1:cubicBezTo>
                <ns1:cubicBezTo>
                  <ns1:pt x="692" y="537"/>
                  <ns1:pt x="730" y="552"/>
                  <ns1:pt x="738" y="589"/>
                </ns1:cubicBezTo>
                <ns1:cubicBezTo>
                  <ns1:pt x="738" y="591"/>
                  <ns1:pt x="738" y="593"/>
                  <ns1:pt x="739" y="595"/>
                </ns1:cubicBezTo>
                <ns1:cubicBezTo>
                  <ns1:pt x="743" y="611"/>
                  <ns1:pt x="754" y="736"/>
                  <ns1:pt x="757" y="845"/>
                </ns1:cubicBezTo>
                <ns1:cubicBezTo>
                  <ns1:pt x="757" y="851"/>
                  <ns1:pt x="757" y="854"/>
                  <ns1:pt x="755" y="857"/>
                </ns1:cubicBezTo>
                <ns1:close/>
              </ns1:path>
            </ns1:pathLst>
          </ns1:custGeom>
          <ns1:solidFill>
            <ns1:schemeClr val="tx1"/>
          </ns1:solidFill>
          <ns1:ln>
            <ns1:noFill/>
          </ns1:ln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id-ID" sz="2700"/>
          </ns1:p>
        </ns0:txBody>
      </ns0:sp>
      <ns0:grpSp>
        <ns0:nvGrpSpPr>
          <ns0:cNvPr id="300" name="Group 299"/>
          <ns0:cNvGrpSpPr/>
          <ns0:nvPr/>
        </ns0:nvGrpSpPr>
        <ns0:grpSpPr>
          <ns1:xfrm>
            <ns1:off x="11121811" y="5267350"/>
            <ns1:ext cx="497148" cy="566493"/>
            <ns1:chOff x="4616451" y="1741488"/>
            <ns1:chExt cx="2959100" cy="3371850"/>
          </ns1:xfrm>
          <ns1:solidFill>
            <ns1:schemeClr val="tx1"/>
          </ns1:solidFill>
        </ns0:grpSpPr>
        <ns0:sp>
          <ns0:nvSpPr>
            <ns0:cNvPr id="301" name="Freeform 5"/>
            <ns0:cNvSpPr>
              <ns1:spLocks noEditPoints="1"/>
            </ns0:cNvSpPr>
            <ns0:nvPr/>
          </ns0:nvSpPr>
          <ns0:spPr bwMode="auto">
            <ns1:xfrm>
              <ns1:off x="4616451" y="1741488"/>
              <ns1:ext cx="2959100" cy="3371850"/>
            </ns1:xfrm>
            <ns1:custGeom>
              <ns1:avLst/>
              <ns1:gdLst>
                <ns1:gd name="T0" fmla="*/ 578 w 786"/>
                <ns1:gd name="T1" fmla="*/ 28 h 896"/>
                <ns1:gd name="T2" fmla="*/ 205 w 786"/>
                <ns1:gd name="T3" fmla="*/ 59 h 896"/>
                <ns1:gd name="T4" fmla="*/ 67 w 786"/>
                <ns1:gd name="T5" fmla="*/ 236 h 896"/>
                <ns1:gd name="T6" fmla="*/ 68 w 786"/>
                <ns1:gd name="T7" fmla="*/ 346 h 896"/>
                <ns1:gd name="T8" fmla="*/ 70 w 786"/>
                <ns1:gd name="T9" fmla="*/ 356 h 896"/>
                <ns1:gd name="T10" fmla="*/ 39 w 786"/>
                <ns1:gd name="T11" fmla="*/ 406 h 896"/>
                <ns1:gd name="T12" fmla="*/ 14 w 786"/>
                <ns1:gd name="T13" fmla="*/ 441 h 896"/>
                <ns1:gd name="T14" fmla="*/ 14 w 786"/>
                <ns1:gd name="T15" fmla="*/ 442 h 896"/>
                <ns1:gd name="T16" fmla="*/ 36 w 786"/>
                <ns1:gd name="T17" fmla="*/ 540 h 896"/>
                <ns1:gd name="T18" fmla="*/ 50 w 786"/>
                <ns1:gd name="T19" fmla="*/ 587 h 896"/>
                <ns1:gd name="T20" fmla="*/ 75 w 786"/>
                <ns1:gd name="T21" fmla="*/ 649 h 896"/>
                <ns1:gd name="T22" fmla="*/ 74 w 786"/>
                <ns1:gd name="T23" fmla="*/ 694 h 896"/>
                <ns1:gd name="T24" fmla="*/ 169 w 786"/>
                <ns1:gd name="T25" fmla="*/ 773 h 896"/>
                <ns1:gd name="T26" fmla="*/ 244 w 786"/>
                <ns1:gd name="T27" fmla="*/ 830 h 896"/>
                <ns1:gd name="T28" fmla="*/ 618 w 786"/>
                <ns1:gd name="T29" fmla="*/ 896 h 896"/>
                <ns1:gd name="T30" fmla="*/ 686 w 786"/>
                <ns1:gd name="T31" fmla="*/ 814 h 896"/>
                <ns1:gd name="T32" fmla="*/ 664 w 786"/>
                <ns1:gd name="T33" fmla="*/ 637 h 896"/>
                <ns1:gd name="T34" fmla="*/ 777 w 786"/>
                <ns1:gd name="T35" fmla="*/ 417 h 896"/>
                <ns1:gd name="T36" fmla="*/ 706 w 786"/>
                <ns1:gd name="T37" fmla="*/ 118 h 896"/>
                <ns1:gd name="T38" fmla="*/ 627 w 786"/>
                <ns1:gd name="T39" fmla="*/ 606 h 896"/>
                <ns1:gd name="T40" fmla="*/ 639 w 786"/>
                <ns1:gd name="T41" fmla="*/ 823 h 896"/>
                <ns1:gd name="T42" fmla="*/ 618 w 786"/>
                <ns1:gd name="T43" fmla="*/ 847 h 896"/>
                <ns1:gd name="T44" fmla="*/ 292 w 786"/>
                <ns1:gd name="T45" fmla="*/ 827 h 896"/>
                <ns1:gd name="T46" fmla="*/ 260 w 786"/>
                <ns1:gd name="T47" fmla="*/ 706 h 896"/>
                <ns1:gd name="T48" fmla="*/ 169 w 786"/>
                <ns1:gd name="T49" fmla="*/ 725 h 896"/>
                <ns1:gd name="T50" fmla="*/ 101 w 786"/>
                <ns1:gd name="T51" fmla="*/ 604 h 896"/>
                <ns1:gd name="T52" fmla="*/ 110 w 786"/>
                <ns1:gd name="T53" fmla="*/ 568 h 896"/>
                <ns1:gd name="T54" fmla="*/ 86 w 786"/>
                <ns1:gd name="T55" fmla="*/ 555 h 896"/>
                <ns1:gd name="T56" fmla="*/ 94 w 786"/>
                <ns1:gd name="T57" fmla="*/ 519 h 896"/>
                <ns1:gd name="T58" fmla="*/ 65 w 786"/>
                <ns1:gd name="T59" fmla="*/ 501 h 896"/>
                <ns1:gd name="T60" fmla="*/ 55 w 786"/>
                <ns1:gd name="T61" fmla="*/ 467 h 896"/>
                <ns1:gd name="T62" fmla="*/ 112 w 786"/>
                <ns1:gd name="T63" fmla="*/ 381 h 896"/>
                <ns1:gd name="T64" fmla="*/ 115 w 786"/>
                <ns1:gd name="T65" fmla="*/ 335 h 896"/>
                <ns1:gd name="T66" fmla="*/ 114 w 786"/>
                <ns1:gd name="T67" fmla="*/ 248 h 896"/>
                <ns1:gd name="T68" fmla="*/ 729 w 786"/>
                <ns1:gd name="T69" fmla="*/ 410 h 896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  <ns1:cxn ang="0">
                  <ns1:pos x="T30" y="T31"/>
                </ns1:cxn>
                <ns1:cxn ang="0">
                  <ns1:pos x="T32" y="T33"/>
                </ns1:cxn>
                <ns1:cxn ang="0">
                  <ns1:pos x="T34" y="T35"/>
                </ns1:cxn>
                <ns1:cxn ang="0">
                  <ns1:pos x="T36" y="T37"/>
                </ns1:cxn>
                <ns1:cxn ang="0">
                  <ns1:pos x="T38" y="T39"/>
                </ns1:cxn>
                <ns1:cxn ang="0">
                  <ns1:pos x="T40" y="T41"/>
                </ns1:cxn>
                <ns1:cxn ang="0">
                  <ns1:pos x="T42" y="T43"/>
                </ns1:cxn>
                <ns1:cxn ang="0">
                  <ns1:pos x="T44" y="T45"/>
                </ns1:cxn>
                <ns1:cxn ang="0">
                  <ns1:pos x="T46" y="T47"/>
                </ns1:cxn>
                <ns1:cxn ang="0">
                  <ns1:pos x="T48" y="T49"/>
                </ns1:cxn>
                <ns1:cxn ang="0">
                  <ns1:pos x="T50" y="T51"/>
                </ns1:cxn>
                <ns1:cxn ang="0">
                  <ns1:pos x="T52" y="T53"/>
                </ns1:cxn>
                <ns1:cxn ang="0">
                  <ns1:pos x="T54" y="T55"/>
                </ns1:cxn>
                <ns1:cxn ang="0">
                  <ns1:pos x="T56" y="T57"/>
                </ns1:cxn>
                <ns1:cxn ang="0">
                  <ns1:pos x="T58" y="T59"/>
                </ns1:cxn>
                <ns1:cxn ang="0">
                  <ns1:pos x="T60" y="T61"/>
                </ns1:cxn>
                <ns1:cxn ang="0">
                  <ns1:pos x="T62" y="T63"/>
                </ns1:cxn>
                <ns1:cxn ang="0">
                  <ns1:pos x="T64" y="T65"/>
                </ns1:cxn>
                <ns1:cxn ang="0">
                  <ns1:pos x="T66" y="T67"/>
                </ns1:cxn>
                <ns1:cxn ang="0">
                  <ns1:pos x="T68" y="T69"/>
                </ns1:cxn>
              </ns1:cxnLst>
              <ns1:rect l="0" t="0" r="r" b="b"/>
              <ns1:pathLst>
                <ns1:path w="786" h="896">
                  <ns1:moveTo>
                    <ns1:pt x="706" y="118"/>
                  </ns1:moveTo>
                  <ns1:cubicBezTo>
                    <ns1:pt x="672" y="79"/>
                    <ns1:pt x="629" y="49"/>
                    <ns1:pt x="578" y="28"/>
                  </ns1:cubicBezTo>
                  <ns1:cubicBezTo>
                    <ns1:pt x="531" y="10"/>
                    <ns1:pt x="478" y="0"/>
                    <ns1:pt x="425" y="0"/>
                  </ns1:cubicBezTo>
                  <ns1:cubicBezTo>
                    <ns1:pt x="346" y="0"/>
                    <ns1:pt x="268" y="21"/>
                    <ns1:pt x="205" y="59"/>
                  </ns1:cubicBezTo>
                  <ns1:cubicBezTo>
                    <ns1:pt x="171" y="79"/>
                    <ns1:pt x="142" y="104"/>
                    <ns1:pt x="119" y="133"/>
                  </ns1:cubicBezTo>
                  <ns1:cubicBezTo>
                    <ns1:pt x="94" y="164"/>
                    <ns1:pt x="77" y="198"/>
                    <ns1:pt x="67" y="236"/>
                  </ns1:cubicBezTo>
                  <ns1:cubicBezTo>
                    <ns1:pt x="59" y="268"/>
                    <ns1:pt x="58" y="305"/>
                    <ns1:pt x="65" y="335"/>
                  </ns1:cubicBezTo>
                  <ns1:cubicBezTo>
                    <ns1:pt x="68" y="346"/>
                    <ns1:pt x="68" y="346"/>
                    <ns1:pt x="68" y="346"/>
                  </ns1:cubicBezTo>
                  <ns1:cubicBezTo>
                    <ns1:pt x="68" y="349"/>
                    <ns1:pt x="69" y="352"/>
                    <ns1:pt x="70" y="354"/>
                  </ns1:cubicBezTo>
                  <ns1:cubicBezTo>
                    <ns1:pt x="70" y="355"/>
                    <ns1:pt x="70" y="356"/>
                    <ns1:pt x="70" y="356"/>
                  </ns1:cubicBezTo>
                  <ns1:cubicBezTo>
                    <ns1:pt x="68" y="360"/>
                    <ns1:pt x="68" y="360"/>
                    <ns1:pt x="68" y="360"/>
                  </ns1:cubicBezTo>
                  <ns1:cubicBezTo>
                    <ns1:pt x="61" y="375"/>
                    <ns1:pt x="50" y="390"/>
                    <ns1:pt x="39" y="406"/>
                  </ns1:cubicBezTo>
                  <ns1:cubicBezTo>
                    <ns1:pt x="31" y="417"/>
                    <ns1:pt x="22" y="428"/>
                    <ns1:pt x="14" y="441"/>
                  </ns1:cubicBezTo>
                  <ns1:cubicBezTo>
                    <ns1:pt x="14" y="441"/>
                    <ns1:pt x="14" y="441"/>
                    <ns1:pt x="14" y="441"/>
                  </ns1:cubicBezTo>
                  <ns1:cubicBezTo>
                    <ns1:pt x="14" y="441"/>
                    <ns1:pt x="14" y="441"/>
                    <ns1:pt x="14" y="441"/>
                  </ns1:cubicBezTo>
                  <ns1:cubicBezTo>
                    <ns1:pt x="14" y="442"/>
                    <ns1:pt x="14" y="442"/>
                    <ns1:pt x="14" y="442"/>
                  </ns1:cubicBezTo>
                  <ns1:cubicBezTo>
                    <ns1:pt x="3" y="459"/>
                    <ns1:pt x="0" y="481"/>
                    <ns1:pt x="6" y="501"/>
                  </ns1:cubicBezTo>
                  <ns1:cubicBezTo>
                    <ns1:pt x="11" y="517"/>
                    <ns1:pt x="22" y="531"/>
                    <ns1:pt x="36" y="540"/>
                  </ns1:cubicBezTo>
                  <ns1:cubicBezTo>
                    <ns1:pt x="35" y="553"/>
                    <ns1:pt x="37" y="565"/>
                    <ns1:pt x="43" y="576"/>
                  </ns1:cubicBezTo>
                  <ns1:cubicBezTo>
                    <ns1:pt x="45" y="580"/>
                    <ns1:pt x="47" y="584"/>
                    <ns1:pt x="50" y="587"/>
                  </ns1:cubicBezTo>
                  <ns1:cubicBezTo>
                    <ns1:pt x="48" y="603"/>
                    <ns1:pt x="52" y="619"/>
                    <ns1:pt x="62" y="632"/>
                  </ns1:cubicBezTo>
                  <ns1:cubicBezTo>
                    <ns1:pt x="75" y="649"/>
                    <ns1:pt x="75" y="649"/>
                    <ns1:pt x="75" y="649"/>
                  </ns1:cubicBezTo>
                  <ns1:cubicBezTo>
                    <ns1:pt x="75" y="652"/>
                    <ns1:pt x="75" y="654"/>
                    <ns1:pt x="74" y="657"/>
                  </ns1:cubicBezTo>
                  <ns1:cubicBezTo>
                    <ns1:pt x="74" y="667"/>
                    <ns1:pt x="73" y="680"/>
                    <ns1:pt x="74" y="694"/>
                  </ns1:cubicBezTo>
                  <ns1:cubicBezTo>
                    <ns1:pt x="77" y="715"/>
                    <ns1:pt x="85" y="732"/>
                    <ns1:pt x="97" y="746"/>
                  </ns1:cubicBezTo>
                  <ns1:cubicBezTo>
                    <ns1:pt x="114" y="764"/>
                    <ns1:pt x="139" y="773"/>
                    <ns1:pt x="169" y="773"/>
                  </ns1:cubicBezTo>
                  <ns1:cubicBezTo>
                    <ns1:pt x="189" y="773"/>
                    <ns1:pt x="212" y="769"/>
                    <ns1:pt x="240" y="761"/>
                  </ns1:cubicBezTo>
                  <ns1:cubicBezTo>
                    <ns1:pt x="241" y="779"/>
                    <ns1:pt x="243" y="801"/>
                    <ns1:pt x="244" y="830"/>
                  </ns1:cubicBezTo>
                  <ns1:cubicBezTo>
                    <ns1:pt x="246" y="867"/>
                    <ns1:pt x="276" y="896"/>
                    <ns1:pt x="313" y="896"/>
                  </ns1:cubicBezTo>
                  <ns1:cubicBezTo>
                    <ns1:pt x="618" y="896"/>
                    <ns1:pt x="618" y="896"/>
                    <ns1:pt x="618" y="896"/>
                  </ns1:cubicBezTo>
                  <ns1:cubicBezTo>
                    <ns1:pt x="638" y="896"/>
                    <ns1:pt x="658" y="887"/>
                    <ns1:pt x="671" y="871"/>
                  </ns1:cubicBezTo>
                  <ns1:cubicBezTo>
                    <ns1:pt x="684" y="855"/>
                    <ns1:pt x="690" y="834"/>
                    <ns1:pt x="686" y="814"/>
                  </ns1:cubicBezTo>
                  <ns1:cubicBezTo>
                    <ns1:pt x="658" y="658"/>
                    <ns1:pt x="658" y="658"/>
                    <ns1:pt x="658" y="658"/>
                  </ns1:cubicBezTo>
                  <ns1:cubicBezTo>
                    <ns1:pt x="657" y="650"/>
                    <ns1:pt x="659" y="643"/>
                    <ns1:pt x="664" y="637"/>
                  </ns1:cubicBezTo>
                  <ns1:cubicBezTo>
                    <ns1:pt x="686" y="610"/>
                    <ns1:pt x="712" y="578"/>
                    <ns1:pt x="733" y="541"/>
                  </ns1:cubicBezTo>
                  <ns1:cubicBezTo>
                    <ns1:pt x="756" y="501"/>
                    <ns1:pt x="770" y="460"/>
                    <ns1:pt x="777" y="417"/>
                  </ns1:cubicBezTo>
                  <ns1:cubicBezTo>
                    <ns1:pt x="786" y="355"/>
                    <ns1:pt x="784" y="298"/>
                    <ns1:pt x="772" y="247"/>
                  </ns1:cubicBezTo>
                  <ns1:cubicBezTo>
                    <ns1:pt x="759" y="198"/>
                    <ns1:pt x="737" y="154"/>
                    <ns1:pt x="706" y="118"/>
                  </ns1:cubicBezTo>
                  <ns1:close/>
                  <ns1:moveTo>
                    <ns1:pt x="729" y="410"/>
                  </ns1:moveTo>
                  <ns1:cubicBezTo>
                    <ns1:pt x="717" y="491"/>
                    <ns1:pt x="674" y="550"/>
                    <ns1:pt x="627" y="606"/>
                  </ns1:cubicBezTo>
                  <ns1:cubicBezTo>
                    <ns1:pt x="613" y="622"/>
                    <ns1:pt x="607" y="645"/>
                    <ns1:pt x="611" y="666"/>
                  </ns1:cubicBezTo>
                  <ns1:cubicBezTo>
                    <ns1:pt x="639" y="823"/>
                    <ns1:pt x="639" y="823"/>
                    <ns1:pt x="639" y="823"/>
                  </ns1:cubicBezTo>
                  <ns1:cubicBezTo>
                    <ns1:pt x="640" y="829"/>
                    <ns1:pt x="638" y="835"/>
                    <ns1:pt x="634" y="840"/>
                  </ns1:cubicBezTo>
                  <ns1:cubicBezTo>
                    <ns1:pt x="630" y="845"/>
                    <ns1:pt x="624" y="847"/>
                    <ns1:pt x="618" y="847"/>
                  </ns1:cubicBezTo>
                  <ns1:cubicBezTo>
                    <ns1:pt x="313" y="847"/>
                    <ns1:pt x="313" y="847"/>
                    <ns1:pt x="313" y="847"/>
                  </ns1:cubicBezTo>
                  <ns1:cubicBezTo>
                    <ns1:pt x="302" y="847"/>
                    <ns1:pt x="293" y="839"/>
                    <ns1:pt x="292" y="827"/>
                  </ns1:cubicBezTo>
                  <ns1:cubicBezTo>
                    <ns1:pt x="290" y="774"/>
                    <ns1:pt x="286" y="742"/>
                    <ns1:pt x="284" y="724"/>
                  </ns1:cubicBezTo>
                  <ns1:cubicBezTo>
                    <ns1:pt x="284" y="715"/>
                    <ns1:pt x="272" y="706"/>
                    <ns1:pt x="260" y="706"/>
                  </ns1:cubicBezTo>
                  <ns1:cubicBezTo>
                    <ns1:pt x="258" y="706"/>
                    <ns1:pt x="256" y="706"/>
                    <ns1:pt x="254" y="707"/>
                  </ns1:cubicBezTo>
                  <ns1:cubicBezTo>
                    <ns1:pt x="216" y="720"/>
                    <ns1:pt x="189" y="725"/>
                    <ns1:pt x="169" y="725"/>
                  </ns1:cubicBezTo>
                  <ns1:cubicBezTo>
                    <ns1:pt x="95" y="725"/>
                    <ns1:pt x="134" y="648"/>
                    <ns1:pt x="120" y="629"/>
                  </ns1:cubicBezTo>
                  <ns1:cubicBezTo>
                    <ns1:pt x="101" y="604"/>
                    <ns1:pt x="101" y="604"/>
                    <ns1:pt x="101" y="604"/>
                  </ns1:cubicBezTo>
                  <ns1:cubicBezTo>
                    <ns1:pt x="96" y="597"/>
                    <ns1:pt x="96" y="589"/>
                    <ns1:pt x="100" y="583"/>
                  </ns1:cubicBezTo>
                  <ns1:cubicBezTo>
                    <ns1:pt x="110" y="568"/>
                    <ns1:pt x="110" y="568"/>
                    <ns1:pt x="110" y="568"/>
                  </ns1:cubicBezTo>
                  <ns1:cubicBezTo>
                    <ns1:pt x="98" y="565"/>
                    <ns1:pt x="98" y="565"/>
                    <ns1:pt x="98" y="565"/>
                  </ns1:cubicBezTo>
                  <ns1:cubicBezTo>
                    <ns1:pt x="93" y="563"/>
                    <ns1:pt x="89" y="560"/>
                    <ns1:pt x="86" y="555"/>
                  </ns1:cubicBezTo>
                  <ns1:cubicBezTo>
                    <ns1:pt x="84" y="550"/>
                    <ns1:pt x="84" y="545"/>
                    <ns1:pt x="86" y="540"/>
                  </ns1:cubicBezTo>
                  <ns1:cubicBezTo>
                    <ns1:pt x="94" y="519"/>
                    <ns1:pt x="94" y="519"/>
                    <ns1:pt x="94" y="519"/>
                  </ns1:cubicBezTo>
                  <ns1:cubicBezTo>
                    <ns1:pt x="95" y="517"/>
                    <ns1:pt x="94" y="514"/>
                    <ns1:pt x="92" y="513"/>
                  </ns1:cubicBezTo>
                  <ns1:cubicBezTo>
                    <ns1:pt x="65" y="501"/>
                    <ns1:pt x="65" y="501"/>
                    <ns1:pt x="65" y="501"/>
                  </ns1:cubicBezTo>
                  <ns1:cubicBezTo>
                    <ns1:pt x="59" y="499"/>
                    <ns1:pt x="54" y="493"/>
                    <ns1:pt x="52" y="487"/>
                  </ns1:cubicBezTo>
                  <ns1:cubicBezTo>
                    <ns1:pt x="50" y="480"/>
                    <ns1:pt x="51" y="473"/>
                    <ns1:pt x="55" y="467"/>
                  </ns1:cubicBezTo>
                  <ns1:cubicBezTo>
                    <ns1:pt x="55" y="466"/>
                    <ns1:pt x="55" y="466"/>
                    <ns1:pt x="55" y="466"/>
                  </ns1:cubicBezTo>
                  <ns1:cubicBezTo>
                    <ns1:pt x="73" y="438"/>
                    <ns1:pt x="97" y="412"/>
                    <ns1:pt x="112" y="381"/>
                  </ns1:cubicBezTo>
                  <ns1:cubicBezTo>
                    <ns1:pt x="118" y="368"/>
                    <ns1:pt x="118" y="368"/>
                    <ns1:pt x="118" y="368"/>
                  </ns1:cubicBezTo>
                  <ns1:cubicBezTo>
                    <ns1:pt x="122" y="359"/>
                    <ns1:pt x="117" y="345"/>
                    <ns1:pt x="115" y="335"/>
                  </ns1:cubicBezTo>
                  <ns1:cubicBezTo>
                    <ns1:pt x="112" y="325"/>
                    <ns1:pt x="112" y="325"/>
                    <ns1:pt x="112" y="325"/>
                  </ns1:cubicBezTo>
                  <ns1:cubicBezTo>
                    <ns1:pt x="107" y="301"/>
                    <ns1:pt x="108" y="271"/>
                    <ns1:pt x="114" y="248"/>
                  </ns1:cubicBezTo>
                  <ns1:cubicBezTo>
                    <ns1:pt x="146" y="120"/>
                    <ns1:pt x="286" y="48"/>
                    <ns1:pt x="425" y="48"/>
                  </ns1:cubicBezTo>
                  <ns1:cubicBezTo>
                    <ns1:pt x="597" y="48"/>
                    <ns1:pt x="767" y="158"/>
                    <ns1:pt x="729" y="410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302" name="Freeform 6"/>
            <ns0:cNvSpPr>
              <ns1:spLocks/>
            </ns0:cNvSpPr>
            <ns0:nvPr/>
          </ns0:nvSpPr>
          <ns0:spPr bwMode="auto">
            <ns1:xfrm>
              <ns1:off x="5184776" y="2062163"/>
              <ns1:ext cx="2085975" cy="1700213"/>
            </ns1:xfrm>
            <ns1:custGeom>
              <ns1:avLst/>
              <ns1:gdLst>
                <ns1:gd name="T0" fmla="*/ 367 w 554"/>
                <ns1:gd name="T1" fmla="*/ 21 h 452"/>
                <ns1:gd name="T2" fmla="*/ 325 w 554"/>
                <ns1:gd name="T3" fmla="*/ 5 h 452"/>
                <ns1:gd name="T4" fmla="*/ 298 w 554"/>
                <ns1:gd name="T5" fmla="*/ 11 h 452"/>
                <ns1:gd name="T6" fmla="*/ 267 w 554"/>
                <ns1:gd name="T7" fmla="*/ 0 h 452"/>
                <ns1:gd name="T8" fmla="*/ 243 w 554"/>
                <ns1:gd name="T9" fmla="*/ 7 h 452"/>
                <ns1:gd name="T10" fmla="*/ 223 w 554"/>
                <ns1:gd name="T11" fmla="*/ 5 h 452"/>
                <ns1:gd name="T12" fmla="*/ 168 w 554"/>
                <ns1:gd name="T13" fmla="*/ 24 h 452"/>
                <ns1:gd name="T14" fmla="*/ 163 w 554"/>
                <ns1:gd name="T15" fmla="*/ 24 h 452"/>
                <ns1:gd name="T16" fmla="*/ 96 w 554"/>
                <ns1:gd name="T17" fmla="*/ 54 h 452"/>
                <ns1:gd name="T18" fmla="*/ 38 w 554"/>
                <ns1:gd name="T19" fmla="*/ 123 h 452"/>
                <ns1:gd name="T20" fmla="*/ 15 w 554"/>
                <ns1:gd name="T21" fmla="*/ 156 h 452"/>
                <ns1:gd name="T22" fmla="*/ 15 w 554"/>
                <ns1:gd name="T23" fmla="*/ 161 h 452"/>
                <ns1:gd name="T24" fmla="*/ 0 w 554"/>
                <ns1:gd name="T25" fmla="*/ 210 h 452"/>
                <ns1:gd name="T26" fmla="*/ 39 w 554"/>
                <ns1:gd name="T27" fmla="*/ 282 h 452"/>
                <ns1:gd name="T28" fmla="*/ 103 w 554"/>
                <ns1:gd name="T29" fmla="*/ 327 h 452"/>
                <ns1:gd name="T30" fmla="*/ 135 w 554"/>
                <ns1:gd name="T31" fmla="*/ 319 h 452"/>
                <ns1:gd name="T32" fmla="*/ 177 w 554"/>
                <ns1:gd name="T33" fmla="*/ 344 h 452"/>
                <ns1:gd name="T34" fmla="*/ 260 w 554"/>
                <ns1:gd name="T35" fmla="*/ 403 h 452"/>
                <ns1:gd name="T36" fmla="*/ 296 w 554"/>
                <ns1:gd name="T37" fmla="*/ 395 h 452"/>
                <ns1:gd name="T38" fmla="*/ 391 w 554"/>
                <ns1:gd name="T39" fmla="*/ 452 h 452"/>
                <ns1:gd name="T40" fmla="*/ 492 w 554"/>
                <ns1:gd name="T41" fmla="*/ 382 h 452"/>
                <ns1:gd name="T42" fmla="*/ 549 w 554"/>
                <ns1:gd name="T43" fmla="*/ 287 h 452"/>
                <ns1:gd name="T44" fmla="*/ 547 w 554"/>
                <ns1:gd name="T45" fmla="*/ 267 h 452"/>
                <ns1:gd name="T46" fmla="*/ 554 w 554"/>
                <ns1:gd name="T47" fmla="*/ 235 h 452"/>
                <ns1:gd name="T48" fmla="*/ 536 w 554"/>
                <ns1:gd name="T49" fmla="*/ 185 h 452"/>
                <ns1:gd name="T50" fmla="*/ 537 w 554"/>
                <ns1:gd name="T51" fmla="*/ 174 h 452"/>
                <ns1:gd name="T52" fmla="*/ 493 w 554"/>
                <ns1:gd name="T53" fmla="*/ 106 h 452"/>
                <ns1:gd name="T54" fmla="*/ 367 w 554"/>
                <ns1:gd name="T55" fmla="*/ 21 h 452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  <ns1:cxn ang="0">
                  <ns1:pos x="T30" y="T31"/>
                </ns1:cxn>
                <ns1:cxn ang="0">
                  <ns1:pos x="T32" y="T33"/>
                </ns1:cxn>
                <ns1:cxn ang="0">
                  <ns1:pos x="T34" y="T35"/>
                </ns1:cxn>
                <ns1:cxn ang="0">
                  <ns1:pos x="T36" y="T37"/>
                </ns1:cxn>
                <ns1:cxn ang="0">
                  <ns1:pos x="T38" y="T39"/>
                </ns1:cxn>
                <ns1:cxn ang="0">
                  <ns1:pos x="T40" y="T41"/>
                </ns1:cxn>
                <ns1:cxn ang="0">
                  <ns1:pos x="T42" y="T43"/>
                </ns1:cxn>
                <ns1:cxn ang="0">
                  <ns1:pos x="T44" y="T45"/>
                </ns1:cxn>
                <ns1:cxn ang="0">
                  <ns1:pos x="T46" y="T47"/>
                </ns1:cxn>
                <ns1:cxn ang="0">
                  <ns1:pos x="T48" y="T49"/>
                </ns1:cxn>
                <ns1:cxn ang="0">
                  <ns1:pos x="T50" y="T51"/>
                </ns1:cxn>
                <ns1:cxn ang="0">
                  <ns1:pos x="T52" y="T53"/>
                </ns1:cxn>
                <ns1:cxn ang="0">
                  <ns1:pos x="T54" y="T55"/>
                </ns1:cxn>
              </ns1:cxnLst>
              <ns1:rect l="0" t="0" r="r" b="b"/>
              <ns1:pathLst>
                <ns1:path w="554" h="452">
                  <ns1:moveTo>
                    <ns1:pt x="367" y="21"/>
                  </ns1:moveTo>
                  <ns1:cubicBezTo>
                    <ns1:pt x="356" y="11"/>
                    <ns1:pt x="341" y="5"/>
                    <ns1:pt x="325" y="5"/>
                  </ns1:cubicBezTo>
                  <ns1:cubicBezTo>
                    <ns1:pt x="315" y="5"/>
                    <ns1:pt x="306" y="7"/>
                    <ns1:pt x="298" y="11"/>
                  </ns1:cubicBezTo>
                  <ns1:cubicBezTo>
                    <ns1:pt x="289" y="4"/>
                    <ns1:pt x="279" y="0"/>
                    <ns1:pt x="267" y="0"/>
                  </ns1:cubicBezTo>
                  <ns1:cubicBezTo>
                    <ns1:pt x="258" y="0"/>
                    <ns1:pt x="250" y="3"/>
                    <ns1:pt x="243" y="7"/>
                  </ns1:cubicBezTo>
                  <ns1:cubicBezTo>
                    <ns1:pt x="237" y="5"/>
                    <ns1:pt x="230" y="5"/>
                    <ns1:pt x="223" y="5"/>
                  </ns1:cubicBezTo>
                  <ns1:cubicBezTo>
                    <ns1:pt x="203" y="5"/>
                    <ns1:pt x="183" y="12"/>
                    <ns1:pt x="168" y="24"/>
                  </ns1:cubicBezTo>
                  <ns1:cubicBezTo>
                    <ns1:pt x="166" y="24"/>
                    <ns1:pt x="165" y="24"/>
                    <ns1:pt x="163" y="24"/>
                  </ns1:cubicBezTo>
                  <ns1:cubicBezTo>
                    <ns1:pt x="136" y="24"/>
                    <ns1:pt x="112" y="36"/>
                    <ns1:pt x="96" y="54"/>
                  </ns1:cubicBezTo>
                  <ns1:cubicBezTo>
                    <ns1:pt x="63" y="60"/>
                    <ns1:pt x="38" y="89"/>
                    <ns1:pt x="38" y="123"/>
                  </ns1:cubicBezTo>
                  <ns1:cubicBezTo>
                    <ns1:pt x="24" y="128"/>
                    <ns1:pt x="15" y="141"/>
                    <ns1:pt x="15" y="156"/>
                  </ns1:cubicBezTo>
                  <ns1:cubicBezTo>
                    <ns1:pt x="15" y="158"/>
                    <ns1:pt x="15" y="159"/>
                    <ns1:pt x="15" y="161"/>
                  </ns1:cubicBezTo>
                  <ns1:cubicBezTo>
                    <ns1:pt x="6" y="175"/>
                    <ns1:pt x="0" y="192"/>
                    <ns1:pt x="0" y="210"/>
                  </ns1:cubicBezTo>
                  <ns1:cubicBezTo>
                    <ns1:pt x="0" y="240"/>
                    <ns1:pt x="16" y="266"/>
                    <ns1:pt x="39" y="282"/>
                  </ns1:cubicBezTo>
                  <ns1:cubicBezTo>
                    <ns1:pt x="48" y="308"/>
                    <ns1:pt x="74" y="327"/>
                    <ns1:pt x="103" y="327"/>
                  </ns1:cubicBezTo>
                  <ns1:cubicBezTo>
                    <ns1:pt x="115" y="327"/>
                    <ns1:pt x="126" y="324"/>
                    <ns1:pt x="135" y="319"/>
                  </ns1:cubicBezTo>
                  <ns1:cubicBezTo>
                    <ns1:pt x="145" y="332"/>
                    <ns1:pt x="160" y="341"/>
                    <ns1:pt x="177" y="344"/>
                  </ns1:cubicBezTo>
                  <ns1:cubicBezTo>
                    <ns1:pt x="189" y="378"/>
                    <ns1:pt x="222" y="403"/>
                    <ns1:pt x="260" y="403"/>
                  </ns1:cubicBezTo>
                  <ns1:cubicBezTo>
                    <ns1:pt x="273" y="403"/>
                    <ns1:pt x="285" y="400"/>
                    <ns1:pt x="296" y="395"/>
                  </ns1:cubicBezTo>
                  <ns1:cubicBezTo>
                    <ns1:pt x="314" y="429"/>
                    <ns1:pt x="350" y="452"/>
                    <ns1:pt x="391" y="452"/>
                  </ns1:cubicBezTo>
                  <ns1:cubicBezTo>
                    <ns1:pt x="437" y="452"/>
                    <ns1:pt x="477" y="423"/>
                    <ns1:pt x="492" y="382"/>
                  </ns1:cubicBezTo>
                  <ns1:cubicBezTo>
                    <ns1:pt x="526" y="364"/>
                    <ns1:pt x="549" y="328"/>
                    <ns1:pt x="549" y="287"/>
                  </ns1:cubicBezTo>
                  <ns1:cubicBezTo>
                    <ns1:pt x="549" y="280"/>
                    <ns1:pt x="548" y="274"/>
                    <ns1:pt x="547" y="267"/>
                  </ns1:cubicBezTo>
                  <ns1:cubicBezTo>
                    <ns1:pt x="552" y="257"/>
                    <ns1:pt x="554" y="246"/>
                    <ns1:pt x="554" y="235"/>
                  </ns1:cubicBezTo>
                  <ns1:cubicBezTo>
                    <ns1:pt x="554" y="216"/>
                    <ns1:pt x="547" y="199"/>
                    <ns1:pt x="536" y="185"/>
                  </ns1:cubicBezTo>
                  <ns1:cubicBezTo>
                    <ns1:pt x="536" y="182"/>
                    <ns1:pt x="537" y="178"/>
                    <ns1:pt x="537" y="174"/>
                  </ns1:cubicBezTo>
                  <ns1:cubicBezTo>
                    <ns1:pt x="537" y="144"/>
                    <ns1:pt x="519" y="118"/>
                    <ns1:pt x="493" y="106"/>
                  </ns1:cubicBezTo>
                  <ns1:cubicBezTo>
                    <ns1:pt x="472" y="57"/>
                    <ns1:pt x="423" y="22"/>
                    <ns1:pt x="367" y="21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</ns0:grpSp>
      <ns0:grpSp>
        <ns0:nvGrpSpPr>
          <ns0:cNvPr id="303" name="Group 302"/>
          <ns0:cNvGrpSpPr/>
          <ns0:nvPr/>
        </ns0:nvGrpSpPr>
        <ns0:grpSpPr>
          <ns1:xfrm>
            <ns1:off x="412600" y="6076093"/>
            <ns1:ext cx="310974" cy="360075"/>
            <ns1:chOff x="4937125" y="1749425"/>
            <ns1:chExt cx="392113" cy="454025"/>
          </ns1:xfrm>
          <ns1:solidFill>
            <ns1:schemeClr val="tx1"/>
          </ns1:solidFill>
        </ns0:grpSpPr>
        <ns0:sp>
          <ns0:nvSpPr>
            <ns0:cNvPr id="304" name="Freeform 58"/>
            <ns0:cNvSpPr>
              <ns1:spLocks/>
            </ns0:cNvSpPr>
            <ns0:nvPr/>
          </ns0:nvSpPr>
          <ns0:spPr bwMode="auto">
            <ns1:xfrm>
              <ns1:off x="5016500" y="2016125"/>
              <ns1:ext cx="79375" cy="19050"/>
            </ns1:xfrm>
            <ns1:custGeom>
              <ns1:avLst/>
              <ns1:gdLst>
                <ns1:gd name="T0" fmla="*/ 14 w 16"/>
                <ns1:gd name="T1" fmla="*/ 4 h 4"/>
                <ns1:gd name="T2" fmla="*/ 2 w 16"/>
                <ns1:gd name="T3" fmla="*/ 4 h 4"/>
                <ns1:gd name="T4" fmla="*/ 0 w 16"/>
                <ns1:gd name="T5" fmla="*/ 2 h 4"/>
                <ns1:gd name="T6" fmla="*/ 2 w 16"/>
                <ns1:gd name="T7" fmla="*/ 0 h 4"/>
                <ns1:gd name="T8" fmla="*/ 14 w 16"/>
                <ns1:gd name="T9" fmla="*/ 0 h 4"/>
                <ns1:gd name="T10" fmla="*/ 16 w 16"/>
                <ns1:gd name="T11" fmla="*/ 2 h 4"/>
                <ns1:gd name="T12" fmla="*/ 14 w 16"/>
                <ns1:gd name="T13" fmla="*/ 4 h 4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</ns1:cxnLst>
              <ns1:rect l="0" t="0" r="r" b="b"/>
              <ns1:pathLst>
                <ns1:path w="16" h="4">
                  <ns1:moveTo>
                    <ns1:pt x="14" y="4"/>
                  </ns1:moveTo>
                  <ns1:cubicBezTo>
                    <ns1:pt x="2" y="4"/>
                    <ns1:pt x="2" y="4"/>
                    <ns1:pt x="2" y="4"/>
                  </ns1:cubicBezTo>
                  <ns1:cubicBezTo>
                    <ns1:pt x="1" y="4"/>
                    <ns1:pt x="0" y="3"/>
                    <ns1:pt x="0" y="2"/>
                  </ns1:cubicBezTo>
                  <ns1:cubicBezTo>
                    <ns1:pt x="0" y="1"/>
                    <ns1:pt x="1" y="0"/>
                    <ns1:pt x="2" y="0"/>
                  </ns1:cubicBezTo>
                  <ns1:cubicBezTo>
                    <ns1:pt x="14" y="0"/>
                    <ns1:pt x="14" y="0"/>
                    <ns1:pt x="14" y="0"/>
                  </ns1:cubicBezTo>
                  <ns1:cubicBezTo>
                    <ns1:pt x="15" y="0"/>
                    <ns1:pt x="16" y="1"/>
                    <ns1:pt x="16" y="2"/>
                  </ns1:cubicBezTo>
                  <ns1:cubicBezTo>
                    <ns1:pt x="16" y="3"/>
                    <ns1:pt x="15" y="4"/>
                    <ns1:pt x="14" y="4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305" name="Freeform 59"/>
            <ns0:cNvSpPr>
              <ns1:spLocks/>
            </ns0:cNvSpPr>
            <ns0:nvPr/>
          </ns0:nvSpPr>
          <ns0:spPr bwMode="auto">
            <ns1:xfrm>
              <ns1:off x="5046663" y="1952625"/>
              <ns1:ext cx="84138" cy="19050"/>
            </ns1:xfrm>
            <ns1:custGeom>
              <ns1:avLst/>
              <ns1:gdLst>
                <ns1:gd name="T0" fmla="*/ 15 w 17"/>
                <ns1:gd name="T1" fmla="*/ 4 h 4"/>
                <ns1:gd name="T2" fmla="*/ 2 w 17"/>
                <ns1:gd name="T3" fmla="*/ 4 h 4"/>
                <ns1:gd name="T4" fmla="*/ 0 w 17"/>
                <ns1:gd name="T5" fmla="*/ 2 h 4"/>
                <ns1:gd name="T6" fmla="*/ 2 w 17"/>
                <ns1:gd name="T7" fmla="*/ 0 h 4"/>
                <ns1:gd name="T8" fmla="*/ 15 w 17"/>
                <ns1:gd name="T9" fmla="*/ 0 h 4"/>
                <ns1:gd name="T10" fmla="*/ 17 w 17"/>
                <ns1:gd name="T11" fmla="*/ 2 h 4"/>
                <ns1:gd name="T12" fmla="*/ 15 w 17"/>
                <ns1:gd name="T13" fmla="*/ 4 h 4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</ns1:cxnLst>
              <ns1:rect l="0" t="0" r="r" b="b"/>
              <ns1:pathLst>
                <ns1:path w="17" h="4">
                  <ns1:moveTo>
                    <ns1:pt x="15" y="4"/>
                  </ns1:moveTo>
                  <ns1:cubicBezTo>
                    <ns1:pt x="2" y="4"/>
                    <ns1:pt x="2" y="4"/>
                    <ns1:pt x="2" y="4"/>
                  </ns1:cubicBezTo>
                  <ns1:cubicBezTo>
                    <ns1:pt x="1" y="4"/>
                    <ns1:pt x="0" y="4"/>
                    <ns1:pt x="0" y="2"/>
                  </ns1:cubicBezTo>
                  <ns1:cubicBezTo>
                    <ns1:pt x="0" y="1"/>
                    <ns1:pt x="1" y="0"/>
                    <ns1:pt x="2" y="0"/>
                  </ns1:cubicBezTo>
                  <ns1:cubicBezTo>
                    <ns1:pt x="15" y="0"/>
                    <ns1:pt x="15" y="0"/>
                    <ns1:pt x="15" y="0"/>
                  </ns1:cubicBezTo>
                  <ns1:cubicBezTo>
                    <ns1:pt x="16" y="0"/>
                    <ns1:pt x="17" y="1"/>
                    <ns1:pt x="17" y="2"/>
                  </ns1:cubicBezTo>
                  <ns1:cubicBezTo>
                    <ns1:pt x="17" y="4"/>
                    <ns1:pt x="16" y="4"/>
                    <ns1:pt x="15" y="4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306" name="Freeform 60"/>
            <ns0:cNvSpPr>
              <ns1:spLocks/>
            </ns0:cNvSpPr>
            <ns0:nvPr/>
          </ns0:nvSpPr>
          <ns0:spPr bwMode="auto">
            <ns1:xfrm>
              <ns1:off x="4976813" y="2055813"/>
              <ns1:ext cx="307975" cy="117475"/>
            </ns1:xfrm>
            <ns1:custGeom>
              <ns1:avLst/>
              <ns1:gdLst>
                <ns1:gd name="T0" fmla="*/ 61 w 62"/>
                <ns1:gd name="T1" fmla="*/ 16 h 24"/>
                <ns1:gd name="T2" fmla="*/ 52 w 62"/>
                <ns1:gd name="T3" fmla="*/ 0 h 24"/>
                <ns1:gd name="T4" fmla="*/ 10 w 62"/>
                <ns1:gd name="T5" fmla="*/ 0 h 24"/>
                <ns1:gd name="T6" fmla="*/ 7 w 62"/>
                <ns1:gd name="T7" fmla="*/ 4 h 24"/>
                <ns1:gd name="T8" fmla="*/ 15 w 62"/>
                <ns1:gd name="T9" fmla="*/ 4 h 24"/>
                <ns1:gd name="T10" fmla="*/ 17 w 62"/>
                <ns1:gd name="T11" fmla="*/ 6 h 24"/>
                <ns1:gd name="T12" fmla="*/ 15 w 62"/>
                <ns1:gd name="T13" fmla="*/ 8 h 24"/>
                <ns1:gd name="T14" fmla="*/ 5 w 62"/>
                <ns1:gd name="T15" fmla="*/ 8 h 24"/>
                <ns1:gd name="T16" fmla="*/ 1 w 62"/>
                <ns1:gd name="T17" fmla="*/ 16 h 24"/>
                <ns1:gd name="T18" fmla="*/ 9 w 62"/>
                <ns1:gd name="T19" fmla="*/ 16 h 24"/>
                <ns1:gd name="T20" fmla="*/ 11 w 62"/>
                <ns1:gd name="T21" fmla="*/ 18 h 24"/>
                <ns1:gd name="T22" fmla="*/ 9 w 62"/>
                <ns1:gd name="T23" fmla="*/ 20 h 24"/>
                <ns1:gd name="T24" fmla="*/ 0 w 62"/>
                <ns1:gd name="T25" fmla="*/ 20 h 24"/>
                <ns1:gd name="T26" fmla="*/ 0 w 62"/>
                <ns1:gd name="T27" fmla="*/ 21 h 24"/>
                <ns1:gd name="T28" fmla="*/ 9 w 62"/>
                <ns1:gd name="T29" fmla="*/ 24 h 24"/>
                <ns1:gd name="T30" fmla="*/ 52 w 62"/>
                <ns1:gd name="T31" fmla="*/ 24 h 24"/>
                <ns1:gd name="T32" fmla="*/ 61 w 62"/>
                <ns1:gd name="T33" fmla="*/ 21 h 24"/>
                <ns1:gd name="T34" fmla="*/ 62 w 62"/>
                <ns1:gd name="T35" fmla="*/ 20 h 24"/>
                <ns1:gd name="T36" fmla="*/ 61 w 62"/>
                <ns1:gd name="T37" fmla="*/ 16 h 24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  <ns1:cxn ang="0">
                  <ns1:pos x="T30" y="T31"/>
                </ns1:cxn>
                <ns1:cxn ang="0">
                  <ns1:pos x="T32" y="T33"/>
                </ns1:cxn>
                <ns1:cxn ang="0">
                  <ns1:pos x="T34" y="T35"/>
                </ns1:cxn>
                <ns1:cxn ang="0">
                  <ns1:pos x="T36" y="T37"/>
                </ns1:cxn>
              </ns1:cxnLst>
              <ns1:rect l="0" t="0" r="r" b="b"/>
              <ns1:pathLst>
                <ns1:path w="62" h="24">
                  <ns1:moveTo>
                    <ns1:pt x="61" y="16"/>
                  </ns1:moveTo>
                  <ns1:cubicBezTo>
                    <ns1:pt x="52" y="0"/>
                    <ns1:pt x="52" y="0"/>
                    <ns1:pt x="52" y="0"/>
                  </ns1:cubicBezTo>
                  <ns1:cubicBezTo>
                    <ns1:pt x="10" y="0"/>
                    <ns1:pt x="10" y="0"/>
                    <ns1:pt x="10" y="0"/>
                  </ns1:cubicBezTo>
                  <ns1:cubicBezTo>
                    <ns1:pt x="9" y="1"/>
                    <ns1:pt x="8" y="3"/>
                    <ns1:pt x="7" y="4"/>
                  </ns1:cubicBezTo>
                  <ns1:cubicBezTo>
                    <ns1:pt x="15" y="4"/>
                    <ns1:pt x="15" y="4"/>
                    <ns1:pt x="15" y="4"/>
                  </ns1:cubicBezTo>
                  <ns1:cubicBezTo>
                    <ns1:pt x="16" y="4"/>
                    <ns1:pt x="17" y="5"/>
                    <ns1:pt x="17" y="6"/>
                  </ns1:cubicBezTo>
                  <ns1:cubicBezTo>
                    <ns1:pt x="17" y="7"/>
                    <ns1:pt x="16" y="8"/>
                    <ns1:pt x="15" y="8"/>
                  </ns1:cubicBezTo>
                  <ns1:cubicBezTo>
                    <ns1:pt x="5" y="8"/>
                    <ns1:pt x="5" y="8"/>
                    <ns1:pt x="5" y="8"/>
                  </ns1:cubicBezTo>
                  <ns1:cubicBezTo>
                    <ns1:pt x="3" y="12"/>
                    <ns1:pt x="1" y="16"/>
                    <ns1:pt x="1" y="16"/>
                  </ns1:cubicBezTo>
                  <ns1:cubicBezTo>
                    <ns1:pt x="9" y="16"/>
                    <ns1:pt x="9" y="16"/>
                    <ns1:pt x="9" y="16"/>
                  </ns1:cubicBezTo>
                  <ns1:cubicBezTo>
                    <ns1:pt x="10" y="16"/>
                    <ns1:pt x="11" y="17"/>
                    <ns1:pt x="11" y="18"/>
                  </ns1:cubicBezTo>
                  <ns1:cubicBezTo>
                    <ns1:pt x="11" y="19"/>
                    <ns1:pt x="10" y="20"/>
                    <ns1:pt x="9" y="20"/>
                  </ns1:cubicBezTo>
                  <ns1:cubicBezTo>
                    <ns1:pt x="0" y="20"/>
                    <ns1:pt x="0" y="20"/>
                    <ns1:pt x="0" y="20"/>
                  </ns1:cubicBezTo>
                  <ns1:cubicBezTo>
                    <ns1:pt x="0" y="21"/>
                    <ns1:pt x="0" y="21"/>
                    <ns1:pt x="0" y="21"/>
                  </ns1:cubicBezTo>
                  <ns1:cubicBezTo>
                    <ns1:pt x="1" y="23"/>
                    <ns1:pt x="4" y="24"/>
                    <ns1:pt x="9" y="24"/>
                  </ns1:cubicBezTo>
                  <ns1:cubicBezTo>
                    <ns1:pt x="52" y="24"/>
                    <ns1:pt x="52" y="24"/>
                    <ns1:pt x="52" y="24"/>
                  </ns1:cubicBezTo>
                  <ns1:cubicBezTo>
                    <ns1:pt x="57" y="24"/>
                    <ns1:pt x="60" y="23"/>
                    <ns1:pt x="61" y="21"/>
                  </ns1:cubicBezTo>
                  <ns1:cubicBezTo>
                    <ns1:pt x="62" y="21"/>
                    <ns1:pt x="62" y="20"/>
                    <ns1:pt x="62" y="20"/>
                  </ns1:cubicBezTo>
                  <ns1:cubicBezTo>
                    <ns1:pt x="62" y="18"/>
                    <ns1:pt x="61" y="17"/>
                    <ns1:pt x="61" y="16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307" name="Freeform 61"/>
            <ns0:cNvSpPr>
              <ns1:spLocks noEditPoints="1"/>
            </ns0:cNvSpPr>
            <ns0:nvPr/>
          </ns0:nvSpPr>
          <ns0:spPr bwMode="auto">
            <ns1:xfrm>
              <ns1:off x="4937125" y="1749425"/>
              <ns1:ext cx="392113" cy="454025"/>
            </ns1:xfrm>
            <ns1:custGeom>
              <ns1:avLst/>
              <ns1:gdLst>
                <ns1:gd name="T0" fmla="*/ 63 w 79"/>
                <ns1:gd name="T1" fmla="*/ 92 h 92"/>
                <ns1:gd name="T2" fmla="*/ 15 w 79"/>
                <ns1:gd name="T3" fmla="*/ 92 h 92"/>
                <ns1:gd name="T4" fmla="*/ 2 w 79"/>
                <ns1:gd name="T5" fmla="*/ 87 h 92"/>
                <ns1:gd name="T6" fmla="*/ 3 w 79"/>
                <ns1:gd name="T7" fmla="*/ 78 h 92"/>
                <ns1:gd name="T8" fmla="*/ 28 w 79"/>
                <ns1:gd name="T9" fmla="*/ 31 h 92"/>
                <ns1:gd name="T10" fmla="*/ 28 w 79"/>
                <ns1:gd name="T11" fmla="*/ 10 h 92"/>
                <ns1:gd name="T12" fmla="*/ 27 w 79"/>
                <ns1:gd name="T13" fmla="*/ 10 h 92"/>
                <ns1:gd name="T14" fmla="*/ 23 w 79"/>
                <ns1:gd name="T15" fmla="*/ 9 h 92"/>
                <ns1:gd name="T16" fmla="*/ 23 w 79"/>
                <ns1:gd name="T17" fmla="*/ 8 h 92"/>
                <ns1:gd name="T18" fmla="*/ 22 w 79"/>
                <ns1:gd name="T19" fmla="*/ 2 h 92"/>
                <ns1:gd name="T20" fmla="*/ 24 w 79"/>
                <ns1:gd name="T21" fmla="*/ 0 h 92"/>
                <ns1:gd name="T22" fmla="*/ 54 w 79"/>
                <ns1:gd name="T23" fmla="*/ 0 h 92"/>
                <ns1:gd name="T24" fmla="*/ 56 w 79"/>
                <ns1:gd name="T25" fmla="*/ 2 h 92"/>
                <ns1:gd name="T26" fmla="*/ 55 w 79"/>
                <ns1:gd name="T27" fmla="*/ 8 h 92"/>
                <ns1:gd name="T28" fmla="*/ 55 w 79"/>
                <ns1:gd name="T29" fmla="*/ 9 h 92"/>
                <ns1:gd name="T30" fmla="*/ 51 w 79"/>
                <ns1:gd name="T31" fmla="*/ 10 h 92"/>
                <ns1:gd name="T32" fmla="*/ 50 w 79"/>
                <ns1:gd name="T33" fmla="*/ 10 h 92"/>
                <ns1:gd name="T34" fmla="*/ 50 w 79"/>
                <ns1:gd name="T35" fmla="*/ 12 h 92"/>
                <ns1:gd name="T36" fmla="*/ 50 w 79"/>
                <ns1:gd name="T37" fmla="*/ 31 h 92"/>
                <ns1:gd name="T38" fmla="*/ 76 w 79"/>
                <ns1:gd name="T39" fmla="*/ 78 h 92"/>
                <ns1:gd name="T40" fmla="*/ 76 w 79"/>
                <ns1:gd name="T41" fmla="*/ 87 h 92"/>
                <ns1:gd name="T42" fmla="*/ 63 w 79"/>
                <ns1:gd name="T43" fmla="*/ 92 h 92"/>
                <ns1:gd name="T44" fmla="*/ 26 w 79"/>
                <ns1:gd name="T45" fmla="*/ 6 h 92"/>
                <ns1:gd name="T46" fmla="*/ 27 w 79"/>
                <ns1:gd name="T47" fmla="*/ 6 h 92"/>
                <ns1:gd name="T48" fmla="*/ 32 w 79"/>
                <ns1:gd name="T49" fmla="*/ 10 h 92"/>
                <ns1:gd name="T50" fmla="*/ 32 w 79"/>
                <ns1:gd name="T51" fmla="*/ 32 h 92"/>
                <ns1:gd name="T52" fmla="*/ 32 w 79"/>
                <ns1:gd name="T53" fmla="*/ 33 h 92"/>
                <ns1:gd name="T54" fmla="*/ 6 w 79"/>
                <ns1:gd name="T55" fmla="*/ 80 h 92"/>
                <ns1:gd name="T56" fmla="*/ 5 w 79"/>
                <ns1:gd name="T57" fmla="*/ 85 h 92"/>
                <ns1:gd name="T58" fmla="*/ 15 w 79"/>
                <ns1:gd name="T59" fmla="*/ 88 h 92"/>
                <ns1:gd name="T60" fmla="*/ 63 w 79"/>
                <ns1:gd name="T61" fmla="*/ 88 h 92"/>
                <ns1:gd name="T62" fmla="*/ 73 w 79"/>
                <ns1:gd name="T63" fmla="*/ 85 h 92"/>
                <ns1:gd name="T64" fmla="*/ 72 w 79"/>
                <ns1:gd name="T65" fmla="*/ 80 h 92"/>
                <ns1:gd name="T66" fmla="*/ 47 w 79"/>
                <ns1:gd name="T67" fmla="*/ 33 h 92"/>
                <ns1:gd name="T68" fmla="*/ 46 w 79"/>
                <ns1:gd name="T69" fmla="*/ 32 h 92"/>
                <ns1:gd name="T70" fmla="*/ 46 w 79"/>
                <ns1:gd name="T71" fmla="*/ 10 h 92"/>
                <ns1:gd name="T72" fmla="*/ 51 w 79"/>
                <ns1:gd name="T73" fmla="*/ 6 h 92"/>
                <ns1:gd name="T74" fmla="*/ 52 w 79"/>
                <ns1:gd name="T75" fmla="*/ 6 h 92"/>
                <ns1:gd name="T76" fmla="*/ 52 w 79"/>
                <ns1:gd name="T77" fmla="*/ 4 h 92"/>
                <ns1:gd name="T78" fmla="*/ 26 w 79"/>
                <ns1:gd name="T79" fmla="*/ 4 h 92"/>
                <ns1:gd name="T80" fmla="*/ 26 w 79"/>
                <ns1:gd name="T81" fmla="*/ 6 h 92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  <ns1:cxn ang="0">
                  <ns1:pos x="T30" y="T31"/>
                </ns1:cxn>
                <ns1:cxn ang="0">
                  <ns1:pos x="T32" y="T33"/>
                </ns1:cxn>
                <ns1:cxn ang="0">
                  <ns1:pos x="T34" y="T35"/>
                </ns1:cxn>
                <ns1:cxn ang="0">
                  <ns1:pos x="T36" y="T37"/>
                </ns1:cxn>
                <ns1:cxn ang="0">
                  <ns1:pos x="T38" y="T39"/>
                </ns1:cxn>
                <ns1:cxn ang="0">
                  <ns1:pos x="T40" y="T41"/>
                </ns1:cxn>
                <ns1:cxn ang="0">
                  <ns1:pos x="T42" y="T43"/>
                </ns1:cxn>
                <ns1:cxn ang="0">
                  <ns1:pos x="T44" y="T45"/>
                </ns1:cxn>
                <ns1:cxn ang="0">
                  <ns1:pos x="T46" y="T47"/>
                </ns1:cxn>
                <ns1:cxn ang="0">
                  <ns1:pos x="T48" y="T49"/>
                </ns1:cxn>
                <ns1:cxn ang="0">
                  <ns1:pos x="T50" y="T51"/>
                </ns1:cxn>
                <ns1:cxn ang="0">
                  <ns1:pos x="T52" y="T53"/>
                </ns1:cxn>
                <ns1:cxn ang="0">
                  <ns1:pos x="T54" y="T55"/>
                </ns1:cxn>
                <ns1:cxn ang="0">
                  <ns1:pos x="T56" y="T57"/>
                </ns1:cxn>
                <ns1:cxn ang="0">
                  <ns1:pos x="T58" y="T59"/>
                </ns1:cxn>
                <ns1:cxn ang="0">
                  <ns1:pos x="T60" y="T61"/>
                </ns1:cxn>
                <ns1:cxn ang="0">
                  <ns1:pos x="T62" y="T63"/>
                </ns1:cxn>
                <ns1:cxn ang="0">
                  <ns1:pos x="T64" y="T65"/>
                </ns1:cxn>
                <ns1:cxn ang="0">
                  <ns1:pos x="T66" y="T67"/>
                </ns1:cxn>
                <ns1:cxn ang="0">
                  <ns1:pos x="T68" y="T69"/>
                </ns1:cxn>
                <ns1:cxn ang="0">
                  <ns1:pos x="T70" y="T71"/>
                </ns1:cxn>
                <ns1:cxn ang="0">
                  <ns1:pos x="T72" y="T73"/>
                </ns1:cxn>
                <ns1:cxn ang="0">
                  <ns1:pos x="T74" y="T75"/>
                </ns1:cxn>
                <ns1:cxn ang="0">
                  <ns1:pos x="T76" y="T77"/>
                </ns1:cxn>
                <ns1:cxn ang="0">
                  <ns1:pos x="T78" y="T79"/>
                </ns1:cxn>
                <ns1:cxn ang="0">
                  <ns1:pos x="T80" y="T81"/>
                </ns1:cxn>
              </ns1:cxnLst>
              <ns1:rect l="0" t="0" r="r" b="b"/>
              <ns1:pathLst>
                <ns1:path w="79" h="92">
                  <ns1:moveTo>
                    <ns1:pt x="63" y="92"/>
                  </ns1:moveTo>
                  <ns1:cubicBezTo>
                    <ns1:pt x="15" y="92"/>
                    <ns1:pt x="15" y="92"/>
                    <ns1:pt x="15" y="92"/>
                  </ns1:cubicBezTo>
                  <ns1:cubicBezTo>
                    <ns1:pt x="8" y="92"/>
                    <ns1:pt x="4" y="90"/>
                    <ns1:pt x="2" y="87"/>
                  </ns1:cubicBezTo>
                  <ns1:cubicBezTo>
                    <ns1:pt x="0" y="83"/>
                    <ns1:pt x="2" y="78"/>
                    <ns1:pt x="3" y="78"/>
                  </ns1:cubicBezTo>
                  <ns1:cubicBezTo>
                    <ns1:pt x="28" y="31"/>
                    <ns1:pt x="28" y="31"/>
                    <ns1:pt x="28" y="31"/>
                  </ns1:cubicBezTo>
                  <ns1:cubicBezTo>
                    <ns1:pt x="28" y="10"/>
                    <ns1:pt x="28" y="10"/>
                    <ns1:pt x="28" y="10"/>
                  </ns1:cubicBezTo>
                  <ns1:cubicBezTo>
                    <ns1:pt x="28" y="10"/>
                    <ns1:pt x="27" y="10"/>
                    <ns1:pt x="27" y="10"/>
                  </ns1:cubicBezTo>
                  <ns1:cubicBezTo>
                    <ns1:pt x="26" y="10"/>
                    <ns1:pt x="24" y="10"/>
                    <ns1:pt x="23" y="9"/>
                  </ns1:cubicBezTo>
                  <ns1:cubicBezTo>
                    <ns1:pt x="23" y="9"/>
                    <ns1:pt x="23" y="8"/>
                    <ns1:pt x="23" y="8"/>
                  </ns1:cubicBezTo>
                  <ns1:cubicBezTo>
                    <ns1:pt x="22" y="6"/>
                    <ns1:pt x="22" y="2"/>
                    <ns1:pt x="22" y="2"/>
                  </ns1:cubicBezTo>
                  <ns1:cubicBezTo>
                    <ns1:pt x="22" y="1"/>
                    <ns1:pt x="23" y="0"/>
                    <ns1:pt x="24" y="0"/>
                  </ns1:cubicBezTo>
                  <ns1:cubicBezTo>
                    <ns1:pt x="54" y="0"/>
                    <ns1:pt x="54" y="0"/>
                    <ns1:pt x="54" y="0"/>
                  </ns1:cubicBezTo>
                  <ns1:cubicBezTo>
                    <ns1:pt x="55" y="0"/>
                    <ns1:pt x="56" y="1"/>
                    <ns1:pt x="56" y="2"/>
                  </ns1:cubicBezTo>
                  <ns1:cubicBezTo>
                    <ns1:pt x="56" y="2"/>
                    <ns1:pt x="56" y="6"/>
                    <ns1:pt x="55" y="8"/>
                  </ns1:cubicBezTo>
                  <ns1:cubicBezTo>
                    <ns1:pt x="55" y="8"/>
                    <ns1:pt x="55" y="8"/>
                    <ns1:pt x="55" y="9"/>
                  </ns1:cubicBezTo>
                  <ns1:cubicBezTo>
                    <ns1:pt x="54" y="10"/>
                    <ns1:pt x="53" y="10"/>
                    <ns1:pt x="51" y="10"/>
                  </ns1:cubicBezTo>
                  <ns1:cubicBezTo>
                    <ns1:pt x="51" y="10"/>
                    <ns1:pt x="50" y="10"/>
                    <ns1:pt x="50" y="10"/>
                  </ns1:cubicBezTo>
                  <ns1:cubicBezTo>
                    <ns1:pt x="50" y="12"/>
                    <ns1:pt x="50" y="12"/>
                    <ns1:pt x="50" y="12"/>
                  </ns1:cubicBezTo>
                  <ns1:cubicBezTo>
                    <ns1:pt x="50" y="31"/>
                    <ns1:pt x="50" y="31"/>
                    <ns1:pt x="50" y="31"/>
                  </ns1:cubicBezTo>
                  <ns1:cubicBezTo>
                    <ns1:pt x="76" y="78"/>
                    <ns1:pt x="76" y="78"/>
                    <ns1:pt x="76" y="78"/>
                  </ns1:cubicBezTo>
                  <ns1:cubicBezTo>
                    <ns1:pt x="76" y="78"/>
                    <ns1:pt x="79" y="83"/>
                    <ns1:pt x="76" y="87"/>
                  </ns1:cubicBezTo>
                  <ns1:cubicBezTo>
                    <ns1:pt x="74" y="90"/>
                    <ns1:pt x="70" y="92"/>
                    <ns1:pt x="63" y="92"/>
                  </ns1:cubicBezTo>
                  <ns1:close/>
                  <ns1:moveTo>
                    <ns1:pt x="26" y="6"/>
                  </ns1:moveTo>
                  <ns1:cubicBezTo>
                    <ns1:pt x="27" y="6"/>
                    <ns1:pt x="27" y="6"/>
                    <ns1:pt x="27" y="6"/>
                  </ns1:cubicBezTo>
                  <ns1:cubicBezTo>
                    <ns1:pt x="29" y="6"/>
                    <ns1:pt x="31" y="7"/>
                    <ns1:pt x="32" y="10"/>
                  </ns1:cubicBezTo>
                  <ns1:cubicBezTo>
                    <ns1:pt x="32" y="32"/>
                    <ns1:pt x="32" y="32"/>
                    <ns1:pt x="32" y="32"/>
                  </ns1:cubicBezTo>
                  <ns1:cubicBezTo>
                    <ns1:pt x="32" y="32"/>
                    <ns1:pt x="32" y="33"/>
                    <ns1:pt x="32" y="33"/>
                  </ns1:cubicBezTo>
                  <ns1:cubicBezTo>
                    <ns1:pt x="6" y="80"/>
                    <ns1:pt x="6" y="80"/>
                    <ns1:pt x="6" y="80"/>
                  </ns1:cubicBezTo>
                  <ns1:cubicBezTo>
                    <ns1:pt x="6" y="80"/>
                    <ns1:pt x="4" y="83"/>
                    <ns1:pt x="5" y="85"/>
                  </ns1:cubicBezTo>
                  <ns1:cubicBezTo>
                    <ns1:pt x="7" y="87"/>
                    <ns1:pt x="10" y="88"/>
                    <ns1:pt x="15" y="88"/>
                  </ns1:cubicBezTo>
                  <ns1:cubicBezTo>
                    <ns1:pt x="63" y="88"/>
                    <ns1:pt x="63" y="88"/>
                    <ns1:pt x="63" y="88"/>
                  </ns1:cubicBezTo>
                  <ns1:cubicBezTo>
                    <ns1:pt x="68" y="88"/>
                    <ns1:pt x="72" y="87"/>
                    <ns1:pt x="73" y="85"/>
                  </ns1:cubicBezTo>
                  <ns1:cubicBezTo>
                    <ns1:pt x="74" y="83"/>
                    <ns1:pt x="72" y="80"/>
                    <ns1:pt x="72" y="80"/>
                  </ns1:cubicBezTo>
                  <ns1:cubicBezTo>
                    <ns1:pt x="47" y="33"/>
                    <ns1:pt x="47" y="33"/>
                    <ns1:pt x="47" y="33"/>
                  </ns1:cubicBezTo>
                  <ns1:cubicBezTo>
                    <ns1:pt x="46" y="33"/>
                    <ns1:pt x="46" y="32"/>
                    <ns1:pt x="46" y="32"/>
                  </ns1:cubicBezTo>
                  <ns1:cubicBezTo>
                    <ns1:pt x="46" y="10"/>
                    <ns1:pt x="46" y="10"/>
                    <ns1:pt x="46" y="10"/>
                  </ns1:cubicBezTo>
                  <ns1:cubicBezTo>
                    <ns1:pt x="47" y="7"/>
                    <ns1:pt x="49" y="6"/>
                    <ns1:pt x="51" y="6"/>
                  </ns1:cubicBezTo>
                  <ns1:cubicBezTo>
                    <ns1:pt x="51" y="6"/>
                    <ns1:pt x="52" y="6"/>
                    <ns1:pt x="52" y="6"/>
                  </ns1:cubicBezTo>
                  <ns1:cubicBezTo>
                    <ns1:pt x="52" y="5"/>
                    <ns1:pt x="52" y="5"/>
                    <ns1:pt x="52" y="4"/>
                  </ns1:cubicBezTo>
                  <ns1:cubicBezTo>
                    <ns1:pt x="26" y="4"/>
                    <ns1:pt x="26" y="4"/>
                    <ns1:pt x="26" y="4"/>
                  </ns1:cubicBezTo>
                  <ns1:cubicBezTo>
                    <ns1:pt x="26" y="5"/>
                    <ns1:pt x="26" y="5"/>
                    <ns1:pt x="26" y="6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</ns0:grpSp>
      <ns0:grpSp>
        <ns0:nvGrpSpPr>
          <ns0:cNvPr id="308" name="Group 307"/>
          <ns0:cNvGrpSpPr/>
          <ns0:nvPr/>
        </ns0:nvGrpSpPr>
        <ns0:grpSpPr>
          <ns1:xfrm>
            <ns1:off x="3187940" y="6056345"/>
            <ns1:ext cx="442687" cy="399568"/>
            <ns1:chOff x="3355975" y="954088"/>
            <ns1:chExt cx="733426" cy="661987"/>
          </ns1:xfrm>
          <ns1:solidFill>
            <ns1:schemeClr val="tx1"/>
          </ns1:solidFill>
        </ns0:grpSpPr>
        <ns0:sp>
          <ns0:nvSpPr>
            <ns0:cNvPr id="309" name="Rectangle 6"/>
            <ns0:cNvSpPr>
              <ns1:spLocks noChangeArrowheads="1"/>
            </ns0:cNvSpPr>
            <ns0:nvPr/>
          </ns0:nvSpPr>
          <ns0:spPr bwMode="auto">
            <ns1:xfrm>
              <ns1:off x="3476625" y="1155700"/>
              <ns1:ext cx="293688" cy="19050"/>
            </ns1:xfrm>
            <ns1:prstGeom prst="rect">
              <ns1:avLst/>
            </ns1:pr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miter lim="800000"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310" name="Rectangle 7"/>
            <ns0:cNvSpPr>
              <ns1:spLocks noChangeArrowheads="1"/>
            </ns0:cNvSpPr>
            <ns0:nvPr/>
          </ns0:nvSpPr>
          <ns0:spPr bwMode="auto">
            <ns1:xfrm>
              <ns1:off x="3476625" y="1238250"/>
              <ns1:ext cx="236538" cy="20637"/>
            </ns1:xfrm>
            <ns1:prstGeom prst="rect">
              <ns1:avLst/>
            </ns1:pr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miter lim="800000"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311" name="Rectangle 8"/>
            <ns0:cNvSpPr>
              <ns1:spLocks noChangeArrowheads="1"/>
            </ns0:cNvSpPr>
            <ns0:nvPr/>
          </ns0:nvSpPr>
          <ns0:spPr bwMode="auto">
            <ns1:xfrm>
              <ns1:off x="3476625" y="1325563"/>
              <ns1:ext cx="173038" cy="20637"/>
            </ns1:xfrm>
            <ns1:prstGeom prst="rect">
              <ns1:avLst/>
            </ns1:pr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miter lim="800000"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grpSp>
          <ns0:nvGrpSpPr>
            <ns0:cNvPr id="312" name="Group 311"/>
            <ns0:cNvGrpSpPr/>
            <ns0:nvPr/>
          </ns0:nvGrpSpPr>
          <ns0:grpSpPr>
            <ns1:xfrm>
              <ns1:off x="3355975" y="954088"/>
              <ns1:ext cx="733426" cy="661987"/>
              <ns1:chOff x="3355975" y="954088"/>
              <ns1:chExt cx="733426" cy="661987"/>
            </ns1:xfrm>
            <ns1:grpFill/>
          </ns0:grpSpPr>
          <ns0:sp>
            <ns0:nvSpPr>
              <ns0:cNvPr id="313" name="Freeform 5"/>
              <ns0:cNvSpPr>
                <ns1:spLocks noEditPoints="1"/>
              </ns0:cNvSpPr>
              <ns0:nvPr/>
            </ns0:nvSpPr>
            <ns0:spPr bwMode="auto">
              <ns1:xfrm>
                <ns1:off x="3355975" y="954088"/>
                <ns1:ext cx="534988" cy="661987"/>
              </ns1:xfrm>
              <ns1:custGeom>
                <ns1:avLst/>
                <ns1:gdLst>
                  <ns1:gd name="T0" fmla="*/ 312 w 337"/>
                  <ns1:gd name="T1" fmla="*/ 392 h 417"/>
                  <ns1:gd name="T2" fmla="*/ 25 w 337"/>
                  <ns1:gd name="T3" fmla="*/ 392 h 417"/>
                  <ns1:gd name="T4" fmla="*/ 25 w 337"/>
                  <ns1:gd name="T5" fmla="*/ 101 h 417"/>
                  <ns1:gd name="T6" fmla="*/ 100 w 337"/>
                  <ns1:gd name="T7" fmla="*/ 101 h 417"/>
                  <ns1:gd name="T8" fmla="*/ 100 w 337"/>
                  <ns1:gd name="T9" fmla="*/ 26 h 417"/>
                  <ns1:gd name="T10" fmla="*/ 312 w 337"/>
                  <ns1:gd name="T11" fmla="*/ 26 h 417"/>
                  <ns1:gd name="T12" fmla="*/ 312 w 337"/>
                  <ns1:gd name="T13" fmla="*/ 134 h 417"/>
                  <ns1:gd name="T14" fmla="*/ 337 w 337"/>
                  <ns1:gd name="T15" fmla="*/ 108 h 417"/>
                  <ns1:gd name="T16" fmla="*/ 337 w 337"/>
                  <ns1:gd name="T17" fmla="*/ 0 h 417"/>
                  <ns1:gd name="T18" fmla="*/ 89 w 337"/>
                  <ns1:gd name="T19" fmla="*/ 0 h 417"/>
                  <ns1:gd name="T20" fmla="*/ 0 w 337"/>
                  <ns1:gd name="T21" fmla="*/ 89 h 417"/>
                  <ns1:gd name="T22" fmla="*/ 0 w 337"/>
                  <ns1:gd name="T23" fmla="*/ 417 h 417"/>
                  <ns1:gd name="T24" fmla="*/ 337 w 337"/>
                  <ns1:gd name="T25" fmla="*/ 417 h 417"/>
                  <ns1:gd name="T26" fmla="*/ 337 w 337"/>
                  <ns1:gd name="T27" fmla="*/ 286 h 417"/>
                  <ns1:gd name="T28" fmla="*/ 312 w 337"/>
                  <ns1:gd name="T29" fmla="*/ 312 h 417"/>
                  <ns1:gd name="T30" fmla="*/ 312 w 337"/>
                  <ns1:gd name="T31" fmla="*/ 392 h 417"/>
                  <ns1:gd name="T32" fmla="*/ 37 w 337"/>
                  <ns1:gd name="T33" fmla="*/ 88 h 417"/>
                  <ns1:gd name="T34" fmla="*/ 88 w 337"/>
                  <ns1:gd name="T35" fmla="*/ 37 h 417"/>
                  <ns1:gd name="T36" fmla="*/ 88 w 337"/>
                  <ns1:gd name="T37" fmla="*/ 88 h 417"/>
                  <ns1:gd name="T38" fmla="*/ 37 w 337"/>
                  <ns1:gd name="T39" fmla="*/ 88 h 417"/>
                </ns1:gdLst>
                <ns1:ahLst/>
                <ns1:cxnLst>
                  <ns1:cxn ang="0">
                    <ns1:pos x="T0" y="T1"/>
                  </ns1:cxn>
                  <ns1:cxn ang="0">
                    <ns1:pos x="T2" y="T3"/>
                  </ns1:cxn>
                  <ns1:cxn ang="0">
                    <ns1:pos x="T4" y="T5"/>
                  </ns1:cxn>
                  <ns1:cxn ang="0">
                    <ns1:pos x="T6" y="T7"/>
                  </ns1:cxn>
                  <ns1:cxn ang="0">
                    <ns1:pos x="T8" y="T9"/>
                  </ns1:cxn>
                  <ns1:cxn ang="0">
                    <ns1:pos x="T10" y="T11"/>
                  </ns1:cxn>
                  <ns1:cxn ang="0">
                    <ns1:pos x="T12" y="T13"/>
                  </ns1:cxn>
                  <ns1:cxn ang="0">
                    <ns1:pos x="T14" y="T15"/>
                  </ns1:cxn>
                  <ns1:cxn ang="0">
                    <ns1:pos x="T16" y="T17"/>
                  </ns1:cxn>
                  <ns1:cxn ang="0">
                    <ns1:pos x="T18" y="T19"/>
                  </ns1:cxn>
                  <ns1:cxn ang="0">
                    <ns1:pos x="T20" y="T21"/>
                  </ns1:cxn>
                  <ns1:cxn ang="0">
                    <ns1:pos x="T22" y="T23"/>
                  </ns1:cxn>
                  <ns1:cxn ang="0">
                    <ns1:pos x="T24" y="T25"/>
                  </ns1:cxn>
                  <ns1:cxn ang="0">
                    <ns1:pos x="T26" y="T27"/>
                  </ns1:cxn>
                  <ns1:cxn ang="0">
                    <ns1:pos x="T28" y="T29"/>
                  </ns1:cxn>
                  <ns1:cxn ang="0">
                    <ns1:pos x="T30" y="T31"/>
                  </ns1:cxn>
                  <ns1:cxn ang="0">
                    <ns1:pos x="T32" y="T33"/>
                  </ns1:cxn>
                  <ns1:cxn ang="0">
                    <ns1:pos x="T34" y="T35"/>
                  </ns1:cxn>
                  <ns1:cxn ang="0">
                    <ns1:pos x="T36" y="T37"/>
                  </ns1:cxn>
                  <ns1:cxn ang="0">
                    <ns1:pos x="T38" y="T39"/>
                  </ns1:cxn>
                </ns1:cxnLst>
                <ns1:rect l="0" t="0" r="r" b="b"/>
                <ns1:pathLst>
                  <ns1:path w="337" h="417">
                    <ns1:moveTo>
                      <ns1:pt x="312" y="392"/>
                    </ns1:moveTo>
                    <ns1:lnTo>
                      <ns1:pt x="25" y="392"/>
                    </ns1:lnTo>
                    <ns1:lnTo>
                      <ns1:pt x="25" y="101"/>
                    </ns1:lnTo>
                    <ns1:lnTo>
                      <ns1:pt x="100" y="101"/>
                    </ns1:lnTo>
                    <ns1:lnTo>
                      <ns1:pt x="100" y="26"/>
                    </ns1:lnTo>
                    <ns1:lnTo>
                      <ns1:pt x="312" y="26"/>
                    </ns1:lnTo>
                    <ns1:lnTo>
                      <ns1:pt x="312" y="134"/>
                    </ns1:lnTo>
                    <ns1:lnTo>
                      <ns1:pt x="337" y="108"/>
                    </ns1:lnTo>
                    <ns1:lnTo>
                      <ns1:pt x="337" y="0"/>
                    </ns1:lnTo>
                    <ns1:lnTo>
                      <ns1:pt x="89" y="0"/>
                    </ns1:lnTo>
                    <ns1:lnTo>
                      <ns1:pt x="0" y="89"/>
                    </ns1:lnTo>
                    <ns1:lnTo>
                      <ns1:pt x="0" y="417"/>
                    </ns1:lnTo>
                    <ns1:lnTo>
                      <ns1:pt x="337" y="417"/>
                    </ns1:lnTo>
                    <ns1:lnTo>
                      <ns1:pt x="337" y="286"/>
                    </ns1:lnTo>
                    <ns1:lnTo>
                      <ns1:pt x="312" y="312"/>
                    </ns1:lnTo>
                    <ns1:lnTo>
                      <ns1:pt x="312" y="392"/>
                    </ns1:lnTo>
                    <ns1:close/>
                    <ns1:moveTo>
                      <ns1:pt x="37" y="88"/>
                    </ns1:moveTo>
                    <ns1:lnTo>
                      <ns1:pt x="88" y="37"/>
                    </ns1:lnTo>
                    <ns1:lnTo>
                      <ns1:pt x="88" y="88"/>
                    </ns1:lnTo>
                    <ns1:lnTo>
                      <ns1:pt x="37" y="88"/>
                    </ns1:lnTo>
                    <ns1:close/>
                  </ns1:path>
                </ns1:pathLst>
              </ns1:custGeom>
              <ns1:grpFill/>
              <ns1:ln>
                <ns1:noFill/>
              </ns1:ln>
              <ns1:extLst>
                <ns1:ext uri="{91240B29-F687-4F45-9708-019B960494DF}">
                  <ns2:hiddenLine w="9525">
                    <ns1:solidFill>
                      <ns1:srgbClr val="000000"/>
                    </ns1:solidFill>
                    <ns1:round/>
                    <ns1:headEnd/>
                    <ns1:tailEnd/>
                  </ns2:hiddenLine>
                </ns1:ext>
              </ns1:extLst>
            </ns0:spPr>
            <ns0:txBody>
              <ns1:bodyPr vert="horz" wrap="square" lIns="91440" tIns="45720" rIns="91440" bIns="45720" numCol="1" anchor="t" anchorCtr="0" compatLnSpc="1">
                <ns1:prstTxWarp prst="textNoShape">
                  <ns1:avLst/>
                </ns1:prstTxWarp>
              </ns1:bodyPr>
              <ns1:lstStyle/>
              <ns1:p>
                <ns1:endParaRPr lang="id-ID" sz="2700"/>
              </ns1:p>
            </ns0:txBody>
          </ns0:sp>
          <ns0:sp>
            <ns0:nvSpPr>
              <ns0:cNvPr id="314" name="Freeform 9"/>
              <ns0:cNvSpPr>
                <ns1:spLocks noEditPoints="1"/>
              </ns0:cNvSpPr>
              <ns0:nvPr/>
            </ns0:nvSpPr>
            <ns0:spPr bwMode="auto">
              <ns1:xfrm>
                <ns1:off x="3659188" y="1069975"/>
                <ns1:ext cx="430213" cy="430212"/>
              </ns1:xfrm>
              <ns1:custGeom>
                <ns1:avLst/>
                <ns1:gdLst>
                  <ns1:gd name="T0" fmla="*/ 146 w 271"/>
                  <ns1:gd name="T1" fmla="*/ 35 h 271"/>
                  <ns1:gd name="T2" fmla="*/ 121 w 271"/>
                  <ns1:gd name="T3" fmla="*/ 61 h 271"/>
                  <ns1:gd name="T4" fmla="*/ 26 w 271"/>
                  <ns1:gd name="T5" fmla="*/ 156 h 271"/>
                  <ns1:gd name="T6" fmla="*/ 0 w 271"/>
                  <ns1:gd name="T7" fmla="*/ 271 h 271"/>
                  <ns1:gd name="T8" fmla="*/ 115 w 271"/>
                  <ns1:gd name="T9" fmla="*/ 245 h 271"/>
                  <ns1:gd name="T10" fmla="*/ 121 w 271"/>
                  <ns1:gd name="T11" fmla="*/ 239 h 271"/>
                  <ns1:gd name="T12" fmla="*/ 146 w 271"/>
                  <ns1:gd name="T13" fmla="*/ 213 h 271"/>
                  <ns1:gd name="T14" fmla="*/ 271 w 271"/>
                  <ns1:gd name="T15" fmla="*/ 89 h 271"/>
                  <ns1:gd name="T16" fmla="*/ 182 w 271"/>
                  <ns1:gd name="T17" fmla="*/ 0 h 271"/>
                  <ns1:gd name="T18" fmla="*/ 146 w 271"/>
                  <ns1:gd name="T19" fmla="*/ 35 h 271"/>
                  <ns1:gd name="T20" fmla="*/ 226 w 271"/>
                  <ns1:gd name="T21" fmla="*/ 68 h 271"/>
                  <ns1:gd name="T22" fmla="*/ 87 w 271"/>
                  <ns1:gd name="T23" fmla="*/ 207 h 271"/>
                  <ns1:gd name="T24" fmla="*/ 67 w 271"/>
                  <ns1:gd name="T25" fmla="*/ 187 h 271"/>
                  <ns1:gd name="T26" fmla="*/ 206 w 271"/>
                  <ns1:gd name="T27" fmla="*/ 48 h 271"/>
                  <ns1:gd name="T28" fmla="*/ 226 w 271"/>
                  <ns1:gd name="T29" fmla="*/ 68 h 271"/>
                  <ns1:gd name="T30" fmla="*/ 61 w 271"/>
                  <ns1:gd name="T31" fmla="*/ 181 h 271"/>
                  <ns1:gd name="T32" fmla="*/ 43 w 271"/>
                  <ns1:gd name="T33" fmla="*/ 163 h 271"/>
                  <ns1:gd name="T34" fmla="*/ 182 w 271"/>
                  <ns1:gd name="T35" fmla="*/ 24 h 271"/>
                  <ns1:gd name="T36" fmla="*/ 199 w 271"/>
                  <ns1:gd name="T37" fmla="*/ 42 h 271"/>
                  <ns1:gd name="T38" fmla="*/ 61 w 271"/>
                  <ns1:gd name="T39" fmla="*/ 181 h 271"/>
                  <ns1:gd name="T40" fmla="*/ 55 w 271"/>
                  <ns1:gd name="T41" fmla="*/ 187 h 271"/>
                  <ns1:gd name="T42" fmla="*/ 55 w 271"/>
                  <ns1:gd name="T43" fmla="*/ 187 h 271"/>
                  <ns1:gd name="T44" fmla="*/ 87 w 271"/>
                  <ns1:gd name="T45" fmla="*/ 219 h 271"/>
                  <ns1:gd name="T46" fmla="*/ 87 w 271"/>
                  <ns1:gd name="T47" fmla="*/ 219 h 271"/>
                  <ns1:gd name="T48" fmla="*/ 98 w 271"/>
                  <ns1:gd name="T49" fmla="*/ 230 h 271"/>
                  <ns1:gd name="T50" fmla="*/ 56 w 271"/>
                  <ns1:gd name="T51" fmla="*/ 240 h 271"/>
                  <ns1:gd name="T52" fmla="*/ 30 w 271"/>
                  <ns1:gd name="T53" fmla="*/ 215 h 271"/>
                  <ns1:gd name="T54" fmla="*/ 40 w 271"/>
                  <ns1:gd name="T55" fmla="*/ 172 h 271"/>
                  <ns1:gd name="T56" fmla="*/ 55 w 271"/>
                  <ns1:gd name="T57" fmla="*/ 187 h 271"/>
                  <ns1:gd name="T58" fmla="*/ 107 w 271"/>
                  <ns1:gd name="T59" fmla="*/ 227 h 271"/>
                  <ns1:gd name="T60" fmla="*/ 93 w 271"/>
                  <ns1:gd name="T61" fmla="*/ 213 h 271"/>
                  <ns1:gd name="T62" fmla="*/ 232 w 271"/>
                  <ns1:gd name="T63" fmla="*/ 75 h 271"/>
                  <ns1:gd name="T64" fmla="*/ 246 w 271"/>
                  <ns1:gd name="T65" fmla="*/ 89 h 271"/>
                  <ns1:gd name="T66" fmla="*/ 107 w 271"/>
                  <ns1:gd name="T67" fmla="*/ 227 h 271"/>
                </ns1:gdLst>
                <ns1:ahLst/>
                <ns1:cxnLst>
                  <ns1:cxn ang="0">
                    <ns1:pos x="T0" y="T1"/>
                  </ns1:cxn>
                  <ns1:cxn ang="0">
                    <ns1:pos x="T2" y="T3"/>
                  </ns1:cxn>
                  <ns1:cxn ang="0">
                    <ns1:pos x="T4" y="T5"/>
                  </ns1:cxn>
                  <ns1:cxn ang="0">
                    <ns1:pos x="T6" y="T7"/>
                  </ns1:cxn>
                  <ns1:cxn ang="0">
                    <ns1:pos x="T8" y="T9"/>
                  </ns1:cxn>
                  <ns1:cxn ang="0">
                    <ns1:pos x="T10" y="T11"/>
                  </ns1:cxn>
                  <ns1:cxn ang="0">
                    <ns1:pos x="T12" y="T13"/>
                  </ns1:cxn>
                  <ns1:cxn ang="0">
                    <ns1:pos x="T14" y="T15"/>
                  </ns1:cxn>
                  <ns1:cxn ang="0">
                    <ns1:pos x="T16" y="T17"/>
                  </ns1:cxn>
                  <ns1:cxn ang="0">
                    <ns1:pos x="T18" y="T19"/>
                  </ns1:cxn>
                  <ns1:cxn ang="0">
                    <ns1:pos x="T20" y="T21"/>
                  </ns1:cxn>
                  <ns1:cxn ang="0">
                    <ns1:pos x="T22" y="T23"/>
                  </ns1:cxn>
                  <ns1:cxn ang="0">
                    <ns1:pos x="T24" y="T25"/>
                  </ns1:cxn>
                  <ns1:cxn ang="0">
                    <ns1:pos x="T26" y="T27"/>
                  </ns1:cxn>
                  <ns1:cxn ang="0">
                    <ns1:pos x="T28" y="T29"/>
                  </ns1:cxn>
                  <ns1:cxn ang="0">
                    <ns1:pos x="T30" y="T31"/>
                  </ns1:cxn>
                  <ns1:cxn ang="0">
                    <ns1:pos x="T32" y="T33"/>
                  </ns1:cxn>
                  <ns1:cxn ang="0">
                    <ns1:pos x="T34" y="T35"/>
                  </ns1:cxn>
                  <ns1:cxn ang="0">
                    <ns1:pos x="T36" y="T37"/>
                  </ns1:cxn>
                  <ns1:cxn ang="0">
                    <ns1:pos x="T38" y="T39"/>
                  </ns1:cxn>
                  <ns1:cxn ang="0">
                    <ns1:pos x="T40" y="T41"/>
                  </ns1:cxn>
                  <ns1:cxn ang="0">
                    <ns1:pos x="T42" y="T43"/>
                  </ns1:cxn>
                  <ns1:cxn ang="0">
                    <ns1:pos x="T44" y="T45"/>
                  </ns1:cxn>
                  <ns1:cxn ang="0">
                    <ns1:pos x="T46" y="T47"/>
                  </ns1:cxn>
                  <ns1:cxn ang="0">
                    <ns1:pos x="T48" y="T49"/>
                  </ns1:cxn>
                  <ns1:cxn ang="0">
                    <ns1:pos x="T50" y="T51"/>
                  </ns1:cxn>
                  <ns1:cxn ang="0">
                    <ns1:pos x="T52" y="T53"/>
                  </ns1:cxn>
                  <ns1:cxn ang="0">
                    <ns1:pos x="T54" y="T55"/>
                  </ns1:cxn>
                  <ns1:cxn ang="0">
                    <ns1:pos x="T56" y="T57"/>
                  </ns1:cxn>
                  <ns1:cxn ang="0">
                    <ns1:pos x="T58" y="T59"/>
                  </ns1:cxn>
                  <ns1:cxn ang="0">
                    <ns1:pos x="T60" y="T61"/>
                  </ns1:cxn>
                  <ns1:cxn ang="0">
                    <ns1:pos x="T62" y="T63"/>
                  </ns1:cxn>
                  <ns1:cxn ang="0">
                    <ns1:pos x="T64" y="T65"/>
                  </ns1:cxn>
                  <ns1:cxn ang="0">
                    <ns1:pos x="T66" y="T67"/>
                  </ns1:cxn>
                </ns1:cxnLst>
                <ns1:rect l="0" t="0" r="r" b="b"/>
                <ns1:pathLst>
                  <ns1:path w="271" h="271">
                    <ns1:moveTo>
                      <ns1:pt x="146" y="35"/>
                    </ns1:moveTo>
                    <ns1:lnTo>
                      <ns1:pt x="121" y="61"/>
                    </ns1:lnTo>
                    <ns1:lnTo>
                      <ns1:pt x="26" y="156"/>
                    </ns1:lnTo>
                    <ns1:lnTo>
                      <ns1:pt x="0" y="271"/>
                    </ns1:lnTo>
                    <ns1:lnTo>
                      <ns1:pt x="115" y="245"/>
                    </ns1:lnTo>
                    <ns1:lnTo>
                      <ns1:pt x="121" y="239"/>
                    </ns1:lnTo>
                    <ns1:lnTo>
                      <ns1:pt x="146" y="213"/>
                    </ns1:lnTo>
                    <ns1:lnTo>
                      <ns1:pt x="271" y="89"/>
                    </ns1:lnTo>
                    <ns1:lnTo>
                      <ns1:pt x="182" y="0"/>
                    </ns1:lnTo>
                    <ns1:lnTo>
                      <ns1:pt x="146" y="35"/>
                    </ns1:lnTo>
                    <ns1:close/>
                    <ns1:moveTo>
                      <ns1:pt x="226" y="68"/>
                    </ns1:moveTo>
                    <ns1:lnTo>
                      <ns1:pt x="87" y="207"/>
                    </ns1:lnTo>
                    <ns1:lnTo>
                      <ns1:pt x="67" y="187"/>
                    </ns1:lnTo>
                    <ns1:lnTo>
                      <ns1:pt x="206" y="48"/>
                    </ns1:lnTo>
                    <ns1:lnTo>
                      <ns1:pt x="226" y="68"/>
                    </ns1:lnTo>
                    <ns1:close/>
                    <ns1:moveTo>
                      <ns1:pt x="61" y="181"/>
                    </ns1:moveTo>
                    <ns1:lnTo>
                      <ns1:pt x="43" y="163"/>
                    </ns1:lnTo>
                    <ns1:lnTo>
                      <ns1:pt x="182" y="24"/>
                    </ns1:lnTo>
                    <ns1:lnTo>
                      <ns1:pt x="199" y="42"/>
                    </ns1:lnTo>
                    <ns1:lnTo>
                      <ns1:pt x="61" y="181"/>
                    </ns1:lnTo>
                    <ns1:close/>
                    <ns1:moveTo>
                      <ns1:pt x="55" y="187"/>
                    </ns1:moveTo>
                    <ns1:lnTo>
                      <ns1:pt x="55" y="187"/>
                    </ns1:lnTo>
                    <ns1:lnTo>
                      <ns1:pt x="87" y="219"/>
                    </ns1:lnTo>
                    <ns1:lnTo>
                      <ns1:pt x="87" y="219"/>
                    </ns1:lnTo>
                    <ns1:lnTo>
                      <ns1:pt x="98" y="230"/>
                    </ns1:lnTo>
                    <ns1:lnTo>
                      <ns1:pt x="56" y="240"/>
                    </ns1:lnTo>
                    <ns1:lnTo>
                      <ns1:pt x="30" y="215"/>
                    </ns1:lnTo>
                    <ns1:lnTo>
                      <ns1:pt x="40" y="172"/>
                    </ns1:lnTo>
                    <ns1:lnTo>
                      <ns1:pt x="55" y="187"/>
                    </ns1:lnTo>
                    <ns1:close/>
                    <ns1:moveTo>
                      <ns1:pt x="107" y="227"/>
                    </ns1:moveTo>
                    <ns1:lnTo>
                      <ns1:pt x="93" y="213"/>
                    </ns1:lnTo>
                    <ns1:lnTo>
                      <ns1:pt x="232" y="75"/>
                    </ns1:lnTo>
                    <ns1:lnTo>
                      <ns1:pt x="246" y="89"/>
                    </ns1:lnTo>
                    <ns1:lnTo>
                      <ns1:pt x="107" y="227"/>
                    </ns1:lnTo>
                    <ns1:close/>
                  </ns1:path>
                </ns1:pathLst>
              </ns1:custGeom>
              <ns1:grpFill/>
              <ns1:ln>
                <ns1:noFill/>
              </ns1:ln>
              <ns1:extLst>
                <ns1:ext uri="{91240B29-F687-4F45-9708-019B960494DF}">
                  <ns2:hiddenLine w="9525">
                    <ns1:solidFill>
                      <ns1:srgbClr val="000000"/>
                    </ns1:solidFill>
                    <ns1:round/>
                    <ns1:headEnd/>
                    <ns1:tailEnd/>
                  </ns2:hiddenLine>
                </ns1:ext>
              </ns1:extLst>
            </ns0:spPr>
            <ns0:txBody>
              <ns1:bodyPr vert="horz" wrap="square" lIns="91440" tIns="45720" rIns="91440" bIns="45720" numCol="1" anchor="t" anchorCtr="0" compatLnSpc="1">
                <ns1:prstTxWarp prst="textNoShape">
                  <ns1:avLst/>
                </ns1:prstTxWarp>
              </ns1:bodyPr>
              <ns1:lstStyle/>
              <ns1:p>
                <ns1:endParaRPr lang="id-ID" sz="2700"/>
              </ns1:p>
            </ns0:txBody>
          </ns0:sp>
        </ns0:grpSp>
      </ns0:grpSp>
      <ns0:grpSp>
        <ns0:nvGrpSpPr>
          <ns0:cNvPr id="315" name="Group 314"/>
          <ns0:cNvGrpSpPr/>
          <ns0:nvPr/>
        </ns0:nvGrpSpPr>
        <ns0:grpSpPr>
          <ns1:xfrm>
            <ns1:off x="2235008" y="6091284"/>
            <ns1:ext cx="361764" cy="329693"/>
            <ns1:chOff x="8205788" y="-103188"/>
            <ns1:chExt cx="1343025" cy="1223964"/>
          </ns1:xfrm>
          <ns1:solidFill>
            <ns1:schemeClr val="tx1"/>
          </ns1:solidFill>
        </ns0:grpSpPr>
        <ns0:sp>
          <ns0:nvSpPr>
            <ns0:cNvPr id="316" name="Rectangle 12"/>
            <ns0:cNvSpPr>
              <ns1:spLocks noChangeArrowheads="1"/>
            </ns0:cNvSpPr>
            <ns0:nvPr/>
          </ns0:nvSpPr>
          <ns0:spPr bwMode="auto">
            <ns1:xfrm>
              <ns1:off x="8288338" y="868363"/>
              <ns1:ext cx="252413" cy="252413"/>
            </ns1:xfrm>
            <ns1:prstGeom prst="rect">
              <ns1:avLst/>
            </ns1:pr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miter lim="800000"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317" name="Rectangle 13"/>
            <ns0:cNvSpPr>
              <ns1:spLocks noChangeArrowheads="1"/>
            </ns0:cNvSpPr>
            <ns0:nvPr/>
          </ns0:nvSpPr>
          <ns0:spPr bwMode="auto">
            <ns1:xfrm>
              <ns1:off x="8624888" y="698500"/>
              <ns1:ext cx="252413" cy="422275"/>
            </ns1:xfrm>
            <ns1:prstGeom prst="rect">
              <ns1:avLst/>
            </ns1:pr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miter lim="800000"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318" name="Rectangle 14"/>
            <ns0:cNvSpPr>
              <ns1:spLocks noChangeArrowheads="1"/>
            </ns0:cNvSpPr>
            <ns0:nvPr/>
          </ns0:nvSpPr>
          <ns0:spPr bwMode="auto">
            <ns1:xfrm>
              <ns1:off x="8961438" y="530225"/>
              <ns1:ext cx="252413" cy="590550"/>
            </ns1:xfrm>
            <ns1:prstGeom prst="rect">
              <ns1:avLst/>
            </ns1:pr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miter lim="800000"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319" name="Rectangle 15"/>
            <ns0:cNvSpPr>
              <ns1:spLocks noChangeArrowheads="1"/>
            </ns0:cNvSpPr>
            <ns0:nvPr/>
          </ns0:nvSpPr>
          <ns0:spPr bwMode="auto">
            <ns1:xfrm>
              <ns1:off x="9297988" y="361950"/>
              <ns1:ext cx="250825" cy="758825"/>
            </ns1:xfrm>
            <ns1:prstGeom prst="rect">
              <ns1:avLst/>
            </ns1:pr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miter lim="800000"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320" name="Freeform 16"/>
            <ns0:cNvSpPr>
              <ns1:spLocks/>
            </ns0:cNvSpPr>
            <ns0:nvPr/>
          </ns0:nvSpPr>
          <ns0:spPr bwMode="auto">
            <ns1:xfrm>
              <ns1:off x="8205788" y="-103188"/>
              <ns1:ext cx="1343025" cy="801688"/>
            </ns1:xfrm>
            <ns1:custGeom>
              <ns1:avLst/>
              <ns1:gdLst>
                <ns1:gd name="T0" fmla="*/ 727 w 846"/>
                <ns1:gd name="T1" fmla="*/ 120 h 505"/>
                <ns1:gd name="T2" fmla="*/ 569 w 846"/>
                <ns1:gd name="T3" fmla="*/ 120 h 505"/>
                <ns1:gd name="T4" fmla="*/ 370 w 846"/>
                <ns1:gd name="T5" fmla="*/ 266 h 505"/>
                <ns1:gd name="T6" fmla="*/ 264 w 846"/>
                <ns1:gd name="T7" fmla="*/ 213 h 505"/>
                <ns1:gd name="T8" fmla="*/ 0 w 846"/>
                <ns1:gd name="T9" fmla="*/ 439 h 505"/>
                <ns1:gd name="T10" fmla="*/ 0 w 846"/>
                <ns1:gd name="T11" fmla="*/ 505 h 505"/>
                <ns1:gd name="T12" fmla="*/ 264 w 846"/>
                <ns1:gd name="T13" fmla="*/ 279 h 505"/>
                <ns1:gd name="T14" fmla="*/ 370 w 846"/>
                <ns1:gd name="T15" fmla="*/ 333 h 505"/>
                <ns1:gd name="T16" fmla="*/ 595 w 846"/>
                <ns1:gd name="T17" fmla="*/ 173 h 505"/>
                <ns1:gd name="T18" fmla="*/ 754 w 846"/>
                <ns1:gd name="T19" fmla="*/ 173 h 505"/>
                <ns1:gd name="T20" fmla="*/ 846 w 846"/>
                <ns1:gd name="T21" fmla="*/ 80 h 505"/>
                <ns1:gd name="T22" fmla="*/ 846 w 846"/>
                <ns1:gd name="T23" fmla="*/ 0 h 505"/>
                <ns1:gd name="T24" fmla="*/ 727 w 846"/>
                <ns1:gd name="T25" fmla="*/ 120 h 505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</ns1:cxnLst>
              <ns1:rect l="0" t="0" r="r" b="b"/>
              <ns1:pathLst>
                <ns1:path w="846" h="505">
                  <ns1:moveTo>
                    <ns1:pt x="727" y="120"/>
                  </ns1:moveTo>
                  <ns1:lnTo>
                    <ns1:pt x="569" y="120"/>
                  </ns1:lnTo>
                  <ns1:lnTo>
                    <ns1:pt x="370" y="266"/>
                  </ns1:lnTo>
                  <ns1:lnTo>
                    <ns1:pt x="264" y="213"/>
                  </ns1:lnTo>
                  <ns1:lnTo>
                    <ns1:pt x="0" y="439"/>
                  </ns1:lnTo>
                  <ns1:lnTo>
                    <ns1:pt x="0" y="505"/>
                  </ns1:lnTo>
                  <ns1:lnTo>
                    <ns1:pt x="264" y="279"/>
                  </ns1:lnTo>
                  <ns1:lnTo>
                    <ns1:pt x="370" y="333"/>
                  </ns1:lnTo>
                  <ns1:lnTo>
                    <ns1:pt x="595" y="173"/>
                  </ns1:lnTo>
                  <ns1:lnTo>
                    <ns1:pt x="754" y="173"/>
                  </ns1:lnTo>
                  <ns1:lnTo>
                    <ns1:pt x="846" y="80"/>
                  </ns1:lnTo>
                  <ns1:lnTo>
                    <ns1:pt x="846" y="0"/>
                  </ns1:lnTo>
                  <ns1:lnTo>
                    <ns1:pt x="727" y="120"/>
                  </ns1:ln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</ns0:grpSp>
      <ns0:grpSp>
        <ns0:nvGrpSpPr>
          <ns0:cNvPr id="321" name="Group 320"/>
          <ns0:cNvGrpSpPr/>
          <ns0:nvPr/>
        </ns0:nvGrpSpPr>
        <ns0:grpSpPr>
          <ns1:xfrm>
            <ns1:off x="1258906" y="6091790"/>
            <ns1:ext cx="400245" cy="328678"/>
            <ns1:chOff x="3188335" y="2400396"/>
            <ns1:chExt cx="479426" cy="393701"/>
          </ns1:xfrm>
          <ns1:solidFill>
            <ns1:schemeClr val="tx1"/>
          </ns1:solidFill>
          <ns1:effectLst/>
        </ns0:grpSpPr>
        <ns0:sp>
          <ns0:nvSpPr>
            <ns0:cNvPr id="322" name="Freeform 47"/>
            <ns0:cNvSpPr>
              <ns1:spLocks/>
            </ns0:cNvSpPr>
            <ns0:nvPr/>
          </ns0:nvSpPr>
          <ns0:spPr bwMode="auto">
            <ns1:xfrm>
              <ns1:off x="3221673" y="2424209"/>
              <ns1:ext cx="374650" cy="369888"/>
            </ns1:xfrm>
            <ns1:custGeom>
              <ns1:avLst/>
              <ns1:gdLst>
                <ns1:gd name="T0" fmla="*/ 0 w 152"/>
                <ns1:gd name="T1" fmla="*/ 55 h 149"/>
                <ns1:gd name="T2" fmla="*/ 46 w 152"/>
                <ns1:gd name="T3" fmla="*/ 59 h 149"/>
                <ns1:gd name="T4" fmla="*/ 46 w 152"/>
                <ns1:gd name="T5" fmla="*/ 60 h 149"/>
                <ns1:gd name="T6" fmla="*/ 55 w 152"/>
                <ns1:gd name="T7" fmla="*/ 74 h 149"/>
                <ns1:gd name="T8" fmla="*/ 20 w 152"/>
                <ns1:gd name="T9" fmla="*/ 138 h 149"/>
                <ns1:gd name="T10" fmla="*/ 19 w 152"/>
                <ns1:gd name="T11" fmla="*/ 138 h 149"/>
                <ns1:gd name="T12" fmla="*/ 14 w 152"/>
                <ns1:gd name="T13" fmla="*/ 143 h 149"/>
                <ns1:gd name="T14" fmla="*/ 19 w 152"/>
                <ns1:gd name="T15" fmla="*/ 149 h 149"/>
                <ns1:gd name="T16" fmla="*/ 29 w 152"/>
                <ns1:gd name="T17" fmla="*/ 149 h 149"/>
                <ns1:gd name="T18" fmla="*/ 35 w 152"/>
                <ns1:gd name="T19" fmla="*/ 143 h 149"/>
                <ns1:gd name="T20" fmla="*/ 30 w 152"/>
                <ns1:gd name="T21" fmla="*/ 138 h 149"/>
                <ns1:gd name="T22" fmla="*/ 67 w 152"/>
                <ns1:gd name="T23" fmla="*/ 75 h 149"/>
                <ns1:gd name="T24" fmla="*/ 68 w 152"/>
                <ns1:gd name="T25" fmla="*/ 75 h 149"/>
                <ns1:gd name="T26" fmla="*/ 97 w 152"/>
                <ns1:gd name="T27" fmla="*/ 139 h 149"/>
                <ns1:gd name="T28" fmla="*/ 93 w 152"/>
                <ns1:gd name="T29" fmla="*/ 144 h 149"/>
                <ns1:gd name="T30" fmla="*/ 99 w 152"/>
                <ns1:gd name="T31" fmla="*/ 149 h 149"/>
                <ns1:gd name="T32" fmla="*/ 109 w 152"/>
                <ns1:gd name="T33" fmla="*/ 149 h 149"/>
                <ns1:gd name="T34" fmla="*/ 115 w 152"/>
                <ns1:gd name="T35" fmla="*/ 144 h 149"/>
                <ns1:gd name="T36" fmla="*/ 110 w 152"/>
                <ns1:gd name="T37" fmla="*/ 138 h 149"/>
                <ns1:gd name="T38" fmla="*/ 79 w 152"/>
                <ns1:gd name="T39" fmla="*/ 73 h 149"/>
                <ns1:gd name="T40" fmla="*/ 86 w 152"/>
                <ns1:gd name="T41" fmla="*/ 63 h 149"/>
                <ns1:gd name="T42" fmla="*/ 152 w 152"/>
                <ns1:gd name="T43" fmla="*/ 69 h 149"/>
                <ns1:gd name="T44" fmla="*/ 152 w 152"/>
                <ns1:gd name="T45" fmla="*/ 0 h 149"/>
                <ns1:gd name="T46" fmla="*/ 0 w 152"/>
                <ns1:gd name="T47" fmla="*/ 26 h 149"/>
                <ns1:gd name="T48" fmla="*/ 0 w 152"/>
                <ns1:gd name="T49" fmla="*/ 55 h 149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  <ns1:cxn ang="0">
                  <ns1:pos x="T30" y="T31"/>
                </ns1:cxn>
                <ns1:cxn ang="0">
                  <ns1:pos x="T32" y="T33"/>
                </ns1:cxn>
                <ns1:cxn ang="0">
                  <ns1:pos x="T34" y="T35"/>
                </ns1:cxn>
                <ns1:cxn ang="0">
                  <ns1:pos x="T36" y="T37"/>
                </ns1:cxn>
                <ns1:cxn ang="0">
                  <ns1:pos x="T38" y="T39"/>
                </ns1:cxn>
                <ns1:cxn ang="0">
                  <ns1:pos x="T40" y="T41"/>
                </ns1:cxn>
                <ns1:cxn ang="0">
                  <ns1:pos x="T42" y="T43"/>
                </ns1:cxn>
                <ns1:cxn ang="0">
                  <ns1:pos x="T44" y="T45"/>
                </ns1:cxn>
                <ns1:cxn ang="0">
                  <ns1:pos x="T46" y="T47"/>
                </ns1:cxn>
                <ns1:cxn ang="0">
                  <ns1:pos x="T48" y="T49"/>
                </ns1:cxn>
              </ns1:cxnLst>
              <ns1:rect l="0" t="0" r="r" b="b"/>
              <ns1:pathLst>
                <ns1:path w="152" h="149">
                  <ns1:moveTo>
                    <ns1:pt x="0" y="55"/>
                  </ns1:moveTo>
                  <ns1:cubicBezTo>
                    <ns1:pt x="46" y="59"/>
                    <ns1:pt x="46" y="59"/>
                    <ns1:pt x="46" y="59"/>
                  </ns1:cubicBezTo>
                  <ns1:cubicBezTo>
                    <ns1:pt x="46" y="60"/>
                    <ns1:pt x="46" y="60"/>
                    <ns1:pt x="46" y="60"/>
                  </ns1:cubicBezTo>
                  <ns1:cubicBezTo>
                    <ns1:pt x="46" y="66"/>
                    <ns1:pt x="50" y="72"/>
                    <ns1:pt x="55" y="74"/>
                  </ns1:cubicBezTo>
                  <ns1:cubicBezTo>
                    <ns1:pt x="41" y="100"/>
                    <ns1:pt x="24" y="129"/>
                    <ns1:pt x="20" y="138"/>
                  </ns1:cubicBezTo>
                  <ns1:cubicBezTo>
                    <ns1:pt x="19" y="138"/>
                    <ns1:pt x="19" y="138"/>
                    <ns1:pt x="19" y="138"/>
                  </ns1:cubicBezTo>
                  <ns1:cubicBezTo>
                    <ns1:pt x="16" y="138"/>
                    <ns1:pt x="14" y="140"/>
                    <ns1:pt x="14" y="143"/>
                  </ns1:cubicBezTo>
                  <ns1:cubicBezTo>
                    <ns1:pt x="14" y="146"/>
                    <ns1:pt x="16" y="149"/>
                    <ns1:pt x="19" y="149"/>
                  </ns1:cubicBezTo>
                  <ns1:cubicBezTo>
                    <ns1:pt x="29" y="149"/>
                    <ns1:pt x="29" y="149"/>
                    <ns1:pt x="29" y="149"/>
                  </ns1:cubicBezTo>
                  <ns1:cubicBezTo>
                    <ns1:pt x="32" y="149"/>
                    <ns1:pt x="35" y="146"/>
                    <ns1:pt x="35" y="143"/>
                  </ns1:cubicBezTo>
                  <ns1:cubicBezTo>
                    <ns1:pt x="35" y="141"/>
                    <ns1:pt x="33" y="139"/>
                    <ns1:pt x="30" y="138"/>
                  </ns1:cubicBezTo>
                  <ns1:cubicBezTo>
                    <ns1:pt x="67" y="75"/>
                    <ns1:pt x="67" y="75"/>
                    <ns1:pt x="67" y="75"/>
                  </ns1:cubicBezTo>
                  <ns1:cubicBezTo>
                    <ns1:pt x="68" y="75"/>
                    <ns1:pt x="68" y="75"/>
                    <ns1:pt x="68" y="75"/>
                  </ns1:cubicBezTo>
                  <ns1:cubicBezTo>
                    <ns1:pt x="97" y="139"/>
                    <ns1:pt x="97" y="139"/>
                    <ns1:pt x="97" y="139"/>
                  </ns1:cubicBezTo>
                  <ns1:cubicBezTo>
                    <ns1:pt x="95" y="140"/>
                    <ns1:pt x="93" y="141"/>
                    <ns1:pt x="93" y="144"/>
                  </ns1:cubicBezTo>
                  <ns1:cubicBezTo>
                    <ns1:pt x="93" y="146"/>
                    <ns1:pt x="96" y="149"/>
                    <ns1:pt x="99" y="149"/>
                  </ns1:cubicBezTo>
                  <ns1:cubicBezTo>
                    <ns1:pt x="109" y="149"/>
                    <ns1:pt x="109" y="149"/>
                    <ns1:pt x="109" y="149"/>
                  </ns1:cubicBezTo>
                  <ns1:cubicBezTo>
                    <ns1:pt x="112" y="149"/>
                    <ns1:pt x="115" y="146"/>
                    <ns1:pt x="115" y="144"/>
                  </ns1:cubicBezTo>
                  <ns1:cubicBezTo>
                    <ns1:pt x="115" y="141"/>
                    <ns1:pt x="113" y="139"/>
                    <ns1:pt x="110" y="138"/>
                  </ns1:cubicBezTo>
                  <ns1:cubicBezTo>
                    <ns1:pt x="79" y="73"/>
                    <ns1:pt x="79" y="73"/>
                    <ns1:pt x="79" y="73"/>
                  </ns1:cubicBezTo>
                  <ns1:cubicBezTo>
                    <ns1:pt x="82" y="71"/>
                    <ns1:pt x="85" y="67"/>
                    <ns1:pt x="86" y="63"/>
                  </ns1:cubicBezTo>
                  <ns1:cubicBezTo>
                    <ns1:pt x="152" y="69"/>
                    <ns1:pt x="152" y="69"/>
                    <ns1:pt x="152" y="69"/>
                  </ns1:cubicBezTo>
                  <ns1:cubicBezTo>
                    <ns1:pt x="152" y="0"/>
                    <ns1:pt x="152" y="0"/>
                    <ns1:pt x="152" y="0"/>
                  </ns1:cubicBezTo>
                  <ns1:cubicBezTo>
                    <ns1:pt x="0" y="26"/>
                    <ns1:pt x="0" y="26"/>
                    <ns1:pt x="0" y="26"/>
                  </ns1:cubicBezTo>
                  <ns1:lnTo>
                    <ns1:pt x="0" y="55"/>
                  </ns1:ln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323" name="Freeform 48"/>
            <ns0:cNvSpPr>
              <ns1:spLocks/>
            </ns0:cNvSpPr>
            <ns0:nvPr/>
          </ns0:nvSpPr>
          <ns0:spPr bwMode="auto">
            <ns1:xfrm>
              <ns1:off x="3609023" y="2400396"/>
              <ns1:ext cx="58738" cy="219075"/>
            </ns1:xfrm>
            <ns1:custGeom>
              <ns1:avLst/>
              <ns1:gdLst>
                <ns1:gd name="T0" fmla="*/ 12 w 24"/>
                <ns1:gd name="T1" fmla="*/ 0 h 89"/>
                <ns1:gd name="T2" fmla="*/ 0 w 24"/>
                <ns1:gd name="T3" fmla="*/ 12 h 89"/>
                <ns1:gd name="T4" fmla="*/ 0 w 24"/>
                <ns1:gd name="T5" fmla="*/ 77 h 89"/>
                <ns1:gd name="T6" fmla="*/ 12 w 24"/>
                <ns1:gd name="T7" fmla="*/ 89 h 89"/>
                <ns1:gd name="T8" fmla="*/ 24 w 24"/>
                <ns1:gd name="T9" fmla="*/ 77 h 89"/>
                <ns1:gd name="T10" fmla="*/ 24 w 24"/>
                <ns1:gd name="T11" fmla="*/ 12 h 89"/>
                <ns1:gd name="T12" fmla="*/ 12 w 24"/>
                <ns1:gd name="T13" fmla="*/ 0 h 89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</ns1:cxnLst>
              <ns1:rect l="0" t="0" r="r" b="b"/>
              <ns1:pathLst>
                <ns1:path w="24" h="89">
                  <ns1:moveTo>
                    <ns1:pt x="12" y="0"/>
                  </ns1:moveTo>
                  <ns1:cubicBezTo>
                    <ns1:pt x="6" y="0"/>
                    <ns1:pt x="0" y="6"/>
                    <ns1:pt x="0" y="12"/>
                  </ns1:cubicBezTo>
                  <ns1:cubicBezTo>
                    <ns1:pt x="0" y="77"/>
                    <ns1:pt x="0" y="77"/>
                    <ns1:pt x="0" y="77"/>
                  </ns1:cubicBezTo>
                  <ns1:cubicBezTo>
                    <ns1:pt x="0" y="84"/>
                    <ns1:pt x="6" y="89"/>
                    <ns1:pt x="12" y="89"/>
                  </ns1:cubicBezTo>
                  <ns1:cubicBezTo>
                    <ns1:pt x="19" y="89"/>
                    <ns1:pt x="24" y="84"/>
                    <ns1:pt x="24" y="77"/>
                  </ns1:cubicBezTo>
                  <ns1:cubicBezTo>
                    <ns1:pt x="24" y="12"/>
                    <ns1:pt x="24" y="12"/>
                    <ns1:pt x="24" y="12"/>
                  </ns1:cubicBezTo>
                  <ns1:cubicBezTo>
                    <ns1:pt x="24" y="6"/>
                    <ns1:pt x="19" y="0"/>
                    <ns1:pt x="12" y="0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324" name="Freeform 49"/>
            <ns0:cNvSpPr>
              <ns1:spLocks/>
            </ns0:cNvSpPr>
            <ns0:nvPr/>
          </ns0:nvSpPr>
          <ns0:spPr bwMode="auto">
            <ns1:xfrm>
              <ns1:off x="3188335" y="2486121"/>
              <ns1:ext cx="20638" cy="79375"/>
            </ns1:xfrm>
            <ns1:custGeom>
              <ns1:avLst/>
              <ns1:gdLst>
                <ns1:gd name="T0" fmla="*/ 4 w 8"/>
                <ns1:gd name="T1" fmla="*/ 0 h 32"/>
                <ns1:gd name="T2" fmla="*/ 0 w 8"/>
                <ns1:gd name="T3" fmla="*/ 4 h 32"/>
                <ns1:gd name="T4" fmla="*/ 0 w 8"/>
                <ns1:gd name="T5" fmla="*/ 28 h 32"/>
                <ns1:gd name="T6" fmla="*/ 4 w 8"/>
                <ns1:gd name="T7" fmla="*/ 32 h 32"/>
                <ns1:gd name="T8" fmla="*/ 8 w 8"/>
                <ns1:gd name="T9" fmla="*/ 28 h 32"/>
                <ns1:gd name="T10" fmla="*/ 8 w 8"/>
                <ns1:gd name="T11" fmla="*/ 4 h 32"/>
                <ns1:gd name="T12" fmla="*/ 4 w 8"/>
                <ns1:gd name="T13" fmla="*/ 0 h 32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</ns1:cxnLst>
              <ns1:rect l="0" t="0" r="r" b="b"/>
              <ns1:pathLst>
                <ns1:path w="8" h="32">
                  <ns1:moveTo>
                    <ns1:pt x="4" y="0"/>
                  </ns1:moveTo>
                  <ns1:cubicBezTo>
                    <ns1:pt x="2" y="0"/>
                    <ns1:pt x="0" y="2"/>
                    <ns1:pt x="0" y="4"/>
                  </ns1:cubicBezTo>
                  <ns1:cubicBezTo>
                    <ns1:pt x="0" y="28"/>
                    <ns1:pt x="0" y="28"/>
                    <ns1:pt x="0" y="28"/>
                  </ns1:cubicBezTo>
                  <ns1:cubicBezTo>
                    <ns1:pt x="0" y="30"/>
                    <ns1:pt x="2" y="32"/>
                    <ns1:pt x="4" y="32"/>
                  </ns1:cubicBezTo>
                  <ns1:cubicBezTo>
                    <ns1:pt x="7" y="32"/>
                    <ns1:pt x="8" y="30"/>
                    <ns1:pt x="8" y="28"/>
                  </ns1:cubicBezTo>
                  <ns1:cubicBezTo>
                    <ns1:pt x="8" y="4"/>
                    <ns1:pt x="8" y="4"/>
                    <ns1:pt x="8" y="4"/>
                  </ns1:cubicBezTo>
                  <ns1:cubicBezTo>
                    <ns1:pt x="8" y="2"/>
                    <ns1:pt x="7" y="0"/>
                    <ns1:pt x="4" y="0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</ns0:grpSp>
      <ns0:grpSp>
        <ns0:nvGrpSpPr>
          <ns0:cNvPr id="325" name="Group 324"/>
          <ns0:cNvGrpSpPr/>
          <ns0:nvPr/>
        </ns0:nvGrpSpPr>
        <ns0:grpSpPr>
          <ns1:xfrm>
            <ns1:off x="4204977" y="6057241"/>
            <ns1:ext cx="397776" cy="397776"/>
            <ns1:chOff x="1928427" y="-1529876"/>
            <ns1:chExt cx="1960563" cy="1960563"/>
          </ns1:xfrm>
          <ns1:solidFill>
            <ns1:schemeClr val="tx1"/>
          </ns1:solidFill>
        </ns0:grpSpPr>
        <ns0:sp>
          <ns0:nvSpPr>
            <ns0:cNvPr id="326" name="Freeform 19"/>
            <ns0:cNvSpPr>
              <ns1:spLocks noEditPoints="1"/>
            </ns0:cNvSpPr>
            <ns0:nvPr/>
          </ns0:nvSpPr>
          <ns0:spPr bwMode="auto">
            <ns1:xfrm>
              <ns1:off x="3200014" y="-256700"/>
              <ns1:ext cx="265113" cy="260350"/>
            </ns1:xfrm>
            <ns1:custGeom>
              <ns1:avLst/>
              <ns1:gdLst>
                <ns1:gd name="T0" fmla="*/ 78 w 156"/>
                <ns1:gd name="T1" fmla="*/ 0 h 154"/>
                <ns1:gd name="T2" fmla="*/ 0 w 156"/>
                <ns1:gd name="T3" fmla="*/ 77 h 154"/>
                <ns1:gd name="T4" fmla="*/ 78 w 156"/>
                <ns1:gd name="T5" fmla="*/ 154 h 154"/>
                <ns1:gd name="T6" fmla="*/ 156 w 156"/>
                <ns1:gd name="T7" fmla="*/ 77 h 154"/>
                <ns1:gd name="T8" fmla="*/ 78 w 156"/>
                <ns1:gd name="T9" fmla="*/ 0 h 154"/>
                <ns1:gd name="T10" fmla="*/ 78 w 156"/>
                <ns1:gd name="T11" fmla="*/ 116 h 154"/>
                <ns1:gd name="T12" fmla="*/ 39 w 156"/>
                <ns1:gd name="T13" fmla="*/ 77 h 154"/>
                <ns1:gd name="T14" fmla="*/ 78 w 156"/>
                <ns1:gd name="T15" fmla="*/ 39 h 154"/>
                <ns1:gd name="T16" fmla="*/ 117 w 156"/>
                <ns1:gd name="T17" fmla="*/ 77 h 154"/>
                <ns1:gd name="T18" fmla="*/ 78 w 156"/>
                <ns1:gd name="T19" fmla="*/ 116 h 154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</ns1:cxnLst>
              <ns1:rect l="0" t="0" r="r" b="b"/>
              <ns1:pathLst>
                <ns1:path w="156" h="154">
                  <ns1:moveTo>
                    <ns1:pt x="78" y="0"/>
                  </ns1:moveTo>
                  <ns1:cubicBezTo>
                    <ns1:pt x="35" y="0"/>
                    <ns1:pt x="0" y="35"/>
                    <ns1:pt x="0" y="77"/>
                  </ns1:cubicBezTo>
                  <ns1:cubicBezTo>
                    <ns1:pt x="0" y="120"/>
                    <ns1:pt x="35" y="154"/>
                    <ns1:pt x="78" y="154"/>
                  </ns1:cubicBezTo>
                  <ns1:cubicBezTo>
                    <ns1:pt x="121" y="154"/>
                    <ns1:pt x="156" y="120"/>
                    <ns1:pt x="156" y="77"/>
                  </ns1:cubicBezTo>
                  <ns1:cubicBezTo>
                    <ns1:pt x="156" y="35"/>
                    <ns1:pt x="121" y="0"/>
                    <ns1:pt x="78" y="0"/>
                  </ns1:cubicBezTo>
                  <ns1:close/>
                  <ns1:moveTo>
                    <ns1:pt x="78" y="116"/>
                  </ns1:moveTo>
                  <ns1:cubicBezTo>
                    <ns1:pt x="56" y="116"/>
                    <ns1:pt x="39" y="98"/>
                    <ns1:pt x="39" y="77"/>
                  </ns1:cubicBezTo>
                  <ns1:cubicBezTo>
                    <ns1:pt x="39" y="56"/>
                    <ns1:pt x="56" y="39"/>
                    <ns1:pt x="78" y="39"/>
                  </ns1:cubicBezTo>
                  <ns1:cubicBezTo>
                    <ns1:pt x="99" y="39"/>
                    <ns1:pt x="117" y="56"/>
                    <ns1:pt x="117" y="77"/>
                  </ns1:cubicBezTo>
                  <ns1:cubicBezTo>
                    <ns1:pt x="117" y="98"/>
                    <ns1:pt x="99" y="116"/>
                    <ns1:pt x="78" y="116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327" name="Freeform 20"/>
            <ns0:cNvSpPr>
              <ns1:spLocks noEditPoints="1"/>
            </ns0:cNvSpPr>
            <ns0:nvPr/>
          </ns0:nvSpPr>
          <ns0:spPr bwMode="auto">
            <ns1:xfrm>
              <ns1:off x="2350702" y="-256700"/>
              <ns1:ext cx="263525" cy="260350"/>
            </ns1:xfrm>
            <ns1:custGeom>
              <ns1:avLst/>
              <ns1:gdLst>
                <ns1:gd name="T0" fmla="*/ 78 w 155"/>
                <ns1:gd name="T1" fmla="*/ 0 h 154"/>
                <ns1:gd name="T2" fmla="*/ 0 w 155"/>
                <ns1:gd name="T3" fmla="*/ 77 h 154"/>
                <ns1:gd name="T4" fmla="*/ 78 w 155"/>
                <ns1:gd name="T5" fmla="*/ 154 h 154"/>
                <ns1:gd name="T6" fmla="*/ 155 w 155"/>
                <ns1:gd name="T7" fmla="*/ 77 h 154"/>
                <ns1:gd name="T8" fmla="*/ 78 w 155"/>
                <ns1:gd name="T9" fmla="*/ 0 h 154"/>
                <ns1:gd name="T10" fmla="*/ 78 w 155"/>
                <ns1:gd name="T11" fmla="*/ 116 h 154"/>
                <ns1:gd name="T12" fmla="*/ 39 w 155"/>
                <ns1:gd name="T13" fmla="*/ 77 h 154"/>
                <ns1:gd name="T14" fmla="*/ 78 w 155"/>
                <ns1:gd name="T15" fmla="*/ 39 h 154"/>
                <ns1:gd name="T16" fmla="*/ 117 w 155"/>
                <ns1:gd name="T17" fmla="*/ 77 h 154"/>
                <ns1:gd name="T18" fmla="*/ 78 w 155"/>
                <ns1:gd name="T19" fmla="*/ 116 h 154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</ns1:cxnLst>
              <ns1:rect l="0" t="0" r="r" b="b"/>
              <ns1:pathLst>
                <ns1:path w="155" h="154">
                  <ns1:moveTo>
                    <ns1:pt x="78" y="0"/>
                  </ns1:moveTo>
                  <ns1:cubicBezTo>
                    <ns1:pt x="35" y="0"/>
                    <ns1:pt x="0" y="35"/>
                    <ns1:pt x="0" y="77"/>
                  </ns1:cubicBezTo>
                  <ns1:cubicBezTo>
                    <ns1:pt x="0" y="120"/>
                    <ns1:pt x="35" y="154"/>
                    <ns1:pt x="78" y="154"/>
                  </ns1:cubicBezTo>
                  <ns1:cubicBezTo>
                    <ns1:pt x="121" y="154"/>
                    <ns1:pt x="155" y="120"/>
                    <ns1:pt x="155" y="77"/>
                  </ns1:cubicBezTo>
                  <ns1:cubicBezTo>
                    <ns1:pt x="155" y="35"/>
                    <ns1:pt x="121" y="0"/>
                    <ns1:pt x="78" y="0"/>
                  </ns1:cubicBezTo>
                  <ns1:close/>
                  <ns1:moveTo>
                    <ns1:pt x="78" y="116"/>
                  </ns1:moveTo>
                  <ns1:cubicBezTo>
                    <ns1:pt x="56" y="116"/>
                    <ns1:pt x="39" y="98"/>
                    <ns1:pt x="39" y="77"/>
                  </ns1:cubicBezTo>
                  <ns1:cubicBezTo>
                    <ns1:pt x="39" y="56"/>
                    <ns1:pt x="56" y="39"/>
                    <ns1:pt x="78" y="39"/>
                  </ns1:cubicBezTo>
                  <ns1:cubicBezTo>
                    <ns1:pt x="99" y="39"/>
                    <ns1:pt x="117" y="56"/>
                    <ns1:pt x="117" y="77"/>
                  </ns1:cubicBezTo>
                  <ns1:cubicBezTo>
                    <ns1:pt x="117" y="98"/>
                    <ns1:pt x="99" y="116"/>
                    <ns1:pt x="78" y="116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328" name="Freeform 21"/>
            <ns0:cNvSpPr>
              <ns1:spLocks/>
            </ns0:cNvSpPr>
            <ns0:nvPr/>
          </ns0:nvSpPr>
          <ns0:spPr bwMode="auto">
            <ns1:xfrm>
              <ns1:off x="2711064" y="-288450"/>
              <ns1:ext cx="393700" cy="65088"/>
            </ns1:xfrm>
            <ns1:custGeom>
              <ns1:avLst/>
              <ns1:gdLst>
                <ns1:gd name="T0" fmla="*/ 213 w 232"/>
                <ns1:gd name="T1" fmla="*/ 0 h 38"/>
                <ns1:gd name="T2" fmla="*/ 20 w 232"/>
                <ns1:gd name="T3" fmla="*/ 0 h 38"/>
                <ns1:gd name="T4" fmla="*/ 0 w 232"/>
                <ns1:gd name="T5" fmla="*/ 19 h 38"/>
                <ns1:gd name="T6" fmla="*/ 20 w 232"/>
                <ns1:gd name="T7" fmla="*/ 38 h 38"/>
                <ns1:gd name="T8" fmla="*/ 213 w 232"/>
                <ns1:gd name="T9" fmla="*/ 38 h 38"/>
                <ns1:gd name="T10" fmla="*/ 232 w 232"/>
                <ns1:gd name="T11" fmla="*/ 19 h 38"/>
                <ns1:gd name="T12" fmla="*/ 213 w 232"/>
                <ns1:gd name="T13" fmla="*/ 0 h 38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</ns1:cxnLst>
              <ns1:rect l="0" t="0" r="r" b="b"/>
              <ns1:pathLst>
                <ns1:path w="232" h="38">
                  <ns1:moveTo>
                    <ns1:pt x="213" y="0"/>
                  </ns1:moveTo>
                  <ns1:cubicBezTo>
                    <ns1:pt x="20" y="0"/>
                    <ns1:pt x="20" y="0"/>
                    <ns1:pt x="20" y="0"/>
                  </ns1:cubicBezTo>
                  <ns1:cubicBezTo>
                    <ns1:pt x="9" y="0"/>
                    <ns1:pt x="0" y="8"/>
                    <ns1:pt x="0" y="19"/>
                  </ns1:cubicBezTo>
                  <ns1:cubicBezTo>
                    <ns1:pt x="0" y="30"/>
                    <ns1:pt x="9" y="38"/>
                    <ns1:pt x="20" y="38"/>
                  </ns1:cubicBezTo>
                  <ns1:cubicBezTo>
                    <ns1:pt x="213" y="38"/>
                    <ns1:pt x="213" y="38"/>
                    <ns1:pt x="213" y="38"/>
                  </ns1:cubicBezTo>
                  <ns1:cubicBezTo>
                    <ns1:pt x="223" y="38"/>
                    <ns1:pt x="232" y="30"/>
                    <ns1:pt x="232" y="19"/>
                  </ns1:cubicBezTo>
                  <ns1:cubicBezTo>
                    <ns1:pt x="232" y="8"/>
                    <ns1:pt x="223" y="0"/>
                    <ns1:pt x="213" y="0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329" name="Freeform 22"/>
            <ns0:cNvSpPr>
              <ns1:spLocks/>
            </ns0:cNvSpPr>
            <ns0:nvPr/>
          </ns0:nvSpPr>
          <ns0:spPr bwMode="auto">
            <ns1:xfrm>
              <ns1:off x="2711064" y="-158275"/>
              <ns1:ext cx="393700" cy="66675"/>
            </ns1:xfrm>
            <ns1:custGeom>
              <ns1:avLst/>
              <ns1:gdLst>
                <ns1:gd name="T0" fmla="*/ 213 w 232"/>
                <ns1:gd name="T1" fmla="*/ 0 h 39"/>
                <ns1:gd name="T2" fmla="*/ 20 w 232"/>
                <ns1:gd name="T3" fmla="*/ 0 h 39"/>
                <ns1:gd name="T4" fmla="*/ 0 w 232"/>
                <ns1:gd name="T5" fmla="*/ 19 h 39"/>
                <ns1:gd name="T6" fmla="*/ 20 w 232"/>
                <ns1:gd name="T7" fmla="*/ 39 h 39"/>
                <ns1:gd name="T8" fmla="*/ 213 w 232"/>
                <ns1:gd name="T9" fmla="*/ 39 h 39"/>
                <ns1:gd name="T10" fmla="*/ 232 w 232"/>
                <ns1:gd name="T11" fmla="*/ 19 h 39"/>
                <ns1:gd name="T12" fmla="*/ 213 w 232"/>
                <ns1:gd name="T13" fmla="*/ 0 h 39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</ns1:cxnLst>
              <ns1:rect l="0" t="0" r="r" b="b"/>
              <ns1:pathLst>
                <ns1:path w="232" h="39">
                  <ns1:moveTo>
                    <ns1:pt x="213" y="0"/>
                  </ns1:moveTo>
                  <ns1:cubicBezTo>
                    <ns1:pt x="20" y="0"/>
                    <ns1:pt x="20" y="0"/>
                    <ns1:pt x="20" y="0"/>
                  </ns1:cubicBezTo>
                  <ns1:cubicBezTo>
                    <ns1:pt x="9" y="0"/>
                    <ns1:pt x="0" y="9"/>
                    <ns1:pt x="0" y="19"/>
                  </ns1:cubicBezTo>
                  <ns1:cubicBezTo>
                    <ns1:pt x="0" y="30"/>
                    <ns1:pt x="9" y="39"/>
                    <ns1:pt x="20" y="39"/>
                  </ns1:cubicBezTo>
                  <ns1:cubicBezTo>
                    <ns1:pt x="213" y="39"/>
                    <ns1:pt x="213" y="39"/>
                    <ns1:pt x="213" y="39"/>
                  </ns1:cubicBezTo>
                  <ns1:cubicBezTo>
                    <ns1:pt x="223" y="39"/>
                    <ns1:pt x="232" y="30"/>
                    <ns1:pt x="232" y="19"/>
                  </ns1:cubicBezTo>
                  <ns1:cubicBezTo>
                    <ns1:pt x="232" y="9"/>
                    <ns1:pt x="223" y="0"/>
                    <ns1:pt x="213" y="0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330" name="Freeform 23"/>
            <ns0:cNvSpPr>
              <ns1:spLocks/>
            </ns0:cNvSpPr>
            <ns0:nvPr/>
          </ns0:nvSpPr>
          <ns0:spPr bwMode="auto">
            <ns1:xfrm>
              <ns1:off x="2418964" y="-842488"/>
              <ns1:ext cx="260350" cy="260350"/>
            </ns1:xfrm>
            <ns1:custGeom>
              <ns1:avLst/>
              <ns1:gdLst>
                <ns1:gd name="T0" fmla="*/ 135 w 154"/>
                <ns1:gd name="T1" fmla="*/ 0 h 154"/>
                <ns1:gd name="T2" fmla="*/ 0 w 154"/>
                <ns1:gd name="T3" fmla="*/ 135 h 154"/>
                <ns1:gd name="T4" fmla="*/ 19 w 154"/>
                <ns1:gd name="T5" fmla="*/ 154 h 154"/>
                <ns1:gd name="T6" fmla="*/ 38 w 154"/>
                <ns1:gd name="T7" fmla="*/ 135 h 154"/>
                <ns1:gd name="T8" fmla="*/ 135 w 154"/>
                <ns1:gd name="T9" fmla="*/ 38 h 154"/>
                <ns1:gd name="T10" fmla="*/ 154 w 154"/>
                <ns1:gd name="T11" fmla="*/ 19 h 154"/>
                <ns1:gd name="T12" fmla="*/ 135 w 154"/>
                <ns1:gd name="T13" fmla="*/ 0 h 154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</ns1:cxnLst>
              <ns1:rect l="0" t="0" r="r" b="b"/>
              <ns1:pathLst>
                <ns1:path w="154" h="154">
                  <ns1:moveTo>
                    <ns1:pt x="135" y="0"/>
                  </ns1:moveTo>
                  <ns1:cubicBezTo>
                    <ns1:pt x="60" y="0"/>
                    <ns1:pt x="0" y="60"/>
                    <ns1:pt x="0" y="135"/>
                  </ns1:cubicBezTo>
                  <ns1:cubicBezTo>
                    <ns1:pt x="0" y="145"/>
                    <ns1:pt x="8" y="154"/>
                    <ns1:pt x="19" y="154"/>
                  </ns1:cubicBezTo>
                  <ns1:cubicBezTo>
                    <ns1:pt x="30" y="154"/>
                    <ns1:pt x="38" y="145"/>
                    <ns1:pt x="38" y="135"/>
                  </ns1:cubicBezTo>
                  <ns1:cubicBezTo>
                    <ns1:pt x="38" y="81"/>
                    <ns1:pt x="82" y="38"/>
                    <ns1:pt x="135" y="38"/>
                  </ns1:cubicBezTo>
                  <ns1:cubicBezTo>
                    <ns1:pt x="145" y="38"/>
                    <ns1:pt x="154" y="30"/>
                    <ns1:pt x="154" y="19"/>
                  </ns1:cubicBezTo>
                  <ns1:cubicBezTo>
                    <ns1:pt x="154" y="8"/>
                    <ns1:pt x="145" y="0"/>
                    <ns1:pt x="135" y="0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331" name="Freeform 24"/>
            <ns0:cNvSpPr>
              <ns1:spLocks noEditPoints="1"/>
            </ns0:cNvSpPr>
            <ns0:nvPr/>
          </ns0:nvSpPr>
          <ns0:spPr bwMode="auto">
            <ns1:xfrm>
              <ns1:off x="1928427" y="-1529876"/>
              <ns1:ext cx="1960563" cy="1960563"/>
            </ns1:xfrm>
            <ns1:custGeom>
              <ns1:avLst/>
              <ns1:gdLst>
                <ns1:gd name="T0" fmla="*/ 1081 w 1159"/>
                <ns1:gd name="T1" fmla="*/ 316 h 1159"/>
                <ns1:gd name="T2" fmla="*/ 1081 w 1159"/>
                <ns1:gd name="T3" fmla="*/ 154 h 1159"/>
                <ns1:gd name="T4" fmla="*/ 927 w 1159"/>
                <ns1:gd name="T5" fmla="*/ 0 h 1159"/>
                <ns1:gd name="T6" fmla="*/ 232 w 1159"/>
                <ns1:gd name="T7" fmla="*/ 0 h 1159"/>
                <ns1:gd name="T8" fmla="*/ 77 w 1159"/>
                <ns1:gd name="T9" fmla="*/ 154 h 1159"/>
                <ns1:gd name="T10" fmla="*/ 77 w 1159"/>
                <ns1:gd name="T11" fmla="*/ 316 h 1159"/>
                <ns1:gd name="T12" fmla="*/ 0 w 1159"/>
                <ns1:gd name="T13" fmla="*/ 425 h 1159"/>
                <ns1:gd name="T14" fmla="*/ 0 w 1159"/>
                <ns1:gd name="T15" fmla="*/ 618 h 1159"/>
                <ns1:gd name="T16" fmla="*/ 77 w 1159"/>
                <ns1:gd name="T17" fmla="*/ 727 h 1159"/>
                <ns1:gd name="T18" fmla="*/ 77 w 1159"/>
                <ns1:gd name="T19" fmla="*/ 978 h 1159"/>
                <ns1:gd name="T20" fmla="*/ 251 w 1159"/>
                <ns1:gd name="T21" fmla="*/ 1159 h 1159"/>
                <ns1:gd name="T22" fmla="*/ 413 w 1159"/>
                <ns1:gd name="T23" fmla="*/ 1042 h 1159"/>
                <ns1:gd name="T24" fmla="*/ 746 w 1159"/>
                <ns1:gd name="T25" fmla="*/ 1042 h 1159"/>
                <ns1:gd name="T26" fmla="*/ 908 w 1159"/>
                <ns1:gd name="T27" fmla="*/ 1159 h 1159"/>
                <ns1:gd name="T28" fmla="*/ 1081 w 1159"/>
                <ns1:gd name="T29" fmla="*/ 978 h 1159"/>
                <ns1:gd name="T30" fmla="*/ 1081 w 1159"/>
                <ns1:gd name="T31" fmla="*/ 727 h 1159"/>
                <ns1:gd name="T32" fmla="*/ 1159 w 1159"/>
                <ns1:gd name="T33" fmla="*/ 618 h 1159"/>
                <ns1:gd name="T34" fmla="*/ 1159 w 1159"/>
                <ns1:gd name="T35" fmla="*/ 425 h 1159"/>
                <ns1:gd name="T36" fmla="*/ 1081 w 1159"/>
                <ns1:gd name="T37" fmla="*/ 316 h 1159"/>
                <ns1:gd name="T38" fmla="*/ 1081 w 1159"/>
                <ns1:gd name="T39" fmla="*/ 618 h 1159"/>
                <ns1:gd name="T40" fmla="*/ 1043 w 1159"/>
                <ns1:gd name="T41" fmla="*/ 657 h 1159"/>
                <ns1:gd name="T42" fmla="*/ 1004 w 1159"/>
                <ns1:gd name="T43" fmla="*/ 657 h 1159"/>
                <ns1:gd name="T44" fmla="*/ 1004 w 1159"/>
                <ns1:gd name="T45" fmla="*/ 978 h 1159"/>
                <ns1:gd name="T46" fmla="*/ 908 w 1159"/>
                <ns1:gd name="T47" fmla="*/ 1081 h 1159"/>
                <ns1:gd name="T48" fmla="*/ 811 w 1159"/>
                <ns1:gd name="T49" fmla="*/ 978 h 1159"/>
                <ns1:gd name="T50" fmla="*/ 811 w 1159"/>
                <ns1:gd name="T51" fmla="*/ 965 h 1159"/>
                <ns1:gd name="T52" fmla="*/ 347 w 1159"/>
                <ns1:gd name="T53" fmla="*/ 965 h 1159"/>
                <ns1:gd name="T54" fmla="*/ 347 w 1159"/>
                <ns1:gd name="T55" fmla="*/ 978 h 1159"/>
                <ns1:gd name="T56" fmla="*/ 251 w 1159"/>
                <ns1:gd name="T57" fmla="*/ 1081 h 1159"/>
                <ns1:gd name="T58" fmla="*/ 155 w 1159"/>
                <ns1:gd name="T59" fmla="*/ 978 h 1159"/>
                <ns1:gd name="T60" fmla="*/ 155 w 1159"/>
                <ns1:gd name="T61" fmla="*/ 657 h 1159"/>
                <ns1:gd name="T62" fmla="*/ 116 w 1159"/>
                <ns1:gd name="T63" fmla="*/ 657 h 1159"/>
                <ns1:gd name="T64" fmla="*/ 77 w 1159"/>
                <ns1:gd name="T65" fmla="*/ 618 h 1159"/>
                <ns1:gd name="T66" fmla="*/ 77 w 1159"/>
                <ns1:gd name="T67" fmla="*/ 425 h 1159"/>
                <ns1:gd name="T68" fmla="*/ 116 w 1159"/>
                <ns1:gd name="T69" fmla="*/ 386 h 1159"/>
                <ns1:gd name="T70" fmla="*/ 154 w 1159"/>
                <ns1:gd name="T71" fmla="*/ 386 h 1159"/>
                <ns1:gd name="T72" fmla="*/ 154 w 1159"/>
                <ns1:gd name="T73" fmla="*/ 270 h 1159"/>
                <ns1:gd name="T74" fmla="*/ 270 w 1159"/>
                <ns1:gd name="T75" fmla="*/ 155 h 1159"/>
                <ns1:gd name="T76" fmla="*/ 888 w 1159"/>
                <ns1:gd name="T77" fmla="*/ 155 h 1159"/>
                <ns1:gd name="T78" fmla="*/ 1004 w 1159"/>
                <ns1:gd name="T79" fmla="*/ 270 h 1159"/>
                <ns1:gd name="T80" fmla="*/ 1004 w 1159"/>
                <ns1:gd name="T81" fmla="*/ 386 h 1159"/>
                <ns1:gd name="T82" fmla="*/ 1043 w 1159"/>
                <ns1:gd name="T83" fmla="*/ 386 h 1159"/>
                <ns1:gd name="T84" fmla="*/ 1081 w 1159"/>
                <ns1:gd name="T85" fmla="*/ 425 h 1159"/>
                <ns1:gd name="T86" fmla="*/ 1081 w 1159"/>
                <ns1:gd name="T87" fmla="*/ 618 h 1159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  <ns1:cxn ang="0">
                  <ns1:pos x="T30" y="T31"/>
                </ns1:cxn>
                <ns1:cxn ang="0">
                  <ns1:pos x="T32" y="T33"/>
                </ns1:cxn>
                <ns1:cxn ang="0">
                  <ns1:pos x="T34" y="T35"/>
                </ns1:cxn>
                <ns1:cxn ang="0">
                  <ns1:pos x="T36" y="T37"/>
                </ns1:cxn>
                <ns1:cxn ang="0">
                  <ns1:pos x="T38" y="T39"/>
                </ns1:cxn>
                <ns1:cxn ang="0">
                  <ns1:pos x="T40" y="T41"/>
                </ns1:cxn>
                <ns1:cxn ang="0">
                  <ns1:pos x="T42" y="T43"/>
                </ns1:cxn>
                <ns1:cxn ang="0">
                  <ns1:pos x="T44" y="T45"/>
                </ns1:cxn>
                <ns1:cxn ang="0">
                  <ns1:pos x="T46" y="T47"/>
                </ns1:cxn>
                <ns1:cxn ang="0">
                  <ns1:pos x="T48" y="T49"/>
                </ns1:cxn>
                <ns1:cxn ang="0">
                  <ns1:pos x="T50" y="T51"/>
                </ns1:cxn>
                <ns1:cxn ang="0">
                  <ns1:pos x="T52" y="T53"/>
                </ns1:cxn>
                <ns1:cxn ang="0">
                  <ns1:pos x="T54" y="T55"/>
                </ns1:cxn>
                <ns1:cxn ang="0">
                  <ns1:pos x="T56" y="T57"/>
                </ns1:cxn>
                <ns1:cxn ang="0">
                  <ns1:pos x="T58" y="T59"/>
                </ns1:cxn>
                <ns1:cxn ang="0">
                  <ns1:pos x="T60" y="T61"/>
                </ns1:cxn>
                <ns1:cxn ang="0">
                  <ns1:pos x="T62" y="T63"/>
                </ns1:cxn>
                <ns1:cxn ang="0">
                  <ns1:pos x="T64" y="T65"/>
                </ns1:cxn>
                <ns1:cxn ang="0">
                  <ns1:pos x="T66" y="T67"/>
                </ns1:cxn>
                <ns1:cxn ang="0">
                  <ns1:pos x="T68" y="T69"/>
                </ns1:cxn>
                <ns1:cxn ang="0">
                  <ns1:pos x="T70" y="T71"/>
                </ns1:cxn>
                <ns1:cxn ang="0">
                  <ns1:pos x="T72" y="T73"/>
                </ns1:cxn>
                <ns1:cxn ang="0">
                  <ns1:pos x="T74" y="T75"/>
                </ns1:cxn>
                <ns1:cxn ang="0">
                  <ns1:pos x="T76" y="T77"/>
                </ns1:cxn>
                <ns1:cxn ang="0">
                  <ns1:pos x="T78" y="T79"/>
                </ns1:cxn>
                <ns1:cxn ang="0">
                  <ns1:pos x="T80" y="T81"/>
                </ns1:cxn>
                <ns1:cxn ang="0">
                  <ns1:pos x="T82" y="T83"/>
                </ns1:cxn>
                <ns1:cxn ang="0">
                  <ns1:pos x="T84" y="T85"/>
                </ns1:cxn>
                <ns1:cxn ang="0">
                  <ns1:pos x="T86" y="T87"/>
                </ns1:cxn>
              </ns1:cxnLst>
              <ns1:rect l="0" t="0" r="r" b="b"/>
              <ns1:pathLst>
                <ns1:path w="1159" h="1159">
                  <ns1:moveTo>
                    <ns1:pt x="1081" y="316"/>
                  </ns1:moveTo>
                  <ns1:cubicBezTo>
                    <ns1:pt x="1081" y="154"/>
                    <ns1:pt x="1081" y="154"/>
                    <ns1:pt x="1081" y="154"/>
                  </ns1:cubicBezTo>
                  <ns1:cubicBezTo>
                    <ns1:pt x="1081" y="69"/>
                    <ns1:pt x="1012" y="0"/>
                    <ns1:pt x="927" y="0"/>
                  </ns1:cubicBezTo>
                  <ns1:cubicBezTo>
                    <ns1:pt x="232" y="0"/>
                    <ns1:pt x="232" y="0"/>
                    <ns1:pt x="232" y="0"/>
                  </ns1:cubicBezTo>
                  <ns1:cubicBezTo>
                    <ns1:pt x="147" y="0"/>
                    <ns1:pt x="77" y="69"/>
                    <ns1:pt x="77" y="154"/>
                  </ns1:cubicBezTo>
                  <ns1:cubicBezTo>
                    <ns1:pt x="77" y="316"/>
                    <ns1:pt x="77" y="316"/>
                    <ns1:pt x="77" y="316"/>
                  </ns1:cubicBezTo>
                  <ns1:cubicBezTo>
                    <ns1:pt x="32" y="332"/>
                    <ns1:pt x="0" y="374"/>
                    <ns1:pt x="0" y="425"/>
                  </ns1:cubicBezTo>
                  <ns1:cubicBezTo>
                    <ns1:pt x="0" y="618"/>
                    <ns1:pt x="0" y="618"/>
                    <ns1:pt x="0" y="618"/>
                  </ns1:cubicBezTo>
                  <ns1:cubicBezTo>
                    <ns1:pt x="0" y="668"/>
                    <ns1:pt x="32" y="711"/>
                    <ns1:pt x="77" y="727"/>
                  </ns1:cubicBezTo>
                  <ns1:cubicBezTo>
                    <ns1:pt x="77" y="978"/>
                    <ns1:pt x="77" y="978"/>
                    <ns1:pt x="77" y="978"/>
                  </ns1:cubicBezTo>
                  <ns1:cubicBezTo>
                    <ns1:pt x="77" y="1078"/>
                    <ns1:pt x="155" y="1159"/>
                    <ns1:pt x="251" y="1159"/>
                  </ns1:cubicBezTo>
                  <ns1:cubicBezTo>
                    <ns1:pt x="325" y="1159"/>
                    <ns1:pt x="388" y="1110"/>
                    <ns1:pt x="413" y="1042"/>
                  </ns1:cubicBezTo>
                  <ns1:cubicBezTo>
                    <ns1:pt x="746" y="1042"/>
                    <ns1:pt x="746" y="1042"/>
                    <ns1:pt x="746" y="1042"/>
                  </ns1:cubicBezTo>
                  <ns1:cubicBezTo>
                    <ns1:pt x="771" y="1110"/>
                    <ns1:pt x="834" y="1159"/>
                    <ns1:pt x="908" y="1159"/>
                  </ns1:cubicBezTo>
                  <ns1:cubicBezTo>
                    <ns1:pt x="1003" y="1159"/>
                    <ns1:pt x="1081" y="1078"/>
                    <ns1:pt x="1081" y="978"/>
                  </ns1:cubicBezTo>
                  <ns1:cubicBezTo>
                    <ns1:pt x="1081" y="727"/>
                    <ns1:pt x="1081" y="727"/>
                    <ns1:pt x="1081" y="727"/>
                  </ns1:cubicBezTo>
                  <ns1:cubicBezTo>
                    <ns1:pt x="1126" y="711"/>
                    <ns1:pt x="1159" y="668"/>
                    <ns1:pt x="1159" y="618"/>
                  </ns1:cubicBezTo>
                  <ns1:cubicBezTo>
                    <ns1:pt x="1159" y="425"/>
                    <ns1:pt x="1159" y="425"/>
                    <ns1:pt x="1159" y="425"/>
                  </ns1:cubicBezTo>
                  <ns1:cubicBezTo>
                    <ns1:pt x="1159" y="374"/>
                    <ns1:pt x="1126" y="332"/>
                    <ns1:pt x="1081" y="316"/>
                  </ns1:cubicBezTo>
                  <ns1:close/>
                  <ns1:moveTo>
                    <ns1:pt x="1081" y="618"/>
                  </ns1:moveTo>
                  <ns1:cubicBezTo>
                    <ns1:pt x="1081" y="639"/>
                    <ns1:pt x="1064" y="657"/>
                    <ns1:pt x="1043" y="657"/>
                  </ns1:cubicBezTo>
                  <ns1:cubicBezTo>
                    <ns1:pt x="1004" y="657"/>
                    <ns1:pt x="1004" y="657"/>
                    <ns1:pt x="1004" y="657"/>
                  </ns1:cubicBezTo>
                  <ns1:cubicBezTo>
                    <ns1:pt x="1004" y="978"/>
                    <ns1:pt x="1004" y="978"/>
                    <ns1:pt x="1004" y="978"/>
                  </ns1:cubicBezTo>
                  <ns1:cubicBezTo>
                    <ns1:pt x="1004" y="1035"/>
                    <ns1:pt x="961" y="1081"/>
                    <ns1:pt x="908" y="1081"/>
                  </ns1:cubicBezTo>
                  <ns1:cubicBezTo>
                    <ns1:pt x="855" y="1081"/>
                    <ns1:pt x="811" y="1035"/>
                    <ns1:pt x="811" y="978"/>
                  </ns1:cubicBezTo>
                  <ns1:cubicBezTo>
                    <ns1:pt x="811" y="965"/>
                    <ns1:pt x="811" y="965"/>
                    <ns1:pt x="811" y="965"/>
                  </ns1:cubicBezTo>
                  <ns1:cubicBezTo>
                    <ns1:pt x="347" y="965"/>
                    <ns1:pt x="347" y="965"/>
                    <ns1:pt x="347" y="965"/>
                  </ns1:cubicBezTo>
                  <ns1:cubicBezTo>
                    <ns1:pt x="347" y="978"/>
                    <ns1:pt x="347" y="978"/>
                    <ns1:pt x="347" y="978"/>
                  </ns1:cubicBezTo>
                  <ns1:cubicBezTo>
                    <ns1:pt x="347" y="1035"/>
                    <ns1:pt x="304" y="1081"/>
                    <ns1:pt x="251" y="1081"/>
                  </ns1:cubicBezTo>
                  <ns1:cubicBezTo>
                    <ns1:pt x="198" y="1081"/>
                    <ns1:pt x="155" y="1035"/>
                    <ns1:pt x="155" y="978"/>
                  </ns1:cubicBezTo>
                  <ns1:cubicBezTo>
                    <ns1:pt x="155" y="657"/>
                    <ns1:pt x="155" y="657"/>
                    <ns1:pt x="155" y="657"/>
                  </ns1:cubicBezTo>
                  <ns1:cubicBezTo>
                    <ns1:pt x="116" y="657"/>
                    <ns1:pt x="116" y="657"/>
                    <ns1:pt x="116" y="657"/>
                  </ns1:cubicBezTo>
                  <ns1:cubicBezTo>
                    <ns1:pt x="94" y="657"/>
                    <ns1:pt x="77" y="639"/>
                    <ns1:pt x="77" y="618"/>
                  </ns1:cubicBezTo>
                  <ns1:cubicBezTo>
                    <ns1:pt x="77" y="425"/>
                    <ns1:pt x="77" y="425"/>
                    <ns1:pt x="77" y="425"/>
                  </ns1:cubicBezTo>
                  <ns1:cubicBezTo>
                    <ns1:pt x="77" y="403"/>
                    <ns1:pt x="94" y="386"/>
                    <ns1:pt x="116" y="386"/>
                  </ns1:cubicBezTo>
                  <ns1:cubicBezTo>
                    <ns1:pt x="154" y="386"/>
                    <ns1:pt x="154" y="386"/>
                    <ns1:pt x="154" y="386"/>
                  </ns1:cubicBezTo>
                  <ns1:cubicBezTo>
                    <ns1:pt x="154" y="270"/>
                    <ns1:pt x="154" y="270"/>
                    <ns1:pt x="154" y="270"/>
                  </ns1:cubicBezTo>
                  <ns1:cubicBezTo>
                    <ns1:pt x="154" y="193"/>
                    <ns1:pt x="193" y="155"/>
                    <ns1:pt x="270" y="155"/>
                  </ns1:cubicBezTo>
                  <ns1:cubicBezTo>
                    <ns1:pt x="348" y="155"/>
                    <ns1:pt x="811" y="155"/>
                    <ns1:pt x="888" y="155"/>
                  </ns1:cubicBezTo>
                  <ns1:cubicBezTo>
                    <ns1:pt x="965" y="155"/>
                    <ns1:pt x="1004" y="193"/>
                    <ns1:pt x="1004" y="270"/>
                  </ns1:cubicBezTo>
                  <ns1:cubicBezTo>
                    <ns1:pt x="1004" y="386"/>
                    <ns1:pt x="1004" y="386"/>
                    <ns1:pt x="1004" y="386"/>
                  </ns1:cubicBezTo>
                  <ns1:cubicBezTo>
                    <ns1:pt x="1043" y="386"/>
                    <ns1:pt x="1043" y="386"/>
                    <ns1:pt x="1043" y="386"/>
                  </ns1:cubicBezTo>
                  <ns1:cubicBezTo>
                    <ns1:pt x="1064" y="386"/>
                    <ns1:pt x="1081" y="403"/>
                    <ns1:pt x="1081" y="425"/>
                  </ns1:cubicBezTo>
                  <ns1:lnTo>
                    <ns1:pt x="1081" y="618"/>
                  </ns1:ln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332" name="Freeform 25"/>
            <ns0:cNvSpPr>
              <ns1:spLocks noEditPoints="1"/>
            </ns0:cNvSpPr>
            <ns0:nvPr/>
          </ns0:nvSpPr>
          <ns0:spPr bwMode="auto">
            <ns1:xfrm>
              <ns1:off x="2287202" y="-975838"/>
              <ns1:ext cx="1241425" cy="588963"/>
            </ns1:xfrm>
            <ns1:custGeom>
              <ns1:avLst/>
              <ns1:gdLst>
                <ns1:gd name="T0" fmla="*/ 638 w 734"/>
                <ns1:gd name="T1" fmla="*/ 0 h 348"/>
                <ns1:gd name="T2" fmla="*/ 97 w 734"/>
                <ns1:gd name="T3" fmla="*/ 0 h 348"/>
                <ns1:gd name="T4" fmla="*/ 0 w 734"/>
                <ns1:gd name="T5" fmla="*/ 97 h 348"/>
                <ns1:gd name="T6" fmla="*/ 0 w 734"/>
                <ns1:gd name="T7" fmla="*/ 251 h 348"/>
                <ns1:gd name="T8" fmla="*/ 97 w 734"/>
                <ns1:gd name="T9" fmla="*/ 348 h 348"/>
                <ns1:gd name="T10" fmla="*/ 638 w 734"/>
                <ns1:gd name="T11" fmla="*/ 348 h 348"/>
                <ns1:gd name="T12" fmla="*/ 734 w 734"/>
                <ns1:gd name="T13" fmla="*/ 251 h 348"/>
                <ns1:gd name="T14" fmla="*/ 734 w 734"/>
                <ns1:gd name="T15" fmla="*/ 97 h 348"/>
                <ns1:gd name="T16" fmla="*/ 638 w 734"/>
                <ns1:gd name="T17" fmla="*/ 0 h 348"/>
                <ns1:gd name="T18" fmla="*/ 696 w 734"/>
                <ns1:gd name="T19" fmla="*/ 251 h 348"/>
                <ns1:gd name="T20" fmla="*/ 638 w 734"/>
                <ns1:gd name="T21" fmla="*/ 309 h 348"/>
                <ns1:gd name="T22" fmla="*/ 97 w 734"/>
                <ns1:gd name="T23" fmla="*/ 309 h 348"/>
                <ns1:gd name="T24" fmla="*/ 39 w 734"/>
                <ns1:gd name="T25" fmla="*/ 251 h 348"/>
                <ns1:gd name="T26" fmla="*/ 39 w 734"/>
                <ns1:gd name="T27" fmla="*/ 97 h 348"/>
                <ns1:gd name="T28" fmla="*/ 97 w 734"/>
                <ns1:gd name="T29" fmla="*/ 39 h 348"/>
                <ns1:gd name="T30" fmla="*/ 638 w 734"/>
                <ns1:gd name="T31" fmla="*/ 39 h 348"/>
                <ns1:gd name="T32" fmla="*/ 696 w 734"/>
                <ns1:gd name="T33" fmla="*/ 97 h 348"/>
                <ns1:gd name="T34" fmla="*/ 696 w 734"/>
                <ns1:gd name="T35" fmla="*/ 251 h 348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  <ns1:cxn ang="0">
                  <ns1:pos x="T30" y="T31"/>
                </ns1:cxn>
                <ns1:cxn ang="0">
                  <ns1:pos x="T32" y="T33"/>
                </ns1:cxn>
                <ns1:cxn ang="0">
                  <ns1:pos x="T34" y="T35"/>
                </ns1:cxn>
              </ns1:cxnLst>
              <ns1:rect l="0" t="0" r="r" b="b"/>
              <ns1:pathLst>
                <ns1:path w="734" h="348">
                  <ns1:moveTo>
                    <ns1:pt x="638" y="0"/>
                  </ns1:moveTo>
                  <ns1:cubicBezTo>
                    <ns1:pt x="97" y="0"/>
                    <ns1:pt x="97" y="0"/>
                    <ns1:pt x="97" y="0"/>
                  </ns1:cubicBezTo>
                  <ns1:cubicBezTo>
                    <ns1:pt x="44" y="0"/>
                    <ns1:pt x="0" y="44"/>
                    <ns1:pt x="0" y="97"/>
                  </ns1:cubicBezTo>
                  <ns1:cubicBezTo>
                    <ns1:pt x="0" y="251"/>
                    <ns1:pt x="0" y="251"/>
                    <ns1:pt x="0" y="251"/>
                  </ns1:cubicBezTo>
                  <ns1:cubicBezTo>
                    <ns1:pt x="0" y="305"/>
                    <ns1:pt x="44" y="348"/>
                    <ns1:pt x="97" y="348"/>
                  </ns1:cubicBezTo>
                  <ns1:cubicBezTo>
                    <ns1:pt x="638" y="348"/>
                    <ns1:pt x="638" y="348"/>
                    <ns1:pt x="638" y="348"/>
                  </ns1:cubicBezTo>
                  <ns1:cubicBezTo>
                    <ns1:pt x="691" y="348"/>
                    <ns1:pt x="734" y="305"/>
                    <ns1:pt x="734" y="251"/>
                  </ns1:cubicBezTo>
                  <ns1:cubicBezTo>
                    <ns1:pt x="734" y="97"/>
                    <ns1:pt x="734" y="97"/>
                    <ns1:pt x="734" y="97"/>
                  </ns1:cubicBezTo>
                  <ns1:cubicBezTo>
                    <ns1:pt x="734" y="44"/>
                    <ns1:pt x="691" y="0"/>
                    <ns1:pt x="638" y="0"/>
                  </ns1:cubicBezTo>
                  <ns1:close/>
                  <ns1:moveTo>
                    <ns1:pt x="696" y="251"/>
                  </ns1:moveTo>
                  <ns1:cubicBezTo>
                    <ns1:pt x="696" y="283"/>
                    <ns1:pt x="670" y="309"/>
                    <ns1:pt x="638" y="309"/>
                  </ns1:cubicBezTo>
                  <ns1:cubicBezTo>
                    <ns1:pt x="97" y="309"/>
                    <ns1:pt x="97" y="309"/>
                    <ns1:pt x="97" y="309"/>
                  </ns1:cubicBezTo>
                  <ns1:cubicBezTo>
                    <ns1:pt x="65" y="309"/>
                    <ns1:pt x="39" y="283"/>
                    <ns1:pt x="39" y="251"/>
                  </ns1:cubicBezTo>
                  <ns1:cubicBezTo>
                    <ns1:pt x="39" y="97"/>
                    <ns1:pt x="39" y="97"/>
                    <ns1:pt x="39" y="97"/>
                  </ns1:cubicBezTo>
                  <ns1:cubicBezTo>
                    <ns1:pt x="39" y="65"/>
                    <ns1:pt x="65" y="39"/>
                    <ns1:pt x="97" y="39"/>
                  </ns1:cubicBezTo>
                  <ns1:cubicBezTo>
                    <ns1:pt x="638" y="39"/>
                    <ns1:pt x="638" y="39"/>
                    <ns1:pt x="638" y="39"/>
                  </ns1:cubicBezTo>
                  <ns1:cubicBezTo>
                    <ns1:pt x="670" y="39"/>
                    <ns1:pt x="696" y="65"/>
                    <ns1:pt x="696" y="97"/>
                  </ns1:cubicBezTo>
                  <ns1:lnTo>
                    <ns1:pt x="696" y="251"/>
                  </ns1:ln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</ns0:grpSp>
      <ns0:grpSp>
        <ns0:nvGrpSpPr>
          <ns0:cNvPr id="333" name="Group 332"/>
          <ns0:cNvGrpSpPr/>
          <ns0:nvPr/>
        </ns0:nvGrpSpPr>
        <ns0:grpSpPr>
          <ns1:xfrm>
            <ns1:off x="5238039" y="6031824"/>
            <ns1:ext cx="384244" cy="448610"/>
            <ns1:chOff x="3254375" y="804863"/>
            <ns1:chExt cx="625475" cy="730250"/>
          </ns1:xfrm>
          <ns1:solidFill>
            <ns1:schemeClr val="tx1"/>
          </ns1:solidFill>
        </ns0:grpSpPr>
        <ns0:sp>
          <ns0:nvSpPr>
            <ns0:cNvPr id="334" name="Freeform 30"/>
            <ns0:cNvSpPr>
              <ns1:spLocks/>
            </ns0:cNvSpPr>
            <ns0:nvPr/>
          </ns0:nvSpPr>
          <ns0:spPr bwMode="auto">
            <ns1:xfrm>
              <ns1:off x="3254375" y="1208088"/>
              <ns1:ext cx="625475" cy="327025"/>
            </ns1:xfrm>
            <ns1:custGeom>
              <ns1:avLst/>
              <ns1:gdLst>
                <ns1:gd name="T0" fmla="*/ 124 w 164"/>
                <ns1:gd name="T1" fmla="*/ 0 h 86"/>
                <ns1:gd name="T2" fmla="*/ 108 w 164"/>
                <ns1:gd name="T3" fmla="*/ 0 h 86"/>
                <ns1:gd name="T4" fmla="*/ 95 w 164"/>
                <ns1:gd name="T5" fmla="*/ 44 h 86"/>
                <ns1:gd name="T6" fmla="*/ 84 w 164"/>
                <ns1:gd name="T7" fmla="*/ 21 h 86"/>
                <ns1:gd name="T8" fmla="*/ 95 w 164"/>
                <ns1:gd name="T9" fmla="*/ 8 h 86"/>
                <ns1:gd name="T10" fmla="*/ 94 w 164"/>
                <ns1:gd name="T11" fmla="*/ 6 h 86"/>
                <ns1:gd name="T12" fmla="*/ 81 w 164"/>
                <ns1:gd name="T13" fmla="*/ 7 h 86"/>
                <ns1:gd name="T14" fmla="*/ 69 w 164"/>
                <ns1:gd name="T15" fmla="*/ 6 h 86"/>
                <ns1:gd name="T16" fmla="*/ 68 w 164"/>
                <ns1:gd name="T17" fmla="*/ 7 h 86"/>
                <ns1:gd name="T18" fmla="*/ 80 w 164"/>
                <ns1:gd name="T19" fmla="*/ 22 h 86"/>
                <ns1:gd name="T20" fmla="*/ 70 w 164"/>
                <ns1:gd name="T21" fmla="*/ 45 h 86"/>
                <ns1:gd name="T22" fmla="*/ 57 w 164"/>
                <ns1:gd name="T23" fmla="*/ 0 h 86"/>
                <ns1:gd name="T24" fmla="*/ 40 w 164"/>
                <ns1:gd name="T25" fmla="*/ 0 h 86"/>
                <ns1:gd name="T26" fmla="*/ 0 w 164"/>
                <ns1:gd name="T27" fmla="*/ 40 h 86"/>
                <ns1:gd name="T28" fmla="*/ 0 w 164"/>
                <ns1:gd name="T29" fmla="*/ 86 h 86"/>
                <ns1:gd name="T30" fmla="*/ 164 w 164"/>
                <ns1:gd name="T31" fmla="*/ 86 h 86"/>
                <ns1:gd name="T32" fmla="*/ 164 w 164"/>
                <ns1:gd name="T33" fmla="*/ 40 h 86"/>
                <ns1:gd name="T34" fmla="*/ 124 w 164"/>
                <ns1:gd name="T35" fmla="*/ 0 h 86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  <ns1:cxn ang="0">
                  <ns1:pos x="T30" y="T31"/>
                </ns1:cxn>
                <ns1:cxn ang="0">
                  <ns1:pos x="T32" y="T33"/>
                </ns1:cxn>
                <ns1:cxn ang="0">
                  <ns1:pos x="T34" y="T35"/>
                </ns1:cxn>
              </ns1:cxnLst>
              <ns1:rect l="0" t="0" r="r" b="b"/>
              <ns1:pathLst>
                <ns1:path w="164" h="86">
                  <ns1:moveTo>
                    <ns1:pt x="124" y="0"/>
                  </ns1:moveTo>
                  <ns1:cubicBezTo>
                    <ns1:pt x="108" y="0"/>
                    <ns1:pt x="108" y="0"/>
                    <ns1:pt x="108" y="0"/>
                  </ns1:cubicBezTo>
                  <ns1:cubicBezTo>
                    <ns1:pt x="95" y="44"/>
                    <ns1:pt x="95" y="44"/>
                    <ns1:pt x="95" y="44"/>
                  </ns1:cubicBezTo>
                  <ns1:cubicBezTo>
                    <ns1:pt x="84" y="21"/>
                    <ns1:pt x="84" y="21"/>
                    <ns1:pt x="84" y="21"/>
                  </ns1:cubicBezTo>
                  <ns1:cubicBezTo>
                    <ns1:pt x="95" y="8"/>
                    <ns1:pt x="95" y="8"/>
                    <ns1:pt x="95" y="8"/>
                  </ns1:cubicBezTo>
                  <ns1:cubicBezTo>
                    <ns1:pt x="94" y="6"/>
                    <ns1:pt x="94" y="6"/>
                    <ns1:pt x="94" y="6"/>
                  </ns1:cubicBezTo>
                  <ns1:cubicBezTo>
                    <ns1:pt x="90" y="7"/>
                    <ns1:pt x="86" y="7"/>
                    <ns1:pt x="81" y="7"/>
                  </ns1:cubicBezTo>
                  <ns1:cubicBezTo>
                    <ns1:pt x="77" y="7"/>
                    <ns1:pt x="73" y="7"/>
                    <ns1:pt x="69" y="6"/>
                  </ns1:cubicBezTo>
                  <ns1:cubicBezTo>
                    <ns1:pt x="68" y="7"/>
                    <ns1:pt x="68" y="7"/>
                    <ns1:pt x="68" y="7"/>
                  </ns1:cubicBezTo>
                  <ns1:cubicBezTo>
                    <ns1:pt x="80" y="22"/>
                    <ns1:pt x="80" y="22"/>
                    <ns1:pt x="80" y="22"/>
                  </ns1:cubicBezTo>
                  <ns1:cubicBezTo>
                    <ns1:pt x="70" y="45"/>
                    <ns1:pt x="70" y="45"/>
                    <ns1:pt x="70" y="45"/>
                  </ns1:cubicBezTo>
                  <ns1:cubicBezTo>
                    <ns1:pt x="57" y="0"/>
                    <ns1:pt x="57" y="0"/>
                    <ns1:pt x="57" y="0"/>
                  </ns1:cubicBezTo>
                  <ns1:cubicBezTo>
                    <ns1:pt x="40" y="0"/>
                    <ns1:pt x="40" y="0"/>
                    <ns1:pt x="40" y="0"/>
                  </ns1:cubicBezTo>
                  <ns1:cubicBezTo>
                    <ns1:pt x="18" y="0"/>
                    <ns1:pt x="0" y="18"/>
                    <ns1:pt x="0" y="40"/>
                  </ns1:cubicBezTo>
                  <ns1:cubicBezTo>
                    <ns1:pt x="0" y="86"/>
                    <ns1:pt x="0" y="86"/>
                    <ns1:pt x="0" y="86"/>
                  </ns1:cubicBezTo>
                  <ns1:cubicBezTo>
                    <ns1:pt x="164" y="86"/>
                    <ns1:pt x="164" y="86"/>
                    <ns1:pt x="164" y="86"/>
                  </ns1:cubicBezTo>
                  <ns1:cubicBezTo>
                    <ns1:pt x="164" y="40"/>
                    <ns1:pt x="164" y="40"/>
                    <ns1:pt x="164" y="40"/>
                  </ns1:cubicBezTo>
                  <ns1:cubicBezTo>
                    <ns1:pt x="164" y="18"/>
                    <ns1:pt x="147" y="0"/>
                    <ns1:pt x="124" y="0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335" name="Freeform 31"/>
            <ns0:cNvSpPr>
              <ns1:spLocks noEditPoints="1"/>
            </ns0:cNvSpPr>
            <ns0:nvPr/>
          </ns0:nvSpPr>
          <ns0:spPr bwMode="auto">
            <ns1:xfrm>
              <ns1:off x="3379788" y="804863"/>
              <ns1:ext cx="377825" cy="403225"/>
            </ns1:xfrm>
            <ns1:custGeom>
              <ns1:avLst/>
              <ns1:gdLst>
                <ns1:gd name="T0" fmla="*/ 91 w 99"/>
                <ns1:gd name="T1" fmla="*/ 38 h 106"/>
                <ns1:gd name="T2" fmla="*/ 49 w 99"/>
                <ns1:gd name="T3" fmla="*/ 0 h 106"/>
                <ns1:gd name="T4" fmla="*/ 8 w 99"/>
                <ns1:gd name="T5" fmla="*/ 38 h 106"/>
                <ns1:gd name="T6" fmla="*/ 0 w 99"/>
                <ns1:gd name="T7" fmla="*/ 53 h 106"/>
                <ns1:gd name="T8" fmla="*/ 11 w 99"/>
                <ns1:gd name="T9" fmla="*/ 68 h 106"/>
                <ns1:gd name="T10" fmla="*/ 12 w 99"/>
                <ns1:gd name="T11" fmla="*/ 68 h 106"/>
                <ns1:gd name="T12" fmla="*/ 49 w 99"/>
                <ns1:gd name="T13" fmla="*/ 106 h 106"/>
                <ns1:gd name="T14" fmla="*/ 87 w 99"/>
                <ns1:gd name="T15" fmla="*/ 68 h 106"/>
                <ns1:gd name="T16" fmla="*/ 88 w 99"/>
                <ns1:gd name="T17" fmla="*/ 68 h 106"/>
                <ns1:gd name="T18" fmla="*/ 99 w 99"/>
                <ns1:gd name="T19" fmla="*/ 53 h 106"/>
                <ns1:gd name="T20" fmla="*/ 91 w 99"/>
                <ns1:gd name="T21" fmla="*/ 38 h 106"/>
                <ns1:gd name="T22" fmla="*/ 76 w 99"/>
                <ns1:gd name="T23" fmla="*/ 44 h 106"/>
                <ns1:gd name="T24" fmla="*/ 71 w 99"/>
                <ns1:gd name="T25" fmla="*/ 44 h 106"/>
                <ns1:gd name="T26" fmla="*/ 71 w 99"/>
                <ns1:gd name="T27" fmla="*/ 49 h 106"/>
                <ns1:gd name="T28" fmla="*/ 75 w 99"/>
                <ns1:gd name="T29" fmla="*/ 51 h 106"/>
                <ns1:gd name="T30" fmla="*/ 76 w 99"/>
                <ns1:gd name="T31" fmla="*/ 53 h 106"/>
                <ns1:gd name="T32" fmla="*/ 71 w 99"/>
                <ns1:gd name="T33" fmla="*/ 62 h 106"/>
                <ns1:gd name="T34" fmla="*/ 68 w 99"/>
                <ns1:gd name="T35" fmla="*/ 62 h 106"/>
                <ns1:gd name="T36" fmla="*/ 65 w 99"/>
                <ns1:gd name="T37" fmla="*/ 59 h 106"/>
                <ns1:gd name="T38" fmla="*/ 60 w 99"/>
                <ns1:gd name="T39" fmla="*/ 63 h 106"/>
                <ns1:gd name="T40" fmla="*/ 62 w 99"/>
                <ns1:gd name="T41" fmla="*/ 67 h 106"/>
                <ns1:gd name="T42" fmla="*/ 61 w 99"/>
                <ns1:gd name="T43" fmla="*/ 69 h 106"/>
                <ns1:gd name="T44" fmla="*/ 52 w 99"/>
                <ns1:gd name="T45" fmla="*/ 72 h 106"/>
                <ns1:gd name="T46" fmla="*/ 49 w 99"/>
                <ns1:gd name="T47" fmla="*/ 70 h 106"/>
                <ns1:gd name="T48" fmla="*/ 49 w 99"/>
                <ns1:gd name="T49" fmla="*/ 66 h 106"/>
                <ns1:gd name="T50" fmla="*/ 43 w 99"/>
                <ns1:gd name="T51" fmla="*/ 65 h 106"/>
                <ns1:gd name="T52" fmla="*/ 42 w 99"/>
                <ns1:gd name="T53" fmla="*/ 69 h 106"/>
                <ns1:gd name="T54" fmla="*/ 40 w 99"/>
                <ns1:gd name="T55" fmla="*/ 70 h 106"/>
                <ns1:gd name="T56" fmla="*/ 31 w 99"/>
                <ns1:gd name="T57" fmla="*/ 65 h 106"/>
                <ns1:gd name="T58" fmla="*/ 31 w 99"/>
                <ns1:gd name="T59" fmla="*/ 62 h 106"/>
                <ns1:gd name="T60" fmla="*/ 34 w 99"/>
                <ns1:gd name="T61" fmla="*/ 59 h 106"/>
                <ns1:gd name="T62" fmla="*/ 30 w 99"/>
                <ns1:gd name="T63" fmla="*/ 55 h 106"/>
                <ns1:gd name="T64" fmla="*/ 26 w 99"/>
                <ns1:gd name="T65" fmla="*/ 57 h 106"/>
                <ns1:gd name="T66" fmla="*/ 24 w 99"/>
                <ns1:gd name="T67" fmla="*/ 55 h 106"/>
                <ns1:gd name="T68" fmla="*/ 21 w 99"/>
                <ns1:gd name="T69" fmla="*/ 46 h 106"/>
                <ns1:gd name="T70" fmla="*/ 23 w 99"/>
                <ns1:gd name="T71" fmla="*/ 44 h 106"/>
                <ns1:gd name="T72" fmla="*/ 27 w 99"/>
                <ns1:gd name="T73" fmla="*/ 44 h 106"/>
                <ns1:gd name="T74" fmla="*/ 28 w 99"/>
                <ns1:gd name="T75" fmla="*/ 38 h 106"/>
                <ns1:gd name="T76" fmla="*/ 24 w 99"/>
                <ns1:gd name="T77" fmla="*/ 37 h 106"/>
                <ns1:gd name="T78" fmla="*/ 23 w 99"/>
                <ns1:gd name="T79" fmla="*/ 34 h 106"/>
                <ns1:gd name="T80" fmla="*/ 28 w 99"/>
                <ns1:gd name="T81" fmla="*/ 26 h 106"/>
                <ns1:gd name="T82" fmla="*/ 31 w 99"/>
                <ns1:gd name="T83" fmla="*/ 25 h 106"/>
                <ns1:gd name="T84" fmla="*/ 34 w 99"/>
                <ns1:gd name="T85" fmla="*/ 28 h 106"/>
                <ns1:gd name="T86" fmla="*/ 38 w 99"/>
                <ns1:gd name="T87" fmla="*/ 25 h 106"/>
                <ns1:gd name="T88" fmla="*/ 36 w 99"/>
                <ns1:gd name="T89" fmla="*/ 21 h 106"/>
                <ns1:gd name="T90" fmla="*/ 37 w 99"/>
                <ns1:gd name="T91" fmla="*/ 18 h 106"/>
                <ns1:gd name="T92" fmla="*/ 47 w 99"/>
                <ns1:gd name="T93" fmla="*/ 16 h 106"/>
                <ns1:gd name="T94" fmla="*/ 49 w 99"/>
                <ns1:gd name="T95" fmla="*/ 17 h 106"/>
                <ns1:gd name="T96" fmla="*/ 49 w 99"/>
                <ns1:gd name="T97" fmla="*/ 22 h 106"/>
                <ns1:gd name="T98" fmla="*/ 55 w 99"/>
                <ns1:gd name="T99" fmla="*/ 22 h 106"/>
                <ns1:gd name="T100" fmla="*/ 56 w 99"/>
                <ns1:gd name="T101" fmla="*/ 18 h 106"/>
                <ns1:gd name="T102" fmla="*/ 59 w 99"/>
                <ns1:gd name="T103" fmla="*/ 17 h 106"/>
                <ns1:gd name="T104" fmla="*/ 67 w 99"/>
                <ns1:gd name="T105" fmla="*/ 22 h 106"/>
                <ns1:gd name="T106" fmla="*/ 68 w 99"/>
                <ns1:gd name="T107" fmla="*/ 25 h 106"/>
                <ns1:gd name="T108" fmla="*/ 65 w 99"/>
                <ns1:gd name="T109" fmla="*/ 28 h 106"/>
                <ns1:gd name="T110" fmla="*/ 68 w 99"/>
                <ns1:gd name="T111" fmla="*/ 33 h 106"/>
                <ns1:gd name="T112" fmla="*/ 72 w 99"/>
                <ns1:gd name="T113" fmla="*/ 31 h 106"/>
                <ns1:gd name="T114" fmla="*/ 75 w 99"/>
                <ns1:gd name="T115" fmla="*/ 32 h 106"/>
                <ns1:gd name="T116" fmla="*/ 77 w 99"/>
                <ns1:gd name="T117" fmla="*/ 41 h 106"/>
                <ns1:gd name="T118" fmla="*/ 76 w 99"/>
                <ns1:gd name="T119" fmla="*/ 44 h 106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  <ns1:cxn ang="0">
                  <ns1:pos x="T30" y="T31"/>
                </ns1:cxn>
                <ns1:cxn ang="0">
                  <ns1:pos x="T32" y="T33"/>
                </ns1:cxn>
                <ns1:cxn ang="0">
                  <ns1:pos x="T34" y="T35"/>
                </ns1:cxn>
                <ns1:cxn ang="0">
                  <ns1:pos x="T36" y="T37"/>
                </ns1:cxn>
                <ns1:cxn ang="0">
                  <ns1:pos x="T38" y="T39"/>
                </ns1:cxn>
                <ns1:cxn ang="0">
                  <ns1:pos x="T40" y="T41"/>
                </ns1:cxn>
                <ns1:cxn ang="0">
                  <ns1:pos x="T42" y="T43"/>
                </ns1:cxn>
                <ns1:cxn ang="0">
                  <ns1:pos x="T44" y="T45"/>
                </ns1:cxn>
                <ns1:cxn ang="0">
                  <ns1:pos x="T46" y="T47"/>
                </ns1:cxn>
                <ns1:cxn ang="0">
                  <ns1:pos x="T48" y="T49"/>
                </ns1:cxn>
                <ns1:cxn ang="0">
                  <ns1:pos x="T50" y="T51"/>
                </ns1:cxn>
                <ns1:cxn ang="0">
                  <ns1:pos x="T52" y="T53"/>
                </ns1:cxn>
                <ns1:cxn ang="0">
                  <ns1:pos x="T54" y="T55"/>
                </ns1:cxn>
                <ns1:cxn ang="0">
                  <ns1:pos x="T56" y="T57"/>
                </ns1:cxn>
                <ns1:cxn ang="0">
                  <ns1:pos x="T58" y="T59"/>
                </ns1:cxn>
                <ns1:cxn ang="0">
                  <ns1:pos x="T60" y="T61"/>
                </ns1:cxn>
                <ns1:cxn ang="0">
                  <ns1:pos x="T62" y="T63"/>
                </ns1:cxn>
                <ns1:cxn ang="0">
                  <ns1:pos x="T64" y="T65"/>
                </ns1:cxn>
                <ns1:cxn ang="0">
                  <ns1:pos x="T66" y="T67"/>
                </ns1:cxn>
                <ns1:cxn ang="0">
                  <ns1:pos x="T68" y="T69"/>
                </ns1:cxn>
                <ns1:cxn ang="0">
                  <ns1:pos x="T70" y="T71"/>
                </ns1:cxn>
                <ns1:cxn ang="0">
                  <ns1:pos x="T72" y="T73"/>
                </ns1:cxn>
                <ns1:cxn ang="0">
                  <ns1:pos x="T74" y="T75"/>
                </ns1:cxn>
                <ns1:cxn ang="0">
                  <ns1:pos x="T76" y="T77"/>
                </ns1:cxn>
                <ns1:cxn ang="0">
                  <ns1:pos x="T78" y="T79"/>
                </ns1:cxn>
                <ns1:cxn ang="0">
                  <ns1:pos x="T80" y="T81"/>
                </ns1:cxn>
                <ns1:cxn ang="0">
                  <ns1:pos x="T82" y="T83"/>
                </ns1:cxn>
                <ns1:cxn ang="0">
                  <ns1:pos x="T84" y="T85"/>
                </ns1:cxn>
                <ns1:cxn ang="0">
                  <ns1:pos x="T86" y="T87"/>
                </ns1:cxn>
                <ns1:cxn ang="0">
                  <ns1:pos x="T88" y="T89"/>
                </ns1:cxn>
                <ns1:cxn ang="0">
                  <ns1:pos x="T90" y="T91"/>
                </ns1:cxn>
                <ns1:cxn ang="0">
                  <ns1:pos x="T92" y="T93"/>
                </ns1:cxn>
                <ns1:cxn ang="0">
                  <ns1:pos x="T94" y="T95"/>
                </ns1:cxn>
                <ns1:cxn ang="0">
                  <ns1:pos x="T96" y="T97"/>
                </ns1:cxn>
                <ns1:cxn ang="0">
                  <ns1:pos x="T98" y="T99"/>
                </ns1:cxn>
                <ns1:cxn ang="0">
                  <ns1:pos x="T100" y="T101"/>
                </ns1:cxn>
                <ns1:cxn ang="0">
                  <ns1:pos x="T102" y="T103"/>
                </ns1:cxn>
                <ns1:cxn ang="0">
                  <ns1:pos x="T104" y="T105"/>
                </ns1:cxn>
                <ns1:cxn ang="0">
                  <ns1:pos x="T106" y="T107"/>
                </ns1:cxn>
                <ns1:cxn ang="0">
                  <ns1:pos x="T108" y="T109"/>
                </ns1:cxn>
                <ns1:cxn ang="0">
                  <ns1:pos x="T110" y="T111"/>
                </ns1:cxn>
                <ns1:cxn ang="0">
                  <ns1:pos x="T112" y="T113"/>
                </ns1:cxn>
                <ns1:cxn ang="0">
                  <ns1:pos x="T114" y="T115"/>
                </ns1:cxn>
                <ns1:cxn ang="0">
                  <ns1:pos x="T116" y="T117"/>
                </ns1:cxn>
                <ns1:cxn ang="0">
                  <ns1:pos x="T118" y="T119"/>
                </ns1:cxn>
              </ns1:cxnLst>
              <ns1:rect l="0" t="0" r="r" b="b"/>
              <ns1:pathLst>
                <ns1:path w="99" h="106">
                  <ns1:moveTo>
                    <ns1:pt x="91" y="38"/>
                  </ns1:moveTo>
                  <ns1:cubicBezTo>
                    <ns1:pt x="89" y="12"/>
                    <ns1:pt x="71" y="0"/>
                    <ns1:pt x="49" y="0"/>
                  </ns1:cubicBezTo>
                  <ns1:cubicBezTo>
                    <ns1:pt x="27" y="0"/>
                    <ns1:pt x="10" y="12"/>
                    <ns1:pt x="8" y="38"/>
                  </ns1:cubicBezTo>
                  <ns1:cubicBezTo>
                    <ns1:pt x="3" y="40"/>
                    <ns1:pt x="0" y="46"/>
                    <ns1:pt x="0" y="53"/>
                  </ns1:cubicBezTo>
                  <ns1:cubicBezTo>
                    <ns1:pt x="0" y="61"/>
                    <ns1:pt x="5" y="68"/>
                    <ns1:pt x="11" y="68"/>
                  </ns1:cubicBezTo>
                  <ns1:cubicBezTo>
                    <ns1:pt x="11" y="68"/>
                    <ns1:pt x="12" y="68"/>
                    <ns1:pt x="12" y="68"/>
                  </ns1:cubicBezTo>
                  <ns1:cubicBezTo>
                    <ns1:pt x="19" y="88"/>
                    <ns1:pt x="33" y="106"/>
                    <ns1:pt x="49" y="106"/>
                  </ns1:cubicBezTo>
                  <ns1:cubicBezTo>
                    <ns1:pt x="66" y="106"/>
                    <ns1:pt x="80" y="88"/>
                    <ns1:pt x="87" y="68"/>
                  </ns1:cubicBezTo>
                  <ns1:cubicBezTo>
                    <ns1:pt x="87" y="68"/>
                    <ns1:pt x="87" y="68"/>
                    <ns1:pt x="88" y="68"/>
                  </ns1:cubicBezTo>
                  <ns1:cubicBezTo>
                    <ns1:pt x="94" y="68"/>
                    <ns1:pt x="99" y="61"/>
                    <ns1:pt x="99" y="53"/>
                  </ns1:cubicBezTo>
                  <ns1:cubicBezTo>
                    <ns1:pt x="99" y="46"/>
                    <ns1:pt x="95" y="40"/>
                    <ns1:pt x="91" y="38"/>
                  </ns1:cubicBezTo>
                  <ns1:close/>
                  <ns1:moveTo>
                    <ns1:pt x="76" y="44"/>
                  </ns1:moveTo>
                  <ns1:cubicBezTo>
                    <ns1:pt x="71" y="44"/>
                    <ns1:pt x="71" y="44"/>
                    <ns1:pt x="71" y="44"/>
                  </ns1:cubicBezTo>
                  <ns1:cubicBezTo>
                    <ns1:pt x="71" y="46"/>
                    <ns1:pt x="71" y="48"/>
                    <ns1:pt x="71" y="49"/>
                  </ns1:cubicBezTo>
                  <ns1:cubicBezTo>
                    <ns1:pt x="75" y="51"/>
                    <ns1:pt x="75" y="51"/>
                    <ns1:pt x="75" y="51"/>
                  </ns1:cubicBezTo>
                  <ns1:cubicBezTo>
                    <ns1:pt x="76" y="51"/>
                    <ns1:pt x="76" y="52"/>
                    <ns1:pt x="76" y="53"/>
                  </ns1:cubicBezTo>
                  <ns1:cubicBezTo>
                    <ns1:pt x="74" y="56"/>
                    <ns1:pt x="73" y="59"/>
                    <ns1:pt x="71" y="62"/>
                  </ns1:cubicBezTo>
                  <ns1:cubicBezTo>
                    <ns1:pt x="70" y="63"/>
                    <ns1:pt x="69" y="63"/>
                    <ns1:pt x="68" y="62"/>
                  </ns1:cubicBezTo>
                  <ns1:cubicBezTo>
                    <ns1:pt x="65" y="59"/>
                    <ns1:pt x="65" y="59"/>
                    <ns1:pt x="65" y="59"/>
                  </ns1:cubicBezTo>
                  <ns1:cubicBezTo>
                    <ns1:pt x="64" y="61"/>
                    <ns1:pt x="62" y="62"/>
                    <ns1:pt x="60" y="63"/>
                  </ns1:cubicBezTo>
                  <ns1:cubicBezTo>
                    <ns1:pt x="62" y="67"/>
                    <ns1:pt x="62" y="67"/>
                    <ns1:pt x="62" y="67"/>
                  </ns1:cubicBezTo>
                  <ns1:cubicBezTo>
                    <ns1:pt x="63" y="67"/>
                    <ns1:pt x="62" y="69"/>
                    <ns1:pt x="61" y="69"/>
                  </ns1:cubicBezTo>
                  <ns1:cubicBezTo>
                    <ns1:pt x="58" y="71"/>
                    <ns1:pt x="55" y="71"/>
                    <ns1:pt x="52" y="72"/>
                  </ns1:cubicBezTo>
                  <ns1:cubicBezTo>
                    <ns1:pt x="50" y="72"/>
                    <ns1:pt x="49" y="71"/>
                    <ns1:pt x="49" y="70"/>
                  </ns1:cubicBezTo>
                  <ns1:cubicBezTo>
                    <ns1:pt x="49" y="66"/>
                    <ns1:pt x="49" y="66"/>
                    <ns1:pt x="49" y="66"/>
                  </ns1:cubicBezTo>
                  <ns1:cubicBezTo>
                    <ns1:pt x="47" y="66"/>
                    <ns1:pt x="45" y="66"/>
                    <ns1:pt x="43" y="65"/>
                  </ns1:cubicBezTo>
                  <ns1:cubicBezTo>
                    <ns1:pt x="42" y="69"/>
                    <ns1:pt x="42" y="69"/>
                    <ns1:pt x="42" y="69"/>
                  </ns1:cubicBezTo>
                  <ns1:cubicBezTo>
                    <ns1:pt x="42" y="70"/>
                    <ns1:pt x="41" y="71"/>
                    <ns1:pt x="40" y="70"/>
                  </ns1:cubicBezTo>
                  <ns1:cubicBezTo>
                    <ns1:pt x="37" y="69"/>
                    <ns1:pt x="34" y="67"/>
                    <ns1:pt x="31" y="65"/>
                  </ns1:cubicBezTo>
                  <ns1:cubicBezTo>
                    <ns1:pt x="30" y="64"/>
                    <ns1:pt x="30" y="63"/>
                    <ns1:pt x="31" y="62"/>
                  </ns1:cubicBezTo>
                  <ns1:cubicBezTo>
                    <ns1:pt x="34" y="59"/>
                    <ns1:pt x="34" y="59"/>
                    <ns1:pt x="34" y="59"/>
                  </ns1:cubicBezTo>
                  <ns1:cubicBezTo>
                    <ns1:pt x="32" y="58"/>
                    <ns1:pt x="31" y="56"/>
                    <ns1:pt x="30" y="55"/>
                  </ns1:cubicBezTo>
                  <ns1:cubicBezTo>
                    <ns1:pt x="26" y="57"/>
                    <ns1:pt x="26" y="57"/>
                    <ns1:pt x="26" y="57"/>
                  </ns1:cubicBezTo>
                  <ns1:cubicBezTo>
                    <ns1:pt x="26" y="57"/>
                    <ns1:pt x="24" y="57"/>
                    <ns1:pt x="24" y="55"/>
                  </ns1:cubicBezTo>
                  <ns1:cubicBezTo>
                    <ns1:pt x="22" y="53"/>
                    <ns1:pt x="22" y="49"/>
                    <ns1:pt x="21" y="46"/>
                  </ns1:cubicBezTo>
                  <ns1:cubicBezTo>
                    <ns1:pt x="21" y="45"/>
                    <ns1:pt x="22" y="44"/>
                    <ns1:pt x="23" y="44"/>
                  </ns1:cubicBezTo>
                  <ns1:cubicBezTo>
                    <ns1:pt x="27" y="44"/>
                    <ns1:pt x="27" y="44"/>
                    <ns1:pt x="27" y="44"/>
                  </ns1:cubicBezTo>
                  <ns1:cubicBezTo>
                    <ns1:pt x="27" y="42"/>
                    <ns1:pt x="27" y="40"/>
                    <ns1:pt x="28" y="38"/>
                  </ns1:cubicBezTo>
                  <ns1:cubicBezTo>
                    <ns1:pt x="24" y="37"/>
                    <ns1:pt x="24" y="37"/>
                    <ns1:pt x="24" y="37"/>
                  </ns1:cubicBezTo>
                  <ns1:cubicBezTo>
                    <ns1:pt x="23" y="37"/>
                    <ns1:pt x="22" y="35"/>
                    <ns1:pt x="23" y="34"/>
                  </ns1:cubicBezTo>
                  <ns1:cubicBezTo>
                    <ns1:pt x="24" y="31"/>
                    <ns1:pt x="26" y="28"/>
                    <ns1:pt x="28" y="26"/>
                  </ns1:cubicBezTo>
                  <ns1:cubicBezTo>
                    <ns1:pt x="29" y="25"/>
                    <ns1:pt x="30" y="24"/>
                    <ns1:pt x="31" y="25"/>
                  </ns1:cubicBezTo>
                  <ns1:cubicBezTo>
                    <ns1:pt x="34" y="28"/>
                    <ns1:pt x="34" y="28"/>
                    <ns1:pt x="34" y="28"/>
                  </ns1:cubicBezTo>
                  <ns1:cubicBezTo>
                    <ns1:pt x="35" y="27"/>
                    <ns1:pt x="36" y="25"/>
                    <ns1:pt x="38" y="25"/>
                  </ns1:cubicBezTo>
                  <ns1:cubicBezTo>
                    <ns1:pt x="36" y="21"/>
                    <ns1:pt x="36" y="21"/>
                    <ns1:pt x="36" y="21"/>
                  </ns1:cubicBezTo>
                  <ns1:cubicBezTo>
                    <ns1:pt x="36" y="20"/>
                    <ns1:pt x="36" y="19"/>
                    <ns1:pt x="37" y="18"/>
                  </ns1:cubicBezTo>
                  <ns1:cubicBezTo>
                    <ns1:pt x="40" y="17"/>
                    <ns1:pt x="44" y="16"/>
                    <ns1:pt x="47" y="16"/>
                  </ns1:cubicBezTo>
                  <ns1:cubicBezTo>
                    <ns1:pt x="48" y="16"/>
                    <ns1:pt x="49" y="16"/>
                    <ns1:pt x="49" y="17"/>
                  </ns1:cubicBezTo>
                  <ns1:cubicBezTo>
                    <ns1:pt x="49" y="22"/>
                    <ns1:pt x="49" y="22"/>
                    <ns1:pt x="49" y="22"/>
                  </ns1:cubicBezTo>
                  <ns1:cubicBezTo>
                    <ns1:pt x="51" y="22"/>
                    <ns1:pt x="53" y="22"/>
                    <ns1:pt x="55" y="22"/>
                  </ns1:cubicBezTo>
                  <ns1:cubicBezTo>
                    <ns1:pt x="56" y="18"/>
                    <ns1:pt x="56" y="18"/>
                    <ns1:pt x="56" y="18"/>
                  </ns1:cubicBezTo>
                  <ns1:cubicBezTo>
                    <ns1:pt x="56" y="17"/>
                    <ns1:pt x="58" y="17"/>
                    <ns1:pt x="59" y="17"/>
                  </ns1:cubicBezTo>
                  <ns1:cubicBezTo>
                    <ns1:pt x="62" y="19"/>
                    <ns1:pt x="65" y="20"/>
                    <ns1:pt x="67" y="22"/>
                  </ns1:cubicBezTo>
                  <ns1:cubicBezTo>
                    <ns1:pt x="68" y="23"/>
                    <ns1:pt x="69" y="24"/>
                    <ns1:pt x="68" y="25"/>
                  </ns1:cubicBezTo>
                  <ns1:cubicBezTo>
                    <ns1:pt x="65" y="28"/>
                    <ns1:pt x="65" y="28"/>
                    <ns1:pt x="65" y="28"/>
                  </ns1:cubicBezTo>
                  <ns1:cubicBezTo>
                    <ns1:pt x="66" y="29"/>
                    <ns1:pt x="67" y="31"/>
                    <ns1:pt x="68" y="33"/>
                  </ns1:cubicBezTo>
                  <ns1:cubicBezTo>
                    <ns1:pt x="72" y="31"/>
                    <ns1:pt x="72" y="31"/>
                    <ns1:pt x="72" y="31"/>
                  </ns1:cubicBezTo>
                  <ns1:cubicBezTo>
                    <ns1:pt x="73" y="30"/>
                    <ns1:pt x="74" y="31"/>
                    <ns1:pt x="75" y="32"/>
                  </ns1:cubicBezTo>
                  <ns1:cubicBezTo>
                    <ns1:pt x="76" y="35"/>
                    <ns1:pt x="77" y="38"/>
                    <ns1:pt x="77" y="41"/>
                  </ns1:cubicBezTo>
                  <ns1:cubicBezTo>
                    <ns1:pt x="77" y="43"/>
                    <ns1:pt x="77" y="44"/>
                    <ns1:pt x="76" y="44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336" name="Oval 32"/>
            <ns0:cNvSpPr>
              <ns1:spLocks noChangeArrowheads="1"/>
            </ns0:cNvSpPr>
            <ns0:nvPr/>
          </ns0:nvSpPr>
          <ns0:spPr bwMode="auto">
            <ns1:xfrm>
              <ns1:off x="3521075" y="927101"/>
              <ns1:ext cx="92075" cy="92075"/>
            </ns1:xfrm>
            <ns1:prstGeom prst="ellipse">
              <ns1:avLst/>
            </ns1:pr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</ns0:grpSp>
      <ns0:sp>
        <ns0:nvSpPr>
          <ns0:cNvPr id="337" name="Freeform 165"/>
          <ns0:cNvSpPr>
            <ns1:spLocks noEditPoints="1"/>
          </ns0:cNvSpPr>
          <ns0:nvPr/>
        </ns0:nvSpPr>
        <ns0:spPr bwMode="auto">
          <ns1:xfrm>
            <ns1:off x="7294584" y="6085592"/>
            <ns1:ext cx="338831" cy="341074"/>
          </ns1:xfrm>
          <ns1:custGeom>
            <ns1:avLst/>
            <ns1:gdLst>
              <ns1:gd name="T0" fmla="*/ 76 w 151"/>
              <ns1:gd name="T1" fmla="*/ 0 h 152"/>
              <ns1:gd name="T2" fmla="*/ 9 w 151"/>
              <ns1:gd name="T3" fmla="*/ 142 h 152"/>
              <ns1:gd name="T4" fmla="*/ 0 w 151"/>
              <ns1:gd name="T5" fmla="*/ 152 h 152"/>
              <ns1:gd name="T6" fmla="*/ 151 w 151"/>
              <ns1:gd name="T7" fmla="*/ 38 h 152"/>
              <ns1:gd name="T8" fmla="*/ 57 w 151"/>
              <ns1:gd name="T9" fmla="*/ 142 h 152"/>
              <ns1:gd name="T10" fmla="*/ 28 w 151"/>
              <ns1:gd name="T11" fmla="*/ 123 h 152"/>
              <ns1:gd name="T12" fmla="*/ 57 w 151"/>
              <ns1:gd name="T13" fmla="*/ 142 h 152"/>
              <ns1:gd name="T14" fmla="*/ 19 w 151"/>
              <ns1:gd name="T15" fmla="*/ 104 h 152"/>
              <ns1:gd name="T16" fmla="*/ 66 w 151"/>
              <ns1:gd name="T17" fmla="*/ 95 h 152"/>
              <ns1:gd name="T18" fmla="*/ 66 w 151"/>
              <ns1:gd name="T19" fmla="*/ 85 h 152"/>
              <ns1:gd name="T20" fmla="*/ 19 w 151"/>
              <ns1:gd name="T21" fmla="*/ 76 h 152"/>
              <ns1:gd name="T22" fmla="*/ 66 w 151"/>
              <ns1:gd name="T23" fmla="*/ 85 h 152"/>
              <ns1:gd name="T24" fmla="*/ 19 w 151"/>
              <ns1:gd name="T25" fmla="*/ 66 h 152"/>
              <ns1:gd name="T26" fmla="*/ 66 w 151"/>
              <ns1:gd name="T27" fmla="*/ 57 h 152"/>
              <ns1:gd name="T28" fmla="*/ 66 w 151"/>
              <ns1:gd name="T29" fmla="*/ 47 h 152"/>
              <ns1:gd name="T30" fmla="*/ 19 w 151"/>
              <ns1:gd name="T31" fmla="*/ 38 h 152"/>
              <ns1:gd name="T32" fmla="*/ 66 w 151"/>
              <ns1:gd name="T33" fmla="*/ 47 h 152"/>
              <ns1:gd name="T34" fmla="*/ 19 w 151"/>
              <ns1:gd name="T35" fmla="*/ 29 h 152"/>
              <ns1:gd name="T36" fmla="*/ 66 w 151"/>
              <ns1:gd name="T37" fmla="*/ 19 h 152"/>
              <ns1:gd name="T38" fmla="*/ 113 w 151"/>
              <ns1:gd name="T39" fmla="*/ 133 h 152"/>
              <ns1:gd name="T40" fmla="*/ 95 w 151"/>
              <ns1:gd name="T41" fmla="*/ 114 h 152"/>
              <ns1:gd name="T42" fmla="*/ 113 w 151"/>
              <ns1:gd name="T43" fmla="*/ 133 h 152"/>
              <ns1:gd name="T44" fmla="*/ 95 w 151"/>
              <ns1:gd name="T45" fmla="*/ 104 h 152"/>
              <ns1:gd name="T46" fmla="*/ 113 w 151"/>
              <ns1:gd name="T47" fmla="*/ 85 h 152"/>
              <ns1:gd name="T48" fmla="*/ 113 w 151"/>
              <ns1:gd name="T49" fmla="*/ 76 h 152"/>
              <ns1:gd name="T50" fmla="*/ 95 w 151"/>
              <ns1:gd name="T51" fmla="*/ 57 h 152"/>
              <ns1:gd name="T52" fmla="*/ 113 w 151"/>
              <ns1:gd name="T53" fmla="*/ 76 h 152"/>
              <ns1:gd name="T54" fmla="*/ 123 w 151"/>
              <ns1:gd name="T55" fmla="*/ 133 h 152"/>
              <ns1:gd name="T56" fmla="*/ 142 w 151"/>
              <ns1:gd name="T57" fmla="*/ 114 h 152"/>
              <ns1:gd name="T58" fmla="*/ 142 w 151"/>
              <ns1:gd name="T59" fmla="*/ 104 h 152"/>
              <ns1:gd name="T60" fmla="*/ 123 w 151"/>
              <ns1:gd name="T61" fmla="*/ 85 h 152"/>
              <ns1:gd name="T62" fmla="*/ 142 w 151"/>
              <ns1:gd name="T63" fmla="*/ 104 h 152"/>
              <ns1:gd name="T64" fmla="*/ 123 w 151"/>
              <ns1:gd name="T65" fmla="*/ 76 h 152"/>
              <ns1:gd name="T66" fmla="*/ 142 w 151"/>
              <ns1:gd name="T67" fmla="*/ 57 h 152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  <ns1:cxn ang="0">
                <ns1:pos x="T32" y="T33"/>
              </ns1:cxn>
              <ns1:cxn ang="0">
                <ns1:pos x="T34" y="T35"/>
              </ns1:cxn>
              <ns1:cxn ang="0">
                <ns1:pos x="T36" y="T37"/>
              </ns1:cxn>
              <ns1:cxn ang="0">
                <ns1:pos x="T38" y="T39"/>
              </ns1:cxn>
              <ns1:cxn ang="0">
                <ns1:pos x="T40" y="T41"/>
              </ns1:cxn>
              <ns1:cxn ang="0">
                <ns1:pos x="T42" y="T43"/>
              </ns1:cxn>
              <ns1:cxn ang="0">
                <ns1:pos x="T44" y="T45"/>
              </ns1:cxn>
              <ns1:cxn ang="0">
                <ns1:pos x="T46" y="T47"/>
              </ns1:cxn>
              <ns1:cxn ang="0">
                <ns1:pos x="T48" y="T49"/>
              </ns1:cxn>
              <ns1:cxn ang="0">
                <ns1:pos x="T50" y="T51"/>
              </ns1:cxn>
              <ns1:cxn ang="0">
                <ns1:pos x="T52" y="T53"/>
              </ns1:cxn>
              <ns1:cxn ang="0">
                <ns1:pos x="T54" y="T55"/>
              </ns1:cxn>
              <ns1:cxn ang="0">
                <ns1:pos x="T56" y="T57"/>
              </ns1:cxn>
              <ns1:cxn ang="0">
                <ns1:pos x="T58" y="T59"/>
              </ns1:cxn>
              <ns1:cxn ang="0">
                <ns1:pos x="T60" y="T61"/>
              </ns1:cxn>
              <ns1:cxn ang="0">
                <ns1:pos x="T62" y="T63"/>
              </ns1:cxn>
              <ns1:cxn ang="0">
                <ns1:pos x="T64" y="T65"/>
              </ns1:cxn>
              <ns1:cxn ang="0">
                <ns1:pos x="T66" y="T67"/>
              </ns1:cxn>
            </ns1:cxnLst>
            <ns1:rect l="0" t="0" r="r" b="b"/>
            <ns1:pathLst>
              <ns1:path w="151" h="152">
                <ns1:moveTo>
                  <ns1:pt x="76" y="38"/>
                </ns1:moveTo>
                <ns1:lnTo>
                  <ns1:pt x="76" y="0"/>
                </ns1:lnTo>
                <ns1:lnTo>
                  <ns1:pt x="9" y="0"/>
                </ns1:lnTo>
                <ns1:lnTo>
                  <ns1:pt x="9" y="142"/>
                </ns1:lnTo>
                <ns1:lnTo>
                  <ns1:pt x="0" y="142"/>
                </ns1:lnTo>
                <ns1:lnTo>
                  <ns1:pt x="0" y="152"/>
                </ns1:lnTo>
                <ns1:lnTo>
                  <ns1:pt x="151" y="152"/>
                </ns1:lnTo>
                <ns1:lnTo>
                  <ns1:pt x="151" y="38"/>
                </ns1:lnTo>
                <ns1:lnTo>
                  <ns1:pt x="76" y="38"/>
                </ns1:lnTo>
                <ns1:close/>
                <ns1:moveTo>
                  <ns1:pt x="57" y="142"/>
                </ns1:moveTo>
                <ns1:lnTo>
                  <ns1:pt x="28" y="142"/>
                </ns1:lnTo>
                <ns1:lnTo>
                  <ns1:pt x="28" y="123"/>
                </ns1:lnTo>
                <ns1:lnTo>
                  <ns1:pt x="57" y="123"/>
                </ns1:lnTo>
                <ns1:lnTo>
                  <ns1:pt x="57" y="142"/>
                </ns1:lnTo>
                <ns1:close/>
                <ns1:moveTo>
                  <ns1:pt x="66" y="104"/>
                </ns1:moveTo>
                <ns1:lnTo>
                  <ns1:pt x="19" y="104"/>
                </ns1:lnTo>
                <ns1:lnTo>
                  <ns1:pt x="19" y="95"/>
                </ns1:lnTo>
                <ns1:lnTo>
                  <ns1:pt x="66" y="95"/>
                </ns1:lnTo>
                <ns1:lnTo>
                  <ns1:pt x="66" y="104"/>
                </ns1:lnTo>
                <ns1:close/>
                <ns1:moveTo>
                  <ns1:pt x="66" y="85"/>
                </ns1:moveTo>
                <ns1:lnTo>
                  <ns1:pt x="19" y="85"/>
                </ns1:lnTo>
                <ns1:lnTo>
                  <ns1:pt x="19" y="76"/>
                </ns1:lnTo>
                <ns1:lnTo>
                  <ns1:pt x="66" y="76"/>
                </ns1:lnTo>
                <ns1:lnTo>
                  <ns1:pt x="66" y="85"/>
                </ns1:lnTo>
                <ns1:close/>
                <ns1:moveTo>
                  <ns1:pt x="66" y="66"/>
                </ns1:moveTo>
                <ns1:lnTo>
                  <ns1:pt x="19" y="66"/>
                </ns1:lnTo>
                <ns1:lnTo>
                  <ns1:pt x="19" y="57"/>
                </ns1:lnTo>
                <ns1:lnTo>
                  <ns1:pt x="66" y="57"/>
                </ns1:lnTo>
                <ns1:lnTo>
                  <ns1:pt x="66" y="66"/>
                </ns1:lnTo>
                <ns1:close/>
                <ns1:moveTo>
                  <ns1:pt x="66" y="47"/>
                </ns1:moveTo>
                <ns1:lnTo>
                  <ns1:pt x="19" y="47"/>
                </ns1:lnTo>
                <ns1:lnTo>
                  <ns1:pt x="19" y="38"/>
                </ns1:lnTo>
                <ns1:lnTo>
                  <ns1:pt x="66" y="38"/>
                </ns1:lnTo>
                <ns1:lnTo>
                  <ns1:pt x="66" y="47"/>
                </ns1:lnTo>
                <ns1:close/>
                <ns1:moveTo>
                  <ns1:pt x="66" y="29"/>
                </ns1:moveTo>
                <ns1:lnTo>
                  <ns1:pt x="19" y="29"/>
                </ns1:lnTo>
                <ns1:lnTo>
                  <ns1:pt x="19" y="19"/>
                </ns1:lnTo>
                <ns1:lnTo>
                  <ns1:pt x="66" y="19"/>
                </ns1:lnTo>
                <ns1:lnTo>
                  <ns1:pt x="66" y="29"/>
                </ns1:lnTo>
                <ns1:close/>
                <ns1:moveTo>
                  <ns1:pt x="113" y="133"/>
                </ns1:moveTo>
                <ns1:lnTo>
                  <ns1:pt x="95" y="133"/>
                </ns1:lnTo>
                <ns1:lnTo>
                  <ns1:pt x="95" y="114"/>
                </ns1:lnTo>
                <ns1:lnTo>
                  <ns1:pt x="113" y="114"/>
                </ns1:lnTo>
                <ns1:lnTo>
                  <ns1:pt x="113" y="133"/>
                </ns1:lnTo>
                <ns1:close/>
                <ns1:moveTo>
                  <ns1:pt x="113" y="104"/>
                </ns1:moveTo>
                <ns1:lnTo>
                  <ns1:pt x="95" y="104"/>
                </ns1:lnTo>
                <ns1:lnTo>
                  <ns1:pt x="95" y="85"/>
                </ns1:lnTo>
                <ns1:lnTo>
                  <ns1:pt x="113" y="85"/>
                </ns1:lnTo>
                <ns1:lnTo>
                  <ns1:pt x="113" y="104"/>
                </ns1:lnTo>
                <ns1:close/>
                <ns1:moveTo>
                  <ns1:pt x="113" y="76"/>
                </ns1:moveTo>
                <ns1:lnTo>
                  <ns1:pt x="95" y="76"/>
                </ns1:lnTo>
                <ns1:lnTo>
                  <ns1:pt x="95" y="57"/>
                </ns1:lnTo>
                <ns1:lnTo>
                  <ns1:pt x="113" y="57"/>
                </ns1:lnTo>
                <ns1:lnTo>
                  <ns1:pt x="113" y="76"/>
                </ns1:lnTo>
                <ns1:close/>
                <ns1:moveTo>
                  <ns1:pt x="142" y="133"/>
                </ns1:moveTo>
                <ns1:lnTo>
                  <ns1:pt x="123" y="133"/>
                </ns1:lnTo>
                <ns1:lnTo>
                  <ns1:pt x="123" y="114"/>
                </ns1:lnTo>
                <ns1:lnTo>
                  <ns1:pt x="142" y="114"/>
                </ns1:lnTo>
                <ns1:lnTo>
                  <ns1:pt x="142" y="133"/>
                </ns1:lnTo>
                <ns1:close/>
                <ns1:moveTo>
                  <ns1:pt x="142" y="104"/>
                </ns1:moveTo>
                <ns1:lnTo>
                  <ns1:pt x="123" y="104"/>
                </ns1:lnTo>
                <ns1:lnTo>
                  <ns1:pt x="123" y="85"/>
                </ns1:lnTo>
                <ns1:lnTo>
                  <ns1:pt x="142" y="85"/>
                </ns1:lnTo>
                <ns1:lnTo>
                  <ns1:pt x="142" y="104"/>
                </ns1:lnTo>
                <ns1:close/>
                <ns1:moveTo>
                  <ns1:pt x="142" y="76"/>
                </ns1:moveTo>
                <ns1:lnTo>
                  <ns1:pt x="123" y="76"/>
                </ns1:lnTo>
                <ns1:lnTo>
                  <ns1:pt x="123" y="57"/>
                </ns1:lnTo>
                <ns1:lnTo>
                  <ns1:pt x="142" y="57"/>
                </ns1:lnTo>
                <ns1:lnTo>
                  <ns1:pt x="142" y="76"/>
                </ns1:lnTo>
                <ns1:close/>
              </ns1:path>
            </ns1:pathLst>
          </ns1:custGeom>
          <ns1:solidFill>
            <ns1:schemeClr val="tx1"/>
          </ns1:solidFill>
          <ns1:ln>
            <ns1:noFill/>
          </ns1:ln>
          <ns1:extLst/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id-ID" sz="2700"/>
          </ns1:p>
        </ns0:txBody>
      </ns0:sp>
      <ns0:grpSp>
        <ns0:nvGrpSpPr>
          <ns0:cNvPr id="338" name="Group 337"/>
          <ns0:cNvGrpSpPr/>
          <ns0:nvPr/>
        </ns0:nvGrpSpPr>
        <ns0:grpSpPr>
          <ns1:xfrm>
            <ns1:off x="6115406" y="6116974"/>
            <ns1:ext cx="629510" cy="278310"/>
            <ns1:chOff x="2865438" y="5287963"/>
            <ns1:chExt cx="754062" cy="333375"/>
          </ns1:xfrm>
          <ns1:solidFill>
            <ns1:schemeClr val="tx1"/>
          </ns1:solidFill>
        </ns0:grpSpPr>
        <ns0:sp>
          <ns0:nvSpPr>
            <ns0:cNvPr id="339" name="Freeform 31"/>
            <ns0:cNvSpPr>
              <ns1:spLocks/>
            </ns0:cNvSpPr>
            <ns0:nvPr/>
          </ns0:nvSpPr>
          <ns0:spPr bwMode="auto">
            <ns1:xfrm>
              <ns1:off x="3173413" y="5508626"/>
              <ns1:ext cx="92075" cy="93663"/>
            </ns1:xfrm>
            <ns1:custGeom>
              <ns1:avLst/>
              <ns1:gdLst>
                <ns1:gd name="T0" fmla="*/ 23 w 24"/>
                <ns1:gd name="T1" fmla="*/ 7 h 24"/>
                <ns1:gd name="T2" fmla="*/ 24 w 24"/>
                <ns1:gd name="T3" fmla="*/ 3 h 24"/>
                <ns1:gd name="T4" fmla="*/ 22 w 24"/>
                <ns1:gd name="T5" fmla="*/ 1 h 24"/>
                <ns1:gd name="T6" fmla="*/ 20 w 24"/>
                <ns1:gd name="T7" fmla="*/ 0 h 24"/>
                <ns1:gd name="T8" fmla="*/ 16 w 24"/>
                <ns1:gd name="T9" fmla="*/ 2 h 24"/>
                <ns1:gd name="T10" fmla="*/ 0 w 24"/>
                <ns1:gd name="T11" fmla="*/ 22 h 24"/>
                <ns1:gd name="T12" fmla="*/ 8 w 24"/>
                <ns1:gd name="T13" fmla="*/ 24 h 24"/>
                <ns1:gd name="T14" fmla="*/ 8 w 24"/>
                <ns1:gd name="T15" fmla="*/ 24 h 24"/>
                <ns1:gd name="T16" fmla="*/ 21 w 24"/>
                <ns1:gd name="T17" fmla="*/ 9 h 24"/>
                <ns1:gd name="T18" fmla="*/ 23 w 24"/>
                <ns1:gd name="T19" fmla="*/ 7 h 24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</ns1:cxnLst>
              <ns1:rect l="0" t="0" r="r" b="b"/>
              <ns1:pathLst>
                <ns1:path w="24" h="24">
                  <ns1:moveTo>
                    <ns1:pt x="23" y="7"/>
                  </ns1:moveTo>
                  <ns1:cubicBezTo>
                    <ns1:pt x="23" y="6"/>
                    <ns1:pt x="24" y="5"/>
                    <ns1:pt x="24" y="3"/>
                  </ns1:cubicBezTo>
                  <ns1:cubicBezTo>
                    <ns1:pt x="23" y="2"/>
                    <ns1:pt x="23" y="2"/>
                    <ns1:pt x="22" y="1"/>
                  </ns1:cubicBezTo>
                  <ns1:cubicBezTo>
                    <ns1:pt x="22" y="0"/>
                    <ns1:pt x="21" y="0"/>
                    <ns1:pt x="20" y="0"/>
                  </ns1:cubicBezTo>
                  <ns1:cubicBezTo>
                    <ns1:pt x="18" y="0"/>
                    <ns1:pt x="17" y="1"/>
                    <ns1:pt x="16" y="2"/>
                  </ns1:cubicBezTo>
                  <ns1:cubicBezTo>
                    <ns1:pt x="0" y="22"/>
                    <ns1:pt x="0" y="22"/>
                    <ns1:pt x="0" y="22"/>
                  </ns1:cubicBezTo>
                  <ns1:cubicBezTo>
                    <ns1:pt x="3" y="23"/>
                    <ns1:pt x="5" y="23"/>
                    <ns1:pt x="8" y="24"/>
                  </ns1:cubicBezTo>
                  <ns1:cubicBezTo>
                    <ns1:pt x="8" y="24"/>
                    <ns1:pt x="8" y="24"/>
                    <ns1:pt x="8" y="24"/>
                  </ns1:cubicBezTo>
                  <ns1:cubicBezTo>
                    <ns1:pt x="21" y="9"/>
                    <ns1:pt x="21" y="9"/>
                    <ns1:pt x="21" y="9"/>
                  </ns1:cubicBezTo>
                  <ns1:cubicBezTo>
                    <ns1:pt x="21" y="8"/>
                    <ns1:pt x="22" y="7"/>
                    <ns1:pt x="23" y="7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pPr algn="r"/>
              <ns1:endParaRPr lang="id-ID" sz="2700"/>
            </ns1:p>
          </ns0:txBody>
        </ns0:sp>
        <ns0:sp>
          <ns0:nvSpPr>
            <ns0:cNvPr id="340" name="Freeform 32"/>
            <ns0:cNvSpPr>
              <ns1:spLocks/>
            </ns0:cNvSpPr>
            <ns0:nvPr/>
          </ns0:nvSpPr>
          <ns0:spPr bwMode="auto">
            <ns1:xfrm>
              <ns1:off x="3127375" y="5505451"/>
              <ns1:ext cx="80962" cy="80963"/>
            </ns1:xfrm>
            <ns1:custGeom>
              <ns1:avLst/>
              <ns1:gdLst>
                <ns1:gd name="T0" fmla="*/ 21 w 21"/>
                <ns1:gd name="T1" fmla="*/ 4 h 21"/>
                <ns1:gd name="T2" fmla="*/ 19 w 21"/>
                <ns1:gd name="T3" fmla="*/ 1 h 21"/>
                <ns1:gd name="T4" fmla="*/ 17 w 21"/>
                <ns1:gd name="T5" fmla="*/ 0 h 21"/>
                <ns1:gd name="T6" fmla="*/ 13 w 21"/>
                <ns1:gd name="T7" fmla="*/ 2 h 21"/>
                <ns1:gd name="T8" fmla="*/ 0 w 21"/>
                <ns1:gd name="T9" fmla="*/ 18 h 21"/>
                <ns1:gd name="T10" fmla="*/ 8 w 21"/>
                <ns1:gd name="T11" fmla="*/ 21 h 21"/>
                <ns1:gd name="T12" fmla="*/ 20 w 21"/>
                <ns1:gd name="T13" fmla="*/ 7 h 21"/>
                <ns1:gd name="T14" fmla="*/ 21 w 21"/>
                <ns1:gd name="T15" fmla="*/ 4 h 21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</ns1:cxnLst>
              <ns1:rect l="0" t="0" r="r" b="b"/>
              <ns1:pathLst>
                <ns1:path w="21" h="21">
                  <ns1:moveTo>
                    <ns1:pt x="21" y="4"/>
                  </ns1:moveTo>
                  <ns1:cubicBezTo>
                    <ns1:pt x="21" y="2"/>
                    <ns1:pt x="20" y="1"/>
                    <ns1:pt x="19" y="1"/>
                  </ns1:cubicBezTo>
                  <ns1:cubicBezTo>
                    <ns1:pt x="19" y="0"/>
                    <ns1:pt x="18" y="0"/>
                    <ns1:pt x="17" y="0"/>
                  </ns1:cubicBezTo>
                  <ns1:cubicBezTo>
                    <ns1:pt x="16" y="0"/>
                    <ns1:pt x="14" y="1"/>
                    <ns1:pt x="13" y="2"/>
                  </ns1:cubicBezTo>
                  <ns1:cubicBezTo>
                    <ns1:pt x="0" y="18"/>
                    <ns1:pt x="0" y="18"/>
                    <ns1:pt x="0" y="18"/>
                  </ns1:cubicBezTo>
                  <ns1:cubicBezTo>
                    <ns1:pt x="3" y="19"/>
                    <ns1:pt x="5" y="20"/>
                    <ns1:pt x="8" y="21"/>
                  </ns1:cubicBezTo>
                  <ns1:cubicBezTo>
                    <ns1:pt x="20" y="7"/>
                    <ns1:pt x="20" y="7"/>
                    <ns1:pt x="20" y="7"/>
                  </ns1:cubicBezTo>
                  <ns1:cubicBezTo>
                    <ns1:pt x="21" y="6"/>
                    <ns1:pt x="21" y="5"/>
                    <ns1:pt x="21" y="4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pPr algn="r"/>
              <ns1:endParaRPr lang="id-ID" sz="2700"/>
            </ns1:p>
          </ns0:txBody>
        </ns0:sp>
        <ns0:sp>
          <ns0:nvSpPr>
            <ns0:cNvPr id="341" name="Freeform 33"/>
            <ns0:cNvSpPr>
              <ns1:spLocks/>
            </ns0:cNvSpPr>
            <ns0:nvPr/>
          </ns0:nvSpPr>
          <ns0:spPr bwMode="auto">
            <ns1:xfrm>
              <ns1:off x="3219450" y="5548313"/>
              <ns1:ext cx="73025" cy="69850"/>
            </ns1:xfrm>
            <ns1:custGeom>
              <ns1:avLst/>
              <ns1:gdLst>
                <ns1:gd name="T0" fmla="*/ 14 w 19"/>
                <ns1:gd name="T1" fmla="*/ 0 h 18"/>
                <ns1:gd name="T2" fmla="*/ 13 w 19"/>
                <ns1:gd name="T3" fmla="*/ 0 h 18"/>
                <ns1:gd name="T4" fmla="*/ 0 w 19"/>
                <ns1:gd name="T5" fmla="*/ 16 h 18"/>
                <ns1:gd name="T6" fmla="*/ 9 w 19"/>
                <ns1:gd name="T7" fmla="*/ 18 h 18"/>
                <ns1:gd name="T8" fmla="*/ 17 w 19"/>
                <ns1:gd name="T9" fmla="*/ 8 h 18"/>
                <ns1:gd name="T10" fmla="*/ 17 w 19"/>
                <ns1:gd name="T11" fmla="*/ 7 h 18"/>
                <ns1:gd name="T12" fmla="*/ 18 w 19"/>
                <ns1:gd name="T13" fmla="*/ 6 h 18"/>
                <ns1:gd name="T14" fmla="*/ 17 w 19"/>
                <ns1:gd name="T15" fmla="*/ 1 h 18"/>
                <ns1:gd name="T16" fmla="*/ 14 w 19"/>
                <ns1:gd name="T17" fmla="*/ 0 h 18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</ns1:cxnLst>
              <ns1:rect l="0" t="0" r="r" b="b"/>
              <ns1:pathLst>
                <ns1:path w="19" h="18">
                  <ns1:moveTo>
                    <ns1:pt x="14" y="0"/>
                  </ns1:moveTo>
                  <ns1:cubicBezTo>
                    <ns1:pt x="14" y="0"/>
                    <ns1:pt x="13" y="0"/>
                    <ns1:pt x="13" y="0"/>
                  </ns1:cubicBezTo>
                  <ns1:cubicBezTo>
                    <ns1:pt x="0" y="16"/>
                    <ns1:pt x="0" y="16"/>
                    <ns1:pt x="0" y="16"/>
                  </ns1:cubicBezTo>
                  <ns1:cubicBezTo>
                    <ns1:pt x="3" y="16"/>
                    <ns1:pt x="6" y="17"/>
                    <ns1:pt x="9" y="18"/>
                  </ns1:cubicBezTo>
                  <ns1:cubicBezTo>
                    <ns1:pt x="17" y="8"/>
                    <ns1:pt x="17" y="8"/>
                    <ns1:pt x="17" y="8"/>
                  </ns1:cubicBezTo>
                  <ns1:cubicBezTo>
                    <ns1:pt x="17" y="7"/>
                    <ns1:pt x="17" y="7"/>
                    <ns1:pt x="17" y="7"/>
                  </ns1:cubicBezTo>
                  <ns1:cubicBezTo>
                    <ns1:pt x="18" y="6"/>
                    <ns1:pt x="18" y="6"/>
                    <ns1:pt x="18" y="6"/>
                  </ns1:cubicBezTo>
                  <ns1:cubicBezTo>
                    <ns1:pt x="19" y="5"/>
                    <ns1:pt x="19" y="2"/>
                    <ns1:pt x="17" y="1"/>
                  </ns1:cubicBezTo>
                  <ns1:cubicBezTo>
                    <ns1:pt x="16" y="0"/>
                    <ns1:pt x="15" y="0"/>
                    <ns1:pt x="14" y="0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pPr algn="r"/>
              <ns1:endParaRPr lang="id-ID" sz="2700"/>
            </ns1:p>
          </ns0:txBody>
        </ns0:sp>
        <ns0:sp>
          <ns0:nvSpPr>
            <ns0:cNvPr id="342" name="Freeform 34"/>
            <ns0:cNvSpPr>
              <ns1:spLocks/>
            </ns0:cNvSpPr>
            <ns0:nvPr/>
          </ns0:nvSpPr>
          <ns0:spPr bwMode="auto">
            <ns1:xfrm>
              <ns1:off x="3094038" y="5529263"/>
              <ns1:ext cx="41275" cy="38100"/>
            </ns1:xfrm>
            <ns1:custGeom>
              <ns1:avLst/>
              <ns1:gdLst>
                <ns1:gd name="T0" fmla="*/ 9 w 11"/>
                <ns1:gd name="T1" fmla="*/ 1 h 10"/>
                <ns1:gd name="T2" fmla="*/ 6 w 11"/>
                <ns1:gd name="T3" fmla="*/ 0 h 10"/>
                <ns1:gd name="T4" fmla="*/ 6 w 11"/>
                <ns1:gd name="T5" fmla="*/ 0 h 10"/>
                <ns1:gd name="T6" fmla="*/ 0 w 11"/>
                <ns1:gd name="T7" fmla="*/ 7 h 10"/>
                <ns1:gd name="T8" fmla="*/ 5 w 11"/>
                <ns1:gd name="T9" fmla="*/ 10 h 10"/>
                <ns1:gd name="T10" fmla="*/ 10 w 11"/>
                <ns1:gd name="T11" fmla="*/ 4 h 10"/>
                <ns1:gd name="T12" fmla="*/ 9 w 11"/>
                <ns1:gd name="T13" fmla="*/ 1 h 10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</ns1:cxnLst>
              <ns1:rect l="0" t="0" r="r" b="b"/>
              <ns1:pathLst>
                <ns1:path w="11" h="10">
                  <ns1:moveTo>
                    <ns1:pt x="9" y="1"/>
                  </ns1:moveTo>
                  <ns1:cubicBezTo>
                    <ns1:pt x="8" y="0"/>
                    <ns1:pt x="7" y="0"/>
                    <ns1:pt x="6" y="0"/>
                  </ns1:cubicBezTo>
                  <ns1:cubicBezTo>
                    <ns1:pt x="6" y="0"/>
                    <ns1:pt x="6" y="0"/>
                    <ns1:pt x="6" y="0"/>
                  </ns1:cubicBezTo>
                  <ns1:cubicBezTo>
                    <ns1:pt x="0" y="7"/>
                    <ns1:pt x="0" y="7"/>
                    <ns1:pt x="0" y="7"/>
                  </ns1:cubicBezTo>
                  <ns1:cubicBezTo>
                    <ns1:pt x="2" y="8"/>
                    <ns1:pt x="3" y="9"/>
                    <ns1:pt x="5" y="10"/>
                  </ns1:cubicBezTo>
                  <ns1:cubicBezTo>
                    <ns1:pt x="10" y="4"/>
                    <ns1:pt x="10" y="4"/>
                    <ns1:pt x="10" y="4"/>
                  </ns1:cubicBezTo>
                  <ns1:cubicBezTo>
                    <ns1:pt x="11" y="4"/>
                    <ns1:pt x="10" y="2"/>
                    <ns1:pt x="9" y="1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pPr algn="r"/>
              <ns1:endParaRPr lang="id-ID" sz="2700"/>
            </ns1:p>
          </ns0:txBody>
        </ns0:sp>
        <ns0:sp>
          <ns0:nvSpPr>
            <ns0:cNvPr id="343" name="Freeform 35"/>
            <ns0:cNvSpPr>
              <ns1:spLocks/>
            </ns0:cNvSpPr>
            <ns0:nvPr/>
          </ns0:nvSpPr>
          <ns0:spPr bwMode="auto">
            <ns1:xfrm>
              <ns1:off x="3268663" y="5602288"/>
              <ns1:ext cx="15875" cy="19050"/>
            </ns1:xfrm>
            <ns1:custGeom>
              <ns1:avLst/>
              <ns1:gdLst>
                <ns1:gd name="T0" fmla="*/ 0 w 4"/>
                <ns1:gd name="T1" fmla="*/ 5 h 5"/>
                <ns1:gd name="T2" fmla="*/ 0 w 4"/>
                <ns1:gd name="T3" fmla="*/ 5 h 5"/>
                <ns1:gd name="T4" fmla="*/ 4 w 4"/>
                <ns1:gd name="T5" fmla="*/ 4 h 5"/>
                <ns1:gd name="T6" fmla="*/ 4 w 4"/>
                <ns1:gd name="T7" fmla="*/ 0 h 5"/>
                <ns1:gd name="T8" fmla="*/ 0 w 4"/>
                <ns1:gd name="T9" fmla="*/ 5 h 5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</ns1:cxnLst>
              <ns1:rect l="0" t="0" r="r" b="b"/>
              <ns1:pathLst>
                <ns1:path w="4" h="5">
                  <ns1:moveTo>
                    <ns1:pt x="0" y="5"/>
                  </ns1:moveTo>
                  <ns1:cubicBezTo>
                    <ns1:pt x="0" y="5"/>
                    <ns1:pt x="0" y="5"/>
                    <ns1:pt x="0" y="5"/>
                  </ns1:cubicBezTo>
                  <ns1:cubicBezTo>
                    <ns1:pt x="2" y="5"/>
                    <ns1:pt x="4" y="4"/>
                    <ns1:pt x="4" y="4"/>
                  </ns1:cubicBezTo>
                  <ns1:cubicBezTo>
                    <ns1:pt x="4" y="0"/>
                    <ns1:pt x="4" y="0"/>
                    <ns1:pt x="4" y="0"/>
                  </ns1:cubicBezTo>
                  <ns1:lnTo>
                    <ns1:pt x="0" y="5"/>
                  </ns1:ln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pPr algn="r"/>
              <ns1:endParaRPr lang="id-ID" sz="2700"/>
            </ns1:p>
          </ns0:txBody>
        </ns0:sp>
        <ns0:sp>
          <ns0:nvSpPr>
            <ns0:cNvPr id="344" name="Freeform 36"/>
            <ns0:cNvSpPr>
              <ns1:spLocks/>
            </ns0:cNvSpPr>
            <ns0:nvPr/>
          </ns0:nvSpPr>
          <ns0:spPr bwMode="auto">
            <ns1:xfrm>
              <ns1:off x="3170238" y="5294313"/>
              <ns1:ext cx="449262" cy="254000"/>
            </ns1:xfrm>
            <ns1:custGeom>
              <ns1:avLst/>
              <ns1:gdLst>
                <ns1:gd name="T0" fmla="*/ 117 w 118"/>
                <ns1:gd name="T1" fmla="*/ 9 h 65"/>
                <ns1:gd name="T2" fmla="*/ 101 w 118"/>
                <ns1:gd name="T3" fmla="*/ 0 h 65"/>
                <ns1:gd name="T4" fmla="*/ 85 w 118"/>
                <ns1:gd name="T5" fmla="*/ 10 h 65"/>
                <ns1:gd name="T6" fmla="*/ 85 w 118"/>
                <ns1:gd name="T7" fmla="*/ 13 h 65"/>
                <ns1:gd name="T8" fmla="*/ 63 w 118"/>
                <ns1:gd name="T9" fmla="*/ 21 h 65"/>
                <ns1:gd name="T10" fmla="*/ 62 w 118"/>
                <ns1:gd name="T11" fmla="*/ 20 h 65"/>
                <ns1:gd name="T12" fmla="*/ 36 w 118"/>
                <ns1:gd name="T13" fmla="*/ 7 h 65"/>
                <ns1:gd name="T14" fmla="*/ 36 w 118"/>
                <ns1:gd name="T15" fmla="*/ 7 h 65"/>
                <ns1:gd name="T16" fmla="*/ 30 w 118"/>
                <ns1:gd name="T17" fmla="*/ 5 h 65"/>
                <ns1:gd name="T18" fmla="*/ 25 w 118"/>
                <ns1:gd name="T19" fmla="*/ 7 h 65"/>
                <ns1:gd name="T20" fmla="*/ 25 w 118"/>
                <ns1:gd name="T21" fmla="*/ 7 h 65"/>
                <ns1:gd name="T22" fmla="*/ 7 w 118"/>
                <ns1:gd name="T23" fmla="*/ 17 h 65"/>
                <ns1:gd name="T24" fmla="*/ 3 w 118"/>
                <ns1:gd name="T25" fmla="*/ 29 h 65"/>
                <ns1:gd name="T26" fmla="*/ 2 w 118"/>
                <ns1:gd name="T27" fmla="*/ 39 h 65"/>
                <ns1:gd name="T28" fmla="*/ 3 w 118"/>
                <ns1:gd name="T29" fmla="*/ 40 h 65"/>
                <ns1:gd name="T30" fmla="*/ 8 w 118"/>
                <ns1:gd name="T31" fmla="*/ 38 h 65"/>
                <ns1:gd name="T32" fmla="*/ 21 w 118"/>
                <ns1:gd name="T33" fmla="*/ 20 h 65"/>
                <ns1:gd name="T34" fmla="*/ 22 w 118"/>
                <ns1:gd name="T35" fmla="*/ 18 h 65"/>
                <ns1:gd name="T36" fmla="*/ 24 w 118"/>
                <ns1:gd name="T37" fmla="*/ 19 h 65"/>
                <ns1:gd name="T38" fmla="*/ 28 w 118"/>
                <ns1:gd name="T39" fmla="*/ 21 h 65"/>
                <ns1:gd name="T40" fmla="*/ 34 w 118"/>
                <ns1:gd name="T41" fmla="*/ 24 h 65"/>
                <ns1:gd name="T42" fmla="*/ 34 w 118"/>
                <ns1:gd name="T43" fmla="*/ 24 h 65"/>
                <ns1:gd name="T44" fmla="*/ 46 w 118"/>
                <ns1:gd name="T45" fmla="*/ 34 h 65"/>
                <ns1:gd name="T46" fmla="*/ 58 w 118"/>
                <ns1:gd name="T47" fmla="*/ 46 h 65"/>
                <ns1:gd name="T48" fmla="*/ 58 w 118"/>
                <ns1:gd name="T49" fmla="*/ 46 h 65"/>
                <ns1:gd name="T50" fmla="*/ 58 w 118"/>
                <ns1:gd name="T51" fmla="*/ 46 h 65"/>
                <ns1:gd name="T52" fmla="*/ 59 w 118"/>
                <ns1:gd name="T53" fmla="*/ 65 h 65"/>
                <ns1:gd name="T54" fmla="*/ 86 w 118"/>
                <ns1:gd name="T55" fmla="*/ 52 h 65"/>
                <ns1:gd name="T56" fmla="*/ 102 w 118"/>
                <ns1:gd name="T57" fmla="*/ 58 h 65"/>
                <ns1:gd name="T58" fmla="*/ 118 w 118"/>
                <ns1:gd name="T59" fmla="*/ 49 h 65"/>
                <ns1:gd name="T60" fmla="*/ 117 w 118"/>
                <ns1:gd name="T61" fmla="*/ 9 h 65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  <ns1:cxn ang="0">
                  <ns1:pos x="T30" y="T31"/>
                </ns1:cxn>
                <ns1:cxn ang="0">
                  <ns1:pos x="T32" y="T33"/>
                </ns1:cxn>
                <ns1:cxn ang="0">
                  <ns1:pos x="T34" y="T35"/>
                </ns1:cxn>
                <ns1:cxn ang="0">
                  <ns1:pos x="T36" y="T37"/>
                </ns1:cxn>
                <ns1:cxn ang="0">
                  <ns1:pos x="T38" y="T39"/>
                </ns1:cxn>
                <ns1:cxn ang="0">
                  <ns1:pos x="T40" y="T41"/>
                </ns1:cxn>
                <ns1:cxn ang="0">
                  <ns1:pos x="T42" y="T43"/>
                </ns1:cxn>
                <ns1:cxn ang="0">
                  <ns1:pos x="T44" y="T45"/>
                </ns1:cxn>
                <ns1:cxn ang="0">
                  <ns1:pos x="T46" y="T47"/>
                </ns1:cxn>
                <ns1:cxn ang="0">
                  <ns1:pos x="T48" y="T49"/>
                </ns1:cxn>
                <ns1:cxn ang="0">
                  <ns1:pos x="T50" y="T51"/>
                </ns1:cxn>
                <ns1:cxn ang="0">
                  <ns1:pos x="T52" y="T53"/>
                </ns1:cxn>
                <ns1:cxn ang="0">
                  <ns1:pos x="T54" y="T55"/>
                </ns1:cxn>
                <ns1:cxn ang="0">
                  <ns1:pos x="T56" y="T57"/>
                </ns1:cxn>
                <ns1:cxn ang="0">
                  <ns1:pos x="T58" y="T59"/>
                </ns1:cxn>
                <ns1:cxn ang="0">
                  <ns1:pos x="T60" y="T61"/>
                </ns1:cxn>
              </ns1:cxnLst>
              <ns1:rect l="0" t="0" r="r" b="b"/>
              <ns1:pathLst>
                <ns1:path w="118" h="65">
                  <ns1:moveTo>
                    <ns1:pt x="117" y="9"/>
                  </ns1:moveTo>
                  <ns1:cubicBezTo>
                    <ns1:pt x="117" y="4"/>
                    <ns1:pt x="110" y="0"/>
                    <ns1:pt x="101" y="0"/>
                  </ns1:cubicBezTo>
                  <ns1:cubicBezTo>
                    <ns1:pt x="92" y="0"/>
                    <ns1:pt x="85" y="5"/>
                    <ns1:pt x="85" y="10"/>
                  </ns1:cubicBezTo>
                  <ns1:cubicBezTo>
                    <ns1:pt x="85" y="13"/>
                    <ns1:pt x="85" y="13"/>
                    <ns1:pt x="85" y="13"/>
                  </ns1:cubicBezTo>
                  <ns1:cubicBezTo>
                    <ns1:pt x="63" y="21"/>
                    <ns1:pt x="63" y="21"/>
                    <ns1:pt x="63" y="21"/>
                  </ns1:cubicBezTo>
                  <ns1:cubicBezTo>
                    <ns1:pt x="62" y="20"/>
                    <ns1:pt x="62" y="20"/>
                    <ns1:pt x="62" y="20"/>
                  </ns1:cubicBezTo>
                  <ns1:cubicBezTo>
                    <ns1:pt x="60" y="18"/>
                    <ns1:pt x="45" y="11"/>
                    <ns1:pt x="36" y="7"/>
                  </ns1:cubicBezTo>
                  <ns1:cubicBezTo>
                    <ns1:pt x="36" y="7"/>
                    <ns1:pt x="36" y="7"/>
                    <ns1:pt x="36" y="7"/>
                  </ns1:cubicBezTo>
                  <ns1:cubicBezTo>
                    <ns1:pt x="34" y="6"/>
                    <ns1:pt x="32" y="5"/>
                    <ns1:pt x="30" y="5"/>
                  </ns1:cubicBezTo>
                  <ns1:cubicBezTo>
                    <ns1:pt x="27" y="5"/>
                    <ns1:pt x="25" y="7"/>
                    <ns1:pt x="25" y="7"/>
                  </ns1:cubicBezTo>
                  <ns1:cubicBezTo>
                    <ns1:pt x="25" y="7"/>
                    <ns1:pt x="25" y="7"/>
                    <ns1:pt x="25" y="7"/>
                  </ns1:cubicBezTo>
                  <ns1:cubicBezTo>
                    <ns1:pt x="7" y="17"/>
                    <ns1:pt x="7" y="17"/>
                    <ns1:pt x="7" y="17"/>
                  </ns1:cubicBezTo>
                  <ns1:cubicBezTo>
                    <ns1:pt x="3" y="29"/>
                    <ns1:pt x="3" y="29"/>
                    <ns1:pt x="3" y="29"/>
                  </ns1:cubicBezTo>
                  <ns1:cubicBezTo>
                    <ns1:pt x="0" y="37"/>
                    <ns1:pt x="1" y="39"/>
                    <ns1:pt x="2" y="39"/>
                  </ns1:cubicBezTo>
                  <ns1:cubicBezTo>
                    <ns1:pt x="2" y="39"/>
                    <ns1:pt x="2" y="40"/>
                    <ns1:pt x="3" y="40"/>
                  </ns1:cubicBezTo>
                  <ns1:cubicBezTo>
                    <ns1:pt x="5" y="40"/>
                    <ns1:pt x="7" y="39"/>
                    <ns1:pt x="8" y="38"/>
                  </ns1:cubicBezTo>
                  <ns1:cubicBezTo>
                    <ns1:pt x="16" y="33"/>
                    <ns1:pt x="21" y="20"/>
                    <ns1:pt x="21" y="20"/>
                  </ns1:cubicBezTo>
                  <ns1:cubicBezTo>
                    <ns1:pt x="22" y="18"/>
                    <ns1:pt x="22" y="18"/>
                    <ns1:pt x="22" y="18"/>
                  </ns1:cubicBezTo>
                  <ns1:cubicBezTo>
                    <ns1:pt x="24" y="19"/>
                    <ns1:pt x="24" y="19"/>
                    <ns1:pt x="24" y="19"/>
                  </ns1:cubicBezTo>
                  <ns1:cubicBezTo>
                    <ns1:pt x="25" y="20"/>
                    <ns1:pt x="26" y="20"/>
                    <ns1:pt x="28" y="21"/>
                  </ns1:cubicBezTo>
                  <ns1:cubicBezTo>
                    <ns1:pt x="30" y="22"/>
                    <ns1:pt x="33" y="23"/>
                    <ns1:pt x="34" y="24"/>
                  </ns1:cubicBezTo>
                  <ns1:cubicBezTo>
                    <ns1:pt x="34" y="24"/>
                    <ns1:pt x="34" y="24"/>
                    <ns1:pt x="34" y="24"/>
                  </ns1:cubicBezTo>
                  <ns1:cubicBezTo>
                    <ns1:pt x="38" y="28"/>
                    <ns1:pt x="42" y="31"/>
                    <ns1:pt x="46" y="34"/>
                  </ns1:cubicBezTo>
                  <ns1:cubicBezTo>
                    <ns1:pt x="51" y="38"/>
                    <ns1:pt x="56" y="41"/>
                    <ns1:pt x="58" y="46"/>
                  </ns1:cubicBezTo>
                  <ns1:cubicBezTo>
                    <ns1:pt x="58" y="46"/>
                    <ns1:pt x="58" y="46"/>
                    <ns1:pt x="58" y="46"/>
                  </ns1:cubicBezTo>
                  <ns1:cubicBezTo>
                    <ns1:pt x="58" y="46"/>
                    <ns1:pt x="58" y="46"/>
                    <ns1:pt x="58" y="46"/>
                  </ns1:cubicBezTo>
                  <ns1:cubicBezTo>
                    <ns1:pt x="59" y="54"/>
                    <ns1:pt x="59" y="61"/>
                    <ns1:pt x="59" y="65"/>
                  </ns1:cubicBezTo>
                  <ns1:cubicBezTo>
                    <ns1:pt x="86" y="52"/>
                    <ns1:pt x="86" y="52"/>
                    <ns1:pt x="86" y="52"/>
                  </ns1:cubicBezTo>
                  <ns1:cubicBezTo>
                    <ns1:pt x="88" y="56"/>
                    <ns1:pt x="94" y="58"/>
                    <ns1:pt x="102" y="58"/>
                  </ns1:cubicBezTo>
                  <ns1:cubicBezTo>
                    <ns1:pt x="111" y="58"/>
                    <ns1:pt x="118" y="54"/>
                    <ns1:pt x="118" y="49"/>
                  </ns1:cubicBezTo>
                  <ns1:lnTo>
                    <ns1:pt x="117" y="9"/>
                  </ns1:ln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pPr algn="r"/>
              <ns1:endParaRPr lang="id-ID" sz="2700"/>
            </ns1:p>
          </ns0:txBody>
        </ns0:sp>
        <ns0:sp>
          <ns0:nvSpPr>
            <ns0:cNvPr id="345" name="Freeform 37"/>
            <ns0:cNvSpPr>
              <ns1:spLocks/>
            </ns0:cNvSpPr>
            <ns0:nvPr/>
          </ns0:nvSpPr>
          <ns0:spPr bwMode="auto">
            <ns1:xfrm>
              <ns1:off x="2865438" y="5287963"/>
              <ns1:ext cx="517525" cy="327025"/>
            </ns1:xfrm>
            <ns1:custGeom>
              <ns1:avLst/>
              <ns1:gdLst>
                <ns1:gd name="T0" fmla="*/ 123 w 136"/>
                <ns1:gd name="T1" fmla="*/ 38 h 84"/>
                <ns1:gd name="T2" fmla="*/ 112 w 136"/>
                <ns1:gd name="T3" fmla="*/ 29 h 84"/>
                <ns1:gd name="T4" fmla="*/ 107 w 136"/>
                <ns1:gd name="T5" fmla="*/ 26 h 84"/>
                <ns1:gd name="T6" fmla="*/ 104 w 136"/>
                <ns1:gd name="T7" fmla="*/ 25 h 84"/>
                <ns1:gd name="T8" fmla="*/ 90 w 136"/>
                <ns1:gd name="T9" fmla="*/ 43 h 84"/>
                <ns1:gd name="T10" fmla="*/ 90 w 136"/>
                <ns1:gd name="T11" fmla="*/ 43 h 84"/>
                <ns1:gd name="T12" fmla="*/ 83 w 136"/>
                <ns1:gd name="T13" fmla="*/ 45 h 84"/>
                <ns1:gd name="T14" fmla="*/ 79 w 136"/>
                <ns1:gd name="T15" fmla="*/ 43 h 84"/>
                <ns1:gd name="T16" fmla="*/ 80 w 136"/>
                <ns1:gd name="T17" fmla="*/ 30 h 84"/>
                <ns1:gd name="T18" fmla="*/ 84 w 136"/>
                <ns1:gd name="T19" fmla="*/ 17 h 84"/>
                <ns1:gd name="T20" fmla="*/ 95 w 136"/>
                <ns1:gd name="T21" fmla="*/ 10 h 84"/>
                <ns1:gd name="T22" fmla="*/ 87 w 136"/>
                <ns1:gd name="T23" fmla="*/ 8 h 84"/>
                <ns1:gd name="T24" fmla="*/ 57 w 136"/>
                <ns1:gd name="T25" fmla="*/ 19 h 84"/>
                <ns1:gd name="T26" fmla="*/ 57 w 136"/>
                <ns1:gd name="T27" fmla="*/ 20 h 84"/>
                <ns1:gd name="T28" fmla="*/ 32 w 136"/>
                <ns1:gd name="T29" fmla="*/ 9 h 84"/>
                <ns1:gd name="T30" fmla="*/ 16 w 136"/>
                <ns1:gd name="T31" fmla="*/ 0 h 84"/>
                <ns1:gd name="T32" fmla="*/ 0 w 136"/>
                <ns1:gd name="T33" fmla="*/ 10 h 84"/>
                <ns1:gd name="T34" fmla="*/ 0 w 136"/>
                <ns1:gd name="T35" fmla="*/ 49 h 84"/>
                <ns1:gd name="T36" fmla="*/ 17 w 136"/>
                <ns1:gd name="T37" fmla="*/ 58 h 84"/>
                <ns1:gd name="T38" fmla="*/ 33 w 136"/>
                <ns1:gd name="T39" fmla="*/ 51 h 84"/>
                <ns1:gd name="T40" fmla="*/ 57 w 136"/>
                <ns1:gd name="T41" fmla="*/ 62 h 84"/>
                <ns1:gd name="T42" fmla="*/ 57 w 136"/>
                <ns1:gd name="T43" fmla="*/ 63 h 84"/>
                <ns1:gd name="T44" fmla="*/ 58 w 136"/>
                <ns1:gd name="T45" fmla="*/ 66 h 84"/>
                <ns1:gd name="T46" fmla="*/ 63 w 136"/>
                <ns1:gd name="T47" fmla="*/ 60 h 84"/>
                <ns1:gd name="T48" fmla="*/ 66 w 136"/>
                <ns1:gd name="T49" fmla="*/ 58 h 84"/>
                <ns1:gd name="T50" fmla="*/ 71 w 136"/>
                <ns1:gd name="T51" fmla="*/ 60 h 84"/>
                <ns1:gd name="T52" fmla="*/ 73 w 136"/>
                <ns1:gd name="T53" fmla="*/ 62 h 84"/>
                <ns1:gd name="T54" fmla="*/ 79 w 136"/>
                <ns1:gd name="T55" fmla="*/ 55 h 84"/>
                <ns1:gd name="T56" fmla="*/ 86 w 136"/>
                <ns1:gd name="T57" fmla="*/ 52 h 84"/>
                <ns1:gd name="T58" fmla="*/ 91 w 136"/>
                <ns1:gd name="T59" fmla="*/ 54 h 84"/>
                <ns1:gd name="T60" fmla="*/ 93 w 136"/>
                <ns1:gd name="T61" fmla="*/ 57 h 84"/>
                <ns1:gd name="T62" fmla="*/ 94 w 136"/>
                <ns1:gd name="T63" fmla="*/ 57 h 84"/>
                <ns1:gd name="T64" fmla="*/ 101 w 136"/>
                <ns1:gd name="T65" fmla="*/ 53 h 84"/>
                <ns1:gd name="T66" fmla="*/ 106 w 136"/>
                <ns1:gd name="T67" fmla="*/ 55 h 84"/>
                <ns1:gd name="T68" fmla="*/ 108 w 136"/>
                <ns1:gd name="T69" fmla="*/ 60 h 84"/>
                <ns1:gd name="T70" fmla="*/ 108 w 136"/>
                <ns1:gd name="T71" fmla="*/ 63 h 84"/>
                <ns1:gd name="T72" fmla="*/ 113 w 136"/>
                <ns1:gd name="T73" fmla="*/ 65 h 84"/>
                <ns1:gd name="T74" fmla="*/ 114 w 136"/>
                <ns1:gd name="T75" fmla="*/ 76 h 84"/>
                <ns1:gd name="T76" fmla="*/ 113 w 136"/>
                <ns1:gd name="T77" fmla="*/ 78 h 84"/>
                <ns1:gd name="T78" fmla="*/ 113 w 136"/>
                <ns1:gd name="T79" fmla="*/ 84 h 84"/>
                <ns1:gd name="T80" fmla="*/ 114 w 136"/>
                <ns1:gd name="T81" fmla="*/ 84 h 84"/>
                <ns1:gd name="T82" fmla="*/ 119 w 136"/>
                <ns1:gd name="T83" fmla="*/ 80 h 84"/>
                <ns1:gd name="T84" fmla="*/ 119 w 136"/>
                <ns1:gd name="T85" fmla="*/ 64 h 84"/>
                <ns1:gd name="T86" fmla="*/ 118 w 136"/>
                <ns1:gd name="T87" fmla="*/ 62 h 84"/>
                <ns1:gd name="T88" fmla="*/ 106 w 136"/>
                <ns1:gd name="T89" fmla="*/ 50 h 84"/>
                <ns1:gd name="T90" fmla="*/ 108 w 136"/>
                <ns1:gd name="T91" fmla="*/ 48 h 84"/>
                <ns1:gd name="T92" fmla="*/ 121 w 136"/>
                <ns1:gd name="T93" fmla="*/ 61 h 84"/>
                <ns1:gd name="T94" fmla="*/ 122 w 136"/>
                <ns1:gd name="T95" fmla="*/ 63 h 84"/>
                <ns1:gd name="T96" fmla="*/ 122 w 136"/>
                <ns1:gd name="T97" fmla="*/ 79 h 84"/>
                <ns1:gd name="T98" fmla="*/ 123 w 136"/>
                <ns1:gd name="T99" fmla="*/ 79 h 84"/>
                <ns1:gd name="T100" fmla="*/ 128 w 136"/>
                <ns1:gd name="T101" fmla="*/ 76 h 84"/>
                <ns1:gd name="T102" fmla="*/ 128 w 136"/>
                <ns1:gd name="T103" fmla="*/ 66 h 84"/>
                <ns1:gd name="T104" fmla="*/ 127 w 136"/>
                <ns1:gd name="T105" fmla="*/ 53 h 84"/>
                <ns1:gd name="T106" fmla="*/ 111 w 136"/>
                <ns1:gd name="T107" fmla="*/ 38 h 84"/>
                <ns1:gd name="T108" fmla="*/ 113 w 136"/>
                <ns1:gd name="T109" fmla="*/ 36 h 84"/>
                <ns1:gd name="T110" fmla="*/ 129 w 136"/>
                <ns1:gd name="T111" fmla="*/ 52 h 84"/>
                <ns1:gd name="T112" fmla="*/ 131 w 136"/>
                <ns1:gd name="T113" fmla="*/ 66 h 84"/>
                <ns1:gd name="T114" fmla="*/ 131 w 136"/>
                <ns1:gd name="T115" fmla="*/ 75 h 84"/>
                <ns1:gd name="T116" fmla="*/ 131 w 136"/>
                <ns1:gd name="T117" fmla="*/ 75 h 84"/>
                <ns1:gd name="T118" fmla="*/ 135 w 136"/>
                <ns1:gd name="T119" fmla="*/ 74 h 84"/>
                <ns1:gd name="T120" fmla="*/ 135 w 136"/>
                <ns1:gd name="T121" fmla="*/ 73 h 84"/>
                <ns1:gd name="T122" fmla="*/ 134 w 136"/>
                <ns1:gd name="T123" fmla="*/ 49 h 84"/>
                <ns1:gd name="T124" fmla="*/ 123 w 136"/>
                <ns1:gd name="T125" fmla="*/ 38 h 84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  <ns1:cxn ang="0">
                  <ns1:pos x="T30" y="T31"/>
                </ns1:cxn>
                <ns1:cxn ang="0">
                  <ns1:pos x="T32" y="T33"/>
                </ns1:cxn>
                <ns1:cxn ang="0">
                  <ns1:pos x="T34" y="T35"/>
                </ns1:cxn>
                <ns1:cxn ang="0">
                  <ns1:pos x="T36" y="T37"/>
                </ns1:cxn>
                <ns1:cxn ang="0">
                  <ns1:pos x="T38" y="T39"/>
                </ns1:cxn>
                <ns1:cxn ang="0">
                  <ns1:pos x="T40" y="T41"/>
                </ns1:cxn>
                <ns1:cxn ang="0">
                  <ns1:pos x="T42" y="T43"/>
                </ns1:cxn>
                <ns1:cxn ang="0">
                  <ns1:pos x="T44" y="T45"/>
                </ns1:cxn>
                <ns1:cxn ang="0">
                  <ns1:pos x="T46" y="T47"/>
                </ns1:cxn>
                <ns1:cxn ang="0">
                  <ns1:pos x="T48" y="T49"/>
                </ns1:cxn>
                <ns1:cxn ang="0">
                  <ns1:pos x="T50" y="T51"/>
                </ns1:cxn>
                <ns1:cxn ang="0">
                  <ns1:pos x="T52" y="T53"/>
                </ns1:cxn>
                <ns1:cxn ang="0">
                  <ns1:pos x="T54" y="T55"/>
                </ns1:cxn>
                <ns1:cxn ang="0">
                  <ns1:pos x="T56" y="T57"/>
                </ns1:cxn>
                <ns1:cxn ang="0">
                  <ns1:pos x="T58" y="T59"/>
                </ns1:cxn>
                <ns1:cxn ang="0">
                  <ns1:pos x="T60" y="T61"/>
                </ns1:cxn>
                <ns1:cxn ang="0">
                  <ns1:pos x="T62" y="T63"/>
                </ns1:cxn>
                <ns1:cxn ang="0">
                  <ns1:pos x="T64" y="T65"/>
                </ns1:cxn>
                <ns1:cxn ang="0">
                  <ns1:pos x="T66" y="T67"/>
                </ns1:cxn>
                <ns1:cxn ang="0">
                  <ns1:pos x="T68" y="T69"/>
                </ns1:cxn>
                <ns1:cxn ang="0">
                  <ns1:pos x="T70" y="T71"/>
                </ns1:cxn>
                <ns1:cxn ang="0">
                  <ns1:pos x="T72" y="T73"/>
                </ns1:cxn>
                <ns1:cxn ang="0">
                  <ns1:pos x="T74" y="T75"/>
                </ns1:cxn>
                <ns1:cxn ang="0">
                  <ns1:pos x="T76" y="T77"/>
                </ns1:cxn>
                <ns1:cxn ang="0">
                  <ns1:pos x="T78" y="T79"/>
                </ns1:cxn>
                <ns1:cxn ang="0">
                  <ns1:pos x="T80" y="T81"/>
                </ns1:cxn>
                <ns1:cxn ang="0">
                  <ns1:pos x="T82" y="T83"/>
                </ns1:cxn>
                <ns1:cxn ang="0">
                  <ns1:pos x="T84" y="T85"/>
                </ns1:cxn>
                <ns1:cxn ang="0">
                  <ns1:pos x="T86" y="T87"/>
                </ns1:cxn>
                <ns1:cxn ang="0">
                  <ns1:pos x="T88" y="T89"/>
                </ns1:cxn>
                <ns1:cxn ang="0">
                  <ns1:pos x="T90" y="T91"/>
                </ns1:cxn>
                <ns1:cxn ang="0">
                  <ns1:pos x="T92" y="T93"/>
                </ns1:cxn>
                <ns1:cxn ang="0">
                  <ns1:pos x="T94" y="T95"/>
                </ns1:cxn>
                <ns1:cxn ang="0">
                  <ns1:pos x="T96" y="T97"/>
                </ns1:cxn>
                <ns1:cxn ang="0">
                  <ns1:pos x="T98" y="T99"/>
                </ns1:cxn>
                <ns1:cxn ang="0">
                  <ns1:pos x="T100" y="T101"/>
                </ns1:cxn>
                <ns1:cxn ang="0">
                  <ns1:pos x="T102" y="T103"/>
                </ns1:cxn>
                <ns1:cxn ang="0">
                  <ns1:pos x="T104" y="T105"/>
                </ns1:cxn>
                <ns1:cxn ang="0">
                  <ns1:pos x="T106" y="T107"/>
                </ns1:cxn>
                <ns1:cxn ang="0">
                  <ns1:pos x="T108" y="T109"/>
                </ns1:cxn>
                <ns1:cxn ang="0">
                  <ns1:pos x="T110" y="T111"/>
                </ns1:cxn>
                <ns1:cxn ang="0">
                  <ns1:pos x="T112" y="T113"/>
                </ns1:cxn>
                <ns1:cxn ang="0">
                  <ns1:pos x="T114" y="T115"/>
                </ns1:cxn>
                <ns1:cxn ang="0">
                  <ns1:pos x="T116" y="T117"/>
                </ns1:cxn>
                <ns1:cxn ang="0">
                  <ns1:pos x="T118" y="T119"/>
                </ns1:cxn>
                <ns1:cxn ang="0">
                  <ns1:pos x="T120" y="T121"/>
                </ns1:cxn>
                <ns1:cxn ang="0">
                  <ns1:pos x="T122" y="T123"/>
                </ns1:cxn>
                <ns1:cxn ang="0">
                  <ns1:pos x="T124" y="T125"/>
                </ns1:cxn>
              </ns1:cxnLst>
              <ns1:rect l="0" t="0" r="r" b="b"/>
              <ns1:pathLst>
                <ns1:path w="136" h="84">
                  <ns1:moveTo>
                    <ns1:pt x="123" y="38"/>
                  </ns1:moveTo>
                  <ns1:cubicBezTo>
                    <ns1:pt x="120" y="35"/>
                    <ns1:pt x="115" y="32"/>
                    <ns1:pt x="112" y="29"/>
                  </ns1:cubicBezTo>
                  <ns1:cubicBezTo>
                    <ns1:pt x="111" y="28"/>
                    <ns1:pt x="109" y="27"/>
                    <ns1:pt x="107" y="26"/>
                  </ns1:cubicBezTo>
                  <ns1:cubicBezTo>
                    <ns1:pt x="106" y="26"/>
                    <ns1:pt x="105" y="26"/>
                    <ns1:pt x="104" y="25"/>
                  </ns1:cubicBezTo>
                  <ns1:cubicBezTo>
                    <ns1:pt x="102" y="29"/>
                    <ns1:pt x="97" y="39"/>
                    <ns1:pt x="90" y="43"/>
                  </ns1:cubicBezTo>
                  <ns1:cubicBezTo>
                    <ns1:pt x="90" y="43"/>
                    <ns1:pt x="90" y="43"/>
                    <ns1:pt x="90" y="43"/>
                  </ns1:cubicBezTo>
                  <ns1:cubicBezTo>
                    <ns1:pt x="89" y="43"/>
                    <ns1:pt x="86" y="45"/>
                    <ns1:pt x="83" y="45"/>
                  </ns1:cubicBezTo>
                  <ns1:cubicBezTo>
                    <ns1:pt x="81" y="45"/>
                    <ns1:pt x="79" y="44"/>
                    <ns1:pt x="79" y="43"/>
                  </ns1:cubicBezTo>
                  <ns1:cubicBezTo>
                    <ns1:pt x="77" y="41"/>
                    <ns1:pt x="77" y="37"/>
                    <ns1:pt x="80" y="30"/>
                  </ns1:cubicBezTo>
                  <ns1:cubicBezTo>
                    <ns1:pt x="84" y="17"/>
                    <ns1:pt x="84" y="17"/>
                    <ns1:pt x="84" y="17"/>
                  </ns1:cubicBezTo>
                  <ns1:cubicBezTo>
                    <ns1:pt x="95" y="10"/>
                    <ns1:pt x="95" y="10"/>
                    <ns1:pt x="95" y="10"/>
                  </ns1:cubicBezTo>
                  <ns1:cubicBezTo>
                    <ns1:pt x="93" y="9"/>
                    <ns1:pt x="90" y="8"/>
                    <ns1:pt x="87" y="8"/>
                  </ns1:cubicBezTo>
                  <ns1:cubicBezTo>
                    <ns1:pt x="74" y="9"/>
                    <ns1:pt x="57" y="19"/>
                    <ns1:pt x="57" y="19"/>
                  </ns1:cubicBezTo>
                  <ns1:cubicBezTo>
                    <ns1:pt x="57" y="20"/>
                    <ns1:pt x="57" y="20"/>
                    <ns1:pt x="57" y="20"/>
                  </ns1:cubicBezTo>
                  <ns1:cubicBezTo>
                    <ns1:pt x="32" y="9"/>
                    <ns1:pt x="32" y="9"/>
                    <ns1:pt x="32" y="9"/>
                  </ns1:cubicBezTo>
                  <ns1:cubicBezTo>
                    <ns1:pt x="32" y="4"/>
                    <ns1:pt x="25" y="0"/>
                    <ns1:pt x="16" y="0"/>
                  </ns1:cubicBezTo>
                  <ns1:cubicBezTo>
                    <ns1:pt x="7" y="1"/>
                    <ns1:pt x="0" y="5"/>
                    <ns1:pt x="0" y="10"/>
                  </ns1:cubicBezTo>
                  <ns1:cubicBezTo>
                    <ns1:pt x="0" y="49"/>
                    <ns1:pt x="0" y="49"/>
                    <ns1:pt x="0" y="49"/>
                  </ns1:cubicBezTo>
                  <ns1:cubicBezTo>
                    <ns1:pt x="0" y="55"/>
                    <ns1:pt x="8" y="59"/>
                    <ns1:pt x="17" y="58"/>
                  </ns1:cubicBezTo>
                  <ns1:cubicBezTo>
                    <ns1:pt x="25" y="58"/>
                    <ns1:pt x="31" y="55"/>
                    <ns1:pt x="33" y="51"/>
                  </ns1:cubicBezTo>
                  <ns1:cubicBezTo>
                    <ns1:pt x="57" y="62"/>
                    <ns1:pt x="57" y="62"/>
                    <ns1:pt x="57" y="62"/>
                  </ns1:cubicBezTo>
                  <ns1:cubicBezTo>
                    <ns1:pt x="57" y="63"/>
                    <ns1:pt x="57" y="63"/>
                    <ns1:pt x="57" y="63"/>
                  </ns1:cubicBezTo>
                  <ns1:cubicBezTo>
                    <ns1:pt x="57" y="64"/>
                    <ns1:pt x="57" y="65"/>
                    <ns1:pt x="58" y="66"/>
                  </ns1:cubicBezTo>
                  <ns1:cubicBezTo>
                    <ns1:pt x="63" y="60"/>
                    <ns1:pt x="63" y="60"/>
                    <ns1:pt x="63" y="60"/>
                  </ns1:cubicBezTo>
                  <ns1:cubicBezTo>
                    <ns1:pt x="63" y="59"/>
                    <ns1:pt x="65" y="58"/>
                    <ns1:pt x="66" y="58"/>
                  </ns1:cubicBezTo>
                  <ns1:cubicBezTo>
                    <ns1:pt x="68" y="58"/>
                    <ns1:pt x="70" y="59"/>
                    <ns1:pt x="71" y="60"/>
                  </ns1:cubicBezTo>
                  <ns1:cubicBezTo>
                    <ns1:pt x="72" y="61"/>
                    <ns1:pt x="73" y="62"/>
                    <ns1:pt x="73" y="62"/>
                  </ns1:cubicBezTo>
                  <ns1:cubicBezTo>
                    <ns1:pt x="79" y="55"/>
                    <ns1:pt x="79" y="55"/>
                    <ns1:pt x="79" y="55"/>
                  </ns1:cubicBezTo>
                  <ns1:cubicBezTo>
                    <ns1:pt x="81" y="53"/>
                    <ns1:pt x="83" y="52"/>
                    <ns1:pt x="86" y="52"/>
                  </ns1:cubicBezTo>
                  <ns1:cubicBezTo>
                    <ns1:pt x="88" y="52"/>
                    <ns1:pt x="90" y="53"/>
                    <ns1:pt x="91" y="54"/>
                  </ns1:cubicBezTo>
                  <ns1:cubicBezTo>
                    <ns1:pt x="92" y="55"/>
                    <ns1:pt x="93" y="56"/>
                    <ns1:pt x="93" y="57"/>
                  </ns1:cubicBezTo>
                  <ns1:cubicBezTo>
                    <ns1:pt x="94" y="57"/>
                    <ns1:pt x="94" y="57"/>
                    <ns1:pt x="94" y="57"/>
                  </ns1:cubicBezTo>
                  <ns1:cubicBezTo>
                    <ns1:pt x="96" y="54"/>
                    <ns1:pt x="98" y="53"/>
                    <ns1:pt x="101" y="53"/>
                  </ns1:cubicBezTo>
                  <ns1:cubicBezTo>
                    <ns1:pt x="103" y="53"/>
                    <ns1:pt x="104" y="54"/>
                    <ns1:pt x="106" y="55"/>
                  </ns1:cubicBezTo>
                  <ns1:cubicBezTo>
                    <ns1:pt x="107" y="56"/>
                    <ns1:pt x="108" y="58"/>
                    <ns1:pt x="108" y="60"/>
                  </ns1:cubicBezTo>
                  <ns1:cubicBezTo>
                    <ns1:pt x="109" y="61"/>
                    <ns1:pt x="108" y="62"/>
                    <ns1:pt x="108" y="63"/>
                  </ns1:cubicBezTo>
                  <ns1:cubicBezTo>
                    <ns1:pt x="110" y="63"/>
                    <ns1:pt x="111" y="64"/>
                    <ns1:pt x="113" y="65"/>
                  </ns1:cubicBezTo>
                  <ns1:cubicBezTo>
                    <ns1:pt x="116" y="68"/>
                    <ns1:pt x="117" y="73"/>
                    <ns1:pt x="114" y="76"/>
                  </ns1:cubicBezTo>
                  <ns1:cubicBezTo>
                    <ns1:pt x="113" y="78"/>
                    <ns1:pt x="113" y="78"/>
                    <ns1:pt x="113" y="78"/>
                  </ns1:cubicBezTo>
                  <ns1:cubicBezTo>
                    <ns1:pt x="113" y="84"/>
                    <ns1:pt x="113" y="84"/>
                    <ns1:pt x="113" y="84"/>
                  </ns1:cubicBezTo>
                  <ns1:cubicBezTo>
                    <ns1:pt x="113" y="84"/>
                    <ns1:pt x="113" y="84"/>
                    <ns1:pt x="114" y="84"/>
                  </ns1:cubicBezTo>
                  <ns1:cubicBezTo>
                    <ns1:pt x="117" y="84"/>
                    <ns1:pt x="119" y="81"/>
                    <ns1:pt x="119" y="80"/>
                  </ns1:cubicBezTo>
                  <ns1:cubicBezTo>
                    <ns1:pt x="119" y="78"/>
                    <ns1:pt x="120" y="69"/>
                    <ns1:pt x="119" y="64"/>
                  </ns1:cubicBezTo>
                  <ns1:cubicBezTo>
                    <ns1:pt x="119" y="63"/>
                    <ns1:pt x="118" y="63"/>
                    <ns1:pt x="118" y="62"/>
                  </ns1:cubicBezTo>
                  <ns1:cubicBezTo>
                    <ns1:pt x="117" y="59"/>
                    <ns1:pt x="109" y="53"/>
                    <ns1:pt x="106" y="50"/>
                  </ns1:cubicBezTo>
                  <ns1:cubicBezTo>
                    <ns1:pt x="108" y="48"/>
                    <ns1:pt x="108" y="48"/>
                    <ns1:pt x="108" y="48"/>
                  </ns1:cubicBezTo>
                  <ns1:cubicBezTo>
                    <ns1:pt x="109" y="49"/>
                    <ns1:pt x="119" y="56"/>
                    <ns1:pt x="121" y="61"/>
                  </ns1:cubicBezTo>
                  <ns1:cubicBezTo>
                    <ns1:pt x="121" y="62"/>
                    <ns1:pt x="121" y="62"/>
                    <ns1:pt x="122" y="63"/>
                  </ns1:cubicBezTo>
                  <ns1:cubicBezTo>
                    <ns1:pt x="123" y="68"/>
                    <ns1:pt x="122" y="76"/>
                    <ns1:pt x="122" y="79"/>
                  </ns1:cubicBezTo>
                  <ns1:cubicBezTo>
                    <ns1:pt x="123" y="79"/>
                    <ns1:pt x="123" y="79"/>
                    <ns1:pt x="123" y="79"/>
                  </ns1:cubicBezTo>
                  <ns1:cubicBezTo>
                    <ns1:pt x="127" y="79"/>
                    <ns1:pt x="128" y="77"/>
                    <ns1:pt x="128" y="76"/>
                  </ns1:cubicBezTo>
                  <ns1:cubicBezTo>
                    <ns1:pt x="128" y="76"/>
                    <ns1:pt x="128" y="71"/>
                    <ns1:pt x="128" y="66"/>
                  </ns1:cubicBezTo>
                  <ns1:cubicBezTo>
                    <ns1:pt x="128" y="58"/>
                    <ns1:pt x="127" y="54"/>
                    <ns1:pt x="127" y="53"/>
                  </ns1:cubicBezTo>
                  <ns1:cubicBezTo>
                    <ns1:pt x="125" y="49"/>
                    <ns1:pt x="115" y="41"/>
                    <ns1:pt x="111" y="38"/>
                  </ns1:cubicBezTo>
                  <ns1:cubicBezTo>
                    <ns1:pt x="113" y="36"/>
                    <ns1:pt x="113" y="36"/>
                    <ns1:pt x="113" y="36"/>
                  </ns1:cubicBezTo>
                  <ns1:cubicBezTo>
                    <ns1:pt x="113" y="36"/>
                    <ns1:pt x="127" y="46"/>
                    <ns1:pt x="129" y="52"/>
                  </ns1:cubicBezTo>
                  <ns1:cubicBezTo>
                    <ns1:pt x="130" y="54"/>
                    <ns1:pt x="131" y="59"/>
                    <ns1:pt x="131" y="66"/>
                  </ns1:cubicBezTo>
                  <ns1:cubicBezTo>
                    <ns1:pt x="131" y="70"/>
                    <ns1:pt x="131" y="74"/>
                    <ns1:pt x="131" y="75"/>
                  </ns1:cubicBezTo>
                  <ns1:cubicBezTo>
                    <ns1:pt x="131" y="75"/>
                    <ns1:pt x="131" y="75"/>
                    <ns1:pt x="131" y="75"/>
                  </ns1:cubicBezTo>
                  <ns1:cubicBezTo>
                    <ns1:pt x="133" y="75"/>
                    <ns1:pt x="134" y="75"/>
                    <ns1:pt x="135" y="74"/>
                  </ns1:cubicBezTo>
                  <ns1:cubicBezTo>
                    <ns1:pt x="135" y="73"/>
                    <ns1:pt x="135" y="73"/>
                    <ns1:pt x="135" y="73"/>
                  </ns1:cubicBezTo>
                  <ns1:cubicBezTo>
                    <ns1:pt x="135" y="73"/>
                    <ns1:pt x="136" y="63"/>
                    <ns1:pt x="134" y="49"/>
                  </ns1:cubicBezTo>
                  <ns1:cubicBezTo>
                    <ns1:pt x="133" y="45"/>
                    <ns1:pt x="128" y="42"/>
                    <ns1:pt x="123" y="38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pPr algn="r"/>
              <ns1:endParaRPr lang="id-ID" sz="2700"/>
            </ns1:p>
          </ns0:txBody>
        </ns0:sp>
      </ns0:grpSp>
      <ns0:sp>
        <ns0:nvSpPr>
          <ns0:cNvPr id="346" name="Freeform 19"/>
          <ns0:cNvSpPr>
            <ns1:spLocks noEditPoints="1"/>
          </ns0:cNvSpPr>
          <ns0:nvPr/>
        </ns0:nvSpPr>
        <ns0:spPr bwMode="auto">
          <ns1:xfrm>
            <ns1:off x="8238588" y="6040171"/>
            <ns1:ext cx="415200" cy="431919"/>
          </ns1:xfrm>
          <ns1:custGeom>
            <ns1:avLst/>
            <ns1:gdLst>
              <ns1:gd name="T0" fmla="*/ 121 w 123"/>
              <ns1:gd name="T1" fmla="*/ 42 h 128"/>
              <ns1:gd name="T2" fmla="*/ 86 w 123"/>
              <ns1:gd name="T3" fmla="*/ 34 h 128"/>
              <ns1:gd name="T4" fmla="*/ 86 w 123"/>
              <ns1:gd name="T5" fmla="*/ 24 h 128"/>
              <ns1:gd name="T6" fmla="*/ 38 w 123"/>
              <ns1:gd name="T7" fmla="*/ 24 h 128"/>
              <ns1:gd name="T8" fmla="*/ 37 w 123"/>
              <ns1:gd name="T9" fmla="*/ 34 h 128"/>
              <ns1:gd name="T10" fmla="*/ 3 w 123"/>
              <ns1:gd name="T11" fmla="*/ 42 h 128"/>
              <ns1:gd name="T12" fmla="*/ 0 w 123"/>
              <ns1:gd name="T13" fmla="*/ 56 h 128"/>
              <ns1:gd name="T14" fmla="*/ 6 w 123"/>
              <ns1:gd name="T15" fmla="*/ 91 h 128"/>
              <ns1:gd name="T16" fmla="*/ 15 w 123"/>
              <ns1:gd name="T17" fmla="*/ 119 h 128"/>
              <ns1:gd name="T18" fmla="*/ 27 w 123"/>
              <ns1:gd name="T19" fmla="*/ 119 h 128"/>
              <ns1:gd name="T20" fmla="*/ 36 w 123"/>
              <ns1:gd name="T21" fmla="*/ 91 h 128"/>
              <ns1:gd name="T22" fmla="*/ 42 w 123"/>
              <ns1:gd name="T23" fmla="*/ 90 h 128"/>
              <ns1:gd name="T24" fmla="*/ 54 w 123"/>
              <ns1:gd name="T25" fmla="*/ 128 h 128"/>
              <ns1:gd name="T26" fmla="*/ 70 w 123"/>
              <ns1:gd name="T27" fmla="*/ 128 h 128"/>
              <ns1:gd name="T28" fmla="*/ 82 w 123"/>
              <ns1:gd name="T29" fmla="*/ 90 h 128"/>
              <ns1:gd name="T30" fmla="*/ 88 w 123"/>
              <ns1:gd name="T31" fmla="*/ 91 h 128"/>
              <ns1:gd name="T32" fmla="*/ 97 w 123"/>
              <ns1:gd name="T33" fmla="*/ 119 h 128"/>
              <ns1:gd name="T34" fmla="*/ 109 w 123"/>
              <ns1:gd name="T35" fmla="*/ 119 h 128"/>
              <ns1:gd name="T36" fmla="*/ 118 w 123"/>
              <ns1:gd name="T37" fmla="*/ 91 h 128"/>
              <ns1:gd name="T38" fmla="*/ 123 w 123"/>
              <ns1:gd name="T39" fmla="*/ 56 h 128"/>
              <ns1:gd name="T40" fmla="*/ 18 w 123"/>
              <ns1:gd name="T41" fmla="*/ 86 h 128"/>
              <ns1:gd name="T42" fmla="*/ 15 w 123"/>
              <ns1:gd name="T43" fmla="*/ 113 h 128"/>
              <ns1:gd name="T44" fmla="*/ 12 w 123"/>
              <ns1:gd name="T45" fmla="*/ 86 h 128"/>
              <ns1:gd name="T46" fmla="*/ 6 w 123"/>
              <ns1:gd name="T47" fmla="*/ 56 h 128"/>
              <ns1:gd name="T48" fmla="*/ 9 w 123"/>
              <ns1:gd name="T49" fmla="*/ 42 h 128"/>
              <ns1:gd name="T50" fmla="*/ 33 w 123"/>
              <ns1:gd name="T51" fmla="*/ 42 h 128"/>
              <ns1:gd name="T52" fmla="*/ 34 w 123"/>
              <ns1:gd name="T53" fmla="*/ 52 h 128"/>
              <ns1:gd name="T54" fmla="*/ 35 w 123"/>
              <ns1:gd name="T55" fmla="*/ 83 h 128"/>
              <ns1:gd name="T56" fmla="*/ 30 w 123"/>
              <ns1:gd name="T57" fmla="*/ 110 h 128"/>
              <ns1:gd name="T58" fmla="*/ 24 w 123"/>
              <ns1:gd name="T59" fmla="*/ 110 h 128"/>
              <ns1:gd name="T60" fmla="*/ 58 w 123"/>
              <ns1:gd name="T61" fmla="*/ 83 h 128"/>
              <ns1:gd name="T62" fmla="*/ 54 w 123"/>
              <ns1:gd name="T63" fmla="*/ 120 h 128"/>
              <ns1:gd name="T64" fmla="*/ 50 w 123"/>
              <ns1:gd name="T65" fmla="*/ 84 h 128"/>
              <ns1:gd name="T66" fmla="*/ 42 w 123"/>
              <ns1:gd name="T67" fmla="*/ 56 h 128"/>
              <ns1:gd name="T68" fmla="*/ 42 w 123"/>
              <ns1:gd name="T69" fmla="*/ 44 h 128"/>
              <ns1:gd name="T70" fmla="*/ 46 w 123"/>
              <ns1:gd name="T71" fmla="*/ 24 h 128"/>
              <ns1:gd name="T72" fmla="*/ 78 w 123"/>
              <ns1:gd name="T73" fmla="*/ 24 h 128"/>
              <ns1:gd name="T74" fmla="*/ 82 w 123"/>
              <ns1:gd name="T75" fmla="*/ 44 h 128"/>
              <ns1:gd name="T76" fmla="*/ 82 w 123"/>
              <ns1:gd name="T77" fmla="*/ 76 h 128"/>
              <ns1:gd name="T78" fmla="*/ 74 w 123"/>
              <ns1:gd name="T79" fmla="*/ 116 h 128"/>
              <ns1:gd name="T80" fmla="*/ 66 w 123"/>
              <ns1:gd name="T81" fmla="*/ 116 h 128"/>
              <ns1:gd name="T82" fmla="*/ 58 w 123"/>
              <ns1:gd name="T83" fmla="*/ 83 h 128"/>
              <ns1:gd name="T84" fmla="*/ 100 w 123"/>
              <ns1:gd name="T85" fmla="*/ 110 h 128"/>
              <ns1:gd name="T86" fmla="*/ 94 w 123"/>
              <ns1:gd name="T87" fmla="*/ 110 h 128"/>
              <ns1:gd name="T88" fmla="*/ 88 w 123"/>
              <ns1:gd name="T89" fmla="*/ 83 h 128"/>
              <ns1:gd name="T90" fmla="*/ 90 w 123"/>
              <ns1:gd name="T91" fmla="*/ 52 h 128"/>
              <ns1:gd name="T92" fmla="*/ 91 w 123"/>
              <ns1:gd name="T93" fmla="*/ 42 h 128"/>
              <ns1:gd name="T94" fmla="*/ 115 w 123"/>
              <ns1:gd name="T95" fmla="*/ 42 h 128"/>
              <ns1:gd name="T96" fmla="*/ 118 w 123"/>
              <ns1:gd name="T97" fmla="*/ 56 h 128"/>
              <ns1:gd name="T98" fmla="*/ 112 w 123"/>
              <ns1:gd name="T99" fmla="*/ 86 h 128"/>
              <ns1:gd name="T100" fmla="*/ 109 w 123"/>
              <ns1:gd name="T101" fmla="*/ 113 h 128"/>
              <ns1:gd name="T102" fmla="*/ 106 w 123"/>
              <ns1:gd name="T103" fmla="*/ 86 h 128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  <ns1:cxn ang="0">
                <ns1:pos x="T32" y="T33"/>
              </ns1:cxn>
              <ns1:cxn ang="0">
                <ns1:pos x="T34" y="T35"/>
              </ns1:cxn>
              <ns1:cxn ang="0">
                <ns1:pos x="T36" y="T37"/>
              </ns1:cxn>
              <ns1:cxn ang="0">
                <ns1:pos x="T38" y="T39"/>
              </ns1:cxn>
              <ns1:cxn ang="0">
                <ns1:pos x="T40" y="T41"/>
              </ns1:cxn>
              <ns1:cxn ang="0">
                <ns1:pos x="T42" y="T43"/>
              </ns1:cxn>
              <ns1:cxn ang="0">
                <ns1:pos x="T44" y="T45"/>
              </ns1:cxn>
              <ns1:cxn ang="0">
                <ns1:pos x="T46" y="T47"/>
              </ns1:cxn>
              <ns1:cxn ang="0">
                <ns1:pos x="T48" y="T49"/>
              </ns1:cxn>
              <ns1:cxn ang="0">
                <ns1:pos x="T50" y="T51"/>
              </ns1:cxn>
              <ns1:cxn ang="0">
                <ns1:pos x="T52" y="T53"/>
              </ns1:cxn>
              <ns1:cxn ang="0">
                <ns1:pos x="T54" y="T55"/>
              </ns1:cxn>
              <ns1:cxn ang="0">
                <ns1:pos x="T56" y="T57"/>
              </ns1:cxn>
              <ns1:cxn ang="0">
                <ns1:pos x="T58" y="T59"/>
              </ns1:cxn>
              <ns1:cxn ang="0">
                <ns1:pos x="T60" y="T61"/>
              </ns1:cxn>
              <ns1:cxn ang="0">
                <ns1:pos x="T62" y="T63"/>
              </ns1:cxn>
              <ns1:cxn ang="0">
                <ns1:pos x="T64" y="T65"/>
              </ns1:cxn>
              <ns1:cxn ang="0">
                <ns1:pos x="T66" y="T67"/>
              </ns1:cxn>
              <ns1:cxn ang="0">
                <ns1:pos x="T68" y="T69"/>
              </ns1:cxn>
              <ns1:cxn ang="0">
                <ns1:pos x="T70" y="T71"/>
              </ns1:cxn>
              <ns1:cxn ang="0">
                <ns1:pos x="T72" y="T73"/>
              </ns1:cxn>
              <ns1:cxn ang="0">
                <ns1:pos x="T74" y="T75"/>
              </ns1:cxn>
              <ns1:cxn ang="0">
                <ns1:pos x="T76" y="T77"/>
              </ns1:cxn>
              <ns1:cxn ang="0">
                <ns1:pos x="T78" y="T79"/>
              </ns1:cxn>
              <ns1:cxn ang="0">
                <ns1:pos x="T80" y="T81"/>
              </ns1:cxn>
              <ns1:cxn ang="0">
                <ns1:pos x="T82" y="T83"/>
              </ns1:cxn>
              <ns1:cxn ang="0">
                <ns1:pos x="T84" y="T85"/>
              </ns1:cxn>
              <ns1:cxn ang="0">
                <ns1:pos x="T86" y="T87"/>
              </ns1:cxn>
              <ns1:cxn ang="0">
                <ns1:pos x="T88" y="T89"/>
              </ns1:cxn>
              <ns1:cxn ang="0">
                <ns1:pos x="T90" y="T91"/>
              </ns1:cxn>
              <ns1:cxn ang="0">
                <ns1:pos x="T92" y="T93"/>
              </ns1:cxn>
              <ns1:cxn ang="0">
                <ns1:pos x="T94" y="T95"/>
              </ns1:cxn>
              <ns1:cxn ang="0">
                <ns1:pos x="T96" y="T97"/>
              </ns1:cxn>
              <ns1:cxn ang="0">
                <ns1:pos x="T98" y="T99"/>
              </ns1:cxn>
              <ns1:cxn ang="0">
                <ns1:pos x="T100" y="T101"/>
              </ns1:cxn>
              <ns1:cxn ang="0">
                <ns1:pos x="T102" y="T103"/>
              </ns1:cxn>
            </ns1:cxnLst>
            <ns1:rect l="0" t="0" r="r" b="b"/>
            <ns1:pathLst>
              <ns1:path w="123" h="128">
                <ns1:moveTo>
                  <ns1:pt x="119" y="48"/>
                </ns1:moveTo>
                <ns1:cubicBezTo>
                  <ns1:pt x="120" y="46"/>
                  <ns1:pt x="121" y="44"/>
                  <ns1:pt x="121" y="42"/>
                </ns1:cubicBezTo>
                <ns1:cubicBezTo>
                  <ns1:pt x="121" y="32"/>
                  <ns1:pt x="112" y="24"/>
                  <ns1:pt x="103" y="24"/>
                </ns1:cubicBezTo>
                <ns1:cubicBezTo>
                  <ns1:pt x="95" y="24"/>
                  <ns1:pt x="89" y="28"/>
                  <ns1:pt x="86" y="34"/>
                </ns1:cubicBezTo>
                <ns1:cubicBezTo>
                  <ns1:pt x="86" y="33"/>
                  <ns1:pt x="85" y="32"/>
                  <ns1:pt x="84" y="32"/>
                </ns1:cubicBezTo>
                <ns1:cubicBezTo>
                  <ns1:pt x="85" y="29"/>
                  <ns1:pt x="86" y="26"/>
                  <ns1:pt x="86" y="24"/>
                </ns1:cubicBezTo>
                <ns1:cubicBezTo>
                  <ns1:pt x="86" y="10"/>
                  <ns1:pt x="75" y="0"/>
                  <ns1:pt x="62" y="0"/>
                </ns1:cubicBezTo>
                <ns1:cubicBezTo>
                  <ns1:pt x="49" y="0"/>
                  <ns1:pt x="38" y="10"/>
                  <ns1:pt x="38" y="24"/>
                </ns1:cubicBezTo>
                <ns1:cubicBezTo>
                  <ns1:pt x="38" y="26"/>
                  <ns1:pt x="38" y="29"/>
                  <ns1:pt x="39" y="32"/>
                </ns1:cubicBezTo>
                <ns1:cubicBezTo>
                  <ns1:pt x="38" y="32"/>
                  <ns1:pt x="38" y="33"/>
                  <ns1:pt x="37" y="34"/>
                </ns1:cubicBezTo>
                <ns1:cubicBezTo>
                  <ns1:pt x="34" y="28"/>
                  <ns1:pt x="28" y="24"/>
                  <ns1:pt x="21" y="24"/>
                </ns1:cubicBezTo>
                <ns1:cubicBezTo>
                  <ns1:pt x="11" y="24"/>
                  <ns1:pt x="3" y="32"/>
                  <ns1:pt x="3" y="42"/>
                </ns1:cubicBezTo>
                <ns1:cubicBezTo>
                  <ns1:pt x="3" y="44"/>
                  <ns1:pt x="3" y="46"/>
                  <ns1:pt x="4" y="48"/>
                </ns1:cubicBezTo>
                <ns1:cubicBezTo>
                  <ns1:pt x="2" y="50"/>
                  <ns1:pt x="0" y="53"/>
                  <ns1:pt x="0" y="56"/>
                </ns1:cubicBezTo>
                <ns1:cubicBezTo>
                  <ns1:pt x="0" y="80"/>
                  <ns1:pt x="0" y="80"/>
                  <ns1:pt x="0" y="80"/>
                </ns1:cubicBezTo>
                <ns1:cubicBezTo>
                  <ns1:pt x="0" y="85"/>
                  <ns1:pt x="2" y="89"/>
                  <ns1:pt x="6" y="91"/>
                </ns1:cubicBezTo>
                <ns1:cubicBezTo>
                  <ns1:pt x="6" y="110"/>
                  <ns1:pt x="6" y="110"/>
                  <ns1:pt x="6" y="110"/>
                </ns1:cubicBezTo>
                <ns1:cubicBezTo>
                  <ns1:pt x="6" y="115"/>
                  <ns1:pt x="10" y="119"/>
                  <ns1:pt x="15" y="119"/>
                </ns1:cubicBezTo>
                <ns1:cubicBezTo>
                  <ns1:pt x="17" y="119"/>
                  <ns1:pt x="19" y="118"/>
                  <ns1:pt x="21" y="117"/>
                </ns1:cubicBezTo>
                <ns1:cubicBezTo>
                  <ns1:pt x="22" y="118"/>
                  <ns1:pt x="25" y="119"/>
                  <ns1:pt x="27" y="119"/>
                </ns1:cubicBezTo>
                <ns1:cubicBezTo>
                  <ns1:pt x="32" y="119"/>
                  <ns1:pt x="36" y="115"/>
                  <ns1:pt x="36" y="110"/>
                </ns1:cubicBezTo>
                <ns1:cubicBezTo>
                  <ns1:pt x="36" y="91"/>
                  <ns1:pt x="36" y="91"/>
                  <ns1:pt x="36" y="91"/>
                </ns1:cubicBezTo>
                <ns1:cubicBezTo>
                  <ns1:pt x="37" y="90"/>
                  <ns1:pt x="38" y="89"/>
                  <ns1:pt x="39" y="88"/>
                </ns1:cubicBezTo>
                <ns1:cubicBezTo>
                  <ns1:pt x="40" y="88"/>
                  <ns1:pt x="41" y="89"/>
                  <ns1:pt x="42" y="90"/>
                </ns1:cubicBezTo>
                <ns1:cubicBezTo>
                  <ns1:pt x="42" y="116"/>
                  <ns1:pt x="42" y="116"/>
                  <ns1:pt x="42" y="116"/>
                </ns1:cubicBezTo>
                <ns1:cubicBezTo>
                  <ns1:pt x="42" y="122"/>
                  <ns1:pt x="47" y="128"/>
                  <ns1:pt x="54" y="128"/>
                </ns1:cubicBezTo>
                <ns1:cubicBezTo>
                  <ns1:pt x="57" y="128"/>
                  <ns1:pt x="60" y="127"/>
                  <ns1:pt x="62" y="125"/>
                </ns1:cubicBezTo>
                <ns1:cubicBezTo>
                  <ns1:pt x="64" y="127"/>
                  <ns1:pt x="67" y="128"/>
                  <ns1:pt x="70" y="128"/>
                </ns1:cubicBezTo>
                <ns1:cubicBezTo>
                  <ns1:pt x="76" y="128"/>
                  <ns1:pt x="82" y="122"/>
                  <ns1:pt x="82" y="116"/>
                </ns1:cubicBezTo>
                <ns1:cubicBezTo>
                  <ns1:pt x="82" y="90"/>
                  <ns1:pt x="82" y="90"/>
                  <ns1:pt x="82" y="90"/>
                </ns1:cubicBezTo>
                <ns1:cubicBezTo>
                  <ns1:pt x="83" y="89"/>
                  <ns1:pt x="84" y="88"/>
                  <ns1:pt x="84" y="88"/>
                </ns1:cubicBezTo>
                <ns1:cubicBezTo>
                  <ns1:pt x="85" y="89"/>
                  <ns1:pt x="86" y="90"/>
                  <ns1:pt x="88" y="91"/>
                </ns1:cubicBezTo>
                <ns1:cubicBezTo>
                  <ns1:pt x="88" y="110"/>
                  <ns1:pt x="88" y="110"/>
                  <ns1:pt x="88" y="110"/>
                </ns1:cubicBezTo>
                <ns1:cubicBezTo>
                  <ns1:pt x="88" y="115"/>
                  <ns1:pt x="92" y="119"/>
                  <ns1:pt x="97" y="119"/>
                </ns1:cubicBezTo>
                <ns1:cubicBezTo>
                  <ns1:pt x="99" y="119"/>
                  <ns1:pt x="101" y="118"/>
                  <ns1:pt x="103" y="117"/>
                </ns1:cubicBezTo>
                <ns1:cubicBezTo>
                  <ns1:pt x="104" y="118"/>
                  <ns1:pt x="106" y="119"/>
                  <ns1:pt x="109" y="119"/>
                </ns1:cubicBezTo>
                <ns1:cubicBezTo>
                  <ns1:pt x="114" y="119"/>
                  <ns1:pt x="118" y="115"/>
                  <ns1:pt x="118" y="110"/>
                </ns1:cubicBezTo>
                <ns1:cubicBezTo>
                  <ns1:pt x="118" y="91"/>
                  <ns1:pt x="118" y="91"/>
                  <ns1:pt x="118" y="91"/>
                </ns1:cubicBezTo>
                <ns1:cubicBezTo>
                  <ns1:pt x="121" y="89"/>
                  <ns1:pt x="123" y="85"/>
                  <ns1:pt x="123" y="80"/>
                </ns1:cubicBezTo>
                <ns1:cubicBezTo>
                  <ns1:pt x="123" y="56"/>
                  <ns1:pt x="123" y="56"/>
                  <ns1:pt x="123" y="56"/>
                </ns1:cubicBezTo>
                <ns1:cubicBezTo>
                  <ns1:pt x="123" y="53"/>
                  <ns1:pt x="122" y="50"/>
                  <ns1:pt x="119" y="48"/>
                </ns1:cubicBezTo>
                <ns1:close/>
                <ns1:moveTo>
                  <ns1:pt x="18" y="86"/>
                </ns1:moveTo>
                <ns1:cubicBezTo>
                  <ns1:pt x="18" y="110"/>
                  <ns1:pt x="18" y="110"/>
                  <ns1:pt x="18" y="110"/>
                </ns1:cubicBezTo>
                <ns1:cubicBezTo>
                  <ns1:pt x="18" y="112"/>
                  <ns1:pt x="17" y="113"/>
                  <ns1:pt x="15" y="113"/>
                </ns1:cubicBezTo>
                <ns1:cubicBezTo>
                  <ns1:pt x="13" y="113"/>
                  <ns1:pt x="12" y="112"/>
                  <ns1:pt x="12" y="110"/>
                </ns1:cubicBezTo>
                <ns1:cubicBezTo>
                  <ns1:pt x="12" y="86"/>
                  <ns1:pt x="12" y="86"/>
                  <ns1:pt x="12" y="86"/>
                </ns1:cubicBezTo>
                <ns1:cubicBezTo>
                  <ns1:pt x="9" y="86"/>
                  <ns1:pt x="6" y="84"/>
                  <ns1:pt x="6" y="80"/>
                </ns1:cubicBezTo>
                <ns1:cubicBezTo>
                  <ns1:pt x="6" y="56"/>
                  <ns1:pt x="6" y="56"/>
                  <ns1:pt x="6" y="56"/>
                </ns1:cubicBezTo>
                <ns1:cubicBezTo>
                  <ns1:pt x="6" y="53"/>
                  <ns1:pt x="9" y="51"/>
                  <ns1:pt x="12" y="51"/>
                </ns1:cubicBezTo>
                <ns1:cubicBezTo>
                  <ns1:pt x="12" y="51"/>
                  <ns1:pt x="9" y="48"/>
                  <ns1:pt x="9" y="42"/>
                </ns1:cubicBezTo>
                <ns1:cubicBezTo>
                  <ns1:pt x="9" y="35"/>
                  <ns1:pt x="14" y="30"/>
                  <ns1:pt x="21" y="30"/>
                </ns1:cubicBezTo>
                <ns1:cubicBezTo>
                  <ns1:pt x="27" y="30"/>
                  <ns1:pt x="33" y="35"/>
                  <ns1:pt x="33" y="42"/>
                </ns1:cubicBezTo>
                <ns1:cubicBezTo>
                  <ns1:pt x="33" y="48"/>
                  <ns1:pt x="30" y="51"/>
                  <ns1:pt x="30" y="51"/>
                </ns1:cubicBezTo>
                <ns1:cubicBezTo>
                  <ns1:pt x="31" y="51"/>
                  <ns1:pt x="33" y="51"/>
                  <ns1:pt x="34" y="52"/>
                </ns1:cubicBezTo>
                <ns1:cubicBezTo>
                  <ns1:pt x="34" y="76"/>
                  <ns1:pt x="34" y="76"/>
                  <ns1:pt x="34" y="76"/>
                </ns1:cubicBezTo>
                <ns1:cubicBezTo>
                  <ns1:pt x="34" y="78"/>
                  <ns1:pt x="34" y="80"/>
                  <ns1:pt x="35" y="83"/>
                </ns1:cubicBezTo>
                <ns1:cubicBezTo>
                  <ns1:pt x="34" y="85"/>
                  <ns1:pt x="32" y="86"/>
                  <ns1:pt x="30" y="86"/>
                </ns1:cubicBezTo>
                <ns1:cubicBezTo>
                  <ns1:pt x="30" y="110"/>
                  <ns1:pt x="30" y="110"/>
                  <ns1:pt x="30" y="110"/>
                </ns1:cubicBezTo>
                <ns1:cubicBezTo>
                  <ns1:pt x="30" y="112"/>
                  <ns1:pt x="28" y="113"/>
                  <ns1:pt x="27" y="113"/>
                </ns1:cubicBezTo>
                <ns1:cubicBezTo>
                  <ns1:pt x="25" y="113"/>
                  <ns1:pt x="24" y="112"/>
                  <ns1:pt x="24" y="110"/>
                </ns1:cubicBezTo>
                <ns1:cubicBezTo>
                  <ns1:pt x="24" y="86"/>
                  <ns1:pt x="24" y="86"/>
                  <ns1:pt x="24" y="86"/>
                </ns1:cubicBezTo>
                <ns1:moveTo>
                  <ns1:pt x="58" y="83"/>
                </ns1:moveTo>
                <ns1:cubicBezTo>
                  <ns1:pt x="58" y="116"/>
                  <ns1:pt x="58" y="116"/>
                  <ns1:pt x="58" y="116"/>
                </ns1:cubicBezTo>
                <ns1:cubicBezTo>
                  <ns1:pt x="58" y="118"/>
                  <ns1:pt x="56" y="120"/>
                  <ns1:pt x="54" y="120"/>
                </ns1:cubicBezTo>
                <ns1:cubicBezTo>
                  <ns1:pt x="52" y="120"/>
                  <ns1:pt x="50" y="118"/>
                  <ns1:pt x="50" y="116"/>
                </ns1:cubicBezTo>
                <ns1:cubicBezTo>
                  <ns1:pt x="50" y="84"/>
                  <ns1:pt x="50" y="84"/>
                  <ns1:pt x="50" y="84"/>
                </ns1:cubicBezTo>
                <ns1:cubicBezTo>
                  <ns1:pt x="45" y="84"/>
                  <ns1:pt x="42" y="80"/>
                  <ns1:pt x="42" y="76"/>
                </ns1:cubicBezTo>
                <ns1:cubicBezTo>
                  <ns1:pt x="42" y="56"/>
                  <ns1:pt x="42" y="56"/>
                  <ns1:pt x="42" y="56"/>
                </ns1:cubicBezTo>
                <ns1:cubicBezTo>
                  <ns1:pt x="42" y="56"/>
                  <ns1:pt x="42" y="56"/>
                  <ns1:pt x="42" y="56"/>
                </ns1:cubicBezTo>
                <ns1:cubicBezTo>
                  <ns1:pt x="42" y="44"/>
                  <ns1:pt x="42" y="44"/>
                  <ns1:pt x="42" y="44"/>
                </ns1:cubicBezTo>
                <ns1:cubicBezTo>
                  <ns1:pt x="42" y="39"/>
                  <ns1:pt x="45" y="36"/>
                  <ns1:pt x="50" y="36"/>
                </ns1:cubicBezTo>
                <ns1:cubicBezTo>
                  <ns1:pt x="50" y="36"/>
                  <ns1:pt x="46" y="33"/>
                  <ns1:pt x="46" y="24"/>
                </ns1:cubicBezTo>
                <ns1:cubicBezTo>
                  <ns1:pt x="46" y="15"/>
                  <ns1:pt x="53" y="8"/>
                  <ns1:pt x="62" y="8"/>
                </ns1:cubicBezTo>
                <ns1:cubicBezTo>
                  <ns1:pt x="71" y="8"/>
                  <ns1:pt x="78" y="15"/>
                  <ns1:pt x="78" y="24"/>
                </ns1:cubicBezTo>
                <ns1:cubicBezTo>
                  <ns1:pt x="78" y="32"/>
                  <ns1:pt x="74" y="36"/>
                  <ns1:pt x="74" y="36"/>
                </ns1:cubicBezTo>
                <ns1:cubicBezTo>
                  <ns1:pt x="78" y="36"/>
                  <ns1:pt x="82" y="39"/>
                  <ns1:pt x="82" y="44"/>
                </ns1:cubicBezTo>
                <ns1:cubicBezTo>
                  <ns1:pt x="82" y="56"/>
                  <ns1:pt x="82" y="56"/>
                  <ns1:pt x="82" y="56"/>
                </ns1:cubicBezTo>
                <ns1:cubicBezTo>
                  <ns1:pt x="82" y="76"/>
                  <ns1:pt x="82" y="76"/>
                  <ns1:pt x="82" y="76"/>
                </ns1:cubicBezTo>
                <ns1:cubicBezTo>
                  <ns1:pt x="82" y="80"/>
                  <ns1:pt x="78" y="84"/>
                  <ns1:pt x="74" y="84"/>
                </ns1:cubicBezTo>
                <ns1:cubicBezTo>
                  <ns1:pt x="74" y="116"/>
                  <ns1:pt x="74" y="116"/>
                  <ns1:pt x="74" y="116"/>
                </ns1:cubicBezTo>
                <ns1:cubicBezTo>
                  <ns1:pt x="74" y="118"/>
                  <ns1:pt x="72" y="120"/>
                  <ns1:pt x="70" y="120"/>
                </ns1:cubicBezTo>
                <ns1:cubicBezTo>
                  <ns1:pt x="68" y="120"/>
                  <ns1:pt x="66" y="118"/>
                  <ns1:pt x="66" y="116"/>
                </ns1:cubicBezTo>
                <ns1:cubicBezTo>
                  <ns1:pt x="66" y="83"/>
                  <ns1:pt x="66" y="83"/>
                  <ns1:pt x="66" y="83"/>
                </ns1:cubicBezTo>
                <ns1:lnTo>
                  <ns1:pt x="58" y="83"/>
                </ns1:lnTo>
                <ns1:close/>
                <ns1:moveTo>
                  <ns1:pt x="100" y="86"/>
                </ns1:moveTo>
                <ns1:cubicBezTo>
                  <ns1:pt x="100" y="110"/>
                  <ns1:pt x="100" y="110"/>
                  <ns1:pt x="100" y="110"/>
                </ns1:cubicBezTo>
                <ns1:cubicBezTo>
                  <ns1:pt x="100" y="112"/>
                  <ns1:pt x="98" y="113"/>
                  <ns1:pt x="97" y="113"/>
                </ns1:cubicBezTo>
                <ns1:cubicBezTo>
                  <ns1:pt x="95" y="113"/>
                  <ns1:pt x="94" y="112"/>
                  <ns1:pt x="94" y="110"/>
                </ns1:cubicBezTo>
                <ns1:cubicBezTo>
                  <ns1:pt x="94" y="86"/>
                  <ns1:pt x="94" y="86"/>
                  <ns1:pt x="94" y="86"/>
                </ns1:cubicBezTo>
                <ns1:cubicBezTo>
                  <ns1:pt x="91" y="86"/>
                  <ns1:pt x="89" y="85"/>
                  <ns1:pt x="88" y="83"/>
                </ns1:cubicBezTo>
                <ns1:cubicBezTo>
                  <ns1:pt x="89" y="80"/>
                  <ns1:pt x="90" y="78"/>
                  <ns1:pt x="90" y="76"/>
                </ns1:cubicBezTo>
                <ns1:cubicBezTo>
                  <ns1:pt x="90" y="52"/>
                  <ns1:pt x="90" y="52"/>
                  <ns1:pt x="90" y="52"/>
                </ns1:cubicBezTo>
                <ns1:cubicBezTo>
                  <ns1:pt x="91" y="51"/>
                  <ns1:pt x="92" y="51"/>
                  <ns1:pt x="94" y="51"/>
                </ns1:cubicBezTo>
                <ns1:cubicBezTo>
                  <ns1:pt x="94" y="51"/>
                  <ns1:pt x="91" y="48"/>
                  <ns1:pt x="91" y="42"/>
                </ns1:cubicBezTo>
                <ns1:cubicBezTo>
                  <ns1:pt x="91" y="35"/>
                  <ns1:pt x="96" y="30"/>
                  <ns1:pt x="103" y="30"/>
                </ns1:cubicBezTo>
                <ns1:cubicBezTo>
                  <ns1:pt x="109" y="30"/>
                  <ns1:pt x="115" y="35"/>
                  <ns1:pt x="115" y="42"/>
                </ns1:cubicBezTo>
                <ns1:cubicBezTo>
                  <ns1:pt x="115" y="48"/>
                  <ns1:pt x="112" y="51"/>
                  <ns1:pt x="112" y="51"/>
                </ns1:cubicBezTo>
                <ns1:cubicBezTo>
                  <ns1:pt x="115" y="51"/>
                  <ns1:pt x="118" y="53"/>
                  <ns1:pt x="118" y="56"/>
                </ns1:cubicBezTo>
                <ns1:cubicBezTo>
                  <ns1:pt x="118" y="80"/>
                  <ns1:pt x="118" y="80"/>
                  <ns1:pt x="118" y="80"/>
                </ns1:cubicBezTo>
                <ns1:cubicBezTo>
                  <ns1:pt x="118" y="84"/>
                  <ns1:pt x="115" y="86"/>
                  <ns1:pt x="112" y="86"/>
                </ns1:cubicBezTo>
                <ns1:cubicBezTo>
                  <ns1:pt x="112" y="110"/>
                  <ns1:pt x="112" y="110"/>
                  <ns1:pt x="112" y="110"/>
                </ns1:cubicBezTo>
                <ns1:cubicBezTo>
                  <ns1:pt x="112" y="112"/>
                  <ns1:pt x="110" y="113"/>
                  <ns1:pt x="109" y="113"/>
                </ns1:cubicBezTo>
                <ns1:cubicBezTo>
                  <ns1:pt x="107" y="113"/>
                  <ns1:pt x="106" y="112"/>
                  <ns1:pt x="106" y="110"/>
                </ns1:cubicBezTo>
                <ns1:cubicBezTo>
                  <ns1:pt x="106" y="86"/>
                  <ns1:pt x="106" y="86"/>
                  <ns1:pt x="106" y="86"/>
                </ns1:cubicBezTo>
                <ns1:lnTo>
                  <ns1:pt x="100" y="86"/>
                </ns1:lnTo>
                <ns1:close/>
              </ns1:path>
            </ns1:pathLst>
          </ns1:custGeom>
          <ns1:solidFill>
            <ns1:schemeClr val="tx1"/>
          </ns1:solidFill>
          <ns1:ln>
            <ns1:noFill/>
          </ns1:ln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id-ID" sz="2700"/>
          </ns1:p>
        </ns0:txBody>
      </ns0:sp>
      <ns0:grpSp>
        <ns0:nvGrpSpPr>
          <ns0:cNvPr id="347" name="Group 346"/>
          <ns0:cNvGrpSpPr/>
          <ns0:nvPr/>
        </ns0:nvGrpSpPr>
        <ns0:grpSpPr>
          <ns1:xfrm>
            <ns1:off x="9100192" y="6100009"/>
            <ns1:ext cx="483350" cy="312240"/>
            <ns1:chOff x="1554163" y="3055938"/>
            <ns1:chExt cx="1049337" cy="677862"/>
          </ns1:xfrm>
          <ns1:solidFill>
            <ns1:schemeClr val="tx1"/>
          </ns1:solidFill>
        </ns0:grpSpPr>
        <ns0:sp>
          <ns0:nvSpPr>
            <ns0:cNvPr id="348" name="Freeform 5"/>
            <ns0:cNvSpPr>
              <ns1:spLocks/>
            </ns0:cNvSpPr>
            <ns0:nvPr/>
          </ns0:nvSpPr>
          <ns0:spPr bwMode="auto">
            <ns1:xfrm>
              <ns1:off x="1554163" y="3482975"/>
              <ns1:ext cx="500062" cy="250825"/>
            </ns1:xfrm>
            <ns1:custGeom>
              <ns1:avLst/>
              <ns1:gdLst>
                <ns1:gd name="T0" fmla="*/ 114 w 132"/>
                <ns1:gd name="T1" fmla="*/ 9 h 66"/>
                <ns1:gd name="T2" fmla="*/ 100 w 132"/>
                <ns1:gd name="T3" fmla="*/ 0 h 66"/>
                <ns1:gd name="T4" fmla="*/ 32 w 132"/>
                <ns1:gd name="T5" fmla="*/ 0 h 66"/>
                <ns1:gd name="T6" fmla="*/ 18 w 132"/>
                <ns1:gd name="T7" fmla="*/ 9 h 66"/>
                <ns1:gd name="T8" fmla="*/ 2 w 132"/>
                <ns1:gd name="T9" fmla="*/ 57 h 66"/>
                <ns1:gd name="T10" fmla="*/ 8 w 132"/>
                <ns1:gd name="T11" fmla="*/ 66 h 66"/>
                <ns1:gd name="T12" fmla="*/ 124 w 132"/>
                <ns1:gd name="T13" fmla="*/ 66 h 66"/>
                <ns1:gd name="T14" fmla="*/ 130 w 132"/>
                <ns1:gd name="T15" fmla="*/ 57 h 66"/>
                <ns1:gd name="T16" fmla="*/ 114 w 132"/>
                <ns1:gd name="T17" fmla="*/ 9 h 66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</ns1:cxnLst>
              <ns1:rect l="0" t="0" r="r" b="b"/>
              <ns1:pathLst>
                <ns1:path w="132" h="66">
                  <ns1:moveTo>
                    <ns1:pt x="114" y="9"/>
                  </ns1:moveTo>
                  <ns1:cubicBezTo>
                    <ns1:pt x="112" y="4"/>
                    <ns1:pt x="106" y="0"/>
                    <ns1:pt x="100" y="0"/>
                  </ns1:cubicBezTo>
                  <ns1:cubicBezTo>
                    <ns1:pt x="32" y="0"/>
                    <ns1:pt x="32" y="0"/>
                    <ns1:pt x="32" y="0"/>
                  </ns1:cubicBezTo>
                  <ns1:cubicBezTo>
                    <ns1:pt x="26" y="0"/>
                    <ns1:pt x="20" y="4"/>
                    <ns1:pt x="18" y="9"/>
                  </ns1:cubicBezTo>
                  <ns1:cubicBezTo>
                    <ns1:pt x="2" y="57"/>
                    <ns1:pt x="2" y="57"/>
                    <ns1:pt x="2" y="57"/>
                  </ns1:cubicBezTo>
                  <ns1:cubicBezTo>
                    <ns1:pt x="0" y="62"/>
                    <ns1:pt x="3" y="66"/>
                    <ns1:pt x="8" y="66"/>
                  </ns1:cubicBezTo>
                  <ns1:cubicBezTo>
                    <ns1:pt x="124" y="66"/>
                    <ns1:pt x="124" y="66"/>
                    <ns1:pt x="124" y="66"/>
                  </ns1:cubicBezTo>
                  <ns1:cubicBezTo>
                    <ns1:pt x="129" y="66"/>
                    <ns1:pt x="132" y="62"/>
                    <ns1:pt x="130" y="57"/>
                  </ns1:cubicBezTo>
                  <ns1:lnTo>
                    <ns1:pt x="114" y="9"/>
                  </ns1:ln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349" name="Freeform 6"/>
            <ns0:cNvSpPr>
              <ns1:spLocks/>
            </ns0:cNvSpPr>
            <ns0:nvPr/>
          </ns0:nvSpPr>
          <ns0:spPr bwMode="auto">
            <ns1:xfrm>
              <ns1:off x="2103438" y="3482975"/>
              <ns1:ext cx="500062" cy="250825"/>
            </ns1:xfrm>
            <ns1:custGeom>
              <ns1:avLst/>
              <ns1:gdLst>
                <ns1:gd name="T0" fmla="*/ 131 w 132"/>
                <ns1:gd name="T1" fmla="*/ 57 h 66"/>
                <ns1:gd name="T2" fmla="*/ 114 w 132"/>
                <ns1:gd name="T3" fmla="*/ 9 h 66"/>
                <ns1:gd name="T4" fmla="*/ 101 w 132"/>
                <ns1:gd name="T5" fmla="*/ 0 h 66"/>
                <ns1:gd name="T6" fmla="*/ 32 w 132"/>
                <ns1:gd name="T7" fmla="*/ 0 h 66"/>
                <ns1:gd name="T8" fmla="*/ 19 w 132"/>
                <ns1:gd name="T9" fmla="*/ 9 h 66"/>
                <ns1:gd name="T10" fmla="*/ 2 w 132"/>
                <ns1:gd name="T11" fmla="*/ 57 h 66"/>
                <ns1:gd name="T12" fmla="*/ 8 w 132"/>
                <ns1:gd name="T13" fmla="*/ 66 h 66"/>
                <ns1:gd name="T14" fmla="*/ 124 w 132"/>
                <ns1:gd name="T15" fmla="*/ 66 h 66"/>
                <ns1:gd name="T16" fmla="*/ 131 w 132"/>
                <ns1:gd name="T17" fmla="*/ 57 h 66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</ns1:cxnLst>
              <ns1:rect l="0" t="0" r="r" b="b"/>
              <ns1:pathLst>
                <ns1:path w="132" h="66">
                  <ns1:moveTo>
                    <ns1:pt x="131" y="57"/>
                  </ns1:moveTo>
                  <ns1:cubicBezTo>
                    <ns1:pt x="114" y="9"/>
                    <ns1:pt x="114" y="9"/>
                    <ns1:pt x="114" y="9"/>
                  </ns1:cubicBezTo>
                  <ns1:cubicBezTo>
                    <ns1:pt x="112" y="4"/>
                    <ns1:pt x="106" y="0"/>
                    <ns1:pt x="101" y="0"/>
                  </ns1:cubicBezTo>
                  <ns1:cubicBezTo>
                    <ns1:pt x="32" y="0"/>
                    <ns1:pt x="32" y="0"/>
                    <ns1:pt x="32" y="0"/>
                  </ns1:cubicBezTo>
                  <ns1:cubicBezTo>
                    <ns1:pt x="26" y="0"/>
                    <ns1:pt x="20" y="4"/>
                    <ns1:pt x="19" y="9"/>
                  </ns1:cubicBezTo>
                  <ns1:cubicBezTo>
                    <ns1:pt x="2" y="57"/>
                    <ns1:pt x="2" y="57"/>
                    <ns1:pt x="2" y="57"/>
                  </ns1:cubicBezTo>
                  <ns1:cubicBezTo>
                    <ns1:pt x="0" y="62"/>
                    <ns1:pt x="3" y="66"/>
                    <ns1:pt x="8" y="66"/>
                  </ns1:cubicBezTo>
                  <ns1:cubicBezTo>
                    <ns1:pt x="124" y="66"/>
                    <ns1:pt x="124" y="66"/>
                    <ns1:pt x="124" y="66"/>
                  </ns1:cubicBezTo>
                  <ns1:cubicBezTo>
                    <ns1:pt x="129" y="66"/>
                    <ns1:pt x="132" y="62"/>
                    <ns1:pt x="131" y="57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350" name="Freeform 7"/>
            <ns0:cNvSpPr>
              <ns1:spLocks/>
            </ns0:cNvSpPr>
            <ns0:nvPr/>
          </ns0:nvSpPr>
          <ns0:spPr bwMode="auto">
            <ns1:xfrm>
              <ns1:off x="1827213" y="3181350"/>
              <ns1:ext cx="503237" cy="252412"/>
            </ns1:xfrm>
            <ns1:custGeom>
              <ns1:avLst/>
              <ns1:gdLst>
                <ns1:gd name="T0" fmla="*/ 9 w 133"/>
                <ns1:gd name="T1" fmla="*/ 66 h 66"/>
                <ns1:gd name="T2" fmla="*/ 124 w 133"/>
                <ns1:gd name="T3" fmla="*/ 66 h 66"/>
                <ns1:gd name="T4" fmla="*/ 131 w 133"/>
                <ns1:gd name="T5" fmla="*/ 57 h 66"/>
                <ns1:gd name="T6" fmla="*/ 114 w 133"/>
                <ns1:gd name="T7" fmla="*/ 9 h 66"/>
                <ns1:gd name="T8" fmla="*/ 101 w 133"/>
                <ns1:gd name="T9" fmla="*/ 0 h 66"/>
                <ns1:gd name="T10" fmla="*/ 32 w 133"/>
                <ns1:gd name="T11" fmla="*/ 0 h 66"/>
                <ns1:gd name="T12" fmla="*/ 19 w 133"/>
                <ns1:gd name="T13" fmla="*/ 9 h 66"/>
                <ns1:gd name="T14" fmla="*/ 2 w 133"/>
                <ns1:gd name="T15" fmla="*/ 57 h 66"/>
                <ns1:gd name="T16" fmla="*/ 9 w 133"/>
                <ns1:gd name="T17" fmla="*/ 66 h 66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</ns1:cxnLst>
              <ns1:rect l="0" t="0" r="r" b="b"/>
              <ns1:pathLst>
                <ns1:path w="133" h="66">
                  <ns1:moveTo>
                    <ns1:pt x="9" y="66"/>
                  </ns1:moveTo>
                  <ns1:cubicBezTo>
                    <ns1:pt x="124" y="66"/>
                    <ns1:pt x="124" y="66"/>
                    <ns1:pt x="124" y="66"/>
                  </ns1:cubicBezTo>
                  <ns1:cubicBezTo>
                    <ns1:pt x="130" y="66"/>
                    <ns1:pt x="133" y="62"/>
                    <ns1:pt x="131" y="57"/>
                  </ns1:cubicBezTo>
                  <ns1:cubicBezTo>
                    <ns1:pt x="114" y="9"/>
                    <ns1:pt x="114" y="9"/>
                    <ns1:pt x="114" y="9"/>
                  </ns1:cubicBezTo>
                  <ns1:cubicBezTo>
                    <ns1:pt x="112" y="4"/>
                    <ns1:pt x="107" y="0"/>
                    <ns1:pt x="101" y="0"/>
                  </ns1:cubicBezTo>
                  <ns1:cubicBezTo>
                    <ns1:pt x="32" y="0"/>
                    <ns1:pt x="32" y="0"/>
                    <ns1:pt x="32" y="0"/>
                  </ns1:cubicBezTo>
                  <ns1:cubicBezTo>
                    <ns1:pt x="27" y="0"/>
                    <ns1:pt x="21" y="4"/>
                    <ns1:pt x="19" y="9"/>
                  </ns1:cubicBezTo>
                  <ns1:cubicBezTo>
                    <ns1:pt x="2" y="57"/>
                    <ns1:pt x="2" y="57"/>
                    <ns1:pt x="2" y="57"/>
                  </ns1:cubicBezTo>
                  <ns1:cubicBezTo>
                    <ns1:pt x="0" y="62"/>
                    <ns1:pt x="3" y="66"/>
                    <ns1:pt x="9" y="66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351" name="Freeform 8"/>
            <ns0:cNvSpPr>
              <ns1:spLocks/>
            </ns0:cNvSpPr>
            <ns0:nvPr/>
          </ns0:nvSpPr>
          <ns0:spPr bwMode="auto">
            <ns1:xfrm>
              <ns1:off x="2338388" y="3148013"/>
              <ns1:ext cx="219075" cy="217487"/>
            </ns1:xfrm>
            <ns1:custGeom>
              <ns1:avLst/>
              <ns1:gdLst>
                <ns1:gd name="T0" fmla="*/ 45 w 138"/>
                <ns1:gd name="T1" fmla="*/ 91 h 137"/>
                <ns1:gd name="T2" fmla="*/ 69 w 138"/>
                <ns1:gd name="T3" fmla="*/ 137 h 137"/>
                <ns1:gd name="T4" fmla="*/ 93 w 138"/>
                <ns1:gd name="T5" fmla="*/ 91 h 137"/>
                <ns1:gd name="T6" fmla="*/ 138 w 138"/>
                <ns1:gd name="T7" fmla="*/ 67 h 137"/>
                <ns1:gd name="T8" fmla="*/ 93 w 138"/>
                <ns1:gd name="T9" fmla="*/ 43 h 137"/>
                <ns1:gd name="T10" fmla="*/ 69 w 138"/>
                <ns1:gd name="T11" fmla="*/ 0 h 137"/>
                <ns1:gd name="T12" fmla="*/ 45 w 138"/>
                <ns1:gd name="T13" fmla="*/ 43 h 137"/>
                <ns1:gd name="T14" fmla="*/ 0 w 138"/>
                <ns1:gd name="T15" fmla="*/ 67 h 137"/>
                <ns1:gd name="T16" fmla="*/ 45 w 138"/>
                <ns1:gd name="T17" fmla="*/ 91 h 137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</ns1:cxnLst>
              <ns1:rect l="0" t="0" r="r" b="b"/>
              <ns1:pathLst>
                <ns1:path w="138" h="137">
                  <ns1:moveTo>
                    <ns1:pt x="45" y="91"/>
                  </ns1:moveTo>
                  <ns1:lnTo>
                    <ns1:pt x="69" y="137"/>
                  </ns1:lnTo>
                  <ns1:lnTo>
                    <ns1:pt x="93" y="91"/>
                  </ns1:lnTo>
                  <ns1:lnTo>
                    <ns1:pt x="138" y="67"/>
                  </ns1:lnTo>
                  <ns1:lnTo>
                    <ns1:pt x="93" y="43"/>
                  </ns1:lnTo>
                  <ns1:lnTo>
                    <ns1:pt x="69" y="0"/>
                  </ns1:lnTo>
                  <ns1:lnTo>
                    <ns1:pt x="45" y="43"/>
                  </ns1:lnTo>
                  <ns1:lnTo>
                    <ns1:pt x="0" y="67"/>
                  </ns1:lnTo>
                  <ns1:lnTo>
                    <ns1:pt x="45" y="91"/>
                  </ns1:ln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352" name="Freeform 9"/>
            <ns0:cNvSpPr>
              <ns1:spLocks/>
            </ns0:cNvSpPr>
            <ns0:nvPr/>
          </ns0:nvSpPr>
          <ns0:spPr bwMode="auto">
            <ns1:xfrm>
              <ns1:off x="2266950" y="3055938"/>
              <ns1:ext cx="128587" cy="133350"/>
            </ns1:xfrm>
            <ns1:custGeom>
              <ns1:avLst/>
              <ns1:gdLst>
                <ns1:gd name="T0" fmla="*/ 40 w 81"/>
                <ns1:gd name="T1" fmla="*/ 84 h 84"/>
                <ns1:gd name="T2" fmla="*/ 54 w 81"/>
                <ns1:gd name="T3" fmla="*/ 58 h 84"/>
                <ns1:gd name="T4" fmla="*/ 81 w 81"/>
                <ns1:gd name="T5" fmla="*/ 43 h 84"/>
                <ns1:gd name="T6" fmla="*/ 54 w 81"/>
                <ns1:gd name="T7" fmla="*/ 29 h 84"/>
                <ns1:gd name="T8" fmla="*/ 40 w 81"/>
                <ns1:gd name="T9" fmla="*/ 0 h 84"/>
                <ns1:gd name="T10" fmla="*/ 26 w 81"/>
                <ns1:gd name="T11" fmla="*/ 29 h 84"/>
                <ns1:gd name="T12" fmla="*/ 0 w 81"/>
                <ns1:gd name="T13" fmla="*/ 43 h 84"/>
                <ns1:gd name="T14" fmla="*/ 26 w 81"/>
                <ns1:gd name="T15" fmla="*/ 58 h 84"/>
                <ns1:gd name="T16" fmla="*/ 40 w 81"/>
                <ns1:gd name="T17" fmla="*/ 84 h 84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</ns1:cxnLst>
              <ns1:rect l="0" t="0" r="r" b="b"/>
              <ns1:pathLst>
                <ns1:path w="81" h="84">
                  <ns1:moveTo>
                    <ns1:pt x="40" y="84"/>
                  </ns1:moveTo>
                  <ns1:lnTo>
                    <ns1:pt x="54" y="58"/>
                  </ns1:lnTo>
                  <ns1:lnTo>
                    <ns1:pt x="81" y="43"/>
                  </ns1:lnTo>
                  <ns1:lnTo>
                    <ns1:pt x="54" y="29"/>
                  </ns1:lnTo>
                  <ns1:lnTo>
                    <ns1:pt x="40" y="0"/>
                  </ns1:lnTo>
                  <ns1:lnTo>
                    <ns1:pt x="26" y="29"/>
                  </ns1:lnTo>
                  <ns1:lnTo>
                    <ns1:pt x="0" y="43"/>
                  </ns1:lnTo>
                  <ns1:lnTo>
                    <ns1:pt x="26" y="58"/>
                  </ns1:lnTo>
                  <ns1:lnTo>
                    <ns1:pt x="40" y="84"/>
                  </ns1:ln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</ns0:grpSp>
      <ns0:grpSp>
        <ns0:nvGrpSpPr>
          <ns0:cNvPr id="353" name="Group 352"/>
          <ns0:cNvGrpSpPr/>
          <ns0:nvPr/>
        </ns0:nvGrpSpPr>
        <ns0:grpSpPr>
          <ns1:xfrm>
            <ns1:off x="11128293" y="6014829"/>
            <ns1:ext cx="484187" cy="482600"/>
            <ns1:chOff x="6416675" y="5076825"/>
            <ns1:chExt cx="484187" cy="482600"/>
          </ns1:xfrm>
          <ns1:solidFill>
            <ns1:schemeClr val="tx1"/>
          </ns1:solidFill>
        </ns0:grpSpPr>
        <ns0:sp>
          <ns0:nvSpPr>
            <ns0:cNvPr id="354" name="Freeform 353"/>
            <ns0:cNvSpPr>
              <ns1:spLocks noEditPoints="1"/>
            </ns0:cNvSpPr>
            <ns0:nvPr/>
          </ns0:nvSpPr>
          <ns0:spPr bwMode="auto">
            <ns1:xfrm>
              <ns1:off x="6416675" y="5257800"/>
              <ns1:ext cx="484187" cy="301625"/>
            </ns1:xfrm>
            <ns1:custGeom>
              <ns1:avLst/>
              <ns1:gdLst>
                <ns1:gd name="T0" fmla="*/ 107 w 129"/>
                <ns1:gd name="T1" fmla="*/ 36 h 80"/>
                <ns1:gd name="T2" fmla="*/ 126 w 129"/>
                <ns1:gd name="T3" fmla="*/ 24 h 80"/>
                <ns1:gd name="T4" fmla="*/ 122 w 129"/>
                <ns1:gd name="T5" fmla="*/ 16 h 80"/>
                <ns1:gd name="T6" fmla="*/ 64 w 129"/>
                <ns1:gd name="T7" fmla="*/ 0 h 80"/>
                <ns1:gd name="T8" fmla="*/ 10 w 129"/>
                <ns1:gd name="T9" fmla="*/ 36 h 80"/>
                <ns1:gd name="T10" fmla="*/ 2 w 129"/>
                <ns1:gd name="T11" fmla="*/ 51 h 80"/>
                <ns1:gd name="T12" fmla="*/ 16 w 129"/>
                <ns1:gd name="T13" fmla="*/ 70 h 80"/>
                <ns1:gd name="T14" fmla="*/ 102 w 129"/>
                <ns1:gd name="T15" fmla="*/ 80 h 80"/>
                <ns1:gd name="T16" fmla="*/ 112 w 129"/>
                <ns1:gd name="T17" fmla="*/ 67 h 80"/>
                <ns1:gd name="T18" fmla="*/ 128 w 129"/>
                <ns1:gd name="T19" fmla="*/ 46 h 80"/>
                <ns1:gd name="T20" fmla="*/ 103 w 129"/>
                <ns1:gd name="T21" fmla="*/ 36 h 80"/>
                <ns1:gd name="T22" fmla="*/ 103 w 129"/>
                <ns1:gd name="T23" fmla="*/ 35 h 80"/>
                <ns1:gd name="T24" fmla="*/ 64 w 129"/>
                <ns1:gd name="T25" fmla="*/ 4 h 80"/>
                <ns1:gd name="T26" fmla="*/ 97 w 129"/>
                <ns1:gd name="T27" fmla="*/ 29 h 80"/>
                <ns1:gd name="T28" fmla="*/ 29 w 129"/>
                <ns1:gd name="T29" fmla="*/ 36 h 80"/>
                <ns1:gd name="T30" fmla="*/ 64 w 129"/>
                <ns1:gd name="T31" fmla="*/ 4 h 80"/>
                <ns1:gd name="T32" fmla="*/ 64 w 129"/>
                <ns1:gd name="T33" fmla="*/ 24 h 80"/>
                <ns1:gd name="T34" fmla="*/ 41 w 129"/>
                <ns1:gd name="T35" fmla="*/ 36 h 80"/>
                <ns1:gd name="T36" fmla="*/ 86 w 129"/>
                <ns1:gd name="T37" fmla="*/ 35 h 80"/>
                <ns1:gd name="T38" fmla="*/ 82 w 129"/>
                <ns1:gd name="T39" fmla="*/ 36 h 80"/>
                <ns1:gd name="T40" fmla="*/ 55 w 129"/>
                <ns1:gd name="T41" fmla="*/ 36 h 80"/>
                <ns1:gd name="T42" fmla="*/ 64 w 129"/>
                <ns1:gd name="T43" fmla="*/ 28 h 80"/>
                <ns1:gd name="T44" fmla="*/ 73 w 129"/>
                <ns1:gd name="T45" fmla="*/ 36 h 80"/>
                <ns1:gd name="T46" fmla="*/ 64 w 129"/>
                <ns1:gd name="T47" fmla="*/ 16 h 80"/>
                <ns1:gd name="T48" fmla="*/ 33 w 129"/>
                <ns1:gd name="T49" fmla="*/ 36 h 80"/>
                <ns1:gd name="T50" fmla="*/ 93 w 129"/>
                <ns1:gd name="T51" fmla="*/ 31 h 80"/>
                <ns1:gd name="T52" fmla="*/ 64 w 129"/>
                <ns1:gd name="T53" fmla="*/ 16 h 80"/>
                <ns1:gd name="T54" fmla="*/ 104 w 129"/>
                <ns1:gd name="T55" fmla="*/ 70 h 80"/>
                <ns1:gd name="T56" fmla="*/ 26 w 129"/>
                <ns1:gd name="T57" fmla="*/ 72 h 80"/>
                <ns1:gd name="T58" fmla="*/ 24 w 129"/>
                <ns1:gd name="T59" fmla="*/ 64 h 80"/>
                <ns1:gd name="T60" fmla="*/ 10 w 129"/>
                <ns1:gd name="T61" fmla="*/ 44 h 80"/>
                <ns1:gd name="T62" fmla="*/ 24 w 129"/>
                <ns1:gd name="T63" fmla="*/ 44 h 80"/>
                <ns1:gd name="T64" fmla="*/ 32 w 129"/>
                <ns1:gd name="T65" fmla="*/ 44 h 80"/>
                <ns1:gd name="T66" fmla="*/ 40 w 129"/>
                <ns1:gd name="T67" fmla="*/ 44 h 80"/>
                <ns1:gd name="T68" fmla="*/ 48 w 129"/>
                <ns1:gd name="T69" fmla="*/ 44 h 80"/>
                <ns1:gd name="T70" fmla="*/ 76 w 129"/>
                <ns1:gd name="T71" fmla="*/ 44 h 80"/>
                <ns1:gd name="T72" fmla="*/ 84 w 129"/>
                <ns1:gd name="T73" fmla="*/ 44 h 80"/>
                <ns1:gd name="T74" fmla="*/ 92 w 129"/>
                <ns1:gd name="T75" fmla="*/ 44 h 80"/>
                <ns1:gd name="T76" fmla="*/ 100 w 129"/>
                <ns1:gd name="T77" fmla="*/ 44 h 80"/>
                <ns1:gd name="T78" fmla="*/ 108 w 129"/>
                <ns1:gd name="T79" fmla="*/ 44 h 80"/>
                <ns1:gd name="T80" fmla="*/ 120 w 129"/>
                <ns1:gd name="T81" fmla="*/ 46 h 80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  <ns1:cxn ang="0">
                  <ns1:pos x="T30" y="T31"/>
                </ns1:cxn>
                <ns1:cxn ang="0">
                  <ns1:pos x="T32" y="T33"/>
                </ns1:cxn>
                <ns1:cxn ang="0">
                  <ns1:pos x="T34" y="T35"/>
                </ns1:cxn>
                <ns1:cxn ang="0">
                  <ns1:pos x="T36" y="T37"/>
                </ns1:cxn>
                <ns1:cxn ang="0">
                  <ns1:pos x="T38" y="T39"/>
                </ns1:cxn>
                <ns1:cxn ang="0">
                  <ns1:pos x="T40" y="T41"/>
                </ns1:cxn>
                <ns1:cxn ang="0">
                  <ns1:pos x="T42" y="T43"/>
                </ns1:cxn>
                <ns1:cxn ang="0">
                  <ns1:pos x="T44" y="T45"/>
                </ns1:cxn>
                <ns1:cxn ang="0">
                  <ns1:pos x="T46" y="T47"/>
                </ns1:cxn>
                <ns1:cxn ang="0">
                  <ns1:pos x="T48" y="T49"/>
                </ns1:cxn>
                <ns1:cxn ang="0">
                  <ns1:pos x="T50" y="T51"/>
                </ns1:cxn>
                <ns1:cxn ang="0">
                  <ns1:pos x="T52" y="T53"/>
                </ns1:cxn>
                <ns1:cxn ang="0">
                  <ns1:pos x="T54" y="T55"/>
                </ns1:cxn>
                <ns1:cxn ang="0">
                  <ns1:pos x="T56" y="T57"/>
                </ns1:cxn>
                <ns1:cxn ang="0">
                  <ns1:pos x="T58" y="T59"/>
                </ns1:cxn>
                <ns1:cxn ang="0">
                  <ns1:pos x="T60" y="T61"/>
                </ns1:cxn>
                <ns1:cxn ang="0">
                  <ns1:pos x="T62" y="T63"/>
                </ns1:cxn>
                <ns1:cxn ang="0">
                  <ns1:pos x="T64" y="T65"/>
                </ns1:cxn>
                <ns1:cxn ang="0">
                  <ns1:pos x="T66" y="T67"/>
                </ns1:cxn>
                <ns1:cxn ang="0">
                  <ns1:pos x="T68" y="T69"/>
                </ns1:cxn>
                <ns1:cxn ang="0">
                  <ns1:pos x="T70" y="T71"/>
                </ns1:cxn>
                <ns1:cxn ang="0">
                  <ns1:pos x="T72" y="T73"/>
                </ns1:cxn>
                <ns1:cxn ang="0">
                  <ns1:pos x="T74" y="T75"/>
                </ns1:cxn>
                <ns1:cxn ang="0">
                  <ns1:pos x="T76" y="T77"/>
                </ns1:cxn>
                <ns1:cxn ang="0">
                  <ns1:pos x="T78" y="T79"/>
                </ns1:cxn>
                <ns1:cxn ang="0">
                  <ns1:pos x="T80" y="T81"/>
                </ns1:cxn>
              </ns1:cxnLst>
              <ns1:rect l="0" t="0" r="r" b="b"/>
              <ns1:pathLst>
                <ns1:path w="129" h="80">
                  <ns1:moveTo>
                    <ns1:pt x="118" y="36"/>
                  </ns1:moveTo>
                  <ns1:cubicBezTo>
                    <ns1:pt x="107" y="36"/>
                    <ns1:pt x="107" y="36"/>
                    <ns1:pt x="107" y="36"/>
                  </ns1:cubicBezTo>
                  <ns1:cubicBezTo>
                    <ns1:pt x="107" y="35"/>
                    <ns1:pt x="107" y="34"/>
                    <ns1:pt x="107" y="33"/>
                  </ns1:cubicBezTo>
                  <ns1:cubicBezTo>
                    <ns1:pt x="126" y="24"/>
                    <ns1:pt x="126" y="24"/>
                    <ns1:pt x="126" y="24"/>
                  </ns1:cubicBezTo>
                  <ns1:cubicBezTo>
                    <ns1:pt x="128" y="23"/>
                    <ns1:pt x="129" y="20"/>
                    <ns1:pt x="128" y="18"/>
                  </ns1:cubicBezTo>
                  <ns1:cubicBezTo>
                    <ns1:pt x="127" y="16"/>
                    <ns1:pt x="124" y="15"/>
                    <ns1:pt x="122" y="16"/>
                  </ns1:cubicBezTo>
                  <ns1:cubicBezTo>
                    <ns1:pt x="104" y="26"/>
                    <ns1:pt x="104" y="26"/>
                    <ns1:pt x="104" y="26"/>
                  </ns1:cubicBezTo>
                  <ns1:cubicBezTo>
                    <ns1:pt x="97" y="11"/>
                    <ns1:pt x="82" y="0"/>
                    <ns1:pt x="64" y="0"/>
                  </ns1:cubicBezTo>
                  <ns1:cubicBezTo>
                    <ns1:pt x="42" y="0"/>
                    <ns1:pt x="25" y="16"/>
                    <ns1:pt x="21" y="36"/>
                  </ns1:cubicBezTo>
                  <ns1:cubicBezTo>
                    <ns1:pt x="10" y="36"/>
                    <ns1:pt x="10" y="36"/>
                    <ns1:pt x="10" y="36"/>
                  </ns1:cubicBezTo>
                  <ns1:cubicBezTo>
                    <ns1:pt x="4" y="36"/>
                    <ns1:pt x="0" y="40"/>
                    <ns1:pt x="0" y="46"/>
                  </ns1:cubicBezTo>
                  <ns1:cubicBezTo>
                    <ns1:pt x="0" y="48"/>
                    <ns1:pt x="1" y="50"/>
                    <ns1:pt x="2" y="51"/>
                  </ns1:cubicBezTo>
                  <ns1:cubicBezTo>
                    <ns1:pt x="16" y="67"/>
                    <ns1:pt x="16" y="67"/>
                    <ns1:pt x="16" y="67"/>
                  </ns1:cubicBezTo>
                  <ns1:cubicBezTo>
                    <ns1:pt x="16" y="70"/>
                    <ns1:pt x="16" y="70"/>
                    <ns1:pt x="16" y="70"/>
                  </ns1:cubicBezTo>
                  <ns1:cubicBezTo>
                    <ns1:pt x="16" y="76"/>
                    <ns1:pt x="20" y="80"/>
                    <ns1:pt x="26" y="80"/>
                  </ns1:cubicBezTo>
                  <ns1:cubicBezTo>
                    <ns1:pt x="102" y="80"/>
                    <ns1:pt x="102" y="80"/>
                    <ns1:pt x="102" y="80"/>
                  </ns1:cubicBezTo>
                  <ns1:cubicBezTo>
                    <ns1:pt x="108" y="80"/>
                    <ns1:pt x="112" y="76"/>
                    <ns1:pt x="112" y="70"/>
                  </ns1:cubicBezTo>
                  <ns1:cubicBezTo>
                    <ns1:pt x="112" y="67"/>
                    <ns1:pt x="112" y="67"/>
                    <ns1:pt x="112" y="67"/>
                  </ns1:cubicBezTo>
                  <ns1:cubicBezTo>
                    <ns1:pt x="126" y="51"/>
                    <ns1:pt x="126" y="51"/>
                    <ns1:pt x="126" y="51"/>
                  </ns1:cubicBezTo>
                  <ns1:cubicBezTo>
                    <ns1:pt x="127" y="50"/>
                    <ns1:pt x="128" y="48"/>
                    <ns1:pt x="128" y="46"/>
                  </ns1:cubicBezTo>
                  <ns1:cubicBezTo>
                    <ns1:pt x="128" y="40"/>
                    <ns1:pt x="124" y="36"/>
                    <ns1:pt x="118" y="36"/>
                  </ns1:cubicBezTo>
                  <ns1:close/>
                  <ns1:moveTo>
                    <ns1:pt x="103" y="36"/>
                  </ns1:moveTo>
                  <ns1:cubicBezTo>
                    <ns1:pt x="101" y="36"/>
                    <ns1:pt x="101" y="36"/>
                    <ns1:pt x="101" y="36"/>
                  </ns1:cubicBezTo>
                  <ns1:cubicBezTo>
                    <ns1:pt x="103" y="35"/>
                    <ns1:pt x="103" y="35"/>
                    <ns1:pt x="103" y="35"/>
                  </ns1:cubicBezTo>
                  <ns1:cubicBezTo>
                    <ns1:pt x="103" y="35"/>
                    <ns1:pt x="103" y="36"/>
                    <ns1:pt x="103" y="36"/>
                  </ns1:cubicBezTo>
                  <ns1:close/>
                  <ns1:moveTo>
                    <ns1:pt x="64" y="4"/>
                  </ns1:moveTo>
                  <ns1:cubicBezTo>
                    <ns1:pt x="80" y="4"/>
                    <ns1:pt x="94" y="14"/>
                    <ns1:pt x="100" y="27"/>
                  </ns1:cubicBezTo>
                  <ns1:cubicBezTo>
                    <ns1:pt x="97" y="29"/>
                    <ns1:pt x="97" y="29"/>
                    <ns1:pt x="97" y="29"/>
                  </ns1:cubicBezTo>
                  <ns1:cubicBezTo>
                    <ns1:pt x="91" y="17"/>
                    <ns1:pt x="79" y="8"/>
                    <ns1:pt x="64" y="8"/>
                  </ns1:cubicBezTo>
                  <ns1:cubicBezTo>
                    <ns1:pt x="47" y="8"/>
                    <ns1:pt x="33" y="20"/>
                    <ns1:pt x="29" y="36"/>
                  </ns1:cubicBezTo>
                  <ns1:cubicBezTo>
                    <ns1:pt x="25" y="36"/>
                    <ns1:pt x="25" y="36"/>
                    <ns1:pt x="25" y="36"/>
                  </ns1:cubicBezTo>
                  <ns1:cubicBezTo>
                    <ns1:pt x="29" y="18"/>
                    <ns1:pt x="45" y="4"/>
                    <ns1:pt x="64" y="4"/>
                  </ns1:cubicBezTo>
                  <ns1:close/>
                  <ns1:moveTo>
                    <ns1:pt x="82" y="36"/>
                  </ns1:moveTo>
                  <ns1:cubicBezTo>
                    <ns1:pt x="79" y="29"/>
                    <ns1:pt x="72" y="24"/>
                    <ns1:pt x="64" y="24"/>
                  </ns1:cubicBezTo>
                  <ns1:cubicBezTo>
                    <ns1:pt x="56" y="24"/>
                    <ns1:pt x="49" y="29"/>
                    <ns1:pt x="46" y="36"/>
                  </ns1:cubicBezTo>
                  <ns1:cubicBezTo>
                    <ns1:pt x="41" y="36"/>
                    <ns1:pt x="41" y="36"/>
                    <ns1:pt x="41" y="36"/>
                  </ns1:cubicBezTo>
                  <ns1:cubicBezTo>
                    <ns1:pt x="45" y="27"/>
                    <ns1:pt x="54" y="20"/>
                    <ns1:pt x="64" y="20"/>
                  </ns1:cubicBezTo>
                  <ns1:cubicBezTo>
                    <ns1:pt x="74" y="20"/>
                    <ns1:pt x="82" y="26"/>
                    <ns1:pt x="86" y="35"/>
                  </ns1:cubicBezTo>
                  <ns1:cubicBezTo>
                    <ns1:pt x="83" y="36"/>
                    <ns1:pt x="83" y="36"/>
                    <ns1:pt x="83" y="36"/>
                  </ns1:cubicBezTo>
                  <ns1:lnTo>
                    <ns1:pt x="82" y="36"/>
                  </ns1:lnTo>
                  <ns1:close/>
                  <ns1:moveTo>
                    <ns1:pt x="64" y="32"/>
                  </ns1:moveTo>
                  <ns1:cubicBezTo>
                    <ns1:pt x="60" y="32"/>
                    <ns1:pt x="57" y="34"/>
                    <ns1:pt x="55" y="36"/>
                  </ns1:cubicBezTo>
                  <ns1:cubicBezTo>
                    <ns1:pt x="50" y="36"/>
                    <ns1:pt x="50" y="36"/>
                    <ns1:pt x="50" y="36"/>
                  </ns1:cubicBezTo>
                  <ns1:cubicBezTo>
                    <ns1:pt x="53" y="31"/>
                    <ns1:pt x="58" y="28"/>
                    <ns1:pt x="64" y="28"/>
                  </ns1:cubicBezTo>
                  <ns1:cubicBezTo>
                    <ns1:pt x="70" y="28"/>
                    <ns1:pt x="75" y="31"/>
                    <ns1:pt x="78" y="36"/>
                  </ns1:cubicBezTo>
                  <ns1:cubicBezTo>
                    <ns1:pt x="73" y="36"/>
                    <ns1:pt x="73" y="36"/>
                    <ns1:pt x="73" y="36"/>
                  </ns1:cubicBezTo>
                  <ns1:cubicBezTo>
                    <ns1:pt x="71" y="34"/>
                    <ns1:pt x="68" y="32"/>
                    <ns1:pt x="64" y="32"/>
                  </ns1:cubicBezTo>
                  <ns1:close/>
                  <ns1:moveTo>
                    <ns1:pt x="64" y="16"/>
                  </ns1:moveTo>
                  <ns1:cubicBezTo>
                    <ns1:pt x="51" y="16"/>
                    <ns1:pt x="41" y="24"/>
                    <ns1:pt x="37" y="36"/>
                  </ns1:cubicBezTo>
                  <ns1:cubicBezTo>
                    <ns1:pt x="33" y="36"/>
                    <ns1:pt x="33" y="36"/>
                    <ns1:pt x="33" y="36"/>
                  </ns1:cubicBezTo>
                  <ns1:cubicBezTo>
                    <ns1:pt x="37" y="22"/>
                    <ns1:pt x="49" y="12"/>
                    <ns1:pt x="64" y="12"/>
                  </ns1:cubicBezTo>
                  <ns1:cubicBezTo>
                    <ns1:pt x="77" y="12"/>
                    <ns1:pt x="88" y="20"/>
                    <ns1:pt x="93" y="31"/>
                  </ns1:cubicBezTo>
                  <ns1:cubicBezTo>
                    <ns1:pt x="90" y="33"/>
                    <ns1:pt x="90" y="33"/>
                    <ns1:pt x="90" y="33"/>
                  </ns1:cubicBezTo>
                  <ns1:cubicBezTo>
                    <ns1:pt x="85" y="23"/>
                    <ns1:pt x="75" y="16"/>
                    <ns1:pt x="64" y="16"/>
                  </ns1:cubicBezTo>
                  <ns1:close/>
                  <ns1:moveTo>
                    <ns1:pt x="104" y="64"/>
                  </ns1:moveTo>
                  <ns1:cubicBezTo>
                    <ns1:pt x="104" y="70"/>
                    <ns1:pt x="104" y="70"/>
                    <ns1:pt x="104" y="70"/>
                  </ns1:cubicBezTo>
                  <ns1:cubicBezTo>
                    <ns1:pt x="104" y="71"/>
                    <ns1:pt x="103" y="72"/>
                    <ns1:pt x="102" y="72"/>
                  </ns1:cubicBezTo>
                  <ns1:cubicBezTo>
                    <ns1:pt x="26" y="72"/>
                    <ns1:pt x="26" y="72"/>
                    <ns1:pt x="26" y="72"/>
                  </ns1:cubicBezTo>
                  <ns1:cubicBezTo>
                    <ns1:pt x="25" y="72"/>
                    <ns1:pt x="24" y="71"/>
                    <ns1:pt x="24" y="70"/>
                  </ns1:cubicBezTo>
                  <ns1:cubicBezTo>
                    <ns1:pt x="24" y="64"/>
                    <ns1:pt x="24" y="64"/>
                    <ns1:pt x="24" y="64"/>
                  </ns1:cubicBezTo>
                  <ns1:cubicBezTo>
                    <ns1:pt x="8" y="46"/>
                    <ns1:pt x="8" y="46"/>
                    <ns1:pt x="8" y="46"/>
                  </ns1:cubicBezTo>
                  <ns1:cubicBezTo>
                    <ns1:pt x="8" y="45"/>
                    <ns1:pt x="9" y="44"/>
                    <ns1:pt x="10" y="44"/>
                  </ns1:cubicBezTo>
                  <ns1:cubicBezTo>
                    <ns1:pt x="20" y="44"/>
                    <ns1:pt x="20" y="44"/>
                    <ns1:pt x="20" y="44"/>
                  </ns1:cubicBezTo>
                  <ns1:cubicBezTo>
                    <ns1:pt x="24" y="44"/>
                    <ns1:pt x="24" y="44"/>
                    <ns1:pt x="24" y="44"/>
                  </ns1:cubicBezTo>
                  <ns1:cubicBezTo>
                    <ns1:pt x="28" y="44"/>
                    <ns1:pt x="28" y="44"/>
                    <ns1:pt x="28" y="44"/>
                  </ns1:cubicBezTo>
                  <ns1:cubicBezTo>
                    <ns1:pt x="32" y="44"/>
                    <ns1:pt x="32" y="44"/>
                    <ns1:pt x="32" y="44"/>
                  </ns1:cubicBezTo>
                  <ns1:cubicBezTo>
                    <ns1:pt x="36" y="44"/>
                    <ns1:pt x="36" y="44"/>
                    <ns1:pt x="36" y="44"/>
                  </ns1:cubicBezTo>
                  <ns1:cubicBezTo>
                    <ns1:pt x="40" y="44"/>
                    <ns1:pt x="40" y="44"/>
                    <ns1:pt x="40" y="44"/>
                  </ns1:cubicBezTo>
                  <ns1:cubicBezTo>
                    <ns1:pt x="44" y="44"/>
                    <ns1:pt x="44" y="44"/>
                    <ns1:pt x="44" y="44"/>
                  </ns1:cubicBezTo>
                  <ns1:cubicBezTo>
                    <ns1:pt x="48" y="44"/>
                    <ns1:pt x="48" y="44"/>
                    <ns1:pt x="48" y="44"/>
                  </ns1:cubicBezTo>
                  <ns1:cubicBezTo>
                    <ns1:pt x="52" y="44"/>
                    <ns1:pt x="52" y="44"/>
                    <ns1:pt x="52" y="44"/>
                  </ns1:cubicBezTo>
                  <ns1:cubicBezTo>
                    <ns1:pt x="76" y="44"/>
                    <ns1:pt x="76" y="44"/>
                    <ns1:pt x="76" y="44"/>
                  </ns1:cubicBezTo>
                  <ns1:cubicBezTo>
                    <ns1:pt x="80" y="44"/>
                    <ns1:pt x="80" y="44"/>
                    <ns1:pt x="80" y="44"/>
                  </ns1:cubicBezTo>
                  <ns1:cubicBezTo>
                    <ns1:pt x="84" y="44"/>
                    <ns1:pt x="84" y="44"/>
                    <ns1:pt x="84" y="44"/>
                  </ns1:cubicBezTo>
                  <ns1:cubicBezTo>
                    <ns1:pt x="88" y="44"/>
                    <ns1:pt x="88" y="44"/>
                    <ns1:pt x="88" y="44"/>
                  </ns1:cubicBezTo>
                  <ns1:cubicBezTo>
                    <ns1:pt x="92" y="44"/>
                    <ns1:pt x="92" y="44"/>
                    <ns1:pt x="92" y="44"/>
                  </ns1:cubicBezTo>
                  <ns1:cubicBezTo>
                    <ns1:pt x="96" y="44"/>
                    <ns1:pt x="96" y="44"/>
                    <ns1:pt x="96" y="44"/>
                  </ns1:cubicBezTo>
                  <ns1:cubicBezTo>
                    <ns1:pt x="100" y="44"/>
                    <ns1:pt x="100" y="44"/>
                    <ns1:pt x="100" y="44"/>
                  </ns1:cubicBezTo>
                  <ns1:cubicBezTo>
                    <ns1:pt x="104" y="44"/>
                    <ns1:pt x="104" y="44"/>
                    <ns1:pt x="104" y="44"/>
                  </ns1:cubicBezTo>
                  <ns1:cubicBezTo>
                    <ns1:pt x="108" y="44"/>
                    <ns1:pt x="108" y="44"/>
                    <ns1:pt x="108" y="44"/>
                  </ns1:cubicBezTo>
                  <ns1:cubicBezTo>
                    <ns1:pt x="118" y="44"/>
                    <ns1:pt x="118" y="44"/>
                    <ns1:pt x="118" y="44"/>
                  </ns1:cubicBezTo>
                  <ns1:cubicBezTo>
                    <ns1:pt x="119" y="44"/>
                    <ns1:pt x="120" y="45"/>
                    <ns1:pt x="120" y="46"/>
                  </ns1:cubicBezTo>
                  <ns1:lnTo>
                    <ns1:pt x="104" y="64"/>
                  </ns1:ln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355" name="Freeform 354"/>
            <ns0:cNvSpPr>
              <ns1:spLocks/>
            </ns0:cNvSpPr>
            <ns0:nvPr/>
          </ns0:nvSpPr>
          <ns0:spPr bwMode="auto">
            <ns1:xfrm>
              <ns1:off x="6529388" y="5145088"/>
              <ns1:ext cx="41275" cy="112712"/>
            </ns1:xfrm>
            <ns1:custGeom>
              <ns1:avLst/>
              <ns1:gdLst>
                <ns1:gd name="T0" fmla="*/ 2 w 11"/>
                <ns1:gd name="T1" fmla="*/ 29 h 30"/>
                <ns1:gd name="T2" fmla="*/ 2 w 11"/>
                <ns1:gd name="T3" fmla="*/ 29 h 30"/>
                <ns1:gd name="T4" fmla="*/ 2 w 11"/>
                <ns1:gd name="T5" fmla="*/ 29 h 30"/>
                <ns1:gd name="T6" fmla="*/ 4 w 11"/>
                <ns1:gd name="T7" fmla="*/ 30 h 30"/>
                <ns1:gd name="T8" fmla="*/ 6 w 11"/>
                <ns1:gd name="T9" fmla="*/ 28 h 30"/>
                <ns1:gd name="T10" fmla="*/ 6 w 11"/>
                <ns1:gd name="T11" fmla="*/ 27 h 30"/>
                <ns1:gd name="T12" fmla="*/ 6 w 11"/>
                <ns1:gd name="T13" fmla="*/ 27 h 30"/>
                <ns1:gd name="T14" fmla="*/ 7 w 11"/>
                <ns1:gd name="T15" fmla="*/ 16 h 30"/>
                <ns1:gd name="T16" fmla="*/ 9 w 11"/>
                <ns1:gd name="T17" fmla="*/ 1 h 30"/>
                <ns1:gd name="T18" fmla="*/ 7 w 11"/>
                <ns1:gd name="T19" fmla="*/ 0 h 30"/>
                <ns1:gd name="T20" fmla="*/ 5 w 11"/>
                <ns1:gd name="T21" fmla="*/ 2 h 30"/>
                <ns1:gd name="T22" fmla="*/ 5 w 11"/>
                <ns1:gd name="T23" fmla="*/ 3 h 30"/>
                <ns1:gd name="T24" fmla="*/ 5 w 11"/>
                <ns1:gd name="T25" fmla="*/ 3 h 30"/>
                <ns1:gd name="T26" fmla="*/ 5 w 11"/>
                <ns1:gd name="T27" fmla="*/ 3 h 30"/>
                <ns1:gd name="T28" fmla="*/ 5 w 11"/>
                <ns1:gd name="T29" fmla="*/ 3 h 30"/>
                <ns1:gd name="T30" fmla="*/ 4 w 11"/>
                <ns1:gd name="T31" fmla="*/ 14 h 30"/>
                <ns1:gd name="T32" fmla="*/ 2 w 11"/>
                <ns1:gd name="T33" fmla="*/ 29 h 30"/>
                <ns1:gd name="T34" fmla="*/ 2 w 11"/>
                <ns1:gd name="T35" fmla="*/ 29 h 30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  <ns1:cxn ang="0">
                  <ns1:pos x="T30" y="T31"/>
                </ns1:cxn>
                <ns1:cxn ang="0">
                  <ns1:pos x="T32" y="T33"/>
                </ns1:cxn>
                <ns1:cxn ang="0">
                  <ns1:pos x="T34" y="T35"/>
                </ns1:cxn>
              </ns1:cxnLst>
              <ns1:rect l="0" t="0" r="r" b="b"/>
              <ns1:pathLst>
                <ns1:path w="11" h="30">
                  <ns1:moveTo>
                    <ns1:pt x="2" y="29"/>
                  </ns1:moveTo>
                  <ns1:cubicBezTo>
                    <ns1:pt x="2" y="29"/>
                    <ns1:pt x="2" y="29"/>
                    <ns1:pt x="2" y="29"/>
                  </ns1:cubicBezTo>
                  <ns1:cubicBezTo>
                    <ns1:pt x="2" y="29"/>
                    <ns1:pt x="2" y="29"/>
                    <ns1:pt x="2" y="29"/>
                  </ns1:cubicBezTo>
                  <ns1:cubicBezTo>
                    <ns1:pt x="2" y="30"/>
                    <ns1:pt x="3" y="30"/>
                    <ns1:pt x="4" y="30"/>
                  </ns1:cubicBezTo>
                  <ns1:cubicBezTo>
                    <ns1:pt x="5" y="30"/>
                    <ns1:pt x="6" y="29"/>
                    <ns1:pt x="6" y="28"/>
                  </ns1:cubicBezTo>
                  <ns1:cubicBezTo>
                    <ns1:pt x="6" y="28"/>
                    <ns1:pt x="6" y="28"/>
                    <ns1:pt x="6" y="27"/>
                  </ns1:cubicBezTo>
                  <ns1:cubicBezTo>
                    <ns1:pt x="6" y="27"/>
                    <ns1:pt x="6" y="27"/>
                    <ns1:pt x="6" y="27"/>
                  </ns1:cubicBezTo>
                  <ns1:cubicBezTo>
                    <ns1:pt x="4" y="24"/>
                    <ns1:pt x="6" y="20"/>
                    <ns1:pt x="7" y="16"/>
                  </ns1:cubicBezTo>
                  <ns1:cubicBezTo>
                    <ns1:pt x="9" y="11"/>
                    <ns1:pt x="11" y="6"/>
                    <ns1:pt x="9" y="1"/>
                  </ns1:cubicBezTo>
                  <ns1:cubicBezTo>
                    <ns1:pt x="9" y="1"/>
                    <ns1:pt x="8" y="0"/>
                    <ns1:pt x="7" y="0"/>
                  </ns1:cubicBezTo>
                  <ns1:cubicBezTo>
                    <ns1:pt x="6" y="0"/>
                    <ns1:pt x="5" y="1"/>
                    <ns1:pt x="5" y="2"/>
                  </ns1:cubicBezTo>
                  <ns1:cubicBezTo>
                    <ns1:pt x="5" y="2"/>
                    <ns1:pt x="5" y="2"/>
                    <ns1:pt x="5" y="3"/>
                  </ns1:cubicBezTo>
                  <ns1:cubicBezTo>
                    <ns1:pt x="5" y="3"/>
                    <ns1:pt x="5" y="3"/>
                    <ns1:pt x="5" y="3"/>
                  </ns1:cubicBezTo>
                  <ns1:cubicBezTo>
                    <ns1:pt x="5" y="3"/>
                    <ns1:pt x="5" y="3"/>
                    <ns1:pt x="5" y="3"/>
                  </ns1:cubicBezTo>
                  <ns1:cubicBezTo>
                    <ns1:pt x="5" y="3"/>
                    <ns1:pt x="5" y="3"/>
                    <ns1:pt x="5" y="3"/>
                  </ns1:cubicBezTo>
                  <ns1:cubicBezTo>
                    <ns1:pt x="7" y="6"/>
                    <ns1:pt x="5" y="10"/>
                    <ns1:pt x="4" y="14"/>
                  </ns1:cubicBezTo>
                  <ns1:cubicBezTo>
                    <ns1:pt x="2" y="19"/>
                    <ns1:pt x="0" y="24"/>
                    <ns1:pt x="2" y="29"/>
                  </ns1:cubicBezTo>
                  <ns1:cubicBezTo>
                    <ns1:pt x="2" y="29"/>
                    <ns1:pt x="2" y="29"/>
                    <ns1:pt x="2" y="29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356" name="Freeform 355"/>
            <ns0:cNvSpPr>
              <ns1:spLocks/>
            </ns0:cNvSpPr>
            <ns0:nvPr/>
          </ns0:nvSpPr>
          <ns0:spPr bwMode="auto">
            <ns1:xfrm>
              <ns1:off x="6708775" y="5141913"/>
              <ns1:ext cx="46037" cy="112712"/>
            </ns1:xfrm>
            <ns1:custGeom>
              <ns1:avLst/>
              <ns1:gdLst>
                <ns1:gd name="T0" fmla="*/ 3 w 12"/>
                <ns1:gd name="T1" fmla="*/ 29 h 30"/>
                <ns1:gd name="T2" fmla="*/ 3 w 12"/>
                <ns1:gd name="T3" fmla="*/ 29 h 30"/>
                <ns1:gd name="T4" fmla="*/ 3 w 12"/>
                <ns1:gd name="T5" fmla="*/ 29 h 30"/>
                <ns1:gd name="T6" fmla="*/ 4 w 12"/>
                <ns1:gd name="T7" fmla="*/ 30 h 30"/>
                <ns1:gd name="T8" fmla="*/ 6 w 12"/>
                <ns1:gd name="T9" fmla="*/ 28 h 30"/>
                <ns1:gd name="T10" fmla="*/ 6 w 12"/>
                <ns1:gd name="T11" fmla="*/ 28 h 30"/>
                <ns1:gd name="T12" fmla="*/ 6 w 12"/>
                <ns1:gd name="T13" fmla="*/ 28 h 30"/>
                <ns1:gd name="T14" fmla="*/ 8 w 12"/>
                <ns1:gd name="T15" fmla="*/ 16 h 30"/>
                <ns1:gd name="T16" fmla="*/ 10 w 12"/>
                <ns1:gd name="T17" fmla="*/ 2 h 30"/>
                <ns1:gd name="T18" fmla="*/ 8 w 12"/>
                <ns1:gd name="T19" fmla="*/ 0 h 30"/>
                <ns1:gd name="T20" fmla="*/ 6 w 12"/>
                <ns1:gd name="T21" fmla="*/ 2 h 30"/>
                <ns1:gd name="T22" fmla="*/ 6 w 12"/>
                <ns1:gd name="T23" fmla="*/ 3 h 30"/>
                <ns1:gd name="T24" fmla="*/ 6 w 12"/>
                <ns1:gd name="T25" fmla="*/ 3 h 30"/>
                <ns1:gd name="T26" fmla="*/ 6 w 12"/>
                <ns1:gd name="T27" fmla="*/ 3 h 30"/>
                <ns1:gd name="T28" fmla="*/ 6 w 12"/>
                <ns1:gd name="T29" fmla="*/ 3 h 30"/>
                <ns1:gd name="T30" fmla="*/ 4 w 12"/>
                <ns1:gd name="T31" fmla="*/ 15 h 30"/>
                <ns1:gd name="T32" fmla="*/ 3 w 12"/>
                <ns1:gd name="T33" fmla="*/ 29 h 30"/>
                <ns1:gd name="T34" fmla="*/ 3 w 12"/>
                <ns1:gd name="T35" fmla="*/ 29 h 30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  <ns1:cxn ang="0">
                  <ns1:pos x="T30" y="T31"/>
                </ns1:cxn>
                <ns1:cxn ang="0">
                  <ns1:pos x="T32" y="T33"/>
                </ns1:cxn>
                <ns1:cxn ang="0">
                  <ns1:pos x="T34" y="T35"/>
                </ns1:cxn>
              </ns1:cxnLst>
              <ns1:rect l="0" t="0" r="r" b="b"/>
              <ns1:pathLst>
                <ns1:path w="12" h="30">
                  <ns1:moveTo>
                    <ns1:pt x="3" y="29"/>
                  </ns1:moveTo>
                  <ns1:cubicBezTo>
                    <ns1:pt x="3" y="29"/>
                    <ns1:pt x="3" y="29"/>
                    <ns1:pt x="3" y="29"/>
                  </ns1:cubicBezTo>
                  <ns1:cubicBezTo>
                    <ns1:pt x="3" y="29"/>
                    <ns1:pt x="3" y="29"/>
                    <ns1:pt x="3" y="29"/>
                  </ns1:cubicBezTo>
                  <ns1:cubicBezTo>
                    <ns1:pt x="3" y="30"/>
                    <ns1:pt x="4" y="30"/>
                    <ns1:pt x="4" y="30"/>
                  </ns1:cubicBezTo>
                  <ns1:cubicBezTo>
                    <ns1:pt x="6" y="30"/>
                    <ns1:pt x="6" y="30"/>
                    <ns1:pt x="6" y="28"/>
                  </ns1:cubicBezTo>
                  <ns1:cubicBezTo>
                    <ns1:pt x="6" y="28"/>
                    <ns1:pt x="6" y="28"/>
                    <ns1:pt x="6" y="28"/>
                  </ns1:cubicBezTo>
                  <ns1:cubicBezTo>
                    <ns1:pt x="6" y="28"/>
                    <ns1:pt x="6" y="28"/>
                    <ns1:pt x="6" y="28"/>
                  </ns1:cubicBezTo>
                  <ns1:cubicBezTo>
                    <ns1:pt x="5" y="24"/>
                    <ns1:pt x="6" y="20"/>
                    <ns1:pt x="8" y="16"/>
                  </ns1:cubicBezTo>
                  <ns1:cubicBezTo>
                    <ns1:pt x="10" y="12"/>
                    <ns1:pt x="12" y="7"/>
                    <ns1:pt x="10" y="2"/>
                  </ns1:cubicBezTo>
                  <ns1:cubicBezTo>
                    <ns1:pt x="9" y="1"/>
                    <ns1:pt x="9" y="0"/>
                    <ns1:pt x="8" y="0"/>
                  </ns1:cubicBezTo>
                  <ns1:cubicBezTo>
                    <ns1:pt x="7" y="0"/>
                    <ns1:pt x="6" y="1"/>
                    <ns1:pt x="6" y="2"/>
                  </ns1:cubicBezTo>
                  <ns1:cubicBezTo>
                    <ns1:pt x="6" y="3"/>
                    <ns1:pt x="6" y="3"/>
                    <ns1:pt x="6" y="3"/>
                  </ns1:cubicBezTo>
                  <ns1:cubicBezTo>
                    <ns1:pt x="6" y="3"/>
                    <ns1:pt x="6" y="3"/>
                    <ns1:pt x="6" y="3"/>
                  </ns1:cubicBezTo>
                  <ns1:cubicBezTo>
                    <ns1:pt x="6" y="3"/>
                    <ns1:pt x="6" y="3"/>
                    <ns1:pt x="6" y="3"/>
                  </ns1:cubicBezTo>
                  <ns1:cubicBezTo>
                    <ns1:pt x="6" y="3"/>
                    <ns1:pt x="6" y="3"/>
                    <ns1:pt x="6" y="3"/>
                  </ns1:cubicBezTo>
                  <ns1:cubicBezTo>
                    <ns1:pt x="8" y="7"/>
                    <ns1:pt x="6" y="11"/>
                    <ns1:pt x="4" y="15"/>
                  </ns1:cubicBezTo>
                  <ns1:cubicBezTo>
                    <ns1:pt x="3" y="19"/>
                    <ns1:pt x="0" y="24"/>
                    <ns1:pt x="3" y="29"/>
                  </ns1:cubicBezTo>
                  <ns1:cubicBezTo>
                    <ns1:pt x="3" y="29"/>
                    <ns1:pt x="3" y="29"/>
                    <ns1:pt x="3" y="29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357" name="Freeform 356"/>
            <ns0:cNvSpPr>
              <ns1:spLocks/>
            </ns0:cNvSpPr>
            <ns0:nvPr/>
          </ns0:nvSpPr>
          <ns0:spPr bwMode="auto">
            <ns1:xfrm>
              <ns1:off x="6634163" y="5076825"/>
              <ns1:ext cx="41275" cy="112712"/>
            </ns1:xfrm>
            <ns1:custGeom>
              <ns1:avLst/>
              <ns1:gdLst>
                <ns1:gd name="T0" fmla="*/ 2 w 11"/>
                <ns1:gd name="T1" fmla="*/ 29 h 30"/>
                <ns1:gd name="T2" fmla="*/ 2 w 11"/>
                <ns1:gd name="T3" fmla="*/ 29 h 30"/>
                <ns1:gd name="T4" fmla="*/ 2 w 11"/>
                <ns1:gd name="T5" fmla="*/ 29 h 30"/>
                <ns1:gd name="T6" fmla="*/ 4 w 11"/>
                <ns1:gd name="T7" fmla="*/ 30 h 30"/>
                <ns1:gd name="T8" fmla="*/ 6 w 11"/>
                <ns1:gd name="T9" fmla="*/ 28 h 30"/>
                <ns1:gd name="T10" fmla="*/ 6 w 11"/>
                <ns1:gd name="T11" fmla="*/ 28 h 30"/>
                <ns1:gd name="T12" fmla="*/ 6 w 11"/>
                <ns1:gd name="T13" fmla="*/ 28 h 30"/>
                <ns1:gd name="T14" fmla="*/ 8 w 11"/>
                <ns1:gd name="T15" fmla="*/ 16 h 30"/>
                <ns1:gd name="T16" fmla="*/ 9 w 11"/>
                <ns1:gd name="T17" fmla="*/ 1 h 30"/>
                <ns1:gd name="T18" fmla="*/ 7 w 11"/>
                <ns1:gd name="T19" fmla="*/ 0 h 30"/>
                <ns1:gd name="T20" fmla="*/ 5 w 11"/>
                <ns1:gd name="T21" fmla="*/ 2 h 30"/>
                <ns1:gd name="T22" fmla="*/ 6 w 11"/>
                <ns1:gd name="T23" fmla="*/ 3 h 30"/>
                <ns1:gd name="T24" fmla="*/ 6 w 11"/>
                <ns1:gd name="T25" fmla="*/ 3 h 30"/>
                <ns1:gd name="T26" fmla="*/ 6 w 11"/>
                <ns1:gd name="T27" fmla="*/ 3 h 30"/>
                <ns1:gd name="T28" fmla="*/ 6 w 11"/>
                <ns1:gd name="T29" fmla="*/ 3 h 30"/>
                <ns1:gd name="T30" fmla="*/ 4 w 11"/>
                <ns1:gd name="T31" fmla="*/ 14 h 30"/>
                <ns1:gd name="T32" fmla="*/ 2 w 11"/>
                <ns1:gd name="T33" fmla="*/ 29 h 30"/>
                <ns1:gd name="T34" fmla="*/ 2 w 11"/>
                <ns1:gd name="T35" fmla="*/ 29 h 30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  <ns1:cxn ang="0">
                  <ns1:pos x="T30" y="T31"/>
                </ns1:cxn>
                <ns1:cxn ang="0">
                  <ns1:pos x="T32" y="T33"/>
                </ns1:cxn>
                <ns1:cxn ang="0">
                  <ns1:pos x="T34" y="T35"/>
                </ns1:cxn>
              </ns1:cxnLst>
              <ns1:rect l="0" t="0" r="r" b="b"/>
              <ns1:pathLst>
                <ns1:path w="11" h="30">
                  <ns1:moveTo>
                    <ns1:pt x="2" y="29"/>
                  </ns1:moveTo>
                  <ns1:cubicBezTo>
                    <ns1:pt x="2" y="29"/>
                    <ns1:pt x="2" y="29"/>
                    <ns1:pt x="2" y="29"/>
                  </ns1:cubicBezTo>
                  <ns1:cubicBezTo>
                    <ns1:pt x="2" y="29"/>
                    <ns1:pt x="2" y="29"/>
                    <ns1:pt x="2" y="29"/>
                  </ns1:cubicBezTo>
                  <ns1:cubicBezTo>
                    <ns1:pt x="2" y="30"/>
                    <ns1:pt x="3" y="30"/>
                    <ns1:pt x="4" y="30"/>
                  </ns1:cubicBezTo>
                  <ns1:cubicBezTo>
                    <ns1:pt x="5" y="30"/>
                    <ns1:pt x="6" y="29"/>
                    <ns1:pt x="6" y="28"/>
                  </ns1:cubicBezTo>
                  <ns1:cubicBezTo>
                    <ns1:pt x="6" y="28"/>
                    <ns1:pt x="6" y="28"/>
                    <ns1:pt x="6" y="28"/>
                  </ns1:cubicBezTo>
                  <ns1:cubicBezTo>
                    <ns1:pt x="6" y="28"/>
                    <ns1:pt x="6" y="28"/>
                    <ns1:pt x="6" y="28"/>
                  </ns1:cubicBezTo>
                  <ns1:cubicBezTo>
                    <ns1:pt x="4" y="24"/>
                    <ns1:pt x="6" y="20"/>
                    <ns1:pt x="8" y="16"/>
                  </ns1:cubicBezTo>
                  <ns1:cubicBezTo>
                    <ns1:pt x="9" y="11"/>
                    <ns1:pt x="11" y="6"/>
                    <ns1:pt x="9" y="1"/>
                  </ns1:cubicBezTo>
                  <ns1:cubicBezTo>
                    <ns1:pt x="9" y="1"/>
                    <ns1:pt x="8" y="0"/>
                    <ns1:pt x="7" y="0"/>
                  </ns1:cubicBezTo>
                  <ns1:cubicBezTo>
                    <ns1:pt x="6" y="0"/>
                    <ns1:pt x="5" y="1"/>
                    <ns1:pt x="5" y="2"/>
                  </ns1:cubicBezTo>
                  <ns1:cubicBezTo>
                    <ns1:pt x="5" y="2"/>
                    <ns1:pt x="5" y="3"/>
                    <ns1:pt x="6" y="3"/>
                  </ns1:cubicBezTo>
                  <ns1:cubicBezTo>
                    <ns1:pt x="6" y="3"/>
                    <ns1:pt x="6" y="3"/>
                    <ns1:pt x="6" y="3"/>
                  </ns1:cubicBezTo>
                  <ns1:cubicBezTo>
                    <ns1:pt x="6" y="3"/>
                    <ns1:pt x="6" y="3"/>
                    <ns1:pt x="6" y="3"/>
                  </ns1:cubicBezTo>
                  <ns1:cubicBezTo>
                    <ns1:pt x="6" y="3"/>
                    <ns1:pt x="6" y="3"/>
                    <ns1:pt x="6" y="3"/>
                  </ns1:cubicBezTo>
                  <ns1:cubicBezTo>
                    <ns1:pt x="7" y="7"/>
                    <ns1:pt x="6" y="10"/>
                    <ns1:pt x="4" y="14"/>
                  </ns1:cubicBezTo>
                  <ns1:cubicBezTo>
                    <ns1:pt x="2" y="19"/>
                    <ns1:pt x="0" y="24"/>
                    <ns1:pt x="2" y="29"/>
                  </ns1:cubicBezTo>
                  <ns1:cubicBezTo>
                    <ns1:pt x="2" y="29"/>
                    <ns1:pt x="2" y="29"/>
                    <ns1:pt x="2" y="29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</ns0:grpSp>
      <ns0:grpSp>
        <ns0:nvGrpSpPr>
          <ns0:cNvPr id="358" name="Group 357"/>
          <ns0:cNvGrpSpPr/>
          <ns0:nvPr/>
        </ns0:nvGrpSpPr>
        <ns0:grpSpPr>
          <ns1:xfrm rot="20700000">
            <ns1:off x="10082750" y="6113235"/>
            <ns1:ext cx="498116" cy="285788"/>
            <ns1:chOff x="7779638" y="1072086"/>
            <ns1:chExt cx="436722" cy="250564"/>
          </ns1:xfrm>
          <ns1:solidFill>
            <ns1:schemeClr val="tx1"/>
          </ns1:solidFill>
        </ns0:grpSpPr>
        <ns0:sp>
          <ns0:nvSpPr>
            <ns0:cNvPr id="359" name="Freeform 16"/>
            <ns0:cNvSpPr>
              <ns1:spLocks/>
            </ns0:cNvSpPr>
            <ns0:nvPr/>
          </ns0:nvSpPr>
          <ns0:spPr bwMode="auto">
            <ns1:xfrm>
              <ns1:off x="7829045" y="1124140"/>
              <ns1:ext cx="117342" cy="146456"/>
            </ns1:xfrm>
            <ns1:custGeom>
              <ns1:avLst/>
              <ns1:gdLst>
                <ns1:gd name="T0" fmla="*/ 40 w 56"/>
                <ns1:gd name="T1" fmla="*/ 35 h 70"/>
                <ns1:gd name="T2" fmla="*/ 56 w 56"/>
                <ns1:gd name="T3" fmla="*/ 0 h 70"/>
                <ns1:gd name="T4" fmla="*/ 20 w 56"/>
                <ns1:gd name="T5" fmla="*/ 0 h 70"/>
                <ns1:gd name="T6" fmla="*/ 0 w 56"/>
                <ns1:gd name="T7" fmla="*/ 19 h 70"/>
                <ns1:gd name="T8" fmla="*/ 0 w 56"/>
                <ns1:gd name="T9" fmla="*/ 51 h 70"/>
                <ns1:gd name="T10" fmla="*/ 20 w 56"/>
                <ns1:gd name="T11" fmla="*/ 70 h 70"/>
                <ns1:gd name="T12" fmla="*/ 56 w 56"/>
                <ns1:gd name="T13" fmla="*/ 70 h 70"/>
                <ns1:gd name="T14" fmla="*/ 40 w 56"/>
                <ns1:gd name="T15" fmla="*/ 35 h 70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</ns1:cxnLst>
              <ns1:rect l="0" t="0" r="r" b="b"/>
              <ns1:pathLst>
                <ns1:path w="56" h="70">
                  <ns1:moveTo>
                    <ns1:pt x="40" y="35"/>
                  </ns1:moveTo>
                  <ns1:cubicBezTo>
                    <ns1:pt x="40" y="21"/>
                    <ns1:pt x="46" y="8"/>
                    <ns1:pt x="56" y="0"/>
                  </ns1:cubicBezTo>
                  <ns1:cubicBezTo>
                    <ns1:pt x="20" y="0"/>
                    <ns1:pt x="20" y="0"/>
                    <ns1:pt x="20" y="0"/>
                  </ns1:cubicBezTo>
                  <ns1:cubicBezTo>
                    <ns1:pt x="18" y="10"/>
                    <ns1:pt x="10" y="17"/>
                    <ns1:pt x="0" y="19"/>
                  </ns1:cubicBezTo>
                  <ns1:cubicBezTo>
                    <ns1:pt x="0" y="51"/>
                    <ns1:pt x="0" y="51"/>
                    <ns1:pt x="0" y="51"/>
                  </ns1:cubicBezTo>
                  <ns1:cubicBezTo>
                    <ns1:pt x="10" y="52"/>
                    <ns1:pt x="18" y="60"/>
                    <ns1:pt x="20" y="70"/>
                  </ns1:cubicBezTo>
                  <ns1:cubicBezTo>
                    <ns1:pt x="56" y="70"/>
                    <ns1:pt x="56" y="70"/>
                    <ns1:pt x="56" y="70"/>
                  </ns1:cubicBezTo>
                  <ns1:cubicBezTo>
                    <ns1:pt x="46" y="62"/>
                    <ns1:pt x="40" y="49"/>
                    <ns1:pt x="40" y="35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360" name="Freeform 17"/>
            <ns0:cNvSpPr>
              <ns1:spLocks/>
            </ns0:cNvSpPr>
            <ns0:nvPr/>
          </ns0:nvSpPr>
          <ns0:spPr bwMode="auto">
            <ns1:xfrm>
              <ns1:off x="8049611" y="1124140"/>
              <ns1:ext cx="114695" cy="146456"/>
            </ns1:xfrm>
            <ns1:custGeom>
              <ns1:avLst/>
              <ns1:gdLst>
                <ns1:gd name="T0" fmla="*/ 35 w 55"/>
                <ns1:gd name="T1" fmla="*/ 0 h 70"/>
                <ns1:gd name="T2" fmla="*/ 0 w 55"/>
                <ns1:gd name="T3" fmla="*/ 0 h 70"/>
                <ns1:gd name="T4" fmla="*/ 15 w 55"/>
                <ns1:gd name="T5" fmla="*/ 35 h 70"/>
                <ns1:gd name="T6" fmla="*/ 0 w 55"/>
                <ns1:gd name="T7" fmla="*/ 70 h 70"/>
                <ns1:gd name="T8" fmla="*/ 35 w 55"/>
                <ns1:gd name="T9" fmla="*/ 70 h 70"/>
                <ns1:gd name="T10" fmla="*/ 55 w 55"/>
                <ns1:gd name="T11" fmla="*/ 51 h 70"/>
                <ns1:gd name="T12" fmla="*/ 55 w 55"/>
                <ns1:gd name="T13" fmla="*/ 19 h 70"/>
                <ns1:gd name="T14" fmla="*/ 35 w 55"/>
                <ns1:gd name="T15" fmla="*/ 0 h 70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</ns1:cxnLst>
              <ns1:rect l="0" t="0" r="r" b="b"/>
              <ns1:pathLst>
                <ns1:path w="55" h="70">
                  <ns1:moveTo>
                    <ns1:pt x="35" y="0"/>
                  </ns1:moveTo>
                  <ns1:cubicBezTo>
                    <ns1:pt x="0" y="0"/>
                    <ns1:pt x="0" y="0"/>
                    <ns1:pt x="0" y="0"/>
                  </ns1:cubicBezTo>
                  <ns1:cubicBezTo>
                    <ns1:pt x="9" y="8"/>
                    <ns1:pt x="15" y="21"/>
                    <ns1:pt x="15" y="35"/>
                  </ns1:cubicBezTo>
                  <ns1:cubicBezTo>
                    <ns1:pt x="15" y="49"/>
                    <ns1:pt x="9" y="62"/>
                    <ns1:pt x="0" y="70"/>
                  </ns1:cubicBezTo>
                  <ns1:cubicBezTo>
                    <ns1:pt x="35" y="70"/>
                    <ns1:pt x="35" y="70"/>
                    <ns1:pt x="35" y="70"/>
                  </ns1:cubicBezTo>
                  <ns1:cubicBezTo>
                    <ns1:pt x="37" y="60"/>
                    <ns1:pt x="45" y="52"/>
                    <ns1:pt x="55" y="51"/>
                  </ns1:cubicBezTo>
                  <ns1:cubicBezTo>
                    <ns1:pt x="55" y="19"/>
                    <ns1:pt x="55" y="19"/>
                    <ns1:pt x="55" y="19"/>
                  </ns1:cubicBezTo>
                  <ns1:cubicBezTo>
                    <ns1:pt x="45" y="17"/>
                    <ns1:pt x="37" y="10"/>
                    <ns1:pt x="35" y="0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361" name="Freeform 18"/>
            <ns0:cNvSpPr>
              <ns1:spLocks noEditPoints="1"/>
            </ns0:cNvSpPr>
            <ns0:nvPr/>
          </ns0:nvSpPr>
          <ns0:spPr bwMode="auto">
            <ns1:xfrm>
              <ns1:off x="7932270" y="1124140"/>
              <ns1:ext cx="129693" cy="146456"/>
            </ns1:xfrm>
            <ns1:custGeom>
              <ns1:avLst/>
              <ns1:gdLst>
                <ns1:gd name="T0" fmla="*/ 31 w 62"/>
                <ns1:gd name="T1" fmla="*/ 0 h 70"/>
                <ns1:gd name="T2" fmla="*/ 0 w 62"/>
                <ns1:gd name="T3" fmla="*/ 35 h 70"/>
                <ns1:gd name="T4" fmla="*/ 31 w 62"/>
                <ns1:gd name="T5" fmla="*/ 70 h 70"/>
                <ns1:gd name="T6" fmla="*/ 62 w 62"/>
                <ns1:gd name="T7" fmla="*/ 35 h 70"/>
                <ns1:gd name="T8" fmla="*/ 31 w 62"/>
                <ns1:gd name="T9" fmla="*/ 0 h 70"/>
                <ns1:gd name="T10" fmla="*/ 34 w 62"/>
                <ns1:gd name="T11" fmla="*/ 54 h 70"/>
                <ns1:gd name="T12" fmla="*/ 34 w 62"/>
                <ns1:gd name="T13" fmla="*/ 61 h 70"/>
                <ns1:gd name="T14" fmla="*/ 28 w 62"/>
                <ns1:gd name="T15" fmla="*/ 61 h 70"/>
                <ns1:gd name="T16" fmla="*/ 28 w 62"/>
                <ns1:gd name="T17" fmla="*/ 55 h 70"/>
                <ns1:gd name="T18" fmla="*/ 17 w 62"/>
                <ns1:gd name="T19" fmla="*/ 52 h 70"/>
                <ns1:gd name="T20" fmla="*/ 19 w 62"/>
                <ns1:gd name="T21" fmla="*/ 45 h 70"/>
                <ns1:gd name="T22" fmla="*/ 29 w 62"/>
                <ns1:gd name="T23" fmla="*/ 47 h 70"/>
                <ns1:gd name="T24" fmla="*/ 36 w 62"/>
                <ns1:gd name="T25" fmla="*/ 43 h 70"/>
                <ns1:gd name="T26" fmla="*/ 29 w 62"/>
                <ns1:gd name="T27" fmla="*/ 38 h 70"/>
                <ns1:gd name="T28" fmla="*/ 18 w 62"/>
                <ns1:gd name="T29" fmla="*/ 26 h 70"/>
                <ns1:gd name="T30" fmla="*/ 28 w 62"/>
                <ns1:gd name="T31" fmla="*/ 15 h 70"/>
                <ns1:gd name="T32" fmla="*/ 28 w 62"/>
                <ns1:gd name="T33" fmla="*/ 9 h 70"/>
                <ns1:gd name="T34" fmla="*/ 34 w 62"/>
                <ns1:gd name="T35" fmla="*/ 9 h 70"/>
                <ns1:gd name="T36" fmla="*/ 34 w 62"/>
                <ns1:gd name="T37" fmla="*/ 15 h 70"/>
                <ns1:gd name="T38" fmla="*/ 44 w 62"/>
                <ns1:gd name="T39" fmla="*/ 17 h 70"/>
                <ns1:gd name="T40" fmla="*/ 42 w 62"/>
                <ns1:gd name="T41" fmla="*/ 24 h 70"/>
                <ns1:gd name="T42" fmla="*/ 33 w 62"/>
                <ns1:gd name="T43" fmla="*/ 22 h 70"/>
                <ns1:gd name="T44" fmla="*/ 27 w 62"/>
                <ns1:gd name="T45" fmla="*/ 25 h 70"/>
                <ns1:gd name="T46" fmla="*/ 35 w 62"/>
                <ns1:gd name="T47" fmla="*/ 31 h 70"/>
                <ns1:gd name="T48" fmla="*/ 45 w 62"/>
                <ns1:gd name="T49" fmla="*/ 43 h 70"/>
                <ns1:gd name="T50" fmla="*/ 34 w 62"/>
                <ns1:gd name="T51" fmla="*/ 54 h 70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  <ns1:cxn ang="0">
                  <ns1:pos x="T30" y="T31"/>
                </ns1:cxn>
                <ns1:cxn ang="0">
                  <ns1:pos x="T32" y="T33"/>
                </ns1:cxn>
                <ns1:cxn ang="0">
                  <ns1:pos x="T34" y="T35"/>
                </ns1:cxn>
                <ns1:cxn ang="0">
                  <ns1:pos x="T36" y="T37"/>
                </ns1:cxn>
                <ns1:cxn ang="0">
                  <ns1:pos x="T38" y="T39"/>
                </ns1:cxn>
                <ns1:cxn ang="0">
                  <ns1:pos x="T40" y="T41"/>
                </ns1:cxn>
                <ns1:cxn ang="0">
                  <ns1:pos x="T42" y="T43"/>
                </ns1:cxn>
                <ns1:cxn ang="0">
                  <ns1:pos x="T44" y="T45"/>
                </ns1:cxn>
                <ns1:cxn ang="0">
                  <ns1:pos x="T46" y="T47"/>
                </ns1:cxn>
                <ns1:cxn ang="0">
                  <ns1:pos x="T48" y="T49"/>
                </ns1:cxn>
                <ns1:cxn ang="0">
                  <ns1:pos x="T50" y="T51"/>
                </ns1:cxn>
              </ns1:cxnLst>
              <ns1:rect l="0" t="0" r="r" b="b"/>
              <ns1:pathLst>
                <ns1:path w="62" h="70">
                  <ns1:moveTo>
                    <ns1:pt x="31" y="0"/>
                  </ns1:moveTo>
                  <ns1:cubicBezTo>
                    <ns1:pt x="14" y="0"/>
                    <ns1:pt x="0" y="15"/>
                    <ns1:pt x="0" y="35"/>
                  </ns1:cubicBezTo>
                  <ns1:cubicBezTo>
                    <ns1:pt x="0" y="54"/>
                    <ns1:pt x="14" y="70"/>
                    <ns1:pt x="31" y="70"/>
                  </ns1:cubicBezTo>
                  <ns1:cubicBezTo>
                    <ns1:pt x="48" y="70"/>
                    <ns1:pt x="62" y="54"/>
                    <ns1:pt x="62" y="35"/>
                  </ns1:cubicBezTo>
                  <ns1:cubicBezTo>
                    <ns1:pt x="62" y="15"/>
                    <ns1:pt x="48" y="0"/>
                    <ns1:pt x="31" y="0"/>
                  </ns1:cubicBezTo>
                  <ns1:close/>
                  <ns1:moveTo>
                    <ns1:pt x="34" y="54"/>
                  </ns1:moveTo>
                  <ns1:cubicBezTo>
                    <ns1:pt x="34" y="61"/>
                    <ns1:pt x="34" y="61"/>
                    <ns1:pt x="34" y="61"/>
                  </ns1:cubicBezTo>
                  <ns1:cubicBezTo>
                    <ns1:pt x="28" y="61"/>
                    <ns1:pt x="28" y="61"/>
                    <ns1:pt x="28" y="61"/>
                  </ns1:cubicBezTo>
                  <ns1:cubicBezTo>
                    <ns1:pt x="28" y="55"/>
                    <ns1:pt x="28" y="55"/>
                    <ns1:pt x="28" y="55"/>
                  </ns1:cubicBezTo>
                  <ns1:cubicBezTo>
                    <ns1:pt x="24" y="54"/>
                    <ns1:pt x="20" y="53"/>
                    <ns1:pt x="17" y="52"/>
                  </ns1:cubicBezTo>
                  <ns1:cubicBezTo>
                    <ns1:pt x="19" y="45"/>
                    <ns1:pt x="19" y="45"/>
                    <ns1:pt x="19" y="45"/>
                  </ns1:cubicBezTo>
                  <ns1:cubicBezTo>
                    <ns1:pt x="22" y="46"/>
                    <ns1:pt x="25" y="47"/>
                    <ns1:pt x="29" y="47"/>
                  </ns1:cubicBezTo>
                  <ns1:cubicBezTo>
                    <ns1:pt x="33" y="47"/>
                    <ns1:pt x="36" y="46"/>
                    <ns1:pt x="36" y="43"/>
                  </ns1:cubicBezTo>
                  <ns1:cubicBezTo>
                    <ns1:pt x="36" y="41"/>
                    <ns1:pt x="34" y="40"/>
                    <ns1:pt x="29" y="38"/>
                  </ns1:cubicBezTo>
                  <ns1:cubicBezTo>
                    <ns1:pt x="22" y="36"/>
                    <ns1:pt x="18" y="33"/>
                    <ns1:pt x="18" y="26"/>
                  </ns1:cubicBezTo>
                  <ns1:cubicBezTo>
                    <ns1:pt x="18" y="21"/>
                    <ns1:pt x="21" y="16"/>
                    <ns1:pt x="28" y="15"/>
                  </ns1:cubicBezTo>
                  <ns1:cubicBezTo>
                    <ns1:pt x="28" y="9"/>
                    <ns1:pt x="28" y="9"/>
                    <ns1:pt x="28" y="9"/>
                  </ns1:cubicBezTo>
                  <ns1:cubicBezTo>
                    <ns1:pt x="34" y="9"/>
                    <ns1:pt x="34" y="9"/>
                    <ns1:pt x="34" y="9"/>
                  </ns1:cubicBezTo>
                  <ns1:cubicBezTo>
                    <ns1:pt x="34" y="15"/>
                    <ns1:pt x="34" y="15"/>
                    <ns1:pt x="34" y="15"/>
                  </ns1:cubicBezTo>
                  <ns1:cubicBezTo>
                    <ns1:pt x="38" y="15"/>
                    <ns1:pt x="41" y="16"/>
                    <ns1:pt x="44" y="17"/>
                  </ns1:cubicBezTo>
                  <ns1:cubicBezTo>
                    <ns1:pt x="42" y="24"/>
                    <ns1:pt x="42" y="24"/>
                    <ns1:pt x="42" y="24"/>
                  </ns1:cubicBezTo>
                  <ns1:cubicBezTo>
                    <ns1:pt x="40" y="23"/>
                    <ns1:pt x="37" y="22"/>
                    <ns1:pt x="33" y="22"/>
                  </ns1:cubicBezTo>
                  <ns1:cubicBezTo>
                    <ns1:pt x="28" y="22"/>
                    <ns1:pt x="27" y="24"/>
                    <ns1:pt x="27" y="25"/>
                  </ns1:cubicBezTo>
                  <ns1:cubicBezTo>
                    <ns1:pt x="27" y="27"/>
                    <ns1:pt x="29" y="29"/>
                    <ns1:pt x="35" y="31"/>
                  </ns1:cubicBezTo>
                  <ns1:cubicBezTo>
                    <ns1:pt x="42" y="33"/>
                    <ns1:pt x="45" y="37"/>
                    <ns1:pt x="45" y="43"/>
                  </ns1:cubicBezTo>
                  <ns1:cubicBezTo>
                    <ns1:pt x="45" y="48"/>
                    <ns1:pt x="41" y="53"/>
                    <ns1:pt x="34" y="54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362" name="Freeform 19"/>
            <ns0:cNvSpPr>
              <ns1:spLocks noEditPoints="1"/>
            </ns0:cNvSpPr>
            <ns0:nvPr/>
          </ns0:nvSpPr>
          <ns0:spPr bwMode="auto">
            <ns1:xfrm>
              <ns1:off x="7779638" y="1072086"/>
              <ns1:ext cx="436722" cy="250564"/>
            </ns1:xfrm>
            <ns1:custGeom>
              <ns1:avLst/>
              <ns1:gdLst>
                <ns1:gd name="T0" fmla="*/ 192 w 209"/>
                <ns1:gd name="T1" fmla="*/ 0 h 120"/>
                <ns1:gd name="T2" fmla="*/ 16 w 209"/>
                <ns1:gd name="T3" fmla="*/ 0 h 120"/>
                <ns1:gd name="T4" fmla="*/ 0 w 209"/>
                <ns1:gd name="T5" fmla="*/ 17 h 120"/>
                <ns1:gd name="T6" fmla="*/ 0 w 209"/>
                <ns1:gd name="T7" fmla="*/ 103 h 120"/>
                <ns1:gd name="T8" fmla="*/ 16 w 209"/>
                <ns1:gd name="T9" fmla="*/ 120 h 120"/>
                <ns1:gd name="T10" fmla="*/ 192 w 209"/>
                <ns1:gd name="T11" fmla="*/ 120 h 120"/>
                <ns1:gd name="T12" fmla="*/ 209 w 209"/>
                <ns1:gd name="T13" fmla="*/ 103 h 120"/>
                <ns1:gd name="T14" fmla="*/ 209 w 209"/>
                <ns1:gd name="T15" fmla="*/ 17 h 120"/>
                <ns1:gd name="T16" fmla="*/ 192 w 209"/>
                <ns1:gd name="T17" fmla="*/ 0 h 120"/>
                <ns1:gd name="T18" fmla="*/ 194 w 209"/>
                <ns1:gd name="T19" fmla="*/ 84 h 120"/>
                <ns1:gd name="T20" fmla="*/ 189 w 209"/>
                <ns1:gd name="T21" fmla="*/ 84 h 120"/>
                <ns1:gd name="T22" fmla="*/ 173 w 209"/>
                <ns1:gd name="T23" fmla="*/ 100 h 120"/>
                <ns1:gd name="T24" fmla="*/ 173 w 209"/>
                <ns1:gd name="T25" fmla="*/ 105 h 120"/>
                <ns1:gd name="T26" fmla="*/ 35 w 209"/>
                <ns1:gd name="T27" fmla="*/ 105 h 120"/>
                <ns1:gd name="T28" fmla="*/ 35 w 209"/>
                <ns1:gd name="T29" fmla="*/ 100 h 120"/>
                <ns1:gd name="T30" fmla="*/ 19 w 209"/>
                <ns1:gd name="T31" fmla="*/ 84 h 120"/>
                <ns1:gd name="T32" fmla="*/ 15 w 209"/>
                <ns1:gd name="T33" fmla="*/ 84 h 120"/>
                <ns1:gd name="T34" fmla="*/ 15 w 209"/>
                <ns1:gd name="T35" fmla="*/ 35 h 120"/>
                <ns1:gd name="T36" fmla="*/ 19 w 209"/>
                <ns1:gd name="T37" fmla="*/ 35 h 120"/>
                <ns1:gd name="T38" fmla="*/ 35 w 209"/>
                <ns1:gd name="T39" fmla="*/ 20 h 120"/>
                <ns1:gd name="T40" fmla="*/ 35 w 209"/>
                <ns1:gd name="T41" fmla="*/ 15 h 120"/>
                <ns1:gd name="T42" fmla="*/ 173 w 209"/>
                <ns1:gd name="T43" fmla="*/ 15 h 120"/>
                <ns1:gd name="T44" fmla="*/ 173 w 209"/>
                <ns1:gd name="T45" fmla="*/ 20 h 120"/>
                <ns1:gd name="T46" fmla="*/ 189 w 209"/>
                <ns1:gd name="T47" fmla="*/ 35 h 120"/>
                <ns1:gd name="T48" fmla="*/ 194 w 209"/>
                <ns1:gd name="T49" fmla="*/ 35 h 120"/>
                <ns1:gd name="T50" fmla="*/ 194 w 209"/>
                <ns1:gd name="T51" fmla="*/ 84 h 120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  <ns1:cxn ang="0">
                  <ns1:pos x="T30" y="T31"/>
                </ns1:cxn>
                <ns1:cxn ang="0">
                  <ns1:pos x="T32" y="T33"/>
                </ns1:cxn>
                <ns1:cxn ang="0">
                  <ns1:pos x="T34" y="T35"/>
                </ns1:cxn>
                <ns1:cxn ang="0">
                  <ns1:pos x="T36" y="T37"/>
                </ns1:cxn>
                <ns1:cxn ang="0">
                  <ns1:pos x="T38" y="T39"/>
                </ns1:cxn>
                <ns1:cxn ang="0">
                  <ns1:pos x="T40" y="T41"/>
                </ns1:cxn>
                <ns1:cxn ang="0">
                  <ns1:pos x="T42" y="T43"/>
                </ns1:cxn>
                <ns1:cxn ang="0">
                  <ns1:pos x="T44" y="T45"/>
                </ns1:cxn>
                <ns1:cxn ang="0">
                  <ns1:pos x="T46" y="T47"/>
                </ns1:cxn>
                <ns1:cxn ang="0">
                  <ns1:pos x="T48" y="T49"/>
                </ns1:cxn>
                <ns1:cxn ang="0">
                  <ns1:pos x="T50" y="T51"/>
                </ns1:cxn>
              </ns1:cxnLst>
              <ns1:rect l="0" t="0" r="r" b="b"/>
              <ns1:pathLst>
                <ns1:path w="209" h="120">
                  <ns1:moveTo>
                    <ns1:pt x="192" y="0"/>
                  </ns1:moveTo>
                  <ns1:cubicBezTo>
                    <ns1:pt x="16" y="0"/>
                    <ns1:pt x="16" y="0"/>
                    <ns1:pt x="16" y="0"/>
                  </ns1:cubicBezTo>
                  <ns1:cubicBezTo>
                    <ns1:pt x="7" y="0"/>
                    <ns1:pt x="0" y="8"/>
                    <ns1:pt x="0" y="17"/>
                  </ns1:cubicBezTo>
                  <ns1:cubicBezTo>
                    <ns1:pt x="0" y="103"/>
                    <ns1:pt x="0" y="103"/>
                    <ns1:pt x="0" y="103"/>
                  </ns1:cubicBezTo>
                  <ns1:cubicBezTo>
                    <ns1:pt x="0" y="112"/>
                    <ns1:pt x="7" y="120"/>
                    <ns1:pt x="16" y="120"/>
                  </ns1:cubicBezTo>
                  <ns1:cubicBezTo>
                    <ns1:pt x="192" y="120"/>
                    <ns1:pt x="192" y="120"/>
                    <ns1:pt x="192" y="120"/>
                  </ns1:cubicBezTo>
                  <ns1:cubicBezTo>
                    <ns1:pt x="201" y="120"/>
                    <ns1:pt x="209" y="112"/>
                    <ns1:pt x="209" y="103"/>
                  </ns1:cubicBezTo>
                  <ns1:cubicBezTo>
                    <ns1:pt x="209" y="17"/>
                    <ns1:pt x="209" y="17"/>
                    <ns1:pt x="209" y="17"/>
                  </ns1:cubicBezTo>
                  <ns1:cubicBezTo>
                    <ns1:pt x="209" y="8"/>
                    <ns1:pt x="201" y="0"/>
                    <ns1:pt x="192" y="0"/>
                  </ns1:cubicBezTo>
                  <ns1:close/>
                  <ns1:moveTo>
                    <ns1:pt x="194" y="84"/>
                  </ns1:moveTo>
                  <ns1:cubicBezTo>
                    <ns1:pt x="189" y="84"/>
                    <ns1:pt x="189" y="84"/>
                    <ns1:pt x="189" y="84"/>
                  </ns1:cubicBezTo>
                  <ns1:cubicBezTo>
                    <ns1:pt x="180" y="84"/>
                    <ns1:pt x="173" y="91"/>
                    <ns1:pt x="173" y="100"/>
                  </ns1:cubicBezTo>
                  <ns1:cubicBezTo>
                    <ns1:pt x="173" y="105"/>
                    <ns1:pt x="173" y="105"/>
                    <ns1:pt x="173" y="105"/>
                  </ns1:cubicBezTo>
                  <ns1:cubicBezTo>
                    <ns1:pt x="35" y="105"/>
                    <ns1:pt x="35" y="105"/>
                    <ns1:pt x="35" y="105"/>
                  </ns1:cubicBezTo>
                  <ns1:cubicBezTo>
                    <ns1:pt x="35" y="100"/>
                    <ns1:pt x="35" y="100"/>
                    <ns1:pt x="35" y="100"/>
                  </ns1:cubicBezTo>
                  <ns1:cubicBezTo>
                    <ns1:pt x="35" y="91"/>
                    <ns1:pt x="28" y="84"/>
                    <ns1:pt x="19" y="84"/>
                  </ns1:cubicBezTo>
                  <ns1:cubicBezTo>
                    <ns1:pt x="15" y="84"/>
                    <ns1:pt x="15" y="84"/>
                    <ns1:pt x="15" y="84"/>
                  </ns1:cubicBezTo>
                  <ns1:cubicBezTo>
                    <ns1:pt x="15" y="35"/>
                    <ns1:pt x="15" y="35"/>
                    <ns1:pt x="15" y="35"/>
                  </ns1:cubicBezTo>
                  <ns1:cubicBezTo>
                    <ns1:pt x="19" y="35"/>
                    <ns1:pt x="19" y="35"/>
                    <ns1:pt x="19" y="35"/>
                  </ns1:cubicBezTo>
                  <ns1:cubicBezTo>
                    <ns1:pt x="28" y="35"/>
                    <ns1:pt x="35" y="29"/>
                    <ns1:pt x="35" y="20"/>
                  </ns1:cubicBezTo>
                  <ns1:cubicBezTo>
                    <ns1:pt x="35" y="15"/>
                    <ns1:pt x="35" y="15"/>
                    <ns1:pt x="35" y="15"/>
                  </ns1:cubicBezTo>
                  <ns1:cubicBezTo>
                    <ns1:pt x="173" y="15"/>
                    <ns1:pt x="173" y="15"/>
                    <ns1:pt x="173" y="15"/>
                  </ns1:cubicBezTo>
                  <ns1:cubicBezTo>
                    <ns1:pt x="173" y="20"/>
                    <ns1:pt x="173" y="20"/>
                    <ns1:pt x="173" y="20"/>
                  </ns1:cubicBezTo>
                  <ns1:cubicBezTo>
                    <ns1:pt x="173" y="29"/>
                    <ns1:pt x="180" y="35"/>
                    <ns1:pt x="189" y="35"/>
                  </ns1:cubicBezTo>
                  <ns1:cubicBezTo>
                    <ns1:pt x="194" y="35"/>
                    <ns1:pt x="194" y="35"/>
                    <ns1:pt x="194" y="35"/>
                  </ns1:cubicBezTo>
                  <ns1:lnTo>
                    <ns1:pt x="194" y="84"/>
                  </ns1:ln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</ns0:grpSp>
    </ns0:spTree>
    <ns0:extLst>
      <ns0:ext uri="{BB962C8B-B14F-4D97-AF65-F5344CB8AC3E}">
        <ns3:creationId val="982771070"/>
      </ns0:ext>
    </ns0:extLst>
  </ns0:cSld>
  <ns0:clrMapOvr>
    <ns1:masterClrMapping/>
  </ns0:clrMapOvr>
</ns0:sld>
</file>

<file path=ppt/slides/slide33.xml><?xml version="1.0" encoding="utf-8"?>
<ns0:sld xmlns:ns0="http://schemas.openxmlformats.org/presentationml/2006/main" xmlns:ns1="http://schemas.openxmlformats.org/drawingml/2006/main" xmlns:ns2="http://schemas.microsoft.com/office/drawing/2010/main" xmlns:ns3="http://schemas.microsoft.com/office/powerpoint/2010/main">
  <ns0:cSld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55" name="Freeform 53"/>
          <ns0:cNvSpPr>
            <ns1:spLocks/>
          </ns0:cNvSpPr>
          <ns0:nvPr/>
        </ns0:nvSpPr>
        <ns0:spPr bwMode="auto">
          <ns1:xfrm>
            <ns1:off x="1058864" y="631827"/>
            <ns1:ext cx="379413" cy="385763"/>
          </ns1:xfrm>
          <ns1:custGeom>
            <ns1:avLst/>
            <ns1:gdLst>
              <ns1:gd name="T0" fmla="*/ 98 w 101"/>
              <ns1:gd name="T1" fmla="*/ 8 h 103"/>
              <ns1:gd name="T2" fmla="*/ 59 w 101"/>
              <ns1:gd name="T3" fmla="*/ 48 h 103"/>
              <ns1:gd name="T4" fmla="*/ 59 w 101"/>
              <ns1:gd name="T5" fmla="*/ 95 h 103"/>
              <ns1:gd name="T6" fmla="*/ 79 w 101"/>
              <ns1:gd name="T7" fmla="*/ 95 h 103"/>
              <ns1:gd name="T8" fmla="*/ 83 w 101"/>
              <ns1:gd name="T9" fmla="*/ 99 h 103"/>
              <ns1:gd name="T10" fmla="*/ 79 w 101"/>
              <ns1:gd name="T11" fmla="*/ 103 h 103"/>
              <ns1:gd name="T12" fmla="*/ 23 w 101"/>
              <ns1:gd name="T13" fmla="*/ 103 h 103"/>
              <ns1:gd name="T14" fmla="*/ 19 w 101"/>
              <ns1:gd name="T15" fmla="*/ 99 h 103"/>
              <ns1:gd name="T16" fmla="*/ 23 w 101"/>
              <ns1:gd name="T17" fmla="*/ 95 h 103"/>
              <ns1:gd name="T18" fmla="*/ 43 w 101"/>
              <ns1:gd name="T19" fmla="*/ 95 h 103"/>
              <ns1:gd name="T20" fmla="*/ 43 w 101"/>
              <ns1:gd name="T21" fmla="*/ 48 h 103"/>
              <ns1:gd name="T22" fmla="*/ 3 w 101"/>
              <ns1:gd name="T23" fmla="*/ 8 h 103"/>
              <ns1:gd name="T24" fmla="*/ 0 w 101"/>
              <ns1:gd name="T25" fmla="*/ 3 h 103"/>
              <ns1:gd name="T26" fmla="*/ 7 w 101"/>
              <ns1:gd name="T27" fmla="*/ 0 h 103"/>
              <ns1:gd name="T28" fmla="*/ 95 w 101"/>
              <ns1:gd name="T29" fmla="*/ 0 h 103"/>
              <ns1:gd name="T30" fmla="*/ 101 w 101"/>
              <ns1:gd name="T31" fmla="*/ 3 h 103"/>
              <ns1:gd name="T32" fmla="*/ 98 w 101"/>
              <ns1:gd name="T33" fmla="*/ 8 h 103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  <ns1:cxn ang="0">
                <ns1:pos x="T32" y="T33"/>
              </ns1:cxn>
            </ns1:cxnLst>
            <ns1:rect l="0" t="0" r="r" b="b"/>
            <ns1:pathLst>
              <ns1:path w="101" h="103">
                <ns1:moveTo>
                  <ns1:pt x="98" y="8"/>
                </ns1:moveTo>
                <ns1:cubicBezTo>
                  <ns1:pt x="59" y="48"/>
                  <ns1:pt x="59" y="48"/>
                  <ns1:pt x="59" y="48"/>
                </ns1:cubicBezTo>
                <ns1:cubicBezTo>
                  <ns1:pt x="59" y="95"/>
                  <ns1:pt x="59" y="95"/>
                  <ns1:pt x="59" y="95"/>
                </ns1:cubicBezTo>
                <ns1:cubicBezTo>
                  <ns1:pt x="79" y="95"/>
                  <ns1:pt x="79" y="95"/>
                  <ns1:pt x="79" y="95"/>
                </ns1:cubicBezTo>
                <ns1:cubicBezTo>
                  <ns1:pt x="81" y="95"/>
                  <ns1:pt x="83" y="97"/>
                  <ns1:pt x="83" y="99"/>
                </ns1:cubicBezTo>
                <ns1:cubicBezTo>
                  <ns1:pt x="83" y="102"/>
                  <ns1:pt x="81" y="103"/>
                  <ns1:pt x="79" y="103"/>
                </ns1:cubicBezTo>
                <ns1:cubicBezTo>
                  <ns1:pt x="23" y="103"/>
                  <ns1:pt x="23" y="103"/>
                  <ns1:pt x="23" y="103"/>
                </ns1:cubicBezTo>
                <ns1:cubicBezTo>
                  <ns1:pt x="20" y="103"/>
                  <ns1:pt x="19" y="102"/>
                  <ns1:pt x="19" y="99"/>
                </ns1:cubicBezTo>
                <ns1:cubicBezTo>
                  <ns1:pt x="19" y="97"/>
                  <ns1:pt x="20" y="95"/>
                  <ns1:pt x="23" y="95"/>
                </ns1:cubicBezTo>
                <ns1:cubicBezTo>
                  <ns1:pt x="43" y="95"/>
                  <ns1:pt x="43" y="95"/>
                  <ns1:pt x="43" y="95"/>
                </ns1:cubicBezTo>
                <ns1:cubicBezTo>
                  <ns1:pt x="43" y="48"/>
                  <ns1:pt x="43" y="48"/>
                  <ns1:pt x="43" y="48"/>
                </ns1:cubicBezTo>
                <ns1:cubicBezTo>
                  <ns1:pt x="3" y="8"/>
                  <ns1:pt x="3" y="8"/>
                  <ns1:pt x="3" y="8"/>
                </ns1:cubicBezTo>
                <ns1:cubicBezTo>
                  <ns1:pt x="2" y="7"/>
                  <ns1:pt x="0" y="5"/>
                  <ns1:pt x="0" y="3"/>
                </ns1:cubicBezTo>
                <ns1:cubicBezTo>
                  <ns1:pt x="0" y="0"/>
                  <ns1:pt x="4" y="0"/>
                  <ns1:pt x="7" y="0"/>
                </ns1:cubicBezTo>
                <ns1:cubicBezTo>
                  <ns1:pt x="95" y="0"/>
                  <ns1:pt x="95" y="0"/>
                  <ns1:pt x="95" y="0"/>
                </ns1:cubicBezTo>
                <ns1:cubicBezTo>
                  <ns1:pt x="97" y="0"/>
                  <ns1:pt x="101" y="0"/>
                  <ns1:pt x="101" y="3"/>
                </ns1:cubicBezTo>
                <ns1:cubicBezTo>
                  <ns1:pt x="101" y="5"/>
                  <ns1:pt x="99" y="7"/>
                  <ns1:pt x="98" y="8"/>
                </ns1:cubicBezTo>
                <ns1:close/>
              </ns1:path>
            </ns1:pathLst>
          </ns1:custGeom>
          <ns1:solidFill>
            <ns1:srgbClr val="010101"/>
          </ns1:solidFill>
          <ns1:ln>
            <ns1:noFill/>
          </ns1:ln>
          <ns1:extLst>
            <ns1:ext uri="{91240B29-F687-4F45-9708-019B960494DF}">
              <ns2:hiddenLine w="9525">
                <ns1:solidFill>
                  <ns1:srgbClr val="000000"/>
                </ns1:solidFill>
                <ns1:round/>
                <ns1:headEnd/>
                <ns1:tailEnd/>
              </ns2:hiddenLine>
            </ns1:ext>
          </ns1:extLst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en-US" sz="2700"/>
          </ns1:p>
        </ns0:txBody>
      </ns0:sp>
      <ns0:sp>
        <ns0:nvSpPr>
          <ns0:cNvPr id="56" name="Freeform 54"/>
          <ns0:cNvSpPr>
            <ns1:spLocks/>
          </ns0:cNvSpPr>
          <ns0:nvPr/>
        </ns0:nvSpPr>
        <ns0:spPr bwMode="auto">
          <ns1:xfrm>
            <ns1:off x="1716089" y="631827"/>
            <ns1:ext cx="360363" cy="385763"/>
          </ns1:xfrm>
          <ns1:custGeom>
            <ns1:avLst/>
            <ns1:gdLst>
              <ns1:gd name="T0" fmla="*/ 96 w 96"/>
              <ns1:gd name="T1" fmla="*/ 75 h 103"/>
              <ns1:gd name="T2" fmla="*/ 76 w 96"/>
              <ns1:gd name="T3" fmla="*/ 87 h 103"/>
              <ns1:gd name="T4" fmla="*/ 56 w 96"/>
              <ns1:gd name="T5" fmla="*/ 75 h 103"/>
              <ns1:gd name="T6" fmla="*/ 76 w 96"/>
              <ns1:gd name="T7" fmla="*/ 63 h 103"/>
              <ns1:gd name="T8" fmla="*/ 88 w 96"/>
              <ns1:gd name="T9" fmla="*/ 66 h 103"/>
              <ns1:gd name="T10" fmla="*/ 88 w 96"/>
              <ns1:gd name="T11" fmla="*/ 32 h 103"/>
              <ns1:gd name="T12" fmla="*/ 40 w 96"/>
              <ns1:gd name="T13" fmla="*/ 47 h 103"/>
              <ns1:gd name="T14" fmla="*/ 40 w 96"/>
              <ns1:gd name="T15" fmla="*/ 91 h 103"/>
              <ns1:gd name="T16" fmla="*/ 20 w 96"/>
              <ns1:gd name="T17" fmla="*/ 103 h 103"/>
              <ns1:gd name="T18" fmla="*/ 0 w 96"/>
              <ns1:gd name="T19" fmla="*/ 91 h 103"/>
              <ns1:gd name="T20" fmla="*/ 20 w 96"/>
              <ns1:gd name="T21" fmla="*/ 79 h 103"/>
              <ns1:gd name="T22" fmla="*/ 32 w 96"/>
              <ns1:gd name="T23" fmla="*/ 82 h 103"/>
              <ns1:gd name="T24" fmla="*/ 32 w 96"/>
              <ns1:gd name="T25" fmla="*/ 22 h 103"/>
              <ns1:gd name="T26" fmla="*/ 36 w 96"/>
              <ns1:gd name="T27" fmla="*/ 16 h 103"/>
              <ns1:gd name="T28" fmla="*/ 88 w 96"/>
              <ns1:gd name="T29" fmla="*/ 0 h 103"/>
              <ns1:gd name="T30" fmla="*/ 90 w 96"/>
              <ns1:gd name="T31" fmla="*/ 0 h 103"/>
              <ns1:gd name="T32" fmla="*/ 96 w 96"/>
              <ns1:gd name="T33" fmla="*/ 6 h 103"/>
              <ns1:gd name="T34" fmla="*/ 96 w 96"/>
              <ns1:gd name="T35" fmla="*/ 75 h 103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  <ns1:cxn ang="0">
                <ns1:pos x="T32" y="T33"/>
              </ns1:cxn>
              <ns1:cxn ang="0">
                <ns1:pos x="T34" y="T35"/>
              </ns1:cxn>
            </ns1:cxnLst>
            <ns1:rect l="0" t="0" r="r" b="b"/>
            <ns1:pathLst>
              <ns1:path w="96" h="103">
                <ns1:moveTo>
                  <ns1:pt x="96" y="75"/>
                </ns1:moveTo>
                <ns1:cubicBezTo>
                  <ns1:pt x="96" y="84"/>
                  <ns1:pt x="82" y="87"/>
                  <ns1:pt x="76" y="87"/>
                </ns1:cubicBezTo>
                <ns1:cubicBezTo>
                  <ns1:pt x="69" y="87"/>
                  <ns1:pt x="56" y="84"/>
                  <ns1:pt x="56" y="75"/>
                </ns1:cubicBezTo>
                <ns1:cubicBezTo>
                  <ns1:pt x="56" y="67"/>
                  <ns1:pt x="69" y="63"/>
                  <ns1:pt x="76" y="63"/>
                </ns1:cubicBezTo>
                <ns1:cubicBezTo>
                  <ns1:pt x="80" y="63"/>
                  <ns1:pt x="84" y="64"/>
                  <ns1:pt x="88" y="66"/>
                </ns1:cubicBezTo>
                <ns1:cubicBezTo>
                  <ns1:pt x="88" y="32"/>
                  <ns1:pt x="88" y="32"/>
                  <ns1:pt x="88" y="32"/>
                </ns1:cubicBezTo>
                <ns1:cubicBezTo>
                  <ns1:pt x="40" y="47"/>
                  <ns1:pt x="40" y="47"/>
                  <ns1:pt x="40" y="47"/>
                </ns1:cubicBezTo>
                <ns1:cubicBezTo>
                  <ns1:pt x="40" y="91"/>
                  <ns1:pt x="40" y="91"/>
                  <ns1:pt x="40" y="91"/>
                </ns1:cubicBezTo>
                <ns1:cubicBezTo>
                  <ns1:pt x="40" y="100"/>
                  <ns1:pt x="26" y="103"/>
                  <ns1:pt x="20" y="103"/>
                </ns1:cubicBezTo>
                <ns1:cubicBezTo>
                  <ns1:pt x="13" y="103"/>
                  <ns1:pt x="0" y="100"/>
                  <ns1:pt x="0" y="91"/>
                </ns1:cubicBezTo>
                <ns1:cubicBezTo>
                  <ns1:pt x="0" y="83"/>
                  <ns1:pt x="13" y="79"/>
                  <ns1:pt x="20" y="79"/>
                </ns1:cubicBezTo>
                <ns1:cubicBezTo>
                  <ns1:pt x="24" y="79"/>
                  <ns1:pt x="28" y="80"/>
                  <ns1:pt x="32" y="82"/>
                </ns1:cubicBezTo>
                <ns1:cubicBezTo>
                  <ns1:pt x="32" y="22"/>
                  <ns1:pt x="32" y="22"/>
                  <ns1:pt x="32" y="22"/>
                </ns1:cubicBezTo>
                <ns1:cubicBezTo>
                  <ns1:pt x="32" y="19"/>
                  <ns1:pt x="33" y="17"/>
                  <ns1:pt x="36" y="16"/>
                </ns1:cubicBezTo>
                <ns1:cubicBezTo>
                  <ns1:pt x="88" y="0"/>
                  <ns1:pt x="88" y="0"/>
                  <ns1:pt x="88" y="0"/>
                </ns1:cubicBezTo>
                <ns1:cubicBezTo>
                  <ns1:pt x="88" y="0"/>
                  <ns1:pt x="89" y="0"/>
                  <ns1:pt x="90" y="0"/>
                </ns1:cubicBezTo>
                <ns1:cubicBezTo>
                  <ns1:pt x="93" y="0"/>
                  <ns1:pt x="96" y="2"/>
                  <ns1:pt x="96" y="6"/>
                </ns1:cubicBezTo>
                <ns1:lnTo>
                  <ns1:pt x="96" y="75"/>
                </ns1:lnTo>
                <ns1:close/>
              </ns1:path>
            </ns1:pathLst>
          </ns1:custGeom>
          <ns1:solidFill>
            <ns1:srgbClr val="010101"/>
          </ns1:solidFill>
          <ns1:ln>
            <ns1:noFill/>
          </ns1:ln>
          <ns1:extLst>
            <ns1:ext uri="{91240B29-F687-4F45-9708-019B960494DF}">
              <ns2:hiddenLine w="9525">
                <ns1:solidFill>
                  <ns1:srgbClr val="000000"/>
                </ns1:solidFill>
                <ns1:round/>
                <ns1:headEnd/>
                <ns1:tailEnd/>
              </ns2:hiddenLine>
            </ns1:ext>
          </ns1:extLst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en-US" sz="2700"/>
          </ns1:p>
        </ns0:txBody>
      </ns0:sp>
      <ns0:sp>
        <ns0:nvSpPr>
          <ns0:cNvPr id="57" name="Freeform 55"/>
          <ns0:cNvSpPr>
            <ns1:spLocks noEditPoints="1"/>
          </ns0:cNvSpPr>
          <ns0:nvPr/>
        </ns0:nvSpPr>
        <ns0:spPr bwMode="auto">
          <ns1:xfrm>
            <ns1:off x="2346327" y="631827"/>
            <ns1:ext cx="390525" cy="385763"/>
          </ns1:xfrm>
          <ns1:custGeom>
            <ns1:avLst/>
            <ns1:gdLst>
              <ns1:gd name="T0" fmla="*/ 96 w 104"/>
              <ns1:gd name="T1" fmla="*/ 103 h 103"/>
              <ns1:gd name="T2" fmla="*/ 90 w 104"/>
              <ns1:gd name="T3" fmla="*/ 101 h 103"/>
              <ns1:gd name="T4" fmla="*/ 69 w 104"/>
              <ns1:gd name="T5" fmla="*/ 80 h 103"/>
              <ns1:gd name="T6" fmla="*/ 44 w 104"/>
              <ns1:gd name="T7" fmla="*/ 87 h 103"/>
              <ns1:gd name="T8" fmla="*/ 0 w 104"/>
              <ns1:gd name="T9" fmla="*/ 44 h 103"/>
              <ns1:gd name="T10" fmla="*/ 44 w 104"/>
              <ns1:gd name="T11" fmla="*/ 0 h 103"/>
              <ns1:gd name="T12" fmla="*/ 88 w 104"/>
              <ns1:gd name="T13" fmla="*/ 44 h 103"/>
              <ns1:gd name="T14" fmla="*/ 80 w 104"/>
              <ns1:gd name="T15" fmla="*/ 68 h 103"/>
              <ns1:gd name="T16" fmla="*/ 101 w 104"/>
              <ns1:gd name="T17" fmla="*/ 90 h 103"/>
              <ns1:gd name="T18" fmla="*/ 104 w 104"/>
              <ns1:gd name="T19" fmla="*/ 95 h 103"/>
              <ns1:gd name="T20" fmla="*/ 96 w 104"/>
              <ns1:gd name="T21" fmla="*/ 103 h 103"/>
              <ns1:gd name="T22" fmla="*/ 44 w 104"/>
              <ns1:gd name="T23" fmla="*/ 16 h 103"/>
              <ns1:gd name="T24" fmla="*/ 16 w 104"/>
              <ns1:gd name="T25" fmla="*/ 44 h 103"/>
              <ns1:gd name="T26" fmla="*/ 44 w 104"/>
              <ns1:gd name="T27" fmla="*/ 71 h 103"/>
              <ns1:gd name="T28" fmla="*/ 72 w 104"/>
              <ns1:gd name="T29" fmla="*/ 44 h 103"/>
              <ns1:gd name="T30" fmla="*/ 44 w 104"/>
              <ns1:gd name="T31" fmla="*/ 16 h 103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</ns1:cxnLst>
            <ns1:rect l="0" t="0" r="r" b="b"/>
            <ns1:pathLst>
              <ns1:path w="104" h="103">
                <ns1:moveTo>
                  <ns1:pt x="96" y="103"/>
                </ns1:moveTo>
                <ns1:cubicBezTo>
                  <ns1:pt x="94" y="103"/>
                  <ns1:pt x="92" y="103"/>
                  <ns1:pt x="90" y="101"/>
                </ns1:cubicBezTo>
                <ns1:cubicBezTo>
                  <ns1:pt x="69" y="80"/>
                  <ns1:pt x="69" y="80"/>
                  <ns1:pt x="69" y="80"/>
                </ns1:cubicBezTo>
                <ns1:cubicBezTo>
                  <ns1:pt x="61" y="85"/>
                  <ns1:pt x="53" y="87"/>
                  <ns1:pt x="44" y="87"/>
                </ns1:cubicBezTo>
                <ns1:cubicBezTo>
                  <ns1:pt x="20" y="87"/>
                  <ns1:pt x="0" y="68"/>
                  <ns1:pt x="0" y="44"/>
                </ns1:cubicBezTo>
                <ns1:cubicBezTo>
                  <ns1:pt x="0" y="19"/>
                  <ns1:pt x="20" y="0"/>
                  <ns1:pt x="44" y="0"/>
                </ns1:cubicBezTo>
                <ns1:cubicBezTo>
                  <ns1:pt x="68" y="0"/>
                  <ns1:pt x="88" y="19"/>
                  <ns1:pt x="88" y="44"/>
                </ns1:cubicBezTo>
                <ns1:cubicBezTo>
                  <ns1:pt x="88" y="52"/>
                  <ns1:pt x="85" y="61"/>
                  <ns1:pt x="80" y="68"/>
                </ns1:cubicBezTo>
                <ns1:cubicBezTo>
                  <ns1:pt x="101" y="90"/>
                  <ns1:pt x="101" y="90"/>
                  <ns1:pt x="101" y="90"/>
                </ns1:cubicBezTo>
                <ns1:cubicBezTo>
                  <ns1:pt x="103" y="91"/>
                  <ns1:pt x="104" y="93"/>
                  <ns1:pt x="104" y="95"/>
                </ns1:cubicBezTo>
                <ns1:cubicBezTo>
                  <ns1:pt x="104" y="100"/>
                  <ns1:pt x="100" y="103"/>
                  <ns1:pt x="96" y="103"/>
                </ns1:cubicBezTo>
                <ns1:close/>
                <ns1:moveTo>
                  <ns1:pt x="44" y="16"/>
                </ns1:moveTo>
                <ns1:cubicBezTo>
                  <ns1:pt x="28" y="16"/>
                  <ns1:pt x="16" y="28"/>
                  <ns1:pt x="16" y="44"/>
                </ns1:cubicBezTo>
                <ns1:cubicBezTo>
                  <ns1:pt x="16" y="59"/>
                  <ns1:pt x="28" y="71"/>
                  <ns1:pt x="44" y="71"/>
                </ns1:cubicBezTo>
                <ns1:cubicBezTo>
                  <ns1:pt x="59" y="71"/>
                  <ns1:pt x="72" y="59"/>
                  <ns1:pt x="72" y="44"/>
                </ns1:cubicBezTo>
                <ns1:cubicBezTo>
                  <ns1:pt x="72" y="28"/>
                  <ns1:pt x="59" y="16"/>
                  <ns1:pt x="44" y="16"/>
                </ns1:cubicBezTo>
                <ns1:close/>
              </ns1:path>
            </ns1:pathLst>
          </ns1:custGeom>
          <ns1:solidFill>
            <ns1:srgbClr val="010101"/>
          </ns1:solidFill>
          <ns1:ln>
            <ns1:noFill/>
          </ns1:ln>
          <ns1:extLst>
            <ns1:ext uri="{91240B29-F687-4F45-9708-019B960494DF}">
              <ns2:hiddenLine w="9525">
                <ns1:solidFill>
                  <ns1:srgbClr val="000000"/>
                </ns1:solidFill>
                <ns1:round/>
                <ns1:headEnd/>
                <ns1:tailEnd/>
              </ns2:hiddenLine>
            </ns1:ext>
          </ns1:extLst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en-US" sz="2700"/>
          </ns1:p>
        </ns0:txBody>
      </ns0:sp>
      <ns0:sp>
        <ns0:nvSpPr>
          <ns0:cNvPr id="58" name="Freeform 56"/>
          <ns0:cNvSpPr>
            <ns1:spLocks noEditPoints="1"/>
          </ns0:cNvSpPr>
          <ns0:nvPr/>
        </ns0:nvSpPr>
        <ns0:spPr bwMode="auto">
          <ns1:xfrm>
            <ns1:off x="2973388" y="660402"/>
            <ns1:ext cx="420688" cy="327025"/>
          </ns1:xfrm>
          <ns1:custGeom>
            <ns1:avLst/>
            <ns1:gdLst>
              <ns1:gd name="T0" fmla="*/ 112 w 112"/>
              <ns1:gd name="T1" fmla="*/ 77 h 87"/>
              <ns1:gd name="T2" fmla="*/ 102 w 112"/>
              <ns1:gd name="T3" fmla="*/ 87 h 87"/>
              <ns1:gd name="T4" fmla="*/ 10 w 112"/>
              <ns1:gd name="T5" fmla="*/ 87 h 87"/>
              <ns1:gd name="T6" fmla="*/ 0 w 112"/>
              <ns1:gd name="T7" fmla="*/ 77 h 87"/>
              <ns1:gd name="T8" fmla="*/ 0 w 112"/>
              <ns1:gd name="T9" fmla="*/ 10 h 87"/>
              <ns1:gd name="T10" fmla="*/ 10 w 112"/>
              <ns1:gd name="T11" fmla="*/ 0 h 87"/>
              <ns1:gd name="T12" fmla="*/ 102 w 112"/>
              <ns1:gd name="T13" fmla="*/ 0 h 87"/>
              <ns1:gd name="T14" fmla="*/ 112 w 112"/>
              <ns1:gd name="T15" fmla="*/ 10 h 87"/>
              <ns1:gd name="T16" fmla="*/ 112 w 112"/>
              <ns1:gd name="T17" fmla="*/ 77 h 87"/>
              <ns1:gd name="T18" fmla="*/ 102 w 112"/>
              <ns1:gd name="T19" fmla="*/ 8 h 87"/>
              <ns1:gd name="T20" fmla="*/ 10 w 112"/>
              <ns1:gd name="T21" fmla="*/ 8 h 87"/>
              <ns1:gd name="T22" fmla="*/ 8 w 112"/>
              <ns1:gd name="T23" fmla="*/ 10 h 87"/>
              <ns1:gd name="T24" fmla="*/ 18 w 112"/>
              <ns1:gd name="T25" fmla="*/ 27 h 87"/>
              <ns1:gd name="T26" fmla="*/ 43 w 112"/>
              <ns1:gd name="T27" fmla="*/ 47 h 87"/>
              <ns1:gd name="T28" fmla="*/ 56 w 112"/>
              <ns1:gd name="T29" fmla="*/ 55 h 87"/>
              <ns1:gd name="T30" fmla="*/ 56 w 112"/>
              <ns1:gd name="T31" fmla="*/ 55 h 87"/>
              <ns1:gd name="T32" fmla="*/ 56 w 112"/>
              <ns1:gd name="T33" fmla="*/ 55 h 87"/>
              <ns1:gd name="T34" fmla="*/ 70 w 112"/>
              <ns1:gd name="T35" fmla="*/ 47 h 87"/>
              <ns1:gd name="T36" fmla="*/ 95 w 112"/>
              <ns1:gd name="T37" fmla="*/ 27 h 87"/>
              <ns1:gd name="T38" fmla="*/ 104 w 112"/>
              <ns1:gd name="T39" fmla="*/ 12 h 87"/>
              <ns1:gd name="T40" fmla="*/ 102 w 112"/>
              <ns1:gd name="T41" fmla="*/ 8 h 87"/>
              <ns1:gd name="T42" fmla="*/ 104 w 112"/>
              <ns1:gd name="T43" fmla="*/ 30 h 87"/>
              <ns1:gd name="T44" fmla="*/ 100 w 112"/>
              <ns1:gd name="T45" fmla="*/ 34 h 87"/>
              <ns1:gd name="T46" fmla="*/ 73 w 112"/>
              <ns1:gd name="T47" fmla="*/ 55 h 87"/>
              <ns1:gd name="T48" fmla="*/ 56 w 112"/>
              <ns1:gd name="T49" fmla="*/ 63 h 87"/>
              <ns1:gd name="T50" fmla="*/ 56 w 112"/>
              <ns1:gd name="T51" fmla="*/ 63 h 87"/>
              <ns1:gd name="T52" fmla="*/ 56 w 112"/>
              <ns1:gd name="T53" fmla="*/ 63 h 87"/>
              <ns1:gd name="T54" fmla="*/ 39 w 112"/>
              <ns1:gd name="T55" fmla="*/ 55 h 87"/>
              <ns1:gd name="T56" fmla="*/ 13 w 112"/>
              <ns1:gd name="T57" fmla="*/ 34 h 87"/>
              <ns1:gd name="T58" fmla="*/ 8 w 112"/>
              <ns1:gd name="T59" fmla="*/ 30 h 87"/>
              <ns1:gd name="T60" fmla="*/ 8 w 112"/>
              <ns1:gd name="T61" fmla="*/ 77 h 87"/>
              <ns1:gd name="T62" fmla="*/ 10 w 112"/>
              <ns1:gd name="T63" fmla="*/ 79 h 87"/>
              <ns1:gd name="T64" fmla="*/ 102 w 112"/>
              <ns1:gd name="T65" fmla="*/ 79 h 87"/>
              <ns1:gd name="T66" fmla="*/ 104 w 112"/>
              <ns1:gd name="T67" fmla="*/ 77 h 87"/>
              <ns1:gd name="T68" fmla="*/ 104 w 112"/>
              <ns1:gd name="T69" fmla="*/ 30 h 87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  <ns1:cxn ang="0">
                <ns1:pos x="T32" y="T33"/>
              </ns1:cxn>
              <ns1:cxn ang="0">
                <ns1:pos x="T34" y="T35"/>
              </ns1:cxn>
              <ns1:cxn ang="0">
                <ns1:pos x="T36" y="T37"/>
              </ns1:cxn>
              <ns1:cxn ang="0">
                <ns1:pos x="T38" y="T39"/>
              </ns1:cxn>
              <ns1:cxn ang="0">
                <ns1:pos x="T40" y="T41"/>
              </ns1:cxn>
              <ns1:cxn ang="0">
                <ns1:pos x="T42" y="T43"/>
              </ns1:cxn>
              <ns1:cxn ang="0">
                <ns1:pos x="T44" y="T45"/>
              </ns1:cxn>
              <ns1:cxn ang="0">
                <ns1:pos x="T46" y="T47"/>
              </ns1:cxn>
              <ns1:cxn ang="0">
                <ns1:pos x="T48" y="T49"/>
              </ns1:cxn>
              <ns1:cxn ang="0">
                <ns1:pos x="T50" y="T51"/>
              </ns1:cxn>
              <ns1:cxn ang="0">
                <ns1:pos x="T52" y="T53"/>
              </ns1:cxn>
              <ns1:cxn ang="0">
                <ns1:pos x="T54" y="T55"/>
              </ns1:cxn>
              <ns1:cxn ang="0">
                <ns1:pos x="T56" y="T57"/>
              </ns1:cxn>
              <ns1:cxn ang="0">
                <ns1:pos x="T58" y="T59"/>
              </ns1:cxn>
              <ns1:cxn ang="0">
                <ns1:pos x="T60" y="T61"/>
              </ns1:cxn>
              <ns1:cxn ang="0">
                <ns1:pos x="T62" y="T63"/>
              </ns1:cxn>
              <ns1:cxn ang="0">
                <ns1:pos x="T64" y="T65"/>
              </ns1:cxn>
              <ns1:cxn ang="0">
                <ns1:pos x="T66" y="T67"/>
              </ns1:cxn>
              <ns1:cxn ang="0">
                <ns1:pos x="T68" y="T69"/>
              </ns1:cxn>
            </ns1:cxnLst>
            <ns1:rect l="0" t="0" r="r" b="b"/>
            <ns1:pathLst>
              <ns1:path w="112" h="87">
                <ns1:moveTo>
                  <ns1:pt x="112" y="77"/>
                </ns1:moveTo>
                <ns1:cubicBezTo>
                  <ns1:pt x="112" y="83"/>
                  <ns1:pt x="108" y="87"/>
                  <ns1:pt x="102" y="87"/>
                </ns1:cubicBezTo>
                <ns1:cubicBezTo>
                  <ns1:pt x="10" y="87"/>
                  <ns1:pt x="10" y="87"/>
                  <ns1:pt x="10" y="87"/>
                </ns1:cubicBezTo>
                <ns1:cubicBezTo>
                  <ns1:pt x="5" y="87"/>
                  <ns1:pt x="0" y="83"/>
                  <ns1:pt x="0" y="77"/>
                </ns1:cubicBezTo>
                <ns1:cubicBezTo>
                  <ns1:pt x="0" y="10"/>
                  <ns1:pt x="0" y="10"/>
                  <ns1:pt x="0" y="10"/>
                </ns1:cubicBezTo>
                <ns1:cubicBezTo>
                  <ns1:pt x="0" y="4"/>
                  <ns1:pt x="5" y="0"/>
                  <ns1:pt x="10" y="0"/>
                </ns1:cubicBezTo>
                <ns1:cubicBezTo>
                  <ns1:pt x="102" y="0"/>
                  <ns1:pt x="102" y="0"/>
                  <ns1:pt x="102" y="0"/>
                </ns1:cubicBezTo>
                <ns1:cubicBezTo>
                  <ns1:pt x="108" y="0"/>
                  <ns1:pt x="112" y="4"/>
                  <ns1:pt x="112" y="10"/>
                </ns1:cubicBezTo>
                <ns1:lnTo>
                  <ns1:pt x="112" y="77"/>
                </ns1:lnTo>
                <ns1:close/>
                <ns1:moveTo>
                  <ns1:pt x="102" y="8"/>
                </ns1:moveTo>
                <ns1:cubicBezTo>
                  <ns1:pt x="10" y="8"/>
                  <ns1:pt x="10" y="8"/>
                  <ns1:pt x="10" y="8"/>
                </ns1:cubicBezTo>
                <ns1:cubicBezTo>
                  <ns1:pt x="9" y="8"/>
                  <ns1:pt x="8" y="8"/>
                  <ns1:pt x="8" y="10"/>
                </ns1:cubicBezTo>
                <ns1:cubicBezTo>
                  <ns1:pt x="8" y="17"/>
                  <ns1:pt x="12" y="23"/>
                  <ns1:pt x="18" y="27"/>
                </ns1:cubicBezTo>
                <ns1:cubicBezTo>
                  <ns1:pt x="26" y="34"/>
                  <ns1:pt x="34" y="40"/>
                  <ns1:pt x="43" y="47"/>
                </ns1:cubicBezTo>
                <ns1:cubicBezTo>
                  <ns1:pt x="46" y="50"/>
                  <ns1:pt x="52" y="55"/>
                  <ns1:pt x="56" y="55"/>
                </ns1:cubicBezTo>
                <ns1:cubicBezTo>
                  <ns1:pt x="56" y="55"/>
                  <ns1:pt x="56" y="55"/>
                  <ns1:pt x="56" y="55"/>
                </ns1:cubicBezTo>
                <ns1:cubicBezTo>
                  <ns1:pt x="56" y="55"/>
                  <ns1:pt x="56" y="55"/>
                  <ns1:pt x="56" y="55"/>
                </ns1:cubicBezTo>
                <ns1:cubicBezTo>
                  <ns1:pt x="61" y="55"/>
                  <ns1:pt x="67" y="50"/>
                  <ns1:pt x="70" y="47"/>
                </ns1:cubicBezTo>
                <ns1:cubicBezTo>
                  <ns1:pt x="78" y="40"/>
                  <ns1:pt x="87" y="34"/>
                  <ns1:pt x="95" y="27"/>
                </ns1:cubicBezTo>
                <ns1:cubicBezTo>
                  <ns1:pt x="99" y="24"/>
                  <ns1:pt x="104" y="17"/>
                  <ns1:pt x="104" y="12"/>
                </ns1:cubicBezTo>
                <ns1:cubicBezTo>
                  <ns1:pt x="104" y="10"/>
                  <ns1:pt x="105" y="8"/>
                  <ns1:pt x="102" y="8"/>
                </ns1:cubicBezTo>
                <ns1:close/>
                <ns1:moveTo>
                  <ns1:pt x="104" y="30"/>
                </ns1:moveTo>
                <ns1:cubicBezTo>
                  <ns1:pt x="103" y="31"/>
                  <ns1:pt x="102" y="32"/>
                  <ns1:pt x="100" y="34"/>
                </ns1:cubicBezTo>
                <ns1:cubicBezTo>
                  <ns1:pt x="91" y="41"/>
                  <ns1:pt x="82" y="48"/>
                  <ns1:pt x="73" y="55"/>
                </ns1:cubicBezTo>
                <ns1:cubicBezTo>
                  <ns1:pt x="69" y="59"/>
                  <ns1:pt x="63" y="63"/>
                  <ns1:pt x="56" y="63"/>
                </ns1:cubicBezTo>
                <ns1:cubicBezTo>
                  <ns1:pt x="56" y="63"/>
                  <ns1:pt x="56" y="63"/>
                  <ns1:pt x="56" y="63"/>
                </ns1:cubicBezTo>
                <ns1:cubicBezTo>
                  <ns1:pt x="56" y="63"/>
                  <ns1:pt x="56" y="63"/>
                  <ns1:pt x="56" y="63"/>
                </ns1:cubicBezTo>
                <ns1:cubicBezTo>
                  <ns1:pt x="50" y="63"/>
                  <ns1:pt x="44" y="59"/>
                  <ns1:pt x="39" y="55"/>
                </ns1:cubicBezTo>
                <ns1:cubicBezTo>
                  <ns1:pt x="31" y="48"/>
                  <ns1:pt x="22" y="41"/>
                  <ns1:pt x="13" y="34"/>
                </ns1:cubicBezTo>
                <ns1:cubicBezTo>
                  <ns1:pt x="11" y="32"/>
                  <ns1:pt x="10" y="31"/>
                  <ns1:pt x="8" y="30"/>
                </ns1:cubicBezTo>
                <ns1:cubicBezTo>
                  <ns1:pt x="8" y="77"/>
                  <ns1:pt x="8" y="77"/>
                  <ns1:pt x="8" y="77"/>
                </ns1:cubicBezTo>
                <ns1:cubicBezTo>
                  <ns1:pt x="8" y="79"/>
                  <ns1:pt x="9" y="79"/>
                  <ns1:pt x="10" y="79"/>
                </ns1:cubicBezTo>
                <ns1:cubicBezTo>
                  <ns1:pt x="102" y="79"/>
                  <ns1:pt x="102" y="79"/>
                  <ns1:pt x="102" y="79"/>
                </ns1:cubicBezTo>
                <ns1:cubicBezTo>
                  <ns1:pt x="103" y="79"/>
                  <ns1:pt x="104" y="79"/>
                  <ns1:pt x="104" y="77"/>
                </ns1:cubicBezTo>
                <ns1:lnTo>
                  <ns1:pt x="104" y="30"/>
                </ns1:lnTo>
                <ns1:close/>
              </ns1:path>
            </ns1:pathLst>
          </ns1:custGeom>
          <ns1:solidFill>
            <ns1:srgbClr val="010101"/>
          </ns1:solidFill>
          <ns1:ln>
            <ns1:noFill/>
          </ns1:ln>
          <ns1:extLst>
            <ns1:ext uri="{91240B29-F687-4F45-9708-019B960494DF}">
              <ns2:hiddenLine w="9525">
                <ns1:solidFill>
                  <ns1:srgbClr val="000000"/>
                </ns1:solidFill>
                <ns1:round/>
                <ns1:headEnd/>
                <ns1:tailEnd/>
              </ns2:hiddenLine>
            </ns1:ext>
          </ns1:extLst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en-US" sz="2700"/>
          </ns1:p>
        </ns0:txBody>
      </ns0:sp>
      <ns0:sp>
        <ns0:nvSpPr>
          <ns0:cNvPr id="59" name="Freeform 57"/>
          <ns0:cNvSpPr>
            <ns1:spLocks/>
          </ns0:cNvSpPr>
          <ns0:nvPr/>
        </ns0:nvSpPr>
        <ns0:spPr bwMode="auto">
          <ns1:xfrm>
            <ns1:off x="3617913" y="631826"/>
            <ns1:ext cx="420688" cy="355600"/>
          </ns1:xfrm>
          <ns1:custGeom>
            <ns1:avLst/>
            <ns1:gdLst>
              <ns1:gd name="T0" fmla="*/ 54 w 112"/>
              <ns1:gd name="T1" fmla="*/ 94 h 95"/>
              <ns1:gd name="T2" fmla="*/ 15 w 112"/>
              <ns1:gd name="T3" fmla="*/ 57 h 95"/>
              <ns1:gd name="T4" fmla="*/ 0 w 112"/>
              <ns1:gd name="T5" fmla="*/ 29 h 95"/>
              <ns1:gd name="T6" fmla="*/ 30 w 112"/>
              <ns1:gd name="T7" fmla="*/ 0 h 95"/>
              <ns1:gd name="T8" fmla="*/ 56 w 112"/>
              <ns1:gd name="T9" fmla="*/ 13 h 95"/>
              <ns1:gd name="T10" fmla="*/ 82 w 112"/>
              <ns1:gd name="T11" fmla="*/ 0 h 95"/>
              <ns1:gd name="T12" fmla="*/ 112 w 112"/>
              <ns1:gd name="T13" fmla="*/ 29 h 95"/>
              <ns1:gd name="T14" fmla="*/ 98 w 112"/>
              <ns1:gd name="T15" fmla="*/ 57 h 95"/>
              <ns1:gd name="T16" fmla="*/ 59 w 112"/>
              <ns1:gd name="T17" fmla="*/ 94 h 95"/>
              <ns1:gd name="T18" fmla="*/ 56 w 112"/>
              <ns1:gd name="T19" fmla="*/ 95 h 95"/>
              <ns1:gd name="T20" fmla="*/ 54 w 112"/>
              <ns1:gd name="T21" fmla="*/ 94 h 95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</ns1:cxnLst>
            <ns1:rect l="0" t="0" r="r" b="b"/>
            <ns1:pathLst>
              <ns1:path w="112" h="95">
                <ns1:moveTo>
                  <ns1:pt x="54" y="94"/>
                </ns1:moveTo>
                <ns1:cubicBezTo>
                  <ns1:pt x="15" y="57"/>
                  <ns1:pt x="15" y="57"/>
                  <ns1:pt x="15" y="57"/>
                </ns1:cubicBezTo>
                <ns1:cubicBezTo>
                  <ns1:pt x="14" y="56"/>
                  <ns1:pt x="0" y="44"/>
                  <ns1:pt x="0" y="29"/>
                </ns1:cubicBezTo>
                <ns1:cubicBezTo>
                  <ns1:pt x="0" y="10"/>
                  <ns1:pt x="12" y="0"/>
                  <ns1:pt x="30" y="0"/>
                </ns1:cubicBezTo>
                <ns1:cubicBezTo>
                  <ns1:pt x="41" y="0"/>
                  <ns1:pt x="51" y="8"/>
                  <ns1:pt x="56" y="13"/>
                </ns1:cubicBezTo>
                <ns1:cubicBezTo>
                  <ns1:pt x="61" y="8"/>
                  <ns1:pt x="72" y="0"/>
                  <ns1:pt x="82" y="0"/>
                </ns1:cubicBezTo>
                <ns1:cubicBezTo>
                  <ns1:pt x="101" y="0"/>
                  <ns1:pt x="112" y="10"/>
                  <ns1:pt x="112" y="29"/>
                </ns1:cubicBezTo>
                <ns1:cubicBezTo>
                  <ns1:pt x="112" y="44"/>
                  <ns1:pt x="99" y="56"/>
                  <ns1:pt x="98" y="57"/>
                </ns1:cubicBezTo>
                <ns1:cubicBezTo>
                  <ns1:pt x="59" y="94"/>
                  <ns1:pt x="59" y="94"/>
                  <ns1:pt x="59" y="94"/>
                </ns1:cubicBezTo>
                <ns1:cubicBezTo>
                  <ns1:pt x="58" y="95"/>
                  <ns1:pt x="57" y="95"/>
                  <ns1:pt x="56" y="95"/>
                </ns1:cubicBezTo>
                <ns1:cubicBezTo>
                  <ns1:pt x="55" y="95"/>
                  <ns1:pt x="54" y="95"/>
                  <ns1:pt x="54" y="94"/>
                </ns1:cubicBezTo>
                <ns1:close/>
              </ns1:path>
            </ns1:pathLst>
          </ns1:custGeom>
          <ns1:solidFill>
            <ns1:srgbClr val="010101"/>
          </ns1:solidFill>
          <ns1:ln>
            <ns1:noFill/>
          </ns1:ln>
          <ns1:extLst>
            <ns1:ext uri="{91240B29-F687-4F45-9708-019B960494DF}">
              <ns2:hiddenLine w="9525">
                <ns1:solidFill>
                  <ns1:srgbClr val="000000"/>
                </ns1:solidFill>
                <ns1:round/>
                <ns1:headEnd/>
                <ns1:tailEnd/>
              </ns2:hiddenLine>
            </ns1:ext>
          </ns1:extLst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en-US" sz="2700"/>
          </ns1:p>
        </ns0:txBody>
      </ns0:sp>
      <ns0:sp>
        <ns0:nvSpPr>
          <ns0:cNvPr id="60" name="Freeform 58"/>
          <ns0:cNvSpPr>
            <ns1:spLocks/>
          </ns0:cNvSpPr>
          <ns0:nvPr/>
        </ns0:nvSpPr>
        <ns0:spPr bwMode="auto">
          <ns1:xfrm>
            <ns1:off x="4283077" y="608014"/>
            <ns1:ext cx="390525" cy="373063"/>
          </ns1:xfrm>
          <ns1:custGeom>
            <ns1:avLst/>
            <ns1:gdLst>
              <ns1:gd name="T0" fmla="*/ 102 w 104"/>
              <ns1:gd name="T1" fmla="*/ 41 h 99"/>
              <ns1:gd name="T2" fmla="*/ 79 w 104"/>
              <ns1:gd name="T3" fmla="*/ 63 h 99"/>
              <ns1:gd name="T4" fmla="*/ 85 w 104"/>
              <ns1:gd name="T5" fmla="*/ 94 h 99"/>
              <ns1:gd name="T6" fmla="*/ 85 w 104"/>
              <ns1:gd name="T7" fmla="*/ 96 h 99"/>
              <ns1:gd name="T8" fmla="*/ 82 w 104"/>
              <ns1:gd name="T9" fmla="*/ 99 h 99"/>
              <ns1:gd name="T10" fmla="*/ 80 w 104"/>
              <ns1:gd name="T11" fmla="*/ 98 h 99"/>
              <ns1:gd name="T12" fmla="*/ 52 w 104"/>
              <ns1:gd name="T13" fmla="*/ 83 h 99"/>
              <ns1:gd name="T14" fmla="*/ 24 w 104"/>
              <ns1:gd name="T15" fmla="*/ 98 h 99"/>
              <ns1:gd name="T16" fmla="*/ 21 w 104"/>
              <ns1:gd name="T17" fmla="*/ 99 h 99"/>
              <ns1:gd name="T18" fmla="*/ 18 w 104"/>
              <ns1:gd name="T19" fmla="*/ 96 h 99"/>
              <ns1:gd name="T20" fmla="*/ 19 w 104"/>
              <ns1:gd name="T21" fmla="*/ 94 h 99"/>
              <ns1:gd name="T22" fmla="*/ 24 w 104"/>
              <ns1:gd name="T23" fmla="*/ 63 h 99"/>
              <ns1:gd name="T24" fmla="*/ 1 w 104"/>
              <ns1:gd name="T25" fmla="*/ 41 h 99"/>
              <ns1:gd name="T26" fmla="*/ 0 w 104"/>
              <ns1:gd name="T27" fmla="*/ 38 h 99"/>
              <ns1:gd name="T28" fmla="*/ 3 w 104"/>
              <ns1:gd name="T29" fmla="*/ 35 h 99"/>
              <ns1:gd name="T30" fmla="*/ 34 w 104"/>
              <ns1:gd name="T31" fmla="*/ 31 h 99"/>
              <ns1:gd name="T32" fmla="*/ 49 w 104"/>
              <ns1:gd name="T33" fmla="*/ 2 h 99"/>
              <ns1:gd name="T34" fmla="*/ 52 w 104"/>
              <ns1:gd name="T35" fmla="*/ 0 h 99"/>
              <ns1:gd name="T36" fmla="*/ 55 w 104"/>
              <ns1:gd name="T37" fmla="*/ 2 h 99"/>
              <ns1:gd name="T38" fmla="*/ 69 w 104"/>
              <ns1:gd name="T39" fmla="*/ 31 h 99"/>
              <ns1:gd name="T40" fmla="*/ 100 w 104"/>
              <ns1:gd name="T41" fmla="*/ 35 h 99"/>
              <ns1:gd name="T42" fmla="*/ 104 w 104"/>
              <ns1:gd name="T43" fmla="*/ 38 h 99"/>
              <ns1:gd name="T44" fmla="*/ 102 w 104"/>
              <ns1:gd name="T45" fmla="*/ 41 h 99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  <ns1:cxn ang="0">
                <ns1:pos x="T32" y="T33"/>
              </ns1:cxn>
              <ns1:cxn ang="0">
                <ns1:pos x="T34" y="T35"/>
              </ns1:cxn>
              <ns1:cxn ang="0">
                <ns1:pos x="T36" y="T37"/>
              </ns1:cxn>
              <ns1:cxn ang="0">
                <ns1:pos x="T38" y="T39"/>
              </ns1:cxn>
              <ns1:cxn ang="0">
                <ns1:pos x="T40" y="T41"/>
              </ns1:cxn>
              <ns1:cxn ang="0">
                <ns1:pos x="T42" y="T43"/>
              </ns1:cxn>
              <ns1:cxn ang="0">
                <ns1:pos x="T44" y="T45"/>
              </ns1:cxn>
            </ns1:cxnLst>
            <ns1:rect l="0" t="0" r="r" b="b"/>
            <ns1:pathLst>
              <ns1:path w="104" h="99">
                <ns1:moveTo>
                  <ns1:pt x="102" y="41"/>
                </ns1:moveTo>
                <ns1:cubicBezTo>
                  <ns1:pt x="79" y="63"/>
                  <ns1:pt x="79" y="63"/>
                  <ns1:pt x="79" y="63"/>
                </ns1:cubicBezTo>
                <ns1:cubicBezTo>
                  <ns1:pt x="85" y="94"/>
                  <ns1:pt x="85" y="94"/>
                  <ns1:pt x="85" y="94"/>
                </ns1:cubicBezTo>
                <ns1:cubicBezTo>
                  <ns1:pt x="85" y="95"/>
                  <ns1:pt x="85" y="95"/>
                  <ns1:pt x="85" y="96"/>
                </ns1:cubicBezTo>
                <ns1:cubicBezTo>
                  <ns1:pt x="85" y="97"/>
                  <ns1:pt x="84" y="99"/>
                  <ns1:pt x="82" y="99"/>
                </ns1:cubicBezTo>
                <ns1:cubicBezTo>
                  <ns1:pt x="81" y="99"/>
                  <ns1:pt x="80" y="98"/>
                  <ns1:pt x="80" y="98"/>
                </ns1:cubicBezTo>
                <ns1:cubicBezTo>
                  <ns1:pt x="52" y="83"/>
                  <ns1:pt x="52" y="83"/>
                  <ns1:pt x="52" y="83"/>
                </ns1:cubicBezTo>
                <ns1:cubicBezTo>
                  <ns1:pt x="24" y="98"/>
                  <ns1:pt x="24" y="98"/>
                  <ns1:pt x="24" y="98"/>
                </ns1:cubicBezTo>
                <ns1:cubicBezTo>
                  <ns1:pt x="23" y="98"/>
                  <ns1:pt x="22" y="99"/>
                  <ns1:pt x="21" y="99"/>
                </ns1:cubicBezTo>
                <ns1:cubicBezTo>
                  <ns1:pt x="19" y="99"/>
                  <ns1:pt x="18" y="97"/>
                  <ns1:pt x="18" y="96"/>
                </ns1:cubicBezTo>
                <ns1:cubicBezTo>
                  <ns1:pt x="18" y="95"/>
                  <ns1:pt x="18" y="95"/>
                  <ns1:pt x="19" y="94"/>
                </ns1:cubicBezTo>
                <ns1:cubicBezTo>
                  <ns1:pt x="24" y="63"/>
                  <ns1:pt x="24" y="63"/>
                  <ns1:pt x="24" y="63"/>
                </ns1:cubicBezTo>
                <ns1:cubicBezTo>
                  <ns1:pt x="1" y="41"/>
                  <ns1:pt x="1" y="41"/>
                  <ns1:pt x="1" y="41"/>
                </ns1:cubicBezTo>
                <ns1:cubicBezTo>
                  <ns1:pt x="0" y="40"/>
                  <ns1:pt x="0" y="39"/>
                  <ns1:pt x="0" y="38"/>
                </ns1:cubicBezTo>
                <ns1:cubicBezTo>
                  <ns1:pt x="0" y="36"/>
                  <ns1:pt x="2" y="35"/>
                  <ns1:pt x="3" y="35"/>
                </ns1:cubicBezTo>
                <ns1:cubicBezTo>
                  <ns1:pt x="34" y="31"/>
                  <ns1:pt x="34" y="31"/>
                  <ns1:pt x="34" y="31"/>
                </ns1:cubicBezTo>
                <ns1:cubicBezTo>
                  <ns1:pt x="49" y="2"/>
                  <ns1:pt x="49" y="2"/>
                  <ns1:pt x="49" y="2"/>
                </ns1:cubicBezTo>
                <ns1:cubicBezTo>
                  <ns1:pt x="49" y="1"/>
                  <ns1:pt x="50" y="0"/>
                  <ns1:pt x="52" y="0"/>
                </ns1:cubicBezTo>
                <ns1:cubicBezTo>
                  <ns1:pt x="53" y="0"/>
                  <ns1:pt x="54" y="1"/>
                  <ns1:pt x="55" y="2"/>
                </ns1:cubicBezTo>
                <ns1:cubicBezTo>
                  <ns1:pt x="69" y="31"/>
                  <ns1:pt x="69" y="31"/>
                  <ns1:pt x="69" y="31"/>
                </ns1:cubicBezTo>
                <ns1:cubicBezTo>
                  <ns1:pt x="100" y="35"/>
                  <ns1:pt x="100" y="35"/>
                  <ns1:pt x="100" y="35"/>
                </ns1:cubicBezTo>
                <ns1:cubicBezTo>
                  <ns1:pt x="102" y="35"/>
                  <ns1:pt x="104" y="36"/>
                  <ns1:pt x="104" y="38"/>
                </ns1:cubicBezTo>
                <ns1:cubicBezTo>
                  <ns1:pt x="104" y="39"/>
                  <ns1:pt x="103" y="40"/>
                  <ns1:pt x="102" y="41"/>
                </ns1:cubicBezTo>
                <ns1:close/>
              </ns1:path>
            </ns1:pathLst>
          </ns1:custGeom>
          <ns1:solidFill>
            <ns1:srgbClr val="010101"/>
          </ns1:solidFill>
          <ns1:ln>
            <ns1:noFill/>
          </ns1:ln>
          <ns1:extLst>
            <ns1:ext uri="{91240B29-F687-4F45-9708-019B960494DF}">
              <ns2:hiddenLine w="9525">
                <ns1:solidFill>
                  <ns1:srgbClr val="000000"/>
                </ns1:solidFill>
                <ns1:round/>
                <ns1:headEnd/>
                <ns1:tailEnd/>
              </ns2:hiddenLine>
            </ns1:ext>
          </ns1:extLst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en-US" sz="2700"/>
          </ns1:p>
        </ns0:txBody>
      </ns0:sp>
      <ns0:sp>
        <ns0:nvSpPr>
          <ns0:cNvPr id="61" name="Freeform 59"/>
          <ns0:cNvSpPr>
            <ns1:spLocks noEditPoints="1"/>
          </ns0:cNvSpPr>
          <ns0:nvPr/>
        </ns0:nvSpPr>
        <ns0:spPr bwMode="auto">
          <ns1:xfrm>
            <ns1:off x="4929189" y="608014"/>
            <ns1:ext cx="385763" cy="373063"/>
          </ns1:xfrm>
          <ns1:custGeom>
            <ns1:avLst/>
            <ns1:gdLst>
              <ns1:gd name="T0" fmla="*/ 102 w 103"/>
              <ns1:gd name="T1" fmla="*/ 41 h 99"/>
              <ns1:gd name="T2" fmla="*/ 79 w 103"/>
              <ns1:gd name="T3" fmla="*/ 63 h 99"/>
              <ns1:gd name="T4" fmla="*/ 85 w 103"/>
              <ns1:gd name="T5" fmla="*/ 94 h 99"/>
              <ns1:gd name="T6" fmla="*/ 85 w 103"/>
              <ns1:gd name="T7" fmla="*/ 96 h 99"/>
              <ns1:gd name="T8" fmla="*/ 82 w 103"/>
              <ns1:gd name="T9" fmla="*/ 99 h 99"/>
              <ns1:gd name="T10" fmla="*/ 80 w 103"/>
              <ns1:gd name="T11" fmla="*/ 98 h 99"/>
              <ns1:gd name="T12" fmla="*/ 52 w 103"/>
              <ns1:gd name="T13" fmla="*/ 83 h 99"/>
              <ns1:gd name="T14" fmla="*/ 24 w 103"/>
              <ns1:gd name="T15" fmla="*/ 98 h 99"/>
              <ns1:gd name="T16" fmla="*/ 21 w 103"/>
              <ns1:gd name="T17" fmla="*/ 99 h 99"/>
              <ns1:gd name="T18" fmla="*/ 18 w 103"/>
              <ns1:gd name="T19" fmla="*/ 96 h 99"/>
              <ns1:gd name="T20" fmla="*/ 19 w 103"/>
              <ns1:gd name="T21" fmla="*/ 94 h 99"/>
              <ns1:gd name="T22" fmla="*/ 24 w 103"/>
              <ns1:gd name="T23" fmla="*/ 63 h 99"/>
              <ns1:gd name="T24" fmla="*/ 1 w 103"/>
              <ns1:gd name="T25" fmla="*/ 41 h 99"/>
              <ns1:gd name="T26" fmla="*/ 0 w 103"/>
              <ns1:gd name="T27" fmla="*/ 38 h 99"/>
              <ns1:gd name="T28" fmla="*/ 3 w 103"/>
              <ns1:gd name="T29" fmla="*/ 35 h 99"/>
              <ns1:gd name="T30" fmla="*/ 34 w 103"/>
              <ns1:gd name="T31" fmla="*/ 31 h 99"/>
              <ns1:gd name="T32" fmla="*/ 48 w 103"/>
              <ns1:gd name="T33" fmla="*/ 2 h 99"/>
              <ns1:gd name="T34" fmla="*/ 52 w 103"/>
              <ns1:gd name="T35" fmla="*/ 0 h 99"/>
              <ns1:gd name="T36" fmla="*/ 55 w 103"/>
              <ns1:gd name="T37" fmla="*/ 2 h 99"/>
              <ns1:gd name="T38" fmla="*/ 69 w 103"/>
              <ns1:gd name="T39" fmla="*/ 31 h 99"/>
              <ns1:gd name="T40" fmla="*/ 100 w 103"/>
              <ns1:gd name="T41" fmla="*/ 35 h 99"/>
              <ns1:gd name="T42" fmla="*/ 103 w 103"/>
              <ns1:gd name="T43" fmla="*/ 38 h 99"/>
              <ns1:gd name="T44" fmla="*/ 102 w 103"/>
              <ns1:gd name="T45" fmla="*/ 41 h 99"/>
              <ns1:gd name="T46" fmla="*/ 90 w 103"/>
              <ns1:gd name="T47" fmla="*/ 42 h 99"/>
              <ns1:gd name="T48" fmla="*/ 63 w 103"/>
              <ns1:gd name="T49" fmla="*/ 38 h 99"/>
              <ns1:gd name="T50" fmla="*/ 52 w 103"/>
              <ns1:gd name="T51" fmla="*/ 14 h 99"/>
              <ns1:gd name="T52" fmla="*/ 40 w 103"/>
              <ns1:gd name="T53" fmla="*/ 38 h 99"/>
              <ns1:gd name="T54" fmla="*/ 13 w 103"/>
              <ns1:gd name="T55" fmla="*/ 42 h 99"/>
              <ns1:gd name="T56" fmla="*/ 33 w 103"/>
              <ns1:gd name="T57" fmla="*/ 60 h 99"/>
              <ns1:gd name="T58" fmla="*/ 28 w 103"/>
              <ns1:gd name="T59" fmla="*/ 87 h 99"/>
              <ns1:gd name="T60" fmla="*/ 52 w 103"/>
              <ns1:gd name="T61" fmla="*/ 74 h 99"/>
              <ns1:gd name="T62" fmla="*/ 75 w 103"/>
              <ns1:gd name="T63" fmla="*/ 87 h 99"/>
              <ns1:gd name="T64" fmla="*/ 71 w 103"/>
              <ns1:gd name="T65" fmla="*/ 60 h 99"/>
              <ns1:gd name="T66" fmla="*/ 90 w 103"/>
              <ns1:gd name="T67" fmla="*/ 42 h 99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  <ns1:cxn ang="0">
                <ns1:pos x="T32" y="T33"/>
              </ns1:cxn>
              <ns1:cxn ang="0">
                <ns1:pos x="T34" y="T35"/>
              </ns1:cxn>
              <ns1:cxn ang="0">
                <ns1:pos x="T36" y="T37"/>
              </ns1:cxn>
              <ns1:cxn ang="0">
                <ns1:pos x="T38" y="T39"/>
              </ns1:cxn>
              <ns1:cxn ang="0">
                <ns1:pos x="T40" y="T41"/>
              </ns1:cxn>
              <ns1:cxn ang="0">
                <ns1:pos x="T42" y="T43"/>
              </ns1:cxn>
              <ns1:cxn ang="0">
                <ns1:pos x="T44" y="T45"/>
              </ns1:cxn>
              <ns1:cxn ang="0">
                <ns1:pos x="T46" y="T47"/>
              </ns1:cxn>
              <ns1:cxn ang="0">
                <ns1:pos x="T48" y="T49"/>
              </ns1:cxn>
              <ns1:cxn ang="0">
                <ns1:pos x="T50" y="T51"/>
              </ns1:cxn>
              <ns1:cxn ang="0">
                <ns1:pos x="T52" y="T53"/>
              </ns1:cxn>
              <ns1:cxn ang="0">
                <ns1:pos x="T54" y="T55"/>
              </ns1:cxn>
              <ns1:cxn ang="0">
                <ns1:pos x="T56" y="T57"/>
              </ns1:cxn>
              <ns1:cxn ang="0">
                <ns1:pos x="T58" y="T59"/>
              </ns1:cxn>
              <ns1:cxn ang="0">
                <ns1:pos x="T60" y="T61"/>
              </ns1:cxn>
              <ns1:cxn ang="0">
                <ns1:pos x="T62" y="T63"/>
              </ns1:cxn>
              <ns1:cxn ang="0">
                <ns1:pos x="T64" y="T65"/>
              </ns1:cxn>
              <ns1:cxn ang="0">
                <ns1:pos x="T66" y="T67"/>
              </ns1:cxn>
            </ns1:cxnLst>
            <ns1:rect l="0" t="0" r="r" b="b"/>
            <ns1:pathLst>
              <ns1:path w="103" h="99">
                <ns1:moveTo>
                  <ns1:pt x="102" y="41"/>
                </ns1:moveTo>
                <ns1:cubicBezTo>
                  <ns1:pt x="79" y="63"/>
                  <ns1:pt x="79" y="63"/>
                  <ns1:pt x="79" y="63"/>
                </ns1:cubicBezTo>
                <ns1:cubicBezTo>
                  <ns1:pt x="85" y="94"/>
                  <ns1:pt x="85" y="94"/>
                  <ns1:pt x="85" y="94"/>
                </ns1:cubicBezTo>
                <ns1:cubicBezTo>
                  <ns1:pt x="85" y="95"/>
                  <ns1:pt x="85" y="95"/>
                  <ns1:pt x="85" y="96"/>
                </ns1:cubicBezTo>
                <ns1:cubicBezTo>
                  <ns1:pt x="85" y="97"/>
                  <ns1:pt x="84" y="99"/>
                  <ns1:pt x="82" y="99"/>
                </ns1:cubicBezTo>
                <ns1:cubicBezTo>
                  <ns1:pt x="81" y="99"/>
                  <ns1:pt x="80" y="98"/>
                  <ns1:pt x="80" y="98"/>
                </ns1:cubicBezTo>
                <ns1:cubicBezTo>
                  <ns1:pt x="52" y="83"/>
                  <ns1:pt x="52" y="83"/>
                  <ns1:pt x="52" y="83"/>
                </ns1:cubicBezTo>
                <ns1:cubicBezTo>
                  <ns1:pt x="24" y="98"/>
                  <ns1:pt x="24" y="98"/>
                  <ns1:pt x="24" y="98"/>
                </ns1:cubicBezTo>
                <ns1:cubicBezTo>
                  <ns1:pt x="23" y="98"/>
                  <ns1:pt x="22" y="99"/>
                  <ns1:pt x="21" y="99"/>
                </ns1:cubicBezTo>
                <ns1:cubicBezTo>
                  <ns1:pt x="19" y="99"/>
                  <ns1:pt x="18" y="97"/>
                  <ns1:pt x="18" y="96"/>
                </ns1:cubicBezTo>
                <ns1:cubicBezTo>
                  <ns1:pt x="18" y="95"/>
                  <ns1:pt x="18" y="95"/>
                  <ns1:pt x="19" y="94"/>
                </ns1:cubicBezTo>
                <ns1:cubicBezTo>
                  <ns1:pt x="24" y="63"/>
                  <ns1:pt x="24" y="63"/>
                  <ns1:pt x="24" y="63"/>
                </ns1:cubicBezTo>
                <ns1:cubicBezTo>
                  <ns1:pt x="1" y="41"/>
                  <ns1:pt x="1" y="41"/>
                  <ns1:pt x="1" y="41"/>
                </ns1:cubicBezTo>
                <ns1:cubicBezTo>
                  <ns1:pt x="0" y="40"/>
                  <ns1:pt x="0" y="39"/>
                  <ns1:pt x="0" y="38"/>
                </ns1:cubicBezTo>
                <ns1:cubicBezTo>
                  <ns1:pt x="0" y="36"/>
                  <ns1:pt x="2" y="35"/>
                  <ns1:pt x="3" y="35"/>
                </ns1:cubicBezTo>
                <ns1:cubicBezTo>
                  <ns1:pt x="34" y="31"/>
                  <ns1:pt x="34" y="31"/>
                  <ns1:pt x="34" y="31"/>
                </ns1:cubicBezTo>
                <ns1:cubicBezTo>
                  <ns1:pt x="48" y="2"/>
                  <ns1:pt x="48" y="2"/>
                  <ns1:pt x="48" y="2"/>
                </ns1:cubicBezTo>
                <ns1:cubicBezTo>
                  <ns1:pt x="49" y="1"/>
                  <ns1:pt x="50" y="0"/>
                  <ns1:pt x="52" y="0"/>
                </ns1:cubicBezTo>
                <ns1:cubicBezTo>
                  <ns1:pt x="53" y="0"/>
                  <ns1:pt x="54" y="1"/>
                  <ns1:pt x="55" y="2"/>
                </ns1:cubicBezTo>
                <ns1:cubicBezTo>
                  <ns1:pt x="69" y="31"/>
                  <ns1:pt x="69" y="31"/>
                  <ns1:pt x="69" y="31"/>
                </ns1:cubicBezTo>
                <ns1:cubicBezTo>
                  <ns1:pt x="100" y="35"/>
                  <ns1:pt x="100" y="35"/>
                  <ns1:pt x="100" y="35"/>
                </ns1:cubicBezTo>
                <ns1:cubicBezTo>
                  <ns1:pt x="101" y="35"/>
                  <ns1:pt x="103" y="36"/>
                  <ns1:pt x="103" y="38"/>
                </ns1:cubicBezTo>
                <ns1:cubicBezTo>
                  <ns1:pt x="103" y="39"/>
                  <ns1:pt x="103" y="40"/>
                  <ns1:pt x="102" y="41"/>
                </ns1:cubicBezTo>
                <ns1:close/>
                <ns1:moveTo>
                  <ns1:pt x="90" y="42"/>
                </ns1:moveTo>
                <ns1:cubicBezTo>
                  <ns1:pt x="63" y="38"/>
                  <ns1:pt x="63" y="38"/>
                  <ns1:pt x="63" y="38"/>
                </ns1:cubicBezTo>
                <ns1:cubicBezTo>
                  <ns1:pt x="52" y="14"/>
                  <ns1:pt x="52" y="14"/>
                  <ns1:pt x="52" y="14"/>
                </ns1:cubicBezTo>
                <ns1:cubicBezTo>
                  <ns1:pt x="40" y="38"/>
                  <ns1:pt x="40" y="38"/>
                  <ns1:pt x="40" y="38"/>
                </ns1:cubicBezTo>
                <ns1:cubicBezTo>
                  <ns1:pt x="13" y="42"/>
                  <ns1:pt x="13" y="42"/>
                  <ns1:pt x="13" y="42"/>
                </ns1:cubicBezTo>
                <ns1:cubicBezTo>
                  <ns1:pt x="33" y="60"/>
                  <ns1:pt x="33" y="60"/>
                  <ns1:pt x="33" y="60"/>
                </ns1:cubicBezTo>
                <ns1:cubicBezTo>
                  <ns1:pt x="28" y="87"/>
                  <ns1:pt x="28" y="87"/>
                  <ns1:pt x="28" y="87"/>
                </ns1:cubicBezTo>
                <ns1:cubicBezTo>
                  <ns1:pt x="52" y="74"/>
                  <ns1:pt x="52" y="74"/>
                  <ns1:pt x="52" y="74"/>
                </ns1:cubicBezTo>
                <ns1:cubicBezTo>
                  <ns1:pt x="75" y="87"/>
                  <ns1:pt x="75" y="87"/>
                  <ns1:pt x="75" y="87"/>
                </ns1:cubicBezTo>
                <ns1:cubicBezTo>
                  <ns1:pt x="71" y="60"/>
                  <ns1:pt x="71" y="60"/>
                  <ns1:pt x="71" y="60"/>
                </ns1:cubicBezTo>
                <ns1:lnTo>
                  <ns1:pt x="90" y="42"/>
                </ns1:lnTo>
                <ns1:close/>
              </ns1:path>
            </ns1:pathLst>
          </ns1:custGeom>
          <ns1:solidFill>
            <ns1:srgbClr val="010101"/>
          </ns1:solidFill>
          <ns1:ln>
            <ns1:noFill/>
          </ns1:ln>
          <ns1:extLst>
            <ns1:ext uri="{91240B29-F687-4F45-9708-019B960494DF}">
              <ns2:hiddenLine w="9525">
                <ns1:solidFill>
                  <ns1:srgbClr val="000000"/>
                </ns1:solidFill>
                <ns1:round/>
                <ns1:headEnd/>
                <ns1:tailEnd/>
              </ns2:hiddenLine>
            </ns1:ext>
          </ns1:extLst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en-US" sz="2700"/>
          </ns1:p>
        </ns0:txBody>
      </ns0:sp>
      <ns0:sp>
        <ns0:nvSpPr>
          <ns0:cNvPr id="62" name="Freeform 60"/>
          <ns0:cNvSpPr>
            <ns1:spLocks noEditPoints="1"/>
          </ns0:cNvSpPr>
          <ns0:nvPr/>
        </ns0:nvSpPr>
        <ns0:spPr bwMode="auto">
          <ns1:xfrm>
            <ns1:off x="5600701" y="631826"/>
            <ns1:ext cx="330200" cy="355600"/>
          </ns1:xfrm>
          <ns1:custGeom>
            <ns1:avLst/>
            <ns1:gdLst>
              <ns1:gd name="T0" fmla="*/ 71 w 88"/>
              <ns1:gd name="T1" fmla="*/ 95 h 95"/>
              <ns1:gd name="T2" fmla="*/ 17 w 88"/>
              <ns1:gd name="T3" fmla="*/ 95 h 95"/>
              <ns1:gd name="T4" fmla="*/ 0 w 88"/>
              <ns1:gd name="T5" fmla="*/ 79 h 95"/>
              <ns1:gd name="T6" fmla="*/ 22 w 88"/>
              <ns1:gd name="T7" fmla="*/ 44 h 95"/>
              <ns1:gd name="T8" fmla="*/ 44 w 88"/>
              <ns1:gd name="T9" fmla="*/ 52 h 95"/>
              <ns1:gd name="T10" fmla="*/ 67 w 88"/>
              <ns1:gd name="T11" fmla="*/ 44 h 95"/>
              <ns1:gd name="T12" fmla="*/ 88 w 88"/>
              <ns1:gd name="T13" fmla="*/ 79 h 95"/>
              <ns1:gd name="T14" fmla="*/ 71 w 88"/>
              <ns1:gd name="T15" fmla="*/ 95 h 95"/>
              <ns1:gd name="T16" fmla="*/ 44 w 88"/>
              <ns1:gd name="T17" fmla="*/ 48 h 95"/>
              <ns1:gd name="T18" fmla="*/ 20 w 88"/>
              <ns1:gd name="T19" fmla="*/ 24 h 95"/>
              <ns1:gd name="T20" fmla="*/ 44 w 88"/>
              <ns1:gd name="T21" fmla="*/ 0 h 95"/>
              <ns1:gd name="T22" fmla="*/ 68 w 88"/>
              <ns1:gd name="T23" fmla="*/ 24 h 95"/>
              <ns1:gd name="T24" fmla="*/ 44 w 88"/>
              <ns1:gd name="T25" fmla="*/ 48 h 95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</ns1:cxnLst>
            <ns1:rect l="0" t="0" r="r" b="b"/>
            <ns1:pathLst>
              <ns1:path w="88" h="95">
                <ns1:moveTo>
                  <ns1:pt x="71" y="95"/>
                </ns1:moveTo>
                <ns1:cubicBezTo>
                  <ns1:pt x="17" y="95"/>
                  <ns1:pt x="17" y="95"/>
                  <ns1:pt x="17" y="95"/>
                </ns1:cubicBezTo>
                <ns1:cubicBezTo>
                  <ns1:pt x="7" y="95"/>
                  <ns1:pt x="0" y="89"/>
                  <ns1:pt x="0" y="79"/>
                </ns1:cubicBezTo>
                <ns1:cubicBezTo>
                  <ns1:pt x="0" y="65"/>
                  <ns1:pt x="4" y="44"/>
                  <ns1:pt x="22" y="44"/>
                </ns1:cubicBezTo>
                <ns1:cubicBezTo>
                  <ns1:pt x="24" y="44"/>
                  <ns1:pt x="32" y="52"/>
                  <ns1:pt x="44" y="52"/>
                </ns1:cubicBezTo>
                <ns1:cubicBezTo>
                  <ns1:pt x="56" y="52"/>
                  <ns1:pt x="65" y="44"/>
                  <ns1:pt x="67" y="44"/>
                </ns1:cubicBezTo>
                <ns1:cubicBezTo>
                  <ns1:pt x="85" y="44"/>
                  <ns1:pt x="88" y="65"/>
                  <ns1:pt x="88" y="79"/>
                </ns1:cubicBezTo>
                <ns1:cubicBezTo>
                  <ns1:pt x="88" y="89"/>
                  <ns1:pt x="81" y="95"/>
                  <ns1:pt x="71" y="95"/>
                </ns1:cubicBezTo>
                <ns1:close/>
                <ns1:moveTo>
                  <ns1:pt x="44" y="48"/>
                </ns1:moveTo>
                <ns1:cubicBezTo>
                  <ns1:pt x="31" y="48"/>
                  <ns1:pt x="20" y="37"/>
                  <ns1:pt x="20" y="24"/>
                </ns1:cubicBezTo>
                <ns1:cubicBezTo>
                  <ns1:pt x="20" y="10"/>
                  <ns1:pt x="31" y="0"/>
                  <ns1:pt x="44" y="0"/>
                </ns1:cubicBezTo>
                <ns1:cubicBezTo>
                  <ns1:pt x="57" y="0"/>
                  <ns1:pt x="68" y="10"/>
                  <ns1:pt x="68" y="24"/>
                </ns1:cubicBezTo>
                <ns1:cubicBezTo>
                  <ns1:pt x="68" y="37"/>
                  <ns1:pt x="57" y="48"/>
                  <ns1:pt x="44" y="48"/>
                </ns1:cubicBezTo>
                <ns1:close/>
              </ns1:path>
            </ns1:pathLst>
          </ns1:custGeom>
          <ns1:solidFill>
            <ns1:srgbClr val="010101"/>
          </ns1:solidFill>
          <ns1:ln>
            <ns1:noFill/>
          </ns1:ln>
          <ns1:extLst>
            <ns1:ext uri="{91240B29-F687-4F45-9708-019B960494DF}">
              <ns2:hiddenLine w="9525">
                <ns1:solidFill>
                  <ns1:srgbClr val="000000"/>
                </ns1:solidFill>
                <ns1:round/>
                <ns1:headEnd/>
                <ns1:tailEnd/>
              </ns2:hiddenLine>
            </ns1:ext>
          </ns1:extLst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en-US" sz="2700"/>
          </ns1:p>
        </ns0:txBody>
      </ns0:sp>
      <ns0:sp>
        <ns0:nvSpPr>
          <ns0:cNvPr id="63" name="Freeform 61"/>
          <ns0:cNvSpPr>
            <ns1:spLocks noEditPoints="1"/>
          </ns0:cNvSpPr>
          <ns0:nvPr/>
        </ns0:nvSpPr>
        <ns0:spPr bwMode="auto">
          <ns1:xfrm>
            <ns1:off x="6186488" y="631827"/>
            <ns1:ext cx="450850" cy="385763"/>
          </ns1:xfrm>
          <ns1:custGeom>
            <ns1:avLst/>
            <ns1:gdLst>
              <ns1:gd name="T0" fmla="*/ 110 w 120"/>
              <ns1:gd name="T1" fmla="*/ 103 h 103"/>
              <ns1:gd name="T2" fmla="*/ 0 w 120"/>
              <ns1:gd name="T3" fmla="*/ 93 h 103"/>
              <ns1:gd name="T4" fmla="*/ 10 w 120"/>
              <ns1:gd name="T5" fmla="*/ 0 h 103"/>
              <ns1:gd name="T6" fmla="*/ 120 w 120"/>
              <ns1:gd name="T7" fmla="*/ 10 h 103"/>
              <ns1:gd name="T8" fmla="*/ 24 w 120"/>
              <ns1:gd name="T9" fmla="*/ 12 h 103"/>
              <ns1:gd name="T10" fmla="*/ 12 w 120"/>
              <ns1:gd name="T11" fmla="*/ 8 h 103"/>
              <ns1:gd name="T12" fmla="*/ 8 w 120"/>
              <ns1:gd name="T13" fmla="*/ 20 h 103"/>
              <ns1:gd name="T14" fmla="*/ 20 w 120"/>
              <ns1:gd name="T15" fmla="*/ 24 h 103"/>
              <ns1:gd name="T16" fmla="*/ 24 w 120"/>
              <ns1:gd name="T17" fmla="*/ 12 h 103"/>
              <ns1:gd name="T18" fmla="*/ 20 w 120"/>
              <ns1:gd name="T19" fmla="*/ 32 h 103"/>
              <ns1:gd name="T20" fmla="*/ 8 w 120"/>
              <ns1:gd name="T21" fmla="*/ 36 h 103"/>
              <ns1:gd name="T22" fmla="*/ 12 w 120"/>
              <ns1:gd name="T23" fmla="*/ 48 h 103"/>
              <ns1:gd name="T24" fmla="*/ 24 w 120"/>
              <ns1:gd name="T25" fmla="*/ 44 h 103"/>
              <ns1:gd name="T26" fmla="*/ 24 w 120"/>
              <ns1:gd name="T27" fmla="*/ 59 h 103"/>
              <ns1:gd name="T28" fmla="*/ 12 w 120"/>
              <ns1:gd name="T29" fmla="*/ 56 h 103"/>
              <ns1:gd name="T30" fmla="*/ 8 w 120"/>
              <ns1:gd name="T31" fmla="*/ 67 h 103"/>
              <ns1:gd name="T32" fmla="*/ 20 w 120"/>
              <ns1:gd name="T33" fmla="*/ 71 h 103"/>
              <ns1:gd name="T34" fmla="*/ 24 w 120"/>
              <ns1:gd name="T35" fmla="*/ 59 h 103"/>
              <ns1:gd name="T36" fmla="*/ 20 w 120"/>
              <ns1:gd name="T37" fmla="*/ 79 h 103"/>
              <ns1:gd name="T38" fmla="*/ 8 w 120"/>
              <ns1:gd name="T39" fmla="*/ 83 h 103"/>
              <ns1:gd name="T40" fmla="*/ 12 w 120"/>
              <ns1:gd name="T41" fmla="*/ 95 h 103"/>
              <ns1:gd name="T42" fmla="*/ 24 w 120"/>
              <ns1:gd name="T43" fmla="*/ 91 h 103"/>
              <ns1:gd name="T44" fmla="*/ 88 w 120"/>
              <ns1:gd name="T45" fmla="*/ 12 h 103"/>
              <ns1:gd name="T46" fmla="*/ 36 w 120"/>
              <ns1:gd name="T47" fmla="*/ 8 h 103"/>
              <ns1:gd name="T48" fmla="*/ 32 w 120"/>
              <ns1:gd name="T49" fmla="*/ 44 h 103"/>
              <ns1:gd name="T50" fmla="*/ 84 w 120"/>
              <ns1:gd name="T51" fmla="*/ 48 h 103"/>
              <ns1:gd name="T52" fmla="*/ 88 w 120"/>
              <ns1:gd name="T53" fmla="*/ 12 h 103"/>
              <ns1:gd name="T54" fmla="*/ 84 w 120"/>
              <ns1:gd name="T55" fmla="*/ 56 h 103"/>
              <ns1:gd name="T56" fmla="*/ 32 w 120"/>
              <ns1:gd name="T57" fmla="*/ 59 h 103"/>
              <ns1:gd name="T58" fmla="*/ 36 w 120"/>
              <ns1:gd name="T59" fmla="*/ 95 h 103"/>
              <ns1:gd name="T60" fmla="*/ 88 w 120"/>
              <ns1:gd name="T61" fmla="*/ 91 h 103"/>
              <ns1:gd name="T62" fmla="*/ 112 w 120"/>
              <ns1:gd name="T63" fmla="*/ 12 h 103"/>
              <ns1:gd name="T64" fmla="*/ 100 w 120"/>
              <ns1:gd name="T65" fmla="*/ 8 h 103"/>
              <ns1:gd name="T66" fmla="*/ 96 w 120"/>
              <ns1:gd name="T67" fmla="*/ 20 h 103"/>
              <ns1:gd name="T68" fmla="*/ 108 w 120"/>
              <ns1:gd name="T69" fmla="*/ 24 h 103"/>
              <ns1:gd name="T70" fmla="*/ 112 w 120"/>
              <ns1:gd name="T71" fmla="*/ 12 h 103"/>
              <ns1:gd name="T72" fmla="*/ 108 w 120"/>
              <ns1:gd name="T73" fmla="*/ 32 h 103"/>
              <ns1:gd name="T74" fmla="*/ 96 w 120"/>
              <ns1:gd name="T75" fmla="*/ 36 h 103"/>
              <ns1:gd name="T76" fmla="*/ 100 w 120"/>
              <ns1:gd name="T77" fmla="*/ 48 h 103"/>
              <ns1:gd name="T78" fmla="*/ 112 w 120"/>
              <ns1:gd name="T79" fmla="*/ 44 h 103"/>
              <ns1:gd name="T80" fmla="*/ 112 w 120"/>
              <ns1:gd name="T81" fmla="*/ 59 h 103"/>
              <ns1:gd name="T82" fmla="*/ 100 w 120"/>
              <ns1:gd name="T83" fmla="*/ 56 h 103"/>
              <ns1:gd name="T84" fmla="*/ 96 w 120"/>
              <ns1:gd name="T85" fmla="*/ 67 h 103"/>
              <ns1:gd name="T86" fmla="*/ 108 w 120"/>
              <ns1:gd name="T87" fmla="*/ 71 h 103"/>
              <ns1:gd name="T88" fmla="*/ 112 w 120"/>
              <ns1:gd name="T89" fmla="*/ 59 h 103"/>
              <ns1:gd name="T90" fmla="*/ 108 w 120"/>
              <ns1:gd name="T91" fmla="*/ 79 h 103"/>
              <ns1:gd name="T92" fmla="*/ 96 w 120"/>
              <ns1:gd name="T93" fmla="*/ 83 h 103"/>
              <ns1:gd name="T94" fmla="*/ 100 w 120"/>
              <ns1:gd name="T95" fmla="*/ 95 h 103"/>
              <ns1:gd name="T96" fmla="*/ 112 w 120"/>
              <ns1:gd name="T97" fmla="*/ 91 h 103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  <ns1:cxn ang="0">
                <ns1:pos x="T32" y="T33"/>
              </ns1:cxn>
              <ns1:cxn ang="0">
                <ns1:pos x="T34" y="T35"/>
              </ns1:cxn>
              <ns1:cxn ang="0">
                <ns1:pos x="T36" y="T37"/>
              </ns1:cxn>
              <ns1:cxn ang="0">
                <ns1:pos x="T38" y="T39"/>
              </ns1:cxn>
              <ns1:cxn ang="0">
                <ns1:pos x="T40" y="T41"/>
              </ns1:cxn>
              <ns1:cxn ang="0">
                <ns1:pos x="T42" y="T43"/>
              </ns1:cxn>
              <ns1:cxn ang="0">
                <ns1:pos x="T44" y="T45"/>
              </ns1:cxn>
              <ns1:cxn ang="0">
                <ns1:pos x="T46" y="T47"/>
              </ns1:cxn>
              <ns1:cxn ang="0">
                <ns1:pos x="T48" y="T49"/>
              </ns1:cxn>
              <ns1:cxn ang="0">
                <ns1:pos x="T50" y="T51"/>
              </ns1:cxn>
              <ns1:cxn ang="0">
                <ns1:pos x="T52" y="T53"/>
              </ns1:cxn>
              <ns1:cxn ang="0">
                <ns1:pos x="T54" y="T55"/>
              </ns1:cxn>
              <ns1:cxn ang="0">
                <ns1:pos x="T56" y="T57"/>
              </ns1:cxn>
              <ns1:cxn ang="0">
                <ns1:pos x="T58" y="T59"/>
              </ns1:cxn>
              <ns1:cxn ang="0">
                <ns1:pos x="T60" y="T61"/>
              </ns1:cxn>
              <ns1:cxn ang="0">
                <ns1:pos x="T62" y="T63"/>
              </ns1:cxn>
              <ns1:cxn ang="0">
                <ns1:pos x="T64" y="T65"/>
              </ns1:cxn>
              <ns1:cxn ang="0">
                <ns1:pos x="T66" y="T67"/>
              </ns1:cxn>
              <ns1:cxn ang="0">
                <ns1:pos x="T68" y="T69"/>
              </ns1:cxn>
              <ns1:cxn ang="0">
                <ns1:pos x="T70" y="T71"/>
              </ns1:cxn>
              <ns1:cxn ang="0">
                <ns1:pos x="T72" y="T73"/>
              </ns1:cxn>
              <ns1:cxn ang="0">
                <ns1:pos x="T74" y="T75"/>
              </ns1:cxn>
              <ns1:cxn ang="0">
                <ns1:pos x="T76" y="T77"/>
              </ns1:cxn>
              <ns1:cxn ang="0">
                <ns1:pos x="T78" y="T79"/>
              </ns1:cxn>
              <ns1:cxn ang="0">
                <ns1:pos x="T80" y="T81"/>
              </ns1:cxn>
              <ns1:cxn ang="0">
                <ns1:pos x="T82" y="T83"/>
              </ns1:cxn>
              <ns1:cxn ang="0">
                <ns1:pos x="T84" y="T85"/>
              </ns1:cxn>
              <ns1:cxn ang="0">
                <ns1:pos x="T86" y="T87"/>
              </ns1:cxn>
              <ns1:cxn ang="0">
                <ns1:pos x="T88" y="T89"/>
              </ns1:cxn>
              <ns1:cxn ang="0">
                <ns1:pos x="T90" y="T91"/>
              </ns1:cxn>
              <ns1:cxn ang="0">
                <ns1:pos x="T92" y="T93"/>
              </ns1:cxn>
              <ns1:cxn ang="0">
                <ns1:pos x="T94" y="T95"/>
              </ns1:cxn>
              <ns1:cxn ang="0">
                <ns1:pos x="T96" y="T97"/>
              </ns1:cxn>
            </ns1:cxnLst>
            <ns1:rect l="0" t="0" r="r" b="b"/>
            <ns1:pathLst>
              <ns1:path w="120" h="103">
                <ns1:moveTo>
                  <ns1:pt x="120" y="93"/>
                </ns1:moveTo>
                <ns1:cubicBezTo>
                  <ns1:pt x="120" y="99"/>
                  <ns1:pt x="116" y="103"/>
                  <ns1:pt x="110" y="103"/>
                </ns1:cubicBezTo>
                <ns1:cubicBezTo>
                  <ns1:pt x="10" y="103"/>
                  <ns1:pt x="10" y="103"/>
                  <ns1:pt x="10" y="103"/>
                </ns1:cubicBezTo>
                <ns1:cubicBezTo>
                  <ns1:pt x="5" y="103"/>
                  <ns1:pt x="0" y="99"/>
                  <ns1:pt x="0" y="93"/>
                </ns1:cubicBezTo>
                <ns1:cubicBezTo>
                  <ns1:pt x="0" y="10"/>
                  <ns1:pt x="0" y="10"/>
                  <ns1:pt x="0" y="10"/>
                </ns1:cubicBezTo>
                <ns1:cubicBezTo>
                  <ns1:pt x="0" y="4"/>
                  <ns1:pt x="5" y="0"/>
                  <ns1:pt x="10" y="0"/>
                </ns1:cubicBezTo>
                <ns1:cubicBezTo>
                  <ns1:pt x="110" y="0"/>
                  <ns1:pt x="110" y="0"/>
                  <ns1:pt x="110" y="0"/>
                </ns1:cubicBezTo>
                <ns1:cubicBezTo>
                  <ns1:pt x="116" y="0"/>
                  <ns1:pt x="120" y="4"/>
                  <ns1:pt x="120" y="10"/>
                </ns1:cubicBezTo>
                <ns1:lnTo>
                  <ns1:pt x="120" y="93"/>
                </ns1:lnTo>
                <ns1:close/>
                <ns1:moveTo>
                  <ns1:pt x="24" y="12"/>
                </ns1:moveTo>
                <ns1:cubicBezTo>
                  <ns1:pt x="24" y="9"/>
                  <ns1:pt x="23" y="8"/>
                  <ns1:pt x="20" y="8"/>
                </ns1:cubicBezTo>
                <ns1:cubicBezTo>
                  <ns1:pt x="12" y="8"/>
                  <ns1:pt x="12" y="8"/>
                  <ns1:pt x="12" y="8"/>
                </ns1:cubicBezTo>
                <ns1:cubicBezTo>
                  <ns1:pt x="10" y="8"/>
                  <ns1:pt x="8" y="9"/>
                  <ns1:pt x="8" y="12"/>
                </ns1:cubicBezTo>
                <ns1:cubicBezTo>
                  <ns1:pt x="8" y="20"/>
                  <ns1:pt x="8" y="20"/>
                  <ns1:pt x="8" y="20"/>
                </ns1:cubicBezTo>
                <ns1:cubicBezTo>
                  <ns1:pt x="8" y="22"/>
                  <ns1:pt x="10" y="24"/>
                  <ns1:pt x="12" y="24"/>
                </ns1:cubicBezTo>
                <ns1:cubicBezTo>
                  <ns1:pt x="20" y="24"/>
                  <ns1:pt x="20" y="24"/>
                  <ns1:pt x="20" y="24"/>
                </ns1:cubicBezTo>
                <ns1:cubicBezTo>
                  <ns1:pt x="23" y="24"/>
                  <ns1:pt x="24" y="22"/>
                  <ns1:pt x="24" y="20"/>
                </ns1:cubicBezTo>
                <ns1:lnTo>
                  <ns1:pt x="24" y="12"/>
                </ns1:lnTo>
                <ns1:close/>
                <ns1:moveTo>
                  <ns1:pt x="24" y="36"/>
                </ns1:moveTo>
                <ns1:cubicBezTo>
                  <ns1:pt x="24" y="33"/>
                  <ns1:pt x="23" y="32"/>
                  <ns1:pt x="20" y="32"/>
                </ns1:cubicBezTo>
                <ns1:cubicBezTo>
                  <ns1:pt x="12" y="32"/>
                  <ns1:pt x="12" y="32"/>
                  <ns1:pt x="12" y="32"/>
                </ns1:cubicBezTo>
                <ns1:cubicBezTo>
                  <ns1:pt x="10" y="32"/>
                  <ns1:pt x="8" y="33"/>
                  <ns1:pt x="8" y="36"/>
                </ns1:cubicBezTo>
                <ns1:cubicBezTo>
                  <ns1:pt x="8" y="44"/>
                  <ns1:pt x="8" y="44"/>
                  <ns1:pt x="8" y="44"/>
                </ns1:cubicBezTo>
                <ns1:cubicBezTo>
                  <ns1:pt x="8" y="46"/>
                  <ns1:pt x="10" y="48"/>
                  <ns1:pt x="12" y="48"/>
                </ns1:cubicBezTo>
                <ns1:cubicBezTo>
                  <ns1:pt x="20" y="48"/>
                  <ns1:pt x="20" y="48"/>
                  <ns1:pt x="20" y="48"/>
                </ns1:cubicBezTo>
                <ns1:cubicBezTo>
                  <ns1:pt x="23" y="48"/>
                  <ns1:pt x="24" y="46"/>
                  <ns1:pt x="24" y="44"/>
                </ns1:cubicBezTo>
                <ns1:lnTo>
                  <ns1:pt x="24" y="36"/>
                </ns1:lnTo>
                <ns1:close/>
                <ns1:moveTo>
                  <ns1:pt x="24" y="59"/>
                </ns1:moveTo>
                <ns1:cubicBezTo>
                  <ns1:pt x="24" y="57"/>
                  <ns1:pt x="23" y="56"/>
                  <ns1:pt x="20" y="56"/>
                </ns1:cubicBezTo>
                <ns1:cubicBezTo>
                  <ns1:pt x="12" y="56"/>
                  <ns1:pt x="12" y="56"/>
                  <ns1:pt x="12" y="56"/>
                </ns1:cubicBezTo>
                <ns1:cubicBezTo>
                  <ns1:pt x="10" y="56"/>
                  <ns1:pt x="8" y="57"/>
                  <ns1:pt x="8" y="59"/>
                </ns1:cubicBezTo>
                <ns1:cubicBezTo>
                  <ns1:pt x="8" y="67"/>
                  <ns1:pt x="8" y="67"/>
                  <ns1:pt x="8" y="67"/>
                </ns1:cubicBezTo>
                <ns1:cubicBezTo>
                  <ns1:pt x="8" y="70"/>
                  <ns1:pt x="10" y="71"/>
                  <ns1:pt x="12" y="71"/>
                </ns1:cubicBezTo>
                <ns1:cubicBezTo>
                  <ns1:pt x="20" y="71"/>
                  <ns1:pt x="20" y="71"/>
                  <ns1:pt x="20" y="71"/>
                </ns1:cubicBezTo>
                <ns1:cubicBezTo>
                  <ns1:pt x="23" y="71"/>
                  <ns1:pt x="24" y="70"/>
                  <ns1:pt x="24" y="67"/>
                </ns1:cubicBezTo>
                <ns1:lnTo>
                  <ns1:pt x="24" y="59"/>
                </ns1:lnTo>
                <ns1:close/>
                <ns1:moveTo>
                  <ns1:pt x="24" y="83"/>
                </ns1:moveTo>
                <ns1:cubicBezTo>
                  <ns1:pt x="24" y="81"/>
                  <ns1:pt x="23" y="79"/>
                  <ns1:pt x="20" y="79"/>
                </ns1:cubicBezTo>
                <ns1:cubicBezTo>
                  <ns1:pt x="12" y="79"/>
                  <ns1:pt x="12" y="79"/>
                  <ns1:pt x="12" y="79"/>
                </ns1:cubicBezTo>
                <ns1:cubicBezTo>
                  <ns1:pt x="10" y="79"/>
                  <ns1:pt x="8" y="81"/>
                  <ns1:pt x="8" y="83"/>
                </ns1:cubicBezTo>
                <ns1:cubicBezTo>
                  <ns1:pt x="8" y="91"/>
                  <ns1:pt x="8" y="91"/>
                  <ns1:pt x="8" y="91"/>
                </ns1:cubicBezTo>
                <ns1:cubicBezTo>
                  <ns1:pt x="8" y="94"/>
                  <ns1:pt x="10" y="95"/>
                  <ns1:pt x="12" y="95"/>
                </ns1:cubicBezTo>
                <ns1:cubicBezTo>
                  <ns1:pt x="20" y="95"/>
                  <ns1:pt x="20" y="95"/>
                  <ns1:pt x="20" y="95"/>
                </ns1:cubicBezTo>
                <ns1:cubicBezTo>
                  <ns1:pt x="23" y="95"/>
                  <ns1:pt x="24" y="94"/>
                  <ns1:pt x="24" y="91"/>
                </ns1:cubicBezTo>
                <ns1:lnTo>
                  <ns1:pt x="24" y="83"/>
                </ns1:lnTo>
                <ns1:close/>
                <ns1:moveTo>
                  <ns1:pt x="88" y="12"/>
                </ns1:moveTo>
                <ns1:cubicBezTo>
                  <ns1:pt x="88" y="9"/>
                  <ns1:pt x="86" y="8"/>
                  <ns1:pt x="84" y="8"/>
                </ns1:cubicBezTo>
                <ns1:cubicBezTo>
                  <ns1:pt x="36" y="8"/>
                  <ns1:pt x="36" y="8"/>
                  <ns1:pt x="36" y="8"/>
                </ns1:cubicBezTo>
                <ns1:cubicBezTo>
                  <ns1:pt x="34" y="8"/>
                  <ns1:pt x="32" y="9"/>
                  <ns1:pt x="32" y="12"/>
                </ns1:cubicBezTo>
                <ns1:cubicBezTo>
                  <ns1:pt x="32" y="44"/>
                  <ns1:pt x="32" y="44"/>
                  <ns1:pt x="32" y="44"/>
                </ns1:cubicBezTo>
                <ns1:cubicBezTo>
                  <ns1:pt x="32" y="46"/>
                  <ns1:pt x="34" y="48"/>
                  <ns1:pt x="36" y="48"/>
                </ns1:cubicBezTo>
                <ns1:cubicBezTo>
                  <ns1:pt x="84" y="48"/>
                  <ns1:pt x="84" y="48"/>
                  <ns1:pt x="84" y="48"/>
                </ns1:cubicBezTo>
                <ns1:cubicBezTo>
                  <ns1:pt x="86" y="48"/>
                  <ns1:pt x="88" y="46"/>
                  <ns1:pt x="88" y="44"/>
                </ns1:cubicBezTo>
                <ns1:lnTo>
                  <ns1:pt x="88" y="12"/>
                </ns1:lnTo>
                <ns1:close/>
                <ns1:moveTo>
                  <ns1:pt x="88" y="59"/>
                </ns1:moveTo>
                <ns1:cubicBezTo>
                  <ns1:pt x="88" y="57"/>
                  <ns1:pt x="86" y="56"/>
                  <ns1:pt x="84" y="56"/>
                </ns1:cubicBezTo>
                <ns1:cubicBezTo>
                  <ns1:pt x="36" y="56"/>
                  <ns1:pt x="36" y="56"/>
                  <ns1:pt x="36" y="56"/>
                </ns1:cubicBezTo>
                <ns1:cubicBezTo>
                  <ns1:pt x="34" y="56"/>
                  <ns1:pt x="32" y="57"/>
                  <ns1:pt x="32" y="59"/>
                </ns1:cubicBezTo>
                <ns1:cubicBezTo>
                  <ns1:pt x="32" y="91"/>
                  <ns1:pt x="32" y="91"/>
                  <ns1:pt x="32" y="91"/>
                </ns1:cubicBezTo>
                <ns1:cubicBezTo>
                  <ns1:pt x="32" y="94"/>
                  <ns1:pt x="34" y="95"/>
                  <ns1:pt x="36" y="95"/>
                </ns1:cubicBezTo>
                <ns1:cubicBezTo>
                  <ns1:pt x="84" y="95"/>
                  <ns1:pt x="84" y="95"/>
                  <ns1:pt x="84" y="95"/>
                </ns1:cubicBezTo>
                <ns1:cubicBezTo>
                  <ns1:pt x="86" y="95"/>
                  <ns1:pt x="88" y="94"/>
                  <ns1:pt x="88" y="91"/>
                </ns1:cubicBezTo>
                <ns1:lnTo>
                  <ns1:pt x="88" y="59"/>
                </ns1:lnTo>
                <ns1:close/>
                <ns1:moveTo>
                  <ns1:pt x="112" y="12"/>
                </ns1:moveTo>
                <ns1:cubicBezTo>
                  <ns1:pt x="112" y="9"/>
                  <ns1:pt x="110" y="8"/>
                  <ns1:pt x="108" y="8"/>
                </ns1:cubicBezTo>
                <ns1:cubicBezTo>
                  <ns1:pt x="100" y="8"/>
                  <ns1:pt x="100" y="8"/>
                  <ns1:pt x="100" y="8"/>
                </ns1:cubicBezTo>
                <ns1:cubicBezTo>
                  <ns1:pt x="98" y="8"/>
                  <ns1:pt x="96" y="9"/>
                  <ns1:pt x="96" y="12"/>
                </ns1:cubicBezTo>
                <ns1:cubicBezTo>
                  <ns1:pt x="96" y="20"/>
                  <ns1:pt x="96" y="20"/>
                  <ns1:pt x="96" y="20"/>
                </ns1:cubicBezTo>
                <ns1:cubicBezTo>
                  <ns1:pt x="96" y="22"/>
                  <ns1:pt x="98" y="24"/>
                  <ns1:pt x="100" y="24"/>
                </ns1:cubicBezTo>
                <ns1:cubicBezTo>
                  <ns1:pt x="108" y="24"/>
                  <ns1:pt x="108" y="24"/>
                  <ns1:pt x="108" y="24"/>
                </ns1:cubicBezTo>
                <ns1:cubicBezTo>
                  <ns1:pt x="110" y="24"/>
                  <ns1:pt x="112" y="22"/>
                  <ns1:pt x="112" y="20"/>
                </ns1:cubicBezTo>
                <ns1:lnTo>
                  <ns1:pt x="112" y="12"/>
                </ns1:lnTo>
                <ns1:close/>
                <ns1:moveTo>
                  <ns1:pt x="112" y="36"/>
                </ns1:moveTo>
                <ns1:cubicBezTo>
                  <ns1:pt x="112" y="33"/>
                  <ns1:pt x="110" y="32"/>
                  <ns1:pt x="108" y="32"/>
                </ns1:cubicBezTo>
                <ns1:cubicBezTo>
                  <ns1:pt x="100" y="32"/>
                  <ns1:pt x="100" y="32"/>
                  <ns1:pt x="100" y="32"/>
                </ns1:cubicBezTo>
                <ns1:cubicBezTo>
                  <ns1:pt x="98" y="32"/>
                  <ns1:pt x="96" y="33"/>
                  <ns1:pt x="96" y="36"/>
                </ns1:cubicBezTo>
                <ns1:cubicBezTo>
                  <ns1:pt x="96" y="44"/>
                  <ns1:pt x="96" y="44"/>
                  <ns1:pt x="96" y="44"/>
                </ns1:cubicBezTo>
                <ns1:cubicBezTo>
                  <ns1:pt x="96" y="46"/>
                  <ns1:pt x="98" y="48"/>
                  <ns1:pt x="100" y="48"/>
                </ns1:cubicBezTo>
                <ns1:cubicBezTo>
                  <ns1:pt x="108" y="48"/>
                  <ns1:pt x="108" y="48"/>
                  <ns1:pt x="108" y="48"/>
                </ns1:cubicBezTo>
                <ns1:cubicBezTo>
                  <ns1:pt x="110" y="48"/>
                  <ns1:pt x="112" y="46"/>
                  <ns1:pt x="112" y="44"/>
                </ns1:cubicBezTo>
                <ns1:lnTo>
                  <ns1:pt x="112" y="36"/>
                </ns1:lnTo>
                <ns1:close/>
                <ns1:moveTo>
                  <ns1:pt x="112" y="59"/>
                </ns1:moveTo>
                <ns1:cubicBezTo>
                  <ns1:pt x="112" y="57"/>
                  <ns1:pt x="110" y="56"/>
                  <ns1:pt x="108" y="56"/>
                </ns1:cubicBezTo>
                <ns1:cubicBezTo>
                  <ns1:pt x="100" y="56"/>
                  <ns1:pt x="100" y="56"/>
                  <ns1:pt x="100" y="56"/>
                </ns1:cubicBezTo>
                <ns1:cubicBezTo>
                  <ns1:pt x="98" y="56"/>
                  <ns1:pt x="96" y="57"/>
                  <ns1:pt x="96" y="59"/>
                </ns1:cubicBezTo>
                <ns1:cubicBezTo>
                  <ns1:pt x="96" y="67"/>
                  <ns1:pt x="96" y="67"/>
                  <ns1:pt x="96" y="67"/>
                </ns1:cubicBezTo>
                <ns1:cubicBezTo>
                  <ns1:pt x="96" y="70"/>
                  <ns1:pt x="98" y="71"/>
                  <ns1:pt x="100" y="71"/>
                </ns1:cubicBezTo>
                <ns1:cubicBezTo>
                  <ns1:pt x="108" y="71"/>
                  <ns1:pt x="108" y="71"/>
                  <ns1:pt x="108" y="71"/>
                </ns1:cubicBezTo>
                <ns1:cubicBezTo>
                  <ns1:pt x="110" y="71"/>
                  <ns1:pt x="112" y="70"/>
                  <ns1:pt x="112" y="67"/>
                </ns1:cubicBezTo>
                <ns1:lnTo>
                  <ns1:pt x="112" y="59"/>
                </ns1:lnTo>
                <ns1:close/>
                <ns1:moveTo>
                  <ns1:pt x="112" y="83"/>
                </ns1:moveTo>
                <ns1:cubicBezTo>
                  <ns1:pt x="112" y="81"/>
                  <ns1:pt x="110" y="79"/>
                  <ns1:pt x="108" y="79"/>
                </ns1:cubicBezTo>
                <ns1:cubicBezTo>
                  <ns1:pt x="100" y="79"/>
                  <ns1:pt x="100" y="79"/>
                  <ns1:pt x="100" y="79"/>
                </ns1:cubicBezTo>
                <ns1:cubicBezTo>
                  <ns1:pt x="98" y="79"/>
                  <ns1:pt x="96" y="81"/>
                  <ns1:pt x="96" y="83"/>
                </ns1:cubicBezTo>
                <ns1:cubicBezTo>
                  <ns1:pt x="96" y="91"/>
                  <ns1:pt x="96" y="91"/>
                  <ns1:pt x="96" y="91"/>
                </ns1:cubicBezTo>
                <ns1:cubicBezTo>
                  <ns1:pt x="96" y="94"/>
                  <ns1:pt x="98" y="95"/>
                  <ns1:pt x="100" y="95"/>
                </ns1:cubicBezTo>
                <ns1:cubicBezTo>
                  <ns1:pt x="108" y="95"/>
                  <ns1:pt x="108" y="95"/>
                  <ns1:pt x="108" y="95"/>
                </ns1:cubicBezTo>
                <ns1:cubicBezTo>
                  <ns1:pt x="110" y="95"/>
                  <ns1:pt x="112" y="94"/>
                  <ns1:pt x="112" y="91"/>
                </ns1:cubicBezTo>
                <ns1:lnTo>
                  <ns1:pt x="112" y="83"/>
                </ns1:lnTo>
                <ns1:close/>
              </ns1:path>
            </ns1:pathLst>
          </ns1:custGeom>
          <ns1:solidFill>
            <ns1:srgbClr val="010101"/>
          </ns1:solidFill>
          <ns1:ln>
            <ns1:noFill/>
          </ns1:ln>
          <ns1:extLst>
            <ns1:ext uri="{91240B29-F687-4F45-9708-019B960494DF}">
              <ns2:hiddenLine w="9525">
                <ns1:solidFill>
                  <ns1:srgbClr val="000000"/>
                </ns1:solidFill>
                <ns1:round/>
                <ns1:headEnd/>
                <ns1:tailEnd/>
              </ns2:hiddenLine>
            </ns1:ext>
          </ns1:extLst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en-US" sz="2700"/>
          </ns1:p>
        </ns0:txBody>
      </ns0:sp>
      <ns0:sp>
        <ns0:nvSpPr>
          <ns0:cNvPr id="64" name="Freeform 62"/>
          <ns0:cNvSpPr>
            <ns1:spLocks noEditPoints="1"/>
          </ns0:cNvSpPr>
          <ns0:nvPr/>
        </ns0:nvSpPr>
        <ns0:spPr bwMode="auto">
          <ns1:xfrm>
            <ns1:off x="6846888" y="601664"/>
            <ns1:ext cx="420688" cy="415925"/>
          </ns1:xfrm>
          <ns1:custGeom>
            <ns1:avLst/>
            <ns1:gdLst>
              <ns1:gd name="T0" fmla="*/ 112 w 112"/>
              <ns1:gd name="T1" fmla="*/ 105 h 111"/>
              <ns1:gd name="T2" fmla="*/ 106 w 112"/>
              <ns1:gd name="T3" fmla="*/ 111 h 111"/>
              <ns1:gd name="T4" fmla="*/ 46 w 112"/>
              <ns1:gd name="T5" fmla="*/ 111 h 111"/>
              <ns1:gd name="T6" fmla="*/ 40 w 112"/>
              <ns1:gd name="T7" fmla="*/ 105 h 111"/>
              <ns1:gd name="T8" fmla="*/ 40 w 112"/>
              <ns1:gd name="T9" fmla="*/ 95 h 111"/>
              <ns1:gd name="T10" fmla="*/ 6 w 112"/>
              <ns1:gd name="T11" fmla="*/ 95 h 111"/>
              <ns1:gd name="T12" fmla="*/ 0 w 112"/>
              <ns1:gd name="T13" fmla="*/ 89 h 111"/>
              <ns1:gd name="T14" fmla="*/ 0 w 112"/>
              <ns1:gd name="T15" fmla="*/ 6 h 111"/>
              <ns1:gd name="T16" fmla="*/ 6 w 112"/>
              <ns1:gd name="T17" fmla="*/ 0 h 111"/>
              <ns1:gd name="T18" fmla="*/ 74 w 112"/>
              <ns1:gd name="T19" fmla="*/ 0 h 111"/>
              <ns1:gd name="T20" fmla="*/ 80 w 112"/>
              <ns1:gd name="T21" fmla="*/ 6 h 111"/>
              <ns1:gd name="T22" fmla="*/ 80 w 112"/>
              <ns1:gd name="T23" fmla="*/ 26 h 111"/>
              <ns1:gd name="T24" fmla="*/ 82 w 112"/>
              <ns1:gd name="T25" fmla="*/ 28 h 111"/>
              <ns1:gd name="T26" fmla="*/ 108 w 112"/>
              <ns1:gd name="T27" fmla="*/ 53 h 111"/>
              <ns1:gd name="T28" fmla="*/ 112 w 112"/>
              <ns1:gd name="T29" fmla="*/ 64 h 111"/>
              <ns1:gd name="T30" fmla="*/ 112 w 112"/>
              <ns1:gd name="T31" fmla="*/ 105 h 111"/>
              <ns1:gd name="T32" fmla="*/ 64 w 112"/>
              <ns1:gd name="T33" fmla="*/ 10 h 111"/>
              <ns1:gd name="T34" fmla="*/ 62 w 112"/>
              <ns1:gd name="T35" fmla="*/ 8 h 111"/>
              <ns1:gd name="T36" fmla="*/ 18 w 112"/>
              <ns1:gd name="T37" fmla="*/ 8 h 111"/>
              <ns1:gd name="T38" fmla="*/ 16 w 112"/>
              <ns1:gd name="T39" fmla="*/ 10 h 111"/>
              <ns1:gd name="T40" fmla="*/ 16 w 112"/>
              <ns1:gd name="T41" fmla="*/ 14 h 111"/>
              <ns1:gd name="T42" fmla="*/ 18 w 112"/>
              <ns1:gd name="T43" fmla="*/ 16 h 111"/>
              <ns1:gd name="T44" fmla="*/ 62 w 112"/>
              <ns1:gd name="T45" fmla="*/ 16 h 111"/>
              <ns1:gd name="T46" fmla="*/ 64 w 112"/>
              <ns1:gd name="T47" fmla="*/ 14 h 111"/>
              <ns1:gd name="T48" fmla="*/ 64 w 112"/>
              <ns1:gd name="T49" fmla="*/ 10 h 111"/>
              <ns1:gd name="T50" fmla="*/ 104 w 112"/>
              <ns1:gd name="T51" fmla="*/ 103 h 111"/>
              <ns1:gd name="T52" fmla="*/ 104 w 112"/>
              <ns1:gd name="T53" fmla="*/ 64 h 111"/>
              <ns1:gd name="T54" fmla="*/ 78 w 112"/>
              <ns1:gd name="T55" fmla="*/ 64 h 111"/>
              <ns1:gd name="T56" fmla="*/ 72 w 112"/>
              <ns1:gd name="T57" fmla="*/ 58 h 111"/>
              <ns1:gd name="T58" fmla="*/ 72 w 112"/>
              <ns1:gd name="T59" fmla="*/ 32 h 111"/>
              <ns1:gd name="T60" fmla="*/ 48 w 112"/>
              <ns1:gd name="T61" fmla="*/ 32 h 111"/>
              <ns1:gd name="T62" fmla="*/ 48 w 112"/>
              <ns1:gd name="T63" fmla="*/ 103 h 111"/>
              <ns1:gd name="T64" fmla="*/ 104 w 112"/>
              <ns1:gd name="T65" fmla="*/ 103 h 111"/>
              <ns1:gd name="T66" fmla="*/ 99 w 112"/>
              <ns1:gd name="T67" fmla="*/ 56 h 111"/>
              <ns1:gd name="T68" fmla="*/ 80 w 112"/>
              <ns1:gd name="T69" fmla="*/ 37 h 111"/>
              <ns1:gd name="T70" fmla="*/ 80 w 112"/>
              <ns1:gd name="T71" fmla="*/ 56 h 111"/>
              <ns1:gd name="T72" fmla="*/ 99 w 112"/>
              <ns1:gd name="T73" fmla="*/ 56 h 111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  <ns1:cxn ang="0">
                <ns1:pos x="T32" y="T33"/>
              </ns1:cxn>
              <ns1:cxn ang="0">
                <ns1:pos x="T34" y="T35"/>
              </ns1:cxn>
              <ns1:cxn ang="0">
                <ns1:pos x="T36" y="T37"/>
              </ns1:cxn>
              <ns1:cxn ang="0">
                <ns1:pos x="T38" y="T39"/>
              </ns1:cxn>
              <ns1:cxn ang="0">
                <ns1:pos x="T40" y="T41"/>
              </ns1:cxn>
              <ns1:cxn ang="0">
                <ns1:pos x="T42" y="T43"/>
              </ns1:cxn>
              <ns1:cxn ang="0">
                <ns1:pos x="T44" y="T45"/>
              </ns1:cxn>
              <ns1:cxn ang="0">
                <ns1:pos x="T46" y="T47"/>
              </ns1:cxn>
              <ns1:cxn ang="0">
                <ns1:pos x="T48" y="T49"/>
              </ns1:cxn>
              <ns1:cxn ang="0">
                <ns1:pos x="T50" y="T51"/>
              </ns1:cxn>
              <ns1:cxn ang="0">
                <ns1:pos x="T52" y="T53"/>
              </ns1:cxn>
              <ns1:cxn ang="0">
                <ns1:pos x="T54" y="T55"/>
              </ns1:cxn>
              <ns1:cxn ang="0">
                <ns1:pos x="T56" y="T57"/>
              </ns1:cxn>
              <ns1:cxn ang="0">
                <ns1:pos x="T58" y="T59"/>
              </ns1:cxn>
              <ns1:cxn ang="0">
                <ns1:pos x="T60" y="T61"/>
              </ns1:cxn>
              <ns1:cxn ang="0">
                <ns1:pos x="T62" y="T63"/>
              </ns1:cxn>
              <ns1:cxn ang="0">
                <ns1:pos x="T64" y="T65"/>
              </ns1:cxn>
              <ns1:cxn ang="0">
                <ns1:pos x="T66" y="T67"/>
              </ns1:cxn>
              <ns1:cxn ang="0">
                <ns1:pos x="T68" y="T69"/>
              </ns1:cxn>
              <ns1:cxn ang="0">
                <ns1:pos x="T70" y="T71"/>
              </ns1:cxn>
              <ns1:cxn ang="0">
                <ns1:pos x="T72" y="T73"/>
              </ns1:cxn>
            </ns1:cxnLst>
            <ns1:rect l="0" t="0" r="r" b="b"/>
            <ns1:pathLst>
              <ns1:path w="112" h="111">
                <ns1:moveTo>
                  <ns1:pt x="112" y="105"/>
                </ns1:moveTo>
                <ns1:cubicBezTo>
                  <ns1:pt x="112" y="109"/>
                  <ns1:pt x="109" y="111"/>
                  <ns1:pt x="106" y="111"/>
                </ns1:cubicBezTo>
                <ns1:cubicBezTo>
                  <ns1:pt x="46" y="111"/>
                  <ns1:pt x="46" y="111"/>
                  <ns1:pt x="46" y="111"/>
                </ns1:cubicBezTo>
                <ns1:cubicBezTo>
                  <ns1:pt x="43" y="111"/>
                  <ns1:pt x="40" y="109"/>
                  <ns1:pt x="40" y="105"/>
                </ns1:cubicBezTo>
                <ns1:cubicBezTo>
                  <ns1:pt x="40" y="95"/>
                  <ns1:pt x="40" y="95"/>
                  <ns1:pt x="40" y="95"/>
                </ns1:cubicBezTo>
                <ns1:cubicBezTo>
                  <ns1:pt x="6" y="95"/>
                  <ns1:pt x="6" y="95"/>
                  <ns1:pt x="6" y="95"/>
                </ns1:cubicBezTo>
                <ns1:cubicBezTo>
                  <ns1:pt x="3" y="95"/>
                  <ns1:pt x="0" y="93"/>
                  <ns1:pt x="0" y="89"/>
                </ns1:cubicBezTo>
                <ns1:cubicBezTo>
                  <ns1:pt x="0" y="6"/>
                  <ns1:pt x="0" y="6"/>
                  <ns1:pt x="0" y="6"/>
                </ns1:cubicBezTo>
                <ns1:cubicBezTo>
                  <ns1:pt x="0" y="2"/>
                  <ns1:pt x="3" y="0"/>
                  <ns1:pt x="6" y="0"/>
                </ns1:cubicBezTo>
                <ns1:cubicBezTo>
                  <ns1:pt x="74" y="0"/>
                  <ns1:pt x="74" y="0"/>
                  <ns1:pt x="74" y="0"/>
                </ns1:cubicBezTo>
                <ns1:cubicBezTo>
                  <ns1:pt x="77" y="0"/>
                  <ns1:pt x="80" y="2"/>
                  <ns1:pt x="80" y="6"/>
                </ns1:cubicBezTo>
                <ns1:cubicBezTo>
                  <ns1:pt x="80" y="26"/>
                  <ns1:pt x="80" y="26"/>
                  <ns1:pt x="80" y="26"/>
                </ns1:cubicBezTo>
                <ns1:cubicBezTo>
                  <ns1:pt x="81" y="27"/>
                  <ns1:pt x="82" y="27"/>
                  <ns1:pt x="82" y="28"/>
                </ns1:cubicBezTo>
                <ns1:cubicBezTo>
                  <ns1:pt x="108" y="53"/>
                  <ns1:pt x="108" y="53"/>
                  <ns1:pt x="108" y="53"/>
                </ns1:cubicBezTo>
                <ns1:cubicBezTo>
                  <ns1:pt x="110" y="56"/>
                  <ns1:pt x="112" y="60"/>
                  <ns1:pt x="112" y="64"/>
                </ns1:cubicBezTo>
                <ns1:lnTo>
                  <ns1:pt x="112" y="105"/>
                </ns1:lnTo>
                <ns1:close/>
                <ns1:moveTo>
                  <ns1:pt x="64" y="10"/>
                </ns1:moveTo>
                <ns1:cubicBezTo>
                  <ns1:pt x="64" y="8"/>
                  <ns1:pt x="63" y="8"/>
                  <ns1:pt x="62" y="8"/>
                </ns1:cubicBezTo>
                <ns1:cubicBezTo>
                  <ns1:pt x="18" y="8"/>
                  <ns1:pt x="18" y="8"/>
                  <ns1:pt x="18" y="8"/>
                </ns1:cubicBezTo>
                <ns1:cubicBezTo>
                  <ns1:pt x="17" y="8"/>
                  <ns1:pt x="16" y="8"/>
                  <ns1:pt x="16" y="10"/>
                </ns1:cubicBezTo>
                <ns1:cubicBezTo>
                  <ns1:pt x="16" y="14"/>
                  <ns1:pt x="16" y="14"/>
                  <ns1:pt x="16" y="14"/>
                </ns1:cubicBezTo>
                <ns1:cubicBezTo>
                  <ns1:pt x="16" y="15"/>
                  <ns1:pt x="17" y="16"/>
                  <ns1:pt x="18" y="16"/>
                </ns1:cubicBezTo>
                <ns1:cubicBezTo>
                  <ns1:pt x="62" y="16"/>
                  <ns1:pt x="62" y="16"/>
                  <ns1:pt x="62" y="16"/>
                </ns1:cubicBezTo>
                <ns1:cubicBezTo>
                  <ns1:pt x="63" y="16"/>
                  <ns1:pt x="64" y="15"/>
                  <ns1:pt x="64" y="14"/>
                </ns1:cubicBezTo>
                <ns1:lnTo>
                  <ns1:pt x="64" y="10"/>
                </ns1:lnTo>
                <ns1:close/>
                <ns1:moveTo>
                  <ns1:pt x="104" y="103"/>
                </ns1:moveTo>
                <ns1:cubicBezTo>
                  <ns1:pt x="104" y="64"/>
                  <ns1:pt x="104" y="64"/>
                  <ns1:pt x="104" y="64"/>
                </ns1:cubicBezTo>
                <ns1:cubicBezTo>
                  <ns1:pt x="78" y="64"/>
                  <ns1:pt x="78" y="64"/>
                  <ns1:pt x="78" y="64"/>
                </ns1:cubicBezTo>
                <ns1:cubicBezTo>
                  <ns1:pt x="75" y="64"/>
                  <ns1:pt x="72" y="61"/>
                  <ns1:pt x="72" y="58"/>
                </ns1:cubicBezTo>
                <ns1:cubicBezTo>
                  <ns1:pt x="72" y="32"/>
                  <ns1:pt x="72" y="32"/>
                  <ns1:pt x="72" y="32"/>
                </ns1:cubicBezTo>
                <ns1:cubicBezTo>
                  <ns1:pt x="48" y="32"/>
                  <ns1:pt x="48" y="32"/>
                  <ns1:pt x="48" y="32"/>
                </ns1:cubicBezTo>
                <ns1:cubicBezTo>
                  <ns1:pt x="48" y="103"/>
                  <ns1:pt x="48" y="103"/>
                  <ns1:pt x="48" y="103"/>
                </ns1:cubicBezTo>
                <ns1:lnTo>
                  <ns1:pt x="104" y="103"/>
                </ns1:lnTo>
                <ns1:close/>
                <ns1:moveTo>
                  <ns1:pt x="99" y="56"/>
                </ns1:moveTo>
                <ns1:cubicBezTo>
                  <ns1:pt x="80" y="37"/>
                  <ns1:pt x="80" y="37"/>
                  <ns1:pt x="80" y="37"/>
                </ns1:cubicBezTo>
                <ns1:cubicBezTo>
                  <ns1:pt x="80" y="56"/>
                  <ns1:pt x="80" y="56"/>
                  <ns1:pt x="80" y="56"/>
                </ns1:cubicBezTo>
                <ns1:lnTo>
                  <ns1:pt x="99" y="56"/>
                </ns1:lnTo>
                <ns1:close/>
              </ns1:path>
            </ns1:pathLst>
          </ns1:custGeom>
          <ns1:solidFill>
            <ns1:srgbClr val="010101"/>
          </ns1:solidFill>
          <ns1:ln>
            <ns1:noFill/>
          </ns1:ln>
          <ns1:extLst>
            <ns1:ext uri="{91240B29-F687-4F45-9708-019B960494DF}">
              <ns2:hiddenLine w="9525">
                <ns1:solidFill>
                  <ns1:srgbClr val="000000"/>
                </ns1:solidFill>
                <ns1:round/>
                <ns1:headEnd/>
                <ns1:tailEnd/>
              </ns2:hiddenLine>
            </ns1:ext>
          </ns1:extLst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en-US" sz="2700"/>
          </ns1:p>
        </ns0:txBody>
      </ns0:sp>
      <ns0:sp>
        <ns0:nvSpPr>
          <ns0:cNvPr id="65" name="Freeform 63"/>
          <ns0:cNvSpPr>
            <ns1:spLocks noEditPoints="1"/>
          </ns0:cNvSpPr>
          <ns0:nvPr/>
        </ns0:nvSpPr>
        <ns0:spPr bwMode="auto">
          <ns1:xfrm>
            <ns1:off x="7493002" y="601664"/>
            <ns1:ext cx="404813" cy="385763"/>
          </ns1:xfrm>
          <ns1:custGeom>
            <ns1:avLst/>
            <ns1:gdLst>
              <ns1:gd name="T0" fmla="*/ 82 w 108"/>
              <ns1:gd name="T1" fmla="*/ 89 h 103"/>
              <ns1:gd name="T2" fmla="*/ 48 w 108"/>
              <ns1:gd name="T3" fmla="*/ 103 h 103"/>
              <ns1:gd name="T4" fmla="*/ 0 w 108"/>
              <ns1:gd name="T5" fmla="*/ 56 h 103"/>
              <ns1:gd name="T6" fmla="*/ 48 w 108"/>
              <ns1:gd name="T7" fmla="*/ 8 h 103"/>
              <ns1:gd name="T8" fmla="*/ 48 w 108"/>
              <ns1:gd name="T9" fmla="*/ 55 h 103"/>
              <ns1:gd name="T10" fmla="*/ 82 w 108"/>
              <ns1:gd name="T11" fmla="*/ 89 h 103"/>
              <ns1:gd name="T12" fmla="*/ 56 w 108"/>
              <ns1:gd name="T13" fmla="*/ 48 h 103"/>
              <ns1:gd name="T14" fmla="*/ 56 w 108"/>
              <ns1:gd name="T15" fmla="*/ 0 h 103"/>
              <ns1:gd name="T16" fmla="*/ 104 w 108"/>
              <ns1:gd name="T17" fmla="*/ 48 h 103"/>
              <ns1:gd name="T18" fmla="*/ 56 w 108"/>
              <ns1:gd name="T19" fmla="*/ 48 h 103"/>
              <ns1:gd name="T20" fmla="*/ 108 w 108"/>
              <ns1:gd name="T21" fmla="*/ 56 h 103"/>
              <ns1:gd name="T22" fmla="*/ 94 w 108"/>
              <ns1:gd name="T23" fmla="*/ 90 h 103"/>
              <ns1:gd name="T24" fmla="*/ 60 w 108"/>
              <ns1:gd name="T25" fmla="*/ 56 h 103"/>
              <ns1:gd name="T26" fmla="*/ 108 w 108"/>
              <ns1:gd name="T27" fmla="*/ 56 h 103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</ns1:cxnLst>
            <ns1:rect l="0" t="0" r="r" b="b"/>
            <ns1:pathLst>
              <ns1:path w="108" h="103">
                <ns1:moveTo>
                  <ns1:pt x="82" y="89"/>
                </ns1:moveTo>
                <ns1:cubicBezTo>
                  <ns1:pt x="73" y="98"/>
                  <ns1:pt x="61" y="103"/>
                  <ns1:pt x="48" y="103"/>
                </ns1:cubicBezTo>
                <ns1:cubicBezTo>
                  <ns1:pt x="22" y="103"/>
                  <ns1:pt x="0" y="82"/>
                  <ns1:pt x="0" y="56"/>
                </ns1:cubicBezTo>
                <ns1:cubicBezTo>
                  <ns1:pt x="0" y="29"/>
                  <ns1:pt x="22" y="8"/>
                  <ns1:pt x="48" y="8"/>
                </ns1:cubicBezTo>
                <ns1:cubicBezTo>
                  <ns1:pt x="48" y="55"/>
                  <ns1:pt x="48" y="55"/>
                  <ns1:pt x="48" y="55"/>
                </ns1:cubicBezTo>
                <ns1:lnTo>
                  <ns1:pt x="82" y="89"/>
                </ns1:lnTo>
                <ns1:close/>
                <ns1:moveTo>
                  <ns1:pt x="56" y="48"/>
                </ns1:moveTo>
                <ns1:cubicBezTo>
                  <ns1:pt x="56" y="0"/>
                  <ns1:pt x="56" y="0"/>
                  <ns1:pt x="56" y="0"/>
                </ns1:cubicBezTo>
                <ns1:cubicBezTo>
                  <ns1:pt x="82" y="0"/>
                  <ns1:pt x="104" y="21"/>
                  <ns1:pt x="104" y="48"/>
                </ns1:cubicBezTo>
                <ns1:lnTo>
                  <ns1:pt x="56" y="48"/>
                </ns1:lnTo>
                <ns1:close/>
                <ns1:moveTo>
                  <ns1:pt x="108" y="56"/>
                </ns1:moveTo>
                <ns1:cubicBezTo>
                  <ns1:pt x="108" y="69"/>
                  <ns1:pt x="102" y="81"/>
                  <ns1:pt x="94" y="90"/>
                </ns1:cubicBezTo>
                <ns1:cubicBezTo>
                  <ns1:pt x="60" y="56"/>
                  <ns1:pt x="60" y="56"/>
                  <ns1:pt x="60" y="56"/>
                </ns1:cubicBezTo>
                <ns1:lnTo>
                  <ns1:pt x="108" y="56"/>
                </ns1:lnTo>
                <ns1:close/>
              </ns1:path>
            </ns1:pathLst>
          </ns1:custGeom>
          <ns1:solidFill>
            <ns1:srgbClr val="010101"/>
          </ns1:solidFill>
          <ns1:ln>
            <ns1:noFill/>
          </ns1:ln>
          <ns1:extLst>
            <ns1:ext uri="{91240B29-F687-4F45-9708-019B960494DF}">
              <ns2:hiddenLine w="9525">
                <ns1:solidFill>
                  <ns1:srgbClr val="000000"/>
                </ns1:solidFill>
                <ns1:round/>
                <ns1:headEnd/>
                <ns1:tailEnd/>
              </ns2:hiddenLine>
            </ns1:ext>
          </ns1:extLst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en-US" sz="2700"/>
          </ns1:p>
        </ns0:txBody>
      </ns0:sp>
      <ns0:sp>
        <ns0:nvSpPr>
          <ns0:cNvPr id="66" name="Freeform 64"/>
          <ns0:cNvSpPr>
            <ns1:spLocks noEditPoints="1"/>
          </ns0:cNvSpPr>
          <ns0:nvPr/>
        </ns0:nvSpPr>
        <ns0:spPr bwMode="auto">
          <ns1:xfrm>
            <ns1:off x="8137526" y="631826"/>
            <ns1:ext cx="420688" cy="325438"/>
          </ns1:xfrm>
          <ns1:custGeom>
            <ns1:avLst/>
            <ns1:gdLst>
              <ns1:gd name="T0" fmla="*/ 32 w 112"/>
              <ns1:gd name="T1" fmla="*/ 18 h 87"/>
              <ns1:gd name="T2" fmla="*/ 26 w 112"/>
              <ns1:gd name="T3" fmla="*/ 24 h 87"/>
              <ns1:gd name="T4" fmla="*/ 6 w 112"/>
              <ns1:gd name="T5" fmla="*/ 24 h 87"/>
              <ns1:gd name="T6" fmla="*/ 0 w 112"/>
              <ns1:gd name="T7" fmla="*/ 18 h 87"/>
              <ns1:gd name="T8" fmla="*/ 0 w 112"/>
              <ns1:gd name="T9" fmla="*/ 6 h 87"/>
              <ns1:gd name="T10" fmla="*/ 6 w 112"/>
              <ns1:gd name="T11" fmla="*/ 0 h 87"/>
              <ns1:gd name="T12" fmla="*/ 26 w 112"/>
              <ns1:gd name="T13" fmla="*/ 0 h 87"/>
              <ns1:gd name="T14" fmla="*/ 32 w 112"/>
              <ns1:gd name="T15" fmla="*/ 6 h 87"/>
              <ns1:gd name="T16" fmla="*/ 32 w 112"/>
              <ns1:gd name="T17" fmla="*/ 18 h 87"/>
              <ns1:gd name="T18" fmla="*/ 32 w 112"/>
              <ns1:gd name="T19" fmla="*/ 50 h 87"/>
              <ns1:gd name="T20" fmla="*/ 26 w 112"/>
              <ns1:gd name="T21" fmla="*/ 56 h 87"/>
              <ns1:gd name="T22" fmla="*/ 6 w 112"/>
              <ns1:gd name="T23" fmla="*/ 56 h 87"/>
              <ns1:gd name="T24" fmla="*/ 0 w 112"/>
              <ns1:gd name="T25" fmla="*/ 50 h 87"/>
              <ns1:gd name="T26" fmla="*/ 0 w 112"/>
              <ns1:gd name="T27" fmla="*/ 38 h 87"/>
              <ns1:gd name="T28" fmla="*/ 6 w 112"/>
              <ns1:gd name="T29" fmla="*/ 32 h 87"/>
              <ns1:gd name="T30" fmla="*/ 26 w 112"/>
              <ns1:gd name="T31" fmla="*/ 32 h 87"/>
              <ns1:gd name="T32" fmla="*/ 32 w 112"/>
              <ns1:gd name="T33" fmla="*/ 38 h 87"/>
              <ns1:gd name="T34" fmla="*/ 32 w 112"/>
              <ns1:gd name="T35" fmla="*/ 50 h 87"/>
              <ns1:gd name="T36" fmla="*/ 32 w 112"/>
              <ns1:gd name="T37" fmla="*/ 81 h 87"/>
              <ns1:gd name="T38" fmla="*/ 26 w 112"/>
              <ns1:gd name="T39" fmla="*/ 87 h 87"/>
              <ns1:gd name="T40" fmla="*/ 6 w 112"/>
              <ns1:gd name="T41" fmla="*/ 87 h 87"/>
              <ns1:gd name="T42" fmla="*/ 0 w 112"/>
              <ns1:gd name="T43" fmla="*/ 81 h 87"/>
              <ns1:gd name="T44" fmla="*/ 0 w 112"/>
              <ns1:gd name="T45" fmla="*/ 69 h 87"/>
              <ns1:gd name="T46" fmla="*/ 6 w 112"/>
              <ns1:gd name="T47" fmla="*/ 63 h 87"/>
              <ns1:gd name="T48" fmla="*/ 26 w 112"/>
              <ns1:gd name="T49" fmla="*/ 63 h 87"/>
              <ns1:gd name="T50" fmla="*/ 32 w 112"/>
              <ns1:gd name="T51" fmla="*/ 69 h 87"/>
              <ns1:gd name="T52" fmla="*/ 32 w 112"/>
              <ns1:gd name="T53" fmla="*/ 81 h 87"/>
              <ns1:gd name="T54" fmla="*/ 112 w 112"/>
              <ns1:gd name="T55" fmla="*/ 18 h 87"/>
              <ns1:gd name="T56" fmla="*/ 106 w 112"/>
              <ns1:gd name="T57" fmla="*/ 24 h 87"/>
              <ns1:gd name="T58" fmla="*/ 46 w 112"/>
              <ns1:gd name="T59" fmla="*/ 24 h 87"/>
              <ns1:gd name="T60" fmla="*/ 40 w 112"/>
              <ns1:gd name="T61" fmla="*/ 18 h 87"/>
              <ns1:gd name="T62" fmla="*/ 40 w 112"/>
              <ns1:gd name="T63" fmla="*/ 6 h 87"/>
              <ns1:gd name="T64" fmla="*/ 46 w 112"/>
              <ns1:gd name="T65" fmla="*/ 0 h 87"/>
              <ns1:gd name="T66" fmla="*/ 106 w 112"/>
              <ns1:gd name="T67" fmla="*/ 0 h 87"/>
              <ns1:gd name="T68" fmla="*/ 112 w 112"/>
              <ns1:gd name="T69" fmla="*/ 6 h 87"/>
              <ns1:gd name="T70" fmla="*/ 112 w 112"/>
              <ns1:gd name="T71" fmla="*/ 18 h 87"/>
              <ns1:gd name="T72" fmla="*/ 112 w 112"/>
              <ns1:gd name="T73" fmla="*/ 50 h 87"/>
              <ns1:gd name="T74" fmla="*/ 106 w 112"/>
              <ns1:gd name="T75" fmla="*/ 56 h 87"/>
              <ns1:gd name="T76" fmla="*/ 46 w 112"/>
              <ns1:gd name="T77" fmla="*/ 56 h 87"/>
              <ns1:gd name="T78" fmla="*/ 40 w 112"/>
              <ns1:gd name="T79" fmla="*/ 50 h 87"/>
              <ns1:gd name="T80" fmla="*/ 40 w 112"/>
              <ns1:gd name="T81" fmla="*/ 38 h 87"/>
              <ns1:gd name="T82" fmla="*/ 46 w 112"/>
              <ns1:gd name="T83" fmla="*/ 32 h 87"/>
              <ns1:gd name="T84" fmla="*/ 106 w 112"/>
              <ns1:gd name="T85" fmla="*/ 32 h 87"/>
              <ns1:gd name="T86" fmla="*/ 112 w 112"/>
              <ns1:gd name="T87" fmla="*/ 38 h 87"/>
              <ns1:gd name="T88" fmla="*/ 112 w 112"/>
              <ns1:gd name="T89" fmla="*/ 50 h 87"/>
              <ns1:gd name="T90" fmla="*/ 112 w 112"/>
              <ns1:gd name="T91" fmla="*/ 81 h 87"/>
              <ns1:gd name="T92" fmla="*/ 106 w 112"/>
              <ns1:gd name="T93" fmla="*/ 87 h 87"/>
              <ns1:gd name="T94" fmla="*/ 46 w 112"/>
              <ns1:gd name="T95" fmla="*/ 87 h 87"/>
              <ns1:gd name="T96" fmla="*/ 40 w 112"/>
              <ns1:gd name="T97" fmla="*/ 81 h 87"/>
              <ns1:gd name="T98" fmla="*/ 40 w 112"/>
              <ns1:gd name="T99" fmla="*/ 69 h 87"/>
              <ns1:gd name="T100" fmla="*/ 46 w 112"/>
              <ns1:gd name="T101" fmla="*/ 63 h 87"/>
              <ns1:gd name="T102" fmla="*/ 106 w 112"/>
              <ns1:gd name="T103" fmla="*/ 63 h 87"/>
              <ns1:gd name="T104" fmla="*/ 112 w 112"/>
              <ns1:gd name="T105" fmla="*/ 69 h 87"/>
              <ns1:gd name="T106" fmla="*/ 112 w 112"/>
              <ns1:gd name="T107" fmla="*/ 81 h 87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  <ns1:cxn ang="0">
                <ns1:pos x="T32" y="T33"/>
              </ns1:cxn>
              <ns1:cxn ang="0">
                <ns1:pos x="T34" y="T35"/>
              </ns1:cxn>
              <ns1:cxn ang="0">
                <ns1:pos x="T36" y="T37"/>
              </ns1:cxn>
              <ns1:cxn ang="0">
                <ns1:pos x="T38" y="T39"/>
              </ns1:cxn>
              <ns1:cxn ang="0">
                <ns1:pos x="T40" y="T41"/>
              </ns1:cxn>
              <ns1:cxn ang="0">
                <ns1:pos x="T42" y="T43"/>
              </ns1:cxn>
              <ns1:cxn ang="0">
                <ns1:pos x="T44" y="T45"/>
              </ns1:cxn>
              <ns1:cxn ang="0">
                <ns1:pos x="T46" y="T47"/>
              </ns1:cxn>
              <ns1:cxn ang="0">
                <ns1:pos x="T48" y="T49"/>
              </ns1:cxn>
              <ns1:cxn ang="0">
                <ns1:pos x="T50" y="T51"/>
              </ns1:cxn>
              <ns1:cxn ang="0">
                <ns1:pos x="T52" y="T53"/>
              </ns1:cxn>
              <ns1:cxn ang="0">
                <ns1:pos x="T54" y="T55"/>
              </ns1:cxn>
              <ns1:cxn ang="0">
                <ns1:pos x="T56" y="T57"/>
              </ns1:cxn>
              <ns1:cxn ang="0">
                <ns1:pos x="T58" y="T59"/>
              </ns1:cxn>
              <ns1:cxn ang="0">
                <ns1:pos x="T60" y="T61"/>
              </ns1:cxn>
              <ns1:cxn ang="0">
                <ns1:pos x="T62" y="T63"/>
              </ns1:cxn>
              <ns1:cxn ang="0">
                <ns1:pos x="T64" y="T65"/>
              </ns1:cxn>
              <ns1:cxn ang="0">
                <ns1:pos x="T66" y="T67"/>
              </ns1:cxn>
              <ns1:cxn ang="0">
                <ns1:pos x="T68" y="T69"/>
              </ns1:cxn>
              <ns1:cxn ang="0">
                <ns1:pos x="T70" y="T71"/>
              </ns1:cxn>
              <ns1:cxn ang="0">
                <ns1:pos x="T72" y="T73"/>
              </ns1:cxn>
              <ns1:cxn ang="0">
                <ns1:pos x="T74" y="T75"/>
              </ns1:cxn>
              <ns1:cxn ang="0">
                <ns1:pos x="T76" y="T77"/>
              </ns1:cxn>
              <ns1:cxn ang="0">
                <ns1:pos x="T78" y="T79"/>
              </ns1:cxn>
              <ns1:cxn ang="0">
                <ns1:pos x="T80" y="T81"/>
              </ns1:cxn>
              <ns1:cxn ang="0">
                <ns1:pos x="T82" y="T83"/>
              </ns1:cxn>
              <ns1:cxn ang="0">
                <ns1:pos x="T84" y="T85"/>
              </ns1:cxn>
              <ns1:cxn ang="0">
                <ns1:pos x="T86" y="T87"/>
              </ns1:cxn>
              <ns1:cxn ang="0">
                <ns1:pos x="T88" y="T89"/>
              </ns1:cxn>
              <ns1:cxn ang="0">
                <ns1:pos x="T90" y="T91"/>
              </ns1:cxn>
              <ns1:cxn ang="0">
                <ns1:pos x="T92" y="T93"/>
              </ns1:cxn>
              <ns1:cxn ang="0">
                <ns1:pos x="T94" y="T95"/>
              </ns1:cxn>
              <ns1:cxn ang="0">
                <ns1:pos x="T96" y="T97"/>
              </ns1:cxn>
              <ns1:cxn ang="0">
                <ns1:pos x="T98" y="T99"/>
              </ns1:cxn>
              <ns1:cxn ang="0">
                <ns1:pos x="T100" y="T101"/>
              </ns1:cxn>
              <ns1:cxn ang="0">
                <ns1:pos x="T102" y="T103"/>
              </ns1:cxn>
              <ns1:cxn ang="0">
                <ns1:pos x="T104" y="T105"/>
              </ns1:cxn>
              <ns1:cxn ang="0">
                <ns1:pos x="T106" y="T107"/>
              </ns1:cxn>
            </ns1:cxnLst>
            <ns1:rect l="0" t="0" r="r" b="b"/>
            <ns1:pathLst>
              <ns1:path w="112" h="87">
                <ns1:moveTo>
                  <ns1:pt x="32" y="18"/>
                </ns1:moveTo>
                <ns1:cubicBezTo>
                  <ns1:pt x="32" y="21"/>
                  <ns1:pt x="29" y="24"/>
                  <ns1:pt x="26" y="24"/>
                </ns1:cubicBezTo>
                <ns1:cubicBezTo>
                  <ns1:pt x="6" y="24"/>
                  <ns1:pt x="6" y="24"/>
                  <ns1:pt x="6" y="24"/>
                </ns1:cubicBezTo>
                <ns1:cubicBezTo>
                  <ns1:pt x="3" y="24"/>
                  <ns1:pt x="0" y="21"/>
                  <ns1:pt x="0" y="18"/>
                </ns1:cubicBezTo>
                <ns1:cubicBezTo>
                  <ns1:pt x="0" y="6"/>
                  <ns1:pt x="0" y="6"/>
                  <ns1:pt x="0" y="6"/>
                </ns1:cubicBezTo>
                <ns1:cubicBezTo>
                  <ns1:pt x="0" y="2"/>
                  <ns1:pt x="3" y="0"/>
                  <ns1:pt x="6" y="0"/>
                </ns1:cubicBezTo>
                <ns1:cubicBezTo>
                  <ns1:pt x="26" y="0"/>
                  <ns1:pt x="26" y="0"/>
                  <ns1:pt x="26" y="0"/>
                </ns1:cubicBezTo>
                <ns1:cubicBezTo>
                  <ns1:pt x="29" y="0"/>
                  <ns1:pt x="32" y="2"/>
                  <ns1:pt x="32" y="6"/>
                </ns1:cubicBezTo>
                <ns1:lnTo>
                  <ns1:pt x="32" y="18"/>
                </ns1:lnTo>
                <ns1:close/>
                <ns1:moveTo>
                  <ns1:pt x="32" y="50"/>
                </ns1:moveTo>
                <ns1:cubicBezTo>
                  <ns1:pt x="32" y="53"/>
                  <ns1:pt x="29" y="56"/>
                  <ns1:pt x="26" y="56"/>
                </ns1:cubicBezTo>
                <ns1:cubicBezTo>
                  <ns1:pt x="6" y="56"/>
                  <ns1:pt x="6" y="56"/>
                  <ns1:pt x="6" y="56"/>
                </ns1:cubicBezTo>
                <ns1:cubicBezTo>
                  <ns1:pt x="3" y="56"/>
                  <ns1:pt x="0" y="53"/>
                  <ns1:pt x="0" y="50"/>
                </ns1:cubicBezTo>
                <ns1:cubicBezTo>
                  <ns1:pt x="0" y="38"/>
                  <ns1:pt x="0" y="38"/>
                  <ns1:pt x="0" y="38"/>
                </ns1:cubicBezTo>
                <ns1:cubicBezTo>
                  <ns1:pt x="0" y="34"/>
                  <ns1:pt x="3" y="32"/>
                  <ns1:pt x="6" y="32"/>
                </ns1:cubicBezTo>
                <ns1:cubicBezTo>
                  <ns1:pt x="26" y="32"/>
                  <ns1:pt x="26" y="32"/>
                  <ns1:pt x="26" y="32"/>
                </ns1:cubicBezTo>
                <ns1:cubicBezTo>
                  <ns1:pt x="29" y="32"/>
                  <ns1:pt x="32" y="34"/>
                  <ns1:pt x="32" y="38"/>
                </ns1:cubicBezTo>
                <ns1:lnTo>
                  <ns1:pt x="32" y="50"/>
                </ns1:lnTo>
                <ns1:close/>
                <ns1:moveTo>
                  <ns1:pt x="32" y="81"/>
                </ns1:moveTo>
                <ns1:cubicBezTo>
                  <ns1:pt x="32" y="85"/>
                  <ns1:pt x="29" y="87"/>
                  <ns1:pt x="26" y="87"/>
                </ns1:cubicBezTo>
                <ns1:cubicBezTo>
                  <ns1:pt x="6" y="87"/>
                  <ns1:pt x="6" y="87"/>
                  <ns1:pt x="6" y="87"/>
                </ns1:cubicBezTo>
                <ns1:cubicBezTo>
                  <ns1:pt x="3" y="87"/>
                  <ns1:pt x="0" y="85"/>
                  <ns1:pt x="0" y="81"/>
                </ns1:cubicBezTo>
                <ns1:cubicBezTo>
                  <ns1:pt x="0" y="69"/>
                  <ns1:pt x="0" y="69"/>
                  <ns1:pt x="0" y="69"/>
                </ns1:cubicBezTo>
                <ns1:cubicBezTo>
                  <ns1:pt x="0" y="66"/>
                  <ns1:pt x="3" y="63"/>
                  <ns1:pt x="6" y="63"/>
                </ns1:cubicBezTo>
                <ns1:cubicBezTo>
                  <ns1:pt x="26" y="63"/>
                  <ns1:pt x="26" y="63"/>
                  <ns1:pt x="26" y="63"/>
                </ns1:cubicBezTo>
                <ns1:cubicBezTo>
                  <ns1:pt x="29" y="63"/>
                  <ns1:pt x="32" y="66"/>
                  <ns1:pt x="32" y="69"/>
                </ns1:cubicBezTo>
                <ns1:lnTo>
                  <ns1:pt x="32" y="81"/>
                </ns1:lnTo>
                <ns1:close/>
                <ns1:moveTo>
                  <ns1:pt x="112" y="18"/>
                </ns1:moveTo>
                <ns1:cubicBezTo>
                  <ns1:pt x="112" y="21"/>
                  <ns1:pt x="109" y="24"/>
                  <ns1:pt x="106" y="24"/>
                </ns1:cubicBezTo>
                <ns1:cubicBezTo>
                  <ns1:pt x="46" y="24"/>
                  <ns1:pt x="46" y="24"/>
                  <ns1:pt x="46" y="24"/>
                </ns1:cubicBezTo>
                <ns1:cubicBezTo>
                  <ns1:pt x="43" y="24"/>
                  <ns1:pt x="40" y="21"/>
                  <ns1:pt x="40" y="18"/>
                </ns1:cubicBezTo>
                <ns1:cubicBezTo>
                  <ns1:pt x="40" y="6"/>
                  <ns1:pt x="40" y="6"/>
                  <ns1:pt x="40" y="6"/>
                </ns1:cubicBezTo>
                <ns1:cubicBezTo>
                  <ns1:pt x="40" y="2"/>
                  <ns1:pt x="43" y="0"/>
                  <ns1:pt x="46" y="0"/>
                </ns1:cubicBezTo>
                <ns1:cubicBezTo>
                  <ns1:pt x="106" y="0"/>
                  <ns1:pt x="106" y="0"/>
                  <ns1:pt x="106" y="0"/>
                </ns1:cubicBezTo>
                <ns1:cubicBezTo>
                  <ns1:pt x="109" y="0"/>
                  <ns1:pt x="112" y="2"/>
                  <ns1:pt x="112" y="6"/>
                </ns1:cubicBezTo>
                <ns1:lnTo>
                  <ns1:pt x="112" y="18"/>
                </ns1:lnTo>
                <ns1:close/>
                <ns1:moveTo>
                  <ns1:pt x="112" y="50"/>
                </ns1:moveTo>
                <ns1:cubicBezTo>
                  <ns1:pt x="112" y="53"/>
                  <ns1:pt x="109" y="56"/>
                  <ns1:pt x="106" y="56"/>
                </ns1:cubicBezTo>
                <ns1:cubicBezTo>
                  <ns1:pt x="46" y="56"/>
                  <ns1:pt x="46" y="56"/>
                  <ns1:pt x="46" y="56"/>
                </ns1:cubicBezTo>
                <ns1:cubicBezTo>
                  <ns1:pt x="43" y="56"/>
                  <ns1:pt x="40" y="53"/>
                  <ns1:pt x="40" y="50"/>
                </ns1:cubicBezTo>
                <ns1:cubicBezTo>
                  <ns1:pt x="40" y="38"/>
                  <ns1:pt x="40" y="38"/>
                  <ns1:pt x="40" y="38"/>
                </ns1:cubicBezTo>
                <ns1:cubicBezTo>
                  <ns1:pt x="40" y="34"/>
                  <ns1:pt x="43" y="32"/>
                  <ns1:pt x="46" y="32"/>
                </ns1:cubicBezTo>
                <ns1:cubicBezTo>
                  <ns1:pt x="106" y="32"/>
                  <ns1:pt x="106" y="32"/>
                  <ns1:pt x="106" y="32"/>
                </ns1:cubicBezTo>
                <ns1:cubicBezTo>
                  <ns1:pt x="109" y="32"/>
                  <ns1:pt x="112" y="34"/>
                  <ns1:pt x="112" y="38"/>
                </ns1:cubicBezTo>
                <ns1:lnTo>
                  <ns1:pt x="112" y="50"/>
                </ns1:lnTo>
                <ns1:close/>
                <ns1:moveTo>
                  <ns1:pt x="112" y="81"/>
                </ns1:moveTo>
                <ns1:cubicBezTo>
                  <ns1:pt x="112" y="85"/>
                  <ns1:pt x="109" y="87"/>
                  <ns1:pt x="106" y="87"/>
                </ns1:cubicBezTo>
                <ns1:cubicBezTo>
                  <ns1:pt x="46" y="87"/>
                  <ns1:pt x="46" y="87"/>
                  <ns1:pt x="46" y="87"/>
                </ns1:cubicBezTo>
                <ns1:cubicBezTo>
                  <ns1:pt x="43" y="87"/>
                  <ns1:pt x="40" y="85"/>
                  <ns1:pt x="40" y="81"/>
                </ns1:cubicBezTo>
                <ns1:cubicBezTo>
                  <ns1:pt x="40" y="69"/>
                  <ns1:pt x="40" y="69"/>
                  <ns1:pt x="40" y="69"/>
                </ns1:cubicBezTo>
                <ns1:cubicBezTo>
                  <ns1:pt x="40" y="66"/>
                  <ns1:pt x="43" y="63"/>
                  <ns1:pt x="46" y="63"/>
                </ns1:cubicBezTo>
                <ns1:cubicBezTo>
                  <ns1:pt x="106" y="63"/>
                  <ns1:pt x="106" y="63"/>
                  <ns1:pt x="106" y="63"/>
                </ns1:cubicBezTo>
                <ns1:cubicBezTo>
                  <ns1:pt x="109" y="63"/>
                  <ns1:pt x="112" y="66"/>
                  <ns1:pt x="112" y="69"/>
                </ns1:cubicBezTo>
                <ns1:lnTo>
                  <ns1:pt x="112" y="81"/>
                </ns1:lnTo>
                <ns1:close/>
              </ns1:path>
            </ns1:pathLst>
          </ns1:custGeom>
          <ns1:solidFill>
            <ns1:srgbClr val="010101"/>
          </ns1:solidFill>
          <ns1:ln>
            <ns1:noFill/>
          </ns1:ln>
          <ns1:extLst>
            <ns1:ext uri="{91240B29-F687-4F45-9708-019B960494DF}">
              <ns2:hiddenLine w="9525">
                <ns1:solidFill>
                  <ns1:srgbClr val="000000"/>
                </ns1:solidFill>
                <ns1:round/>
                <ns1:headEnd/>
                <ns1:tailEnd/>
              </ns2:hiddenLine>
            </ns1:ext>
          </ns1:extLst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en-US" sz="2700"/>
          </ns1:p>
        </ns0:txBody>
      </ns0:sp>
      <ns0:sp>
        <ns0:nvSpPr>
          <ns0:cNvPr id="67" name="Freeform 65"/>
          <ns0:cNvSpPr>
            <ns1:spLocks/>
          </ns0:cNvSpPr>
          <ns0:nvPr/>
        </ns0:nvSpPr>
        <ns0:spPr bwMode="auto">
          <ns1:xfrm>
            <ns1:off x="8810626" y="676276"/>
            <ns1:ext cx="363538" cy="280988"/>
          </ns1:xfrm>
          <ns1:custGeom>
            <ns1:avLst/>
            <ns1:gdLst>
              <ns1:gd name="T0" fmla="*/ 96 w 97"/>
              <ns1:gd name="T1" fmla="*/ 19 h 75"/>
              <ns1:gd name="T2" fmla="*/ 50 w 97"/>
              <ns1:gd name="T3" fmla="*/ 64 h 75"/>
              <ns1:gd name="T4" fmla="*/ 42 w 97"/>
              <ns1:gd name="T5" fmla="*/ 73 h 75"/>
              <ns1:gd name="T6" fmla="*/ 38 w 97"/>
              <ns1:gd name="T7" fmla="*/ 75 h 75"/>
              <ns1:gd name="T8" fmla="*/ 33 w 97"/>
              <ns1:gd name="T9" fmla="*/ 73 h 75"/>
              <ns1:gd name="T10" fmla="*/ 25 w 97"/>
              <ns1:gd name="T11" fmla="*/ 64 h 75"/>
              <ns1:gd name="T12" fmla="*/ 2 w 97"/>
              <ns1:gd name="T13" fmla="*/ 42 h 75"/>
              <ns1:gd name="T14" fmla="*/ 0 w 97"/>
              <ns1:gd name="T15" fmla="*/ 38 h 75"/>
              <ns1:gd name="T16" fmla="*/ 2 w 97"/>
              <ns1:gd name="T17" fmla="*/ 33 h 75"/>
              <ns1:gd name="T18" fmla="*/ 11 w 97"/>
              <ns1:gd name="T19" fmla="*/ 25 h 75"/>
              <ns1:gd name="T20" fmla="*/ 15 w 97"/>
              <ns1:gd name="T21" fmla="*/ 23 h 75"/>
              <ns1:gd name="T22" fmla="*/ 19 w 97"/>
              <ns1:gd name="T23" fmla="*/ 25 h 75"/>
              <ns1:gd name="T24" fmla="*/ 38 w 97"/>
              <ns1:gd name="T25" fmla="*/ 43 h 75"/>
              <ns1:gd name="T26" fmla="*/ 79 w 97"/>
              <ns1:gd name="T27" fmla="*/ 2 h 75"/>
              <ns1:gd name="T28" fmla="*/ 83 w 97"/>
              <ns1:gd name="T29" fmla="*/ 0 h 75"/>
              <ns1:gd name="T30" fmla="*/ 87 w 97"/>
              <ns1:gd name="T31" fmla="*/ 2 h 75"/>
              <ns1:gd name="T32" fmla="*/ 96 w 97"/>
              <ns1:gd name="T33" fmla="*/ 11 h 75"/>
              <ns1:gd name="T34" fmla="*/ 97 w 97"/>
              <ns1:gd name="T35" fmla="*/ 15 h 75"/>
              <ns1:gd name="T36" fmla="*/ 96 w 97"/>
              <ns1:gd name="T37" fmla="*/ 19 h 75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  <ns1:cxn ang="0">
                <ns1:pos x="T32" y="T33"/>
              </ns1:cxn>
              <ns1:cxn ang="0">
                <ns1:pos x="T34" y="T35"/>
              </ns1:cxn>
              <ns1:cxn ang="0">
                <ns1:pos x="T36" y="T37"/>
              </ns1:cxn>
            </ns1:cxnLst>
            <ns1:rect l="0" t="0" r="r" b="b"/>
            <ns1:pathLst>
              <ns1:path w="97" h="75">
                <ns1:moveTo>
                  <ns1:pt x="96" y="19"/>
                </ns1:moveTo>
                <ns1:cubicBezTo>
                  <ns1:pt x="50" y="64"/>
                  <ns1:pt x="50" y="64"/>
                  <ns1:pt x="50" y="64"/>
                </ns1:cubicBezTo>
                <ns1:cubicBezTo>
                  <ns1:pt x="42" y="73"/>
                  <ns1:pt x="42" y="73"/>
                  <ns1:pt x="42" y="73"/>
                </ns1:cubicBezTo>
                <ns1:cubicBezTo>
                  <ns1:pt x="41" y="74"/>
                  <ns1:pt x="39" y="75"/>
                  <ns1:pt x="38" y="75"/>
                </ns1:cubicBezTo>
                <ns1:cubicBezTo>
                  <ns1:pt x="36" y="75"/>
                  <ns1:pt x="34" y="74"/>
                  <ns1:pt x="33" y="73"/>
                </ns1:cubicBezTo>
                <ns1:cubicBezTo>
                  <ns1:pt x="25" y="64"/>
                  <ns1:pt x="25" y="64"/>
                  <ns1:pt x="25" y="64"/>
                </ns1:cubicBezTo>
                <ns1:cubicBezTo>
                  <ns1:pt x="2" y="42"/>
                  <ns1:pt x="2" y="42"/>
                  <ns1:pt x="2" y="42"/>
                </ns1:cubicBezTo>
                <ns1:cubicBezTo>
                  <ns1:pt x="1" y="41"/>
                  <ns1:pt x="0" y="39"/>
                  <ns1:pt x="0" y="38"/>
                </ns1:cubicBezTo>
                <ns1:cubicBezTo>
                  <ns1:pt x="0" y="36"/>
                  <ns1:pt x="1" y="34"/>
                  <ns1:pt x="2" y="33"/>
                </ns1:cubicBezTo>
                <ns1:cubicBezTo>
                  <ns1:pt x="11" y="25"/>
                  <ns1:pt x="11" y="25"/>
                  <ns1:pt x="11" y="25"/>
                </ns1:cubicBezTo>
                <ns1:cubicBezTo>
                  <ns1:pt x="12" y="24"/>
                  <ns1:pt x="13" y="23"/>
                  <ns1:pt x="15" y="23"/>
                </ns1:cubicBezTo>
                <ns1:cubicBezTo>
                  <ns1:pt x="17" y="23"/>
                  <ns1:pt x="18" y="24"/>
                  <ns1:pt x="19" y="25"/>
                </ns1:cubicBezTo>
                <ns1:cubicBezTo>
                  <ns1:pt x="38" y="43"/>
                  <ns1:pt x="38" y="43"/>
                  <ns1:pt x="38" y="43"/>
                </ns1:cubicBezTo>
                <ns1:cubicBezTo>
                  <ns1:pt x="79" y="2"/>
                  <ns1:pt x="79" y="2"/>
                  <ns1:pt x="79" y="2"/>
                </ns1:cubicBezTo>
                <ns1:cubicBezTo>
                  <ns1:pt x="80" y="1"/>
                  <ns1:pt x="81" y="0"/>
                  <ns1:pt x="83" y="0"/>
                </ns1:cubicBezTo>
                <ns1:cubicBezTo>
                  <ns1:pt x="84" y="0"/>
                  <ns1:pt x="86" y="1"/>
                  <ns1:pt x="87" y="2"/>
                </ns1:cubicBezTo>
                <ns1:cubicBezTo>
                  <ns1:pt x="96" y="11"/>
                  <ns1:pt x="96" y="11"/>
                  <ns1:pt x="96" y="11"/>
                </ns1:cubicBezTo>
                <ns1:cubicBezTo>
                  <ns1:pt x="97" y="12"/>
                  <ns1:pt x="97" y="13"/>
                  <ns1:pt x="97" y="15"/>
                </ns1:cubicBezTo>
                <ns1:cubicBezTo>
                  <ns1:pt x="97" y="16"/>
                  <ns1:pt x="97" y="18"/>
                  <ns1:pt x="96" y="19"/>
                </ns1:cubicBezTo>
                <ns1:close/>
              </ns1:path>
            </ns1:pathLst>
          </ns1:custGeom>
          <ns1:solidFill>
            <ns1:srgbClr val="010101"/>
          </ns1:solidFill>
          <ns1:ln>
            <ns1:noFill/>
          </ns1:ln>
          <ns1:extLst>
            <ns1:ext uri="{91240B29-F687-4F45-9708-019B960494DF}">
              <ns2:hiddenLine w="9525">
                <ns1:solidFill>
                  <ns1:srgbClr val="000000"/>
                </ns1:solidFill>
                <ns1:round/>
                <ns1:headEnd/>
                <ns1:tailEnd/>
              </ns2:hiddenLine>
            </ns1:ext>
          </ns1:extLst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en-US" sz="2700"/>
          </ns1:p>
        </ns0:txBody>
      </ns0:sp>
      <ns0:sp>
        <ns0:nvSpPr>
          <ns0:cNvPr id="68" name="Freeform 66"/>
          <ns0:cNvSpPr>
            <ns1:spLocks/>
          </ns0:cNvSpPr>
          <ns0:nvPr/>
        </ns0:nvSpPr>
        <ns0:spPr bwMode="auto">
          <ns1:xfrm>
            <ns1:off x="9501189" y="684213"/>
            <ns1:ext cx="277813" cy="280988"/>
          </ns1:xfrm>
          <ns1:custGeom>
            <ns1:avLst/>
            <ns1:gdLst>
              <ns1:gd name="T0" fmla="*/ 72 w 74"/>
              <ns1:gd name="T1" fmla="*/ 64 h 75"/>
              <ns1:gd name="T2" fmla="*/ 64 w 74"/>
              <ns1:gd name="T3" fmla="*/ 73 h 75"/>
              <ns1:gd name="T4" fmla="*/ 59 w 74"/>
              <ns1:gd name="T5" fmla="*/ 75 h 75"/>
              <ns1:gd name="T6" fmla="*/ 55 w 74"/>
              <ns1:gd name="T7" fmla="*/ 73 h 75"/>
              <ns1:gd name="T8" fmla="*/ 37 w 74"/>
              <ns1:gd name="T9" fmla="*/ 54 h 75"/>
              <ns1:gd name="T10" fmla="*/ 18 w 74"/>
              <ns1:gd name="T11" fmla="*/ 73 h 75"/>
              <ns1:gd name="T12" fmla="*/ 14 w 74"/>
              <ns1:gd name="T13" fmla="*/ 75 h 75"/>
              <ns1:gd name="T14" fmla="*/ 10 w 74"/>
              <ns1:gd name="T15" fmla="*/ 73 h 75"/>
              <ns1:gd name="T16" fmla="*/ 2 w 74"/>
              <ns1:gd name="T17" fmla="*/ 64 h 75"/>
              <ns1:gd name="T18" fmla="*/ 0 w 74"/>
              <ns1:gd name="T19" fmla="*/ 60 h 75"/>
              <ns1:gd name="T20" fmla="*/ 2 w 74"/>
              <ns1:gd name="T21" fmla="*/ 56 h 75"/>
              <ns1:gd name="T22" fmla="*/ 20 w 74"/>
              <ns1:gd name="T23" fmla="*/ 38 h 75"/>
              <ns1:gd name="T24" fmla="*/ 2 w 74"/>
              <ns1:gd name="T25" fmla="*/ 19 h 75"/>
              <ns1:gd name="T26" fmla="*/ 0 w 74"/>
              <ns1:gd name="T27" fmla="*/ 15 h 75"/>
              <ns1:gd name="T28" fmla="*/ 2 w 74"/>
              <ns1:gd name="T29" fmla="*/ 11 h 75"/>
              <ns1:gd name="T30" fmla="*/ 10 w 74"/>
              <ns1:gd name="T31" fmla="*/ 2 h 75"/>
              <ns1:gd name="T32" fmla="*/ 14 w 74"/>
              <ns1:gd name="T33" fmla="*/ 0 h 75"/>
              <ns1:gd name="T34" fmla="*/ 18 w 74"/>
              <ns1:gd name="T35" fmla="*/ 2 h 75"/>
              <ns1:gd name="T36" fmla="*/ 37 w 74"/>
              <ns1:gd name="T37" fmla="*/ 21 h 75"/>
              <ns1:gd name="T38" fmla="*/ 55 w 74"/>
              <ns1:gd name="T39" fmla="*/ 2 h 75"/>
              <ns1:gd name="T40" fmla="*/ 59 w 74"/>
              <ns1:gd name="T41" fmla="*/ 0 h 75"/>
              <ns1:gd name="T42" fmla="*/ 64 w 74"/>
              <ns1:gd name="T43" fmla="*/ 2 h 75"/>
              <ns1:gd name="T44" fmla="*/ 72 w 74"/>
              <ns1:gd name="T45" fmla="*/ 11 h 75"/>
              <ns1:gd name="T46" fmla="*/ 74 w 74"/>
              <ns1:gd name="T47" fmla="*/ 15 h 75"/>
              <ns1:gd name="T48" fmla="*/ 72 w 74"/>
              <ns1:gd name="T49" fmla="*/ 19 h 75"/>
              <ns1:gd name="T50" fmla="*/ 54 w 74"/>
              <ns1:gd name="T51" fmla="*/ 38 h 75"/>
              <ns1:gd name="T52" fmla="*/ 72 w 74"/>
              <ns1:gd name="T53" fmla="*/ 56 h 75"/>
              <ns1:gd name="T54" fmla="*/ 74 w 74"/>
              <ns1:gd name="T55" fmla="*/ 60 h 75"/>
              <ns1:gd name="T56" fmla="*/ 72 w 74"/>
              <ns1:gd name="T57" fmla="*/ 64 h 75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  <ns1:cxn ang="0">
                <ns1:pos x="T32" y="T33"/>
              </ns1:cxn>
              <ns1:cxn ang="0">
                <ns1:pos x="T34" y="T35"/>
              </ns1:cxn>
              <ns1:cxn ang="0">
                <ns1:pos x="T36" y="T37"/>
              </ns1:cxn>
              <ns1:cxn ang="0">
                <ns1:pos x="T38" y="T39"/>
              </ns1:cxn>
              <ns1:cxn ang="0">
                <ns1:pos x="T40" y="T41"/>
              </ns1:cxn>
              <ns1:cxn ang="0">
                <ns1:pos x="T42" y="T43"/>
              </ns1:cxn>
              <ns1:cxn ang="0">
                <ns1:pos x="T44" y="T45"/>
              </ns1:cxn>
              <ns1:cxn ang="0">
                <ns1:pos x="T46" y="T47"/>
              </ns1:cxn>
              <ns1:cxn ang="0">
                <ns1:pos x="T48" y="T49"/>
              </ns1:cxn>
              <ns1:cxn ang="0">
                <ns1:pos x="T50" y="T51"/>
              </ns1:cxn>
              <ns1:cxn ang="0">
                <ns1:pos x="T52" y="T53"/>
              </ns1:cxn>
              <ns1:cxn ang="0">
                <ns1:pos x="T54" y="T55"/>
              </ns1:cxn>
              <ns1:cxn ang="0">
                <ns1:pos x="T56" y="T57"/>
              </ns1:cxn>
            </ns1:cxnLst>
            <ns1:rect l="0" t="0" r="r" b="b"/>
            <ns1:pathLst>
              <ns1:path w="74" h="75">
                <ns1:moveTo>
                  <ns1:pt x="72" y="64"/>
                </ns1:moveTo>
                <ns1:cubicBezTo>
                  <ns1:pt x="64" y="73"/>
                  <ns1:pt x="64" y="73"/>
                  <ns1:pt x="64" y="73"/>
                </ns1:cubicBezTo>
                <ns1:cubicBezTo>
                  <ns1:pt x="63" y="74"/>
                  <ns1:pt x="61" y="75"/>
                  <ns1:pt x="59" y="75"/>
                </ns1:cubicBezTo>
                <ns1:cubicBezTo>
                  <ns1:pt x="58" y="75"/>
                  <ns1:pt x="56" y="74"/>
                  <ns1:pt x="55" y="73"/>
                </ns1:cubicBezTo>
                <ns1:cubicBezTo>
                  <ns1:pt x="37" y="54"/>
                  <ns1:pt x="37" y="54"/>
                  <ns1:pt x="37" y="54"/>
                </ns1:cubicBezTo>
                <ns1:cubicBezTo>
                  <ns1:pt x="18" y="73"/>
                  <ns1:pt x="18" y="73"/>
                  <ns1:pt x="18" y="73"/>
                </ns1:cubicBezTo>
                <ns1:cubicBezTo>
                  <ns1:pt x="17" y="74"/>
                  <ns1:pt x="16" y="75"/>
                  <ns1:pt x="14" y="75"/>
                </ns1:cubicBezTo>
                <ns1:cubicBezTo>
                  <ns1:pt x="13" y="75"/>
                  <ns1:pt x="11" y="74"/>
                  <ns1:pt x="10" y="73"/>
                </ns1:cubicBezTo>
                <ns1:cubicBezTo>
                  <ns1:pt x="2" y="64"/>
                  <ns1:pt x="2" y="64"/>
                  <ns1:pt x="2" y="64"/>
                </ns1:cubicBezTo>
                <ns1:cubicBezTo>
                  <ns1:pt x="0" y="63"/>
                  <ns1:pt x="0" y="62"/>
                  <ns1:pt x="0" y="60"/>
                </ns1:cubicBezTo>
                <ns1:cubicBezTo>
                  <ns1:pt x="0" y="59"/>
                  <ns1:pt x="0" y="57"/>
                  <ns1:pt x="2" y="56"/>
                </ns1:cubicBezTo>
                <ns1:cubicBezTo>
                  <ns1:pt x="20" y="38"/>
                  <ns1:pt x="20" y="38"/>
                  <ns1:pt x="20" y="38"/>
                </ns1:cubicBezTo>
                <ns1:cubicBezTo>
                  <ns1:pt x="2" y="19"/>
                  <ns1:pt x="2" y="19"/>
                  <ns1:pt x="2" y="19"/>
                </ns1:cubicBezTo>
                <ns1:cubicBezTo>
                  <ns1:pt x="0" y="18"/>
                  <ns1:pt x="0" y="16"/>
                  <ns1:pt x="0" y="15"/>
                </ns1:cubicBezTo>
                <ns1:cubicBezTo>
                  <ns1:pt x="0" y="13"/>
                  <ns1:pt x="0" y="12"/>
                  <ns1:pt x="2" y="11"/>
                </ns1:cubicBezTo>
                <ns1:cubicBezTo>
                  <ns1:pt x="10" y="2"/>
                  <ns1:pt x="10" y="2"/>
                  <ns1:pt x="10" y="2"/>
                </ns1:cubicBezTo>
                <ns1:cubicBezTo>
                  <ns1:pt x="11" y="1"/>
                  <ns1:pt x="13" y="0"/>
                  <ns1:pt x="14" y="0"/>
                </ns1:cubicBezTo>
                <ns1:cubicBezTo>
                  <ns1:pt x="16" y="0"/>
                  <ns1:pt x="17" y="1"/>
                  <ns1:pt x="18" y="2"/>
                </ns1:cubicBezTo>
                <ns1:cubicBezTo>
                  <ns1:pt x="37" y="21"/>
                  <ns1:pt x="37" y="21"/>
                  <ns1:pt x="37" y="21"/>
                </ns1:cubicBezTo>
                <ns1:cubicBezTo>
                  <ns1:pt x="55" y="2"/>
                  <ns1:pt x="55" y="2"/>
                  <ns1:pt x="55" y="2"/>
                </ns1:cubicBezTo>
                <ns1:cubicBezTo>
                  <ns1:pt x="56" y="1"/>
                  <ns1:pt x="58" y="0"/>
                  <ns1:pt x="59" y="0"/>
                </ns1:cubicBezTo>
                <ns1:cubicBezTo>
                  <ns1:pt x="61" y="0"/>
                  <ns1:pt x="63" y="1"/>
                  <ns1:pt x="64" y="2"/>
                </ns1:cubicBezTo>
                <ns1:cubicBezTo>
                  <ns1:pt x="72" y="11"/>
                  <ns1:pt x="72" y="11"/>
                  <ns1:pt x="72" y="11"/>
                </ns1:cubicBezTo>
                <ns1:cubicBezTo>
                  <ns1:pt x="73" y="12"/>
                  <ns1:pt x="74" y="13"/>
                  <ns1:pt x="74" y="15"/>
                </ns1:cubicBezTo>
                <ns1:cubicBezTo>
                  <ns1:pt x="74" y="16"/>
                  <ns1:pt x="73" y="18"/>
                  <ns1:pt x="72" y="19"/>
                </ns1:cubicBezTo>
                <ns1:cubicBezTo>
                  <ns1:pt x="54" y="38"/>
                  <ns1:pt x="54" y="38"/>
                  <ns1:pt x="54" y="38"/>
                </ns1:cubicBezTo>
                <ns1:cubicBezTo>
                  <ns1:pt x="72" y="56"/>
                  <ns1:pt x="72" y="56"/>
                  <ns1:pt x="72" y="56"/>
                </ns1:cubicBezTo>
                <ns1:cubicBezTo>
                  <ns1:pt x="73" y="57"/>
                  <ns1:pt x="74" y="59"/>
                  <ns1:pt x="74" y="60"/>
                </ns1:cubicBezTo>
                <ns1:cubicBezTo>
                  <ns1:pt x="74" y="62"/>
                  <ns1:pt x="73" y="63"/>
                  <ns1:pt x="72" y="64"/>
                </ns1:cubicBezTo>
                <ns1:close/>
              </ns1:path>
            </ns1:pathLst>
          </ns1:custGeom>
          <ns1:solidFill>
            <ns1:srgbClr val="010101"/>
          </ns1:solidFill>
          <ns1:ln>
            <ns1:noFill/>
          </ns1:ln>
          <ns1:extLst>
            <ns1:ext uri="{91240B29-F687-4F45-9708-019B960494DF}">
              <ns2:hiddenLine w="9525">
                <ns1:solidFill>
                  <ns1:srgbClr val="000000"/>
                </ns1:solidFill>
                <ns1:round/>
                <ns1:headEnd/>
                <ns1:tailEnd/>
              </ns2:hiddenLine>
            </ns1:ext>
          </ns1:extLst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en-US" sz="2700"/>
          </ns1:p>
        </ns0:txBody>
      </ns0:sp>
      <ns0:sp>
        <ns0:nvSpPr>
          <ns0:cNvPr id="69" name="Freeform 67"/>
          <ns0:cNvSpPr>
            <ns1:spLocks noEditPoints="1"/>
          </ns0:cNvSpPr>
          <ns0:nvPr/>
        </ns0:nvSpPr>
        <ns0:spPr bwMode="auto">
          <ns1:xfrm>
            <ns1:off x="10090152" y="631827"/>
            <ns1:ext cx="390525" cy="385763"/>
          </ns1:xfrm>
          <ns1:custGeom>
            <ns1:avLst/>
            <ns1:gdLst>
              <ns1:gd name="T0" fmla="*/ 96 w 104"/>
              <ns1:gd name="T1" fmla="*/ 103 h 103"/>
              <ns1:gd name="T2" fmla="*/ 90 w 104"/>
              <ns1:gd name="T3" fmla="*/ 101 h 103"/>
              <ns1:gd name="T4" fmla="*/ 69 w 104"/>
              <ns1:gd name="T5" fmla="*/ 80 h 103"/>
              <ns1:gd name="T6" fmla="*/ 44 w 104"/>
              <ns1:gd name="T7" fmla="*/ 87 h 103"/>
              <ns1:gd name="T8" fmla="*/ 0 w 104"/>
              <ns1:gd name="T9" fmla="*/ 44 h 103"/>
              <ns1:gd name="T10" fmla="*/ 44 w 104"/>
              <ns1:gd name="T11" fmla="*/ 0 h 103"/>
              <ns1:gd name="T12" fmla="*/ 88 w 104"/>
              <ns1:gd name="T13" fmla="*/ 44 h 103"/>
              <ns1:gd name="T14" fmla="*/ 80 w 104"/>
              <ns1:gd name="T15" fmla="*/ 68 h 103"/>
              <ns1:gd name="T16" fmla="*/ 102 w 104"/>
              <ns1:gd name="T17" fmla="*/ 90 h 103"/>
              <ns1:gd name="T18" fmla="*/ 104 w 104"/>
              <ns1:gd name="T19" fmla="*/ 95 h 103"/>
              <ns1:gd name="T20" fmla="*/ 96 w 104"/>
              <ns1:gd name="T21" fmla="*/ 103 h 103"/>
              <ns1:gd name="T22" fmla="*/ 44 w 104"/>
              <ns1:gd name="T23" fmla="*/ 16 h 103"/>
              <ns1:gd name="T24" fmla="*/ 16 w 104"/>
              <ns1:gd name="T25" fmla="*/ 44 h 103"/>
              <ns1:gd name="T26" fmla="*/ 44 w 104"/>
              <ns1:gd name="T27" fmla="*/ 71 h 103"/>
              <ns1:gd name="T28" fmla="*/ 72 w 104"/>
              <ns1:gd name="T29" fmla="*/ 44 h 103"/>
              <ns1:gd name="T30" fmla="*/ 44 w 104"/>
              <ns1:gd name="T31" fmla="*/ 16 h 103"/>
              <ns1:gd name="T32" fmla="*/ 64 w 104"/>
              <ns1:gd name="T33" fmla="*/ 46 h 103"/>
              <ns1:gd name="T34" fmla="*/ 62 w 104"/>
              <ns1:gd name="T35" fmla="*/ 48 h 103"/>
              <ns1:gd name="T36" fmla="*/ 48 w 104"/>
              <ns1:gd name="T37" fmla="*/ 48 h 103"/>
              <ns1:gd name="T38" fmla="*/ 48 w 104"/>
              <ns1:gd name="T39" fmla="*/ 61 h 103"/>
              <ns1:gd name="T40" fmla="*/ 46 w 104"/>
              <ns1:gd name="T41" fmla="*/ 63 h 103"/>
              <ns1:gd name="T42" fmla="*/ 42 w 104"/>
              <ns1:gd name="T43" fmla="*/ 63 h 103"/>
              <ns1:gd name="T44" fmla="*/ 40 w 104"/>
              <ns1:gd name="T45" fmla="*/ 61 h 103"/>
              <ns1:gd name="T46" fmla="*/ 40 w 104"/>
              <ns1:gd name="T47" fmla="*/ 48 h 103"/>
              <ns1:gd name="T48" fmla="*/ 26 w 104"/>
              <ns1:gd name="T49" fmla="*/ 48 h 103"/>
              <ns1:gd name="T50" fmla="*/ 24 w 104"/>
              <ns1:gd name="T51" fmla="*/ 46 h 103"/>
              <ns1:gd name="T52" fmla="*/ 24 w 104"/>
              <ns1:gd name="T53" fmla="*/ 42 h 103"/>
              <ns1:gd name="T54" fmla="*/ 26 w 104"/>
              <ns1:gd name="T55" fmla="*/ 40 h 103"/>
              <ns1:gd name="T56" fmla="*/ 40 w 104"/>
              <ns1:gd name="T57" fmla="*/ 40 h 103"/>
              <ns1:gd name="T58" fmla="*/ 40 w 104"/>
              <ns1:gd name="T59" fmla="*/ 26 h 103"/>
              <ns1:gd name="T60" fmla="*/ 42 w 104"/>
              <ns1:gd name="T61" fmla="*/ 24 h 103"/>
              <ns1:gd name="T62" fmla="*/ 46 w 104"/>
              <ns1:gd name="T63" fmla="*/ 24 h 103"/>
              <ns1:gd name="T64" fmla="*/ 48 w 104"/>
              <ns1:gd name="T65" fmla="*/ 26 h 103"/>
              <ns1:gd name="T66" fmla="*/ 48 w 104"/>
              <ns1:gd name="T67" fmla="*/ 40 h 103"/>
              <ns1:gd name="T68" fmla="*/ 62 w 104"/>
              <ns1:gd name="T69" fmla="*/ 40 h 103"/>
              <ns1:gd name="T70" fmla="*/ 64 w 104"/>
              <ns1:gd name="T71" fmla="*/ 42 h 103"/>
              <ns1:gd name="T72" fmla="*/ 64 w 104"/>
              <ns1:gd name="T73" fmla="*/ 46 h 103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  <ns1:cxn ang="0">
                <ns1:pos x="T32" y="T33"/>
              </ns1:cxn>
              <ns1:cxn ang="0">
                <ns1:pos x="T34" y="T35"/>
              </ns1:cxn>
              <ns1:cxn ang="0">
                <ns1:pos x="T36" y="T37"/>
              </ns1:cxn>
              <ns1:cxn ang="0">
                <ns1:pos x="T38" y="T39"/>
              </ns1:cxn>
              <ns1:cxn ang="0">
                <ns1:pos x="T40" y="T41"/>
              </ns1:cxn>
              <ns1:cxn ang="0">
                <ns1:pos x="T42" y="T43"/>
              </ns1:cxn>
              <ns1:cxn ang="0">
                <ns1:pos x="T44" y="T45"/>
              </ns1:cxn>
              <ns1:cxn ang="0">
                <ns1:pos x="T46" y="T47"/>
              </ns1:cxn>
              <ns1:cxn ang="0">
                <ns1:pos x="T48" y="T49"/>
              </ns1:cxn>
              <ns1:cxn ang="0">
                <ns1:pos x="T50" y="T51"/>
              </ns1:cxn>
              <ns1:cxn ang="0">
                <ns1:pos x="T52" y="T53"/>
              </ns1:cxn>
              <ns1:cxn ang="0">
                <ns1:pos x="T54" y="T55"/>
              </ns1:cxn>
              <ns1:cxn ang="0">
                <ns1:pos x="T56" y="T57"/>
              </ns1:cxn>
              <ns1:cxn ang="0">
                <ns1:pos x="T58" y="T59"/>
              </ns1:cxn>
              <ns1:cxn ang="0">
                <ns1:pos x="T60" y="T61"/>
              </ns1:cxn>
              <ns1:cxn ang="0">
                <ns1:pos x="T62" y="T63"/>
              </ns1:cxn>
              <ns1:cxn ang="0">
                <ns1:pos x="T64" y="T65"/>
              </ns1:cxn>
              <ns1:cxn ang="0">
                <ns1:pos x="T66" y="T67"/>
              </ns1:cxn>
              <ns1:cxn ang="0">
                <ns1:pos x="T68" y="T69"/>
              </ns1:cxn>
              <ns1:cxn ang="0">
                <ns1:pos x="T70" y="T71"/>
              </ns1:cxn>
              <ns1:cxn ang="0">
                <ns1:pos x="T72" y="T73"/>
              </ns1:cxn>
            </ns1:cxnLst>
            <ns1:rect l="0" t="0" r="r" b="b"/>
            <ns1:pathLst>
              <ns1:path w="104" h="103">
                <ns1:moveTo>
                  <ns1:pt x="96" y="103"/>
                </ns1:moveTo>
                <ns1:cubicBezTo>
                  <ns1:pt x="94" y="103"/>
                  <ns1:pt x="92" y="103"/>
                  <ns1:pt x="90" y="101"/>
                </ns1:cubicBezTo>
                <ns1:cubicBezTo>
                  <ns1:pt x="69" y="80"/>
                  <ns1:pt x="69" y="80"/>
                  <ns1:pt x="69" y="80"/>
                </ns1:cubicBezTo>
                <ns1:cubicBezTo>
                  <ns1:pt x="62" y="85"/>
                  <ns1:pt x="53" y="87"/>
                  <ns1:pt x="44" y="87"/>
                </ns1:cubicBezTo>
                <ns1:cubicBezTo>
                  <ns1:pt x="20" y="87"/>
                  <ns1:pt x="0" y="68"/>
                  <ns1:pt x="0" y="44"/>
                </ns1:cubicBezTo>
                <ns1:cubicBezTo>
                  <ns1:pt x="0" y="19"/>
                  <ns1:pt x="20" y="0"/>
                  <ns1:pt x="44" y="0"/>
                </ns1:cubicBezTo>
                <ns1:cubicBezTo>
                  <ns1:pt x="68" y="0"/>
                  <ns1:pt x="88" y="19"/>
                  <ns1:pt x="88" y="44"/>
                </ns1:cubicBezTo>
                <ns1:cubicBezTo>
                  <ns1:pt x="88" y="52"/>
                  <ns1:pt x="85" y="61"/>
                  <ns1:pt x="80" y="68"/>
                </ns1:cubicBezTo>
                <ns1:cubicBezTo>
                  <ns1:pt x="102" y="90"/>
                  <ns1:pt x="102" y="90"/>
                  <ns1:pt x="102" y="90"/>
                </ns1:cubicBezTo>
                <ns1:cubicBezTo>
                  <ns1:pt x="103" y="91"/>
                  <ns1:pt x="104" y="93"/>
                  <ns1:pt x="104" y="95"/>
                </ns1:cubicBezTo>
                <ns1:cubicBezTo>
                  <ns1:pt x="104" y="100"/>
                  <ns1:pt x="100" y="103"/>
                  <ns1:pt x="96" y="103"/>
                </ns1:cubicBezTo>
                <ns1:close/>
                <ns1:moveTo>
                  <ns1:pt x="44" y="16"/>
                </ns1:moveTo>
                <ns1:cubicBezTo>
                  <ns1:pt x="29" y="16"/>
                  <ns1:pt x="16" y="28"/>
                  <ns1:pt x="16" y="44"/>
                </ns1:cubicBezTo>
                <ns1:cubicBezTo>
                  <ns1:pt x="16" y="59"/>
                  <ns1:pt x="29" y="71"/>
                  <ns1:pt x="44" y="71"/>
                </ns1:cubicBezTo>
                <ns1:cubicBezTo>
                  <ns1:pt x="60" y="71"/>
                  <ns1:pt x="72" y="59"/>
                  <ns1:pt x="72" y="44"/>
                </ns1:cubicBezTo>
                <ns1:cubicBezTo>
                  <ns1:pt x="72" y="28"/>
                  <ns1:pt x="60" y="16"/>
                  <ns1:pt x="44" y="16"/>
                </ns1:cubicBezTo>
                <ns1:close/>
                <ns1:moveTo>
                  <ns1:pt x="64" y="46"/>
                </ns1:moveTo>
                <ns1:cubicBezTo>
                  <ns1:pt x="64" y="47"/>
                  <ns1:pt x="63" y="48"/>
                  <ns1:pt x="62" y="48"/>
                </ns1:cubicBezTo>
                <ns1:cubicBezTo>
                  <ns1:pt x="48" y="48"/>
                  <ns1:pt x="48" y="48"/>
                  <ns1:pt x="48" y="48"/>
                </ns1:cubicBezTo>
                <ns1:cubicBezTo>
                  <ns1:pt x="48" y="61"/>
                  <ns1:pt x="48" y="61"/>
                  <ns1:pt x="48" y="61"/>
                </ns1:cubicBezTo>
                <ns1:cubicBezTo>
                  <ns1:pt x="48" y="63"/>
                  <ns1:pt x="47" y="63"/>
                  <ns1:pt x="46" y="63"/>
                </ns1:cubicBezTo>
                <ns1:cubicBezTo>
                  <ns1:pt x="42" y="63"/>
                  <ns1:pt x="42" y="63"/>
                  <ns1:pt x="42" y="63"/>
                </ns1:cubicBezTo>
                <ns1:cubicBezTo>
                  <ns1:pt x="41" y="63"/>
                  <ns1:pt x="40" y="63"/>
                  <ns1:pt x="40" y="61"/>
                </ns1:cubicBezTo>
                <ns1:cubicBezTo>
                  <ns1:pt x="40" y="48"/>
                  <ns1:pt x="40" y="48"/>
                  <ns1:pt x="40" y="48"/>
                </ns1:cubicBezTo>
                <ns1:cubicBezTo>
                  <ns1:pt x="26" y="48"/>
                  <ns1:pt x="26" y="48"/>
                  <ns1:pt x="26" y="48"/>
                </ns1:cubicBezTo>
                <ns1:cubicBezTo>
                  <ns1:pt x="25" y="48"/>
                  <ns1:pt x="24" y="47"/>
                  <ns1:pt x="24" y="46"/>
                </ns1:cubicBezTo>
                <ns1:cubicBezTo>
                  <ns1:pt x="24" y="42"/>
                  <ns1:pt x="24" y="42"/>
                  <ns1:pt x="24" y="42"/>
                </ns1:cubicBezTo>
                <ns1:cubicBezTo>
                  <ns1:pt x="24" y="40"/>
                  <ns1:pt x="25" y="40"/>
                  <ns1:pt x="26" y="40"/>
                </ns1:cubicBezTo>
                <ns1:cubicBezTo>
                  <ns1:pt x="40" y="40"/>
                  <ns1:pt x="40" y="40"/>
                  <ns1:pt x="40" y="40"/>
                </ns1:cubicBezTo>
                <ns1:cubicBezTo>
                  <ns1:pt x="40" y="26"/>
                  <ns1:pt x="40" y="26"/>
                  <ns1:pt x="40" y="26"/>
                </ns1:cubicBezTo>
                <ns1:cubicBezTo>
                  <ns1:pt x="40" y="24"/>
                  <ns1:pt x="41" y="24"/>
                  <ns1:pt x="42" y="24"/>
                </ns1:cubicBezTo>
                <ns1:cubicBezTo>
                  <ns1:pt x="46" y="24"/>
                  <ns1:pt x="46" y="24"/>
                  <ns1:pt x="46" y="24"/>
                </ns1:cubicBezTo>
                <ns1:cubicBezTo>
                  <ns1:pt x="47" y="24"/>
                  <ns1:pt x="48" y="24"/>
                  <ns1:pt x="48" y="26"/>
                </ns1:cubicBezTo>
                <ns1:cubicBezTo>
                  <ns1:pt x="48" y="40"/>
                  <ns1:pt x="48" y="40"/>
                  <ns1:pt x="48" y="40"/>
                </ns1:cubicBezTo>
                <ns1:cubicBezTo>
                  <ns1:pt x="62" y="40"/>
                  <ns1:pt x="62" y="40"/>
                  <ns1:pt x="62" y="40"/>
                </ns1:cubicBezTo>
                <ns1:cubicBezTo>
                  <ns1:pt x="63" y="40"/>
                  <ns1:pt x="64" y="40"/>
                  <ns1:pt x="64" y="42"/>
                </ns1:cubicBezTo>
                <ns1:lnTo>
                  <ns1:pt x="64" y="46"/>
                </ns1:lnTo>
                <ns1:close/>
              </ns1:path>
            </ns1:pathLst>
          </ns1:custGeom>
          <ns1:solidFill>
            <ns1:srgbClr val="010101"/>
          </ns1:solidFill>
          <ns1:ln>
            <ns1:noFill/>
          </ns1:ln>
          <ns1:extLst>
            <ns1:ext uri="{91240B29-F687-4F45-9708-019B960494DF}">
              <ns2:hiddenLine w="9525">
                <ns1:solidFill>
                  <ns1:srgbClr val="000000"/>
                </ns1:solidFill>
                <ns1:round/>
                <ns1:headEnd/>
                <ns1:tailEnd/>
              </ns2:hiddenLine>
            </ns1:ext>
          </ns1:extLst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en-US" sz="2700"/>
          </ns1:p>
        </ns0:txBody>
      </ns0:sp>
      <ns0:sp>
        <ns0:nvSpPr>
          <ns0:cNvPr id="70" name="Freeform 68"/>
          <ns0:cNvSpPr>
            <ns1:spLocks noEditPoints="1"/>
          </ns0:cNvSpPr>
          <ns0:nvPr/>
        </ns0:nvSpPr>
        <ns0:spPr bwMode="auto">
          <ns1:xfrm>
            <ns1:off x="10736264" y="631826"/>
            <ns1:ext cx="390525" cy="355600"/>
          </ns1:xfrm>
          <ns1:custGeom>
            <ns1:avLst/>
            <ns1:gdLst>
              <ns1:gd name="T0" fmla="*/ 104 w 104"/>
              <ns1:gd name="T1" fmla="*/ 77 h 95"/>
              <ns1:gd name="T2" fmla="*/ 102 w 104"/>
              <ns1:gd name="T3" fmla="*/ 79 h 95"/>
              <ns1:gd name="T4" fmla="*/ 88 w 104"/>
              <ns1:gd name="T5" fmla="*/ 79 h 95"/>
              <ns1:gd name="T6" fmla="*/ 88 w 104"/>
              <ns1:gd name="T7" fmla="*/ 89 h 95"/>
              <ns1:gd name="T8" fmla="*/ 82 w 104"/>
              <ns1:gd name="T9" fmla="*/ 95 h 95"/>
              <ns1:gd name="T10" fmla="*/ 22 w 104"/>
              <ns1:gd name="T11" fmla="*/ 95 h 95"/>
              <ns1:gd name="T12" fmla="*/ 16 w 104"/>
              <ns1:gd name="T13" fmla="*/ 89 h 95"/>
              <ns1:gd name="T14" fmla="*/ 16 w 104"/>
              <ns1:gd name="T15" fmla="*/ 79 h 95"/>
              <ns1:gd name="T16" fmla="*/ 2 w 104"/>
              <ns1:gd name="T17" fmla="*/ 79 h 95"/>
              <ns1:gd name="T18" fmla="*/ 0 w 104"/>
              <ns1:gd name="T19" fmla="*/ 77 h 95"/>
              <ns1:gd name="T20" fmla="*/ 0 w 104"/>
              <ns1:gd name="T21" fmla="*/ 52 h 95"/>
              <ns1:gd name="T22" fmla="*/ 12 w 104"/>
              <ns1:gd name="T23" fmla="*/ 40 h 95"/>
              <ns1:gd name="T24" fmla="*/ 16 w 104"/>
              <ns1:gd name="T25" fmla="*/ 40 h 95"/>
              <ns1:gd name="T26" fmla="*/ 16 w 104"/>
              <ns1:gd name="T27" fmla="*/ 6 h 95"/>
              <ns1:gd name="T28" fmla="*/ 22 w 104"/>
              <ns1:gd name="T29" fmla="*/ 0 h 95"/>
              <ns1:gd name="T30" fmla="*/ 64 w 104"/>
              <ns1:gd name="T31" fmla="*/ 0 h 95"/>
              <ns1:gd name="T32" fmla="*/ 74 w 104"/>
              <ns1:gd name="T33" fmla="*/ 4 h 95"/>
              <ns1:gd name="T34" fmla="*/ 84 w 104"/>
              <ns1:gd name="T35" fmla="*/ 13 h 95"/>
              <ns1:gd name="T36" fmla="*/ 88 w 104"/>
              <ns1:gd name="T37" fmla="*/ 24 h 95"/>
              <ns1:gd name="T38" fmla="*/ 88 w 104"/>
              <ns1:gd name="T39" fmla="*/ 40 h 95"/>
              <ns1:gd name="T40" fmla="*/ 92 w 104"/>
              <ns1:gd name="T41" fmla="*/ 40 h 95"/>
              <ns1:gd name="T42" fmla="*/ 104 w 104"/>
              <ns1:gd name="T43" fmla="*/ 52 h 95"/>
              <ns1:gd name="T44" fmla="*/ 104 w 104"/>
              <ns1:gd name="T45" fmla="*/ 77 h 95"/>
              <ns1:gd name="T46" fmla="*/ 80 w 104"/>
              <ns1:gd name="T47" fmla="*/ 48 h 95"/>
              <ns1:gd name="T48" fmla="*/ 80 w 104"/>
              <ns1:gd name="T49" fmla="*/ 24 h 95"/>
              <ns1:gd name="T50" fmla="*/ 70 w 104"/>
              <ns1:gd name="T51" fmla="*/ 24 h 95"/>
              <ns1:gd name="T52" fmla="*/ 64 w 104"/>
              <ns1:gd name="T53" fmla="*/ 18 h 95"/>
              <ns1:gd name="T54" fmla="*/ 64 w 104"/>
              <ns1:gd name="T55" fmla="*/ 8 h 95"/>
              <ns1:gd name="T56" fmla="*/ 24 w 104"/>
              <ns1:gd name="T57" fmla="*/ 8 h 95"/>
              <ns1:gd name="T58" fmla="*/ 24 w 104"/>
              <ns1:gd name="T59" fmla="*/ 48 h 95"/>
              <ns1:gd name="T60" fmla="*/ 80 w 104"/>
              <ns1:gd name="T61" fmla="*/ 48 h 95"/>
              <ns1:gd name="T62" fmla="*/ 80 w 104"/>
              <ns1:gd name="T63" fmla="*/ 87 h 95"/>
              <ns1:gd name="T64" fmla="*/ 80 w 104"/>
              <ns1:gd name="T65" fmla="*/ 71 h 95"/>
              <ns1:gd name="T66" fmla="*/ 24 w 104"/>
              <ns1:gd name="T67" fmla="*/ 71 h 95"/>
              <ns1:gd name="T68" fmla="*/ 24 w 104"/>
              <ns1:gd name="T69" fmla="*/ 87 h 95"/>
              <ns1:gd name="T70" fmla="*/ 80 w 104"/>
              <ns1:gd name="T71" fmla="*/ 87 h 95"/>
              <ns1:gd name="T72" fmla="*/ 92 w 104"/>
              <ns1:gd name="T73" fmla="*/ 48 h 95"/>
              <ns1:gd name="T74" fmla="*/ 88 w 104"/>
              <ns1:gd name="T75" fmla="*/ 52 h 95"/>
              <ns1:gd name="T76" fmla="*/ 92 w 104"/>
              <ns1:gd name="T77" fmla="*/ 56 h 95"/>
              <ns1:gd name="T78" fmla="*/ 96 w 104"/>
              <ns1:gd name="T79" fmla="*/ 52 h 95"/>
              <ns1:gd name="T80" fmla="*/ 92 w 104"/>
              <ns1:gd name="T81" fmla="*/ 48 h 95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  <ns1:cxn ang="0">
                <ns1:pos x="T32" y="T33"/>
              </ns1:cxn>
              <ns1:cxn ang="0">
                <ns1:pos x="T34" y="T35"/>
              </ns1:cxn>
              <ns1:cxn ang="0">
                <ns1:pos x="T36" y="T37"/>
              </ns1:cxn>
              <ns1:cxn ang="0">
                <ns1:pos x="T38" y="T39"/>
              </ns1:cxn>
              <ns1:cxn ang="0">
                <ns1:pos x="T40" y="T41"/>
              </ns1:cxn>
              <ns1:cxn ang="0">
                <ns1:pos x="T42" y="T43"/>
              </ns1:cxn>
              <ns1:cxn ang="0">
                <ns1:pos x="T44" y="T45"/>
              </ns1:cxn>
              <ns1:cxn ang="0">
                <ns1:pos x="T46" y="T47"/>
              </ns1:cxn>
              <ns1:cxn ang="0">
                <ns1:pos x="T48" y="T49"/>
              </ns1:cxn>
              <ns1:cxn ang="0">
                <ns1:pos x="T50" y="T51"/>
              </ns1:cxn>
              <ns1:cxn ang="0">
                <ns1:pos x="T52" y="T53"/>
              </ns1:cxn>
              <ns1:cxn ang="0">
                <ns1:pos x="T54" y="T55"/>
              </ns1:cxn>
              <ns1:cxn ang="0">
                <ns1:pos x="T56" y="T57"/>
              </ns1:cxn>
              <ns1:cxn ang="0">
                <ns1:pos x="T58" y="T59"/>
              </ns1:cxn>
              <ns1:cxn ang="0">
                <ns1:pos x="T60" y="T61"/>
              </ns1:cxn>
              <ns1:cxn ang="0">
                <ns1:pos x="T62" y="T63"/>
              </ns1:cxn>
              <ns1:cxn ang="0">
                <ns1:pos x="T64" y="T65"/>
              </ns1:cxn>
              <ns1:cxn ang="0">
                <ns1:pos x="T66" y="T67"/>
              </ns1:cxn>
              <ns1:cxn ang="0">
                <ns1:pos x="T68" y="T69"/>
              </ns1:cxn>
              <ns1:cxn ang="0">
                <ns1:pos x="T70" y="T71"/>
              </ns1:cxn>
              <ns1:cxn ang="0">
                <ns1:pos x="T72" y="T73"/>
              </ns1:cxn>
              <ns1:cxn ang="0">
                <ns1:pos x="T74" y="T75"/>
              </ns1:cxn>
              <ns1:cxn ang="0">
                <ns1:pos x="T76" y="T77"/>
              </ns1:cxn>
              <ns1:cxn ang="0">
                <ns1:pos x="T78" y="T79"/>
              </ns1:cxn>
              <ns1:cxn ang="0">
                <ns1:pos x="T80" y="T81"/>
              </ns1:cxn>
            </ns1:cxnLst>
            <ns1:rect l="0" t="0" r="r" b="b"/>
            <ns1:pathLst>
              <ns1:path w="104" h="95">
                <ns1:moveTo>
                  <ns1:pt x="104" y="77"/>
                </ns1:moveTo>
                <ns1:cubicBezTo>
                  <ns1:pt x="104" y="79"/>
                  <ns1:pt x="103" y="79"/>
                  <ns1:pt x="102" y="79"/>
                </ns1:cubicBezTo>
                <ns1:cubicBezTo>
                  <ns1:pt x="88" y="79"/>
                  <ns1:pt x="88" y="79"/>
                  <ns1:pt x="88" y="79"/>
                </ns1:cubicBezTo>
                <ns1:cubicBezTo>
                  <ns1:pt x="88" y="89"/>
                  <ns1:pt x="88" y="89"/>
                  <ns1:pt x="88" y="89"/>
                </ns1:cubicBezTo>
                <ns1:cubicBezTo>
                  <ns1:pt x="88" y="93"/>
                  <ns1:pt x="85" y="95"/>
                  <ns1:pt x="82" y="95"/>
                </ns1:cubicBezTo>
                <ns1:cubicBezTo>
                  <ns1:pt x="22" y="95"/>
                  <ns1:pt x="22" y="95"/>
                  <ns1:pt x="22" y="95"/>
                </ns1:cubicBezTo>
                <ns1:cubicBezTo>
                  <ns1:pt x="19" y="95"/>
                  <ns1:pt x="16" y="93"/>
                  <ns1:pt x="16" y="89"/>
                </ns1:cubicBezTo>
                <ns1:cubicBezTo>
                  <ns1:pt x="16" y="79"/>
                  <ns1:pt x="16" y="79"/>
                  <ns1:pt x="16" y="79"/>
                </ns1:cubicBezTo>
                <ns1:cubicBezTo>
                  <ns1:pt x="2" y="79"/>
                  <ns1:pt x="2" y="79"/>
                  <ns1:pt x="2" y="79"/>
                </ns1:cubicBezTo>
                <ns1:cubicBezTo>
                  <ns1:pt x="1" y="79"/>
                  <ns1:pt x="0" y="79"/>
                  <ns1:pt x="0" y="77"/>
                </ns1:cubicBezTo>
                <ns1:cubicBezTo>
                  <ns1:pt x="0" y="52"/>
                  <ns1:pt x="0" y="52"/>
                  <ns1:pt x="0" y="52"/>
                </ns1:cubicBezTo>
                <ns1:cubicBezTo>
                  <ns1:pt x="0" y="45"/>
                  <ns1:pt x="6" y="40"/>
                  <ns1:pt x="12" y="40"/>
                </ns1:cubicBezTo>
                <ns1:cubicBezTo>
                  <ns1:pt x="16" y="40"/>
                  <ns1:pt x="16" y="40"/>
                  <ns1:pt x="16" y="40"/>
                </ns1:cubicBezTo>
                <ns1:cubicBezTo>
                  <ns1:pt x="16" y="6"/>
                  <ns1:pt x="16" y="6"/>
                  <ns1:pt x="16" y="6"/>
                </ns1:cubicBezTo>
                <ns1:cubicBezTo>
                  <ns1:pt x="16" y="2"/>
                  <ns1:pt x="19" y="0"/>
                  <ns1:pt x="22" y="0"/>
                </ns1:cubicBezTo>
                <ns1:cubicBezTo>
                  <ns1:pt x="64" y="0"/>
                  <ns1:pt x="64" y="0"/>
                  <ns1:pt x="64" y="0"/>
                </ns1:cubicBezTo>
                <ns1:cubicBezTo>
                  <ns1:pt x="67" y="0"/>
                  <ns1:pt x="72" y="1"/>
                  <ns1:pt x="74" y="4"/>
                </ns1:cubicBezTo>
                <ns1:cubicBezTo>
                  <ns1:pt x="84" y="13"/>
                  <ns1:pt x="84" y="13"/>
                  <ns1:pt x="84" y="13"/>
                </ns1:cubicBezTo>
                <ns1:cubicBezTo>
                  <ns1:pt x="86" y="16"/>
                  <ns1:pt x="88" y="20"/>
                  <ns1:pt x="88" y="24"/>
                </ns1:cubicBezTo>
                <ns1:cubicBezTo>
                  <ns1:pt x="88" y="40"/>
                  <ns1:pt x="88" y="40"/>
                  <ns1:pt x="88" y="40"/>
                </ns1:cubicBezTo>
                <ns1:cubicBezTo>
                  <ns1:pt x="92" y="40"/>
                  <ns1:pt x="92" y="40"/>
                  <ns1:pt x="92" y="40"/>
                </ns1:cubicBezTo>
                <ns1:cubicBezTo>
                  <ns1:pt x="99" y="40"/>
                  <ns1:pt x="104" y="45"/>
                  <ns1:pt x="104" y="52"/>
                </ns1:cubicBezTo>
                <ns1:lnTo>
                  <ns1:pt x="104" y="77"/>
                </ns1:lnTo>
                <ns1:close/>
                <ns1:moveTo>
                  <ns1:pt x="80" y="48"/>
                </ns1:moveTo>
                <ns1:cubicBezTo>
                  <ns1:pt x="80" y="24"/>
                  <ns1:pt x="80" y="24"/>
                  <ns1:pt x="80" y="24"/>
                </ns1:cubicBezTo>
                <ns1:cubicBezTo>
                  <ns1:pt x="70" y="24"/>
                  <ns1:pt x="70" y="24"/>
                  <ns1:pt x="70" y="24"/>
                </ns1:cubicBezTo>
                <ns1:cubicBezTo>
                  <ns1:pt x="67" y="24"/>
                  <ns1:pt x="64" y="21"/>
                  <ns1:pt x="64" y="18"/>
                </ns1:cubicBezTo>
                <ns1:cubicBezTo>
                  <ns1:pt x="64" y="8"/>
                  <ns1:pt x="64" y="8"/>
                  <ns1:pt x="64" y="8"/>
                </ns1:cubicBezTo>
                <ns1:cubicBezTo>
                  <ns1:pt x="24" y="8"/>
                  <ns1:pt x="24" y="8"/>
                  <ns1:pt x="24" y="8"/>
                </ns1:cubicBezTo>
                <ns1:cubicBezTo>
                  <ns1:pt x="24" y="48"/>
                  <ns1:pt x="24" y="48"/>
                  <ns1:pt x="24" y="48"/>
                </ns1:cubicBezTo>
                <ns1:lnTo>
                  <ns1:pt x="80" y="48"/>
                </ns1:lnTo>
                <ns1:close/>
                <ns1:moveTo>
                  <ns1:pt x="80" y="87"/>
                </ns1:moveTo>
                <ns1:cubicBezTo>
                  <ns1:pt x="80" y="71"/>
                  <ns1:pt x="80" y="71"/>
                  <ns1:pt x="80" y="71"/>
                </ns1:cubicBezTo>
                <ns1:cubicBezTo>
                  <ns1:pt x="24" y="71"/>
                  <ns1:pt x="24" y="71"/>
                  <ns1:pt x="24" y="71"/>
                </ns1:cubicBezTo>
                <ns1:cubicBezTo>
                  <ns1:pt x="24" y="87"/>
                  <ns1:pt x="24" y="87"/>
                  <ns1:pt x="24" y="87"/>
                </ns1:cubicBezTo>
                <ns1:lnTo>
                  <ns1:pt x="80" y="87"/>
                </ns1:lnTo>
                <ns1:close/>
                <ns1:moveTo>
                  <ns1:pt x="92" y="48"/>
                </ns1:moveTo>
                <ns1:cubicBezTo>
                  <ns1:pt x="90" y="48"/>
                  <ns1:pt x="88" y="49"/>
                  <ns1:pt x="88" y="52"/>
                </ns1:cubicBezTo>
                <ns1:cubicBezTo>
                  <ns1:pt x="88" y="54"/>
                  <ns1:pt x="90" y="56"/>
                  <ns1:pt x="92" y="56"/>
                </ns1:cubicBezTo>
                <ns1:cubicBezTo>
                  <ns1:pt x="94" y="56"/>
                  <ns1:pt x="96" y="54"/>
                  <ns1:pt x="96" y="52"/>
                </ns1:cubicBezTo>
                <ns1:cubicBezTo>
                  <ns1:pt x="96" y="49"/>
                  <ns1:pt x="94" y="48"/>
                  <ns1:pt x="92" y="48"/>
                </ns1:cubicBezTo>
                <ns1:close/>
              </ns1:path>
            </ns1:pathLst>
          </ns1:custGeom>
          <ns1:solidFill>
            <ns1:srgbClr val="010101"/>
          </ns1:solidFill>
          <ns1:ln>
            <ns1:noFill/>
          </ns1:ln>
          <ns1:extLst>
            <ns1:ext uri="{91240B29-F687-4F45-9708-019B960494DF}">
              <ns2:hiddenLine w="9525">
                <ns1:solidFill>
                  <ns1:srgbClr val="000000"/>
                </ns1:solidFill>
                <ns1:round/>
                <ns1:headEnd/>
                <ns1:tailEnd/>
              </ns2:hiddenLine>
            </ns1:ext>
          </ns1:extLst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en-US" sz="2700"/>
          </ns1:p>
        </ns0:txBody>
      </ns0:sp>
      <ns0:sp>
        <ns0:nvSpPr>
          <ns0:cNvPr id="71" name="Freeform 69"/>
          <ns0:cNvSpPr>
            <ns1:spLocks noEditPoints="1"/>
          </ns0:cNvSpPr>
          <ns0:nvPr/>
        </ns0:nvSpPr>
        <ns0:spPr bwMode="auto">
          <ns1:xfrm>
            <ns1:off x="1054102" y="1374777"/>
            <ns1:ext cx="390525" cy="390525"/>
          </ns1:xfrm>
          <ns1:custGeom>
            <ns1:avLst/>
            <ns1:gdLst>
              <ns1:gd name="T0" fmla="*/ 96 w 104"/>
              <ns1:gd name="T1" fmla="*/ 104 h 104"/>
              <ns1:gd name="T2" fmla="*/ 90 w 104"/>
              <ns1:gd name="T3" fmla="*/ 102 h 104"/>
              <ns1:gd name="T4" fmla="*/ 69 w 104"/>
              <ns1:gd name="T5" fmla="*/ 81 h 104"/>
              <ns1:gd name="T6" fmla="*/ 44 w 104"/>
              <ns1:gd name="T7" fmla="*/ 88 h 104"/>
              <ns1:gd name="T8" fmla="*/ 0 w 104"/>
              <ns1:gd name="T9" fmla="*/ 44 h 104"/>
              <ns1:gd name="T10" fmla="*/ 44 w 104"/>
              <ns1:gd name="T11" fmla="*/ 0 h 104"/>
              <ns1:gd name="T12" fmla="*/ 88 w 104"/>
              <ns1:gd name="T13" fmla="*/ 44 h 104"/>
              <ns1:gd name="T14" fmla="*/ 80 w 104"/>
              <ns1:gd name="T15" fmla="*/ 69 h 104"/>
              <ns1:gd name="T16" fmla="*/ 102 w 104"/>
              <ns1:gd name="T17" fmla="*/ 91 h 104"/>
              <ns1:gd name="T18" fmla="*/ 104 w 104"/>
              <ns1:gd name="T19" fmla="*/ 96 h 104"/>
              <ns1:gd name="T20" fmla="*/ 96 w 104"/>
              <ns1:gd name="T21" fmla="*/ 104 h 104"/>
              <ns1:gd name="T22" fmla="*/ 44 w 104"/>
              <ns1:gd name="T23" fmla="*/ 16 h 104"/>
              <ns1:gd name="T24" fmla="*/ 16 w 104"/>
              <ns1:gd name="T25" fmla="*/ 44 h 104"/>
              <ns1:gd name="T26" fmla="*/ 44 w 104"/>
              <ns1:gd name="T27" fmla="*/ 72 h 104"/>
              <ns1:gd name="T28" fmla="*/ 72 w 104"/>
              <ns1:gd name="T29" fmla="*/ 44 h 104"/>
              <ns1:gd name="T30" fmla="*/ 44 w 104"/>
              <ns1:gd name="T31" fmla="*/ 16 h 104"/>
              <ns1:gd name="T32" fmla="*/ 64 w 104"/>
              <ns1:gd name="T33" fmla="*/ 46 h 104"/>
              <ns1:gd name="T34" fmla="*/ 62 w 104"/>
              <ns1:gd name="T35" fmla="*/ 48 h 104"/>
              <ns1:gd name="T36" fmla="*/ 26 w 104"/>
              <ns1:gd name="T37" fmla="*/ 48 h 104"/>
              <ns1:gd name="T38" fmla="*/ 24 w 104"/>
              <ns1:gd name="T39" fmla="*/ 46 h 104"/>
              <ns1:gd name="T40" fmla="*/ 24 w 104"/>
              <ns1:gd name="T41" fmla="*/ 42 h 104"/>
              <ns1:gd name="T42" fmla="*/ 26 w 104"/>
              <ns1:gd name="T43" fmla="*/ 40 h 104"/>
              <ns1:gd name="T44" fmla="*/ 62 w 104"/>
              <ns1:gd name="T45" fmla="*/ 40 h 104"/>
              <ns1:gd name="T46" fmla="*/ 64 w 104"/>
              <ns1:gd name="T47" fmla="*/ 42 h 104"/>
              <ns1:gd name="T48" fmla="*/ 64 w 104"/>
              <ns1:gd name="T49" fmla="*/ 46 h 104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  <ns1:cxn ang="0">
                <ns1:pos x="T32" y="T33"/>
              </ns1:cxn>
              <ns1:cxn ang="0">
                <ns1:pos x="T34" y="T35"/>
              </ns1:cxn>
              <ns1:cxn ang="0">
                <ns1:pos x="T36" y="T37"/>
              </ns1:cxn>
              <ns1:cxn ang="0">
                <ns1:pos x="T38" y="T39"/>
              </ns1:cxn>
              <ns1:cxn ang="0">
                <ns1:pos x="T40" y="T41"/>
              </ns1:cxn>
              <ns1:cxn ang="0">
                <ns1:pos x="T42" y="T43"/>
              </ns1:cxn>
              <ns1:cxn ang="0">
                <ns1:pos x="T44" y="T45"/>
              </ns1:cxn>
              <ns1:cxn ang="0">
                <ns1:pos x="T46" y="T47"/>
              </ns1:cxn>
              <ns1:cxn ang="0">
                <ns1:pos x="T48" y="T49"/>
              </ns1:cxn>
            </ns1:cxnLst>
            <ns1:rect l="0" t="0" r="r" b="b"/>
            <ns1:pathLst>
              <ns1:path w="104" h="104">
                <ns1:moveTo>
                  <ns1:pt x="96" y="104"/>
                </ns1:moveTo>
                <ns1:cubicBezTo>
                  <ns1:pt x="94" y="104"/>
                  <ns1:pt x="92" y="103"/>
                  <ns1:pt x="90" y="102"/>
                </ns1:cubicBezTo>
                <ns1:cubicBezTo>
                  <ns1:pt x="69" y="81"/>
                  <ns1:pt x="69" y="81"/>
                  <ns1:pt x="69" y="81"/>
                </ns1:cubicBezTo>
                <ns1:cubicBezTo>
                  <ns1:pt x="62" y="86"/>
                  <ns1:pt x="53" y="88"/>
                  <ns1:pt x="44" y="88"/>
                </ns1:cubicBezTo>
                <ns1:cubicBezTo>
                  <ns1:pt x="20" y="88"/>
                  <ns1:pt x="0" y="69"/>
                  <ns1:pt x="0" y="44"/>
                </ns1:cubicBezTo>
                <ns1:cubicBezTo>
                  <ns1:pt x="0" y="20"/>
                  <ns1:pt x="20" y="0"/>
                  <ns1:pt x="44" y="0"/>
                </ns1:cubicBezTo>
                <ns1:cubicBezTo>
                  <ns1:pt x="68" y="0"/>
                  <ns1:pt x="88" y="20"/>
                  <ns1:pt x="88" y="44"/>
                </ns1:cubicBezTo>
                <ns1:cubicBezTo>
                  <ns1:pt x="88" y="53"/>
                  <ns1:pt x="85" y="62"/>
                  <ns1:pt x="80" y="69"/>
                </ns1:cubicBezTo>
                <ns1:cubicBezTo>
                  <ns1:pt x="102" y="91"/>
                  <ns1:pt x="102" y="91"/>
                  <ns1:pt x="102" y="91"/>
                </ns1:cubicBezTo>
                <ns1:cubicBezTo>
                  <ns1:pt x="103" y="92"/>
                  <ns1:pt x="104" y="94"/>
                  <ns1:pt x="104" y="96"/>
                </ns1:cubicBezTo>
                <ns1:cubicBezTo>
                  <ns1:pt x="104" y="101"/>
                  <ns1:pt x="100" y="104"/>
                  <ns1:pt x="96" y="104"/>
                </ns1:cubicBezTo>
                <ns1:close/>
                <ns1:moveTo>
                  <ns1:pt x="44" y="16"/>
                </ns1:moveTo>
                <ns1:cubicBezTo>
                  <ns1:pt x="29" y="16"/>
                  <ns1:pt x="16" y="29"/>
                  <ns1:pt x="16" y="44"/>
                </ns1:cubicBezTo>
                <ns1:cubicBezTo>
                  <ns1:pt x="16" y="60"/>
                  <ns1:pt x="29" y="72"/>
                  <ns1:pt x="44" y="72"/>
                </ns1:cubicBezTo>
                <ns1:cubicBezTo>
                  <ns1:pt x="59" y="72"/>
                  <ns1:pt x="72" y="60"/>
                  <ns1:pt x="72" y="44"/>
                </ns1:cubicBezTo>
                <ns1:cubicBezTo>
                  <ns1:pt x="72" y="29"/>
                  <ns1:pt x="59" y="16"/>
                  <ns1:pt x="44" y="16"/>
                </ns1:cubicBezTo>
                <ns1:close/>
                <ns1:moveTo>
                  <ns1:pt x="64" y="46"/>
                </ns1:moveTo>
                <ns1:cubicBezTo>
                  <ns1:pt x="64" y="47"/>
                  <ns1:pt x="63" y="48"/>
                  <ns1:pt x="62" y="48"/>
                </ns1:cubicBezTo>
                <ns1:cubicBezTo>
                  <ns1:pt x="26" y="48"/>
                  <ns1:pt x="26" y="48"/>
                  <ns1:pt x="26" y="48"/>
                </ns1:cubicBezTo>
                <ns1:cubicBezTo>
                  <ns1:pt x="25" y="48"/>
                  <ns1:pt x="24" y="47"/>
                  <ns1:pt x="24" y="46"/>
                </ns1:cubicBezTo>
                <ns1:cubicBezTo>
                  <ns1:pt x="24" y="42"/>
                  <ns1:pt x="24" y="42"/>
                  <ns1:pt x="24" y="42"/>
                </ns1:cubicBezTo>
                <ns1:cubicBezTo>
                  <ns1:pt x="24" y="41"/>
                  <ns1:pt x="25" y="40"/>
                  <ns1:pt x="26" y="40"/>
                </ns1:cubicBezTo>
                <ns1:cubicBezTo>
                  <ns1:pt x="62" y="40"/>
                  <ns1:pt x="62" y="40"/>
                  <ns1:pt x="62" y="40"/>
                </ns1:cubicBezTo>
                <ns1:cubicBezTo>
                  <ns1:pt x="63" y="40"/>
                  <ns1:pt x="64" y="41"/>
                  <ns1:pt x="64" y="42"/>
                </ns1:cubicBezTo>
                <ns1:lnTo>
                  <ns1:pt x="64" y="46"/>
                </ns1:lnTo>
                <ns1:close/>
              </ns1:path>
            </ns1:pathLst>
          </ns1:custGeom>
          <ns1:solidFill>
            <ns1:srgbClr val="010101"/>
          </ns1:solidFill>
          <ns1:ln>
            <ns1:noFill/>
          </ns1:ln>
          <ns1:extLst>
            <ns1:ext uri="{91240B29-F687-4F45-9708-019B960494DF}">
              <ns2:hiddenLine w="9525">
                <ns1:solidFill>
                  <ns1:srgbClr val="000000"/>
                </ns1:solidFill>
                <ns1:round/>
                <ns1:headEnd/>
                <ns1:tailEnd/>
              </ns2:hiddenLine>
            </ns1:ext>
          </ns1:extLst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en-US" sz="2700"/>
          </ns1:p>
        </ns0:txBody>
      </ns0:sp>
      <ns0:sp>
        <ns0:nvSpPr>
          <ns0:cNvPr id="72" name="Freeform 70"/>
          <ns0:cNvSpPr>
            <ns1:spLocks noEditPoints="1"/>
          </ns0:cNvSpPr>
          <ns0:nvPr/>
        </ns0:nvSpPr>
        <ns0:spPr bwMode="auto">
          <ns1:xfrm>
            <ns1:off x="1716089" y="1344614"/>
            <ns1:ext cx="360363" cy="390525"/>
          </ns1:xfrm>
          <ns1:custGeom>
            <ns1:avLst/>
            <ns1:gdLst>
              <ns1:gd name="T0" fmla="*/ 48 w 96"/>
              <ns1:gd name="T1" fmla="*/ 104 h 104"/>
              <ns1:gd name="T2" fmla="*/ 0 w 96"/>
              <ns1:gd name="T3" fmla="*/ 56 h 104"/>
              <ns1:gd name="T4" fmla="*/ 19 w 96"/>
              <ns1:gd name="T5" fmla="*/ 18 h 104"/>
              <ns1:gd name="T6" fmla="*/ 30 w 96"/>
              <ns1:gd name="T7" fmla="*/ 20 h 104"/>
              <ns1:gd name="T8" fmla="*/ 28 w 96"/>
              <ns1:gd name="T9" fmla="*/ 31 h 104"/>
              <ns1:gd name="T10" fmla="*/ 16 w 96"/>
              <ns1:gd name="T11" fmla="*/ 56 h 104"/>
              <ns1:gd name="T12" fmla="*/ 48 w 96"/>
              <ns1:gd name="T13" fmla="*/ 88 h 104"/>
              <ns1:gd name="T14" fmla="*/ 80 w 96"/>
              <ns1:gd name="T15" fmla="*/ 56 h 104"/>
              <ns1:gd name="T16" fmla="*/ 67 w 96"/>
              <ns1:gd name="T17" fmla="*/ 31 h 104"/>
              <ns1:gd name="T18" fmla="*/ 65 w 96"/>
              <ns1:gd name="T19" fmla="*/ 20 h 104"/>
              <ns1:gd name="T20" fmla="*/ 76 w 96"/>
              <ns1:gd name="T21" fmla="*/ 18 h 104"/>
              <ns1:gd name="T22" fmla="*/ 96 w 96"/>
              <ns1:gd name="T23" fmla="*/ 56 h 104"/>
              <ns1:gd name="T24" fmla="*/ 48 w 96"/>
              <ns1:gd name="T25" fmla="*/ 104 h 104"/>
              <ns1:gd name="T26" fmla="*/ 56 w 96"/>
              <ns1:gd name="T27" fmla="*/ 48 h 104"/>
              <ns1:gd name="T28" fmla="*/ 48 w 96"/>
              <ns1:gd name="T29" fmla="*/ 56 h 104"/>
              <ns1:gd name="T30" fmla="*/ 40 w 96"/>
              <ns1:gd name="T31" fmla="*/ 48 h 104"/>
              <ns1:gd name="T32" fmla="*/ 40 w 96"/>
              <ns1:gd name="T33" fmla="*/ 8 h 104"/>
              <ns1:gd name="T34" fmla="*/ 48 w 96"/>
              <ns1:gd name="T35" fmla="*/ 0 h 104"/>
              <ns1:gd name="T36" fmla="*/ 56 w 96"/>
              <ns1:gd name="T37" fmla="*/ 8 h 104"/>
              <ns1:gd name="T38" fmla="*/ 56 w 96"/>
              <ns1:gd name="T39" fmla="*/ 48 h 104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  <ns1:cxn ang="0">
                <ns1:pos x="T32" y="T33"/>
              </ns1:cxn>
              <ns1:cxn ang="0">
                <ns1:pos x="T34" y="T35"/>
              </ns1:cxn>
              <ns1:cxn ang="0">
                <ns1:pos x="T36" y="T37"/>
              </ns1:cxn>
              <ns1:cxn ang="0">
                <ns1:pos x="T38" y="T39"/>
              </ns1:cxn>
            </ns1:cxnLst>
            <ns1:rect l="0" t="0" r="r" b="b"/>
            <ns1:pathLst>
              <ns1:path w="96" h="104">
                <ns1:moveTo>
                  <ns1:pt x="48" y="104"/>
                </ns1:moveTo>
                <ns1:cubicBezTo>
                  <ns1:pt x="21" y="104"/>
                  <ns1:pt x="0" y="83"/>
                  <ns1:pt x="0" y="56"/>
                </ns1:cubicBezTo>
                <ns1:cubicBezTo>
                  <ns1:pt x="0" y="41"/>
                  <ns1:pt x="7" y="27"/>
                  <ns1:pt x="19" y="18"/>
                </ns1:cubicBezTo>
                <ns1:cubicBezTo>
                  <ns1:pt x="22" y="15"/>
                  <ns1:pt x="27" y="16"/>
                  <ns1:pt x="30" y="20"/>
                </ns1:cubicBezTo>
                <ns1:cubicBezTo>
                  <ns1:pt x="33" y="23"/>
                  <ns1:pt x="32" y="28"/>
                  <ns1:pt x="28" y="31"/>
                </ns1:cubicBezTo>
                <ns1:cubicBezTo>
                  <ns1:pt x="20" y="37"/>
                  <ns1:pt x="16" y="46"/>
                  <ns1:pt x="16" y="56"/>
                </ns1:cubicBezTo>
                <ns1:cubicBezTo>
                  <ns1:pt x="16" y="74"/>
                  <ns1:pt x="30" y="88"/>
                  <ns1:pt x="48" y="88"/>
                </ns1:cubicBezTo>
                <ns1:cubicBezTo>
                  <ns1:pt x="65" y="88"/>
                  <ns1:pt x="80" y="74"/>
                  <ns1:pt x="80" y="56"/>
                </ns1:cubicBezTo>
                <ns1:cubicBezTo>
                  <ns1:pt x="80" y="46"/>
                  <ns1:pt x="75" y="37"/>
                  <ns1:pt x="67" y="31"/>
                </ns1:cubicBezTo>
                <ns1:cubicBezTo>
                  <ns1:pt x="63" y="28"/>
                  <ns1:pt x="63" y="23"/>
                  <ns1:pt x="65" y="20"/>
                </ns1:cubicBezTo>
                <ns1:cubicBezTo>
                  <ns1:pt x="68" y="16"/>
                  <ns1:pt x="73" y="15"/>
                  <ns1:pt x="76" y="18"/>
                </ns1:cubicBezTo>
                <ns1:cubicBezTo>
                  <ns1:pt x="89" y="27"/>
                  <ns1:pt x="96" y="41"/>
                  <ns1:pt x="96" y="56"/>
                </ns1:cubicBezTo>
                <ns1:cubicBezTo>
                  <ns1:pt x="96" y="83"/>
                  <ns1:pt x="74" y="104"/>
                  <ns1:pt x="48" y="104"/>
                </ns1:cubicBezTo>
                <ns1:close/>
                <ns1:moveTo>
                  <ns1:pt x="56" y="48"/>
                </ns1:moveTo>
                <ns1:cubicBezTo>
                  <ns1:pt x="56" y="53"/>
                  <ns1:pt x="52" y="56"/>
                  <ns1:pt x="48" y="56"/>
                </ns1:cubicBezTo>
                <ns1:cubicBezTo>
                  <ns1:pt x="43" y="56"/>
                  <ns1:pt x="40" y="53"/>
                  <ns1:pt x="40" y="48"/>
                </ns1:cubicBezTo>
                <ns1:cubicBezTo>
                  <ns1:pt x="40" y="8"/>
                  <ns1:pt x="40" y="8"/>
                  <ns1:pt x="40" y="8"/>
                </ns1:cubicBezTo>
                <ns1:cubicBezTo>
                  <ns1:pt x="40" y="4"/>
                  <ns1:pt x="43" y="0"/>
                  <ns1:pt x="48" y="0"/>
                </ns1:cubicBezTo>
                <ns1:cubicBezTo>
                  <ns1:pt x="52" y="0"/>
                  <ns1:pt x="56" y="4"/>
                  <ns1:pt x="56" y="8"/>
                </ns1:cubicBezTo>
                <ns1:lnTo>
                  <ns1:pt x="56" y="48"/>
                </ns1:lnTo>
                <ns1:close/>
              </ns1:path>
            </ns1:pathLst>
          </ns1:custGeom>
          <ns1:solidFill>
            <ns1:srgbClr val="010101"/>
          </ns1:solidFill>
          <ns1:ln>
            <ns1:noFill/>
          </ns1:ln>
          <ns1:extLst>
            <ns1:ext uri="{91240B29-F687-4F45-9708-019B960494DF}">
              <ns2:hiddenLine w="9525">
                <ns1:solidFill>
                  <ns1:srgbClr val="000000"/>
                </ns1:solidFill>
                <ns1:round/>
                <ns1:headEnd/>
                <ns1:tailEnd/>
              </ns2:hiddenLine>
            </ns1:ext>
          </ns1:extLst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en-US" sz="2700"/>
          </ns1:p>
        </ns0:txBody>
      </ns0:sp>
      <ns0:sp>
        <ns0:nvSpPr>
          <ns0:cNvPr id="73" name="Freeform 71"/>
          <ns0:cNvSpPr>
            <ns1:spLocks noEditPoints="1"/>
          </ns0:cNvSpPr>
          <ns0:nvPr/>
        </ns0:nvSpPr>
        <ns0:spPr bwMode="auto">
          <ns1:xfrm>
            <ns1:off x="2330452" y="1374777"/>
            <ns1:ext cx="417513" cy="360363"/>
          </ns1:xfrm>
          <ns1:custGeom>
            <ns1:avLst/>
            <ns1:gdLst>
              <ns1:gd name="T0" fmla="*/ 16 w 111"/>
              <ns1:gd name="T1" fmla="*/ 94 h 96"/>
              <ns1:gd name="T2" fmla="*/ 14 w 111"/>
              <ns1:gd name="T3" fmla="*/ 96 h 96"/>
              <ns1:gd name="T4" fmla="*/ 2 w 111"/>
              <ns1:gd name="T5" fmla="*/ 96 h 96"/>
              <ns1:gd name="T6" fmla="*/ 0 w 111"/>
              <ns1:gd name="T7" fmla="*/ 94 h 96"/>
              <ns1:gd name="T8" fmla="*/ 0 w 111"/>
              <ns1:gd name="T9" fmla="*/ 82 h 96"/>
              <ns1:gd name="T10" fmla="*/ 2 w 111"/>
              <ns1:gd name="T11" fmla="*/ 80 h 96"/>
              <ns1:gd name="T12" fmla="*/ 14 w 111"/>
              <ns1:gd name="T13" fmla="*/ 80 h 96"/>
              <ns1:gd name="T14" fmla="*/ 16 w 111"/>
              <ns1:gd name="T15" fmla="*/ 82 h 96"/>
              <ns1:gd name="T16" fmla="*/ 16 w 111"/>
              <ns1:gd name="T17" fmla="*/ 94 h 96"/>
              <ns1:gd name="T18" fmla="*/ 40 w 111"/>
              <ns1:gd name="T19" fmla="*/ 94 h 96"/>
              <ns1:gd name="T20" fmla="*/ 38 w 111"/>
              <ns1:gd name="T21" fmla="*/ 96 h 96"/>
              <ns1:gd name="T22" fmla="*/ 26 w 111"/>
              <ns1:gd name="T23" fmla="*/ 96 h 96"/>
              <ns1:gd name="T24" fmla="*/ 24 w 111"/>
              <ns1:gd name="T25" fmla="*/ 94 h 96"/>
              <ns1:gd name="T26" fmla="*/ 24 w 111"/>
              <ns1:gd name="T27" fmla="*/ 74 h 96"/>
              <ns1:gd name="T28" fmla="*/ 26 w 111"/>
              <ns1:gd name="T29" fmla="*/ 72 h 96"/>
              <ns1:gd name="T30" fmla="*/ 38 w 111"/>
              <ns1:gd name="T31" fmla="*/ 72 h 96"/>
              <ns1:gd name="T32" fmla="*/ 40 w 111"/>
              <ns1:gd name="T33" fmla="*/ 74 h 96"/>
              <ns1:gd name="T34" fmla="*/ 40 w 111"/>
              <ns1:gd name="T35" fmla="*/ 94 h 96"/>
              <ns1:gd name="T36" fmla="*/ 64 w 111"/>
              <ns1:gd name="T37" fmla="*/ 94 h 96"/>
              <ns1:gd name="T38" fmla="*/ 62 w 111"/>
              <ns1:gd name="T39" fmla="*/ 96 h 96"/>
              <ns1:gd name="T40" fmla="*/ 50 w 111"/>
              <ns1:gd name="T41" fmla="*/ 96 h 96"/>
              <ns1:gd name="T42" fmla="*/ 48 w 111"/>
              <ns1:gd name="T43" fmla="*/ 94 h 96"/>
              <ns1:gd name="T44" fmla="*/ 48 w 111"/>
              <ns1:gd name="T45" fmla="*/ 58 h 96"/>
              <ns1:gd name="T46" fmla="*/ 50 w 111"/>
              <ns1:gd name="T47" fmla="*/ 56 h 96"/>
              <ns1:gd name="T48" fmla="*/ 62 w 111"/>
              <ns1:gd name="T49" fmla="*/ 56 h 96"/>
              <ns1:gd name="T50" fmla="*/ 64 w 111"/>
              <ns1:gd name="T51" fmla="*/ 58 h 96"/>
              <ns1:gd name="T52" fmla="*/ 64 w 111"/>
              <ns1:gd name="T53" fmla="*/ 94 h 96"/>
              <ns1:gd name="T54" fmla="*/ 87 w 111"/>
              <ns1:gd name="T55" fmla="*/ 94 h 96"/>
              <ns1:gd name="T56" fmla="*/ 85 w 111"/>
              <ns1:gd name="T57" fmla="*/ 96 h 96"/>
              <ns1:gd name="T58" fmla="*/ 73 w 111"/>
              <ns1:gd name="T59" fmla="*/ 96 h 96"/>
              <ns1:gd name="T60" fmla="*/ 71 w 111"/>
              <ns1:gd name="T61" fmla="*/ 94 h 96"/>
              <ns1:gd name="T62" fmla="*/ 71 w 111"/>
              <ns1:gd name="T63" fmla="*/ 34 h 96"/>
              <ns1:gd name="T64" fmla="*/ 73 w 111"/>
              <ns1:gd name="T65" fmla="*/ 32 h 96"/>
              <ns1:gd name="T66" fmla="*/ 85 w 111"/>
              <ns1:gd name="T67" fmla="*/ 32 h 96"/>
              <ns1:gd name="T68" fmla="*/ 87 w 111"/>
              <ns1:gd name="T69" fmla="*/ 34 h 96"/>
              <ns1:gd name="T70" fmla="*/ 87 w 111"/>
              <ns1:gd name="T71" fmla="*/ 94 h 96"/>
              <ns1:gd name="T72" fmla="*/ 111 w 111"/>
              <ns1:gd name="T73" fmla="*/ 94 h 96"/>
              <ns1:gd name="T74" fmla="*/ 109 w 111"/>
              <ns1:gd name="T75" fmla="*/ 96 h 96"/>
              <ns1:gd name="T76" fmla="*/ 97 w 111"/>
              <ns1:gd name="T77" fmla="*/ 96 h 96"/>
              <ns1:gd name="T78" fmla="*/ 95 w 111"/>
              <ns1:gd name="T79" fmla="*/ 94 h 96"/>
              <ns1:gd name="T80" fmla="*/ 95 w 111"/>
              <ns1:gd name="T81" fmla="*/ 2 h 96"/>
              <ns1:gd name="T82" fmla="*/ 97 w 111"/>
              <ns1:gd name="T83" fmla="*/ 0 h 96"/>
              <ns1:gd name="T84" fmla="*/ 109 w 111"/>
              <ns1:gd name="T85" fmla="*/ 0 h 96"/>
              <ns1:gd name="T86" fmla="*/ 111 w 111"/>
              <ns1:gd name="T87" fmla="*/ 2 h 96"/>
              <ns1:gd name="T88" fmla="*/ 111 w 111"/>
              <ns1:gd name="T89" fmla="*/ 94 h 96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  <ns1:cxn ang="0">
                <ns1:pos x="T32" y="T33"/>
              </ns1:cxn>
              <ns1:cxn ang="0">
                <ns1:pos x="T34" y="T35"/>
              </ns1:cxn>
              <ns1:cxn ang="0">
                <ns1:pos x="T36" y="T37"/>
              </ns1:cxn>
              <ns1:cxn ang="0">
                <ns1:pos x="T38" y="T39"/>
              </ns1:cxn>
              <ns1:cxn ang="0">
                <ns1:pos x="T40" y="T41"/>
              </ns1:cxn>
              <ns1:cxn ang="0">
                <ns1:pos x="T42" y="T43"/>
              </ns1:cxn>
              <ns1:cxn ang="0">
                <ns1:pos x="T44" y="T45"/>
              </ns1:cxn>
              <ns1:cxn ang="0">
                <ns1:pos x="T46" y="T47"/>
              </ns1:cxn>
              <ns1:cxn ang="0">
                <ns1:pos x="T48" y="T49"/>
              </ns1:cxn>
              <ns1:cxn ang="0">
                <ns1:pos x="T50" y="T51"/>
              </ns1:cxn>
              <ns1:cxn ang="0">
                <ns1:pos x="T52" y="T53"/>
              </ns1:cxn>
              <ns1:cxn ang="0">
                <ns1:pos x="T54" y="T55"/>
              </ns1:cxn>
              <ns1:cxn ang="0">
                <ns1:pos x="T56" y="T57"/>
              </ns1:cxn>
              <ns1:cxn ang="0">
                <ns1:pos x="T58" y="T59"/>
              </ns1:cxn>
              <ns1:cxn ang="0">
                <ns1:pos x="T60" y="T61"/>
              </ns1:cxn>
              <ns1:cxn ang="0">
                <ns1:pos x="T62" y="T63"/>
              </ns1:cxn>
              <ns1:cxn ang="0">
                <ns1:pos x="T64" y="T65"/>
              </ns1:cxn>
              <ns1:cxn ang="0">
                <ns1:pos x="T66" y="T67"/>
              </ns1:cxn>
              <ns1:cxn ang="0">
                <ns1:pos x="T68" y="T69"/>
              </ns1:cxn>
              <ns1:cxn ang="0">
                <ns1:pos x="T70" y="T71"/>
              </ns1:cxn>
              <ns1:cxn ang="0">
                <ns1:pos x="T72" y="T73"/>
              </ns1:cxn>
              <ns1:cxn ang="0">
                <ns1:pos x="T74" y="T75"/>
              </ns1:cxn>
              <ns1:cxn ang="0">
                <ns1:pos x="T76" y="T77"/>
              </ns1:cxn>
              <ns1:cxn ang="0">
                <ns1:pos x="T78" y="T79"/>
              </ns1:cxn>
              <ns1:cxn ang="0">
                <ns1:pos x="T80" y="T81"/>
              </ns1:cxn>
              <ns1:cxn ang="0">
                <ns1:pos x="T82" y="T83"/>
              </ns1:cxn>
              <ns1:cxn ang="0">
                <ns1:pos x="T84" y="T85"/>
              </ns1:cxn>
              <ns1:cxn ang="0">
                <ns1:pos x="T86" y="T87"/>
              </ns1:cxn>
              <ns1:cxn ang="0">
                <ns1:pos x="T88" y="T89"/>
              </ns1:cxn>
            </ns1:cxnLst>
            <ns1:rect l="0" t="0" r="r" b="b"/>
            <ns1:pathLst>
              <ns1:path w="111" h="96">
                <ns1:moveTo>
                  <ns1:pt x="16" y="94"/>
                </ns1:moveTo>
                <ns1:cubicBezTo>
                  <ns1:pt x="16" y="95"/>
                  <ns1:pt x="15" y="96"/>
                  <ns1:pt x="14" y="96"/>
                </ns1:cubicBezTo>
                <ns1:cubicBezTo>
                  <ns1:pt x="2" y="96"/>
                  <ns1:pt x="2" y="96"/>
                  <ns1:pt x="2" y="96"/>
                </ns1:cubicBezTo>
                <ns1:cubicBezTo>
                  <ns1:pt x="0" y="96"/>
                  <ns1:pt x="0" y="95"/>
                  <ns1:pt x="0" y="94"/>
                </ns1:cubicBezTo>
                <ns1:cubicBezTo>
                  <ns1:pt x="0" y="82"/>
                  <ns1:pt x="0" y="82"/>
                  <ns1:pt x="0" y="82"/>
                </ns1:cubicBezTo>
                <ns1:cubicBezTo>
                  <ns1:pt x="0" y="81"/>
                  <ns1:pt x="0" y="80"/>
                  <ns1:pt x="2" y="80"/>
                </ns1:cubicBezTo>
                <ns1:cubicBezTo>
                  <ns1:pt x="14" y="80"/>
                  <ns1:pt x="14" y="80"/>
                  <ns1:pt x="14" y="80"/>
                </ns1:cubicBezTo>
                <ns1:cubicBezTo>
                  <ns1:pt x="15" y="80"/>
                  <ns1:pt x="16" y="81"/>
                  <ns1:pt x="16" y="82"/>
                </ns1:cubicBezTo>
                <ns1:lnTo>
                  <ns1:pt x="16" y="94"/>
                </ns1:lnTo>
                <ns1:close/>
                <ns1:moveTo>
                  <ns1:pt x="40" y="94"/>
                </ns1:moveTo>
                <ns1:cubicBezTo>
                  <ns1:pt x="40" y="95"/>
                  <ns1:pt x="39" y="96"/>
                  <ns1:pt x="38" y="96"/>
                </ns1:cubicBezTo>
                <ns1:cubicBezTo>
                  <ns1:pt x="26" y="96"/>
                  <ns1:pt x="26" y="96"/>
                  <ns1:pt x="26" y="96"/>
                </ns1:cubicBezTo>
                <ns1:cubicBezTo>
                  <ns1:pt x="24" y="96"/>
                  <ns1:pt x="24" y="95"/>
                  <ns1:pt x="24" y="94"/>
                </ns1:cubicBezTo>
                <ns1:cubicBezTo>
                  <ns1:pt x="24" y="74"/>
                  <ns1:pt x="24" y="74"/>
                  <ns1:pt x="24" y="74"/>
                </ns1:cubicBezTo>
                <ns1:cubicBezTo>
                  <ns1:pt x="24" y="73"/>
                  <ns1:pt x="24" y="72"/>
                  <ns1:pt x="26" y="72"/>
                </ns1:cubicBezTo>
                <ns1:cubicBezTo>
                  <ns1:pt x="38" y="72"/>
                  <ns1:pt x="38" y="72"/>
                  <ns1:pt x="38" y="72"/>
                </ns1:cubicBezTo>
                <ns1:cubicBezTo>
                  <ns1:pt x="39" y="72"/>
                  <ns1:pt x="40" y="73"/>
                  <ns1:pt x="40" y="74"/>
                </ns1:cubicBezTo>
                <ns1:lnTo>
                  <ns1:pt x="40" y="94"/>
                </ns1:lnTo>
                <ns1:close/>
                <ns1:moveTo>
                  <ns1:pt x="64" y="94"/>
                </ns1:moveTo>
                <ns1:cubicBezTo>
                  <ns1:pt x="64" y="95"/>
                  <ns1:pt x="63" y="96"/>
                  <ns1:pt x="62" y="96"/>
                </ns1:cubicBezTo>
                <ns1:cubicBezTo>
                  <ns1:pt x="50" y="96"/>
                  <ns1:pt x="50" y="96"/>
                  <ns1:pt x="50" y="96"/>
                </ns1:cubicBezTo>
                <ns1:cubicBezTo>
                  <ns1:pt x="48" y="96"/>
                  <ns1:pt x="48" y="95"/>
                  <ns1:pt x="48" y="94"/>
                </ns1:cubicBezTo>
                <ns1:cubicBezTo>
                  <ns1:pt x="48" y="58"/>
                  <ns1:pt x="48" y="58"/>
                  <ns1:pt x="48" y="58"/>
                </ns1:cubicBezTo>
                <ns1:cubicBezTo>
                  <ns1:pt x="48" y="57"/>
                  <ns1:pt x="48" y="56"/>
                  <ns1:pt x="50" y="56"/>
                </ns1:cubicBezTo>
                <ns1:cubicBezTo>
                  <ns1:pt x="62" y="56"/>
                  <ns1:pt x="62" y="56"/>
                  <ns1:pt x="62" y="56"/>
                </ns1:cubicBezTo>
                <ns1:cubicBezTo>
                  <ns1:pt x="63" y="56"/>
                  <ns1:pt x="64" y="57"/>
                  <ns1:pt x="64" y="58"/>
                </ns1:cubicBezTo>
                <ns1:lnTo>
                  <ns1:pt x="64" y="94"/>
                </ns1:lnTo>
                <ns1:close/>
                <ns1:moveTo>
                  <ns1:pt x="87" y="94"/>
                </ns1:moveTo>
                <ns1:cubicBezTo>
                  <ns1:pt x="87" y="95"/>
                  <ns1:pt x="87" y="96"/>
                  <ns1:pt x="85" y="96"/>
                </ns1:cubicBezTo>
                <ns1:cubicBezTo>
                  <ns1:pt x="73" y="96"/>
                  <ns1:pt x="73" y="96"/>
                  <ns1:pt x="73" y="96"/>
                </ns1:cubicBezTo>
                <ns1:cubicBezTo>
                  <ns1:pt x="72" y="96"/>
                  <ns1:pt x="71" y="95"/>
                  <ns1:pt x="71" y="94"/>
                </ns1:cubicBezTo>
                <ns1:cubicBezTo>
                  <ns1:pt x="71" y="34"/>
                  <ns1:pt x="71" y="34"/>
                  <ns1:pt x="71" y="34"/>
                </ns1:cubicBezTo>
                <ns1:cubicBezTo>
                  <ns1:pt x="71" y="33"/>
                  <ns1:pt x="72" y="32"/>
                  <ns1:pt x="73" y="32"/>
                </ns1:cubicBezTo>
                <ns1:cubicBezTo>
                  <ns1:pt x="85" y="32"/>
                  <ns1:pt x="85" y="32"/>
                  <ns1:pt x="85" y="32"/>
                </ns1:cubicBezTo>
                <ns1:cubicBezTo>
                  <ns1:pt x="87" y="32"/>
                  <ns1:pt x="87" y="33"/>
                  <ns1:pt x="87" y="34"/>
                </ns1:cubicBezTo>
                <ns1:lnTo>
                  <ns1:pt x="87" y="94"/>
                </ns1:lnTo>
                <ns1:close/>
                <ns1:moveTo>
                  <ns1:pt x="111" y="94"/>
                </ns1:moveTo>
                <ns1:cubicBezTo>
                  <ns1:pt x="111" y="95"/>
                  <ns1:pt x="111" y="96"/>
                  <ns1:pt x="109" y="96"/>
                </ns1:cubicBezTo>
                <ns1:cubicBezTo>
                  <ns1:pt x="97" y="96"/>
                  <ns1:pt x="97" y="96"/>
                  <ns1:pt x="97" y="96"/>
                </ns1:cubicBezTo>
                <ns1:cubicBezTo>
                  <ns1:pt x="96" y="96"/>
                  <ns1:pt x="95" y="95"/>
                  <ns1:pt x="95" y="94"/>
                </ns1:cubicBezTo>
                <ns1:cubicBezTo>
                  <ns1:pt x="95" y="2"/>
                  <ns1:pt x="95" y="2"/>
                  <ns1:pt x="95" y="2"/>
                </ns1:cubicBezTo>
                <ns1:cubicBezTo>
                  <ns1:pt x="95" y="1"/>
                  <ns1:pt x="96" y="0"/>
                  <ns1:pt x="97" y="0"/>
                </ns1:cubicBezTo>
                <ns1:cubicBezTo>
                  <ns1:pt x="109" y="0"/>
                  <ns1:pt x="109" y="0"/>
                  <ns1:pt x="109" y="0"/>
                </ns1:cubicBezTo>
                <ns1:cubicBezTo>
                  <ns1:pt x="111" y="0"/>
                  <ns1:pt x="111" y="1"/>
                  <ns1:pt x="111" y="2"/>
                </ns1:cubicBezTo>
                <ns1:lnTo>
                  <ns1:pt x="111" y="94"/>
                </ns1:lnTo>
                <ns1:close/>
              </ns1:path>
            </ns1:pathLst>
          </ns1:custGeom>
          <ns1:solidFill>
            <ns1:srgbClr val="010101"/>
          </ns1:solidFill>
          <ns1:ln>
            <ns1:noFill/>
          </ns1:ln>
          <ns1:extLst>
            <ns1:ext uri="{91240B29-F687-4F45-9708-019B960494DF}">
              <ns2:hiddenLine w="9525">
                <ns1:solidFill>
                  <ns1:srgbClr val="000000"/>
                </ns1:solidFill>
                <ns1:round/>
                <ns1:headEnd/>
                <ns1:tailEnd/>
              </ns2:hiddenLine>
            </ns1:ext>
          </ns1:extLst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en-US" sz="2700"/>
          </ns1:p>
        </ns0:txBody>
      </ns0:sp>
      <ns0:sp>
        <ns0:nvSpPr>
          <ns0:cNvPr id="74" name="Freeform 72"/>
          <ns0:cNvSpPr>
            <ns1:spLocks noEditPoints="1"/>
          </ns0:cNvSpPr>
          <ns0:nvPr/>
        </ns0:nvSpPr>
        <ns0:spPr bwMode="auto">
          <ns1:xfrm>
            <ns1:off x="3006727" y="1374777"/>
            <ns1:ext cx="360363" cy="360363"/>
          </ns1:xfrm>
          <ns1:custGeom>
            <ns1:avLst/>
            <ns1:gdLst>
              <ns1:gd name="T0" fmla="*/ 96 w 96"/>
              <ns1:gd name="T1" fmla="*/ 55 h 96"/>
              <ns1:gd name="T2" fmla="*/ 94 w 96"/>
              <ns1:gd name="T3" fmla="*/ 58 h 96"/>
              <ns1:gd name="T4" fmla="*/ 82 w 96"/>
              <ns1:gd name="T5" fmla="*/ 59 h 96"/>
              <ns1:gd name="T6" fmla="*/ 80 w 96"/>
              <ns1:gd name="T7" fmla="*/ 65 h 96"/>
              <ns1:gd name="T8" fmla="*/ 86 w 96"/>
              <ns1:gd name="T9" fmla="*/ 74 h 96"/>
              <ns1:gd name="T10" fmla="*/ 87 w 96"/>
              <ns1:gd name="T11" fmla="*/ 75 h 96"/>
              <ns1:gd name="T12" fmla="*/ 87 w 96"/>
              <ns1:gd name="T13" fmla="*/ 77 h 96"/>
              <ns1:gd name="T14" fmla="*/ 74 w 96"/>
              <ns1:gd name="T15" fmla="*/ 88 h 96"/>
              <ns1:gd name="T16" fmla="*/ 73 w 96"/>
              <ns1:gd name="T17" fmla="*/ 87 h 96"/>
              <ns1:gd name="T18" fmla="*/ 64 w 96"/>
              <ns1:gd name="T19" fmla="*/ 81 h 96"/>
              <ns1:gd name="T20" fmla="*/ 59 w 96"/>
              <ns1:gd name="T21" fmla="*/ 83 h 96"/>
              <ns1:gd name="T22" fmla="*/ 57 w 96"/>
              <ns1:gd name="T23" fmla="*/ 95 h 96"/>
              <ns1:gd name="T24" fmla="*/ 54 w 96"/>
              <ns1:gd name="T25" fmla="*/ 96 h 96"/>
              <ns1:gd name="T26" fmla="*/ 41 w 96"/>
              <ns1:gd name="T27" fmla="*/ 96 h 96"/>
              <ns1:gd name="T28" fmla="*/ 38 w 96"/>
              <ns1:gd name="T29" fmla="*/ 94 h 96"/>
              <ns1:gd name="T30" fmla="*/ 37 w 96"/>
              <ns1:gd name="T31" fmla="*/ 83 h 96"/>
              <ns1:gd name="T32" fmla="*/ 31 w 96"/>
              <ns1:gd name="T33" fmla="*/ 81 h 96"/>
              <ns1:gd name="T34" fmla="*/ 22 w 96"/>
              <ns1:gd name="T35" fmla="*/ 87 h 96"/>
              <ns1:gd name="T36" fmla="*/ 21 w 96"/>
              <ns1:gd name="T37" fmla="*/ 88 h 96"/>
              <ns1:gd name="T38" fmla="*/ 19 w 96"/>
              <ns1:gd name="T39" fmla="*/ 87 h 96"/>
              <ns1:gd name="T40" fmla="*/ 9 w 96"/>
              <ns1:gd name="T41" fmla="*/ 77 h 96"/>
              <ns1:gd name="T42" fmla="*/ 8 w 96"/>
              <ns1:gd name="T43" fmla="*/ 75 h 96"/>
              <ns1:gd name="T44" fmla="*/ 9 w 96"/>
              <ns1:gd name="T45" fmla="*/ 74 h 96"/>
              <ns1:gd name="T46" fmla="*/ 15 w 96"/>
              <ns1:gd name="T47" fmla="*/ 65 h 96"/>
              <ns1:gd name="T48" fmla="*/ 13 w 96"/>
              <ns1:gd name="T49" fmla="*/ 59 h 96"/>
              <ns1:gd name="T50" fmla="*/ 1 w 96"/>
              <ns1:gd name="T51" fmla="*/ 57 h 96"/>
              <ns1:gd name="T52" fmla="*/ 0 w 96"/>
              <ns1:gd name="T53" fmla="*/ 55 h 96"/>
              <ns1:gd name="T54" fmla="*/ 0 w 96"/>
              <ns1:gd name="T55" fmla="*/ 41 h 96"/>
              <ns1:gd name="T56" fmla="*/ 1 w 96"/>
              <ns1:gd name="T57" fmla="*/ 39 h 96"/>
              <ns1:gd name="T58" fmla="*/ 13 w 96"/>
              <ns1:gd name="T59" fmla="*/ 37 h 96"/>
              <ns1:gd name="T60" fmla="*/ 15 w 96"/>
              <ns1:gd name="T61" fmla="*/ 32 h 96"/>
              <ns1:gd name="T62" fmla="*/ 9 w 96"/>
              <ns1:gd name="T63" fmla="*/ 23 h 96"/>
              <ns1:gd name="T64" fmla="*/ 8 w 96"/>
              <ns1:gd name="T65" fmla="*/ 22 h 96"/>
              <ns1:gd name="T66" fmla="*/ 9 w 96"/>
              <ns1:gd name="T67" fmla="*/ 20 h 96"/>
              <ns1:gd name="T68" fmla="*/ 21 w 96"/>
              <ns1:gd name="T69" fmla="*/ 9 h 96"/>
              <ns1:gd name="T70" fmla="*/ 22 w 96"/>
              <ns1:gd name="T71" fmla="*/ 10 h 96"/>
              <ns1:gd name="T72" fmla="*/ 31 w 96"/>
              <ns1:gd name="T73" fmla="*/ 16 h 96"/>
              <ns1:gd name="T74" fmla="*/ 37 w 96"/>
              <ns1:gd name="T75" fmla="*/ 14 h 96"/>
              <ns1:gd name="T76" fmla="*/ 38 w 96"/>
              <ns1:gd name="T77" fmla="*/ 2 h 96"/>
              <ns1:gd name="T78" fmla="*/ 41 w 96"/>
              <ns1:gd name="T79" fmla="*/ 0 h 96"/>
              <ns1:gd name="T80" fmla="*/ 54 w 96"/>
              <ns1:gd name="T81" fmla="*/ 0 h 96"/>
              <ns1:gd name="T82" fmla="*/ 57 w 96"/>
              <ns1:gd name="T83" fmla="*/ 2 h 96"/>
              <ns1:gd name="T84" fmla="*/ 58 w 96"/>
              <ns1:gd name="T85" fmla="*/ 14 h 96"/>
              <ns1:gd name="T86" fmla="*/ 64 w 96"/>
              <ns1:gd name="T87" fmla="*/ 16 h 96"/>
              <ns1:gd name="T88" fmla="*/ 73 w 96"/>
              <ns1:gd name="T89" fmla="*/ 9 h 96"/>
              <ns1:gd name="T90" fmla="*/ 74 w 96"/>
              <ns1:gd name="T91" fmla="*/ 9 h 96"/>
              <ns1:gd name="T92" fmla="*/ 76 w 96"/>
              <ns1:gd name="T93" fmla="*/ 10 h 96"/>
              <ns1:gd name="T94" fmla="*/ 86 w 96"/>
              <ns1:gd name="T95" fmla="*/ 20 h 96"/>
              <ns1:gd name="T96" fmla="*/ 87 w 96"/>
              <ns1:gd name="T97" fmla="*/ 22 h 96"/>
              <ns1:gd name="T98" fmla="*/ 86 w 96"/>
              <ns1:gd name="T99" fmla="*/ 23 h 96"/>
              <ns1:gd name="T100" fmla="*/ 80 w 96"/>
              <ns1:gd name="T101" fmla="*/ 31 h 96"/>
              <ns1:gd name="T102" fmla="*/ 82 w 96"/>
              <ns1:gd name="T103" fmla="*/ 38 h 96"/>
              <ns1:gd name="T104" fmla="*/ 94 w 96"/>
              <ns1:gd name="T105" fmla="*/ 39 h 96"/>
              <ns1:gd name="T106" fmla="*/ 96 w 96"/>
              <ns1:gd name="T107" fmla="*/ 42 h 96"/>
              <ns1:gd name="T108" fmla="*/ 96 w 96"/>
              <ns1:gd name="T109" fmla="*/ 55 h 96"/>
              <ns1:gd name="T110" fmla="*/ 48 w 96"/>
              <ns1:gd name="T111" fmla="*/ 32 h 96"/>
              <ns1:gd name="T112" fmla="*/ 32 w 96"/>
              <ns1:gd name="T113" fmla="*/ 48 h 96"/>
              <ns1:gd name="T114" fmla="*/ 48 w 96"/>
              <ns1:gd name="T115" fmla="*/ 64 h 96"/>
              <ns1:gd name="T116" fmla="*/ 64 w 96"/>
              <ns1:gd name="T117" fmla="*/ 48 h 96"/>
              <ns1:gd name="T118" fmla="*/ 48 w 96"/>
              <ns1:gd name="T119" fmla="*/ 32 h 96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  <ns1:cxn ang="0">
                <ns1:pos x="T32" y="T33"/>
              </ns1:cxn>
              <ns1:cxn ang="0">
                <ns1:pos x="T34" y="T35"/>
              </ns1:cxn>
              <ns1:cxn ang="0">
                <ns1:pos x="T36" y="T37"/>
              </ns1:cxn>
              <ns1:cxn ang="0">
                <ns1:pos x="T38" y="T39"/>
              </ns1:cxn>
              <ns1:cxn ang="0">
                <ns1:pos x="T40" y="T41"/>
              </ns1:cxn>
              <ns1:cxn ang="0">
                <ns1:pos x="T42" y="T43"/>
              </ns1:cxn>
              <ns1:cxn ang="0">
                <ns1:pos x="T44" y="T45"/>
              </ns1:cxn>
              <ns1:cxn ang="0">
                <ns1:pos x="T46" y="T47"/>
              </ns1:cxn>
              <ns1:cxn ang="0">
                <ns1:pos x="T48" y="T49"/>
              </ns1:cxn>
              <ns1:cxn ang="0">
                <ns1:pos x="T50" y="T51"/>
              </ns1:cxn>
              <ns1:cxn ang="0">
                <ns1:pos x="T52" y="T53"/>
              </ns1:cxn>
              <ns1:cxn ang="0">
                <ns1:pos x="T54" y="T55"/>
              </ns1:cxn>
              <ns1:cxn ang="0">
                <ns1:pos x="T56" y="T57"/>
              </ns1:cxn>
              <ns1:cxn ang="0">
                <ns1:pos x="T58" y="T59"/>
              </ns1:cxn>
              <ns1:cxn ang="0">
                <ns1:pos x="T60" y="T61"/>
              </ns1:cxn>
              <ns1:cxn ang="0">
                <ns1:pos x="T62" y="T63"/>
              </ns1:cxn>
              <ns1:cxn ang="0">
                <ns1:pos x="T64" y="T65"/>
              </ns1:cxn>
              <ns1:cxn ang="0">
                <ns1:pos x="T66" y="T67"/>
              </ns1:cxn>
              <ns1:cxn ang="0">
                <ns1:pos x="T68" y="T69"/>
              </ns1:cxn>
              <ns1:cxn ang="0">
                <ns1:pos x="T70" y="T71"/>
              </ns1:cxn>
              <ns1:cxn ang="0">
                <ns1:pos x="T72" y="T73"/>
              </ns1:cxn>
              <ns1:cxn ang="0">
                <ns1:pos x="T74" y="T75"/>
              </ns1:cxn>
              <ns1:cxn ang="0">
                <ns1:pos x="T76" y="T77"/>
              </ns1:cxn>
              <ns1:cxn ang="0">
                <ns1:pos x="T78" y="T79"/>
              </ns1:cxn>
              <ns1:cxn ang="0">
                <ns1:pos x="T80" y="T81"/>
              </ns1:cxn>
              <ns1:cxn ang="0">
                <ns1:pos x="T82" y="T83"/>
              </ns1:cxn>
              <ns1:cxn ang="0">
                <ns1:pos x="T84" y="T85"/>
              </ns1:cxn>
              <ns1:cxn ang="0">
                <ns1:pos x="T86" y="T87"/>
              </ns1:cxn>
              <ns1:cxn ang="0">
                <ns1:pos x="T88" y="T89"/>
              </ns1:cxn>
              <ns1:cxn ang="0">
                <ns1:pos x="T90" y="T91"/>
              </ns1:cxn>
              <ns1:cxn ang="0">
                <ns1:pos x="T92" y="T93"/>
              </ns1:cxn>
              <ns1:cxn ang="0">
                <ns1:pos x="T94" y="T95"/>
              </ns1:cxn>
              <ns1:cxn ang="0">
                <ns1:pos x="T96" y="T97"/>
              </ns1:cxn>
              <ns1:cxn ang="0">
                <ns1:pos x="T98" y="T99"/>
              </ns1:cxn>
              <ns1:cxn ang="0">
                <ns1:pos x="T100" y="T101"/>
              </ns1:cxn>
              <ns1:cxn ang="0">
                <ns1:pos x="T102" y="T103"/>
              </ns1:cxn>
              <ns1:cxn ang="0">
                <ns1:pos x="T104" y="T105"/>
              </ns1:cxn>
              <ns1:cxn ang="0">
                <ns1:pos x="T106" y="T107"/>
              </ns1:cxn>
              <ns1:cxn ang="0">
                <ns1:pos x="T108" y="T109"/>
              </ns1:cxn>
              <ns1:cxn ang="0">
                <ns1:pos x="T110" y="T111"/>
              </ns1:cxn>
              <ns1:cxn ang="0">
                <ns1:pos x="T112" y="T113"/>
              </ns1:cxn>
              <ns1:cxn ang="0">
                <ns1:pos x="T114" y="T115"/>
              </ns1:cxn>
              <ns1:cxn ang="0">
                <ns1:pos x="T116" y="T117"/>
              </ns1:cxn>
              <ns1:cxn ang="0">
                <ns1:pos x="T118" y="T119"/>
              </ns1:cxn>
            </ns1:cxnLst>
            <ns1:rect l="0" t="0" r="r" b="b"/>
            <ns1:pathLst>
              <ns1:path w="96" h="96">
                <ns1:moveTo>
                  <ns1:pt x="96" y="55"/>
                </ns1:moveTo>
                <ns1:cubicBezTo>
                  <ns1:pt x="96" y="56"/>
                  <ns1:pt x="95" y="58"/>
                  <ns1:pt x="94" y="58"/>
                </ns1:cubicBezTo>
                <ns1:cubicBezTo>
                  <ns1:pt x="82" y="59"/>
                  <ns1:pt x="82" y="59"/>
                  <ns1:pt x="82" y="59"/>
                </ns1:cubicBezTo>
                <ns1:cubicBezTo>
                  <ns1:pt x="82" y="61"/>
                  <ns1:pt x="81" y="63"/>
                  <ns1:pt x="80" y="65"/>
                </ns1:cubicBezTo>
                <ns1:cubicBezTo>
                  <ns1:pt x="82" y="68"/>
                  <ns1:pt x="84" y="71"/>
                  <ns1:pt x="86" y="74"/>
                </ns1:cubicBezTo>
                <ns1:cubicBezTo>
                  <ns1:pt x="87" y="74"/>
                  <ns1:pt x="87" y="75"/>
                  <ns1:pt x="87" y="75"/>
                </ns1:cubicBezTo>
                <ns1:cubicBezTo>
                  <ns1:pt x="87" y="76"/>
                  <ns1:pt x="87" y="76"/>
                  <ns1:pt x="87" y="77"/>
                </ns1:cubicBezTo>
                <ns1:cubicBezTo>
                  <ns1:pt x="85" y="79"/>
                  <ns1:pt x="77" y="88"/>
                  <ns1:pt x="74" y="88"/>
                </ns1:cubicBezTo>
                <ns1:cubicBezTo>
                  <ns1:pt x="74" y="88"/>
                  <ns1:pt x="73" y="88"/>
                  <ns1:pt x="73" y="87"/>
                </ns1:cubicBezTo>
                <ns1:cubicBezTo>
                  <ns1:pt x="64" y="81"/>
                  <ns1:pt x="64" y="81"/>
                  <ns1:pt x="64" y="81"/>
                </ns1:cubicBezTo>
                <ns1:cubicBezTo>
                  <ns1:pt x="62" y="82"/>
                  <ns1:pt x="60" y="82"/>
                  <ns1:pt x="59" y="83"/>
                </ns1:cubicBezTo>
                <ns1:cubicBezTo>
                  <ns1:pt x="58" y="87"/>
                  <ns1:pt x="58" y="91"/>
                  <ns1:pt x="57" y="95"/>
                </ns1:cubicBezTo>
                <ns1:cubicBezTo>
                  <ns1:pt x="56" y="96"/>
                  <ns1:pt x="56" y="96"/>
                  <ns1:pt x="54" y="96"/>
                </ns1:cubicBezTo>
                <ns1:cubicBezTo>
                  <ns1:pt x="41" y="96"/>
                  <ns1:pt x="41" y="96"/>
                  <ns1:pt x="41" y="96"/>
                </ns1:cubicBezTo>
                <ns1:cubicBezTo>
                  <ns1:pt x="40" y="96"/>
                  <ns1:pt x="39" y="96"/>
                  <ns1:pt x="38" y="94"/>
                </ns1:cubicBezTo>
                <ns1:cubicBezTo>
                  <ns1:pt x="37" y="83"/>
                  <ns1:pt x="37" y="83"/>
                  <ns1:pt x="37" y="83"/>
                </ns1:cubicBezTo>
                <ns1:cubicBezTo>
                  <ns1:pt x="35" y="82"/>
                  <ns1:pt x="33" y="82"/>
                  <ns1:pt x="31" y="81"/>
                </ns1:cubicBezTo>
                <ns1:cubicBezTo>
                  <ns1:pt x="22" y="87"/>
                  <ns1:pt x="22" y="87"/>
                  <ns1:pt x="22" y="87"/>
                </ns1:cubicBezTo>
                <ns1:cubicBezTo>
                  <ns1:pt x="22" y="88"/>
                  <ns1:pt x="21" y="88"/>
                  <ns1:pt x="21" y="88"/>
                </ns1:cubicBezTo>
                <ns1:cubicBezTo>
                  <ns1:pt x="20" y="88"/>
                  <ns1:pt x="20" y="88"/>
                  <ns1:pt x="19" y="87"/>
                </ns1:cubicBezTo>
                <ns1:cubicBezTo>
                  <ns1:pt x="16" y="84"/>
                  <ns1:pt x="11" y="80"/>
                  <ns1:pt x="9" y="77"/>
                </ns1:cubicBezTo>
                <ns1:cubicBezTo>
                  <ns1:pt x="8" y="76"/>
                  <ns1:pt x="8" y="76"/>
                  <ns1:pt x="8" y="75"/>
                </ns1:cubicBezTo>
                <ns1:cubicBezTo>
                  <ns1:pt x="8" y="75"/>
                  <ns1:pt x="9" y="74"/>
                  <ns1:pt x="9" y="74"/>
                </ns1:cubicBezTo>
                <ns1:cubicBezTo>
                  <ns1:pt x="11" y="71"/>
                  <ns1:pt x="13" y="68"/>
                  <ns1:pt x="15" y="65"/>
                </ns1:cubicBezTo>
                <ns1:cubicBezTo>
                  <ns1:pt x="14" y="63"/>
                  <ns1:pt x="13" y="61"/>
                  <ns1:pt x="13" y="59"/>
                </ns1:cubicBezTo>
                <ns1:cubicBezTo>
                  <ns1:pt x="1" y="57"/>
                  <ns1:pt x="1" y="57"/>
                  <ns1:pt x="1" y="57"/>
                </ns1:cubicBezTo>
                <ns1:cubicBezTo>
                  <ns1:pt x="0" y="57"/>
                  <ns1:pt x="0" y="56"/>
                  <ns1:pt x="0" y="55"/>
                </ns1:cubicBezTo>
                <ns1:cubicBezTo>
                  <ns1:pt x="0" y="41"/>
                  <ns1:pt x="0" y="41"/>
                  <ns1:pt x="0" y="41"/>
                </ns1:cubicBezTo>
                <ns1:cubicBezTo>
                  <ns1:pt x="0" y="40"/>
                  <ns1:pt x="0" y="39"/>
                  <ns1:pt x="1" y="39"/>
                </ns1:cubicBezTo>
                <ns1:cubicBezTo>
                  <ns1:pt x="13" y="37"/>
                  <ns1:pt x="13" y="37"/>
                  <ns1:pt x="13" y="37"/>
                </ns1:cubicBezTo>
                <ns1:cubicBezTo>
                  <ns1:pt x="14" y="35"/>
                  <ns1:pt x="14" y="33"/>
                  <ns1:pt x="15" y="32"/>
                </ns1:cubicBezTo>
                <ns1:cubicBezTo>
                  <ns1:pt x="13" y="29"/>
                  <ns1:pt x="11" y="26"/>
                  <ns1:pt x="9" y="23"/>
                </ns1:cubicBezTo>
                <ns1:cubicBezTo>
                  <ns1:pt x="8" y="23"/>
                  <ns1:pt x="8" y="22"/>
                  <ns1:pt x="8" y="22"/>
                </ns1:cubicBezTo>
                <ns1:cubicBezTo>
                  <ns1:pt x="8" y="21"/>
                  <ns1:pt x="8" y="21"/>
                  <ns1:pt x="9" y="20"/>
                </ns1:cubicBezTo>
                <ns1:cubicBezTo>
                  <ns1:pt x="10" y="18"/>
                  <ns1:pt x="19" y="9"/>
                  <ns1:pt x="21" y="9"/>
                </ns1:cubicBezTo>
                <ns1:cubicBezTo>
                  <ns1:pt x="21" y="9"/>
                  <ns1:pt x="22" y="9"/>
                  <ns1:pt x="22" y="10"/>
                </ns1:cubicBezTo>
                <ns1:cubicBezTo>
                  <ns1:pt x="31" y="16"/>
                  <ns1:pt x="31" y="16"/>
                  <ns1:pt x="31" y="16"/>
                </ns1:cubicBezTo>
                <ns1:cubicBezTo>
                  <ns1:pt x="33" y="15"/>
                  <ns1:pt x="35" y="14"/>
                  <ns1:pt x="37" y="14"/>
                </ns1:cubicBezTo>
                <ns1:cubicBezTo>
                  <ns1:pt x="37" y="10"/>
                  <ns1:pt x="37" y="6"/>
                  <ns1:pt x="38" y="2"/>
                </ns1:cubicBezTo>
                <ns1:cubicBezTo>
                  <ns1:pt x="39" y="1"/>
                  <ns1:pt x="40" y="0"/>
                  <ns1:pt x="41" y="0"/>
                </ns1:cubicBezTo>
                <ns1:cubicBezTo>
                  <ns1:pt x="54" y="0"/>
                  <ns1:pt x="54" y="0"/>
                  <ns1:pt x="54" y="0"/>
                </ns1:cubicBezTo>
                <ns1:cubicBezTo>
                  <ns1:pt x="56" y="0"/>
                  <ns1:pt x="57" y="1"/>
                  <ns1:pt x="57" y="2"/>
                </ns1:cubicBezTo>
                <ns1:cubicBezTo>
                  <ns1:pt x="58" y="14"/>
                  <ns1:pt x="58" y="14"/>
                  <ns1:pt x="58" y="14"/>
                </ns1:cubicBezTo>
                <ns1:cubicBezTo>
                  <ns1:pt x="60" y="14"/>
                  <ns1:pt x="62" y="15"/>
                  <ns1:pt x="64" y="16"/>
                </ns1:cubicBezTo>
                <ns1:cubicBezTo>
                  <ns1:pt x="73" y="9"/>
                  <ns1:pt x="73" y="9"/>
                  <ns1:pt x="73" y="9"/>
                </ns1:cubicBezTo>
                <ns1:cubicBezTo>
                  <ns1:pt x="73" y="9"/>
                  <ns1:pt x="74" y="9"/>
                  <ns1:pt x="74" y="9"/>
                </ns1:cubicBezTo>
                <ns1:cubicBezTo>
                  <ns1:pt x="75" y="9"/>
                  <ns1:pt x="76" y="9"/>
                  <ns1:pt x="76" y="10"/>
                </ns1:cubicBezTo>
                <ns1:cubicBezTo>
                  <ns1:pt x="79" y="13"/>
                  <ns1:pt x="84" y="16"/>
                  <ns1:pt x="86" y="20"/>
                </ns1:cubicBezTo>
                <ns1:cubicBezTo>
                  <ns1:pt x="87" y="21"/>
                  <ns1:pt x="87" y="21"/>
                  <ns1:pt x="87" y="22"/>
                </ns1:cubicBezTo>
                <ns1:cubicBezTo>
                  <ns1:pt x="87" y="22"/>
                  <ns1:pt x="87" y="23"/>
                  <ns1:pt x="86" y="23"/>
                </ns1:cubicBezTo>
                <ns1:cubicBezTo>
                  <ns1:pt x="84" y="26"/>
                  <ns1:pt x="82" y="29"/>
                  <ns1:pt x="80" y="31"/>
                </ns1:cubicBezTo>
                <ns1:cubicBezTo>
                  <ns1:pt x="81" y="33"/>
                  <ns1:pt x="82" y="36"/>
                  <ns1:pt x="82" y="38"/>
                </ns1:cubicBezTo>
                <ns1:cubicBezTo>
                  <ns1:pt x="94" y="39"/>
                  <ns1:pt x="94" y="39"/>
                  <ns1:pt x="94" y="39"/>
                </ns1:cubicBezTo>
                <ns1:cubicBezTo>
                  <ns1:pt x="95" y="40"/>
                  <ns1:pt x="96" y="41"/>
                  <ns1:pt x="96" y="42"/>
                </ns1:cubicBezTo>
                <ns1:lnTo>
                  <ns1:pt x="96" y="55"/>
                </ns1:lnTo>
                <ns1:close/>
                <ns1:moveTo>
                  <ns1:pt x="48" y="32"/>
                </ns1:moveTo>
                <ns1:cubicBezTo>
                  <ns1:pt x="39" y="32"/>
                  <ns1:pt x="32" y="40"/>
                  <ns1:pt x="32" y="48"/>
                </ns1:cubicBezTo>
                <ns1:cubicBezTo>
                  <ns1:pt x="32" y="57"/>
                  <ns1:pt x="39" y="64"/>
                  <ns1:pt x="48" y="64"/>
                </ns1:cubicBezTo>
                <ns1:cubicBezTo>
                  <ns1:pt x="56" y="64"/>
                  <ns1:pt x="64" y="57"/>
                  <ns1:pt x="64" y="48"/>
                </ns1:cubicBezTo>
                <ns1:cubicBezTo>
                  <ns1:pt x="64" y="40"/>
                  <ns1:pt x="56" y="32"/>
                  <ns1:pt x="48" y="32"/>
                </ns1:cubicBezTo>
                <ns1:close/>
              </ns1:path>
            </ns1:pathLst>
          </ns1:custGeom>
          <ns1:solidFill>
            <ns1:srgbClr val="010101"/>
          </ns1:solidFill>
          <ns1:ln>
            <ns1:noFill/>
          </ns1:ln>
          <ns1:extLst>
            <ns1:ext uri="{91240B29-F687-4F45-9708-019B960494DF}">
              <ns2:hiddenLine w="9525">
                <ns1:solidFill>
                  <ns1:srgbClr val="000000"/>
                </ns1:solidFill>
                <ns1:round/>
                <ns1:headEnd/>
                <ns1:tailEnd/>
              </ns2:hiddenLine>
            </ns1:ext>
          </ns1:extLst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en-US" sz="2700"/>
          </ns1:p>
        </ns0:txBody>
      </ns0:sp>
      <ns0:sp>
        <ns0:nvSpPr>
          <ns0:cNvPr id="75" name="Freeform 73"/>
          <ns0:cNvSpPr>
            <ns1:spLocks noEditPoints="1"/>
          </ns0:cNvSpPr>
          <ns0:nvPr/>
        </ns0:nvSpPr>
        <ns0:spPr bwMode="auto">
          <ns1:xfrm>
            <ns1:off x="3663951" y="1374777"/>
            <ns1:ext cx="330200" cy="360363"/>
          </ns1:xfrm>
          <ns1:custGeom>
            <ns1:avLst/>
            <ns1:gdLst>
              <ns1:gd name="T0" fmla="*/ 88 w 88"/>
              <ns1:gd name="T1" fmla="*/ 22 h 96"/>
              <ns1:gd name="T2" fmla="*/ 86 w 88"/>
              <ns1:gd name="T3" fmla="*/ 24 h 96"/>
              <ns1:gd name="T4" fmla="*/ 80 w 88"/>
              <ns1:gd name="T5" fmla="*/ 24 h 96"/>
              <ns1:gd name="T6" fmla="*/ 80 w 88"/>
              <ns1:gd name="T7" fmla="*/ 84 h 96"/>
              <ns1:gd name="T8" fmla="*/ 70 w 88"/>
              <ns1:gd name="T9" fmla="*/ 96 h 96"/>
              <ns1:gd name="T10" fmla="*/ 18 w 88"/>
              <ns1:gd name="T11" fmla="*/ 96 h 96"/>
              <ns1:gd name="T12" fmla="*/ 8 w 88"/>
              <ns1:gd name="T13" fmla="*/ 84 h 96"/>
              <ns1:gd name="T14" fmla="*/ 8 w 88"/>
              <ns1:gd name="T15" fmla="*/ 24 h 96"/>
              <ns1:gd name="T16" fmla="*/ 2 w 88"/>
              <ns1:gd name="T17" fmla="*/ 24 h 96"/>
              <ns1:gd name="T18" fmla="*/ 0 w 88"/>
              <ns1:gd name="T19" fmla="*/ 22 h 96"/>
              <ns1:gd name="T20" fmla="*/ 0 w 88"/>
              <ns1:gd name="T21" fmla="*/ 18 h 96"/>
              <ns1:gd name="T22" fmla="*/ 2 w 88"/>
              <ns1:gd name="T23" fmla="*/ 16 h 96"/>
              <ns1:gd name="T24" fmla="*/ 22 w 88"/>
              <ns1:gd name="T25" fmla="*/ 16 h 96"/>
              <ns1:gd name="T26" fmla="*/ 26 w 88"/>
              <ns1:gd name="T27" fmla="*/ 6 h 96"/>
              <ns1:gd name="T28" fmla="*/ 34 w 88"/>
              <ns1:gd name="T29" fmla="*/ 0 h 96"/>
              <ns1:gd name="T30" fmla="*/ 54 w 88"/>
              <ns1:gd name="T31" fmla="*/ 0 h 96"/>
              <ns1:gd name="T32" fmla="*/ 63 w 88"/>
              <ns1:gd name="T33" fmla="*/ 6 h 96"/>
              <ns1:gd name="T34" fmla="*/ 67 w 88"/>
              <ns1:gd name="T35" fmla="*/ 16 h 96"/>
              <ns1:gd name="T36" fmla="*/ 86 w 88"/>
              <ns1:gd name="T37" fmla="*/ 16 h 96"/>
              <ns1:gd name="T38" fmla="*/ 88 w 88"/>
              <ns1:gd name="T39" fmla="*/ 18 h 96"/>
              <ns1:gd name="T40" fmla="*/ 88 w 88"/>
              <ns1:gd name="T41" fmla="*/ 22 h 96"/>
              <ns1:gd name="T42" fmla="*/ 72 w 88"/>
              <ns1:gd name="T43" fmla="*/ 24 h 96"/>
              <ns1:gd name="T44" fmla="*/ 16 w 88"/>
              <ns1:gd name="T45" fmla="*/ 24 h 96"/>
              <ns1:gd name="T46" fmla="*/ 16 w 88"/>
              <ns1:gd name="T47" fmla="*/ 84 h 96"/>
              <ns1:gd name="T48" fmla="*/ 18 w 88"/>
              <ns1:gd name="T49" fmla="*/ 88 h 96"/>
              <ns1:gd name="T50" fmla="*/ 70 w 88"/>
              <ns1:gd name="T51" fmla="*/ 88 h 96"/>
              <ns1:gd name="T52" fmla="*/ 72 w 88"/>
              <ns1:gd name="T53" fmla="*/ 84 h 96"/>
              <ns1:gd name="T54" fmla="*/ 72 w 88"/>
              <ns1:gd name="T55" fmla="*/ 24 h 96"/>
              <ns1:gd name="T56" fmla="*/ 32 w 88"/>
              <ns1:gd name="T57" fmla="*/ 74 h 96"/>
              <ns1:gd name="T58" fmla="*/ 30 w 88"/>
              <ns1:gd name="T59" fmla="*/ 76 h 96"/>
              <ns1:gd name="T60" fmla="*/ 26 w 88"/>
              <ns1:gd name="T61" fmla="*/ 76 h 96"/>
              <ns1:gd name="T62" fmla="*/ 24 w 88"/>
              <ns1:gd name="T63" fmla="*/ 74 h 96"/>
              <ns1:gd name="T64" fmla="*/ 24 w 88"/>
              <ns1:gd name="T65" fmla="*/ 38 h 96"/>
              <ns1:gd name="T66" fmla="*/ 26 w 88"/>
              <ns1:gd name="T67" fmla="*/ 36 h 96"/>
              <ns1:gd name="T68" fmla="*/ 30 w 88"/>
              <ns1:gd name="T69" fmla="*/ 36 h 96"/>
              <ns1:gd name="T70" fmla="*/ 32 w 88"/>
              <ns1:gd name="T71" fmla="*/ 38 h 96"/>
              <ns1:gd name="T72" fmla="*/ 32 w 88"/>
              <ns1:gd name="T73" fmla="*/ 74 h 96"/>
              <ns1:gd name="T74" fmla="*/ 58 w 88"/>
              <ns1:gd name="T75" fmla="*/ 16 h 96"/>
              <ns1:gd name="T76" fmla="*/ 55 w 88"/>
              <ns1:gd name="T77" fmla="*/ 9 h 96"/>
              <ns1:gd name="T78" fmla="*/ 54 w 88"/>
              <ns1:gd name="T79" fmla="*/ 8 h 96"/>
              <ns1:gd name="T80" fmla="*/ 35 w 88"/>
              <ns1:gd name="T81" fmla="*/ 8 h 96"/>
              <ns1:gd name="T82" fmla="*/ 33 w 88"/>
              <ns1:gd name="T83" fmla="*/ 9 h 96"/>
              <ns1:gd name="T84" fmla="*/ 30 w 88"/>
              <ns1:gd name="T85" fmla="*/ 16 h 96"/>
              <ns1:gd name="T86" fmla="*/ 58 w 88"/>
              <ns1:gd name="T87" fmla="*/ 16 h 96"/>
              <ns1:gd name="T88" fmla="*/ 48 w 88"/>
              <ns1:gd name="T89" fmla="*/ 74 h 96"/>
              <ns1:gd name="T90" fmla="*/ 46 w 88"/>
              <ns1:gd name="T91" fmla="*/ 76 h 96"/>
              <ns1:gd name="T92" fmla="*/ 42 w 88"/>
              <ns1:gd name="T93" fmla="*/ 76 h 96"/>
              <ns1:gd name="T94" fmla="*/ 40 w 88"/>
              <ns1:gd name="T95" fmla="*/ 74 h 96"/>
              <ns1:gd name="T96" fmla="*/ 40 w 88"/>
              <ns1:gd name="T97" fmla="*/ 38 h 96"/>
              <ns1:gd name="T98" fmla="*/ 42 w 88"/>
              <ns1:gd name="T99" fmla="*/ 36 h 96"/>
              <ns1:gd name="T100" fmla="*/ 46 w 88"/>
              <ns1:gd name="T101" fmla="*/ 36 h 96"/>
              <ns1:gd name="T102" fmla="*/ 48 w 88"/>
              <ns1:gd name="T103" fmla="*/ 38 h 96"/>
              <ns1:gd name="T104" fmla="*/ 48 w 88"/>
              <ns1:gd name="T105" fmla="*/ 74 h 96"/>
              <ns1:gd name="T106" fmla="*/ 64 w 88"/>
              <ns1:gd name="T107" fmla="*/ 74 h 96"/>
              <ns1:gd name="T108" fmla="*/ 62 w 88"/>
              <ns1:gd name="T109" fmla="*/ 76 h 96"/>
              <ns1:gd name="T110" fmla="*/ 58 w 88"/>
              <ns1:gd name="T111" fmla="*/ 76 h 96"/>
              <ns1:gd name="T112" fmla="*/ 56 w 88"/>
              <ns1:gd name="T113" fmla="*/ 74 h 96"/>
              <ns1:gd name="T114" fmla="*/ 56 w 88"/>
              <ns1:gd name="T115" fmla="*/ 38 h 96"/>
              <ns1:gd name="T116" fmla="*/ 58 w 88"/>
              <ns1:gd name="T117" fmla="*/ 36 h 96"/>
              <ns1:gd name="T118" fmla="*/ 62 w 88"/>
              <ns1:gd name="T119" fmla="*/ 36 h 96"/>
              <ns1:gd name="T120" fmla="*/ 64 w 88"/>
              <ns1:gd name="T121" fmla="*/ 38 h 96"/>
              <ns1:gd name="T122" fmla="*/ 64 w 88"/>
              <ns1:gd name="T123" fmla="*/ 74 h 96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  <ns1:cxn ang="0">
                <ns1:pos x="T32" y="T33"/>
              </ns1:cxn>
              <ns1:cxn ang="0">
                <ns1:pos x="T34" y="T35"/>
              </ns1:cxn>
              <ns1:cxn ang="0">
                <ns1:pos x="T36" y="T37"/>
              </ns1:cxn>
              <ns1:cxn ang="0">
                <ns1:pos x="T38" y="T39"/>
              </ns1:cxn>
              <ns1:cxn ang="0">
                <ns1:pos x="T40" y="T41"/>
              </ns1:cxn>
              <ns1:cxn ang="0">
                <ns1:pos x="T42" y="T43"/>
              </ns1:cxn>
              <ns1:cxn ang="0">
                <ns1:pos x="T44" y="T45"/>
              </ns1:cxn>
              <ns1:cxn ang="0">
                <ns1:pos x="T46" y="T47"/>
              </ns1:cxn>
              <ns1:cxn ang="0">
                <ns1:pos x="T48" y="T49"/>
              </ns1:cxn>
              <ns1:cxn ang="0">
                <ns1:pos x="T50" y="T51"/>
              </ns1:cxn>
              <ns1:cxn ang="0">
                <ns1:pos x="T52" y="T53"/>
              </ns1:cxn>
              <ns1:cxn ang="0">
                <ns1:pos x="T54" y="T55"/>
              </ns1:cxn>
              <ns1:cxn ang="0">
                <ns1:pos x="T56" y="T57"/>
              </ns1:cxn>
              <ns1:cxn ang="0">
                <ns1:pos x="T58" y="T59"/>
              </ns1:cxn>
              <ns1:cxn ang="0">
                <ns1:pos x="T60" y="T61"/>
              </ns1:cxn>
              <ns1:cxn ang="0">
                <ns1:pos x="T62" y="T63"/>
              </ns1:cxn>
              <ns1:cxn ang="0">
                <ns1:pos x="T64" y="T65"/>
              </ns1:cxn>
              <ns1:cxn ang="0">
                <ns1:pos x="T66" y="T67"/>
              </ns1:cxn>
              <ns1:cxn ang="0">
                <ns1:pos x="T68" y="T69"/>
              </ns1:cxn>
              <ns1:cxn ang="0">
                <ns1:pos x="T70" y="T71"/>
              </ns1:cxn>
              <ns1:cxn ang="0">
                <ns1:pos x="T72" y="T73"/>
              </ns1:cxn>
              <ns1:cxn ang="0">
                <ns1:pos x="T74" y="T75"/>
              </ns1:cxn>
              <ns1:cxn ang="0">
                <ns1:pos x="T76" y="T77"/>
              </ns1:cxn>
              <ns1:cxn ang="0">
                <ns1:pos x="T78" y="T79"/>
              </ns1:cxn>
              <ns1:cxn ang="0">
                <ns1:pos x="T80" y="T81"/>
              </ns1:cxn>
              <ns1:cxn ang="0">
                <ns1:pos x="T82" y="T83"/>
              </ns1:cxn>
              <ns1:cxn ang="0">
                <ns1:pos x="T84" y="T85"/>
              </ns1:cxn>
              <ns1:cxn ang="0">
                <ns1:pos x="T86" y="T87"/>
              </ns1:cxn>
              <ns1:cxn ang="0">
                <ns1:pos x="T88" y="T89"/>
              </ns1:cxn>
              <ns1:cxn ang="0">
                <ns1:pos x="T90" y="T91"/>
              </ns1:cxn>
              <ns1:cxn ang="0">
                <ns1:pos x="T92" y="T93"/>
              </ns1:cxn>
              <ns1:cxn ang="0">
                <ns1:pos x="T94" y="T95"/>
              </ns1:cxn>
              <ns1:cxn ang="0">
                <ns1:pos x="T96" y="T97"/>
              </ns1:cxn>
              <ns1:cxn ang="0">
                <ns1:pos x="T98" y="T99"/>
              </ns1:cxn>
              <ns1:cxn ang="0">
                <ns1:pos x="T100" y="T101"/>
              </ns1:cxn>
              <ns1:cxn ang="0">
                <ns1:pos x="T102" y="T103"/>
              </ns1:cxn>
              <ns1:cxn ang="0">
                <ns1:pos x="T104" y="T105"/>
              </ns1:cxn>
              <ns1:cxn ang="0">
                <ns1:pos x="T106" y="T107"/>
              </ns1:cxn>
              <ns1:cxn ang="0">
                <ns1:pos x="T108" y="T109"/>
              </ns1:cxn>
              <ns1:cxn ang="0">
                <ns1:pos x="T110" y="T111"/>
              </ns1:cxn>
              <ns1:cxn ang="0">
                <ns1:pos x="T112" y="T113"/>
              </ns1:cxn>
              <ns1:cxn ang="0">
                <ns1:pos x="T114" y="T115"/>
              </ns1:cxn>
              <ns1:cxn ang="0">
                <ns1:pos x="T116" y="T117"/>
              </ns1:cxn>
              <ns1:cxn ang="0">
                <ns1:pos x="T118" y="T119"/>
              </ns1:cxn>
              <ns1:cxn ang="0">
                <ns1:pos x="T120" y="T121"/>
              </ns1:cxn>
              <ns1:cxn ang="0">
                <ns1:pos x="T122" y="T123"/>
              </ns1:cxn>
            </ns1:cxnLst>
            <ns1:rect l="0" t="0" r="r" b="b"/>
            <ns1:pathLst>
              <ns1:path w="88" h="96">
                <ns1:moveTo>
                  <ns1:pt x="88" y="22"/>
                </ns1:moveTo>
                <ns1:cubicBezTo>
                  <ns1:pt x="88" y="24"/>
                  <ns1:pt x="87" y="24"/>
                  <ns1:pt x="86" y="24"/>
                </ns1:cubicBezTo>
                <ns1:cubicBezTo>
                  <ns1:pt x="80" y="24"/>
                  <ns1:pt x="80" y="24"/>
                  <ns1:pt x="80" y="24"/>
                </ns1:cubicBezTo>
                <ns1:cubicBezTo>
                  <ns1:pt x="80" y="84"/>
                  <ns1:pt x="80" y="84"/>
                  <ns1:pt x="80" y="84"/>
                </ns1:cubicBezTo>
                <ns1:cubicBezTo>
                  <ns1:pt x="80" y="90"/>
                  <ns1:pt x="76" y="96"/>
                  <ns1:pt x="70" y="96"/>
                </ns1:cubicBezTo>
                <ns1:cubicBezTo>
                  <ns1:pt x="18" y="96"/>
                  <ns1:pt x="18" y="96"/>
                  <ns1:pt x="18" y="96"/>
                </ns1:cubicBezTo>
                <ns1:cubicBezTo>
                  <ns1:pt x="13" y="96"/>
                  <ns1:pt x="8" y="91"/>
                  <ns1:pt x="8" y="84"/>
                </ns1:cubicBezTo>
                <ns1:cubicBezTo>
                  <ns1:pt x="8" y="24"/>
                  <ns1:pt x="8" y="24"/>
                  <ns1:pt x="8" y="24"/>
                </ns1:cubicBezTo>
                <ns1:cubicBezTo>
                  <ns1:pt x="2" y="24"/>
                  <ns1:pt x="2" y="24"/>
                  <ns1:pt x="2" y="24"/>
                </ns1:cubicBezTo>
                <ns1:cubicBezTo>
                  <ns1:pt x="1" y="24"/>
                  <ns1:pt x="0" y="24"/>
                  <ns1:pt x="0" y="22"/>
                </ns1:cubicBezTo>
                <ns1:cubicBezTo>
                  <ns1:pt x="0" y="18"/>
                  <ns1:pt x="0" y="18"/>
                  <ns1:pt x="0" y="18"/>
                </ns1:cubicBezTo>
                <ns1:cubicBezTo>
                  <ns1:pt x="0" y="17"/>
                  <ns1:pt x="1" y="16"/>
                  <ns1:pt x="2" y="16"/>
                </ns1:cubicBezTo>
                <ns1:cubicBezTo>
                  <ns1:pt x="22" y="16"/>
                  <ns1:pt x="22" y="16"/>
                  <ns1:pt x="22" y="16"/>
                </ns1:cubicBezTo>
                <ns1:cubicBezTo>
                  <ns1:pt x="26" y="6"/>
                  <ns1:pt x="26" y="6"/>
                  <ns1:pt x="26" y="6"/>
                </ns1:cubicBezTo>
                <ns1:cubicBezTo>
                  <ns1:pt x="27" y="3"/>
                  <ns1:pt x="31" y="0"/>
                  <ns1:pt x="34" y="0"/>
                </ns1:cubicBezTo>
                <ns1:cubicBezTo>
                  <ns1:pt x="54" y="0"/>
                  <ns1:pt x="54" y="0"/>
                  <ns1:pt x="54" y="0"/>
                </ns1:cubicBezTo>
                <ns1:cubicBezTo>
                  <ns1:pt x="58" y="0"/>
                  <ns1:pt x="61" y="3"/>
                  <ns1:pt x="63" y="6"/>
                </ns1:cubicBezTo>
                <ns1:cubicBezTo>
                  <ns1:pt x="67" y="16"/>
                  <ns1:pt x="67" y="16"/>
                  <ns1:pt x="67" y="16"/>
                </ns1:cubicBezTo>
                <ns1:cubicBezTo>
                  <ns1:pt x="86" y="16"/>
                  <ns1:pt x="86" y="16"/>
                  <ns1:pt x="86" y="16"/>
                </ns1:cubicBezTo>
                <ns1:cubicBezTo>
                  <ns1:pt x="87" y="16"/>
                  <ns1:pt x="88" y="17"/>
                  <ns1:pt x="88" y="18"/>
                </ns1:cubicBezTo>
                <ns1:lnTo>
                  <ns1:pt x="88" y="22"/>
                </ns1:lnTo>
                <ns1:close/>
                <ns1:moveTo>
                  <ns1:pt x="72" y="24"/>
                </ns1:moveTo>
                <ns1:cubicBezTo>
                  <ns1:pt x="16" y="24"/>
                  <ns1:pt x="16" y="24"/>
                  <ns1:pt x="16" y="24"/>
                </ns1:cubicBezTo>
                <ns1:cubicBezTo>
                  <ns1:pt x="16" y="84"/>
                  <ns1:pt x="16" y="84"/>
                  <ns1:pt x="16" y="84"/>
                </ns1:cubicBezTo>
                <ns1:cubicBezTo>
                  <ns1:pt x="16" y="87"/>
                  <ns1:pt x="18" y="88"/>
                  <ns1:pt x="18" y="88"/>
                </ns1:cubicBezTo>
                <ns1:cubicBezTo>
                  <ns1:pt x="70" y="88"/>
                  <ns1:pt x="70" y="88"/>
                  <ns1:pt x="70" y="88"/>
                </ns1:cubicBezTo>
                <ns1:cubicBezTo>
                  <ns1:pt x="71" y="88"/>
                  <ns1:pt x="72" y="87"/>
                  <ns1:pt x="72" y="84"/>
                </ns1:cubicBezTo>
                <ns1:lnTo>
                  <ns1:pt x="72" y="24"/>
                </ns1:lnTo>
                <ns1:close/>
                <ns1:moveTo>
                  <ns1:pt x="32" y="74"/>
                </ns1:moveTo>
                <ns1:cubicBezTo>
                  <ns1:pt x="32" y="76"/>
                  <ns1:pt x="32" y="76"/>
                  <ns1:pt x="30" y="76"/>
                </ns1:cubicBezTo>
                <ns1:cubicBezTo>
                  <ns1:pt x="26" y="76"/>
                  <ns1:pt x="26" y="76"/>
                  <ns1:pt x="26" y="76"/>
                </ns1:cubicBezTo>
                <ns1:cubicBezTo>
                  <ns1:pt x="25" y="76"/>
                  <ns1:pt x="24" y="76"/>
                  <ns1:pt x="24" y="74"/>
                </ns1:cubicBezTo>
                <ns1:cubicBezTo>
                  <ns1:pt x="24" y="38"/>
                  <ns1:pt x="24" y="38"/>
                  <ns1:pt x="24" y="38"/>
                </ns1:cubicBezTo>
                <ns1:cubicBezTo>
                  <ns1:pt x="24" y="37"/>
                  <ns1:pt x="25" y="36"/>
                  <ns1:pt x="26" y="36"/>
                </ns1:cubicBezTo>
                <ns1:cubicBezTo>
                  <ns1:pt x="30" y="36"/>
                  <ns1:pt x="30" y="36"/>
                  <ns1:pt x="30" y="36"/>
                </ns1:cubicBezTo>
                <ns1:cubicBezTo>
                  <ns1:pt x="32" y="36"/>
                  <ns1:pt x="32" y="37"/>
                  <ns1:pt x="32" y="38"/>
                </ns1:cubicBezTo>
                <ns1:lnTo>
                  <ns1:pt x="32" y="74"/>
                </ns1:lnTo>
                <ns1:close/>
                <ns1:moveTo>
                  <ns1:pt x="58" y="16"/>
                </ns1:moveTo>
                <ns1:cubicBezTo>
                  <ns1:pt x="55" y="9"/>
                  <ns1:pt x="55" y="9"/>
                  <ns1:pt x="55" y="9"/>
                </ns1:cubicBezTo>
                <ns1:cubicBezTo>
                  <ns1:pt x="55" y="9"/>
                  <ns1:pt x="55" y="9"/>
                  <ns1:pt x="54" y="8"/>
                </ns1:cubicBezTo>
                <ns1:cubicBezTo>
                  <ns1:pt x="35" y="8"/>
                  <ns1:pt x="35" y="8"/>
                  <ns1:pt x="35" y="8"/>
                </ns1:cubicBezTo>
                <ns1:cubicBezTo>
                  <ns1:pt x="34" y="9"/>
                  <ns1:pt x="34" y="9"/>
                  <ns1:pt x="33" y="9"/>
                </ns1:cubicBezTo>
                <ns1:cubicBezTo>
                  <ns1:pt x="30" y="16"/>
                  <ns1:pt x="30" y="16"/>
                  <ns1:pt x="30" y="16"/>
                </ns1:cubicBezTo>
                <ns1:lnTo>
                  <ns1:pt x="58" y="16"/>
                </ns1:lnTo>
                <ns1:close/>
                <ns1:moveTo>
                  <ns1:pt x="48" y="74"/>
                </ns1:moveTo>
                <ns1:cubicBezTo>
                  <ns1:pt x="48" y="76"/>
                  <ns1:pt x="48" y="76"/>
                  <ns1:pt x="46" y="76"/>
                </ns1:cubicBezTo>
                <ns1:cubicBezTo>
                  <ns1:pt x="42" y="76"/>
                  <ns1:pt x="42" y="76"/>
                  <ns1:pt x="42" y="76"/>
                </ns1:cubicBezTo>
                <ns1:cubicBezTo>
                  <ns1:pt x="41" y="76"/>
                  <ns1:pt x="40" y="76"/>
                  <ns1:pt x="40" y="74"/>
                </ns1:cubicBezTo>
                <ns1:cubicBezTo>
                  <ns1:pt x="40" y="38"/>
                  <ns1:pt x="40" y="38"/>
                  <ns1:pt x="40" y="38"/>
                </ns1:cubicBezTo>
                <ns1:cubicBezTo>
                  <ns1:pt x="40" y="37"/>
                  <ns1:pt x="41" y="36"/>
                  <ns1:pt x="42" y="36"/>
                </ns1:cubicBezTo>
                <ns1:cubicBezTo>
                  <ns1:pt x="46" y="36"/>
                  <ns1:pt x="46" y="36"/>
                  <ns1:pt x="46" y="36"/>
                </ns1:cubicBezTo>
                <ns1:cubicBezTo>
                  <ns1:pt x="48" y="36"/>
                  <ns1:pt x="48" y="37"/>
                  <ns1:pt x="48" y="38"/>
                </ns1:cubicBezTo>
                <ns1:lnTo>
                  <ns1:pt x="48" y="74"/>
                </ns1:lnTo>
                <ns1:close/>
                <ns1:moveTo>
                  <ns1:pt x="64" y="74"/>
                </ns1:moveTo>
                <ns1:cubicBezTo>
                  <ns1:pt x="64" y="76"/>
                  <ns1:pt x="64" y="76"/>
                  <ns1:pt x="62" y="76"/>
                </ns1:cubicBezTo>
                <ns1:cubicBezTo>
                  <ns1:pt x="58" y="76"/>
                  <ns1:pt x="58" y="76"/>
                  <ns1:pt x="58" y="76"/>
                </ns1:cubicBezTo>
                <ns1:cubicBezTo>
                  <ns1:pt x="57" y="76"/>
                  <ns1:pt x="56" y="76"/>
                  <ns1:pt x="56" y="74"/>
                </ns1:cubicBezTo>
                <ns1:cubicBezTo>
                  <ns1:pt x="56" y="38"/>
                  <ns1:pt x="56" y="38"/>
                  <ns1:pt x="56" y="38"/>
                </ns1:cubicBezTo>
                <ns1:cubicBezTo>
                  <ns1:pt x="56" y="37"/>
                  <ns1:pt x="57" y="36"/>
                  <ns1:pt x="58" y="36"/>
                </ns1:cubicBezTo>
                <ns1:cubicBezTo>
                  <ns1:pt x="62" y="36"/>
                  <ns1:pt x="62" y="36"/>
                  <ns1:pt x="62" y="36"/>
                </ns1:cubicBezTo>
                <ns1:cubicBezTo>
                  <ns1:pt x="64" y="36"/>
                  <ns1:pt x="64" y="37"/>
                  <ns1:pt x="64" y="38"/>
                </ns1:cubicBezTo>
                <ns1:lnTo>
                  <ns1:pt x="64" y="74"/>
                </ns1:lnTo>
                <ns1:close/>
              </ns1:path>
            </ns1:pathLst>
          </ns1:custGeom>
          <ns1:solidFill>
            <ns1:srgbClr val="010101"/>
          </ns1:solidFill>
          <ns1:ln>
            <ns1:noFill/>
          </ns1:ln>
          <ns1:extLst>
            <ns1:ext uri="{91240B29-F687-4F45-9708-019B960494DF}">
              <ns2:hiddenLine w="9525">
                <ns1:solidFill>
                  <ns1:srgbClr val="000000"/>
                </ns1:solidFill>
                <ns1:round/>
                <ns1:headEnd/>
                <ns1:tailEnd/>
              </ns2:hiddenLine>
            </ns1:ext>
          </ns1:extLst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en-US" sz="2700"/>
          </ns1:p>
        </ns0:txBody>
      </ns0:sp>
      <ns0:sp>
        <ns0:nvSpPr>
          <ns0:cNvPr id="76" name="Freeform 74"/>
          <ns0:cNvSpPr>
            <ns1:spLocks noEditPoints="1"/>
          </ns0:cNvSpPr>
          <ns0:nvPr/>
        </ns0:nvSpPr>
        <ns0:spPr bwMode="auto">
          <ns1:xfrm>
            <ns1:off x="4286252" y="1404939"/>
            <ns1:ext cx="379413" cy="301625"/>
          </ns1:xfrm>
          <ns1:custGeom>
            <ns1:avLst/>
            <ns1:gdLst>
              <ns1:gd name="T0" fmla="*/ 97 w 101"/>
              <ns1:gd name="T1" fmla="*/ 47 h 80"/>
              <ns1:gd name="T2" fmla="*/ 95 w 101"/>
              <ns1:gd name="T3" fmla="*/ 47 h 80"/>
              <ns1:gd name="T4" fmla="*/ 95 w 101"/>
              <ns1:gd name="T5" fmla="*/ 47 h 80"/>
              <ns1:gd name="T6" fmla="*/ 94 w 101"/>
              <ns1:gd name="T7" fmla="*/ 47 h 80"/>
              <ns1:gd name="T8" fmla="*/ 51 w 101"/>
              <ns1:gd name="T9" fmla="*/ 11 h 80"/>
              <ns1:gd name="T10" fmla="*/ 7 w 101"/>
              <ns1:gd name="T11" fmla="*/ 47 h 80"/>
              <ns1:gd name="T12" fmla="*/ 6 w 101"/>
              <ns1:gd name="T13" fmla="*/ 47 h 80"/>
              <ns1:gd name="T14" fmla="*/ 5 w 101"/>
              <ns1:gd name="T15" fmla="*/ 47 h 80"/>
              <ns1:gd name="T16" fmla="*/ 1 w 101"/>
              <ns1:gd name="T17" fmla="*/ 42 h 80"/>
              <ns1:gd name="T18" fmla="*/ 1 w 101"/>
              <ns1:gd name="T19" fmla="*/ 39 h 80"/>
              <ns1:gd name="T20" fmla="*/ 46 w 101"/>
              <ns1:gd name="T21" fmla="*/ 2 h 80"/>
              <ns1:gd name="T22" fmla="*/ 55 w 101"/>
              <ns1:gd name="T23" fmla="*/ 2 h 80"/>
              <ns1:gd name="T24" fmla="*/ 71 w 101"/>
              <ns1:gd name="T25" fmla="*/ 15 h 80"/>
              <ns1:gd name="T26" fmla="*/ 71 w 101"/>
              <ns1:gd name="T27" fmla="*/ 2 h 80"/>
              <ns1:gd name="T28" fmla="*/ 73 w 101"/>
              <ns1:gd name="T29" fmla="*/ 0 h 80"/>
              <ns1:gd name="T30" fmla="*/ 85 w 101"/>
              <ns1:gd name="T31" fmla="*/ 0 h 80"/>
              <ns1:gd name="T32" fmla="*/ 87 w 101"/>
              <ns1:gd name="T33" fmla="*/ 2 h 80"/>
              <ns1:gd name="T34" fmla="*/ 87 w 101"/>
              <ns1:gd name="T35" fmla="*/ 28 h 80"/>
              <ns1:gd name="T36" fmla="*/ 100 w 101"/>
              <ns1:gd name="T37" fmla="*/ 39 h 80"/>
              <ns1:gd name="T38" fmla="*/ 100 w 101"/>
              <ns1:gd name="T39" fmla="*/ 42 h 80"/>
              <ns1:gd name="T40" fmla="*/ 97 w 101"/>
              <ns1:gd name="T41" fmla="*/ 47 h 80"/>
              <ns1:gd name="T42" fmla="*/ 87 w 101"/>
              <ns1:gd name="T43" fmla="*/ 76 h 80"/>
              <ns1:gd name="T44" fmla="*/ 83 w 101"/>
              <ns1:gd name="T45" fmla="*/ 80 h 80"/>
              <ns1:gd name="T46" fmla="*/ 59 w 101"/>
              <ns1:gd name="T47" fmla="*/ 80 h 80"/>
              <ns1:gd name="T48" fmla="*/ 59 w 101"/>
              <ns1:gd name="T49" fmla="*/ 56 h 80"/>
              <ns1:gd name="T50" fmla="*/ 43 w 101"/>
              <ns1:gd name="T51" fmla="*/ 56 h 80"/>
              <ns1:gd name="T52" fmla="*/ 43 w 101"/>
              <ns1:gd name="T53" fmla="*/ 80 h 80"/>
              <ns1:gd name="T54" fmla="*/ 19 w 101"/>
              <ns1:gd name="T55" fmla="*/ 80 h 80"/>
              <ns1:gd name="T56" fmla="*/ 15 w 101"/>
              <ns1:gd name="T57" fmla="*/ 76 h 80"/>
              <ns1:gd name="T58" fmla="*/ 15 w 101"/>
              <ns1:gd name="T59" fmla="*/ 46 h 80"/>
              <ns1:gd name="T60" fmla="*/ 15 w 101"/>
              <ns1:gd name="T61" fmla="*/ 46 h 80"/>
              <ns1:gd name="T62" fmla="*/ 51 w 101"/>
              <ns1:gd name="T63" fmla="*/ 16 h 80"/>
              <ns1:gd name="T64" fmla="*/ 86 w 101"/>
              <ns1:gd name="T65" fmla="*/ 46 h 80"/>
              <ns1:gd name="T66" fmla="*/ 87 w 101"/>
              <ns1:gd name="T67" fmla="*/ 46 h 80"/>
              <ns1:gd name="T68" fmla="*/ 87 w 101"/>
              <ns1:gd name="T69" fmla="*/ 76 h 80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  <ns1:cxn ang="0">
                <ns1:pos x="T32" y="T33"/>
              </ns1:cxn>
              <ns1:cxn ang="0">
                <ns1:pos x="T34" y="T35"/>
              </ns1:cxn>
              <ns1:cxn ang="0">
                <ns1:pos x="T36" y="T37"/>
              </ns1:cxn>
              <ns1:cxn ang="0">
                <ns1:pos x="T38" y="T39"/>
              </ns1:cxn>
              <ns1:cxn ang="0">
                <ns1:pos x="T40" y="T41"/>
              </ns1:cxn>
              <ns1:cxn ang="0">
                <ns1:pos x="T42" y="T43"/>
              </ns1:cxn>
              <ns1:cxn ang="0">
                <ns1:pos x="T44" y="T45"/>
              </ns1:cxn>
              <ns1:cxn ang="0">
                <ns1:pos x="T46" y="T47"/>
              </ns1:cxn>
              <ns1:cxn ang="0">
                <ns1:pos x="T48" y="T49"/>
              </ns1:cxn>
              <ns1:cxn ang="0">
                <ns1:pos x="T50" y="T51"/>
              </ns1:cxn>
              <ns1:cxn ang="0">
                <ns1:pos x="T52" y="T53"/>
              </ns1:cxn>
              <ns1:cxn ang="0">
                <ns1:pos x="T54" y="T55"/>
              </ns1:cxn>
              <ns1:cxn ang="0">
                <ns1:pos x="T56" y="T57"/>
              </ns1:cxn>
              <ns1:cxn ang="0">
                <ns1:pos x="T58" y="T59"/>
              </ns1:cxn>
              <ns1:cxn ang="0">
                <ns1:pos x="T60" y="T61"/>
              </ns1:cxn>
              <ns1:cxn ang="0">
                <ns1:pos x="T62" y="T63"/>
              </ns1:cxn>
              <ns1:cxn ang="0">
                <ns1:pos x="T64" y="T65"/>
              </ns1:cxn>
              <ns1:cxn ang="0">
                <ns1:pos x="T66" y="T67"/>
              </ns1:cxn>
              <ns1:cxn ang="0">
                <ns1:pos x="T68" y="T69"/>
              </ns1:cxn>
            </ns1:cxnLst>
            <ns1:rect l="0" t="0" r="r" b="b"/>
            <ns1:pathLst>
              <ns1:path w="101" h="80">
                <ns1:moveTo>
                  <ns1:pt x="97" y="47"/>
                </ns1:moveTo>
                <ns1:cubicBezTo>
                  <ns1:pt x="96" y="47"/>
                  <ns1:pt x="96" y="47"/>
                  <ns1:pt x="95" y="47"/>
                </ns1:cubicBezTo>
                <ns1:cubicBezTo>
                  <ns1:pt x="95" y="47"/>
                  <ns1:pt x="95" y="47"/>
                  <ns1:pt x="95" y="47"/>
                </ns1:cubicBezTo>
                <ns1:cubicBezTo>
                  <ns1:pt x="95" y="47"/>
                  <ns1:pt x="94" y="47"/>
                  <ns1:pt x="94" y="47"/>
                </ns1:cubicBezTo>
                <ns1:cubicBezTo>
                  <ns1:pt x="51" y="11"/>
                  <ns1:pt x="51" y="11"/>
                  <ns1:pt x="51" y="11"/>
                </ns1:cubicBezTo>
                <ns1:cubicBezTo>
                  <ns1:pt x="7" y="47"/>
                  <ns1:pt x="7" y="47"/>
                  <ns1:pt x="7" y="47"/>
                </ns1:cubicBezTo>
                <ns1:cubicBezTo>
                  <ns1:pt x="7" y="47"/>
                  <ns1:pt x="6" y="47"/>
                  <ns1:pt x="6" y="47"/>
                </ns1:cubicBezTo>
                <ns1:cubicBezTo>
                  <ns1:pt x="5" y="47"/>
                  <ns1:pt x="5" y="47"/>
                  <ns1:pt x="5" y="47"/>
                </ns1:cubicBezTo>
                <ns1:cubicBezTo>
                  <ns1:pt x="1" y="42"/>
                  <ns1:pt x="1" y="42"/>
                  <ns1:pt x="1" y="42"/>
                </ns1:cubicBezTo>
                <ns1:cubicBezTo>
                  <ns1:pt x="0" y="41"/>
                  <ns1:pt x="0" y="40"/>
                  <ns1:pt x="1" y="39"/>
                </ns1:cubicBezTo>
                <ns1:cubicBezTo>
                  <ns1:pt x="46" y="2"/>
                  <ns1:pt x="46" y="2"/>
                  <ns1:pt x="46" y="2"/>
                </ns1:cubicBezTo>
                <ns1:cubicBezTo>
                  <ns1:pt x="48" y="0"/>
                  <ns1:pt x="53" y="0"/>
                  <ns1:pt x="55" y="2"/>
                </ns1:cubicBezTo>
                <ns1:cubicBezTo>
                  <ns1:pt x="71" y="15"/>
                  <ns1:pt x="71" y="15"/>
                  <ns1:pt x="71" y="15"/>
                </ns1:cubicBezTo>
                <ns1:cubicBezTo>
                  <ns1:pt x="71" y="2"/>
                  <ns1:pt x="71" y="2"/>
                  <ns1:pt x="71" y="2"/>
                </ns1:cubicBezTo>
                <ns1:cubicBezTo>
                  <ns1:pt x="71" y="1"/>
                  <ns1:pt x="71" y="0"/>
                  <ns1:pt x="73" y="0"/>
                </ns1:cubicBezTo>
                <ns1:cubicBezTo>
                  <ns1:pt x="85" y="0"/>
                  <ns1:pt x="85" y="0"/>
                  <ns1:pt x="85" y="0"/>
                </ns1:cubicBezTo>
                <ns1:cubicBezTo>
                  <ns1:pt x="86" y="0"/>
                  <ns1:pt x="87" y="1"/>
                  <ns1:pt x="87" y="2"/>
                </ns1:cubicBezTo>
                <ns1:cubicBezTo>
                  <ns1:pt x="87" y="28"/>
                  <ns1:pt x="87" y="28"/>
                  <ns1:pt x="87" y="28"/>
                </ns1:cubicBezTo>
                <ns1:cubicBezTo>
                  <ns1:pt x="100" y="39"/>
                  <ns1:pt x="100" y="39"/>
                  <ns1:pt x="100" y="39"/>
                </ns1:cubicBezTo>
                <ns1:cubicBezTo>
                  <ns1:pt x="101" y="40"/>
                  <ns1:pt x="101" y="41"/>
                  <ns1:pt x="100" y="42"/>
                </ns1:cubicBezTo>
                <ns1:lnTo>
                  <ns1:pt x="97" y="47"/>
                </ns1:lnTo>
                <ns1:close/>
                <ns1:moveTo>
                  <ns1:pt x="87" y="76"/>
                </ns1:moveTo>
                <ns1:cubicBezTo>
                  <ns1:pt x="87" y="79"/>
                  <ns1:pt x="85" y="80"/>
                  <ns1:pt x="83" y="80"/>
                </ns1:cubicBezTo>
                <ns1:cubicBezTo>
                  <ns1:pt x="59" y="80"/>
                  <ns1:pt x="59" y="80"/>
                  <ns1:pt x="59" y="80"/>
                </ns1:cubicBezTo>
                <ns1:cubicBezTo>
                  <ns1:pt x="59" y="56"/>
                  <ns1:pt x="59" y="56"/>
                  <ns1:pt x="59" y="56"/>
                </ns1:cubicBezTo>
                <ns1:cubicBezTo>
                  <ns1:pt x="43" y="56"/>
                  <ns1:pt x="43" y="56"/>
                  <ns1:pt x="43" y="56"/>
                </ns1:cubicBezTo>
                <ns1:cubicBezTo>
                  <ns1:pt x="43" y="80"/>
                  <ns1:pt x="43" y="80"/>
                  <ns1:pt x="43" y="80"/>
                </ns1:cubicBezTo>
                <ns1:cubicBezTo>
                  <ns1:pt x="19" y="80"/>
                  <ns1:pt x="19" y="80"/>
                  <ns1:pt x="19" y="80"/>
                </ns1:cubicBezTo>
                <ns1:cubicBezTo>
                  <ns1:pt x="16" y="80"/>
                  <ns1:pt x="15" y="79"/>
                  <ns1:pt x="15" y="76"/>
                </ns1:cubicBezTo>
                <ns1:cubicBezTo>
                  <ns1:pt x="15" y="46"/>
                  <ns1:pt x="15" y="46"/>
                  <ns1:pt x="15" y="46"/>
                </ns1:cubicBezTo>
                <ns1:cubicBezTo>
                  <ns1:pt x="15" y="46"/>
                  <ns1:pt x="15" y="46"/>
                  <ns1:pt x="15" y="46"/>
                </ns1:cubicBezTo>
                <ns1:cubicBezTo>
                  <ns1:pt x="51" y="16"/>
                  <ns1:pt x="51" y="16"/>
                  <ns1:pt x="51" y="16"/>
                </ns1:cubicBezTo>
                <ns1:cubicBezTo>
                  <ns1:pt x="86" y="46"/>
                  <ns1:pt x="86" y="46"/>
                  <ns1:pt x="86" y="46"/>
                </ns1:cubicBezTo>
                <ns1:cubicBezTo>
                  <ns1:pt x="87" y="46"/>
                  <ns1:pt x="87" y="46"/>
                  <ns1:pt x="87" y="46"/>
                </ns1:cubicBezTo>
                <ns1:lnTo>
                  <ns1:pt x="87" y="76"/>
                </ns1:lnTo>
                <ns1:close/>
              </ns1:path>
            </ns1:pathLst>
          </ns1:custGeom>
          <ns1:solidFill>
            <ns1:srgbClr val="010101"/>
          </ns1:solidFill>
          <ns1:ln>
            <ns1:noFill/>
          </ns1:ln>
          <ns1:extLst>
            <ns1:ext uri="{91240B29-F687-4F45-9708-019B960494DF}">
              <ns2:hiddenLine w="9525">
                <ns1:solidFill>
                  <ns1:srgbClr val="000000"/>
                </ns1:solidFill>
                <ns1:round/>
                <ns1:headEnd/>
                <ns1:tailEnd/>
              </ns2:hiddenLine>
            </ns1:ext>
          </ns1:extLst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en-US" sz="2700"/>
          </ns1:p>
        </ns0:txBody>
      </ns0:sp>
      <ns0:sp>
        <ns0:nvSpPr>
          <ns0:cNvPr id="77" name="Freeform 75"/>
          <ns0:cNvSpPr>
            <ns1:spLocks noEditPoints="1"/>
          </ns0:cNvSpPr>
          <ns0:nvPr/>
        </ns0:nvSpPr>
        <ns0:spPr bwMode="auto">
          <ns1:xfrm>
            <ns1:off x="4940302" y="1344613"/>
            <ns1:ext cx="360363" cy="420688"/>
          </ns1:xfrm>
          <ns1:custGeom>
            <ns1:avLst/>
            <ns1:gdLst>
              <ns1:gd name="T0" fmla="*/ 96 w 96"/>
              <ns1:gd name="T1" fmla="*/ 34 h 112"/>
              <ns1:gd name="T2" fmla="*/ 96 w 96"/>
              <ns1:gd name="T3" fmla="*/ 106 h 112"/>
              <ns1:gd name="T4" fmla="*/ 90 w 96"/>
              <ns1:gd name="T5" fmla="*/ 112 h 112"/>
              <ns1:gd name="T6" fmla="*/ 6 w 96"/>
              <ns1:gd name="T7" fmla="*/ 112 h 112"/>
              <ns1:gd name="T8" fmla="*/ 0 w 96"/>
              <ns1:gd name="T9" fmla="*/ 106 h 112"/>
              <ns1:gd name="T10" fmla="*/ 0 w 96"/>
              <ns1:gd name="T11" fmla="*/ 6 h 112"/>
              <ns1:gd name="T12" fmla="*/ 6 w 96"/>
              <ns1:gd name="T13" fmla="*/ 0 h 112"/>
              <ns1:gd name="T14" fmla="*/ 62 w 96"/>
              <ns1:gd name="T15" fmla="*/ 0 h 112"/>
              <ns1:gd name="T16" fmla="*/ 73 w 96"/>
              <ns1:gd name="T17" fmla="*/ 5 h 112"/>
              <ns1:gd name="T18" fmla="*/ 92 w 96"/>
              <ns1:gd name="T19" fmla="*/ 24 h 112"/>
              <ns1:gd name="T20" fmla="*/ 96 w 96"/>
              <ns1:gd name="T21" fmla="*/ 34 h 112"/>
              <ns1:gd name="T22" fmla="*/ 88 w 96"/>
              <ns1:gd name="T23" fmla="*/ 40 h 112"/>
              <ns1:gd name="T24" fmla="*/ 62 w 96"/>
              <ns1:gd name="T25" fmla="*/ 40 h 112"/>
              <ns1:gd name="T26" fmla="*/ 56 w 96"/>
              <ns1:gd name="T27" fmla="*/ 34 h 112"/>
              <ns1:gd name="T28" fmla="*/ 56 w 96"/>
              <ns1:gd name="T29" fmla="*/ 8 h 112"/>
              <ns1:gd name="T30" fmla="*/ 8 w 96"/>
              <ns1:gd name="T31" fmla="*/ 8 h 112"/>
              <ns1:gd name="T32" fmla="*/ 8 w 96"/>
              <ns1:gd name="T33" fmla="*/ 104 h 112"/>
              <ns1:gd name="T34" fmla="*/ 88 w 96"/>
              <ns1:gd name="T35" fmla="*/ 104 h 112"/>
              <ns1:gd name="T36" fmla="*/ 88 w 96"/>
              <ns1:gd name="T37" fmla="*/ 40 h 112"/>
              <ns1:gd name="T38" fmla="*/ 64 w 96"/>
              <ns1:gd name="T39" fmla="*/ 32 h 112"/>
              <ns1:gd name="T40" fmla="*/ 88 w 96"/>
              <ns1:gd name="T41" fmla="*/ 32 h 112"/>
              <ns1:gd name="T42" fmla="*/ 86 w 96"/>
              <ns1:gd name="T43" fmla="*/ 30 h 112"/>
              <ns1:gd name="T44" fmla="*/ 67 w 96"/>
              <ns1:gd name="T45" fmla="*/ 10 h 112"/>
              <ns1:gd name="T46" fmla="*/ 64 w 96"/>
              <ns1:gd name="T47" fmla="*/ 9 h 112"/>
              <ns1:gd name="T48" fmla="*/ 64 w 96"/>
              <ns1:gd name="T49" fmla="*/ 32 h 112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  <ns1:cxn ang="0">
                <ns1:pos x="T32" y="T33"/>
              </ns1:cxn>
              <ns1:cxn ang="0">
                <ns1:pos x="T34" y="T35"/>
              </ns1:cxn>
              <ns1:cxn ang="0">
                <ns1:pos x="T36" y="T37"/>
              </ns1:cxn>
              <ns1:cxn ang="0">
                <ns1:pos x="T38" y="T39"/>
              </ns1:cxn>
              <ns1:cxn ang="0">
                <ns1:pos x="T40" y="T41"/>
              </ns1:cxn>
              <ns1:cxn ang="0">
                <ns1:pos x="T42" y="T43"/>
              </ns1:cxn>
              <ns1:cxn ang="0">
                <ns1:pos x="T44" y="T45"/>
              </ns1:cxn>
              <ns1:cxn ang="0">
                <ns1:pos x="T46" y="T47"/>
              </ns1:cxn>
              <ns1:cxn ang="0">
                <ns1:pos x="T48" y="T49"/>
              </ns1:cxn>
            </ns1:cxnLst>
            <ns1:rect l="0" t="0" r="r" b="b"/>
            <ns1:pathLst>
              <ns1:path w="96" h="112">
                <ns1:moveTo>
                  <ns1:pt x="96" y="34"/>
                </ns1:moveTo>
                <ns1:cubicBezTo>
                  <ns1:pt x="96" y="106"/>
                  <ns1:pt x="96" y="106"/>
                  <ns1:pt x="96" y="106"/>
                </ns1:cubicBezTo>
                <ns1:cubicBezTo>
                  <ns1:pt x="96" y="110"/>
                  <ns1:pt x="94" y="112"/>
                  <ns1:pt x="90" y="112"/>
                </ns1:cubicBezTo>
                <ns1:cubicBezTo>
                  <ns1:pt x="6" y="112"/>
                  <ns1:pt x="6" y="112"/>
                  <ns1:pt x="6" y="112"/>
                </ns1:cubicBezTo>
                <ns1:cubicBezTo>
                  <ns1:pt x="3" y="112"/>
                  <ns1:pt x="0" y="110"/>
                  <ns1:pt x="0" y="106"/>
                </ns1:cubicBezTo>
                <ns1:cubicBezTo>
                  <ns1:pt x="0" y="6"/>
                  <ns1:pt x="0" y="6"/>
                  <ns1:pt x="0" y="6"/>
                </ns1:cubicBezTo>
                <ns1:cubicBezTo>
                  <ns1:pt x="0" y="3"/>
                  <ns1:pt x="3" y="0"/>
                  <ns1:pt x="6" y="0"/>
                </ns1:cubicBezTo>
                <ns1:cubicBezTo>
                  <ns1:pt x="62" y="0"/>
                  <ns1:pt x="62" y="0"/>
                  <ns1:pt x="62" y="0"/>
                </ns1:cubicBezTo>
                <ns1:cubicBezTo>
                  <ns1:pt x="66" y="0"/>
                  <ns1:pt x="70" y="2"/>
                  <ns1:pt x="73" y="5"/>
                </ns1:cubicBezTo>
                <ns1:cubicBezTo>
                  <ns1:pt x="92" y="24"/>
                  <ns1:pt x="92" y="24"/>
                  <ns1:pt x="92" y="24"/>
                </ns1:cubicBezTo>
                <ns1:cubicBezTo>
                  <ns1:pt x="94" y="27"/>
                  <ns1:pt x="96" y="31"/>
                  <ns1:pt x="96" y="34"/>
                </ns1:cubicBezTo>
                <ns1:close/>
                <ns1:moveTo>
                  <ns1:pt x="88" y="40"/>
                </ns1:moveTo>
                <ns1:cubicBezTo>
                  <ns1:pt x="62" y="40"/>
                  <ns1:pt x="62" y="40"/>
                  <ns1:pt x="62" y="40"/>
                </ns1:cubicBezTo>
                <ns1:cubicBezTo>
                  <ns1:pt x="59" y="40"/>
                  <ns1:pt x="56" y="38"/>
                  <ns1:pt x="56" y="34"/>
                </ns1:cubicBezTo>
                <ns1:cubicBezTo>
                  <ns1:pt x="56" y="8"/>
                  <ns1:pt x="56" y="8"/>
                  <ns1:pt x="56" y="8"/>
                </ns1:cubicBezTo>
                <ns1:cubicBezTo>
                  <ns1:pt x="8" y="8"/>
                  <ns1:pt x="8" y="8"/>
                  <ns1:pt x="8" y="8"/>
                </ns1:cubicBezTo>
                <ns1:cubicBezTo>
                  <ns1:pt x="8" y="104"/>
                  <ns1:pt x="8" y="104"/>
                  <ns1:pt x="8" y="104"/>
                </ns1:cubicBezTo>
                <ns1:cubicBezTo>
                  <ns1:pt x="88" y="104"/>
                  <ns1:pt x="88" y="104"/>
                  <ns1:pt x="88" y="104"/>
                </ns1:cubicBezTo>
                <ns1:lnTo>
                  <ns1:pt x="88" y="40"/>
                </ns1:lnTo>
                <ns1:close/>
                <ns1:moveTo>
                  <ns1:pt x="64" y="32"/>
                </ns1:moveTo>
                <ns1:cubicBezTo>
                  <ns1:pt x="88" y="32"/>
                  <ns1:pt x="88" y="32"/>
                  <ns1:pt x="88" y="32"/>
                </ns1:cubicBezTo>
                <ns1:cubicBezTo>
                  <ns1:pt x="87" y="31"/>
                  <ns1:pt x="87" y="30"/>
                  <ns1:pt x="86" y="30"/>
                </ns1:cubicBezTo>
                <ns1:cubicBezTo>
                  <ns1:pt x="67" y="10"/>
                  <ns1:pt x="67" y="10"/>
                  <ns1:pt x="67" y="10"/>
                </ns1:cubicBezTo>
                <ns1:cubicBezTo>
                  <ns1:pt x="66" y="10"/>
                  <ns1:pt x="65" y="9"/>
                  <ns1:pt x="64" y="9"/>
                </ns1:cubicBezTo>
                <ns1:lnTo>
                  <ns1:pt x="64" y="32"/>
                </ns1:lnTo>
                <ns1:close/>
              </ns1:path>
            </ns1:pathLst>
          </ns1:custGeom>
          <ns1:solidFill>
            <ns1:srgbClr val="010101"/>
          </ns1:solidFill>
          <ns1:ln>
            <ns1:noFill/>
          </ns1:ln>
          <ns1:extLst>
            <ns1:ext uri="{91240B29-F687-4F45-9708-019B960494DF}">
              <ns2:hiddenLine w="9525">
                <ns1:solidFill>
                  <ns1:srgbClr val="000000"/>
                </ns1:solidFill>
                <ns1:round/>
                <ns1:headEnd/>
                <ns1:tailEnd/>
              </ns2:hiddenLine>
            </ns1:ext>
          </ns1:extLst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en-US" sz="2700"/>
          </ns1:p>
        </ns0:txBody>
      </ns0:sp>
      <ns0:sp>
        <ns0:nvSpPr>
          <ns0:cNvPr id="78" name="Freeform 76"/>
          <ns0:cNvSpPr>
            <ns1:spLocks noEditPoints="1"/>
          </ns0:cNvSpPr>
          <ns0:nvPr/>
        </ns0:nvSpPr>
        <ns0:spPr bwMode="auto">
          <ns1:xfrm>
            <ns1:off x="5584827" y="1374777"/>
            <ns1:ext cx="360363" cy="360363"/>
          </ns1:xfrm>
          <ns1:custGeom>
            <ns1:avLst/>
            <ns1:gdLst>
              <ns1:gd name="T0" fmla="*/ 48 w 96"/>
              <ns1:gd name="T1" fmla="*/ 96 h 96"/>
              <ns1:gd name="T2" fmla="*/ 0 w 96"/>
              <ns1:gd name="T3" fmla="*/ 48 h 96"/>
              <ns1:gd name="T4" fmla="*/ 48 w 96"/>
              <ns1:gd name="T5" fmla="*/ 0 h 96"/>
              <ns1:gd name="T6" fmla="*/ 96 w 96"/>
              <ns1:gd name="T7" fmla="*/ 48 h 96"/>
              <ns1:gd name="T8" fmla="*/ 48 w 96"/>
              <ns1:gd name="T9" fmla="*/ 96 h 96"/>
              <ns1:gd name="T10" fmla="*/ 48 w 96"/>
              <ns1:gd name="T11" fmla="*/ 14 h 96"/>
              <ns1:gd name="T12" fmla="*/ 14 w 96"/>
              <ns1:gd name="T13" fmla="*/ 48 h 96"/>
              <ns1:gd name="T14" fmla="*/ 48 w 96"/>
              <ns1:gd name="T15" fmla="*/ 82 h 96"/>
              <ns1:gd name="T16" fmla="*/ 82 w 96"/>
              <ns1:gd name="T17" fmla="*/ 48 h 96"/>
              <ns1:gd name="T18" fmla="*/ 48 w 96"/>
              <ns1:gd name="T19" fmla="*/ 14 h 96"/>
              <ns1:gd name="T20" fmla="*/ 56 w 96"/>
              <ns1:gd name="T21" fmla="*/ 54 h 96"/>
              <ns1:gd name="T22" fmla="*/ 54 w 96"/>
              <ns1:gd name="T23" fmla="*/ 56 h 96"/>
              <ns1:gd name="T24" fmla="*/ 34 w 96"/>
              <ns1:gd name="T25" fmla="*/ 56 h 96"/>
              <ns1:gd name="T26" fmla="*/ 32 w 96"/>
              <ns1:gd name="T27" fmla="*/ 54 h 96"/>
              <ns1:gd name="T28" fmla="*/ 32 w 96"/>
              <ns1:gd name="T29" fmla="*/ 50 h 96"/>
              <ns1:gd name="T30" fmla="*/ 34 w 96"/>
              <ns1:gd name="T31" fmla="*/ 48 h 96"/>
              <ns1:gd name="T32" fmla="*/ 48 w 96"/>
              <ns1:gd name="T33" fmla="*/ 48 h 96"/>
              <ns1:gd name="T34" fmla="*/ 48 w 96"/>
              <ns1:gd name="T35" fmla="*/ 26 h 96"/>
              <ns1:gd name="T36" fmla="*/ 50 w 96"/>
              <ns1:gd name="T37" fmla="*/ 24 h 96"/>
              <ns1:gd name="T38" fmla="*/ 54 w 96"/>
              <ns1:gd name="T39" fmla="*/ 24 h 96"/>
              <ns1:gd name="T40" fmla="*/ 56 w 96"/>
              <ns1:gd name="T41" fmla="*/ 26 h 96"/>
              <ns1:gd name="T42" fmla="*/ 56 w 96"/>
              <ns1:gd name="T43" fmla="*/ 54 h 96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  <ns1:cxn ang="0">
                <ns1:pos x="T32" y="T33"/>
              </ns1:cxn>
              <ns1:cxn ang="0">
                <ns1:pos x="T34" y="T35"/>
              </ns1:cxn>
              <ns1:cxn ang="0">
                <ns1:pos x="T36" y="T37"/>
              </ns1:cxn>
              <ns1:cxn ang="0">
                <ns1:pos x="T38" y="T39"/>
              </ns1:cxn>
              <ns1:cxn ang="0">
                <ns1:pos x="T40" y="T41"/>
              </ns1:cxn>
              <ns1:cxn ang="0">
                <ns1:pos x="T42" y="T43"/>
              </ns1:cxn>
            </ns1:cxnLst>
            <ns1:rect l="0" t="0" r="r" b="b"/>
            <ns1:pathLst>
              <ns1:path w="96" h="96">
                <ns1:moveTo>
                  <ns1:pt x="48" y="96"/>
                </ns1:moveTo>
                <ns1:cubicBezTo>
                  <ns1:pt x="22" y="96"/>
                  <ns1:pt x="0" y="75"/>
                  <ns1:pt x="0" y="48"/>
                </ns1:cubicBezTo>
                <ns1:cubicBezTo>
                  <ns1:pt x="0" y="22"/>
                  <ns1:pt x="22" y="0"/>
                  <ns1:pt x="48" y="0"/>
                </ns1:cubicBezTo>
                <ns1:cubicBezTo>
                  <ns1:pt x="75" y="0"/>
                  <ns1:pt x="96" y="22"/>
                  <ns1:pt x="96" y="48"/>
                </ns1:cubicBezTo>
                <ns1:cubicBezTo>
                  <ns1:pt x="96" y="75"/>
                  <ns1:pt x="75" y="96"/>
                  <ns1:pt x="48" y="96"/>
                </ns1:cubicBezTo>
                <ns1:close/>
                <ns1:moveTo>
                  <ns1:pt x="48" y="14"/>
                </ns1:moveTo>
                <ns1:cubicBezTo>
                  <ns1:pt x="30" y="14"/>
                  <ns1:pt x="14" y="30"/>
                  <ns1:pt x="14" y="48"/>
                </ns1:cubicBezTo>
                <ns1:cubicBezTo>
                  <ns1:pt x="14" y="67"/>
                  <ns1:pt x="30" y="82"/>
                  <ns1:pt x="48" y="82"/>
                </ns1:cubicBezTo>
                <ns1:cubicBezTo>
                  <ns1:pt x="67" y="82"/>
                  <ns1:pt x="82" y="67"/>
                  <ns1:pt x="82" y="48"/>
                </ns1:cubicBezTo>
                <ns1:cubicBezTo>
                  <ns1:pt x="82" y="30"/>
                  <ns1:pt x="67" y="14"/>
                  <ns1:pt x="48" y="14"/>
                </ns1:cubicBezTo>
                <ns1:close/>
                <ns1:moveTo>
                  <ns1:pt x="56" y="54"/>
                </ns1:moveTo>
                <ns1:cubicBezTo>
                  <ns1:pt x="56" y="56"/>
                  <ns1:pt x="55" y="56"/>
                  <ns1:pt x="54" y="56"/>
                </ns1:cubicBezTo>
                <ns1:cubicBezTo>
                  <ns1:pt x="34" y="56"/>
                  <ns1:pt x="34" y="56"/>
                  <ns1:pt x="34" y="56"/>
                </ns1:cubicBezTo>
                <ns1:cubicBezTo>
                  <ns1:pt x="33" y="56"/>
                  <ns1:pt x="32" y="56"/>
                  <ns1:pt x="32" y="54"/>
                </ns1:cubicBezTo>
                <ns1:cubicBezTo>
                  <ns1:pt x="32" y="50"/>
                  <ns1:pt x="32" y="50"/>
                  <ns1:pt x="32" y="50"/>
                </ns1:cubicBezTo>
                <ns1:cubicBezTo>
                  <ns1:pt x="32" y="49"/>
                  <ns1:pt x="33" y="48"/>
                  <ns1:pt x="34" y="48"/>
                </ns1:cubicBezTo>
                <ns1:cubicBezTo>
                  <ns1:pt x="48" y="48"/>
                  <ns1:pt x="48" y="48"/>
                  <ns1:pt x="48" y="48"/>
                </ns1:cubicBezTo>
                <ns1:cubicBezTo>
                  <ns1:pt x="48" y="26"/>
                  <ns1:pt x="48" y="26"/>
                  <ns1:pt x="48" y="26"/>
                </ns1:cubicBezTo>
                <ns1:cubicBezTo>
                  <ns1:pt x="48" y="25"/>
                  <ns1:pt x="49" y="24"/>
                  <ns1:pt x="50" y="24"/>
                </ns1:cubicBezTo>
                <ns1:cubicBezTo>
                  <ns1:pt x="54" y="24"/>
                  <ns1:pt x="54" y="24"/>
                  <ns1:pt x="54" y="24"/>
                </ns1:cubicBezTo>
                <ns1:cubicBezTo>
                  <ns1:pt x="55" y="24"/>
                  <ns1:pt x="56" y="25"/>
                  <ns1:pt x="56" y="26"/>
                </ns1:cubicBezTo>
                <ns1:lnTo>
                  <ns1:pt x="56" y="54"/>
                </ns1:lnTo>
                <ns1:close/>
              </ns1:path>
            </ns1:pathLst>
          </ns1:custGeom>
          <ns1:solidFill>
            <ns1:srgbClr val="010101"/>
          </ns1:solidFill>
          <ns1:ln>
            <ns1:noFill/>
          </ns1:ln>
          <ns1:extLst>
            <ns1:ext uri="{91240B29-F687-4F45-9708-019B960494DF}">
              <ns2:hiddenLine w="9525">
                <ns1:solidFill>
                  <ns1:srgbClr val="000000"/>
                </ns1:solidFill>
                <ns1:round/>
                <ns1:headEnd/>
                <ns1:tailEnd/>
              </ns2:hiddenLine>
            </ns1:ext>
          </ns1:extLst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en-US" sz="2700"/>
          </ns1:p>
        </ns0:txBody>
      </ns0:sp>
      <ns0:sp>
        <ns0:nvSpPr>
          <ns0:cNvPr id="79" name="Freeform 77"/>
          <ns0:cNvSpPr>
            <ns1:spLocks noEditPoints="1"/>
          </ns0:cNvSpPr>
          <ns0:nvPr/>
        </ns0:nvSpPr>
        <ns0:spPr bwMode="auto">
          <ns1:xfrm>
            <ns1:off x="6197602" y="1404939"/>
            <ns1:ext cx="427038" cy="301625"/>
          </ns1:xfrm>
          <ns1:custGeom>
            <ns1:avLst/>
            <ns1:gdLst>
              <ns1:gd name="T0" fmla="*/ 111 w 114"/>
              <ns1:gd name="T1" fmla="*/ 80 h 80"/>
              <ns1:gd name="T2" fmla="*/ 67 w 114"/>
              <ns1:gd name="T3" fmla="*/ 80 h 80"/>
              <ns1:gd name="T4" fmla="*/ 69 w 114"/>
              <ns1:gd name="T5" fmla="*/ 78 h 80"/>
              <ns1:gd name="T6" fmla="*/ 68 w 114"/>
              <ns1:gd name="T7" fmla="*/ 62 h 80"/>
              <ns1:gd name="T8" fmla="*/ 66 w 114"/>
              <ns1:gd name="T9" fmla="*/ 60 h 80"/>
              <ns1:gd name="T10" fmla="*/ 49 w 114"/>
              <ns1:gd name="T11" fmla="*/ 60 h 80"/>
              <ns1:gd name="T12" fmla="*/ 47 w 114"/>
              <ns1:gd name="T13" fmla="*/ 62 h 80"/>
              <ns1:gd name="T14" fmla="*/ 45 w 114"/>
              <ns1:gd name="T15" fmla="*/ 78 h 80"/>
              <ns1:gd name="T16" fmla="*/ 47 w 114"/>
              <ns1:gd name="T17" fmla="*/ 80 h 80"/>
              <ns1:gd name="T18" fmla="*/ 3 w 114"/>
              <ns1:gd name="T19" fmla="*/ 80 h 80"/>
              <ns1:gd name="T20" fmla="*/ 0 w 114"/>
              <ns1:gd name="T21" fmla="*/ 76 h 80"/>
              <ns1:gd name="T22" fmla="*/ 2 w 114"/>
              <ns1:gd name="T23" fmla="*/ 69 h 80"/>
              <ns1:gd name="T24" fmla="*/ 28 w 114"/>
              <ns1:gd name="T25" fmla="*/ 3 h 80"/>
              <ns1:gd name="T26" fmla="*/ 32 w 114"/>
              <ns1:gd name="T27" fmla="*/ 0 h 80"/>
              <ns1:gd name="T28" fmla="*/ 53 w 114"/>
              <ns1:gd name="T29" fmla="*/ 0 h 80"/>
              <ns1:gd name="T30" fmla="*/ 51 w 114"/>
              <ns1:gd name="T31" fmla="*/ 2 h 80"/>
              <ns1:gd name="T32" fmla="*/ 50 w 114"/>
              <ns1:gd name="T33" fmla="*/ 14 h 80"/>
              <ns1:gd name="T34" fmla="*/ 52 w 114"/>
              <ns1:gd name="T35" fmla="*/ 16 h 80"/>
              <ns1:gd name="T36" fmla="*/ 63 w 114"/>
              <ns1:gd name="T37" fmla="*/ 16 h 80"/>
              <ns1:gd name="T38" fmla="*/ 64 w 114"/>
              <ns1:gd name="T39" fmla="*/ 14 h 80"/>
              <ns1:gd name="T40" fmla="*/ 63 w 114"/>
              <ns1:gd name="T41" fmla="*/ 2 h 80"/>
              <ns1:gd name="T42" fmla="*/ 61 w 114"/>
              <ns1:gd name="T43" fmla="*/ 0 h 80"/>
              <ns1:gd name="T44" fmla="*/ 82 w 114"/>
              <ns1:gd name="T45" fmla="*/ 0 h 80"/>
              <ns1:gd name="T46" fmla="*/ 86 w 114"/>
              <ns1:gd name="T47" fmla="*/ 3 h 80"/>
              <ns1:gd name="T48" fmla="*/ 113 w 114"/>
              <ns1:gd name="T49" fmla="*/ 69 h 80"/>
              <ns1:gd name="T50" fmla="*/ 114 w 114"/>
              <ns1:gd name="T51" fmla="*/ 76 h 80"/>
              <ns1:gd name="T52" fmla="*/ 111 w 114"/>
              <ns1:gd name="T53" fmla="*/ 80 h 80"/>
              <ns1:gd name="T54" fmla="*/ 67 w 114"/>
              <ns1:gd name="T55" fmla="*/ 46 h 80"/>
              <ns1:gd name="T56" fmla="*/ 65 w 114"/>
              <ns1:gd name="T57" fmla="*/ 26 h 80"/>
              <ns1:gd name="T58" fmla="*/ 63 w 114"/>
              <ns1:gd name="T59" fmla="*/ 24 h 80"/>
              <ns1:gd name="T60" fmla="*/ 52 w 114"/>
              <ns1:gd name="T61" fmla="*/ 24 h 80"/>
              <ns1:gd name="T62" fmla="*/ 49 w 114"/>
              <ns1:gd name="T63" fmla="*/ 26 h 80"/>
              <ns1:gd name="T64" fmla="*/ 48 w 114"/>
              <ns1:gd name="T65" fmla="*/ 46 h 80"/>
              <ns1:gd name="T66" fmla="*/ 48 w 114"/>
              <ns1:gd name="T67" fmla="*/ 47 h 80"/>
              <ns1:gd name="T68" fmla="*/ 50 w 114"/>
              <ns1:gd name="T69" fmla="*/ 48 h 80"/>
              <ns1:gd name="T70" fmla="*/ 65 w 114"/>
              <ns1:gd name="T71" fmla="*/ 48 h 80"/>
              <ns1:gd name="T72" fmla="*/ 67 w 114"/>
              <ns1:gd name="T73" fmla="*/ 47 h 80"/>
              <ns1:gd name="T74" fmla="*/ 67 w 114"/>
              <ns1:gd name="T75" fmla="*/ 46 h 80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  <ns1:cxn ang="0">
                <ns1:pos x="T32" y="T33"/>
              </ns1:cxn>
              <ns1:cxn ang="0">
                <ns1:pos x="T34" y="T35"/>
              </ns1:cxn>
              <ns1:cxn ang="0">
                <ns1:pos x="T36" y="T37"/>
              </ns1:cxn>
              <ns1:cxn ang="0">
                <ns1:pos x="T38" y="T39"/>
              </ns1:cxn>
              <ns1:cxn ang="0">
                <ns1:pos x="T40" y="T41"/>
              </ns1:cxn>
              <ns1:cxn ang="0">
                <ns1:pos x="T42" y="T43"/>
              </ns1:cxn>
              <ns1:cxn ang="0">
                <ns1:pos x="T44" y="T45"/>
              </ns1:cxn>
              <ns1:cxn ang="0">
                <ns1:pos x="T46" y="T47"/>
              </ns1:cxn>
              <ns1:cxn ang="0">
                <ns1:pos x="T48" y="T49"/>
              </ns1:cxn>
              <ns1:cxn ang="0">
                <ns1:pos x="T50" y="T51"/>
              </ns1:cxn>
              <ns1:cxn ang="0">
                <ns1:pos x="T52" y="T53"/>
              </ns1:cxn>
              <ns1:cxn ang="0">
                <ns1:pos x="T54" y="T55"/>
              </ns1:cxn>
              <ns1:cxn ang="0">
                <ns1:pos x="T56" y="T57"/>
              </ns1:cxn>
              <ns1:cxn ang="0">
                <ns1:pos x="T58" y="T59"/>
              </ns1:cxn>
              <ns1:cxn ang="0">
                <ns1:pos x="T60" y="T61"/>
              </ns1:cxn>
              <ns1:cxn ang="0">
                <ns1:pos x="T62" y="T63"/>
              </ns1:cxn>
              <ns1:cxn ang="0">
                <ns1:pos x="T64" y="T65"/>
              </ns1:cxn>
              <ns1:cxn ang="0">
                <ns1:pos x="T66" y="T67"/>
              </ns1:cxn>
              <ns1:cxn ang="0">
                <ns1:pos x="T68" y="T69"/>
              </ns1:cxn>
              <ns1:cxn ang="0">
                <ns1:pos x="T70" y="T71"/>
              </ns1:cxn>
              <ns1:cxn ang="0">
                <ns1:pos x="T72" y="T73"/>
              </ns1:cxn>
              <ns1:cxn ang="0">
                <ns1:pos x="T74" y="T75"/>
              </ns1:cxn>
            </ns1:cxnLst>
            <ns1:rect l="0" t="0" r="r" b="b"/>
            <ns1:pathLst>
              <ns1:path w="114" h="80">
                <ns1:moveTo>
                  <ns1:pt x="111" y="80"/>
                </ns1:moveTo>
                <ns1:cubicBezTo>
                  <ns1:pt x="67" y="80"/>
                  <ns1:pt x="67" y="80"/>
                  <ns1:pt x="67" y="80"/>
                </ns1:cubicBezTo>
                <ns1:cubicBezTo>
                  <ns1:pt x="68" y="80"/>
                  <ns1:pt x="69" y="80"/>
                  <ns1:pt x="69" y="78"/>
                </ns1:cubicBezTo>
                <ns1:cubicBezTo>
                  <ns1:pt x="68" y="62"/>
                  <ns1:pt x="68" y="62"/>
                  <ns1:pt x="68" y="62"/>
                </ns1:cubicBezTo>
                <ns1:cubicBezTo>
                  <ns1:pt x="68" y="61"/>
                  <ns1:pt x="67" y="60"/>
                  <ns1:pt x="66" y="60"/>
                </ns1:cubicBezTo>
                <ns1:cubicBezTo>
                  <ns1:pt x="49" y="60"/>
                  <ns1:pt x="49" y="60"/>
                  <ns1:pt x="49" y="60"/>
                </ns1:cubicBezTo>
                <ns1:cubicBezTo>
                  <ns1:pt x="48" y="60"/>
                  <ns1:pt x="47" y="61"/>
                  <ns1:pt x="47" y="62"/>
                </ns1:cubicBezTo>
                <ns1:cubicBezTo>
                  <ns1:pt x="45" y="78"/>
                  <ns1:pt x="45" y="78"/>
                  <ns1:pt x="45" y="78"/>
                </ns1:cubicBezTo>
                <ns1:cubicBezTo>
                  <ns1:pt x="45" y="80"/>
                  <ns1:pt x="46" y="80"/>
                  <ns1:pt x="47" y="80"/>
                </ns1:cubicBezTo>
                <ns1:cubicBezTo>
                  <ns1:pt x="3" y="80"/>
                  <ns1:pt x="3" y="80"/>
                  <ns1:pt x="3" y="80"/>
                </ns1:cubicBezTo>
                <ns1:cubicBezTo>
                  <ns1:pt x="1" y="80"/>
                  <ns1:pt x="0" y="78"/>
                  <ns1:pt x="0" y="76"/>
                </ns1:cubicBezTo>
                <ns1:cubicBezTo>
                  <ns1:pt x="0" y="73"/>
                  <ns1:pt x="1" y="71"/>
                  <ns1:pt x="2" y="69"/>
                </ns1:cubicBezTo>
                <ns1:cubicBezTo>
                  <ns1:pt x="28" y="3"/>
                  <ns1:pt x="28" y="3"/>
                  <ns1:pt x="28" y="3"/>
                </ns1:cubicBezTo>
                <ns1:cubicBezTo>
                  <ns1:pt x="29" y="2"/>
                  <ns1:pt x="30" y="0"/>
                  <ns1:pt x="32" y="0"/>
                </ns1:cubicBezTo>
                <ns1:cubicBezTo>
                  <ns1:pt x="53" y="0"/>
                  <ns1:pt x="53" y="0"/>
                  <ns1:pt x="53" y="0"/>
                </ns1:cubicBezTo>
                <ns1:cubicBezTo>
                  <ns1:pt x="52" y="0"/>
                  <ns1:pt x="51" y="1"/>
                  <ns1:pt x="51" y="2"/>
                </ns1:cubicBezTo>
                <ns1:cubicBezTo>
                  <ns1:pt x="50" y="14"/>
                  <ns1:pt x="50" y="14"/>
                  <ns1:pt x="50" y="14"/>
                </ns1:cubicBezTo>
                <ns1:cubicBezTo>
                  <ns1:pt x="50" y="16"/>
                  <ns1:pt x="51" y="16"/>
                  <ns1:pt x="52" y="16"/>
                </ns1:cubicBezTo>
                <ns1:cubicBezTo>
                  <ns1:pt x="63" y="16"/>
                  <ns1:pt x="63" y="16"/>
                  <ns1:pt x="63" y="16"/>
                </ns1:cubicBezTo>
                <ns1:cubicBezTo>
                  <ns1:pt x="64" y="16"/>
                  <ns1:pt x="64" y="16"/>
                  <ns1:pt x="64" y="14"/>
                </ns1:cubicBezTo>
                <ns1:cubicBezTo>
                  <ns1:pt x="63" y="2"/>
                  <ns1:pt x="63" y="2"/>
                  <ns1:pt x="63" y="2"/>
                </ns1:cubicBezTo>
                <ns1:cubicBezTo>
                  <ns1:pt x="63" y="1"/>
                  <ns1:pt x="62" y="0"/>
                  <ns1:pt x="61" y="0"/>
                </ns1:cubicBezTo>
                <ns1:cubicBezTo>
                  <ns1:pt x="82" y="0"/>
                  <ns1:pt x="82" y="0"/>
                  <ns1:pt x="82" y="0"/>
                </ns1:cubicBezTo>
                <ns1:cubicBezTo>
                  <ns1:pt x="84" y="0"/>
                  <ns1:pt x="86" y="2"/>
                  <ns1:pt x="86" y="3"/>
                </ns1:cubicBezTo>
                <ns1:cubicBezTo>
                  <ns1:pt x="113" y="69"/>
                  <ns1:pt x="113" y="69"/>
                  <ns1:pt x="113" y="69"/>
                </ns1:cubicBezTo>
                <ns1:cubicBezTo>
                  <ns1:pt x="113" y="71"/>
                  <ns1:pt x="114" y="73"/>
                  <ns1:pt x="114" y="76"/>
                </ns1:cubicBezTo>
                <ns1:cubicBezTo>
                  <ns1:pt x="114" y="78"/>
                  <ns1:pt x="114" y="80"/>
                  <ns1:pt x="111" y="80"/>
                </ns1:cubicBezTo>
                <ns1:close/>
                <ns1:moveTo>
                  <ns1:pt x="67" y="46"/>
                </ns1:moveTo>
                <ns1:cubicBezTo>
                  <ns1:pt x="65" y="26"/>
                  <ns1:pt x="65" y="26"/>
                  <ns1:pt x="65" y="26"/>
                </ns1:cubicBezTo>
                <ns1:cubicBezTo>
                  <ns1:pt x="65" y="25"/>
                  <ns1:pt x="64" y="24"/>
                  <ns1:pt x="63" y="24"/>
                </ns1:cubicBezTo>
                <ns1:cubicBezTo>
                  <ns1:pt x="52" y="24"/>
                  <ns1:pt x="52" y="24"/>
                  <ns1:pt x="52" y="24"/>
                </ns1:cubicBezTo>
                <ns1:cubicBezTo>
                  <ns1:pt x="50" y="24"/>
                  <ns1:pt x="49" y="25"/>
                  <ns1:pt x="49" y="26"/>
                </ns1:cubicBezTo>
                <ns1:cubicBezTo>
                  <ns1:pt x="48" y="46"/>
                  <ns1:pt x="48" y="46"/>
                  <ns1:pt x="48" y="46"/>
                </ns1:cubicBezTo>
                <ns1:cubicBezTo>
                  <ns1:pt x="48" y="47"/>
                  <ns1:pt x="48" y="47"/>
                  <ns1:pt x="48" y="47"/>
                </ns1:cubicBezTo>
                <ns1:cubicBezTo>
                  <ns1:pt x="48" y="48"/>
                  <ns1:pt x="49" y="48"/>
                  <ns1:pt x="50" y="48"/>
                </ns1:cubicBezTo>
                <ns1:cubicBezTo>
                  <ns1:pt x="65" y="48"/>
                  <ns1:pt x="65" y="48"/>
                  <ns1:pt x="65" y="48"/>
                </ns1:cubicBezTo>
                <ns1:cubicBezTo>
                  <ns1:pt x="66" y="48"/>
                  <ns1:pt x="67" y="48"/>
                  <ns1:pt x="67" y="47"/>
                </ns1:cubicBezTo>
                <ns1:lnTo>
                  <ns1:pt x="67" y="46"/>
                </ns1:lnTo>
                <ns1:close/>
              </ns1:path>
            </ns1:pathLst>
          </ns1:custGeom>
          <ns1:solidFill>
            <ns1:srgbClr val="010101"/>
          </ns1:solidFill>
          <ns1:ln>
            <ns1:noFill/>
          </ns1:ln>
          <ns1:extLst>
            <ns1:ext uri="{91240B29-F687-4F45-9708-019B960494DF}">
              <ns2:hiddenLine w="9525">
                <ns1:solidFill>
                  <ns1:srgbClr val="000000"/>
                </ns1:solidFill>
                <ns1:round/>
                <ns1:headEnd/>
                <ns1:tailEnd/>
              </ns2:hiddenLine>
            </ns1:ext>
          </ns1:extLst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en-US" sz="2700"/>
          </ns1:p>
        </ns0:txBody>
      </ns0:sp>
      <ns0:sp>
        <ns0:nvSpPr>
          <ns0:cNvPr id="80" name="Freeform 78"/>
          <ns0:cNvSpPr>
            <ns1:spLocks noEditPoints="1"/>
          </ns0:cNvSpPr>
          <ns0:nvPr/>
        </ns0:nvSpPr>
        <ns0:spPr bwMode="auto">
          <ns1:xfrm>
            <ns1:off x="6861177" y="1344614"/>
            <ns1:ext cx="390525" cy="361950"/>
          </ns1:xfrm>
          <ns1:custGeom>
            <ns1:avLst/>
            <ns1:gdLst>
              <ns1:gd name="T0" fmla="*/ 104 w 104"/>
              <ns1:gd name="T1" fmla="*/ 90 h 96"/>
              <ns1:gd name="T2" fmla="*/ 98 w 104"/>
              <ns1:gd name="T3" fmla="*/ 96 h 96"/>
              <ns1:gd name="T4" fmla="*/ 6 w 104"/>
              <ns1:gd name="T5" fmla="*/ 96 h 96"/>
              <ns1:gd name="T6" fmla="*/ 0 w 104"/>
              <ns1:gd name="T7" fmla="*/ 90 h 96"/>
              <ns1:gd name="T8" fmla="*/ 0 w 104"/>
              <ns1:gd name="T9" fmla="*/ 70 h 96"/>
              <ns1:gd name="T10" fmla="*/ 6 w 104"/>
              <ns1:gd name="T11" fmla="*/ 64 h 96"/>
              <ns1:gd name="T12" fmla="*/ 35 w 104"/>
              <ns1:gd name="T13" fmla="*/ 64 h 96"/>
              <ns1:gd name="T14" fmla="*/ 44 w 104"/>
              <ns1:gd name="T15" fmla="*/ 73 h 96"/>
              <ns1:gd name="T16" fmla="*/ 52 w 104"/>
              <ns1:gd name="T17" fmla="*/ 76 h 96"/>
              <ns1:gd name="T18" fmla="*/ 61 w 104"/>
              <ns1:gd name="T19" fmla="*/ 73 h 96"/>
              <ns1:gd name="T20" fmla="*/ 69 w 104"/>
              <ns1:gd name="T21" fmla="*/ 64 h 96"/>
              <ns1:gd name="T22" fmla="*/ 98 w 104"/>
              <ns1:gd name="T23" fmla="*/ 64 h 96"/>
              <ns1:gd name="T24" fmla="*/ 104 w 104"/>
              <ns1:gd name="T25" fmla="*/ 70 h 96"/>
              <ns1:gd name="T26" fmla="*/ 104 w 104"/>
              <ns1:gd name="T27" fmla="*/ 90 h 96"/>
              <ns1:gd name="T28" fmla="*/ 83 w 104"/>
              <ns1:gd name="T29" fmla="*/ 39 h 96"/>
              <ns1:gd name="T30" fmla="*/ 55 w 104"/>
              <ns1:gd name="T31" fmla="*/ 67 h 96"/>
              <ns1:gd name="T32" fmla="*/ 52 w 104"/>
              <ns1:gd name="T33" fmla="*/ 68 h 96"/>
              <ns1:gd name="T34" fmla="*/ 50 w 104"/>
              <ns1:gd name="T35" fmla="*/ 67 h 96"/>
              <ns1:gd name="T36" fmla="*/ 22 w 104"/>
              <ns1:gd name="T37" fmla="*/ 39 h 96"/>
              <ns1:gd name="T38" fmla="*/ 21 w 104"/>
              <ns1:gd name="T39" fmla="*/ 35 h 96"/>
              <ns1:gd name="T40" fmla="*/ 24 w 104"/>
              <ns1:gd name="T41" fmla="*/ 32 h 96"/>
              <ns1:gd name="T42" fmla="*/ 40 w 104"/>
              <ns1:gd name="T43" fmla="*/ 32 h 96"/>
              <ns1:gd name="T44" fmla="*/ 40 w 104"/>
              <ns1:gd name="T45" fmla="*/ 4 h 96"/>
              <ns1:gd name="T46" fmla="*/ 44 w 104"/>
              <ns1:gd name="T47" fmla="*/ 0 h 96"/>
              <ns1:gd name="T48" fmla="*/ 60 w 104"/>
              <ns1:gd name="T49" fmla="*/ 0 h 96"/>
              <ns1:gd name="T50" fmla="*/ 64 w 104"/>
              <ns1:gd name="T51" fmla="*/ 4 h 96"/>
              <ns1:gd name="T52" fmla="*/ 64 w 104"/>
              <ns1:gd name="T53" fmla="*/ 32 h 96"/>
              <ns1:gd name="T54" fmla="*/ 80 w 104"/>
              <ns1:gd name="T55" fmla="*/ 32 h 96"/>
              <ns1:gd name="T56" fmla="*/ 84 w 104"/>
              <ns1:gd name="T57" fmla="*/ 35 h 96"/>
              <ns1:gd name="T58" fmla="*/ 83 w 104"/>
              <ns1:gd name="T59" fmla="*/ 39 h 96"/>
              <ns1:gd name="T60" fmla="*/ 76 w 104"/>
              <ns1:gd name="T61" fmla="*/ 80 h 96"/>
              <ns1:gd name="T62" fmla="*/ 72 w 104"/>
              <ns1:gd name="T63" fmla="*/ 84 h 96"/>
              <ns1:gd name="T64" fmla="*/ 76 w 104"/>
              <ns1:gd name="T65" fmla="*/ 88 h 96"/>
              <ns1:gd name="T66" fmla="*/ 80 w 104"/>
              <ns1:gd name="T67" fmla="*/ 84 h 96"/>
              <ns1:gd name="T68" fmla="*/ 76 w 104"/>
              <ns1:gd name="T69" fmla="*/ 80 h 96"/>
              <ns1:gd name="T70" fmla="*/ 92 w 104"/>
              <ns1:gd name="T71" fmla="*/ 80 h 96"/>
              <ns1:gd name="T72" fmla="*/ 88 w 104"/>
              <ns1:gd name="T73" fmla="*/ 84 h 96"/>
              <ns1:gd name="T74" fmla="*/ 92 w 104"/>
              <ns1:gd name="T75" fmla="*/ 88 h 96"/>
              <ns1:gd name="T76" fmla="*/ 96 w 104"/>
              <ns1:gd name="T77" fmla="*/ 84 h 96"/>
              <ns1:gd name="T78" fmla="*/ 92 w 104"/>
              <ns1:gd name="T79" fmla="*/ 80 h 96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  <ns1:cxn ang="0">
                <ns1:pos x="T32" y="T33"/>
              </ns1:cxn>
              <ns1:cxn ang="0">
                <ns1:pos x="T34" y="T35"/>
              </ns1:cxn>
              <ns1:cxn ang="0">
                <ns1:pos x="T36" y="T37"/>
              </ns1:cxn>
              <ns1:cxn ang="0">
                <ns1:pos x="T38" y="T39"/>
              </ns1:cxn>
              <ns1:cxn ang="0">
                <ns1:pos x="T40" y="T41"/>
              </ns1:cxn>
              <ns1:cxn ang="0">
                <ns1:pos x="T42" y="T43"/>
              </ns1:cxn>
              <ns1:cxn ang="0">
                <ns1:pos x="T44" y="T45"/>
              </ns1:cxn>
              <ns1:cxn ang="0">
                <ns1:pos x="T46" y="T47"/>
              </ns1:cxn>
              <ns1:cxn ang="0">
                <ns1:pos x="T48" y="T49"/>
              </ns1:cxn>
              <ns1:cxn ang="0">
                <ns1:pos x="T50" y="T51"/>
              </ns1:cxn>
              <ns1:cxn ang="0">
                <ns1:pos x="T52" y="T53"/>
              </ns1:cxn>
              <ns1:cxn ang="0">
                <ns1:pos x="T54" y="T55"/>
              </ns1:cxn>
              <ns1:cxn ang="0">
                <ns1:pos x="T56" y="T57"/>
              </ns1:cxn>
              <ns1:cxn ang="0">
                <ns1:pos x="T58" y="T59"/>
              </ns1:cxn>
              <ns1:cxn ang="0">
                <ns1:pos x="T60" y="T61"/>
              </ns1:cxn>
              <ns1:cxn ang="0">
                <ns1:pos x="T62" y="T63"/>
              </ns1:cxn>
              <ns1:cxn ang="0">
                <ns1:pos x="T64" y="T65"/>
              </ns1:cxn>
              <ns1:cxn ang="0">
                <ns1:pos x="T66" y="T67"/>
              </ns1:cxn>
              <ns1:cxn ang="0">
                <ns1:pos x="T68" y="T69"/>
              </ns1:cxn>
              <ns1:cxn ang="0">
                <ns1:pos x="T70" y="T71"/>
              </ns1:cxn>
              <ns1:cxn ang="0">
                <ns1:pos x="T72" y="T73"/>
              </ns1:cxn>
              <ns1:cxn ang="0">
                <ns1:pos x="T74" y="T75"/>
              </ns1:cxn>
              <ns1:cxn ang="0">
                <ns1:pos x="T76" y="T77"/>
              </ns1:cxn>
              <ns1:cxn ang="0">
                <ns1:pos x="T78" y="T79"/>
              </ns1:cxn>
            </ns1:cxnLst>
            <ns1:rect l="0" t="0" r="r" b="b"/>
            <ns1:pathLst>
              <ns1:path w="104" h="96">
                <ns1:moveTo>
                  <ns1:pt x="104" y="90"/>
                </ns1:moveTo>
                <ns1:cubicBezTo>
                  <ns1:pt x="104" y="94"/>
                  <ns1:pt x="102" y="96"/>
                  <ns1:pt x="98" y="96"/>
                </ns1:cubicBezTo>
                <ns1:cubicBezTo>
                  <ns1:pt x="6" y="96"/>
                  <ns1:pt x="6" y="96"/>
                  <ns1:pt x="6" y="96"/>
                </ns1:cubicBezTo>
                <ns1:cubicBezTo>
                  <ns1:pt x="3" y="96"/>
                  <ns1:pt x="0" y="94"/>
                  <ns1:pt x="0" y="90"/>
                </ns1:cubicBezTo>
                <ns1:cubicBezTo>
                  <ns1:pt x="0" y="70"/>
                  <ns1:pt x="0" y="70"/>
                  <ns1:pt x="0" y="70"/>
                </ns1:cubicBezTo>
                <ns1:cubicBezTo>
                  <ns1:pt x="0" y="67"/>
                  <ns1:pt x="3" y="64"/>
                  <ns1:pt x="6" y="64"/>
                </ns1:cubicBezTo>
                <ns1:cubicBezTo>
                  <ns1:pt x="35" y="64"/>
                  <ns1:pt x="35" y="64"/>
                  <ns1:pt x="35" y="64"/>
                </ns1:cubicBezTo>
                <ns1:cubicBezTo>
                  <ns1:pt x="44" y="73"/>
                  <ns1:pt x="44" y="73"/>
                  <ns1:pt x="44" y="73"/>
                </ns1:cubicBezTo>
                <ns1:cubicBezTo>
                  <ns1:pt x="46" y="75"/>
                  <ns1:pt x="49" y="76"/>
                  <ns1:pt x="52" y="76"/>
                </ns1:cubicBezTo>
                <ns1:cubicBezTo>
                  <ns1:pt x="56" y="76"/>
                  <ns1:pt x="59" y="75"/>
                  <ns1:pt x="61" y="73"/>
                </ns1:cubicBezTo>
                <ns1:cubicBezTo>
                  <ns1:pt x="69" y="64"/>
                  <ns1:pt x="69" y="64"/>
                  <ns1:pt x="69" y="64"/>
                </ns1:cubicBezTo>
                <ns1:cubicBezTo>
                  <ns1:pt x="98" y="64"/>
                  <ns1:pt x="98" y="64"/>
                  <ns1:pt x="98" y="64"/>
                </ns1:cubicBezTo>
                <ns1:cubicBezTo>
                  <ns1:pt x="102" y="64"/>
                  <ns1:pt x="104" y="67"/>
                  <ns1:pt x="104" y="70"/>
                </ns1:cubicBezTo>
                <ns1:lnTo>
                  <ns1:pt x="104" y="90"/>
                </ns1:lnTo>
                <ns1:close/>
                <ns1:moveTo>
                  <ns1:pt x="83" y="39"/>
                </ns1:moveTo>
                <ns1:cubicBezTo>
                  <ns1:pt x="55" y="67"/>
                  <ns1:pt x="55" y="67"/>
                  <ns1:pt x="55" y="67"/>
                </ns1:cubicBezTo>
                <ns1:cubicBezTo>
                  <ns1:pt x="54" y="68"/>
                  <ns1:pt x="53" y="68"/>
                  <ns1:pt x="52" y="68"/>
                </ns1:cubicBezTo>
                <ns1:cubicBezTo>
                  <ns1:pt x="51" y="68"/>
                  <ns1:pt x="50" y="68"/>
                  <ns1:pt x="50" y="67"/>
                </ns1:cubicBezTo>
                <ns1:cubicBezTo>
                  <ns1:pt x="22" y="39"/>
                  <ns1:pt x="22" y="39"/>
                  <ns1:pt x="22" y="39"/>
                </ns1:cubicBezTo>
                <ns1:cubicBezTo>
                  <ns1:pt x="20" y="38"/>
                  <ns1:pt x="20" y="36"/>
                  <ns1:pt x="21" y="35"/>
                </ns1:cubicBezTo>
                <ns1:cubicBezTo>
                  <ns1:pt x="21" y="33"/>
                  <ns1:pt x="23" y="32"/>
                  <ns1:pt x="24" y="32"/>
                </ns1:cubicBezTo>
                <ns1:cubicBezTo>
                  <ns1:pt x="40" y="32"/>
                  <ns1:pt x="40" y="32"/>
                  <ns1:pt x="40" y="32"/>
                </ns1:cubicBezTo>
                <ns1:cubicBezTo>
                  <ns1:pt x="40" y="4"/>
                  <ns1:pt x="40" y="4"/>
                  <ns1:pt x="40" y="4"/>
                </ns1:cubicBezTo>
                <ns1:cubicBezTo>
                  <ns1:pt x="40" y="2"/>
                  <ns1:pt x="42" y="0"/>
                  <ns1:pt x="44" y="0"/>
                </ns1:cubicBezTo>
                <ns1:cubicBezTo>
                  <ns1:pt x="60" y="0"/>
                  <ns1:pt x="60" y="0"/>
                  <ns1:pt x="60" y="0"/>
                </ns1:cubicBezTo>
                <ns1:cubicBezTo>
                  <ns1:pt x="63" y="0"/>
                  <ns1:pt x="64" y="2"/>
                  <ns1:pt x="64" y="4"/>
                </ns1:cubicBezTo>
                <ns1:cubicBezTo>
                  <ns1:pt x="64" y="32"/>
                  <ns1:pt x="64" y="32"/>
                  <ns1:pt x="64" y="32"/>
                </ns1:cubicBezTo>
                <ns1:cubicBezTo>
                  <ns1:pt x="80" y="32"/>
                  <ns1:pt x="80" y="32"/>
                  <ns1:pt x="80" y="32"/>
                </ns1:cubicBezTo>
                <ns1:cubicBezTo>
                  <ns1:pt x="82" y="32"/>
                  <ns1:pt x="83" y="33"/>
                  <ns1:pt x="84" y="35"/>
                </ns1:cubicBezTo>
                <ns1:cubicBezTo>
                  <ns1:pt x="85" y="36"/>
                  <ns1:pt x="84" y="38"/>
                  <ns1:pt x="83" y="39"/>
                </ns1:cubicBezTo>
                <ns1:close/>
                <ns1:moveTo>
                  <ns1:pt x="76" y="80"/>
                </ns1:moveTo>
                <ns1:cubicBezTo>
                  <ns1:pt x="74" y="80"/>
                  <ns1:pt x="72" y="82"/>
                  <ns1:pt x="72" y="84"/>
                </ns1:cubicBezTo>
                <ns1:cubicBezTo>
                  <ns1:pt x="72" y="87"/>
                  <ns1:pt x="74" y="88"/>
                  <ns1:pt x="76" y="88"/>
                </ns1:cubicBezTo>
                <ns1:cubicBezTo>
                  <ns1:pt x="79" y="88"/>
                  <ns1:pt x="80" y="87"/>
                  <ns1:pt x="80" y="84"/>
                </ns1:cubicBezTo>
                <ns1:cubicBezTo>
                  <ns1:pt x="80" y="82"/>
                  <ns1:pt x="79" y="80"/>
                  <ns1:pt x="76" y="80"/>
                </ns1:cubicBezTo>
                <ns1:close/>
                <ns1:moveTo>
                  <ns1:pt x="92" y="80"/>
                </ns1:moveTo>
                <ns1:cubicBezTo>
                  <ns1:pt x="90" y="80"/>
                  <ns1:pt x="88" y="82"/>
                  <ns1:pt x="88" y="84"/>
                </ns1:cubicBezTo>
                <ns1:cubicBezTo>
                  <ns1:pt x="88" y="87"/>
                  <ns1:pt x="90" y="88"/>
                  <ns1:pt x="92" y="88"/>
                </ns1:cubicBezTo>
                <ns1:cubicBezTo>
                  <ns1:pt x="95" y="88"/>
                  <ns1:pt x="96" y="87"/>
                  <ns1:pt x="96" y="84"/>
                </ns1:cubicBezTo>
                <ns1:cubicBezTo>
                  <ns1:pt x="96" y="82"/>
                  <ns1:pt x="95" y="80"/>
                  <ns1:pt x="92" y="80"/>
                </ns1:cubicBezTo>
                <ns1:close/>
              </ns1:path>
            </ns1:pathLst>
          </ns1:custGeom>
          <ns1:solidFill>
            <ns1:srgbClr val="010101"/>
          </ns1:solidFill>
          <ns1:ln>
            <ns1:noFill/>
          </ns1:ln>
          <ns1:extLst>
            <ns1:ext uri="{91240B29-F687-4F45-9708-019B960494DF}">
              <ns2:hiddenLine w="9525">
                <ns1:solidFill>
                  <ns1:srgbClr val="000000"/>
                </ns1:solidFill>
                <ns1:round/>
                <ns1:headEnd/>
                <ns1:tailEnd/>
              </ns2:hiddenLine>
            </ns1:ext>
          </ns1:extLst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en-US" sz="2700"/>
          </ns1:p>
        </ns0:txBody>
      </ns0:sp>
      <ns0:sp>
        <ns0:nvSpPr>
          <ns0:cNvPr id="81" name="Freeform 79"/>
          <ns0:cNvSpPr>
            <ns1:spLocks noEditPoints="1"/>
          </ns0:cNvSpPr>
          <ns0:nvPr/>
        </ns0:nvSpPr>
        <ns0:spPr bwMode="auto">
          <ns1:xfrm>
            <ns1:off x="7523164" y="1374777"/>
            <ns1:ext cx="360363" cy="360363"/>
          </ns1:xfrm>
          <ns1:custGeom>
            <ns1:avLst/>
            <ns1:gdLst>
              <ns1:gd name="T0" fmla="*/ 48 w 96"/>
              <ns1:gd name="T1" fmla="*/ 96 h 96"/>
              <ns1:gd name="T2" fmla="*/ 0 w 96"/>
              <ns1:gd name="T3" fmla="*/ 48 h 96"/>
              <ns1:gd name="T4" fmla="*/ 48 w 96"/>
              <ns1:gd name="T5" fmla="*/ 0 h 96"/>
              <ns1:gd name="T6" fmla="*/ 96 w 96"/>
              <ns1:gd name="T7" fmla="*/ 48 h 96"/>
              <ns1:gd name="T8" fmla="*/ 48 w 96"/>
              <ns1:gd name="T9" fmla="*/ 96 h 96"/>
              <ns1:gd name="T10" fmla="*/ 14 w 96"/>
              <ns1:gd name="T11" fmla="*/ 48 h 96"/>
              <ns1:gd name="T12" fmla="*/ 48 w 96"/>
              <ns1:gd name="T13" fmla="*/ 82 h 96"/>
              <ns1:gd name="T14" fmla="*/ 82 w 96"/>
              <ns1:gd name="T15" fmla="*/ 48 h 96"/>
              <ns1:gd name="T16" fmla="*/ 48 w 96"/>
              <ns1:gd name="T17" fmla="*/ 14 h 96"/>
              <ns1:gd name="T18" fmla="*/ 14 w 96"/>
              <ns1:gd name="T19" fmla="*/ 48 h 96"/>
              <ns1:gd name="T20" fmla="*/ 70 w 96"/>
              <ns1:gd name="T21" fmla="*/ 52 h 96"/>
              <ns1:gd name="T22" fmla="*/ 50 w 96"/>
              <ns1:gd name="T23" fmla="*/ 72 h 96"/>
              <ns1:gd name="T24" fmla="*/ 48 w 96"/>
              <ns1:gd name="T25" fmla="*/ 72 h 96"/>
              <ns1:gd name="T26" fmla="*/ 47 w 96"/>
              <ns1:gd name="T27" fmla="*/ 72 h 96"/>
              <ns1:gd name="T28" fmla="*/ 27 w 96"/>
              <ns1:gd name="T29" fmla="*/ 52 h 96"/>
              <ns1:gd name="T30" fmla="*/ 26 w 96"/>
              <ns1:gd name="T31" fmla="*/ 50 h 96"/>
              <ns1:gd name="T32" fmla="*/ 28 w 96"/>
              <ns1:gd name="T33" fmla="*/ 48 h 96"/>
              <ns1:gd name="T34" fmla="*/ 40 w 96"/>
              <ns1:gd name="T35" fmla="*/ 48 h 96"/>
              <ns1:gd name="T36" fmla="*/ 40 w 96"/>
              <ns1:gd name="T37" fmla="*/ 26 h 96"/>
              <ns1:gd name="T38" fmla="*/ 42 w 96"/>
              <ns1:gd name="T39" fmla="*/ 24 h 96"/>
              <ns1:gd name="T40" fmla="*/ 54 w 96"/>
              <ns1:gd name="T41" fmla="*/ 24 h 96"/>
              <ns1:gd name="T42" fmla="*/ 56 w 96"/>
              <ns1:gd name="T43" fmla="*/ 26 h 96"/>
              <ns1:gd name="T44" fmla="*/ 56 w 96"/>
              <ns1:gd name="T45" fmla="*/ 48 h 96"/>
              <ns1:gd name="T46" fmla="*/ 68 w 96"/>
              <ns1:gd name="T47" fmla="*/ 48 h 96"/>
              <ns1:gd name="T48" fmla="*/ 70 w 96"/>
              <ns1:gd name="T49" fmla="*/ 50 h 96"/>
              <ns1:gd name="T50" fmla="*/ 70 w 96"/>
              <ns1:gd name="T51" fmla="*/ 52 h 96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  <ns1:cxn ang="0">
                <ns1:pos x="T32" y="T33"/>
              </ns1:cxn>
              <ns1:cxn ang="0">
                <ns1:pos x="T34" y="T35"/>
              </ns1:cxn>
              <ns1:cxn ang="0">
                <ns1:pos x="T36" y="T37"/>
              </ns1:cxn>
              <ns1:cxn ang="0">
                <ns1:pos x="T38" y="T39"/>
              </ns1:cxn>
              <ns1:cxn ang="0">
                <ns1:pos x="T40" y="T41"/>
              </ns1:cxn>
              <ns1:cxn ang="0">
                <ns1:pos x="T42" y="T43"/>
              </ns1:cxn>
              <ns1:cxn ang="0">
                <ns1:pos x="T44" y="T45"/>
              </ns1:cxn>
              <ns1:cxn ang="0">
                <ns1:pos x="T46" y="T47"/>
              </ns1:cxn>
              <ns1:cxn ang="0">
                <ns1:pos x="T48" y="T49"/>
              </ns1:cxn>
              <ns1:cxn ang="0">
                <ns1:pos x="T50" y="T51"/>
              </ns1:cxn>
            </ns1:cxnLst>
            <ns1:rect l="0" t="0" r="r" b="b"/>
            <ns1:pathLst>
              <ns1:path w="96" h="96">
                <ns1:moveTo>
                  <ns1:pt x="48" y="96"/>
                </ns1:moveTo>
                <ns1:cubicBezTo>
                  <ns1:pt x="22" y="96"/>
                  <ns1:pt x="0" y="75"/>
                  <ns1:pt x="0" y="48"/>
                </ns1:cubicBezTo>
                <ns1:cubicBezTo>
                  <ns1:pt x="0" y="22"/>
                  <ns1:pt x="22" y="0"/>
                  <ns1:pt x="48" y="0"/>
                </ns1:cubicBezTo>
                <ns1:cubicBezTo>
                  <ns1:pt x="75" y="0"/>
                  <ns1:pt x="96" y="22"/>
                  <ns1:pt x="96" y="48"/>
                </ns1:cubicBezTo>
                <ns1:cubicBezTo>
                  <ns1:pt x="96" y="75"/>
                  <ns1:pt x="75" y="96"/>
                  <ns1:pt x="48" y="96"/>
                </ns1:cubicBezTo>
                <ns1:close/>
                <ns1:moveTo>
                  <ns1:pt x="14" y="48"/>
                </ns1:moveTo>
                <ns1:cubicBezTo>
                  <ns1:pt x="14" y="67"/>
                  <ns1:pt x="29" y="82"/>
                  <ns1:pt x="48" y="82"/>
                </ns1:cubicBezTo>
                <ns1:cubicBezTo>
                  <ns1:pt x="67" y="82"/>
                  <ns1:pt x="82" y="67"/>
                  <ns1:pt x="82" y="48"/>
                </ns1:cubicBezTo>
                <ns1:cubicBezTo>
                  <ns1:pt x="82" y="30"/>
                  <ns1:pt x="67" y="14"/>
                  <ns1:pt x="48" y="14"/>
                </ns1:cubicBezTo>
                <ns1:cubicBezTo>
                  <ns1:pt x="29" y="14"/>
                  <ns1:pt x="14" y="30"/>
                  <ns1:pt x="14" y="48"/>
                </ns1:cubicBezTo>
                <ns1:close/>
                <ns1:moveTo>
                  <ns1:pt x="70" y="52"/>
                </ns1:moveTo>
                <ns1:cubicBezTo>
                  <ns1:pt x="50" y="72"/>
                  <ns1:pt x="50" y="72"/>
                  <ns1:pt x="50" y="72"/>
                </ns1:cubicBezTo>
                <ns1:cubicBezTo>
                  <ns1:pt x="49" y="72"/>
                  <ns1:pt x="49" y="72"/>
                  <ns1:pt x="48" y="72"/>
                </ns1:cubicBezTo>
                <ns1:cubicBezTo>
                  <ns1:pt x="48" y="72"/>
                  <ns1:pt x="47" y="72"/>
                  <ns1:pt x="47" y="72"/>
                </ns1:cubicBezTo>
                <ns1:cubicBezTo>
                  <ns1:pt x="27" y="52"/>
                  <ns1:pt x="27" y="52"/>
                  <ns1:pt x="27" y="52"/>
                </ns1:cubicBezTo>
                <ns1:cubicBezTo>
                  <ns1:pt x="26" y="51"/>
                  <ns1:pt x="26" y="50"/>
                  <ns1:pt x="26" y="50"/>
                </ns1:cubicBezTo>
                <ns1:cubicBezTo>
                  <ns1:pt x="27" y="49"/>
                  <ns1:pt x="27" y="48"/>
                  <ns1:pt x="28" y="48"/>
                </ns1:cubicBezTo>
                <ns1:cubicBezTo>
                  <ns1:pt x="40" y="48"/>
                  <ns1:pt x="40" y="48"/>
                  <ns1:pt x="40" y="48"/>
                </ns1:cubicBezTo>
                <ns1:cubicBezTo>
                  <ns1:pt x="40" y="26"/>
                  <ns1:pt x="40" y="26"/>
                  <ns1:pt x="40" y="26"/>
                </ns1:cubicBezTo>
                <ns1:cubicBezTo>
                  <ns1:pt x="40" y="25"/>
                  <ns1:pt x="41" y="24"/>
                  <ns1:pt x="42" y="24"/>
                </ns1:cubicBezTo>
                <ns1:cubicBezTo>
                  <ns1:pt x="54" y="24"/>
                  <ns1:pt x="54" y="24"/>
                  <ns1:pt x="54" y="24"/>
                </ns1:cubicBezTo>
                <ns1:cubicBezTo>
                  <ns1:pt x="55" y="24"/>
                  <ns1:pt x="56" y="25"/>
                  <ns1:pt x="56" y="26"/>
                </ns1:cubicBezTo>
                <ns1:cubicBezTo>
                  <ns1:pt x="56" y="48"/>
                  <ns1:pt x="56" y="48"/>
                  <ns1:pt x="56" y="48"/>
                </ns1:cubicBezTo>
                <ns1:cubicBezTo>
                  <ns1:pt x="68" y="48"/>
                  <ns1:pt x="68" y="48"/>
                  <ns1:pt x="68" y="48"/>
                </ns1:cubicBezTo>
                <ns1:cubicBezTo>
                  <ns1:pt x="69" y="48"/>
                  <ns1:pt x="70" y="49"/>
                  <ns1:pt x="70" y="50"/>
                </ns1:cubicBezTo>
                <ns1:cubicBezTo>
                  <ns1:pt x="70" y="51"/>
                  <ns1:pt x="70" y="51"/>
                  <ns1:pt x="70" y="52"/>
                </ns1:cubicBezTo>
                <ns1:close/>
              </ns1:path>
            </ns1:pathLst>
          </ns1:custGeom>
          <ns1:solidFill>
            <ns1:srgbClr val="010101"/>
          </ns1:solidFill>
          <ns1:ln>
            <ns1:noFill/>
          </ns1:ln>
          <ns1:extLst>
            <ns1:ext uri="{91240B29-F687-4F45-9708-019B960494DF}">
              <ns2:hiddenLine w="9525">
                <ns1:solidFill>
                  <ns1:srgbClr val="000000"/>
                </ns1:solidFill>
                <ns1:round/>
                <ns1:headEnd/>
                <ns1:tailEnd/>
              </ns2:hiddenLine>
            </ns1:ext>
          </ns1:extLst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en-US" sz="2700"/>
          </ns1:p>
        </ns0:txBody>
      </ns0:sp>
      <ns0:sp>
        <ns0:nvSpPr>
          <ns0:cNvPr id="82" name="Freeform 80"/>
          <ns0:cNvSpPr>
            <ns1:spLocks noEditPoints="1"/>
          </ns0:cNvSpPr>
          <ns0:nvPr/>
        </ns0:nvSpPr>
        <ns0:spPr bwMode="auto">
          <ns1:xfrm>
            <ns1:off x="8167689" y="1374777"/>
            <ns1:ext cx="360363" cy="360363"/>
          </ns1:xfrm>
          <ns1:custGeom>
            <ns1:avLst/>
            <ns1:gdLst>
              <ns1:gd name="T0" fmla="*/ 48 w 96"/>
              <ns1:gd name="T1" fmla="*/ 96 h 96"/>
              <ns1:gd name="T2" fmla="*/ 0 w 96"/>
              <ns1:gd name="T3" fmla="*/ 48 h 96"/>
              <ns1:gd name="T4" fmla="*/ 48 w 96"/>
              <ns1:gd name="T5" fmla="*/ 0 h 96"/>
              <ns1:gd name="T6" fmla="*/ 96 w 96"/>
              <ns1:gd name="T7" fmla="*/ 48 h 96"/>
              <ns1:gd name="T8" fmla="*/ 48 w 96"/>
              <ns1:gd name="T9" fmla="*/ 96 h 96"/>
              <ns1:gd name="T10" fmla="*/ 14 w 96"/>
              <ns1:gd name="T11" fmla="*/ 48 h 96"/>
              <ns1:gd name="T12" fmla="*/ 48 w 96"/>
              <ns1:gd name="T13" fmla="*/ 82 h 96"/>
              <ns1:gd name="T14" fmla="*/ 82 w 96"/>
              <ns1:gd name="T15" fmla="*/ 48 h 96"/>
              <ns1:gd name="T16" fmla="*/ 48 w 96"/>
              <ns1:gd name="T17" fmla="*/ 14 h 96"/>
              <ns1:gd name="T18" fmla="*/ 14 w 96"/>
              <ns1:gd name="T19" fmla="*/ 48 h 96"/>
              <ns1:gd name="T20" fmla="*/ 68 w 96"/>
              <ns1:gd name="T21" fmla="*/ 48 h 96"/>
              <ns1:gd name="T22" fmla="*/ 56 w 96"/>
              <ns1:gd name="T23" fmla="*/ 48 h 96"/>
              <ns1:gd name="T24" fmla="*/ 56 w 96"/>
              <ns1:gd name="T25" fmla="*/ 70 h 96"/>
              <ns1:gd name="T26" fmla="*/ 54 w 96"/>
              <ns1:gd name="T27" fmla="*/ 72 h 96"/>
              <ns1:gd name="T28" fmla="*/ 42 w 96"/>
              <ns1:gd name="T29" fmla="*/ 72 h 96"/>
              <ns1:gd name="T30" fmla="*/ 40 w 96"/>
              <ns1:gd name="T31" fmla="*/ 70 h 96"/>
              <ns1:gd name="T32" fmla="*/ 40 w 96"/>
              <ns1:gd name="T33" fmla="*/ 48 h 96"/>
              <ns1:gd name="T34" fmla="*/ 28 w 96"/>
              <ns1:gd name="T35" fmla="*/ 48 h 96"/>
              <ns1:gd name="T36" fmla="*/ 26 w 96"/>
              <ns1:gd name="T37" fmla="*/ 46 h 96"/>
              <ns1:gd name="T38" fmla="*/ 27 w 96"/>
              <ns1:gd name="T39" fmla="*/ 45 h 96"/>
              <ns1:gd name="T40" fmla="*/ 47 w 96"/>
              <ns1:gd name="T41" fmla="*/ 25 h 96"/>
              <ns1:gd name="T42" fmla="*/ 48 w 96"/>
              <ns1:gd name="T43" fmla="*/ 24 h 96"/>
              <ns1:gd name="T44" fmla="*/ 50 w 96"/>
              <ns1:gd name="T45" fmla="*/ 25 h 96"/>
              <ns1:gd name="T46" fmla="*/ 70 w 96"/>
              <ns1:gd name="T47" fmla="*/ 45 h 96"/>
              <ns1:gd name="T48" fmla="*/ 70 w 96"/>
              <ns1:gd name="T49" fmla="*/ 47 h 96"/>
              <ns1:gd name="T50" fmla="*/ 68 w 96"/>
              <ns1:gd name="T51" fmla="*/ 48 h 96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  <ns1:cxn ang="0">
                <ns1:pos x="T32" y="T33"/>
              </ns1:cxn>
              <ns1:cxn ang="0">
                <ns1:pos x="T34" y="T35"/>
              </ns1:cxn>
              <ns1:cxn ang="0">
                <ns1:pos x="T36" y="T37"/>
              </ns1:cxn>
              <ns1:cxn ang="0">
                <ns1:pos x="T38" y="T39"/>
              </ns1:cxn>
              <ns1:cxn ang="0">
                <ns1:pos x="T40" y="T41"/>
              </ns1:cxn>
              <ns1:cxn ang="0">
                <ns1:pos x="T42" y="T43"/>
              </ns1:cxn>
              <ns1:cxn ang="0">
                <ns1:pos x="T44" y="T45"/>
              </ns1:cxn>
              <ns1:cxn ang="0">
                <ns1:pos x="T46" y="T47"/>
              </ns1:cxn>
              <ns1:cxn ang="0">
                <ns1:pos x="T48" y="T49"/>
              </ns1:cxn>
              <ns1:cxn ang="0">
                <ns1:pos x="T50" y="T51"/>
              </ns1:cxn>
            </ns1:cxnLst>
            <ns1:rect l="0" t="0" r="r" b="b"/>
            <ns1:pathLst>
              <ns1:path w="96" h="96">
                <ns1:moveTo>
                  <ns1:pt x="48" y="96"/>
                </ns1:moveTo>
                <ns1:cubicBezTo>
                  <ns1:pt x="22" y="96"/>
                  <ns1:pt x="0" y="75"/>
                  <ns1:pt x="0" y="48"/>
                </ns1:cubicBezTo>
                <ns1:cubicBezTo>
                  <ns1:pt x="0" y="22"/>
                  <ns1:pt x="22" y="0"/>
                  <ns1:pt x="48" y="0"/>
                </ns1:cubicBezTo>
                <ns1:cubicBezTo>
                  <ns1:pt x="75" y="0"/>
                  <ns1:pt x="96" y="22"/>
                  <ns1:pt x="96" y="48"/>
                </ns1:cubicBezTo>
                <ns1:cubicBezTo>
                  <ns1:pt x="96" y="75"/>
                  <ns1:pt x="75" y="96"/>
                  <ns1:pt x="48" y="96"/>
                </ns1:cubicBezTo>
                <ns1:close/>
                <ns1:moveTo>
                  <ns1:pt x="14" y="48"/>
                </ns1:moveTo>
                <ns1:cubicBezTo>
                  <ns1:pt x="14" y="67"/>
                  <ns1:pt x="29" y="82"/>
                  <ns1:pt x="48" y="82"/>
                </ns1:cubicBezTo>
                <ns1:cubicBezTo>
                  <ns1:pt x="67" y="82"/>
                  <ns1:pt x="82" y="67"/>
                  <ns1:pt x="82" y="48"/>
                </ns1:cubicBezTo>
                <ns1:cubicBezTo>
                  <ns1:pt x="82" y="30"/>
                  <ns1:pt x="67" y="14"/>
                  <ns1:pt x="48" y="14"/>
                </ns1:cubicBezTo>
                <ns1:cubicBezTo>
                  <ns1:pt x="29" y="14"/>
                  <ns1:pt x="14" y="30"/>
                  <ns1:pt x="14" y="48"/>
                </ns1:cubicBezTo>
                <ns1:close/>
                <ns1:moveTo>
                  <ns1:pt x="68" y="48"/>
                </ns1:moveTo>
                <ns1:cubicBezTo>
                  <ns1:pt x="56" y="48"/>
                  <ns1:pt x="56" y="48"/>
                  <ns1:pt x="56" y="48"/>
                </ns1:cubicBezTo>
                <ns1:cubicBezTo>
                  <ns1:pt x="56" y="70"/>
                  <ns1:pt x="56" y="70"/>
                  <ns1:pt x="56" y="70"/>
                </ns1:cubicBezTo>
                <ns1:cubicBezTo>
                  <ns1:pt x="56" y="72"/>
                  <ns1:pt x="55" y="72"/>
                  <ns1:pt x="54" y="72"/>
                </ns1:cubicBezTo>
                <ns1:cubicBezTo>
                  <ns1:pt x="42" y="72"/>
                  <ns1:pt x="42" y="72"/>
                  <ns1:pt x="42" y="72"/>
                </ns1:cubicBezTo>
                <ns1:cubicBezTo>
                  <ns1:pt x="41" y="72"/>
                  <ns1:pt x="40" y="72"/>
                  <ns1:pt x="40" y="70"/>
                </ns1:cubicBezTo>
                <ns1:cubicBezTo>
                  <ns1:pt x="40" y="48"/>
                  <ns1:pt x="40" y="48"/>
                  <ns1:pt x="40" y="48"/>
                </ns1:cubicBezTo>
                <ns1:cubicBezTo>
                  <ns1:pt x="28" y="48"/>
                  <ns1:pt x="28" y="48"/>
                  <ns1:pt x="28" y="48"/>
                </ns1:cubicBezTo>
                <ns1:cubicBezTo>
                  <ns1:pt x="27" y="48"/>
                  <ns1:pt x="26" y="48"/>
                  <ns1:pt x="26" y="46"/>
                </ns1:cubicBezTo>
                <ns1:cubicBezTo>
                  <ns1:pt x="26" y="46"/>
                  <ns1:pt x="26" y="45"/>
                  <ns1:pt x="27" y="45"/>
                </ns1:cubicBezTo>
                <ns1:cubicBezTo>
                  <ns1:pt x="47" y="25"/>
                  <ns1:pt x="47" y="25"/>
                  <ns1:pt x="47" y="25"/>
                </ns1:cubicBezTo>
                <ns1:cubicBezTo>
                  <ns1:pt x="47" y="25"/>
                  <ns1:pt x="48" y="24"/>
                  <ns1:pt x="48" y="24"/>
                </ns1:cubicBezTo>
                <ns1:cubicBezTo>
                  <ns1:pt x="49" y="24"/>
                  <ns1:pt x="49" y="25"/>
                  <ns1:pt x="50" y="25"/>
                </ns1:cubicBezTo>
                <ns1:cubicBezTo>
                  <ns1:pt x="70" y="45"/>
                  <ns1:pt x="70" y="45"/>
                  <ns1:pt x="70" y="45"/>
                </ns1:cubicBezTo>
                <ns1:cubicBezTo>
                  <ns1:pt x="70" y="46"/>
                  <ns1:pt x="70" y="46"/>
                  <ns1:pt x="70" y="47"/>
                </ns1:cubicBezTo>
                <ns1:cubicBezTo>
                  <ns1:pt x="70" y="48"/>
                  <ns1:pt x="69" y="48"/>
                  <ns1:pt x="68" y="48"/>
                </ns1:cubicBezTo>
                <ns1:close/>
              </ns1:path>
            </ns1:pathLst>
          </ns1:custGeom>
          <ns1:solidFill>
            <ns1:srgbClr val="010101"/>
          </ns1:solidFill>
          <ns1:ln>
            <ns1:noFill/>
          </ns1:ln>
          <ns1:extLst>
            <ns1:ext uri="{91240B29-F687-4F45-9708-019B960494DF}">
              <ns2:hiddenLine w="9525">
                <ns1:solidFill>
                  <ns1:srgbClr val="000000"/>
                </ns1:solidFill>
                <ns1:round/>
                <ns1:headEnd/>
                <ns1:tailEnd/>
              </ns2:hiddenLine>
            </ns1:ext>
          </ns1:extLst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en-US" sz="2700"/>
          </ns1:p>
        </ns0:txBody>
      </ns0:sp>
      <ns0:sp>
        <ns0:nvSpPr>
          <ns0:cNvPr id="83" name="Freeform 81"/>
          <ns0:cNvSpPr>
            <ns1:spLocks noEditPoints="1"/>
          </ns0:cNvSpPr>
          <ns0:nvPr/>
        </ns0:nvSpPr>
        <ns0:spPr bwMode="auto">
          <ns1:xfrm>
            <ns1:off x="8813802" y="1404939"/>
            <ns1:ext cx="360363" cy="301625"/>
          </ns1:xfrm>
          <ns1:custGeom>
            <ns1:avLst/>
            <ns1:gdLst>
              <ns1:gd name="T0" fmla="*/ 96 w 96"/>
              <ns1:gd name="T1" fmla="*/ 76 h 80"/>
              <ns1:gd name="T2" fmla="*/ 92 w 96"/>
              <ns1:gd name="T3" fmla="*/ 80 h 80"/>
              <ns1:gd name="T4" fmla="*/ 4 w 96"/>
              <ns1:gd name="T5" fmla="*/ 80 h 80"/>
              <ns1:gd name="T6" fmla="*/ 0 w 96"/>
              <ns1:gd name="T7" fmla="*/ 76 h 80"/>
              <ns1:gd name="T8" fmla="*/ 0 w 96"/>
              <ns1:gd name="T9" fmla="*/ 46 h 80"/>
              <ns1:gd name="T10" fmla="*/ 2 w 96"/>
              <ns1:gd name="T11" fmla="*/ 39 h 80"/>
              <ns1:gd name="T12" fmla="*/ 17 w 96"/>
              <ns1:gd name="T13" fmla="*/ 4 h 80"/>
              <ns1:gd name="T14" fmla="*/ 22 w 96"/>
              <ns1:gd name="T15" fmla="*/ 0 h 80"/>
              <ns1:gd name="T16" fmla="*/ 74 w 96"/>
              <ns1:gd name="T17" fmla="*/ 0 h 80"/>
              <ns1:gd name="T18" fmla="*/ 80 w 96"/>
              <ns1:gd name="T19" fmla="*/ 4 h 80"/>
              <ns1:gd name="T20" fmla="*/ 95 w 96"/>
              <ns1:gd name="T21" fmla="*/ 39 h 80"/>
              <ns1:gd name="T22" fmla="*/ 96 w 96"/>
              <ns1:gd name="T23" fmla="*/ 46 h 80"/>
              <ns1:gd name="T24" fmla="*/ 96 w 96"/>
              <ns1:gd name="T25" fmla="*/ 76 h 80"/>
              <ns1:gd name="T26" fmla="*/ 84 w 96"/>
              <ns1:gd name="T27" fmla="*/ 44 h 80"/>
              <ns1:gd name="T28" fmla="*/ 83 w 96"/>
              <ns1:gd name="T29" fmla="*/ 43 h 80"/>
              <ns1:gd name="T30" fmla="*/ 70 w 96"/>
              <ns1:gd name="T31" fmla="*/ 12 h 80"/>
              <ns1:gd name="T32" fmla="*/ 26 w 96"/>
              <ns1:gd name="T33" fmla="*/ 12 h 80"/>
              <ns1:gd name="T34" fmla="*/ 13 w 96"/>
              <ns1:gd name="T35" fmla="*/ 43 h 80"/>
              <ns1:gd name="T36" fmla="*/ 12 w 96"/>
              <ns1:gd name="T37" fmla="*/ 44 h 80"/>
              <ns1:gd name="T38" fmla="*/ 32 w 96"/>
              <ns1:gd name="T39" fmla="*/ 44 h 80"/>
              <ns1:gd name="T40" fmla="*/ 38 w 96"/>
              <ns1:gd name="T41" fmla="*/ 56 h 80"/>
              <ns1:gd name="T42" fmla="*/ 58 w 96"/>
              <ns1:gd name="T43" fmla="*/ 56 h 80"/>
              <ns1:gd name="T44" fmla="*/ 64 w 96"/>
              <ns1:gd name="T45" fmla="*/ 44 h 80"/>
              <ns1:gd name="T46" fmla="*/ 84 w 96"/>
              <ns1:gd name="T47" fmla="*/ 44 h 80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  <ns1:cxn ang="0">
                <ns1:pos x="T32" y="T33"/>
              </ns1:cxn>
              <ns1:cxn ang="0">
                <ns1:pos x="T34" y="T35"/>
              </ns1:cxn>
              <ns1:cxn ang="0">
                <ns1:pos x="T36" y="T37"/>
              </ns1:cxn>
              <ns1:cxn ang="0">
                <ns1:pos x="T38" y="T39"/>
              </ns1:cxn>
              <ns1:cxn ang="0">
                <ns1:pos x="T40" y="T41"/>
              </ns1:cxn>
              <ns1:cxn ang="0">
                <ns1:pos x="T42" y="T43"/>
              </ns1:cxn>
              <ns1:cxn ang="0">
                <ns1:pos x="T44" y="T45"/>
              </ns1:cxn>
              <ns1:cxn ang="0">
                <ns1:pos x="T46" y="T47"/>
              </ns1:cxn>
            </ns1:cxnLst>
            <ns1:rect l="0" t="0" r="r" b="b"/>
            <ns1:pathLst>
              <ns1:path w="96" h="80">
                <ns1:moveTo>
                  <ns1:pt x="96" y="76"/>
                </ns1:moveTo>
                <ns1:cubicBezTo>
                  <ns1:pt x="96" y="79"/>
                  <ns1:pt x="94" y="80"/>
                  <ns1:pt x="92" y="80"/>
                </ns1:cubicBezTo>
                <ns1:cubicBezTo>
                  <ns1:pt x="4" y="80"/>
                  <ns1:pt x="4" y="80"/>
                  <ns1:pt x="4" y="80"/>
                </ns1:cubicBezTo>
                <ns1:cubicBezTo>
                  <ns1:pt x="2" y="80"/>
                  <ns1:pt x="0" y="79"/>
                  <ns1:pt x="0" y="76"/>
                </ns1:cubicBezTo>
                <ns1:cubicBezTo>
                  <ns1:pt x="0" y="46"/>
                  <ns1:pt x="0" y="46"/>
                  <ns1:pt x="0" y="46"/>
                </ns1:cubicBezTo>
                <ns1:cubicBezTo>
                  <ns1:pt x="0" y="44"/>
                  <ns1:pt x="1" y="41"/>
                  <ns1:pt x="2" y="39"/>
                </ns1:cubicBezTo>
                <ns1:cubicBezTo>
                  <ns1:pt x="17" y="4"/>
                  <ns1:pt x="17" y="4"/>
                  <ns1:pt x="17" y="4"/>
                </ns1:cubicBezTo>
                <ns1:cubicBezTo>
                  <ns1:pt x="17" y="2"/>
                  <ns1:pt x="20" y="0"/>
                  <ns1:pt x="22" y="0"/>
                </ns1:cubicBezTo>
                <ns1:cubicBezTo>
                  <ns1:pt x="74" y="0"/>
                  <ns1:pt x="74" y="0"/>
                  <ns1:pt x="74" y="0"/>
                </ns1:cubicBezTo>
                <ns1:cubicBezTo>
                  <ns1:pt x="76" y="0"/>
                  <ns1:pt x="79" y="2"/>
                  <ns1:pt x="80" y="4"/>
                </ns1:cubicBezTo>
                <ns1:cubicBezTo>
                  <ns1:pt x="95" y="39"/>
                  <ns1:pt x="95" y="39"/>
                  <ns1:pt x="95" y="39"/>
                </ns1:cubicBezTo>
                <ns1:cubicBezTo>
                  <ns1:pt x="95" y="41"/>
                  <ns1:pt x="96" y="44"/>
                  <ns1:pt x="96" y="46"/>
                </ns1:cubicBezTo>
                <ns1:lnTo>
                  <ns1:pt x="96" y="76"/>
                </ns1:lnTo>
                <ns1:close/>
                <ns1:moveTo>
                  <ns1:pt x="84" y="44"/>
                </ns1:moveTo>
                <ns1:cubicBezTo>
                  <ns1:pt x="84" y="44"/>
                  <ns1:pt x="84" y="44"/>
                  <ns1:pt x="83" y="43"/>
                </ns1:cubicBezTo>
                <ns1:cubicBezTo>
                  <ns1:pt x="70" y="12"/>
                  <ns1:pt x="70" y="12"/>
                  <ns1:pt x="70" y="12"/>
                </ns1:cubicBezTo>
                <ns1:cubicBezTo>
                  <ns1:pt x="26" y="12"/>
                  <ns1:pt x="26" y="12"/>
                  <ns1:pt x="26" y="12"/>
                </ns1:cubicBezTo>
                <ns1:cubicBezTo>
                  <ns1:pt x="13" y="43"/>
                  <ns1:pt x="13" y="43"/>
                  <ns1:pt x="13" y="43"/>
                </ns1:cubicBezTo>
                <ns1:cubicBezTo>
                  <ns1:pt x="13" y="44"/>
                  <ns1:pt x="13" y="44"/>
                  <ns1:pt x="12" y="44"/>
                </ns1:cubicBezTo>
                <ns1:cubicBezTo>
                  <ns1:pt x="32" y="44"/>
                  <ns1:pt x="32" y="44"/>
                  <ns1:pt x="32" y="44"/>
                </ns1:cubicBezTo>
                <ns1:cubicBezTo>
                  <ns1:pt x="38" y="56"/>
                  <ns1:pt x="38" y="56"/>
                  <ns1:pt x="38" y="56"/>
                </ns1:cubicBezTo>
                <ns1:cubicBezTo>
                  <ns1:pt x="58" y="56"/>
                  <ns1:pt x="58" y="56"/>
                  <ns1:pt x="58" y="56"/>
                </ns1:cubicBezTo>
                <ns1:cubicBezTo>
                  <ns1:pt x="64" y="44"/>
                  <ns1:pt x="64" y="44"/>
                  <ns1:pt x="64" y="44"/>
                </ns1:cubicBezTo>
                <ns1:lnTo>
                  <ns1:pt x="84" y="44"/>
                </ns1:lnTo>
                <ns1:close/>
              </ns1:path>
            </ns1:pathLst>
          </ns1:custGeom>
          <ns1:solidFill>
            <ns1:srgbClr val="010101"/>
          </ns1:solidFill>
          <ns1:ln>
            <ns1:noFill/>
          </ns1:ln>
          <ns1:extLst>
            <ns1:ext uri="{91240B29-F687-4F45-9708-019B960494DF}">
              <ns2:hiddenLine w="9525">
                <ns1:solidFill>
                  <ns1:srgbClr val="000000"/>
                </ns1:solidFill>
                <ns1:round/>
                <ns1:headEnd/>
                <ns1:tailEnd/>
              </ns2:hiddenLine>
            </ns1:ext>
          </ns1:extLst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en-US" sz="2700"/>
          </ns1:p>
        </ns0:txBody>
      </ns0:sp>
      <ns0:sp>
        <ns0:nvSpPr>
          <ns0:cNvPr id="84" name="Freeform 82"/>
          <ns0:cNvSpPr>
            <ns1:spLocks noEditPoints="1"/>
          </ns0:cNvSpPr>
          <ns0:nvPr/>
        </ns0:nvSpPr>
        <ns0:spPr bwMode="auto">
          <ns1:xfrm>
            <ns1:off x="9459914" y="1374777"/>
            <ns1:ext cx="360363" cy="360363"/>
          </ns1:xfrm>
          <ns1:custGeom>
            <ns1:avLst/>
            <ns1:gdLst>
              <ns1:gd name="T0" fmla="*/ 48 w 96"/>
              <ns1:gd name="T1" fmla="*/ 96 h 96"/>
              <ns1:gd name="T2" fmla="*/ 0 w 96"/>
              <ns1:gd name="T3" fmla="*/ 48 h 96"/>
              <ns1:gd name="T4" fmla="*/ 48 w 96"/>
              <ns1:gd name="T5" fmla="*/ 0 h 96"/>
              <ns1:gd name="T6" fmla="*/ 96 w 96"/>
              <ns1:gd name="T7" fmla="*/ 48 h 96"/>
              <ns1:gd name="T8" fmla="*/ 48 w 96"/>
              <ns1:gd name="T9" fmla="*/ 96 h 96"/>
              <ns1:gd name="T10" fmla="*/ 48 w 96"/>
              <ns1:gd name="T11" fmla="*/ 14 h 96"/>
              <ns1:gd name="T12" fmla="*/ 14 w 96"/>
              <ns1:gd name="T13" fmla="*/ 48 h 96"/>
              <ns1:gd name="T14" fmla="*/ 48 w 96"/>
              <ns1:gd name="T15" fmla="*/ 82 h 96"/>
              <ns1:gd name="T16" fmla="*/ 82 w 96"/>
              <ns1:gd name="T17" fmla="*/ 48 h 96"/>
              <ns1:gd name="T18" fmla="*/ 48 w 96"/>
              <ns1:gd name="T19" fmla="*/ 14 h 96"/>
              <ns1:gd name="T20" fmla="*/ 72 w 96"/>
              <ns1:gd name="T21" fmla="*/ 52 h 96"/>
              <ns1:gd name="T22" fmla="*/ 38 w 96"/>
              <ns1:gd name="T23" fmla="*/ 72 h 96"/>
              <ns1:gd name="T24" fmla="*/ 36 w 96"/>
              <ns1:gd name="T25" fmla="*/ 72 h 96"/>
              <ns1:gd name="T26" fmla="*/ 34 w 96"/>
              <ns1:gd name="T27" fmla="*/ 72 h 96"/>
              <ns1:gd name="T28" fmla="*/ 32 w 96"/>
              <ns1:gd name="T29" fmla="*/ 68 h 96"/>
              <ns1:gd name="T30" fmla="*/ 32 w 96"/>
              <ns1:gd name="T31" fmla="*/ 28 h 96"/>
              <ns1:gd name="T32" fmla="*/ 34 w 96"/>
              <ns1:gd name="T33" fmla="*/ 25 h 96"/>
              <ns1:gd name="T34" fmla="*/ 38 w 96"/>
              <ns1:gd name="T35" fmla="*/ 25 h 96"/>
              <ns1:gd name="T36" fmla="*/ 72 w 96"/>
              <ns1:gd name="T37" fmla="*/ 45 h 96"/>
              <ns1:gd name="T38" fmla="*/ 74 w 96"/>
              <ns1:gd name="T39" fmla="*/ 48 h 96"/>
              <ns1:gd name="T40" fmla="*/ 72 w 96"/>
              <ns1:gd name="T41" fmla="*/ 52 h 96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  <ns1:cxn ang="0">
                <ns1:pos x="T32" y="T33"/>
              </ns1:cxn>
              <ns1:cxn ang="0">
                <ns1:pos x="T34" y="T35"/>
              </ns1:cxn>
              <ns1:cxn ang="0">
                <ns1:pos x="T36" y="T37"/>
              </ns1:cxn>
              <ns1:cxn ang="0">
                <ns1:pos x="T38" y="T39"/>
              </ns1:cxn>
              <ns1:cxn ang="0">
                <ns1:pos x="T40" y="T41"/>
              </ns1:cxn>
            </ns1:cxnLst>
            <ns1:rect l="0" t="0" r="r" b="b"/>
            <ns1:pathLst>
              <ns1:path w="96" h="96">
                <ns1:moveTo>
                  <ns1:pt x="48" y="96"/>
                </ns1:moveTo>
                <ns1:cubicBezTo>
                  <ns1:pt x="22" y="96"/>
                  <ns1:pt x="0" y="75"/>
                  <ns1:pt x="0" y="48"/>
                </ns1:cubicBezTo>
                <ns1:cubicBezTo>
                  <ns1:pt x="0" y="22"/>
                  <ns1:pt x="22" y="0"/>
                  <ns1:pt x="48" y="0"/>
                </ns1:cubicBezTo>
                <ns1:cubicBezTo>
                  <ns1:pt x="74" y="0"/>
                  <ns1:pt x="96" y="22"/>
                  <ns1:pt x="96" y="48"/>
                </ns1:cubicBezTo>
                <ns1:cubicBezTo>
                  <ns1:pt x="96" y="75"/>
                  <ns1:pt x="74" y="96"/>
                  <ns1:pt x="48" y="96"/>
                </ns1:cubicBezTo>
                <ns1:close/>
                <ns1:moveTo>
                  <ns1:pt x="48" y="14"/>
                </ns1:moveTo>
                <ns1:cubicBezTo>
                  <ns1:pt x="29" y="14"/>
                  <ns1:pt x="14" y="30"/>
                  <ns1:pt x="14" y="48"/>
                </ns1:cubicBezTo>
                <ns1:cubicBezTo>
                  <ns1:pt x="14" y="67"/>
                  <ns1:pt x="29" y="82"/>
                  <ns1:pt x="48" y="82"/>
                </ns1:cubicBezTo>
                <ns1:cubicBezTo>
                  <ns1:pt x="67" y="82"/>
                  <ns1:pt x="82" y="67"/>
                  <ns1:pt x="82" y="48"/>
                </ns1:cubicBezTo>
                <ns1:cubicBezTo>
                  <ns1:pt x="82" y="30"/>
                  <ns1:pt x="67" y="14"/>
                  <ns1:pt x="48" y="14"/>
                </ns1:cubicBezTo>
                <ns1:close/>
                <ns1:moveTo>
                  <ns1:pt x="72" y="52"/>
                </ns1:moveTo>
                <ns1:cubicBezTo>
                  <ns1:pt x="38" y="72"/>
                  <ns1:pt x="38" y="72"/>
                  <ns1:pt x="38" y="72"/>
                </ns1:cubicBezTo>
                <ns1:cubicBezTo>
                  <ns1:pt x="37" y="72"/>
                  <ns1:pt x="37" y="72"/>
                  <ns1:pt x="36" y="72"/>
                </ns1:cubicBezTo>
                <ns1:cubicBezTo>
                  <ns1:pt x="35" y="72"/>
                  <ns1:pt x="35" y="72"/>
                  <ns1:pt x="34" y="72"/>
                </ns1:cubicBezTo>
                <ns1:cubicBezTo>
                  <ns1:pt x="33" y="71"/>
                  <ns1:pt x="32" y="70"/>
                  <ns1:pt x="32" y="68"/>
                </ns1:cubicBezTo>
                <ns1:cubicBezTo>
                  <ns1:pt x="32" y="28"/>
                  <ns1:pt x="32" y="28"/>
                  <ns1:pt x="32" y="28"/>
                </ns1:cubicBezTo>
                <ns1:cubicBezTo>
                  <ns1:pt x="32" y="27"/>
                  <ns1:pt x="33" y="26"/>
                  <ns1:pt x="34" y="25"/>
                </ns1:cubicBezTo>
                <ns1:cubicBezTo>
                  <ns1:pt x="35" y="24"/>
                  <ns1:pt x="37" y="24"/>
                  <ns1:pt x="38" y="25"/>
                </ns1:cubicBezTo>
                <ns1:cubicBezTo>
                  <ns1:pt x="72" y="45"/>
                  <ns1:pt x="72" y="45"/>
                  <ns1:pt x="72" y="45"/>
                </ns1:cubicBezTo>
                <ns1:cubicBezTo>
                  <ns1:pt x="73" y="46"/>
                  <ns1:pt x="74" y="47"/>
                  <ns1:pt x="74" y="48"/>
                </ns1:cubicBezTo>
                <ns1:cubicBezTo>
                  <ns1:pt x="74" y="50"/>
                  <ns1:pt x="73" y="51"/>
                  <ns1:pt x="72" y="52"/>
                </ns1:cubicBezTo>
                <ns1:close/>
              </ns1:path>
            </ns1:pathLst>
          </ns1:custGeom>
          <ns1:solidFill>
            <ns1:srgbClr val="010101"/>
          </ns1:solidFill>
          <ns1:ln>
            <ns1:noFill/>
          </ns1:ln>
          <ns1:extLst>
            <ns1:ext uri="{91240B29-F687-4F45-9708-019B960494DF}">
              <ns2:hiddenLine w="9525">
                <ns1:solidFill>
                  <ns1:srgbClr val="000000"/>
                </ns1:solidFill>
                <ns1:round/>
                <ns1:headEnd/>
                <ns1:tailEnd/>
              </ns2:hiddenLine>
            </ns1:ext>
          </ns1:extLst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en-US" sz="2700"/>
          </ns1:p>
        </ns0:txBody>
      </ns0:sp>
      <ns0:sp>
        <ns0:nvSpPr>
          <ns0:cNvPr id="85" name="Freeform 83"/>
          <ns0:cNvSpPr>
            <ns1:spLocks/>
          </ns0:cNvSpPr>
          <ns0:nvPr/>
        </ns0:nvSpPr>
        <ns0:spPr bwMode="auto">
          <ns1:xfrm>
            <ns1:off x="10104439" y="1374777"/>
            <ns1:ext cx="360363" cy="360363"/>
          </ns1:xfrm>
          <ns1:custGeom>
            <ns1:avLst/>
            <ns1:gdLst>
              <ns1:gd name="T0" fmla="*/ 96 w 96"/>
              <ns1:gd name="T1" fmla="*/ 36 h 96"/>
              <ns1:gd name="T2" fmla="*/ 92 w 96"/>
              <ns1:gd name="T3" fmla="*/ 40 h 96"/>
              <ns1:gd name="T4" fmla="*/ 64 w 96"/>
              <ns1:gd name="T5" fmla="*/ 40 h 96"/>
              <ns1:gd name="T6" fmla="*/ 60 w 96"/>
              <ns1:gd name="T7" fmla="*/ 38 h 96"/>
              <ns1:gd name="T8" fmla="*/ 61 w 96"/>
              <ns1:gd name="T9" fmla="*/ 34 h 96"/>
              <ns1:gd name="T10" fmla="*/ 70 w 96"/>
              <ns1:gd name="T11" fmla="*/ 25 h 96"/>
              <ns1:gd name="T12" fmla="*/ 48 w 96"/>
              <ns1:gd name="T13" fmla="*/ 16 h 96"/>
              <ns1:gd name="T14" fmla="*/ 16 w 96"/>
              <ns1:gd name="T15" fmla="*/ 48 h 96"/>
              <ns1:gd name="T16" fmla="*/ 48 w 96"/>
              <ns1:gd name="T17" fmla="*/ 80 h 96"/>
              <ns1:gd name="T18" fmla="*/ 73 w 96"/>
              <ns1:gd name="T19" fmla="*/ 68 h 96"/>
              <ns1:gd name="T20" fmla="*/ 75 w 96"/>
              <ns1:gd name="T21" fmla="*/ 67 h 96"/>
              <ns1:gd name="T22" fmla="*/ 76 w 96"/>
              <ns1:gd name="T23" fmla="*/ 68 h 96"/>
              <ns1:gd name="T24" fmla="*/ 85 w 96"/>
              <ns1:gd name="T25" fmla="*/ 76 h 96"/>
              <ns1:gd name="T26" fmla="*/ 85 w 96"/>
              <ns1:gd name="T27" fmla="*/ 79 h 96"/>
              <ns1:gd name="T28" fmla="*/ 48 w 96"/>
              <ns1:gd name="T29" fmla="*/ 96 h 96"/>
              <ns1:gd name="T30" fmla="*/ 0 w 96"/>
              <ns1:gd name="T31" fmla="*/ 48 h 96"/>
              <ns1:gd name="T32" fmla="*/ 48 w 96"/>
              <ns1:gd name="T33" fmla="*/ 0 h 96"/>
              <ns1:gd name="T34" fmla="*/ 81 w 96"/>
              <ns1:gd name="T35" fmla="*/ 14 h 96"/>
              <ns1:gd name="T36" fmla="*/ 89 w 96"/>
              <ns1:gd name="T37" fmla="*/ 6 h 96"/>
              <ns1:gd name="T38" fmla="*/ 93 w 96"/>
              <ns1:gd name="T39" fmla="*/ 5 h 96"/>
              <ns1:gd name="T40" fmla="*/ 96 w 96"/>
              <ns1:gd name="T41" fmla="*/ 8 h 96"/>
              <ns1:gd name="T42" fmla="*/ 96 w 96"/>
              <ns1:gd name="T43" fmla="*/ 36 h 96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  <ns1:cxn ang="0">
                <ns1:pos x="T32" y="T33"/>
              </ns1:cxn>
              <ns1:cxn ang="0">
                <ns1:pos x="T34" y="T35"/>
              </ns1:cxn>
              <ns1:cxn ang="0">
                <ns1:pos x="T36" y="T37"/>
              </ns1:cxn>
              <ns1:cxn ang="0">
                <ns1:pos x="T38" y="T39"/>
              </ns1:cxn>
              <ns1:cxn ang="0">
                <ns1:pos x="T40" y="T41"/>
              </ns1:cxn>
              <ns1:cxn ang="0">
                <ns1:pos x="T42" y="T43"/>
              </ns1:cxn>
            </ns1:cxnLst>
            <ns1:rect l="0" t="0" r="r" b="b"/>
            <ns1:pathLst>
              <ns1:path w="96" h="96">
                <ns1:moveTo>
                  <ns1:pt x="96" y="36"/>
                </ns1:moveTo>
                <ns1:cubicBezTo>
                  <ns1:pt x="96" y="39"/>
                  <ns1:pt x="94" y="40"/>
                  <ns1:pt x="92" y="40"/>
                </ns1:cubicBezTo>
                <ns1:cubicBezTo>
                  <ns1:pt x="64" y="40"/>
                  <ns1:pt x="64" y="40"/>
                  <ns1:pt x="64" y="40"/>
                </ns1:cubicBezTo>
                <ns1:cubicBezTo>
                  <ns1:pt x="62" y="40"/>
                  <ns1:pt x="61" y="39"/>
                  <ns1:pt x="60" y="38"/>
                </ns1:cubicBezTo>
                <ns1:cubicBezTo>
                  <ns1:pt x="60" y="36"/>
                  <ns1:pt x="60" y="35"/>
                  <ns1:pt x="61" y="34"/>
                </ns1:cubicBezTo>
                <ns1:cubicBezTo>
                  <ns1:pt x="70" y="25"/>
                  <ns1:pt x="70" y="25"/>
                  <ns1:pt x="70" y="25"/>
                </ns1:cubicBezTo>
                <ns1:cubicBezTo>
                  <ns1:pt x="64" y="20"/>
                  <ns1:pt x="56" y="16"/>
                  <ns1:pt x="48" y="16"/>
                </ns1:cubicBezTo>
                <ns1:cubicBezTo>
                  <ns1:pt x="30" y="16"/>
                  <ns1:pt x="16" y="31"/>
                  <ns1:pt x="16" y="48"/>
                </ns1:cubicBezTo>
                <ns1:cubicBezTo>
                  <ns1:pt x="16" y="66"/>
                  <ns1:pt x="30" y="80"/>
                  <ns1:pt x="48" y="80"/>
                </ns1:cubicBezTo>
                <ns1:cubicBezTo>
                  <ns1:pt x="58" y="80"/>
                  <ns1:pt x="67" y="76"/>
                  <ns1:pt x="73" y="68"/>
                </ns1:cubicBezTo>
                <ns1:cubicBezTo>
                  <ns1:pt x="73" y="68"/>
                  <ns1:pt x="74" y="67"/>
                  <ns1:pt x="75" y="67"/>
                </ns1:cubicBezTo>
                <ns1:cubicBezTo>
                  <ns1:pt x="75" y="67"/>
                  <ns1:pt x="76" y="67"/>
                  <ns1:pt x="76" y="68"/>
                </ns1:cubicBezTo>
                <ns1:cubicBezTo>
                  <ns1:pt x="85" y="76"/>
                  <ns1:pt x="85" y="76"/>
                  <ns1:pt x="85" y="76"/>
                </ns1:cubicBezTo>
                <ns1:cubicBezTo>
                  <ns1:pt x="85" y="77"/>
                  <ns1:pt x="85" y="78"/>
                  <ns1:pt x="85" y="79"/>
                </ns1:cubicBezTo>
                <ns1:cubicBezTo>
                  <ns1:pt x="76" y="90"/>
                  <ns1:pt x="62" y="96"/>
                  <ns1:pt x="48" y="96"/>
                </ns1:cubicBezTo>
                <ns1:cubicBezTo>
                  <ns1:pt x="22" y="96"/>
                  <ns1:pt x="0" y="75"/>
                  <ns1:pt x="0" y="48"/>
                </ns1:cubicBezTo>
                <ns1:cubicBezTo>
                  <ns1:pt x="0" y="22"/>
                  <ns1:pt x="22" y="0"/>
                  <ns1:pt x="48" y="0"/>
                </ns1:cubicBezTo>
                <ns1:cubicBezTo>
                  <ns1:pt x="60" y="0"/>
                  <ns1:pt x="72" y="5"/>
                  <ns1:pt x="81" y="14"/>
                </ns1:cubicBezTo>
                <ns1:cubicBezTo>
                  <ns1:pt x="89" y="6"/>
                  <ns1:pt x="89" y="6"/>
                  <ns1:pt x="89" y="6"/>
                </ns1:cubicBezTo>
                <ns1:cubicBezTo>
                  <ns1:pt x="90" y="4"/>
                  <ns1:pt x="92" y="4"/>
                  <ns1:pt x="93" y="5"/>
                </ns1:cubicBezTo>
                <ns1:cubicBezTo>
                  <ns1:pt x="95" y="5"/>
                  <ns1:pt x="96" y="7"/>
                  <ns1:pt x="96" y="8"/>
                </ns1:cubicBezTo>
                <ns1:lnTo>
                  <ns1:pt x="96" y="36"/>
                </ns1:lnTo>
                <ns1:close/>
              </ns1:path>
            </ns1:pathLst>
          </ns1:custGeom>
          <ns1:solidFill>
            <ns1:srgbClr val="010101"/>
          </ns1:solidFill>
          <ns1:ln>
            <ns1:noFill/>
          </ns1:ln>
          <ns1:extLst>
            <ns1:ext uri="{91240B29-F687-4F45-9708-019B960494DF}">
              <ns2:hiddenLine w="9525">
                <ns1:solidFill>
                  <ns1:srgbClr val="000000"/>
                </ns1:solidFill>
                <ns1:round/>
                <ns1:headEnd/>
                <ns1:tailEnd/>
              </ns2:hiddenLine>
            </ns1:ext>
          </ns1:extLst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en-US" sz="2700"/>
          </ns1:p>
        </ns0:txBody>
      </ns0:sp>
      <ns0:sp>
        <ns0:nvSpPr>
          <ns0:cNvPr id="86" name="Freeform 84"/>
          <ns0:cNvSpPr>
            <ns1:spLocks noEditPoints="1"/>
          </ns0:cNvSpPr>
          <ns0:nvPr/>
        </ns0:nvSpPr>
        <ns0:spPr bwMode="auto">
          <ns1:xfrm>
            <ns1:off x="10706102" y="1344614"/>
            <ns1:ext cx="449263" cy="390525"/>
          </ns1:xfrm>
          <ns1:custGeom>
            <ns1:avLst/>
            <ns1:gdLst>
              <ns1:gd name="T0" fmla="*/ 120 w 120"/>
              <ns1:gd name="T1" fmla="*/ 32 h 104"/>
              <ns1:gd name="T2" fmla="*/ 120 w 120"/>
              <ns1:gd name="T3" fmla="*/ 88 h 104"/>
              <ns1:gd name="T4" fmla="*/ 104 w 120"/>
              <ns1:gd name="T5" fmla="*/ 104 h 104"/>
              <ns1:gd name="T6" fmla="*/ 16 w 120"/>
              <ns1:gd name="T7" fmla="*/ 104 h 104"/>
              <ns1:gd name="T8" fmla="*/ 0 w 120"/>
              <ns1:gd name="T9" fmla="*/ 88 h 104"/>
              <ns1:gd name="T10" fmla="*/ 0 w 120"/>
              <ns1:gd name="T11" fmla="*/ 32 h 104"/>
              <ns1:gd name="T12" fmla="*/ 16 w 120"/>
              <ns1:gd name="T13" fmla="*/ 16 h 104"/>
              <ns1:gd name="T14" fmla="*/ 30 w 120"/>
              <ns1:gd name="T15" fmla="*/ 16 h 104"/>
              <ns1:gd name="T16" fmla="*/ 33 w 120"/>
              <ns1:gd name="T17" fmla="*/ 8 h 104"/>
              <ns1:gd name="T18" fmla="*/ 44 w 120"/>
              <ns1:gd name="T19" fmla="*/ 0 h 104"/>
              <ns1:gd name="T20" fmla="*/ 76 w 120"/>
              <ns1:gd name="T21" fmla="*/ 0 h 104"/>
              <ns1:gd name="T22" fmla="*/ 87 w 120"/>
              <ns1:gd name="T23" fmla="*/ 8 h 104"/>
              <ns1:gd name="T24" fmla="*/ 90 w 120"/>
              <ns1:gd name="T25" fmla="*/ 16 h 104"/>
              <ns1:gd name="T26" fmla="*/ 104 w 120"/>
              <ns1:gd name="T27" fmla="*/ 16 h 104"/>
              <ns1:gd name="T28" fmla="*/ 120 w 120"/>
              <ns1:gd name="T29" fmla="*/ 32 h 104"/>
              <ns1:gd name="T30" fmla="*/ 88 w 120"/>
              <ns1:gd name="T31" fmla="*/ 60 h 104"/>
              <ns1:gd name="T32" fmla="*/ 60 w 120"/>
              <ns1:gd name="T33" fmla="*/ 32 h 104"/>
              <ns1:gd name="T34" fmla="*/ 32 w 120"/>
              <ns1:gd name="T35" fmla="*/ 60 h 104"/>
              <ns1:gd name="T36" fmla="*/ 60 w 120"/>
              <ns1:gd name="T37" fmla="*/ 88 h 104"/>
              <ns1:gd name="T38" fmla="*/ 88 w 120"/>
              <ns1:gd name="T39" fmla="*/ 60 h 104"/>
              <ns1:gd name="T40" fmla="*/ 78 w 120"/>
              <ns1:gd name="T41" fmla="*/ 60 h 104"/>
              <ns1:gd name="T42" fmla="*/ 60 w 120"/>
              <ns1:gd name="T43" fmla="*/ 78 h 104"/>
              <ns1:gd name="T44" fmla="*/ 42 w 120"/>
              <ns1:gd name="T45" fmla="*/ 60 h 104"/>
              <ns1:gd name="T46" fmla="*/ 60 w 120"/>
              <ns1:gd name="T47" fmla="*/ 42 h 104"/>
              <ns1:gd name="T48" fmla="*/ 78 w 120"/>
              <ns1:gd name="T49" fmla="*/ 60 h 104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  <ns1:cxn ang="0">
                <ns1:pos x="T32" y="T33"/>
              </ns1:cxn>
              <ns1:cxn ang="0">
                <ns1:pos x="T34" y="T35"/>
              </ns1:cxn>
              <ns1:cxn ang="0">
                <ns1:pos x="T36" y="T37"/>
              </ns1:cxn>
              <ns1:cxn ang="0">
                <ns1:pos x="T38" y="T39"/>
              </ns1:cxn>
              <ns1:cxn ang="0">
                <ns1:pos x="T40" y="T41"/>
              </ns1:cxn>
              <ns1:cxn ang="0">
                <ns1:pos x="T42" y="T43"/>
              </ns1:cxn>
              <ns1:cxn ang="0">
                <ns1:pos x="T44" y="T45"/>
              </ns1:cxn>
              <ns1:cxn ang="0">
                <ns1:pos x="T46" y="T47"/>
              </ns1:cxn>
              <ns1:cxn ang="0">
                <ns1:pos x="T48" y="T49"/>
              </ns1:cxn>
            </ns1:cxnLst>
            <ns1:rect l="0" t="0" r="r" b="b"/>
            <ns1:pathLst>
              <ns1:path w="120" h="104">
                <ns1:moveTo>
                  <ns1:pt x="120" y="32"/>
                </ns1:moveTo>
                <ns1:cubicBezTo>
                  <ns1:pt x="120" y="88"/>
                  <ns1:pt x="120" y="88"/>
                  <ns1:pt x="120" y="88"/>
                </ns1:cubicBezTo>
                <ns1:cubicBezTo>
                  <ns1:pt x="120" y="97"/>
                  <ns1:pt x="113" y="104"/>
                  <ns1:pt x="104" y="104"/>
                </ns1:cubicBezTo>
                <ns1:cubicBezTo>
                  <ns1:pt x="16" y="104"/>
                  <ns1:pt x="16" y="104"/>
                  <ns1:pt x="16" y="104"/>
                </ns1:cubicBezTo>
                <ns1:cubicBezTo>
                  <ns1:pt x="7" y="104"/>
                  <ns1:pt x="0" y="97"/>
                  <ns1:pt x="0" y="88"/>
                </ns1:cubicBezTo>
                <ns1:cubicBezTo>
                  <ns1:pt x="0" y="32"/>
                  <ns1:pt x="0" y="32"/>
                  <ns1:pt x="0" y="32"/>
                </ns1:cubicBezTo>
                <ns1:cubicBezTo>
                  <ns1:pt x="0" y="24"/>
                  <ns1:pt x="7" y="16"/>
                  <ns1:pt x="16" y="16"/>
                </ns1:cubicBezTo>
                <ns1:cubicBezTo>
                  <ns1:pt x="30" y="16"/>
                  <ns1:pt x="30" y="16"/>
                  <ns1:pt x="30" y="16"/>
                </ns1:cubicBezTo>
                <ns1:cubicBezTo>
                  <ns1:pt x="33" y="8"/>
                  <ns1:pt x="33" y="8"/>
                  <ns1:pt x="33" y="8"/>
                </ns1:cubicBezTo>
                <ns1:cubicBezTo>
                  <ns1:pt x="35" y="4"/>
                  <ns1:pt x="39" y="0"/>
                  <ns1:pt x="44" y="0"/>
                </ns1:cubicBezTo>
                <ns1:cubicBezTo>
                  <ns1:pt x="76" y="0"/>
                  <ns1:pt x="76" y="0"/>
                  <ns1:pt x="76" y="0"/>
                </ns1:cubicBezTo>
                <ns1:cubicBezTo>
                  <ns1:pt x="80" y="0"/>
                  <ns1:pt x="85" y="4"/>
                  <ns1:pt x="87" y="8"/>
                </ns1:cubicBezTo>
                <ns1:cubicBezTo>
                  <ns1:pt x="90" y="16"/>
                  <ns1:pt x="90" y="16"/>
                  <ns1:pt x="90" y="16"/>
                </ns1:cubicBezTo>
                <ns1:cubicBezTo>
                  <ns1:pt x="104" y="16"/>
                  <ns1:pt x="104" y="16"/>
                  <ns1:pt x="104" y="16"/>
                </ns1:cubicBezTo>
                <ns1:cubicBezTo>
                  <ns1:pt x="113" y="16"/>
                  <ns1:pt x="120" y="24"/>
                  <ns1:pt x="120" y="32"/>
                </ns1:cubicBezTo>
                <ns1:close/>
                <ns1:moveTo>
                  <ns1:pt x="88" y="60"/>
                </ns1:moveTo>
                <ns1:cubicBezTo>
                  <ns1:pt x="88" y="45"/>
                  <ns1:pt x="75" y="32"/>
                  <ns1:pt x="60" y="32"/>
                </ns1:cubicBezTo>
                <ns1:cubicBezTo>
                  <ns1:pt x="44" y="32"/>
                  <ns1:pt x="32" y="45"/>
                  <ns1:pt x="32" y="60"/>
                </ns1:cubicBezTo>
                <ns1:cubicBezTo>
                  <ns1:pt x="32" y="76"/>
                  <ns1:pt x="44" y="88"/>
                  <ns1:pt x="60" y="88"/>
                </ns1:cubicBezTo>
                <ns1:cubicBezTo>
                  <ns1:pt x="75" y="88"/>
                  <ns1:pt x="88" y="76"/>
                  <ns1:pt x="88" y="60"/>
                </ns1:cubicBezTo>
                <ns1:close/>
                <ns1:moveTo>
                  <ns1:pt x="78" y="60"/>
                </ns1:moveTo>
                <ns1:cubicBezTo>
                  <ns1:pt x="78" y="70"/>
                  <ns1:pt x="70" y="78"/>
                  <ns1:pt x="60" y="78"/>
                </ns1:cubicBezTo>
                <ns1:cubicBezTo>
                  <ns1:pt x="50" y="78"/>
                  <ns1:pt x="42" y="70"/>
                  <ns1:pt x="42" y="60"/>
                </ns1:cubicBezTo>
                <ns1:cubicBezTo>
                  <ns1:pt x="42" y="50"/>
                  <ns1:pt x="50" y="42"/>
                  <ns1:pt x="60" y="42"/>
                </ns1:cubicBezTo>
                <ns1:cubicBezTo>
                  <ns1:pt x="70" y="42"/>
                  <ns1:pt x="78" y="50"/>
                  <ns1:pt x="78" y="60"/>
                </ns1:cubicBezTo>
                <ns1:close/>
              </ns1:path>
            </ns1:pathLst>
          </ns1:custGeom>
          <ns1:solidFill>
            <ns1:srgbClr val="010101"/>
          </ns1:solidFill>
          <ns1:ln>
            <ns1:noFill/>
          </ns1:ln>
          <ns1:extLst>
            <ns1:ext uri="{91240B29-F687-4F45-9708-019B960494DF}">
              <ns2:hiddenLine w="9525">
                <ns1:solidFill>
                  <ns1:srgbClr val="000000"/>
                </ns1:solidFill>
                <ns1:round/>
                <ns1:headEnd/>
                <ns1:tailEnd/>
              </ns2:hiddenLine>
            </ns1:ext>
          </ns1:extLst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en-US" sz="2700"/>
          </ns1:p>
        </ns0:txBody>
      </ns0:sp>
      <ns0:sp>
        <ns0:nvSpPr>
          <ns0:cNvPr id="87" name="Freeform 85"/>
          <ns0:cNvSpPr>
            <ns1:spLocks/>
          </ns0:cNvSpPr>
          <ns0:nvPr/>
        </ns0:nvSpPr>
        <ns0:spPr bwMode="auto">
          <ns1:xfrm>
            <ns1:off x="1039813" y="2152652"/>
            <ns1:ext cx="420688" cy="301625"/>
          </ns1:xfrm>
          <ns1:custGeom>
            <ns1:avLst/>
            <ns1:gdLst>
              <ns1:gd name="T0" fmla="*/ 112 w 112"/>
              <ns1:gd name="T1" fmla="*/ 74 h 80"/>
              <ns1:gd name="T2" fmla="*/ 109 w 112"/>
              <ns1:gd name="T3" fmla="*/ 78 h 80"/>
              <ns1:gd name="T4" fmla="*/ 108 w 112"/>
              <ns1:gd name="T5" fmla="*/ 78 h 80"/>
              <ns1:gd name="T6" fmla="*/ 105 w 112"/>
              <ns1:gd name="T7" fmla="*/ 77 h 80"/>
              <ns1:gd name="T8" fmla="*/ 80 w 112"/>
              <ns1:gd name="T9" fmla="*/ 52 h 80"/>
              <ns1:gd name="T10" fmla="*/ 80 w 112"/>
              <ns1:gd name="T11" fmla="*/ 62 h 80"/>
              <ns1:gd name="T12" fmla="*/ 62 w 112"/>
              <ns1:gd name="T13" fmla="*/ 80 h 80"/>
              <ns1:gd name="T14" fmla="*/ 18 w 112"/>
              <ns1:gd name="T15" fmla="*/ 80 h 80"/>
              <ns1:gd name="T16" fmla="*/ 0 w 112"/>
              <ns1:gd name="T17" fmla="*/ 62 h 80"/>
              <ns1:gd name="T18" fmla="*/ 0 w 112"/>
              <ns1:gd name="T19" fmla="*/ 18 h 80"/>
              <ns1:gd name="T20" fmla="*/ 18 w 112"/>
              <ns1:gd name="T21" fmla="*/ 0 h 80"/>
              <ns1:gd name="T22" fmla="*/ 62 w 112"/>
              <ns1:gd name="T23" fmla="*/ 0 h 80"/>
              <ns1:gd name="T24" fmla="*/ 80 w 112"/>
              <ns1:gd name="T25" fmla="*/ 18 h 80"/>
              <ns1:gd name="T26" fmla="*/ 80 w 112"/>
              <ns1:gd name="T27" fmla="*/ 29 h 80"/>
              <ns1:gd name="T28" fmla="*/ 105 w 112"/>
              <ns1:gd name="T29" fmla="*/ 3 h 80"/>
              <ns1:gd name="T30" fmla="*/ 108 w 112"/>
              <ns1:gd name="T31" fmla="*/ 2 h 80"/>
              <ns1:gd name="T32" fmla="*/ 109 w 112"/>
              <ns1:gd name="T33" fmla="*/ 3 h 80"/>
              <ns1:gd name="T34" fmla="*/ 112 w 112"/>
              <ns1:gd name="T35" fmla="*/ 6 h 80"/>
              <ns1:gd name="T36" fmla="*/ 112 w 112"/>
              <ns1:gd name="T37" fmla="*/ 74 h 80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  <ns1:cxn ang="0">
                <ns1:pos x="T32" y="T33"/>
              </ns1:cxn>
              <ns1:cxn ang="0">
                <ns1:pos x="T34" y="T35"/>
              </ns1:cxn>
              <ns1:cxn ang="0">
                <ns1:pos x="T36" y="T37"/>
              </ns1:cxn>
            </ns1:cxnLst>
            <ns1:rect l="0" t="0" r="r" b="b"/>
            <ns1:pathLst>
              <ns1:path w="112" h="80">
                <ns1:moveTo>
                  <ns1:pt x="112" y="74"/>
                </ns1:moveTo>
                <ns1:cubicBezTo>
                  <ns1:pt x="112" y="76"/>
                  <ns1:pt x="111" y="77"/>
                  <ns1:pt x="109" y="78"/>
                </ns1:cubicBezTo>
                <ns1:cubicBezTo>
                  <ns1:pt x="109" y="78"/>
                  <ns1:pt x="108" y="78"/>
                  <ns1:pt x="108" y="78"/>
                </ns1:cubicBezTo>
                <ns1:cubicBezTo>
                  <ns1:pt x="106" y="78"/>
                  <ns1:pt x="105" y="78"/>
                  <ns1:pt x="105" y="77"/>
                </ns1:cubicBezTo>
                <ns1:cubicBezTo>
                  <ns1:pt x="80" y="52"/>
                  <ns1:pt x="80" y="52"/>
                  <ns1:pt x="80" y="52"/>
                </ns1:cubicBezTo>
                <ns1:cubicBezTo>
                  <ns1:pt x="80" y="62"/>
                  <ns1:pt x="80" y="62"/>
                  <ns1:pt x="80" y="62"/>
                </ns1:cubicBezTo>
                <ns1:cubicBezTo>
                  <ns1:pt x="80" y="72"/>
                  <ns1:pt x="72" y="80"/>
                  <ns1:pt x="62" y="80"/>
                </ns1:cubicBezTo>
                <ns1:cubicBezTo>
                  <ns1:pt x="18" y="80"/>
                  <ns1:pt x="18" y="80"/>
                  <ns1:pt x="18" y="80"/>
                </ns1:cubicBezTo>
                <ns1:cubicBezTo>
                  <ns1:pt x="8" y="80"/>
                  <ns1:pt x="0" y="72"/>
                  <ns1:pt x="0" y="62"/>
                </ns1:cubicBezTo>
                <ns1:cubicBezTo>
                  <ns1:pt x="0" y="18"/>
                  <ns1:pt x="0" y="18"/>
                  <ns1:pt x="0" y="18"/>
                </ns1:cubicBezTo>
                <ns1:cubicBezTo>
                  <ns1:pt x="0" y="8"/>
                  <ns1:pt x="8" y="0"/>
                  <ns1:pt x="18" y="0"/>
                </ns1:cubicBezTo>
                <ns1:cubicBezTo>
                  <ns1:pt x="62" y="0"/>
                  <ns1:pt x="62" y="0"/>
                  <ns1:pt x="62" y="0"/>
                </ns1:cubicBezTo>
                <ns1:cubicBezTo>
                  <ns1:pt x="72" y="0"/>
                  <ns1:pt x="80" y="8"/>
                  <ns1:pt x="80" y="18"/>
                </ns1:cubicBezTo>
                <ns1:cubicBezTo>
                  <ns1:pt x="80" y="29"/>
                  <ns1:pt x="80" y="29"/>
                  <ns1:pt x="80" y="29"/>
                </ns1:cubicBezTo>
                <ns1:cubicBezTo>
                  <ns1:pt x="105" y="3"/>
                  <ns1:pt x="105" y="3"/>
                  <ns1:pt x="105" y="3"/>
                </ns1:cubicBezTo>
                <ns1:cubicBezTo>
                  <ns1:pt x="105" y="3"/>
                  <ns1:pt x="106" y="2"/>
                  <ns1:pt x="108" y="2"/>
                </ns1:cubicBezTo>
                <ns1:cubicBezTo>
                  <ns1:pt x="108" y="2"/>
                  <ns1:pt x="109" y="2"/>
                  <ns1:pt x="109" y="3"/>
                </ns1:cubicBezTo>
                <ns1:cubicBezTo>
                  <ns1:pt x="111" y="3"/>
                  <ns1:pt x="112" y="5"/>
                  <ns1:pt x="112" y="6"/>
                </ns1:cubicBezTo>
                <ns1:lnTo>
                  <ns1:pt x="112" y="74"/>
                </ns1:lnTo>
                <ns1:close/>
              </ns1:path>
            </ns1:pathLst>
          </ns1:custGeom>
          <ns1:solidFill>
            <ns1:srgbClr val="010101"/>
          </ns1:solidFill>
          <ns1:ln>
            <ns1:noFill/>
          </ns1:ln>
          <ns1:extLst>
            <ns1:ext uri="{91240B29-F687-4F45-9708-019B960494DF}">
              <ns2:hiddenLine w="9525">
                <ns1:solidFill>
                  <ns1:srgbClr val="000000"/>
                </ns1:solidFill>
                <ns1:round/>
                <ns1:headEnd/>
                <ns1:tailEnd/>
              </ns2:hiddenLine>
            </ns1:ext>
          </ns1:extLst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en-US" sz="2700"/>
          </ns1:p>
        </ns0:txBody>
      </ns0:sp>
      <ns0:sp>
        <ns0:nvSpPr>
          <ns0:cNvPr id="88" name="Freeform 86"/>
          <ns0:cNvSpPr>
            <ns1:spLocks noEditPoints="1"/>
          </ns0:cNvSpPr>
          <ns0:nvPr/>
        </ns0:nvSpPr>
        <ns0:spPr bwMode="auto">
          <ns1:xfrm>
            <ns1:off x="1716089" y="2122488"/>
            <ns1:ext cx="360363" cy="361950"/>
          </ns1:xfrm>
          <ns1:custGeom>
            <ns1:avLst/>
            <ns1:gdLst>
              <ns1:gd name="T0" fmla="*/ 94 w 96"/>
              <ns1:gd name="T1" fmla="*/ 59 h 96"/>
              <ns1:gd name="T2" fmla="*/ 47 w 96"/>
              <ns1:gd name="T3" fmla="*/ 96 h 96"/>
              <ns1:gd name="T4" fmla="*/ 15 w 96"/>
              <ns1:gd name="T5" fmla="*/ 83 h 96"/>
              <ns1:gd name="T6" fmla="*/ 7 w 96"/>
              <ns1:gd name="T7" fmla="*/ 91 h 96"/>
              <ns1:gd name="T8" fmla="*/ 4 w 96"/>
              <ns1:gd name="T9" fmla="*/ 92 h 96"/>
              <ns1:gd name="T10" fmla="*/ 0 w 96"/>
              <ns1:gd name="T11" fmla="*/ 88 h 96"/>
              <ns1:gd name="T12" fmla="*/ 0 w 96"/>
              <ns1:gd name="T13" fmla="*/ 60 h 96"/>
              <ns1:gd name="T14" fmla="*/ 4 w 96"/>
              <ns1:gd name="T15" fmla="*/ 56 h 96"/>
              <ns1:gd name="T16" fmla="*/ 32 w 96"/>
              <ns1:gd name="T17" fmla="*/ 56 h 96"/>
              <ns1:gd name="T18" fmla="*/ 36 w 96"/>
              <ns1:gd name="T19" fmla="*/ 60 h 96"/>
              <ns1:gd name="T20" fmla="*/ 34 w 96"/>
              <ns1:gd name="T21" fmla="*/ 63 h 96"/>
              <ns1:gd name="T22" fmla="*/ 26 w 96"/>
              <ns1:gd name="T23" fmla="*/ 72 h 96"/>
              <ns1:gd name="T24" fmla="*/ 48 w 96"/>
              <ns1:gd name="T25" fmla="*/ 80 h 96"/>
              <ns1:gd name="T26" fmla="*/ 75 w 96"/>
              <ns1:gd name="T27" fmla="*/ 65 h 96"/>
              <ns1:gd name="T28" fmla="*/ 78 w 96"/>
              <ns1:gd name="T29" fmla="*/ 58 h 96"/>
              <ns1:gd name="T30" fmla="*/ 80 w 96"/>
              <ns1:gd name="T31" fmla="*/ 56 h 96"/>
              <ns1:gd name="T32" fmla="*/ 92 w 96"/>
              <ns1:gd name="T33" fmla="*/ 56 h 96"/>
              <ns1:gd name="T34" fmla="*/ 94 w 96"/>
              <ns1:gd name="T35" fmla="*/ 58 h 96"/>
              <ns1:gd name="T36" fmla="*/ 94 w 96"/>
              <ns1:gd name="T37" fmla="*/ 59 h 96"/>
              <ns1:gd name="T38" fmla="*/ 96 w 96"/>
              <ns1:gd name="T39" fmla="*/ 36 h 96"/>
              <ns1:gd name="T40" fmla="*/ 92 w 96"/>
              <ns1:gd name="T41" fmla="*/ 40 h 96"/>
              <ns1:gd name="T42" fmla="*/ 64 w 96"/>
              <ns1:gd name="T43" fmla="*/ 40 h 96"/>
              <ns1:gd name="T44" fmla="*/ 60 w 96"/>
              <ns1:gd name="T45" fmla="*/ 36 h 96"/>
              <ns1:gd name="T46" fmla="*/ 61 w 96"/>
              <ns1:gd name="T47" fmla="*/ 33 h 96"/>
              <ns1:gd name="T48" fmla="*/ 69 w 96"/>
              <ns1:gd name="T49" fmla="*/ 25 h 96"/>
              <ns1:gd name="T50" fmla="*/ 48 w 96"/>
              <ns1:gd name="T51" fmla="*/ 16 h 96"/>
              <ns1:gd name="T52" fmla="*/ 20 w 96"/>
              <ns1:gd name="T53" fmla="*/ 31 h 96"/>
              <ns1:gd name="T54" fmla="*/ 17 w 96"/>
              <ns1:gd name="T55" fmla="*/ 39 h 96"/>
              <ns1:gd name="T56" fmla="*/ 15 w 96"/>
              <ns1:gd name="T57" fmla="*/ 40 h 96"/>
              <ns1:gd name="T58" fmla="*/ 3 w 96"/>
              <ns1:gd name="T59" fmla="*/ 40 h 96"/>
              <ns1:gd name="T60" fmla="*/ 1 w 96"/>
              <ns1:gd name="T61" fmla="*/ 38 h 96"/>
              <ns1:gd name="T62" fmla="*/ 1 w 96"/>
              <ns1:gd name="T63" fmla="*/ 38 h 96"/>
              <ns1:gd name="T64" fmla="*/ 48 w 96"/>
              <ns1:gd name="T65" fmla="*/ 0 h 96"/>
              <ns1:gd name="T66" fmla="*/ 81 w 96"/>
              <ns1:gd name="T67" fmla="*/ 14 h 96"/>
              <ns1:gd name="T68" fmla="*/ 89 w 96"/>
              <ns1:gd name="T69" fmla="*/ 5 h 96"/>
              <ns1:gd name="T70" fmla="*/ 92 w 96"/>
              <ns1:gd name="T71" fmla="*/ 4 h 96"/>
              <ns1:gd name="T72" fmla="*/ 96 w 96"/>
              <ns1:gd name="T73" fmla="*/ 8 h 96"/>
              <ns1:gd name="T74" fmla="*/ 96 w 96"/>
              <ns1:gd name="T75" fmla="*/ 36 h 96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  <ns1:cxn ang="0">
                <ns1:pos x="T32" y="T33"/>
              </ns1:cxn>
              <ns1:cxn ang="0">
                <ns1:pos x="T34" y="T35"/>
              </ns1:cxn>
              <ns1:cxn ang="0">
                <ns1:pos x="T36" y="T37"/>
              </ns1:cxn>
              <ns1:cxn ang="0">
                <ns1:pos x="T38" y="T39"/>
              </ns1:cxn>
              <ns1:cxn ang="0">
                <ns1:pos x="T40" y="T41"/>
              </ns1:cxn>
              <ns1:cxn ang="0">
                <ns1:pos x="T42" y="T43"/>
              </ns1:cxn>
              <ns1:cxn ang="0">
                <ns1:pos x="T44" y="T45"/>
              </ns1:cxn>
              <ns1:cxn ang="0">
                <ns1:pos x="T46" y="T47"/>
              </ns1:cxn>
              <ns1:cxn ang="0">
                <ns1:pos x="T48" y="T49"/>
              </ns1:cxn>
              <ns1:cxn ang="0">
                <ns1:pos x="T50" y="T51"/>
              </ns1:cxn>
              <ns1:cxn ang="0">
                <ns1:pos x="T52" y="T53"/>
              </ns1:cxn>
              <ns1:cxn ang="0">
                <ns1:pos x="T54" y="T55"/>
              </ns1:cxn>
              <ns1:cxn ang="0">
                <ns1:pos x="T56" y="T57"/>
              </ns1:cxn>
              <ns1:cxn ang="0">
                <ns1:pos x="T58" y="T59"/>
              </ns1:cxn>
              <ns1:cxn ang="0">
                <ns1:pos x="T60" y="T61"/>
              </ns1:cxn>
              <ns1:cxn ang="0">
                <ns1:pos x="T62" y="T63"/>
              </ns1:cxn>
              <ns1:cxn ang="0">
                <ns1:pos x="T64" y="T65"/>
              </ns1:cxn>
              <ns1:cxn ang="0">
                <ns1:pos x="T66" y="T67"/>
              </ns1:cxn>
              <ns1:cxn ang="0">
                <ns1:pos x="T68" y="T69"/>
              </ns1:cxn>
              <ns1:cxn ang="0">
                <ns1:pos x="T70" y="T71"/>
              </ns1:cxn>
              <ns1:cxn ang="0">
                <ns1:pos x="T72" y="T73"/>
              </ns1:cxn>
              <ns1:cxn ang="0">
                <ns1:pos x="T74" y="T75"/>
              </ns1:cxn>
            </ns1:cxnLst>
            <ns1:rect l="0" t="0" r="r" b="b"/>
            <ns1:pathLst>
              <ns1:path w="96" h="96">
                <ns1:moveTo>
                  <ns1:pt x="94" y="59"/>
                </ns1:moveTo>
                <ns1:cubicBezTo>
                  <ns1:pt x="89" y="81"/>
                  <ns1:pt x="70" y="96"/>
                  <ns1:pt x="47" y="96"/>
                </ns1:cubicBezTo>
                <ns1:cubicBezTo>
                  <ns1:pt x="35" y="96"/>
                  <ns1:pt x="23" y="91"/>
                  <ns1:pt x="15" y="83"/>
                </ns1:cubicBezTo>
                <ns1:cubicBezTo>
                  <ns1:pt x="7" y="91"/>
                  <ns1:pt x="7" y="91"/>
                  <ns1:pt x="7" y="91"/>
                </ns1:cubicBezTo>
                <ns1:cubicBezTo>
                  <ns1:pt x="6" y="92"/>
                  <ns1:pt x="5" y="92"/>
                  <ns1:pt x="4" y="92"/>
                </ns1:cubicBezTo>
                <ns1:cubicBezTo>
                  <ns1:pt x="2" y="92"/>
                  <ns1:pt x="0" y="90"/>
                  <ns1:pt x="0" y="88"/>
                </ns1:cubicBezTo>
                <ns1:cubicBezTo>
                  <ns1:pt x="0" y="60"/>
                  <ns1:pt x="0" y="60"/>
                  <ns1:pt x="0" y="60"/>
                </ns1:cubicBezTo>
                <ns1:cubicBezTo>
                  <ns1:pt x="0" y="58"/>
                  <ns1:pt x="2" y="56"/>
                  <ns1:pt x="4" y="56"/>
                </ns1:cubicBezTo>
                <ns1:cubicBezTo>
                  <ns1:pt x="32" y="56"/>
                  <ns1:pt x="32" y="56"/>
                  <ns1:pt x="32" y="56"/>
                </ns1:cubicBezTo>
                <ns1:cubicBezTo>
                  <ns1:pt x="34" y="56"/>
                  <ns1:pt x="36" y="58"/>
                  <ns1:pt x="36" y="60"/>
                </ns1:cubicBezTo>
                <ns1:cubicBezTo>
                  <ns1:pt x="36" y="61"/>
                  <ns1:pt x="35" y="62"/>
                  <ns1:pt x="34" y="63"/>
                </ns1:cubicBezTo>
                <ns1:cubicBezTo>
                  <ns1:pt x="26" y="72"/>
                  <ns1:pt x="26" y="72"/>
                  <ns1:pt x="26" y="72"/>
                </ns1:cubicBezTo>
                <ns1:cubicBezTo>
                  <ns1:pt x="32" y="77"/>
                  <ns1:pt x="40" y="80"/>
                  <ns1:pt x="48" y="80"/>
                </ns1:cubicBezTo>
                <ns1:cubicBezTo>
                  <ns1:pt x="59" y="80"/>
                  <ns1:pt x="69" y="74"/>
                  <ns1:pt x="75" y="65"/>
                </ns1:cubicBezTo>
                <ns1:cubicBezTo>
                  <ns1:pt x="76" y="63"/>
                  <ns1:pt x="77" y="60"/>
                  <ns1:pt x="78" y="58"/>
                </ns1:cubicBezTo>
                <ns1:cubicBezTo>
                  <ns1:pt x="79" y="57"/>
                  <ns1:pt x="79" y="56"/>
                  <ns1:pt x="80" y="56"/>
                </ns1:cubicBezTo>
                <ns1:cubicBezTo>
                  <ns1:pt x="92" y="56"/>
                  <ns1:pt x="92" y="56"/>
                  <ns1:pt x="92" y="56"/>
                </ns1:cubicBezTo>
                <ns1:cubicBezTo>
                  <ns1:pt x="93" y="56"/>
                  <ns1:pt x="94" y="57"/>
                  <ns1:pt x="94" y="58"/>
                </ns1:cubicBezTo>
                <ns1:cubicBezTo>
                  <ns1:pt x="94" y="58"/>
                  <ns1:pt x="94" y="59"/>
                  <ns1:pt x="94" y="59"/>
                </ns1:cubicBezTo>
                <ns1:close/>
                <ns1:moveTo>
                  <ns1:pt x="96" y="36"/>
                </ns1:moveTo>
                <ns1:cubicBezTo>
                  <ns1:pt x="96" y="38"/>
                  <ns1:pt x="94" y="40"/>
                  <ns1:pt x="92" y="40"/>
                </ns1:cubicBezTo>
                <ns1:cubicBezTo>
                  <ns1:pt x="64" y="40"/>
                  <ns1:pt x="64" y="40"/>
                  <ns1:pt x="64" y="40"/>
                </ns1:cubicBezTo>
                <ns1:cubicBezTo>
                  <ns1:pt x="61" y="40"/>
                  <ns1:pt x="60" y="38"/>
                  <ns1:pt x="60" y="36"/>
                </ns1:cubicBezTo>
                <ns1:cubicBezTo>
                  <ns1:pt x="60" y="35"/>
                  <ns1:pt x="60" y="34"/>
                  <ns1:pt x="61" y="33"/>
                </ns1:cubicBezTo>
                <ns1:cubicBezTo>
                  <ns1:pt x="69" y="25"/>
                  <ns1:pt x="69" y="25"/>
                  <ns1:pt x="69" y="25"/>
                </ns1:cubicBezTo>
                <ns1:cubicBezTo>
                  <ns1:pt x="64" y="19"/>
                  <ns1:pt x="56" y="16"/>
                  <ns1:pt x="48" y="16"/>
                </ns1:cubicBezTo>
                <ns1:cubicBezTo>
                  <ns1:pt x="37" y="16"/>
                  <ns1:pt x="26" y="22"/>
                  <ns1:pt x="20" y="31"/>
                </ns1:cubicBezTo>
                <ns1:cubicBezTo>
                  <ns1:pt x="19" y="34"/>
                  <ns1:pt x="18" y="36"/>
                  <ns1:pt x="17" y="39"/>
                </ns1:cubicBezTo>
                <ns1:cubicBezTo>
                  <ns1:pt x="17" y="40"/>
                  <ns1:pt x="16" y="40"/>
                  <ns1:pt x="15" y="40"/>
                </ns1:cubicBezTo>
                <ns1:cubicBezTo>
                  <ns1:pt x="3" y="40"/>
                  <ns1:pt x="3" y="40"/>
                  <ns1:pt x="3" y="40"/>
                </ns1:cubicBezTo>
                <ns1:cubicBezTo>
                  <ns1:pt x="2" y="40"/>
                  <ns1:pt x="1" y="39"/>
                  <ns1:pt x="1" y="38"/>
                </ns1:cubicBezTo>
                <ns1:cubicBezTo>
                  <ns1:pt x="1" y="38"/>
                  <ns1:pt x="1" y="38"/>
                  <ns1:pt x="1" y="38"/>
                </ns1:cubicBezTo>
                <ns1:cubicBezTo>
                  <ns1:pt x="6" y="16"/>
                  <ns1:pt x="25" y="0"/>
                  <ns1:pt x="48" y="0"/>
                </ns1:cubicBezTo>
                <ns1:cubicBezTo>
                  <ns1:pt x="60" y="0"/>
                  <ns1:pt x="72" y="5"/>
                  <ns1:pt x="81" y="14"/>
                </ns1:cubicBezTo>
                <ns1:cubicBezTo>
                  <ns1:pt x="89" y="5"/>
                  <ns1:pt x="89" y="5"/>
                  <ns1:pt x="89" y="5"/>
                </ns1:cubicBezTo>
                <ns1:cubicBezTo>
                  <ns1:pt x="90" y="5"/>
                  <ns1:pt x="91" y="4"/>
                  <ns1:pt x="92" y="4"/>
                </ns1:cubicBezTo>
                <ns1:cubicBezTo>
                  <ns1:pt x="94" y="4"/>
                  <ns1:pt x="96" y="6"/>
                  <ns1:pt x="96" y="8"/>
                </ns1:cubicBezTo>
                <ns1:lnTo>
                  <ns1:pt x="96" y="36"/>
                </ns1:lnTo>
                <ns1:close/>
              </ns1:path>
            </ns1:pathLst>
          </ns1:custGeom>
          <ns1:solidFill>
            <ns1:srgbClr val="010101"/>
          </ns1:solidFill>
          <ns1:ln>
            <ns1:noFill/>
          </ns1:ln>
          <ns1:extLst>
            <ns1:ext uri="{91240B29-F687-4F45-9708-019B960494DF}">
              <ns2:hiddenLine w="9525">
                <ns1:solidFill>
                  <ns1:srgbClr val="000000"/>
                </ns1:solidFill>
                <ns1:round/>
                <ns1:headEnd/>
                <ns1:tailEnd/>
              </ns2:hiddenLine>
            </ns1:ext>
          </ns1:extLst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en-US" sz="2700"/>
          </ns1:p>
        </ns0:txBody>
      </ns0:sp>
      <ns0:sp>
        <ns0:nvSpPr>
          <ns0:cNvPr id="89" name="Freeform 87"/>
          <ns0:cNvSpPr>
            <ns1:spLocks noEditPoints="1"/>
          </ns0:cNvSpPr>
          <ns0:nvPr/>
        </ns0:nvSpPr>
        <ns0:spPr bwMode="auto">
          <ns1:xfrm>
            <ns1:off x="2330452" y="2122488"/>
            <ns1:ext cx="417513" cy="331788"/>
          </ns1:xfrm>
          <ns1:custGeom>
            <ns1:avLst/>
            <ns1:gdLst>
              <ns1:gd name="T0" fmla="*/ 101 w 111"/>
              <ns1:gd name="T1" fmla="*/ 88 h 88"/>
              <ns1:gd name="T2" fmla="*/ 0 w 111"/>
              <ns1:gd name="T3" fmla="*/ 78 h 88"/>
              <ns1:gd name="T4" fmla="*/ 10 w 111"/>
              <ns1:gd name="T5" fmla="*/ 0 h 88"/>
              <ns1:gd name="T6" fmla="*/ 111 w 111"/>
              <ns1:gd name="T7" fmla="*/ 10 h 88"/>
              <ns1:gd name="T8" fmla="*/ 103 w 111"/>
              <ns1:gd name="T9" fmla="*/ 26 h 88"/>
              <ns1:gd name="T10" fmla="*/ 10 w 111"/>
              <ns1:gd name="T11" fmla="*/ 24 h 88"/>
              <ns1:gd name="T12" fmla="*/ 8 w 111"/>
              <ns1:gd name="T13" fmla="*/ 78 h 88"/>
              <ns1:gd name="T14" fmla="*/ 101 w 111"/>
              <ns1:gd name="T15" fmla="*/ 80 h 88"/>
              <ns1:gd name="T16" fmla="*/ 103 w 111"/>
              <ns1:gd name="T17" fmla="*/ 26 h 88"/>
              <ns1:gd name="T18" fmla="*/ 22 w 111"/>
              <ns1:gd name="T19" fmla="*/ 40 h 88"/>
              <ns1:gd name="T20" fmla="*/ 16 w 111"/>
              <ns1:gd name="T21" fmla="*/ 38 h 88"/>
              <ns1:gd name="T22" fmla="*/ 18 w 111"/>
              <ns1:gd name="T23" fmla="*/ 32 h 88"/>
              <ns1:gd name="T24" fmla="*/ 24 w 111"/>
              <ns1:gd name="T25" fmla="*/ 34 h 88"/>
              <ns1:gd name="T26" fmla="*/ 24 w 111"/>
              <ns1:gd name="T27" fmla="*/ 54 h 88"/>
              <ns1:gd name="T28" fmla="*/ 18 w 111"/>
              <ns1:gd name="T29" fmla="*/ 56 h 88"/>
              <ns1:gd name="T30" fmla="*/ 16 w 111"/>
              <ns1:gd name="T31" fmla="*/ 50 h 88"/>
              <ns1:gd name="T32" fmla="*/ 22 w 111"/>
              <ns1:gd name="T33" fmla="*/ 48 h 88"/>
              <ns1:gd name="T34" fmla="*/ 24 w 111"/>
              <ns1:gd name="T35" fmla="*/ 54 h 88"/>
              <ns1:gd name="T36" fmla="*/ 22 w 111"/>
              <ns1:gd name="T37" fmla="*/ 72 h 88"/>
              <ns1:gd name="T38" fmla="*/ 16 w 111"/>
              <ns1:gd name="T39" fmla="*/ 70 h 88"/>
              <ns1:gd name="T40" fmla="*/ 18 w 111"/>
              <ns1:gd name="T41" fmla="*/ 64 h 88"/>
              <ns1:gd name="T42" fmla="*/ 24 w 111"/>
              <ns1:gd name="T43" fmla="*/ 66 h 88"/>
              <ns1:gd name="T44" fmla="*/ 95 w 111"/>
              <ns1:gd name="T45" fmla="*/ 38 h 88"/>
              <ns1:gd name="T46" fmla="*/ 34 w 111"/>
              <ns1:gd name="T47" fmla="*/ 40 h 88"/>
              <ns1:gd name="T48" fmla="*/ 32 w 111"/>
              <ns1:gd name="T49" fmla="*/ 34 h 88"/>
              <ns1:gd name="T50" fmla="*/ 93 w 111"/>
              <ns1:gd name="T51" fmla="*/ 32 h 88"/>
              <ns1:gd name="T52" fmla="*/ 95 w 111"/>
              <ns1:gd name="T53" fmla="*/ 38 h 88"/>
              <ns1:gd name="T54" fmla="*/ 93 w 111"/>
              <ns1:gd name="T55" fmla="*/ 56 h 88"/>
              <ns1:gd name="T56" fmla="*/ 32 w 111"/>
              <ns1:gd name="T57" fmla="*/ 54 h 88"/>
              <ns1:gd name="T58" fmla="*/ 34 w 111"/>
              <ns1:gd name="T59" fmla="*/ 48 h 88"/>
              <ns1:gd name="T60" fmla="*/ 95 w 111"/>
              <ns1:gd name="T61" fmla="*/ 50 h 88"/>
              <ns1:gd name="T62" fmla="*/ 95 w 111"/>
              <ns1:gd name="T63" fmla="*/ 70 h 88"/>
              <ns1:gd name="T64" fmla="*/ 34 w 111"/>
              <ns1:gd name="T65" fmla="*/ 72 h 88"/>
              <ns1:gd name="T66" fmla="*/ 32 w 111"/>
              <ns1:gd name="T67" fmla="*/ 66 h 88"/>
              <ns1:gd name="T68" fmla="*/ 93 w 111"/>
              <ns1:gd name="T69" fmla="*/ 64 h 88"/>
              <ns1:gd name="T70" fmla="*/ 95 w 111"/>
              <ns1:gd name="T71" fmla="*/ 70 h 88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  <ns1:cxn ang="0">
                <ns1:pos x="T32" y="T33"/>
              </ns1:cxn>
              <ns1:cxn ang="0">
                <ns1:pos x="T34" y="T35"/>
              </ns1:cxn>
              <ns1:cxn ang="0">
                <ns1:pos x="T36" y="T37"/>
              </ns1:cxn>
              <ns1:cxn ang="0">
                <ns1:pos x="T38" y="T39"/>
              </ns1:cxn>
              <ns1:cxn ang="0">
                <ns1:pos x="T40" y="T41"/>
              </ns1:cxn>
              <ns1:cxn ang="0">
                <ns1:pos x="T42" y="T43"/>
              </ns1:cxn>
              <ns1:cxn ang="0">
                <ns1:pos x="T44" y="T45"/>
              </ns1:cxn>
              <ns1:cxn ang="0">
                <ns1:pos x="T46" y="T47"/>
              </ns1:cxn>
              <ns1:cxn ang="0">
                <ns1:pos x="T48" y="T49"/>
              </ns1:cxn>
              <ns1:cxn ang="0">
                <ns1:pos x="T50" y="T51"/>
              </ns1:cxn>
              <ns1:cxn ang="0">
                <ns1:pos x="T52" y="T53"/>
              </ns1:cxn>
              <ns1:cxn ang="0">
                <ns1:pos x="T54" y="T55"/>
              </ns1:cxn>
              <ns1:cxn ang="0">
                <ns1:pos x="T56" y="T57"/>
              </ns1:cxn>
              <ns1:cxn ang="0">
                <ns1:pos x="T58" y="T59"/>
              </ns1:cxn>
              <ns1:cxn ang="0">
                <ns1:pos x="T60" y="T61"/>
              </ns1:cxn>
              <ns1:cxn ang="0">
                <ns1:pos x="T62" y="T63"/>
              </ns1:cxn>
              <ns1:cxn ang="0">
                <ns1:pos x="T64" y="T65"/>
              </ns1:cxn>
              <ns1:cxn ang="0">
                <ns1:pos x="T66" y="T67"/>
              </ns1:cxn>
              <ns1:cxn ang="0">
                <ns1:pos x="T68" y="T69"/>
              </ns1:cxn>
              <ns1:cxn ang="0">
                <ns1:pos x="T70" y="T71"/>
              </ns1:cxn>
            </ns1:cxnLst>
            <ns1:rect l="0" t="0" r="r" b="b"/>
            <ns1:pathLst>
              <ns1:path w="111" h="88">
                <ns1:moveTo>
                  <ns1:pt x="111" y="78"/>
                </ns1:moveTo>
                <ns1:cubicBezTo>
                  <ns1:pt x="111" y="84"/>
                  <ns1:pt x="107" y="88"/>
                  <ns1:pt x="101" y="88"/>
                </ns1:cubicBezTo>
                <ns1:cubicBezTo>
                  <ns1:pt x="10" y="88"/>
                  <ns1:pt x="10" y="88"/>
                  <ns1:pt x="10" y="88"/>
                </ns1:cubicBezTo>
                <ns1:cubicBezTo>
                  <ns1:pt x="4" y="88"/>
                  <ns1:pt x="0" y="84"/>
                  <ns1:pt x="0" y="78"/>
                </ns1:cubicBezTo>
                <ns1:cubicBezTo>
                  <ns1:pt x="0" y="10"/>
                  <ns1:pt x="0" y="10"/>
                  <ns1:pt x="0" y="10"/>
                </ns1:cubicBezTo>
                <ns1:cubicBezTo>
                  <ns1:pt x="0" y="5"/>
                  <ns1:pt x="4" y="0"/>
                  <ns1:pt x="10" y="0"/>
                </ns1:cubicBezTo>
                <ns1:cubicBezTo>
                  <ns1:pt x="101" y="0"/>
                  <ns1:pt x="101" y="0"/>
                  <ns1:pt x="101" y="0"/>
                </ns1:cubicBezTo>
                <ns1:cubicBezTo>
                  <ns1:pt x="107" y="0"/>
                  <ns1:pt x="111" y="5"/>
                  <ns1:pt x="111" y="10"/>
                </ns1:cubicBezTo>
                <ns1:lnTo>
                  <ns1:pt x="111" y="78"/>
                </ns1:lnTo>
                <ns1:close/>
                <ns1:moveTo>
                  <ns1:pt x="103" y="26"/>
                </ns1:moveTo>
                <ns1:cubicBezTo>
                  <ns1:pt x="103" y="25"/>
                  <ns1:pt x="103" y="24"/>
                  <ns1:pt x="101" y="24"/>
                </ns1:cubicBezTo>
                <ns1:cubicBezTo>
                  <ns1:pt x="10" y="24"/>
                  <ns1:pt x="10" y="24"/>
                  <ns1:pt x="10" y="24"/>
                </ns1:cubicBezTo>
                <ns1:cubicBezTo>
                  <ns1:pt x="8" y="24"/>
                  <ns1:pt x="8" y="25"/>
                  <ns1:pt x="8" y="26"/>
                </ns1:cubicBezTo>
                <ns1:cubicBezTo>
                  <ns1:pt x="8" y="78"/>
                  <ns1:pt x="8" y="78"/>
                  <ns1:pt x="8" y="78"/>
                </ns1:cubicBezTo>
                <ns1:cubicBezTo>
                  <ns1:pt x="8" y="79"/>
                  <ns1:pt x="8" y="80"/>
                  <ns1:pt x="10" y="80"/>
                </ns1:cubicBezTo>
                <ns1:cubicBezTo>
                  <ns1:pt x="101" y="80"/>
                  <ns1:pt x="101" y="80"/>
                  <ns1:pt x="101" y="80"/>
                </ns1:cubicBezTo>
                <ns1:cubicBezTo>
                  <ns1:pt x="103" y="80"/>
                  <ns1:pt x="103" y="79"/>
                  <ns1:pt x="103" y="78"/>
                </ns1:cubicBezTo>
                <ns1:lnTo>
                  <ns1:pt x="103" y="26"/>
                </ns1:lnTo>
                <ns1:close/>
                <ns1:moveTo>
                  <ns1:pt x="24" y="38"/>
                </ns1:moveTo>
                <ns1:cubicBezTo>
                  <ns1:pt x="24" y="39"/>
                  <ns1:pt x="23" y="40"/>
                  <ns1:pt x="22" y="40"/>
                </ns1:cubicBezTo>
                <ns1:cubicBezTo>
                  <ns1:pt x="18" y="40"/>
                  <ns1:pt x="18" y="40"/>
                  <ns1:pt x="18" y="40"/>
                </ns1:cubicBezTo>
                <ns1:cubicBezTo>
                  <ns1:pt x="16" y="40"/>
                  <ns1:pt x="16" y="39"/>
                  <ns1:pt x="16" y="38"/>
                </ns1:cubicBezTo>
                <ns1:cubicBezTo>
                  <ns1:pt x="16" y="34"/>
                  <ns1:pt x="16" y="34"/>
                  <ns1:pt x="16" y="34"/>
                </ns1:cubicBezTo>
                <ns1:cubicBezTo>
                  <ns1:pt x="16" y="33"/>
                  <ns1:pt x="16" y="32"/>
                  <ns1:pt x="18" y="32"/>
                </ns1:cubicBezTo>
                <ns1:cubicBezTo>
                  <ns1:pt x="22" y="32"/>
                  <ns1:pt x="22" y="32"/>
                  <ns1:pt x="22" y="32"/>
                </ns1:cubicBezTo>
                <ns1:cubicBezTo>
                  <ns1:pt x="23" y="32"/>
                  <ns1:pt x="24" y="33"/>
                  <ns1:pt x="24" y="34"/>
                </ns1:cubicBezTo>
                <ns1:lnTo>
                  <ns1:pt x="24" y="38"/>
                </ns1:lnTo>
                <ns1:close/>
                <ns1:moveTo>
                  <ns1:pt x="24" y="54"/>
                </ns1:moveTo>
                <ns1:cubicBezTo>
                  <ns1:pt x="24" y="55"/>
                  <ns1:pt x="23" y="56"/>
                  <ns1:pt x="22" y="56"/>
                </ns1:cubicBezTo>
                <ns1:cubicBezTo>
                  <ns1:pt x="18" y="56"/>
                  <ns1:pt x="18" y="56"/>
                  <ns1:pt x="18" y="56"/>
                </ns1:cubicBezTo>
                <ns1:cubicBezTo>
                  <ns1:pt x="16" y="56"/>
                  <ns1:pt x="16" y="55"/>
                  <ns1:pt x="16" y="54"/>
                </ns1:cubicBezTo>
                <ns1:cubicBezTo>
                  <ns1:pt x="16" y="50"/>
                  <ns1:pt x="16" y="50"/>
                  <ns1:pt x="16" y="50"/>
                </ns1:cubicBezTo>
                <ns1:cubicBezTo>
                  <ns1:pt x="16" y="49"/>
                  <ns1:pt x="16" y="48"/>
                  <ns1:pt x="18" y="48"/>
                </ns1:cubicBezTo>
                <ns1:cubicBezTo>
                  <ns1:pt x="22" y="48"/>
                  <ns1:pt x="22" y="48"/>
                  <ns1:pt x="22" y="48"/>
                </ns1:cubicBezTo>
                <ns1:cubicBezTo>
                  <ns1:pt x="23" y="48"/>
                  <ns1:pt x="24" y="49"/>
                  <ns1:pt x="24" y="50"/>
                </ns1:cubicBezTo>
                <ns1:lnTo>
                  <ns1:pt x="24" y="54"/>
                </ns1:lnTo>
                <ns1:close/>
                <ns1:moveTo>
                  <ns1:pt x="24" y="70"/>
                </ns1:moveTo>
                <ns1:cubicBezTo>
                  <ns1:pt x="24" y="71"/>
                  <ns1:pt x="23" y="72"/>
                  <ns1:pt x="22" y="72"/>
                </ns1:cubicBezTo>
                <ns1:cubicBezTo>
                  <ns1:pt x="18" y="72"/>
                  <ns1:pt x="18" y="72"/>
                  <ns1:pt x="18" y="72"/>
                </ns1:cubicBezTo>
                <ns1:cubicBezTo>
                  <ns1:pt x="16" y="72"/>
                  <ns1:pt x="16" y="71"/>
                  <ns1:pt x="16" y="70"/>
                </ns1:cubicBezTo>
                <ns1:cubicBezTo>
                  <ns1:pt x="16" y="66"/>
                  <ns1:pt x="16" y="66"/>
                  <ns1:pt x="16" y="66"/>
                </ns1:cubicBezTo>
                <ns1:cubicBezTo>
                  <ns1:pt x="16" y="65"/>
                  <ns1:pt x="16" y="64"/>
                  <ns1:pt x="18" y="64"/>
                </ns1:cubicBezTo>
                <ns1:cubicBezTo>
                  <ns1:pt x="22" y="64"/>
                  <ns1:pt x="22" y="64"/>
                  <ns1:pt x="22" y="64"/>
                </ns1:cubicBezTo>
                <ns1:cubicBezTo>
                  <ns1:pt x="23" y="64"/>
                  <ns1:pt x="24" y="65"/>
                  <ns1:pt x="24" y="66"/>
                </ns1:cubicBezTo>
                <ns1:lnTo>
                  <ns1:pt x="24" y="70"/>
                </ns1:lnTo>
                <ns1:close/>
                <ns1:moveTo>
                  <ns1:pt x="95" y="38"/>
                </ns1:moveTo>
                <ns1:cubicBezTo>
                  <ns1:pt x="95" y="39"/>
                  <ns1:pt x="95" y="40"/>
                  <ns1:pt x="93" y="40"/>
                </ns1:cubicBezTo>
                <ns1:cubicBezTo>
                  <ns1:pt x="34" y="40"/>
                  <ns1:pt x="34" y="40"/>
                  <ns1:pt x="34" y="40"/>
                </ns1:cubicBezTo>
                <ns1:cubicBezTo>
                  <ns1:pt x="32" y="40"/>
                  <ns1:pt x="32" y="39"/>
                  <ns1:pt x="32" y="38"/>
                </ns1:cubicBezTo>
                <ns1:cubicBezTo>
                  <ns1:pt x="32" y="34"/>
                  <ns1:pt x="32" y="34"/>
                  <ns1:pt x="32" y="34"/>
                </ns1:cubicBezTo>
                <ns1:cubicBezTo>
                  <ns1:pt x="32" y="33"/>
                  <ns1:pt x="32" y="32"/>
                  <ns1:pt x="34" y="32"/>
                </ns1:cubicBezTo>
                <ns1:cubicBezTo>
                  <ns1:pt x="93" y="32"/>
                  <ns1:pt x="93" y="32"/>
                  <ns1:pt x="93" y="32"/>
                </ns1:cubicBezTo>
                <ns1:cubicBezTo>
                  <ns1:pt x="95" y="32"/>
                  <ns1:pt x="95" y="33"/>
                  <ns1:pt x="95" y="34"/>
                </ns1:cubicBezTo>
                <ns1:lnTo>
                  <ns1:pt x="95" y="38"/>
                </ns1:lnTo>
                <ns1:close/>
                <ns1:moveTo>
                  <ns1:pt x="95" y="54"/>
                </ns1:moveTo>
                <ns1:cubicBezTo>
                  <ns1:pt x="95" y="55"/>
                  <ns1:pt x="95" y="56"/>
                  <ns1:pt x="93" y="56"/>
                </ns1:cubicBezTo>
                <ns1:cubicBezTo>
                  <ns1:pt x="34" y="56"/>
                  <ns1:pt x="34" y="56"/>
                  <ns1:pt x="34" y="56"/>
                </ns1:cubicBezTo>
                <ns1:cubicBezTo>
                  <ns1:pt x="32" y="56"/>
                  <ns1:pt x="32" y="55"/>
                  <ns1:pt x="32" y="54"/>
                </ns1:cubicBezTo>
                <ns1:cubicBezTo>
                  <ns1:pt x="32" y="50"/>
                  <ns1:pt x="32" y="50"/>
                  <ns1:pt x="32" y="50"/>
                </ns1:cubicBezTo>
                <ns1:cubicBezTo>
                  <ns1:pt x="32" y="49"/>
                  <ns1:pt x="32" y="48"/>
                  <ns1:pt x="34" y="48"/>
                </ns1:cubicBezTo>
                <ns1:cubicBezTo>
                  <ns1:pt x="93" y="48"/>
                  <ns1:pt x="93" y="48"/>
                  <ns1:pt x="93" y="48"/>
                </ns1:cubicBezTo>
                <ns1:cubicBezTo>
                  <ns1:pt x="95" y="48"/>
                  <ns1:pt x="95" y="49"/>
                  <ns1:pt x="95" y="50"/>
                </ns1:cubicBezTo>
                <ns1:lnTo>
                  <ns1:pt x="95" y="54"/>
                </ns1:lnTo>
                <ns1:close/>
                <ns1:moveTo>
                  <ns1:pt x="95" y="70"/>
                </ns1:moveTo>
                <ns1:cubicBezTo>
                  <ns1:pt x="95" y="71"/>
                  <ns1:pt x="95" y="72"/>
                  <ns1:pt x="93" y="72"/>
                </ns1:cubicBezTo>
                <ns1:cubicBezTo>
                  <ns1:pt x="34" y="72"/>
                  <ns1:pt x="34" y="72"/>
                  <ns1:pt x="34" y="72"/>
                </ns1:cubicBezTo>
                <ns1:cubicBezTo>
                  <ns1:pt x="32" y="72"/>
                  <ns1:pt x="32" y="71"/>
                  <ns1:pt x="32" y="70"/>
                </ns1:cubicBezTo>
                <ns1:cubicBezTo>
                  <ns1:pt x="32" y="66"/>
                  <ns1:pt x="32" y="66"/>
                  <ns1:pt x="32" y="66"/>
                </ns1:cubicBezTo>
                <ns1:cubicBezTo>
                  <ns1:pt x="32" y="65"/>
                  <ns1:pt x="32" y="64"/>
                  <ns1:pt x="34" y="64"/>
                </ns1:cubicBezTo>
                <ns1:cubicBezTo>
                  <ns1:pt x="93" y="64"/>
                  <ns1:pt x="93" y="64"/>
                  <ns1:pt x="93" y="64"/>
                </ns1:cubicBezTo>
                <ns1:cubicBezTo>
                  <ns1:pt x="95" y="64"/>
                  <ns1:pt x="95" y="65"/>
                  <ns1:pt x="95" y="66"/>
                </ns1:cubicBezTo>
                <ns1:lnTo>
                  <ns1:pt x="95" y="70"/>
                </ns1:lnTo>
                <ns1:close/>
              </ns1:path>
            </ns1:pathLst>
          </ns1:custGeom>
          <ns1:solidFill>
            <ns1:srgbClr val="010101"/>
          </ns1:solidFill>
          <ns1:ln>
            <ns1:noFill/>
          </ns1:ln>
          <ns1:extLst>
            <ns1:ext uri="{91240B29-F687-4F45-9708-019B960494DF}">
              <ns2:hiddenLine w="9525">
                <ns1:solidFill>
                  <ns1:srgbClr val="000000"/>
                </ns1:solidFill>
                <ns1:round/>
                <ns1:headEnd/>
                <ns1:tailEnd/>
              </ns2:hiddenLine>
            </ns1:ext>
          </ns1:extLst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en-US" sz="2700"/>
          </ns1:p>
        </ns0:txBody>
      </ns0:sp>
      <ns0:sp>
        <ns0:nvSpPr>
          <ns0:cNvPr id="90" name="Freeform 88"/>
          <ns0:cNvSpPr>
            <ns1:spLocks noEditPoints="1"/>
          </ns0:cNvSpPr>
          <ns0:nvPr/>
        </ns0:nvSpPr>
        <ns0:spPr bwMode="auto">
          <ns1:xfrm>
            <ns1:off x="3051177" y="2122488"/>
            <ns1:ext cx="271463" cy="331788"/>
          </ns1:xfrm>
          <ns1:custGeom>
            <ns1:avLst/>
            <ns1:gdLst>
              <ns1:gd name="T0" fmla="*/ 72 w 72"/>
              <ns1:gd name="T1" fmla="*/ 82 h 88"/>
              <ns1:gd name="T2" fmla="*/ 66 w 72"/>
              <ns1:gd name="T3" fmla="*/ 88 h 88"/>
              <ns1:gd name="T4" fmla="*/ 6 w 72"/>
              <ns1:gd name="T5" fmla="*/ 88 h 88"/>
              <ns1:gd name="T6" fmla="*/ 0 w 72"/>
              <ns1:gd name="T7" fmla="*/ 82 h 88"/>
              <ns1:gd name="T8" fmla="*/ 0 w 72"/>
              <ns1:gd name="T9" fmla="*/ 46 h 88"/>
              <ns1:gd name="T10" fmla="*/ 6 w 72"/>
              <ns1:gd name="T11" fmla="*/ 40 h 88"/>
              <ns1:gd name="T12" fmla="*/ 8 w 72"/>
              <ns1:gd name="T13" fmla="*/ 40 h 88"/>
              <ns1:gd name="T14" fmla="*/ 8 w 72"/>
              <ns1:gd name="T15" fmla="*/ 28 h 88"/>
              <ns1:gd name="T16" fmla="*/ 36 w 72"/>
              <ns1:gd name="T17" fmla="*/ 0 h 88"/>
              <ns1:gd name="T18" fmla="*/ 64 w 72"/>
              <ns1:gd name="T19" fmla="*/ 28 h 88"/>
              <ns1:gd name="T20" fmla="*/ 64 w 72"/>
              <ns1:gd name="T21" fmla="*/ 40 h 88"/>
              <ns1:gd name="T22" fmla="*/ 66 w 72"/>
              <ns1:gd name="T23" fmla="*/ 40 h 88"/>
              <ns1:gd name="T24" fmla="*/ 72 w 72"/>
              <ns1:gd name="T25" fmla="*/ 46 h 88"/>
              <ns1:gd name="T26" fmla="*/ 72 w 72"/>
              <ns1:gd name="T27" fmla="*/ 82 h 88"/>
              <ns1:gd name="T28" fmla="*/ 52 w 72"/>
              <ns1:gd name="T29" fmla="*/ 40 h 88"/>
              <ns1:gd name="T30" fmla="*/ 52 w 72"/>
              <ns1:gd name="T31" fmla="*/ 28 h 88"/>
              <ns1:gd name="T32" fmla="*/ 36 w 72"/>
              <ns1:gd name="T33" fmla="*/ 12 h 88"/>
              <ns1:gd name="T34" fmla="*/ 20 w 72"/>
              <ns1:gd name="T35" fmla="*/ 28 h 88"/>
              <ns1:gd name="T36" fmla="*/ 20 w 72"/>
              <ns1:gd name="T37" fmla="*/ 40 h 88"/>
              <ns1:gd name="T38" fmla="*/ 52 w 72"/>
              <ns1:gd name="T39" fmla="*/ 40 h 88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  <ns1:cxn ang="0">
                <ns1:pos x="T32" y="T33"/>
              </ns1:cxn>
              <ns1:cxn ang="0">
                <ns1:pos x="T34" y="T35"/>
              </ns1:cxn>
              <ns1:cxn ang="0">
                <ns1:pos x="T36" y="T37"/>
              </ns1:cxn>
              <ns1:cxn ang="0">
                <ns1:pos x="T38" y="T39"/>
              </ns1:cxn>
            </ns1:cxnLst>
            <ns1:rect l="0" t="0" r="r" b="b"/>
            <ns1:pathLst>
              <ns1:path w="72" h="88">
                <ns1:moveTo>
                  <ns1:pt x="72" y="82"/>
                </ns1:moveTo>
                <ns1:cubicBezTo>
                  <ns1:pt x="72" y="86"/>
                  <ns1:pt x="69" y="88"/>
                  <ns1:pt x="66" y="88"/>
                </ns1:cubicBezTo>
                <ns1:cubicBezTo>
                  <ns1:pt x="6" y="88"/>
                  <ns1:pt x="6" y="88"/>
                  <ns1:pt x="6" y="88"/>
                </ns1:cubicBezTo>
                <ns1:cubicBezTo>
                  <ns1:pt x="2" y="88"/>
                  <ns1:pt x="0" y="86"/>
                  <ns1:pt x="0" y="82"/>
                </ns1:cubicBezTo>
                <ns1:cubicBezTo>
                  <ns1:pt x="0" y="46"/>
                  <ns1:pt x="0" y="46"/>
                  <ns1:pt x="0" y="46"/>
                </ns1:cubicBezTo>
                <ns1:cubicBezTo>
                  <ns1:pt x="0" y="43"/>
                  <ns1:pt x="2" y="40"/>
                  <ns1:pt x="6" y="40"/>
                </ns1:cubicBezTo>
                <ns1:cubicBezTo>
                  <ns1:pt x="8" y="40"/>
                  <ns1:pt x="8" y="40"/>
                  <ns1:pt x="8" y="40"/>
                </ns1:cubicBezTo>
                <ns1:cubicBezTo>
                  <ns1:pt x="8" y="28"/>
                  <ns1:pt x="8" y="28"/>
                  <ns1:pt x="8" y="28"/>
                </ns1:cubicBezTo>
                <ns1:cubicBezTo>
                  <ns1:pt x="8" y="13"/>
                  <ns1:pt x="20" y="0"/>
                  <ns1:pt x="36" y="0"/>
                </ns1:cubicBezTo>
                <ns1:cubicBezTo>
                  <ns1:pt x="51" y="0"/>
                  <ns1:pt x="64" y="13"/>
                  <ns1:pt x="64" y="28"/>
                </ns1:cubicBezTo>
                <ns1:cubicBezTo>
                  <ns1:pt x="64" y="40"/>
                  <ns1:pt x="64" y="40"/>
                  <ns1:pt x="64" y="40"/>
                </ns1:cubicBezTo>
                <ns1:cubicBezTo>
                  <ns1:pt x="66" y="40"/>
                  <ns1:pt x="66" y="40"/>
                  <ns1:pt x="66" y="40"/>
                </ns1:cubicBezTo>
                <ns1:cubicBezTo>
                  <ns1:pt x="69" y="40"/>
                  <ns1:pt x="72" y="43"/>
                  <ns1:pt x="72" y="46"/>
                </ns1:cubicBezTo>
                <ns1:lnTo>
                  <ns1:pt x="72" y="82"/>
                </ns1:lnTo>
                <ns1:close/>
                <ns1:moveTo>
                  <ns1:pt x="52" y="40"/>
                </ns1:moveTo>
                <ns1:cubicBezTo>
                  <ns1:pt x="52" y="28"/>
                  <ns1:pt x="52" y="28"/>
                  <ns1:pt x="52" y="28"/>
                </ns1:cubicBezTo>
                <ns1:cubicBezTo>
                  <ns1:pt x="52" y="19"/>
                  <ns1:pt x="44" y="12"/>
                  <ns1:pt x="36" y="12"/>
                </ns1:cubicBezTo>
                <ns1:cubicBezTo>
                  <ns1:pt x="27" y="12"/>
                  <ns1:pt x="20" y="19"/>
                  <ns1:pt x="20" y="28"/>
                </ns1:cubicBezTo>
                <ns1:cubicBezTo>
                  <ns1:pt x="20" y="40"/>
                  <ns1:pt x="20" y="40"/>
                  <ns1:pt x="20" y="40"/>
                </ns1:cubicBezTo>
                <ns1:lnTo>
                  <ns1:pt x="52" y="40"/>
                </ns1:lnTo>
                <ns1:close/>
              </ns1:path>
            </ns1:pathLst>
          </ns1:custGeom>
          <ns1:solidFill>
            <ns1:srgbClr val="010101"/>
          </ns1:solidFill>
          <ns1:ln>
            <ns1:noFill/>
          </ns1:ln>
          <ns1:extLst>
            <ns1:ext uri="{91240B29-F687-4F45-9708-019B960494DF}">
              <ns2:hiddenLine w="9525">
                <ns1:solidFill>
                  <ns1:srgbClr val="000000"/>
                </ns1:solidFill>
                <ns1:round/>
                <ns1:headEnd/>
                <ns1:tailEnd/>
              </ns2:hiddenLine>
            </ns1:ext>
          </ns1:extLst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en-US" sz="2700"/>
          </ns1:p>
        </ns0:txBody>
      </ns0:sp>
      <ns0:sp>
        <ns0:nvSpPr>
          <ns0:cNvPr id="91" name="Freeform 89"/>
          <ns0:cNvSpPr>
            <ns1:spLocks noEditPoints="1"/>
          </ns0:cNvSpPr>
          <ns0:nvPr/>
        </ns0:nvSpPr>
        <ns0:spPr bwMode="auto">
          <ns1:xfrm>
            <ns1:off x="3633789" y="2122488"/>
            <ns1:ext cx="404813" cy="361950"/>
          </ns1:xfrm>
          <ns1:custGeom>
            <ns1:avLst/>
            <ns1:gdLst>
              <ns1:gd name="T0" fmla="*/ 12 w 108"/>
              <ns1:gd name="T1" fmla="*/ 15 h 96"/>
              <ns1:gd name="T2" fmla="*/ 12 w 108"/>
              <ns1:gd name="T3" fmla="*/ 94 h 96"/>
              <ns1:gd name="T4" fmla="*/ 10 w 108"/>
              <ns1:gd name="T5" fmla="*/ 96 h 96"/>
              <ns1:gd name="T6" fmla="*/ 6 w 108"/>
              <ns1:gd name="T7" fmla="*/ 96 h 96"/>
              <ns1:gd name="T8" fmla="*/ 4 w 108"/>
              <ns1:gd name="T9" fmla="*/ 94 h 96"/>
              <ns1:gd name="T10" fmla="*/ 4 w 108"/>
              <ns1:gd name="T11" fmla="*/ 15 h 96"/>
              <ns1:gd name="T12" fmla="*/ 0 w 108"/>
              <ns1:gd name="T13" fmla="*/ 8 h 96"/>
              <ns1:gd name="T14" fmla="*/ 8 w 108"/>
              <ns1:gd name="T15" fmla="*/ 0 h 96"/>
              <ns1:gd name="T16" fmla="*/ 16 w 108"/>
              <ns1:gd name="T17" fmla="*/ 8 h 96"/>
              <ns1:gd name="T18" fmla="*/ 12 w 108"/>
              <ns1:gd name="T19" fmla="*/ 15 h 96"/>
              <ns1:gd name="T20" fmla="*/ 108 w 108"/>
              <ns1:gd name="T21" fmla="*/ 60 h 96"/>
              <ns1:gd name="T22" fmla="*/ 105 w 108"/>
              <ns1:gd name="T23" fmla="*/ 64 h 96"/>
              <ns1:gd name="T24" fmla="*/ 82 w 108"/>
              <ns1:gd name="T25" fmla="*/ 71 h 96"/>
              <ns1:gd name="T26" fmla="*/ 51 w 108"/>
              <ns1:gd name="T27" fmla="*/ 63 h 96"/>
              <ns1:gd name="T28" fmla="*/ 22 w 108"/>
              <ns1:gd name="T29" fmla="*/ 72 h 96"/>
              <ns1:gd name="T30" fmla="*/ 20 w 108"/>
              <ns1:gd name="T31" fmla="*/ 72 h 96"/>
              <ns1:gd name="T32" fmla="*/ 16 w 108"/>
              <ns1:gd name="T33" fmla="*/ 68 h 96"/>
              <ns1:gd name="T34" fmla="*/ 16 w 108"/>
              <ns1:gd name="T35" fmla="*/ 22 h 96"/>
              <ns1:gd name="T36" fmla="*/ 18 w 108"/>
              <ns1:gd name="T37" fmla="*/ 18 h 96"/>
              <ns1:gd name="T38" fmla="*/ 23 w 108"/>
              <ns1:gd name="T39" fmla="*/ 16 h 96"/>
              <ns1:gd name="T40" fmla="*/ 50 w 108"/>
              <ns1:gd name="T41" fmla="*/ 8 h 96"/>
              <ns1:gd name="T42" fmla="*/ 76 w 108"/>
              <ns1:gd name="T43" fmla="*/ 16 h 96"/>
              <ns1:gd name="T44" fmla="*/ 81 w 108"/>
              <ns1:gd name="T45" fmla="*/ 17 h 96"/>
              <ns1:gd name="T46" fmla="*/ 104 w 108"/>
              <ns1:gd name="T47" fmla="*/ 8 h 96"/>
              <ns1:gd name="T48" fmla="*/ 108 w 108"/>
              <ns1:gd name="T49" fmla="*/ 12 h 96"/>
              <ns1:gd name="T50" fmla="*/ 108 w 108"/>
              <ns1:gd name="T51" fmla="*/ 60 h 96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  <ns1:cxn ang="0">
                <ns1:pos x="T32" y="T33"/>
              </ns1:cxn>
              <ns1:cxn ang="0">
                <ns1:pos x="T34" y="T35"/>
              </ns1:cxn>
              <ns1:cxn ang="0">
                <ns1:pos x="T36" y="T37"/>
              </ns1:cxn>
              <ns1:cxn ang="0">
                <ns1:pos x="T38" y="T39"/>
              </ns1:cxn>
              <ns1:cxn ang="0">
                <ns1:pos x="T40" y="T41"/>
              </ns1:cxn>
              <ns1:cxn ang="0">
                <ns1:pos x="T42" y="T43"/>
              </ns1:cxn>
              <ns1:cxn ang="0">
                <ns1:pos x="T44" y="T45"/>
              </ns1:cxn>
              <ns1:cxn ang="0">
                <ns1:pos x="T46" y="T47"/>
              </ns1:cxn>
              <ns1:cxn ang="0">
                <ns1:pos x="T48" y="T49"/>
              </ns1:cxn>
              <ns1:cxn ang="0">
                <ns1:pos x="T50" y="T51"/>
              </ns1:cxn>
            </ns1:cxnLst>
            <ns1:rect l="0" t="0" r="r" b="b"/>
            <ns1:pathLst>
              <ns1:path w="108" h="96">
                <ns1:moveTo>
                  <ns1:pt x="12" y="15"/>
                </ns1:moveTo>
                <ns1:cubicBezTo>
                  <ns1:pt x="12" y="94"/>
                  <ns1:pt x="12" y="94"/>
                  <ns1:pt x="12" y="94"/>
                </ns1:cubicBezTo>
                <ns1:cubicBezTo>
                  <ns1:pt x="12" y="95"/>
                  <ns1:pt x="11" y="96"/>
                  <ns1:pt x="10" y="96"/>
                </ns1:cubicBezTo>
                <ns1:cubicBezTo>
                  <ns1:pt x="6" y="96"/>
                  <ns1:pt x="6" y="96"/>
                  <ns1:pt x="6" y="96"/>
                </ns1:cubicBezTo>
                <ns1:cubicBezTo>
                  <ns1:pt x="5" y="96"/>
                  <ns1:pt x="4" y="95"/>
                  <ns1:pt x="4" y="94"/>
                </ns1:cubicBezTo>
                <ns1:cubicBezTo>
                  <ns1:pt x="4" y="15"/>
                  <ns1:pt x="4" y="15"/>
                  <ns1:pt x="4" y="15"/>
                </ns1:cubicBezTo>
                <ns1:cubicBezTo>
                  <ns1:pt x="2" y="14"/>
                  <ns1:pt x="0" y="11"/>
                  <ns1:pt x="0" y="8"/>
                </ns1:cubicBezTo>
                <ns1:cubicBezTo>
                  <ns1:pt x="0" y="4"/>
                  <ns1:pt x="4" y="0"/>
                  <ns1:pt x="8" y="0"/>
                </ns1:cubicBezTo>
                <ns1:cubicBezTo>
                  <ns1:pt x="13" y="0"/>
                  <ns1:pt x="16" y="4"/>
                  <ns1:pt x="16" y="8"/>
                </ns1:cubicBezTo>
                <ns1:cubicBezTo>
                  <ns1:pt x="16" y="11"/>
                  <ns1:pt x="15" y="14"/>
                  <ns1:pt x="12" y="15"/>
                </ns1:cubicBezTo>
                <ns1:close/>
                <ns1:moveTo>
                  <ns1:pt x="108" y="60"/>
                </ns1:moveTo>
                <ns1:cubicBezTo>
                  <ns1:pt x="108" y="62"/>
                  <ns1:pt x="107" y="63"/>
                  <ns1:pt x="105" y="64"/>
                </ns1:cubicBezTo>
                <ns1:cubicBezTo>
                  <ns1:pt x="98" y="68"/>
                  <ns1:pt x="90" y="71"/>
                  <ns1:pt x="82" y="71"/>
                </ns1:cubicBezTo>
                <ns1:cubicBezTo>
                  <ns1:pt x="71" y="71"/>
                  <ns1:pt x="65" y="63"/>
                  <ns1:pt x="51" y="63"/>
                </ns1:cubicBezTo>
                <ns1:cubicBezTo>
                  <ns1:pt x="41" y="63"/>
                  <ns1:pt x="31" y="67"/>
                  <ns1:pt x="22" y="72"/>
                </ns1:cubicBezTo>
                <ns1:cubicBezTo>
                  <ns1:pt x="22" y="72"/>
                  <ns1:pt x="21" y="72"/>
                  <ns1:pt x="20" y="72"/>
                </ns1:cubicBezTo>
                <ns1:cubicBezTo>
                  <ns1:pt x="18" y="72"/>
                  <ns1:pt x="16" y="70"/>
                  <ns1:pt x="16" y="68"/>
                </ns1:cubicBezTo>
                <ns1:cubicBezTo>
                  <ns1:pt x="16" y="22"/>
                  <ns1:pt x="16" y="22"/>
                  <ns1:pt x="16" y="22"/>
                </ns1:cubicBezTo>
                <ns1:cubicBezTo>
                  <ns1:pt x="16" y="20"/>
                  <ns1:pt x="17" y="19"/>
                  <ns1:pt x="18" y="18"/>
                </ns1:cubicBezTo>
                <ns1:cubicBezTo>
                  <ns1:pt x="20" y="17"/>
                  <ns1:pt x="22" y="17"/>
                  <ns1:pt x="23" y="16"/>
                </ns1:cubicBezTo>
                <ns1:cubicBezTo>
                  <ns1:pt x="31" y="12"/>
                  <ns1:pt x="41" y="8"/>
                  <ns1:pt x="50" y="8"/>
                </ns1:cubicBezTo>
                <ns1:cubicBezTo>
                  <ns1:pt x="59" y="8"/>
                  <ns1:pt x="67" y="12"/>
                  <ns1:pt x="76" y="16"/>
                </ns1:cubicBezTo>
                <ns1:cubicBezTo>
                  <ns1:pt x="77" y="16"/>
                  <ns1:pt x="79" y="17"/>
                  <ns1:pt x="81" y="17"/>
                </ns1:cubicBezTo>
                <ns1:cubicBezTo>
                  <ns1:pt x="91" y="17"/>
                  <ns1:pt x="102" y="8"/>
                  <ns1:pt x="104" y="8"/>
                </ns1:cubicBezTo>
                <ns1:cubicBezTo>
                  <ns1:pt x="106" y="8"/>
                  <ns1:pt x="108" y="10"/>
                  <ns1:pt x="108" y="12"/>
                </ns1:cubicBezTo>
                <ns1:lnTo>
                  <ns1:pt x="108" y="60"/>
                </ns1:lnTo>
                <ns1:close/>
              </ns1:path>
            </ns1:pathLst>
          </ns1:custGeom>
          <ns1:solidFill>
            <ns1:srgbClr val="010101"/>
          </ns1:solidFill>
          <ns1:ln>
            <ns1:noFill/>
          </ns1:ln>
          <ns1:extLst>
            <ns1:ext uri="{91240B29-F687-4F45-9708-019B960494DF}">
              <ns2:hiddenLine w="9525">
                <ns1:solidFill>
                  <ns1:srgbClr val="000000"/>
                </ns1:solidFill>
                <ns1:round/>
                <ns1:headEnd/>
                <ns1:tailEnd/>
              </ns2:hiddenLine>
            </ns1:ext>
          </ns1:extLst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en-US" sz="2700"/>
          </ns1:p>
        </ns0:txBody>
      </ns0:sp>
      <ns0:sp>
        <ns0:nvSpPr>
          <ns0:cNvPr id="92" name="Freeform 90"/>
          <ns0:cNvSpPr>
            <ns1:spLocks/>
          </ns0:cNvSpPr>
          <ns0:nvPr/>
        </ns0:nvSpPr>
        <ns0:spPr bwMode="auto">
          <ns1:xfrm>
            <ns1:off x="4283077" y="2122488"/>
            <ns1:ext cx="390525" cy="331788"/>
          </ns1:xfrm>
          <ns1:custGeom>
            <ns1:avLst/>
            <ns1:gdLst>
              <ns1:gd name="T0" fmla="*/ 100 w 104"/>
              <ns1:gd name="T1" fmla="*/ 67 h 88"/>
              <ns1:gd name="T2" fmla="*/ 99 w 104"/>
              <ns1:gd name="T3" fmla="*/ 70 h 88"/>
              <ns1:gd name="T4" fmla="*/ 87 w 104"/>
              <ns1:gd name="T5" fmla="*/ 72 h 88"/>
              <ns1:gd name="T6" fmla="*/ 72 w 104"/>
              <ns1:gd name="T7" fmla="*/ 84 h 88"/>
              <ns1:gd name="T8" fmla="*/ 72 w 104"/>
              <ns1:gd name="T9" fmla="*/ 86 h 88"/>
              <ns1:gd name="T10" fmla="*/ 70 w 104"/>
              <ns1:gd name="T11" fmla="*/ 88 h 88"/>
              <ns1:gd name="T12" fmla="*/ 66 w 104"/>
              <ns1:gd name="T13" fmla="*/ 88 h 88"/>
              <ns1:gd name="T14" fmla="*/ 64 w 104"/>
              <ns1:gd name="T15" fmla="*/ 86 h 88"/>
              <ns1:gd name="T16" fmla="*/ 64 w 104"/>
              <ns1:gd name="T17" fmla="*/ 50 h 88"/>
              <ns1:gd name="T18" fmla="*/ 66 w 104"/>
              <ns1:gd name="T19" fmla="*/ 48 h 88"/>
              <ns1:gd name="T20" fmla="*/ 70 w 104"/>
              <ns1:gd name="T21" fmla="*/ 48 h 88"/>
              <ns1:gd name="T22" fmla="*/ 72 w 104"/>
              <ns1:gd name="T23" fmla="*/ 50 h 88"/>
              <ns1:gd name="T24" fmla="*/ 72 w 104"/>
              <ns1:gd name="T25" fmla="*/ 52 h 88"/>
              <ns1:gd name="T26" fmla="*/ 85 w 104"/>
              <ns1:gd name="T27" fmla="*/ 60 h 88"/>
              <ns1:gd name="T28" fmla="*/ 90 w 104"/>
              <ns1:gd name="T29" fmla="*/ 60 h 88"/>
              <ns1:gd name="T30" fmla="*/ 92 w 104"/>
              <ns1:gd name="T31" fmla="*/ 48 h 88"/>
              <ns1:gd name="T32" fmla="*/ 52 w 104"/>
              <ns1:gd name="T33" fmla="*/ 12 h 88"/>
              <ns1:gd name="T34" fmla="*/ 12 w 104"/>
              <ns1:gd name="T35" fmla="*/ 48 h 88"/>
              <ns1:gd name="T36" fmla="*/ 13 w 104"/>
              <ns1:gd name="T37" fmla="*/ 60 h 88"/>
              <ns1:gd name="T38" fmla="*/ 18 w 104"/>
              <ns1:gd name="T39" fmla="*/ 60 h 88"/>
              <ns1:gd name="T40" fmla="*/ 32 w 104"/>
              <ns1:gd name="T41" fmla="*/ 52 h 88"/>
              <ns1:gd name="T42" fmla="*/ 32 w 104"/>
              <ns1:gd name="T43" fmla="*/ 50 h 88"/>
              <ns1:gd name="T44" fmla="*/ 34 w 104"/>
              <ns1:gd name="T45" fmla="*/ 48 h 88"/>
              <ns1:gd name="T46" fmla="*/ 38 w 104"/>
              <ns1:gd name="T47" fmla="*/ 48 h 88"/>
              <ns1:gd name="T48" fmla="*/ 40 w 104"/>
              <ns1:gd name="T49" fmla="*/ 50 h 88"/>
              <ns1:gd name="T50" fmla="*/ 40 w 104"/>
              <ns1:gd name="T51" fmla="*/ 86 h 88"/>
              <ns1:gd name="T52" fmla="*/ 38 w 104"/>
              <ns1:gd name="T53" fmla="*/ 88 h 88"/>
              <ns1:gd name="T54" fmla="*/ 34 w 104"/>
              <ns1:gd name="T55" fmla="*/ 88 h 88"/>
              <ns1:gd name="T56" fmla="*/ 32 w 104"/>
              <ns1:gd name="T57" fmla="*/ 86 h 88"/>
              <ns1:gd name="T58" fmla="*/ 32 w 104"/>
              <ns1:gd name="T59" fmla="*/ 84 h 88"/>
              <ns1:gd name="T60" fmla="*/ 16 w 104"/>
              <ns1:gd name="T61" fmla="*/ 72 h 88"/>
              <ns1:gd name="T62" fmla="*/ 5 w 104"/>
              <ns1:gd name="T63" fmla="*/ 70 h 88"/>
              <ns1:gd name="T64" fmla="*/ 3 w 104"/>
              <ns1:gd name="T65" fmla="*/ 67 h 88"/>
              <ns1:gd name="T66" fmla="*/ 0 w 104"/>
              <ns1:gd name="T67" fmla="*/ 48 h 88"/>
              <ns1:gd name="T68" fmla="*/ 52 w 104"/>
              <ns1:gd name="T69" fmla="*/ 0 h 88"/>
              <ns1:gd name="T70" fmla="*/ 104 w 104"/>
              <ns1:gd name="T71" fmla="*/ 48 h 88"/>
              <ns1:gd name="T72" fmla="*/ 100 w 104"/>
              <ns1:gd name="T73" fmla="*/ 67 h 88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  <ns1:cxn ang="0">
                <ns1:pos x="T32" y="T33"/>
              </ns1:cxn>
              <ns1:cxn ang="0">
                <ns1:pos x="T34" y="T35"/>
              </ns1:cxn>
              <ns1:cxn ang="0">
                <ns1:pos x="T36" y="T37"/>
              </ns1:cxn>
              <ns1:cxn ang="0">
                <ns1:pos x="T38" y="T39"/>
              </ns1:cxn>
              <ns1:cxn ang="0">
                <ns1:pos x="T40" y="T41"/>
              </ns1:cxn>
              <ns1:cxn ang="0">
                <ns1:pos x="T42" y="T43"/>
              </ns1:cxn>
              <ns1:cxn ang="0">
                <ns1:pos x="T44" y="T45"/>
              </ns1:cxn>
              <ns1:cxn ang="0">
                <ns1:pos x="T46" y="T47"/>
              </ns1:cxn>
              <ns1:cxn ang="0">
                <ns1:pos x="T48" y="T49"/>
              </ns1:cxn>
              <ns1:cxn ang="0">
                <ns1:pos x="T50" y="T51"/>
              </ns1:cxn>
              <ns1:cxn ang="0">
                <ns1:pos x="T52" y="T53"/>
              </ns1:cxn>
              <ns1:cxn ang="0">
                <ns1:pos x="T54" y="T55"/>
              </ns1:cxn>
              <ns1:cxn ang="0">
                <ns1:pos x="T56" y="T57"/>
              </ns1:cxn>
              <ns1:cxn ang="0">
                <ns1:pos x="T58" y="T59"/>
              </ns1:cxn>
              <ns1:cxn ang="0">
                <ns1:pos x="T60" y="T61"/>
              </ns1:cxn>
              <ns1:cxn ang="0">
                <ns1:pos x="T62" y="T63"/>
              </ns1:cxn>
              <ns1:cxn ang="0">
                <ns1:pos x="T64" y="T65"/>
              </ns1:cxn>
              <ns1:cxn ang="0">
                <ns1:pos x="T66" y="T67"/>
              </ns1:cxn>
              <ns1:cxn ang="0">
                <ns1:pos x="T68" y="T69"/>
              </ns1:cxn>
              <ns1:cxn ang="0">
                <ns1:pos x="T70" y="T71"/>
              </ns1:cxn>
              <ns1:cxn ang="0">
                <ns1:pos x="T72" y="T73"/>
              </ns1:cxn>
            </ns1:cxnLst>
            <ns1:rect l="0" t="0" r="r" b="b"/>
            <ns1:pathLst>
              <ns1:path w="104" h="88">
                <ns1:moveTo>
                  <ns1:pt x="100" y="67"/>
                </ns1:moveTo>
                <ns1:cubicBezTo>
                  <ns1:pt x="99" y="70"/>
                  <ns1:pt x="99" y="70"/>
                  <ns1:pt x="99" y="70"/>
                </ns1:cubicBezTo>
                <ns1:cubicBezTo>
                  <ns1:pt x="87" y="72"/>
                  <ns1:pt x="87" y="72"/>
                  <ns1:pt x="87" y="72"/>
                </ns1:cubicBezTo>
                <ns1:cubicBezTo>
                  <ns1:pt x="85" y="79"/>
                  <ns1:pt x="79" y="84"/>
                  <ns1:pt x="72" y="84"/>
                </ns1:cubicBezTo>
                <ns1:cubicBezTo>
                  <ns1:pt x="72" y="86"/>
                  <ns1:pt x="72" y="86"/>
                  <ns1:pt x="72" y="86"/>
                </ns1:cubicBezTo>
                <ns1:cubicBezTo>
                  <ns1:pt x="72" y="87"/>
                  <ns1:pt x="71" y="88"/>
                  <ns1:pt x="70" y="88"/>
                </ns1:cubicBezTo>
                <ns1:cubicBezTo>
                  <ns1:pt x="66" y="88"/>
                  <ns1:pt x="66" y="88"/>
                  <ns1:pt x="66" y="88"/>
                </ns1:cubicBezTo>
                <ns1:cubicBezTo>
                  <ns1:pt x="64" y="88"/>
                  <ns1:pt x="64" y="87"/>
                  <ns1:pt x="64" y="86"/>
                </ns1:cubicBezTo>
                <ns1:cubicBezTo>
                  <ns1:pt x="64" y="50"/>
                  <ns1:pt x="64" y="50"/>
                  <ns1:pt x="64" y="50"/>
                </ns1:cubicBezTo>
                <ns1:cubicBezTo>
                  <ns1:pt x="64" y="49"/>
                  <ns1:pt x="64" y="48"/>
                  <ns1:pt x="66" y="48"/>
                </ns1:cubicBezTo>
                <ns1:cubicBezTo>
                  <ns1:pt x="70" y="48"/>
                  <ns1:pt x="70" y="48"/>
                  <ns1:pt x="70" y="48"/>
                </ns1:cubicBezTo>
                <ns1:cubicBezTo>
                  <ns1:pt x="71" y="48"/>
                  <ns1:pt x="72" y="49"/>
                  <ns1:pt x="72" y="50"/>
                </ns1:cubicBezTo>
                <ns1:cubicBezTo>
                  <ns1:pt x="72" y="52"/>
                  <ns1:pt x="72" y="52"/>
                  <ns1:pt x="72" y="52"/>
                </ns1:cubicBezTo>
                <ns1:cubicBezTo>
                  <ns1:pt x="78" y="52"/>
                  <ns1:pt x="83" y="56"/>
                  <ns1:pt x="85" y="60"/>
                </ns1:cubicBezTo>
                <ns1:cubicBezTo>
                  <ns1:pt x="90" y="60"/>
                  <ns1:pt x="90" y="60"/>
                  <ns1:pt x="90" y="60"/>
                </ns1:cubicBezTo>
                <ns1:cubicBezTo>
                  <ns1:pt x="91" y="56"/>
                  <ns1:pt x="92" y="52"/>
                  <ns1:pt x="92" y="48"/>
                </ns1:cubicBezTo>
                <ns1:cubicBezTo>
                  <ns1:pt x="92" y="29"/>
                  <ns1:pt x="73" y="12"/>
                  <ns1:pt x="52" y="12"/>
                </ns1:cubicBezTo>
                <ns1:cubicBezTo>
                  <ns1:pt x="30" y="12"/>
                  <ns1:pt x="12" y="29"/>
                  <ns1:pt x="12" y="48"/>
                </ns1:cubicBezTo>
                <ns1:cubicBezTo>
                  <ns1:pt x="12" y="52"/>
                  <ns1:pt x="12" y="56"/>
                  <ns1:pt x="13" y="60"/>
                </ns1:cubicBezTo>
                <ns1:cubicBezTo>
                  <ns1:pt x="18" y="60"/>
                  <ns1:pt x="18" y="60"/>
                  <ns1:pt x="18" y="60"/>
                </ns1:cubicBezTo>
                <ns1:cubicBezTo>
                  <ns1:pt x="20" y="56"/>
                  <ns1:pt x="26" y="52"/>
                  <ns1:pt x="32" y="52"/>
                </ns1:cubicBezTo>
                <ns1:cubicBezTo>
                  <ns1:pt x="32" y="50"/>
                  <ns1:pt x="32" y="50"/>
                  <ns1:pt x="32" y="50"/>
                </ns1:cubicBezTo>
                <ns1:cubicBezTo>
                  <ns1:pt x="32" y="49"/>
                  <ns1:pt x="32" y="48"/>
                  <ns1:pt x="34" y="48"/>
                </ns1:cubicBezTo>
                <ns1:cubicBezTo>
                  <ns1:pt x="38" y="48"/>
                  <ns1:pt x="38" y="48"/>
                  <ns1:pt x="38" y="48"/>
                </ns1:cubicBezTo>
                <ns1:cubicBezTo>
                  <ns1:pt x="39" y="48"/>
                  <ns1:pt x="40" y="49"/>
                  <ns1:pt x="40" y="50"/>
                </ns1:cubicBezTo>
                <ns1:cubicBezTo>
                  <ns1:pt x="40" y="86"/>
                  <ns1:pt x="40" y="86"/>
                  <ns1:pt x="40" y="86"/>
                </ns1:cubicBezTo>
                <ns1:cubicBezTo>
                  <ns1:pt x="40" y="87"/>
                  <ns1:pt x="39" y="88"/>
                  <ns1:pt x="38" y="88"/>
                </ns1:cubicBezTo>
                <ns1:cubicBezTo>
                  <ns1:pt x="34" y="88"/>
                  <ns1:pt x="34" y="88"/>
                  <ns1:pt x="34" y="88"/>
                </ns1:cubicBezTo>
                <ns1:cubicBezTo>
                  <ns1:pt x="32" y="88"/>
                  <ns1:pt x="32" y="87"/>
                  <ns1:pt x="32" y="86"/>
                </ns1:cubicBezTo>
                <ns1:cubicBezTo>
                  <ns1:pt x="32" y="84"/>
                  <ns1:pt x="32" y="84"/>
                  <ns1:pt x="32" y="84"/>
                </ns1:cubicBezTo>
                <ns1:cubicBezTo>
                  <ns1:pt x="24" y="84"/>
                  <ns1:pt x="18" y="79"/>
                  <ns1:pt x="16" y="72"/>
                </ns1:cubicBezTo>
                <ns1:cubicBezTo>
                  <ns1:pt x="5" y="70"/>
                  <ns1:pt x="5" y="70"/>
                  <ns1:pt x="5" y="70"/>
                </ns1:cubicBezTo>
                <ns1:cubicBezTo>
                  <ns1:pt x="3" y="67"/>
                  <ns1:pt x="3" y="67"/>
                  <ns1:pt x="3" y="67"/>
                </ns1:cubicBezTo>
                <ns1:cubicBezTo>
                  <ns1:pt x="1" y="61"/>
                  <ns1:pt x="0" y="54"/>
                  <ns1:pt x="0" y="48"/>
                </ns1:cubicBezTo>
                <ns1:cubicBezTo>
                  <ns1:pt x="0" y="22"/>
                  <ns1:pt x="23" y="0"/>
                  <ns1:pt x="52" y="0"/>
                </ns1:cubicBezTo>
                <ns1:cubicBezTo>
                  <ns1:pt x="80" y="0"/>
                  <ns1:pt x="104" y="22"/>
                  <ns1:pt x="104" y="48"/>
                </ns1:cubicBezTo>
                <ns1:cubicBezTo>
                  <ns1:pt x="104" y="54"/>
                  <ns1:pt x="102" y="61"/>
                  <ns1:pt x="100" y="67"/>
                </ns1:cubicBezTo>
                <ns1:close/>
              </ns1:path>
            </ns1:pathLst>
          </ns1:custGeom>
          <ns1:solidFill>
            <ns1:srgbClr val="010101"/>
          </ns1:solidFill>
          <ns1:ln>
            <ns1:noFill/>
          </ns1:ln>
          <ns1:extLst>
            <ns1:ext uri="{91240B29-F687-4F45-9708-019B960494DF}">
              <ns2:hiddenLine w="9525">
                <ns1:solidFill>
                  <ns1:srgbClr val="000000"/>
                </ns1:solidFill>
                <ns1:round/>
                <ns1:headEnd/>
                <ns1:tailEnd/>
              </ns2:hiddenLine>
            </ns1:ext>
          </ns1:extLst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en-US" sz="2700"/>
          </ns1:p>
        </ns0:txBody>
      </ns0:sp>
      <ns0:sp>
        <ns0:nvSpPr>
          <ns0:cNvPr id="93" name="Freeform 91"/>
          <ns0:cNvSpPr>
            <ns1:spLocks/>
          </ns0:cNvSpPr>
          <ns0:nvPr/>
        </ns0:nvSpPr>
        <ns0:spPr bwMode="auto">
          <ns1:xfrm>
            <ns1:off x="5033964" y="2160588"/>
            <ns1:ext cx="176213" cy="285750"/>
          </ns1:xfrm>
          <ns1:custGeom>
            <ns1:avLst/>
            <ns1:gdLst>
              <ns1:gd name="T0" fmla="*/ 47 w 47"/>
              <ns1:gd name="T1" fmla="*/ 72 h 76"/>
              <ns1:gd name="T2" fmla="*/ 43 w 47"/>
              <ns1:gd name="T3" fmla="*/ 76 h 76"/>
              <ns1:gd name="T4" fmla="*/ 41 w 47"/>
              <ns1:gd name="T5" fmla="*/ 75 h 76"/>
              <ns1:gd name="T6" fmla="*/ 20 w 47"/>
              <ns1:gd name="T7" fmla="*/ 54 h 76"/>
              <ns1:gd name="T8" fmla="*/ 3 w 47"/>
              <ns1:gd name="T9" fmla="*/ 54 h 76"/>
              <ns1:gd name="T10" fmla="*/ 0 w 47"/>
              <ns1:gd name="T11" fmla="*/ 50 h 76"/>
              <ns1:gd name="T12" fmla="*/ 0 w 47"/>
              <ns1:gd name="T13" fmla="*/ 26 h 76"/>
              <ns1:gd name="T14" fmla="*/ 3 w 47"/>
              <ns1:gd name="T15" fmla="*/ 22 h 76"/>
              <ns1:gd name="T16" fmla="*/ 20 w 47"/>
              <ns1:gd name="T17" fmla="*/ 22 h 76"/>
              <ns1:gd name="T18" fmla="*/ 41 w 47"/>
              <ns1:gd name="T19" fmla="*/ 1 h 76"/>
              <ns1:gd name="T20" fmla="*/ 43 w 47"/>
              <ns1:gd name="T21" fmla="*/ 0 h 76"/>
              <ns1:gd name="T22" fmla="*/ 47 w 47"/>
              <ns1:gd name="T23" fmla="*/ 4 h 76"/>
              <ns1:gd name="T24" fmla="*/ 47 w 47"/>
              <ns1:gd name="T25" fmla="*/ 72 h 76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</ns1:cxnLst>
            <ns1:rect l="0" t="0" r="r" b="b"/>
            <ns1:pathLst>
              <ns1:path w="47" h="76">
                <ns1:moveTo>
                  <ns1:pt x="47" y="72"/>
                </ns1:moveTo>
                <ns1:cubicBezTo>
                  <ns1:pt x="47" y="74"/>
                  <ns1:pt x="46" y="76"/>
                  <ns1:pt x="43" y="76"/>
                </ns1:cubicBezTo>
                <ns1:cubicBezTo>
                  <ns1:pt x="42" y="76"/>
                  <ns1:pt x="41" y="76"/>
                  <ns1:pt x="41" y="75"/>
                </ns1:cubicBezTo>
                <ns1:cubicBezTo>
                  <ns1:pt x="20" y="54"/>
                  <ns1:pt x="20" y="54"/>
                  <ns1:pt x="20" y="54"/>
                </ns1:cubicBezTo>
                <ns1:cubicBezTo>
                  <ns1:pt x="3" y="54"/>
                  <ns1:pt x="3" y="54"/>
                  <ns1:pt x="3" y="54"/>
                </ns1:cubicBezTo>
                <ns1:cubicBezTo>
                  <ns1:pt x="1" y="54"/>
                  <ns1:pt x="0" y="52"/>
                  <ns1:pt x="0" y="50"/>
                </ns1:cubicBezTo>
                <ns1:cubicBezTo>
                  <ns1:pt x="0" y="26"/>
                  <ns1:pt x="0" y="26"/>
                  <ns1:pt x="0" y="26"/>
                </ns1:cubicBezTo>
                <ns1:cubicBezTo>
                  <ns1:pt x="0" y="24"/>
                  <ns1:pt x="1" y="22"/>
                  <ns1:pt x="3" y="22"/>
                </ns1:cubicBezTo>
                <ns1:cubicBezTo>
                  <ns1:pt x="20" y="22"/>
                  <ns1:pt x="20" y="22"/>
                  <ns1:pt x="20" y="22"/>
                </ns1:cubicBezTo>
                <ns1:cubicBezTo>
                  <ns1:pt x="41" y="1"/>
                  <ns1:pt x="41" y="1"/>
                  <ns1:pt x="41" y="1"/>
                </ns1:cubicBezTo>
                <ns1:cubicBezTo>
                  <ns1:pt x="41" y="1"/>
                  <ns1:pt x="42" y="0"/>
                  <ns1:pt x="43" y="0"/>
                </ns1:cubicBezTo>
                <ns1:cubicBezTo>
                  <ns1:pt x="46" y="0"/>
                  <ns1:pt x="47" y="2"/>
                  <ns1:pt x="47" y="4"/>
                </ns1:cubicBezTo>
                <ns1:lnTo>
                  <ns1:pt x="47" y="72"/>
                </ns1:lnTo>
                <ns1:close/>
              </ns1:path>
            </ns1:pathLst>
          </ns1:custGeom>
          <ns1:solidFill>
            <ns1:srgbClr val="010101"/>
          </ns1:solidFill>
          <ns1:ln>
            <ns1:noFill/>
          </ns1:ln>
          <ns1:extLst>
            <ns1:ext uri="{91240B29-F687-4F45-9708-019B960494DF}">
              <ns2:hiddenLine w="9525">
                <ns1:solidFill>
                  <ns1:srgbClr val="000000"/>
                </ns1:solidFill>
                <ns1:round/>
                <ns1:headEnd/>
                <ns1:tailEnd/>
              </ns2:hiddenLine>
            </ns1:ext>
          </ns1:extLst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en-US" sz="2700"/>
          </ns1:p>
        </ns0:txBody>
      </ns0:sp>
      <ns0:sp>
        <ns0:nvSpPr>
          <ns0:cNvPr id="94" name="Freeform 92"/>
          <ns0:cNvSpPr>
            <ns1:spLocks noEditPoints="1"/>
          </ns0:cNvSpPr>
          <ns0:nvPr/>
        </ns0:nvSpPr>
        <ns0:spPr bwMode="auto">
          <ns1:xfrm>
            <ns1:off x="5630864" y="2160588"/>
            <ns1:ext cx="269875" cy="285750"/>
          </ns1:xfrm>
          <ns1:custGeom>
            <ns1:avLst/>
            <ns1:gdLst>
              <ns1:gd name="T0" fmla="*/ 48 w 72"/>
              <ns1:gd name="T1" fmla="*/ 72 h 76"/>
              <ns1:gd name="T2" fmla="*/ 44 w 72"/>
              <ns1:gd name="T3" fmla="*/ 76 h 76"/>
              <ns1:gd name="T4" fmla="*/ 42 w 72"/>
              <ns1:gd name="T5" fmla="*/ 75 h 76"/>
              <ns1:gd name="T6" fmla="*/ 21 w 72"/>
              <ns1:gd name="T7" fmla="*/ 54 h 76"/>
              <ns1:gd name="T8" fmla="*/ 4 w 72"/>
              <ns1:gd name="T9" fmla="*/ 54 h 76"/>
              <ns1:gd name="T10" fmla="*/ 0 w 72"/>
              <ns1:gd name="T11" fmla="*/ 50 h 76"/>
              <ns1:gd name="T12" fmla="*/ 0 w 72"/>
              <ns1:gd name="T13" fmla="*/ 26 h 76"/>
              <ns1:gd name="T14" fmla="*/ 4 w 72"/>
              <ns1:gd name="T15" fmla="*/ 22 h 76"/>
              <ns1:gd name="T16" fmla="*/ 21 w 72"/>
              <ns1:gd name="T17" fmla="*/ 22 h 76"/>
              <ns1:gd name="T18" fmla="*/ 42 w 72"/>
              <ns1:gd name="T19" fmla="*/ 1 h 76"/>
              <ns1:gd name="T20" fmla="*/ 44 w 72"/>
              <ns1:gd name="T21" fmla="*/ 0 h 76"/>
              <ns1:gd name="T22" fmla="*/ 48 w 72"/>
              <ns1:gd name="T23" fmla="*/ 4 h 76"/>
              <ns1:gd name="T24" fmla="*/ 48 w 72"/>
              <ns1:gd name="T25" fmla="*/ 72 h 76"/>
              <ns1:gd name="T26" fmla="*/ 63 w 72"/>
              <ns1:gd name="T27" fmla="*/ 53 h 76"/>
              <ns1:gd name="T28" fmla="*/ 61 w 72"/>
              <ns1:gd name="T29" fmla="*/ 53 h 76"/>
              <ns1:gd name="T30" fmla="*/ 57 w 72"/>
              <ns1:gd name="T31" fmla="*/ 49 h 76"/>
              <ns1:gd name="T32" fmla="*/ 64 w 72"/>
              <ns1:gd name="T33" fmla="*/ 38 h 76"/>
              <ns1:gd name="T34" fmla="*/ 57 w 72"/>
              <ns1:gd name="T35" fmla="*/ 27 h 76"/>
              <ns1:gd name="T36" fmla="*/ 61 w 72"/>
              <ns1:gd name="T37" fmla="*/ 23 h 76"/>
              <ns1:gd name="T38" fmla="*/ 63 w 72"/>
              <ns1:gd name="T39" fmla="*/ 24 h 76"/>
              <ns1:gd name="T40" fmla="*/ 72 w 72"/>
              <ns1:gd name="T41" fmla="*/ 38 h 76"/>
              <ns1:gd name="T42" fmla="*/ 63 w 72"/>
              <ns1:gd name="T43" fmla="*/ 53 h 76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  <ns1:cxn ang="0">
                <ns1:pos x="T32" y="T33"/>
              </ns1:cxn>
              <ns1:cxn ang="0">
                <ns1:pos x="T34" y="T35"/>
              </ns1:cxn>
              <ns1:cxn ang="0">
                <ns1:pos x="T36" y="T37"/>
              </ns1:cxn>
              <ns1:cxn ang="0">
                <ns1:pos x="T38" y="T39"/>
              </ns1:cxn>
              <ns1:cxn ang="0">
                <ns1:pos x="T40" y="T41"/>
              </ns1:cxn>
              <ns1:cxn ang="0">
                <ns1:pos x="T42" y="T43"/>
              </ns1:cxn>
            </ns1:cxnLst>
            <ns1:rect l="0" t="0" r="r" b="b"/>
            <ns1:pathLst>
              <ns1:path w="72" h="76">
                <ns1:moveTo>
                  <ns1:pt x="48" y="72"/>
                </ns1:moveTo>
                <ns1:cubicBezTo>
                  <ns1:pt x="48" y="74"/>
                  <ns1:pt x="47" y="76"/>
                  <ns1:pt x="44" y="76"/>
                </ns1:cubicBezTo>
                <ns1:cubicBezTo>
                  <ns1:pt x="43" y="76"/>
                  <ns1:pt x="42" y="76"/>
                  <ns1:pt x="42" y="75"/>
                </ns1:cubicBezTo>
                <ns1:cubicBezTo>
                  <ns1:pt x="21" y="54"/>
                  <ns1:pt x="21" y="54"/>
                  <ns1:pt x="21" y="54"/>
                </ns1:cubicBezTo>
                <ns1:cubicBezTo>
                  <ns1:pt x="4" y="54"/>
                  <ns1:pt x="4" y="54"/>
                  <ns1:pt x="4" y="54"/>
                </ns1:cubicBezTo>
                <ns1:cubicBezTo>
                  <ns1:pt x="2" y="54"/>
                  <ns1:pt x="0" y="52"/>
                  <ns1:pt x="0" y="50"/>
                </ns1:cubicBezTo>
                <ns1:cubicBezTo>
                  <ns1:pt x="0" y="26"/>
                  <ns1:pt x="0" y="26"/>
                  <ns1:pt x="0" y="26"/>
                </ns1:cubicBezTo>
                <ns1:cubicBezTo>
                  <ns1:pt x="0" y="24"/>
                  <ns1:pt x="2" y="22"/>
                  <ns1:pt x="4" y="22"/>
                </ns1:cubicBezTo>
                <ns1:cubicBezTo>
                  <ns1:pt x="21" y="22"/>
                  <ns1:pt x="21" y="22"/>
                  <ns1:pt x="21" y="22"/>
                </ns1:cubicBezTo>
                <ns1:cubicBezTo>
                  <ns1:pt x="42" y="1"/>
                  <ns1:pt x="42" y="1"/>
                  <ns1:pt x="42" y="1"/>
                </ns1:cubicBezTo>
                <ns1:cubicBezTo>
                  <ns1:pt x="42" y="1"/>
                  <ns1:pt x="43" y="0"/>
                  <ns1:pt x="44" y="0"/>
                </ns1:cubicBezTo>
                <ns1:cubicBezTo>
                  <ns1:pt x="47" y="0"/>
                  <ns1:pt x="48" y="2"/>
                  <ns1:pt x="48" y="4"/>
                </ns1:cubicBezTo>
                <ns1:lnTo>
                  <ns1:pt x="48" y="72"/>
                </ns1:lnTo>
                <ns1:close/>
                <ns1:moveTo>
                  <ns1:pt x="63" y="53"/>
                </ns1:moveTo>
                <ns1:cubicBezTo>
                  <ns1:pt x="62" y="53"/>
                  <ns1:pt x="62" y="53"/>
                  <ns1:pt x="61" y="53"/>
                </ns1:cubicBezTo>
                <ns1:cubicBezTo>
                  <ns1:pt x="59" y="53"/>
                  <ns1:pt x="57" y="51"/>
                  <ns1:pt x="57" y="49"/>
                </ns1:cubicBezTo>
                <ns1:cubicBezTo>
                  <ns1:pt x="57" y="44"/>
                  <ns1:pt x="64" y="46"/>
                  <ns1:pt x="64" y="38"/>
                </ns1:cubicBezTo>
                <ns1:cubicBezTo>
                  <ns1:pt x="64" y="31"/>
                  <ns1:pt x="57" y="32"/>
                  <ns1:pt x="57" y="27"/>
                </ns1:cubicBezTo>
                <ns1:cubicBezTo>
                  <ns1:pt x="57" y="25"/>
                  <ns1:pt x="59" y="23"/>
                  <ns1:pt x="61" y="23"/>
                </ns1:cubicBezTo>
                <ns1:cubicBezTo>
                  <ns1:pt x="62" y="23"/>
                  <ns1:pt x="62" y="23"/>
                  <ns1:pt x="63" y="24"/>
                </ns1:cubicBezTo>
                <ns1:cubicBezTo>
                  <ns1:pt x="69" y="26"/>
                  <ns1:pt x="72" y="32"/>
                  <ns1:pt x="72" y="38"/>
                </ns1:cubicBezTo>
                <ns1:cubicBezTo>
                  <ns1:pt x="72" y="44"/>
                  <ns1:pt x="69" y="51"/>
                  <ns1:pt x="63" y="53"/>
                </ns1:cubicBezTo>
                <ns1:close/>
              </ns1:path>
            </ns1:pathLst>
          </ns1:custGeom>
          <ns1:solidFill>
            <ns1:srgbClr val="010101"/>
          </ns1:solidFill>
          <ns1:ln>
            <ns1:noFill/>
          </ns1:ln>
          <ns1:extLst>
            <ns1:ext uri="{91240B29-F687-4F45-9708-019B960494DF}">
              <ns2:hiddenLine w="9525">
                <ns1:solidFill>
                  <ns1:srgbClr val="000000"/>
                </ns1:solidFill>
                <ns1:round/>
                <ns1:headEnd/>
                <ns1:tailEnd/>
              </ns2:hiddenLine>
            </ns1:ext>
          </ns1:extLst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en-US" sz="2700"/>
          </ns1:p>
        </ns0:txBody>
      </ns0:sp>
      <ns0:sp>
        <ns0:nvSpPr>
          <ns0:cNvPr id="95" name="Freeform 93"/>
          <ns0:cNvSpPr>
            <ns1:spLocks noEditPoints="1"/>
          </ns0:cNvSpPr>
          <ns0:nvPr/>
        </ns0:nvSpPr>
        <ns0:spPr bwMode="auto">
          <ns1:xfrm>
            <ns1:off x="6216652" y="2138364"/>
            <ns1:ext cx="390525" cy="333375"/>
          </ns1:xfrm>
          <ns1:custGeom>
            <ns1:avLst/>
            <ns1:gdLst>
              <ns1:gd name="T0" fmla="*/ 48 w 104"/>
              <ns1:gd name="T1" fmla="*/ 78 h 89"/>
              <ns1:gd name="T2" fmla="*/ 44 w 104"/>
              <ns1:gd name="T3" fmla="*/ 82 h 89"/>
              <ns1:gd name="T4" fmla="*/ 42 w 104"/>
              <ns1:gd name="T5" fmla="*/ 81 h 89"/>
              <ns1:gd name="T6" fmla="*/ 21 w 104"/>
              <ns1:gd name="T7" fmla="*/ 60 h 89"/>
              <ns1:gd name="T8" fmla="*/ 4 w 104"/>
              <ns1:gd name="T9" fmla="*/ 60 h 89"/>
              <ns1:gd name="T10" fmla="*/ 0 w 104"/>
              <ns1:gd name="T11" fmla="*/ 56 h 89"/>
              <ns1:gd name="T12" fmla="*/ 0 w 104"/>
              <ns1:gd name="T13" fmla="*/ 32 h 89"/>
              <ns1:gd name="T14" fmla="*/ 4 w 104"/>
              <ns1:gd name="T15" fmla="*/ 28 h 89"/>
              <ns1:gd name="T16" fmla="*/ 21 w 104"/>
              <ns1:gd name="T17" fmla="*/ 28 h 89"/>
              <ns1:gd name="T18" fmla="*/ 42 w 104"/>
              <ns1:gd name="T19" fmla="*/ 7 h 89"/>
              <ns1:gd name="T20" fmla="*/ 44 w 104"/>
              <ns1:gd name="T21" fmla="*/ 6 h 89"/>
              <ns1:gd name="T22" fmla="*/ 48 w 104"/>
              <ns1:gd name="T23" fmla="*/ 10 h 89"/>
              <ns1:gd name="T24" fmla="*/ 48 w 104"/>
              <ns1:gd name="T25" fmla="*/ 78 h 89"/>
              <ns1:gd name="T26" fmla="*/ 63 w 104"/>
              <ns1:gd name="T27" fmla="*/ 59 h 89"/>
              <ns1:gd name="T28" fmla="*/ 61 w 104"/>
              <ns1:gd name="T29" fmla="*/ 59 h 89"/>
              <ns1:gd name="T30" fmla="*/ 57 w 104"/>
              <ns1:gd name="T31" fmla="*/ 55 h 89"/>
              <ns1:gd name="T32" fmla="*/ 64 w 104"/>
              <ns1:gd name="T33" fmla="*/ 44 h 89"/>
              <ns1:gd name="T34" fmla="*/ 57 w 104"/>
              <ns1:gd name="T35" fmla="*/ 33 h 89"/>
              <ns1:gd name="T36" fmla="*/ 61 w 104"/>
              <ns1:gd name="T37" fmla="*/ 29 h 89"/>
              <ns1:gd name="T38" fmla="*/ 63 w 104"/>
              <ns1:gd name="T39" fmla="*/ 30 h 89"/>
              <ns1:gd name="T40" fmla="*/ 72 w 104"/>
              <ns1:gd name="T41" fmla="*/ 44 h 89"/>
              <ns1:gd name="T42" fmla="*/ 63 w 104"/>
              <ns1:gd name="T43" fmla="*/ 59 h 89"/>
              <ns1:gd name="T44" fmla="*/ 69 w 104"/>
              <ns1:gd name="T45" fmla="*/ 74 h 89"/>
              <ns1:gd name="T46" fmla="*/ 67 w 104"/>
              <ns1:gd name="T47" fmla="*/ 74 h 89"/>
              <ns1:gd name="T48" fmla="*/ 63 w 104"/>
              <ns1:gd name="T49" fmla="*/ 70 h 89"/>
              <ns1:gd name="T50" fmla="*/ 66 w 104"/>
              <ns1:gd name="T51" fmla="*/ 66 h 89"/>
              <ns1:gd name="T52" fmla="*/ 71 w 104"/>
              <ns1:gd name="T53" fmla="*/ 64 h 89"/>
              <ns1:gd name="T54" fmla="*/ 80 w 104"/>
              <ns1:gd name="T55" fmla="*/ 44 h 89"/>
              <ns1:gd name="T56" fmla="*/ 71 w 104"/>
              <ns1:gd name="T57" fmla="*/ 25 h 89"/>
              <ns1:gd name="T58" fmla="*/ 66 w 104"/>
              <ns1:gd name="T59" fmla="*/ 22 h 89"/>
              <ns1:gd name="T60" fmla="*/ 63 w 104"/>
              <ns1:gd name="T61" fmla="*/ 19 h 89"/>
              <ns1:gd name="T62" fmla="*/ 67 w 104"/>
              <ns1:gd name="T63" fmla="*/ 15 h 89"/>
              <ns1:gd name="T64" fmla="*/ 69 w 104"/>
              <ns1:gd name="T65" fmla="*/ 15 h 89"/>
              <ns1:gd name="T66" fmla="*/ 88 w 104"/>
              <ns1:gd name="T67" fmla="*/ 44 h 89"/>
              <ns1:gd name="T68" fmla="*/ 69 w 104"/>
              <ns1:gd name="T69" fmla="*/ 74 h 89"/>
              <ns1:gd name="T70" fmla="*/ 75 w 104"/>
              <ns1:gd name="T71" fmla="*/ 88 h 89"/>
              <ns1:gd name="T72" fmla="*/ 74 w 104"/>
              <ns1:gd name="T73" fmla="*/ 89 h 89"/>
              <ns1:gd name="T74" fmla="*/ 70 w 104"/>
              <ns1:gd name="T75" fmla="*/ 85 h 89"/>
              <ns1:gd name="T76" fmla="*/ 72 w 104"/>
              <ns1:gd name="T77" fmla="*/ 81 h 89"/>
              <ns1:gd name="T78" fmla="*/ 75 w 104"/>
              <ns1:gd name="T79" fmla="*/ 80 h 89"/>
              <ns1:gd name="T80" fmla="*/ 80 w 104"/>
              <ns1:gd name="T81" fmla="*/ 76 h 89"/>
              <ns1:gd name="T82" fmla="*/ 96 w 104"/>
              <ns1:gd name="T83" fmla="*/ 44 h 89"/>
              <ns1:gd name="T84" fmla="*/ 80 w 104"/>
              <ns1:gd name="T85" fmla="*/ 12 h 89"/>
              <ns1:gd name="T86" fmla="*/ 75 w 104"/>
              <ns1:gd name="T87" fmla="*/ 9 h 89"/>
              <ns1:gd name="T88" fmla="*/ 72 w 104"/>
              <ns1:gd name="T89" fmla="*/ 8 h 89"/>
              <ns1:gd name="T90" fmla="*/ 70 w 104"/>
              <ns1:gd name="T91" fmla="*/ 4 h 89"/>
              <ns1:gd name="T92" fmla="*/ 74 w 104"/>
              <ns1:gd name="T93" fmla="*/ 0 h 89"/>
              <ns1:gd name="T94" fmla="*/ 75 w 104"/>
              <ns1:gd name="T95" fmla="*/ 0 h 89"/>
              <ns1:gd name="T96" fmla="*/ 104 w 104"/>
              <ns1:gd name="T97" fmla="*/ 44 h 89"/>
              <ns1:gd name="T98" fmla="*/ 75 w 104"/>
              <ns1:gd name="T99" fmla="*/ 88 h 89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  <ns1:cxn ang="0">
                <ns1:pos x="T32" y="T33"/>
              </ns1:cxn>
              <ns1:cxn ang="0">
                <ns1:pos x="T34" y="T35"/>
              </ns1:cxn>
              <ns1:cxn ang="0">
                <ns1:pos x="T36" y="T37"/>
              </ns1:cxn>
              <ns1:cxn ang="0">
                <ns1:pos x="T38" y="T39"/>
              </ns1:cxn>
              <ns1:cxn ang="0">
                <ns1:pos x="T40" y="T41"/>
              </ns1:cxn>
              <ns1:cxn ang="0">
                <ns1:pos x="T42" y="T43"/>
              </ns1:cxn>
              <ns1:cxn ang="0">
                <ns1:pos x="T44" y="T45"/>
              </ns1:cxn>
              <ns1:cxn ang="0">
                <ns1:pos x="T46" y="T47"/>
              </ns1:cxn>
              <ns1:cxn ang="0">
                <ns1:pos x="T48" y="T49"/>
              </ns1:cxn>
              <ns1:cxn ang="0">
                <ns1:pos x="T50" y="T51"/>
              </ns1:cxn>
              <ns1:cxn ang="0">
                <ns1:pos x="T52" y="T53"/>
              </ns1:cxn>
              <ns1:cxn ang="0">
                <ns1:pos x="T54" y="T55"/>
              </ns1:cxn>
              <ns1:cxn ang="0">
                <ns1:pos x="T56" y="T57"/>
              </ns1:cxn>
              <ns1:cxn ang="0">
                <ns1:pos x="T58" y="T59"/>
              </ns1:cxn>
              <ns1:cxn ang="0">
                <ns1:pos x="T60" y="T61"/>
              </ns1:cxn>
              <ns1:cxn ang="0">
                <ns1:pos x="T62" y="T63"/>
              </ns1:cxn>
              <ns1:cxn ang="0">
                <ns1:pos x="T64" y="T65"/>
              </ns1:cxn>
              <ns1:cxn ang="0">
                <ns1:pos x="T66" y="T67"/>
              </ns1:cxn>
              <ns1:cxn ang="0">
                <ns1:pos x="T68" y="T69"/>
              </ns1:cxn>
              <ns1:cxn ang="0">
                <ns1:pos x="T70" y="T71"/>
              </ns1:cxn>
              <ns1:cxn ang="0">
                <ns1:pos x="T72" y="T73"/>
              </ns1:cxn>
              <ns1:cxn ang="0">
                <ns1:pos x="T74" y="T75"/>
              </ns1:cxn>
              <ns1:cxn ang="0">
                <ns1:pos x="T76" y="T77"/>
              </ns1:cxn>
              <ns1:cxn ang="0">
                <ns1:pos x="T78" y="T79"/>
              </ns1:cxn>
              <ns1:cxn ang="0">
                <ns1:pos x="T80" y="T81"/>
              </ns1:cxn>
              <ns1:cxn ang="0">
                <ns1:pos x="T82" y="T83"/>
              </ns1:cxn>
              <ns1:cxn ang="0">
                <ns1:pos x="T84" y="T85"/>
              </ns1:cxn>
              <ns1:cxn ang="0">
                <ns1:pos x="T86" y="T87"/>
              </ns1:cxn>
              <ns1:cxn ang="0">
                <ns1:pos x="T88" y="T89"/>
              </ns1:cxn>
              <ns1:cxn ang="0">
                <ns1:pos x="T90" y="T91"/>
              </ns1:cxn>
              <ns1:cxn ang="0">
                <ns1:pos x="T92" y="T93"/>
              </ns1:cxn>
              <ns1:cxn ang="0">
                <ns1:pos x="T94" y="T95"/>
              </ns1:cxn>
              <ns1:cxn ang="0">
                <ns1:pos x="T96" y="T97"/>
              </ns1:cxn>
              <ns1:cxn ang="0">
                <ns1:pos x="T98" y="T99"/>
              </ns1:cxn>
            </ns1:cxnLst>
            <ns1:rect l="0" t="0" r="r" b="b"/>
            <ns1:pathLst>
              <ns1:path w="104" h="89">
                <ns1:moveTo>
                  <ns1:pt x="48" y="78"/>
                </ns1:moveTo>
                <ns1:cubicBezTo>
                  <ns1:pt x="48" y="80"/>
                  <ns1:pt x="47" y="82"/>
                  <ns1:pt x="44" y="82"/>
                </ns1:cubicBezTo>
                <ns1:cubicBezTo>
                  <ns1:pt x="43" y="82"/>
                  <ns1:pt x="42" y="82"/>
                  <ns1:pt x="42" y="81"/>
                </ns1:cubicBezTo>
                <ns1:cubicBezTo>
                  <ns1:pt x="21" y="60"/>
                  <ns1:pt x="21" y="60"/>
                  <ns1:pt x="21" y="60"/>
                </ns1:cubicBezTo>
                <ns1:cubicBezTo>
                  <ns1:pt x="4" y="60"/>
                  <ns1:pt x="4" y="60"/>
                  <ns1:pt x="4" y="60"/>
                </ns1:cubicBezTo>
                <ns1:cubicBezTo>
                  <ns1:pt x="2" y="60"/>
                  <ns1:pt x="0" y="58"/>
                  <ns1:pt x="0" y="56"/>
                </ns1:cubicBezTo>
                <ns1:cubicBezTo>
                  <ns1:pt x="0" y="32"/>
                  <ns1:pt x="0" y="32"/>
                  <ns1:pt x="0" y="32"/>
                </ns1:cubicBezTo>
                <ns1:cubicBezTo>
                  <ns1:pt x="0" y="30"/>
                  <ns1:pt x="2" y="28"/>
                  <ns1:pt x="4" y="28"/>
                </ns1:cubicBezTo>
                <ns1:cubicBezTo>
                  <ns1:pt x="21" y="28"/>
                  <ns1:pt x="21" y="28"/>
                  <ns1:pt x="21" y="28"/>
                </ns1:cubicBezTo>
                <ns1:cubicBezTo>
                  <ns1:pt x="42" y="7"/>
                  <ns1:pt x="42" y="7"/>
                  <ns1:pt x="42" y="7"/>
                </ns1:cubicBezTo>
                <ns1:cubicBezTo>
                  <ns1:pt x="42" y="7"/>
                  <ns1:pt x="43" y="6"/>
                  <ns1:pt x="44" y="6"/>
                </ns1:cubicBezTo>
                <ns1:cubicBezTo>
                  <ns1:pt x="47" y="6"/>
                  <ns1:pt x="48" y="8"/>
                  <ns1:pt x="48" y="10"/>
                </ns1:cubicBezTo>
                <ns1:lnTo>
                  <ns1:pt x="48" y="78"/>
                </ns1:lnTo>
                <ns1:close/>
                <ns1:moveTo>
                  <ns1:pt x="63" y="59"/>
                </ns1:moveTo>
                <ns1:cubicBezTo>
                  <ns1:pt x="62" y="59"/>
                  <ns1:pt x="62" y="59"/>
                  <ns1:pt x="61" y="59"/>
                </ns1:cubicBezTo>
                <ns1:cubicBezTo>
                  <ns1:pt x="59" y="59"/>
                  <ns1:pt x="57" y="57"/>
                  <ns1:pt x="57" y="55"/>
                </ns1:cubicBezTo>
                <ns1:cubicBezTo>
                  <ns1:pt x="57" y="50"/>
                  <ns1:pt x="64" y="52"/>
                  <ns1:pt x="64" y="44"/>
                </ns1:cubicBezTo>
                <ns1:cubicBezTo>
                  <ns1:pt x="64" y="37"/>
                  <ns1:pt x="57" y="38"/>
                  <ns1:pt x="57" y="33"/>
                </ns1:cubicBezTo>
                <ns1:cubicBezTo>
                  <ns1:pt x="57" y="31"/>
                  <ns1:pt x="59" y="29"/>
                  <ns1:pt x="61" y="29"/>
                </ns1:cubicBezTo>
                <ns1:cubicBezTo>
                  <ns1:pt x="62" y="29"/>
                  <ns1:pt x="62" y="29"/>
                  <ns1:pt x="63" y="30"/>
                </ns1:cubicBezTo>
                <ns1:cubicBezTo>
                  <ns1:pt x="69" y="32"/>
                  <ns1:pt x="72" y="38"/>
                  <ns1:pt x="72" y="44"/>
                </ns1:cubicBezTo>
                <ns1:cubicBezTo>
                  <ns1:pt x="72" y="50"/>
                  <ns1:pt x="69" y="57"/>
                  <ns1:pt x="63" y="59"/>
                </ns1:cubicBezTo>
                <ns1:close/>
                <ns1:moveTo>
                  <ns1:pt x="69" y="74"/>
                </ns1:moveTo>
                <ns1:cubicBezTo>
                  <ns1:pt x="69" y="74"/>
                  <ns1:pt x="68" y="74"/>
                  <ns1:pt x="67" y="74"/>
                </ns1:cubicBezTo>
                <ns1:cubicBezTo>
                  <ns1:pt x="65" y="74"/>
                  <ns1:pt x="63" y="72"/>
                  <ns1:pt x="63" y="70"/>
                </ns1:cubicBezTo>
                <ns1:cubicBezTo>
                  <ns1:pt x="63" y="68"/>
                  <ns1:pt x="64" y="67"/>
                  <ns1:pt x="66" y="66"/>
                </ns1:cubicBezTo>
                <ns1:cubicBezTo>
                  <ns1:pt x="68" y="65"/>
                  <ns1:pt x="69" y="65"/>
                  <ns1:pt x="71" y="64"/>
                </ns1:cubicBezTo>
                <ns1:cubicBezTo>
                  <ns1:pt x="77" y="59"/>
                  <ns1:pt x="80" y="52"/>
                  <ns1:pt x="80" y="44"/>
                </ns1:cubicBezTo>
                <ns1:cubicBezTo>
                  <ns1:pt x="80" y="37"/>
                  <ns1:pt x="77" y="29"/>
                  <ns1:pt x="71" y="25"/>
                </ns1:cubicBezTo>
                <ns1:cubicBezTo>
                  <ns1:pt x="69" y="24"/>
                  <ns1:pt x="68" y="23"/>
                  <ns1:pt x="66" y="22"/>
                </ns1:cubicBezTo>
                <ns1:cubicBezTo>
                  <ns1:pt x="64" y="21"/>
                  <ns1:pt x="63" y="20"/>
                  <ns1:pt x="63" y="19"/>
                </ns1:cubicBezTo>
                <ns1:cubicBezTo>
                  <ns1:pt x="63" y="16"/>
                  <ns1:pt x="65" y="15"/>
                  <ns1:pt x="67" y="15"/>
                </ns1:cubicBezTo>
                <ns1:cubicBezTo>
                  <ns1:pt x="68" y="15"/>
                  <ns1:pt x="69" y="15"/>
                  <ns1:pt x="69" y="15"/>
                </ns1:cubicBezTo>
                <ns1:cubicBezTo>
                  <ns1:pt x="81" y="20"/>
                  <ns1:pt x="88" y="32"/>
                  <ns1:pt x="88" y="44"/>
                </ns1:cubicBezTo>
                <ns1:cubicBezTo>
                  <ns1:pt x="88" y="57"/>
                  <ns1:pt x="81" y="69"/>
                  <ns1:pt x="69" y="74"/>
                </ns1:cubicBezTo>
                <ns1:close/>
                <ns1:moveTo>
                  <ns1:pt x="75" y="88"/>
                </ns1:moveTo>
                <ns1:cubicBezTo>
                  <ns1:pt x="75" y="88"/>
                  <ns1:pt x="74" y="89"/>
                  <ns1:pt x="74" y="89"/>
                </ns1:cubicBezTo>
                <ns1:cubicBezTo>
                  <ns1:pt x="72" y="89"/>
                  <ns1:pt x="70" y="87"/>
                  <ns1:pt x="70" y="85"/>
                </ns1:cubicBezTo>
                <ns1:cubicBezTo>
                  <ns1:pt x="70" y="83"/>
                  <ns1:pt x="71" y="82"/>
                  <ns1:pt x="72" y="81"/>
                </ns1:cubicBezTo>
                <ns1:cubicBezTo>
                  <ns1:pt x="73" y="80"/>
                  <ns1:pt x="74" y="80"/>
                  <ns1:pt x="75" y="80"/>
                </ns1:cubicBezTo>
                <ns1:cubicBezTo>
                  <ns1:pt x="77" y="79"/>
                  <ns1:pt x="78" y="78"/>
                  <ns1:pt x="80" y="76"/>
                </ns1:cubicBezTo>
                <ns1:cubicBezTo>
                  <ns1:pt x="90" y="69"/>
                  <ns1:pt x="96" y="57"/>
                  <ns1:pt x="96" y="44"/>
                </ns1:cubicBezTo>
                <ns1:cubicBezTo>
                  <ns1:pt x="96" y="31"/>
                  <ns1:pt x="90" y="20"/>
                  <ns1:pt x="80" y="12"/>
                </ns1:cubicBezTo>
                <ns1:cubicBezTo>
                  <ns1:pt x="78" y="11"/>
                  <ns1:pt x="77" y="10"/>
                  <ns1:pt x="75" y="9"/>
                </ns1:cubicBezTo>
                <ns1:cubicBezTo>
                  <ns1:pt x="74" y="8"/>
                  <ns1:pt x="73" y="8"/>
                  <ns1:pt x="72" y="8"/>
                </ns1:cubicBezTo>
                <ns1:cubicBezTo>
                  <ns1:pt x="71" y="7"/>
                  <ns1:pt x="70" y="6"/>
                  <ns1:pt x="70" y="4"/>
                </ns1:cubicBezTo>
                <ns1:cubicBezTo>
                  <ns1:pt x="70" y="2"/>
                  <ns1:pt x="72" y="0"/>
                  <ns1:pt x="74" y="0"/>
                </ns1:cubicBezTo>
                <ns1:cubicBezTo>
                  <ns1:pt x="74" y="0"/>
                  <ns1:pt x="75" y="0"/>
                  <ns1:pt x="75" y="0"/>
                </ns1:cubicBezTo>
                <ns1:cubicBezTo>
                  <ns1:pt x="93" y="8"/>
                  <ns1:pt x="104" y="25"/>
                  <ns1:pt x="104" y="44"/>
                </ns1:cubicBezTo>
                <ns1:cubicBezTo>
                  <ns1:pt x="104" y="63"/>
                  <ns1:pt x="93" y="81"/>
                  <ns1:pt x="75" y="88"/>
                </ns1:cubicBezTo>
                <ns1:close/>
              </ns1:path>
            </ns1:pathLst>
          </ns1:custGeom>
          <ns1:solidFill>
            <ns1:srgbClr val="010101"/>
          </ns1:solidFill>
          <ns1:ln>
            <ns1:noFill/>
          </ns1:ln>
          <ns1:extLst>
            <ns1:ext uri="{91240B29-F687-4F45-9708-019B960494DF}">
              <ns2:hiddenLine w="9525">
                <ns1:solidFill>
                  <ns1:srgbClr val="000000"/>
                </ns1:solidFill>
                <ns1:round/>
                <ns1:headEnd/>
                <ns1:tailEnd/>
              </ns2:hiddenLine>
            </ns1:ext>
          </ns1:extLst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en-US" sz="2700"/>
          </ns1:p>
        </ns0:txBody>
      </ns0:sp>
      <ns0:sp>
        <ns0:nvSpPr>
          <ns0:cNvPr id="96" name="Freeform 94"/>
          <ns0:cNvSpPr>
            <ns1:spLocks noEditPoints="1"/>
          </ns0:cNvSpPr>
          <ns0:nvPr/>
        </ns0:nvSpPr>
        <ns0:spPr bwMode="auto">
          <ns1:xfrm>
            <ns1:off x="6891338" y="2122488"/>
            <ns1:ext cx="330200" cy="331788"/>
          </ns1:xfrm>
          <ns1:custGeom>
            <ns1:avLst/>
            <ns1:gdLst>
              <ns1:gd name="T0" fmla="*/ 0 w 208"/>
              <ns1:gd name="T1" fmla="*/ 95 h 209"/>
              <ns1:gd name="T2" fmla="*/ 95 w 208"/>
              <ns1:gd name="T3" fmla="*/ 0 h 209"/>
              <ns1:gd name="T4" fmla="*/ 95 w 208"/>
              <ns1:gd name="T5" fmla="*/ 209 h 209"/>
              <ns1:gd name="T6" fmla="*/ 0 w 208"/>
              <ns1:gd name="T7" fmla="*/ 114 h 209"/>
              <ns1:gd name="T8" fmla="*/ 95 w 208"/>
              <ns1:gd name="T9" fmla="*/ 209 h 209"/>
              <ns1:gd name="T10" fmla="*/ 76 w 208"/>
              <ns1:gd name="T11" fmla="*/ 19 h 209"/>
              <ns1:gd name="T12" fmla="*/ 19 w 208"/>
              <ns1:gd name="T13" fmla="*/ 76 h 209"/>
              <ns1:gd name="T14" fmla="*/ 76 w 208"/>
              <ns1:gd name="T15" fmla="*/ 190 h 209"/>
              <ns1:gd name="T16" fmla="*/ 19 w 208"/>
              <ns1:gd name="T17" fmla="*/ 133 h 209"/>
              <ns1:gd name="T18" fmla="*/ 76 w 208"/>
              <ns1:gd name="T19" fmla="*/ 190 h 209"/>
              <ns1:gd name="T20" fmla="*/ 38 w 208"/>
              <ns1:gd name="T21" fmla="*/ 57 h 209"/>
              <ns1:gd name="T22" fmla="*/ 57 w 208"/>
              <ns1:gd name="T23" fmla="*/ 38 h 209"/>
              <ns1:gd name="T24" fmla="*/ 57 w 208"/>
              <ns1:gd name="T25" fmla="*/ 171 h 209"/>
              <ns1:gd name="T26" fmla="*/ 38 w 208"/>
              <ns1:gd name="T27" fmla="*/ 152 h 209"/>
              <ns1:gd name="T28" fmla="*/ 57 w 208"/>
              <ns1:gd name="T29" fmla="*/ 171 h 209"/>
              <ns1:gd name="T30" fmla="*/ 114 w 208"/>
              <ns1:gd name="T31" fmla="*/ 95 h 209"/>
              <ns1:gd name="T32" fmla="*/ 208 w 208"/>
              <ns1:gd name="T33" fmla="*/ 0 h 209"/>
              <ns1:gd name="T34" fmla="*/ 208 w 208"/>
              <ns1:gd name="T35" fmla="*/ 171 h 209"/>
              <ns1:gd name="T36" fmla="*/ 152 w 208"/>
              <ns1:gd name="T37" fmla="*/ 152 h 209"/>
              <ns1:gd name="T38" fmla="*/ 133 w 208"/>
              <ns1:gd name="T39" fmla="*/ 209 h 209"/>
              <ns1:gd name="T40" fmla="*/ 114 w 208"/>
              <ns1:gd name="T41" fmla="*/ 114 h 209"/>
              <ns1:gd name="T42" fmla="*/ 171 w 208"/>
              <ns1:gd name="T43" fmla="*/ 133 h 209"/>
              <ns1:gd name="T44" fmla="*/ 189 w 208"/>
              <ns1:gd name="T45" fmla="*/ 114 h 209"/>
              <ns1:gd name="T46" fmla="*/ 208 w 208"/>
              <ns1:gd name="T47" fmla="*/ 171 h 209"/>
              <ns1:gd name="T48" fmla="*/ 189 w 208"/>
              <ns1:gd name="T49" fmla="*/ 19 h 209"/>
              <ns1:gd name="T50" fmla="*/ 133 w 208"/>
              <ns1:gd name="T51" fmla="*/ 76 h 209"/>
              <ns1:gd name="T52" fmla="*/ 171 w 208"/>
              <ns1:gd name="T53" fmla="*/ 57 h 209"/>
              <ns1:gd name="T54" fmla="*/ 152 w 208"/>
              <ns1:gd name="T55" fmla="*/ 38 h 209"/>
              <ns1:gd name="T56" fmla="*/ 171 w 208"/>
              <ns1:gd name="T57" fmla="*/ 57 h 209"/>
              <ns1:gd name="T58" fmla="*/ 152 w 208"/>
              <ns1:gd name="T59" fmla="*/ 209 h 209"/>
              <ns1:gd name="T60" fmla="*/ 171 w 208"/>
              <ns1:gd name="T61" fmla="*/ 190 h 209"/>
              <ns1:gd name="T62" fmla="*/ 208 w 208"/>
              <ns1:gd name="T63" fmla="*/ 209 h 209"/>
              <ns1:gd name="T64" fmla="*/ 189 w 208"/>
              <ns1:gd name="T65" fmla="*/ 190 h 209"/>
              <ns1:gd name="T66" fmla="*/ 208 w 208"/>
              <ns1:gd name="T67" fmla="*/ 209 h 209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  <ns1:cxn ang="0">
                <ns1:pos x="T32" y="T33"/>
              </ns1:cxn>
              <ns1:cxn ang="0">
                <ns1:pos x="T34" y="T35"/>
              </ns1:cxn>
              <ns1:cxn ang="0">
                <ns1:pos x="T36" y="T37"/>
              </ns1:cxn>
              <ns1:cxn ang="0">
                <ns1:pos x="T38" y="T39"/>
              </ns1:cxn>
              <ns1:cxn ang="0">
                <ns1:pos x="T40" y="T41"/>
              </ns1:cxn>
              <ns1:cxn ang="0">
                <ns1:pos x="T42" y="T43"/>
              </ns1:cxn>
              <ns1:cxn ang="0">
                <ns1:pos x="T44" y="T45"/>
              </ns1:cxn>
              <ns1:cxn ang="0">
                <ns1:pos x="T46" y="T47"/>
              </ns1:cxn>
              <ns1:cxn ang="0">
                <ns1:pos x="T48" y="T49"/>
              </ns1:cxn>
              <ns1:cxn ang="0">
                <ns1:pos x="T50" y="T51"/>
              </ns1:cxn>
              <ns1:cxn ang="0">
                <ns1:pos x="T52" y="T53"/>
              </ns1:cxn>
              <ns1:cxn ang="0">
                <ns1:pos x="T54" y="T55"/>
              </ns1:cxn>
              <ns1:cxn ang="0">
                <ns1:pos x="T56" y="T57"/>
              </ns1:cxn>
              <ns1:cxn ang="0">
                <ns1:pos x="T58" y="T59"/>
              </ns1:cxn>
              <ns1:cxn ang="0">
                <ns1:pos x="T60" y="T61"/>
              </ns1:cxn>
              <ns1:cxn ang="0">
                <ns1:pos x="T62" y="T63"/>
              </ns1:cxn>
              <ns1:cxn ang="0">
                <ns1:pos x="T64" y="T65"/>
              </ns1:cxn>
              <ns1:cxn ang="0">
                <ns1:pos x="T66" y="T67"/>
              </ns1:cxn>
            </ns1:cxnLst>
            <ns1:rect l="0" t="0" r="r" b="b"/>
            <ns1:pathLst>
              <ns1:path w="208" h="209">
                <ns1:moveTo>
                  <ns1:pt x="95" y="95"/>
                </ns1:moveTo>
                <ns1:lnTo>
                  <ns1:pt x="0" y="95"/>
                </ns1:lnTo>
                <ns1:lnTo>
                  <ns1:pt x="0" y="0"/>
                </ns1:lnTo>
                <ns1:lnTo>
                  <ns1:pt x="95" y="0"/>
                </ns1:lnTo>
                <ns1:lnTo>
                  <ns1:pt x="95" y="95"/>
                </ns1:lnTo>
                <ns1:close/>
                <ns1:moveTo>
                  <ns1:pt x="95" y="209"/>
                </ns1:moveTo>
                <ns1:lnTo>
                  <ns1:pt x="0" y="209"/>
                </ns1:lnTo>
                <ns1:lnTo>
                  <ns1:pt x="0" y="114"/>
                </ns1:lnTo>
                <ns1:lnTo>
                  <ns1:pt x="95" y="114"/>
                </ns1:lnTo>
                <ns1:lnTo>
                  <ns1:pt x="95" y="209"/>
                </ns1:lnTo>
                <ns1:close/>
                <ns1:moveTo>
                  <ns1:pt x="76" y="76"/>
                </ns1:moveTo>
                <ns1:lnTo>
                  <ns1:pt x="76" y="19"/>
                </ns1:lnTo>
                <ns1:lnTo>
                  <ns1:pt x="19" y="19"/>
                </ns1:lnTo>
                <ns1:lnTo>
                  <ns1:pt x="19" y="76"/>
                </ns1:lnTo>
                <ns1:lnTo>
                  <ns1:pt x="76" y="76"/>
                </ns1:lnTo>
                <ns1:close/>
                <ns1:moveTo>
                  <ns1:pt x="76" y="190"/>
                </ns1:moveTo>
                <ns1:lnTo>
                  <ns1:pt x="76" y="133"/>
                </ns1:lnTo>
                <ns1:lnTo>
                  <ns1:pt x="19" y="133"/>
                </ns1:lnTo>
                <ns1:lnTo>
                  <ns1:pt x="19" y="190"/>
                </ns1:lnTo>
                <ns1:lnTo>
                  <ns1:pt x="76" y="190"/>
                </ns1:lnTo>
                <ns1:close/>
                <ns1:moveTo>
                  <ns1:pt x="57" y="57"/>
                </ns1:moveTo>
                <ns1:lnTo>
                  <ns1:pt x="38" y="57"/>
                </ns1:lnTo>
                <ns1:lnTo>
                  <ns1:pt x="38" y="38"/>
                </ns1:lnTo>
                <ns1:lnTo>
                  <ns1:pt x="57" y="38"/>
                </ns1:lnTo>
                <ns1:lnTo>
                  <ns1:pt x="57" y="57"/>
                </ns1:lnTo>
                <ns1:close/>
                <ns1:moveTo>
                  <ns1:pt x="57" y="171"/>
                </ns1:moveTo>
                <ns1:lnTo>
                  <ns1:pt x="38" y="171"/>
                </ns1:lnTo>
                <ns1:lnTo>
                  <ns1:pt x="38" y="152"/>
                </ns1:lnTo>
                <ns1:lnTo>
                  <ns1:pt x="57" y="152"/>
                </ns1:lnTo>
                <ns1:lnTo>
                  <ns1:pt x="57" y="171"/>
                </ns1:lnTo>
                <ns1:close/>
                <ns1:moveTo>
                  <ns1:pt x="208" y="95"/>
                </ns1:moveTo>
                <ns1:lnTo>
                  <ns1:pt x="114" y="95"/>
                </ns1:lnTo>
                <ns1:lnTo>
                  <ns1:pt x="114" y="0"/>
                </ns1:lnTo>
                <ns1:lnTo>
                  <ns1:pt x="208" y="0"/>
                </ns1:lnTo>
                <ns1:lnTo>
                  <ns1:pt x="208" y="95"/>
                </ns1:lnTo>
                <ns1:close/>
                <ns1:moveTo>
                  <ns1:pt x="208" y="171"/>
                </ns1:moveTo>
                <ns1:lnTo>
                  <ns1:pt x="152" y="171"/>
                </ns1:lnTo>
                <ns1:lnTo>
                  <ns1:pt x="152" y="152"/>
                </ns1:lnTo>
                <ns1:lnTo>
                  <ns1:pt x="133" y="152"/>
                </ns1:lnTo>
                <ns1:lnTo>
                  <ns1:pt x="133" y="209"/>
                </ns1:lnTo>
                <ns1:lnTo>
                  <ns1:pt x="114" y="209"/>
                </ns1:lnTo>
                <ns1:lnTo>
                  <ns1:pt x="114" y="114"/>
                </ns1:lnTo>
                <ns1:lnTo>
                  <ns1:pt x="171" y="114"/>
                </ns1:lnTo>
                <ns1:lnTo>
                  <ns1:pt x="171" y="133"/>
                </ns1:lnTo>
                <ns1:lnTo>
                  <ns1:pt x="189" y="133"/>
                </ns1:lnTo>
                <ns1:lnTo>
                  <ns1:pt x="189" y="114"/>
                </ns1:lnTo>
                <ns1:lnTo>
                  <ns1:pt x="208" y="114"/>
                </ns1:lnTo>
                <ns1:lnTo>
                  <ns1:pt x="208" y="171"/>
                </ns1:lnTo>
                <ns1:close/>
                <ns1:moveTo>
                  <ns1:pt x="189" y="76"/>
                </ns1:moveTo>
                <ns1:lnTo>
                  <ns1:pt x="189" y="19"/>
                </ns1:lnTo>
                <ns1:lnTo>
                  <ns1:pt x="133" y="19"/>
                </ns1:lnTo>
                <ns1:lnTo>
                  <ns1:pt x="133" y="76"/>
                </ns1:lnTo>
                <ns1:lnTo>
                  <ns1:pt x="189" y="76"/>
                </ns1:lnTo>
                <ns1:close/>
                <ns1:moveTo>
                  <ns1:pt x="171" y="57"/>
                </ns1:moveTo>
                <ns1:lnTo>
                  <ns1:pt x="152" y="57"/>
                </ns1:lnTo>
                <ns1:lnTo>
                  <ns1:pt x="152" y="38"/>
                </ns1:lnTo>
                <ns1:lnTo>
                  <ns1:pt x="171" y="38"/>
                </ns1:lnTo>
                <ns1:lnTo>
                  <ns1:pt x="171" y="57"/>
                </ns1:lnTo>
                <ns1:close/>
                <ns1:moveTo>
                  <ns1:pt x="171" y="209"/>
                </ns1:moveTo>
                <ns1:lnTo>
                  <ns1:pt x="152" y="209"/>
                </ns1:lnTo>
                <ns1:lnTo>
                  <ns1:pt x="152" y="190"/>
                </ns1:lnTo>
                <ns1:lnTo>
                  <ns1:pt x="171" y="190"/>
                </ns1:lnTo>
                <ns1:lnTo>
                  <ns1:pt x="171" y="209"/>
                </ns1:lnTo>
                <ns1:close/>
                <ns1:moveTo>
                  <ns1:pt x="208" y="209"/>
                </ns1:moveTo>
                <ns1:lnTo>
                  <ns1:pt x="189" y="209"/>
                </ns1:lnTo>
                <ns1:lnTo>
                  <ns1:pt x="189" y="190"/>
                </ns1:lnTo>
                <ns1:lnTo>
                  <ns1:pt x="208" y="190"/>
                </ns1:lnTo>
                <ns1:lnTo>
                  <ns1:pt x="208" y="209"/>
                </ns1:lnTo>
                <ns1:close/>
              </ns1:path>
            </ns1:pathLst>
          </ns1:custGeom>
          <ns1:solidFill>
            <ns1:srgbClr val="010101"/>
          </ns1:solidFill>
          <ns1:ln>
            <ns1:noFill/>
          </ns1:ln>
          <ns1:extLst>
            <ns1:ext uri="{91240B29-F687-4F45-9708-019B960494DF}">
              <ns2:hiddenLine w="9525">
                <ns1:solidFill>
                  <ns1:srgbClr val="000000"/>
                </ns1:solidFill>
                <ns1:round/>
                <ns1:headEnd/>
                <ns1:tailEnd/>
              </ns2:hiddenLine>
            </ns1:ext>
          </ns1:extLst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en-US" sz="2700"/>
          </ns1:p>
        </ns0:txBody>
      </ns0:sp>
      <ns0:sp>
        <ns0:nvSpPr>
          <ns0:cNvPr id="97" name="Freeform 95"/>
          <ns0:cNvSpPr>
            <ns1:spLocks noEditPoints="1"/>
          </ns0:cNvSpPr>
          <ns0:nvPr/>
        </ns0:nvSpPr>
        <ns0:spPr bwMode="auto">
          <ns1:xfrm>
            <ns1:off x="7507289" y="2108202"/>
            <ns1:ext cx="390525" cy="376238"/>
          </ns1:xfrm>
          <ns1:custGeom>
            <ns1:avLst/>
            <ns1:gdLst>
              <ns1:gd name="T0" fmla="*/ 102 w 104"/>
              <ns1:gd name="T1" fmla="*/ 52 h 100"/>
              <ns1:gd name="T2" fmla="*/ 101 w 104"/>
              <ns1:gd name="T3" fmla="*/ 51 h 100"/>
              <ns1:gd name="T4" fmla="*/ 89 w 104"/>
              <ns1:gd name="T5" fmla="*/ 45 h 100"/>
              <ns1:gd name="T6" fmla="*/ 74 w 104"/>
              <ns1:gd name="T7" fmla="*/ 54 h 100"/>
              <ns1:gd name="T8" fmla="*/ 72 w 104"/>
              <ns1:gd name="T9" fmla="*/ 57 h 100"/>
              <ns1:gd name="T10" fmla="*/ 71 w 104"/>
              <ns1:gd name="T11" fmla="*/ 58 h 100"/>
              <ns1:gd name="T12" fmla="*/ 69 w 104"/>
              <ns1:gd name="T13" fmla="*/ 57 h 100"/>
              <ns1:gd name="T14" fmla="*/ 67 w 104"/>
              <ns1:gd name="T15" fmla="*/ 54 h 100"/>
              <ns1:gd name="T16" fmla="*/ 52 w 104"/>
              <ns1:gd name="T17" fmla="*/ 45 h 100"/>
              <ns1:gd name="T18" fmla="*/ 38 w 104"/>
              <ns1:gd name="T19" fmla="*/ 54 h 100"/>
              <ns1:gd name="T20" fmla="*/ 36 w 104"/>
              <ns1:gd name="T21" fmla="*/ 57 h 100"/>
              <ns1:gd name="T22" fmla="*/ 34 w 104"/>
              <ns1:gd name="T23" fmla="*/ 58 h 100"/>
              <ns1:gd name="T24" fmla="*/ 32 w 104"/>
              <ns1:gd name="T25" fmla="*/ 57 h 100"/>
              <ns1:gd name="T26" fmla="*/ 30 w 104"/>
              <ns1:gd name="T27" fmla="*/ 54 h 100"/>
              <ns1:gd name="T28" fmla="*/ 16 w 104"/>
              <ns1:gd name="T29" fmla="*/ 45 h 100"/>
              <ns1:gd name="T30" fmla="*/ 4 w 104"/>
              <ns1:gd name="T31" fmla="*/ 51 h 100"/>
              <ns1:gd name="T32" fmla="*/ 2 w 104"/>
              <ns1:gd name="T33" fmla="*/ 52 h 100"/>
              <ns1:gd name="T34" fmla="*/ 0 w 104"/>
              <ns1:gd name="T35" fmla="*/ 50 h 100"/>
              <ns1:gd name="T36" fmla="*/ 0 w 104"/>
              <ns1:gd name="T37" fmla="*/ 49 h 100"/>
              <ns1:gd name="T38" fmla="*/ 52 w 104"/>
              <ns1:gd name="T39" fmla="*/ 12 h 100"/>
              <ns1:gd name="T40" fmla="*/ 104 w 104"/>
              <ns1:gd name="T41" fmla="*/ 49 h 100"/>
              <ns1:gd name="T42" fmla="*/ 104 w 104"/>
              <ns1:gd name="T43" fmla="*/ 50 h 100"/>
              <ns1:gd name="T44" fmla="*/ 102 w 104"/>
              <ns1:gd name="T45" fmla="*/ 52 h 100"/>
              <ns1:gd name="T46" fmla="*/ 56 w 104"/>
              <ns1:gd name="T47" fmla="*/ 84 h 100"/>
              <ns1:gd name="T48" fmla="*/ 40 w 104"/>
              <ns1:gd name="T49" fmla="*/ 100 h 100"/>
              <ns1:gd name="T50" fmla="*/ 24 w 104"/>
              <ns1:gd name="T51" fmla="*/ 84 h 100"/>
              <ns1:gd name="T52" fmla="*/ 28 w 104"/>
              <ns1:gd name="T53" fmla="*/ 80 h 100"/>
              <ns1:gd name="T54" fmla="*/ 32 w 104"/>
              <ns1:gd name="T55" fmla="*/ 84 h 100"/>
              <ns1:gd name="T56" fmla="*/ 40 w 104"/>
              <ns1:gd name="T57" fmla="*/ 92 h 100"/>
              <ns1:gd name="T58" fmla="*/ 48 w 104"/>
              <ns1:gd name="T59" fmla="*/ 84 h 100"/>
              <ns1:gd name="T60" fmla="*/ 48 w 104"/>
              <ns1:gd name="T61" fmla="*/ 48 h 100"/>
              <ns1:gd name="T62" fmla="*/ 52 w 104"/>
              <ns1:gd name="T63" fmla="*/ 47 h 100"/>
              <ns1:gd name="T64" fmla="*/ 56 w 104"/>
              <ns1:gd name="T65" fmla="*/ 48 h 100"/>
              <ns1:gd name="T66" fmla="*/ 56 w 104"/>
              <ns1:gd name="T67" fmla="*/ 84 h 100"/>
              <ns1:gd name="T68" fmla="*/ 56 w 104"/>
              <ns1:gd name="T69" fmla="*/ 10 h 100"/>
              <ns1:gd name="T70" fmla="*/ 52 w 104"/>
              <ns1:gd name="T71" fmla="*/ 10 h 100"/>
              <ns1:gd name="T72" fmla="*/ 48 w 104"/>
              <ns1:gd name="T73" fmla="*/ 10 h 100"/>
              <ns1:gd name="T74" fmla="*/ 48 w 104"/>
              <ns1:gd name="T75" fmla="*/ 4 h 100"/>
              <ns1:gd name="T76" fmla="*/ 52 w 104"/>
              <ns1:gd name="T77" fmla="*/ 0 h 100"/>
              <ns1:gd name="T78" fmla="*/ 56 w 104"/>
              <ns1:gd name="T79" fmla="*/ 4 h 100"/>
              <ns1:gd name="T80" fmla="*/ 56 w 104"/>
              <ns1:gd name="T81" fmla="*/ 10 h 100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  <ns1:cxn ang="0">
                <ns1:pos x="T32" y="T33"/>
              </ns1:cxn>
              <ns1:cxn ang="0">
                <ns1:pos x="T34" y="T35"/>
              </ns1:cxn>
              <ns1:cxn ang="0">
                <ns1:pos x="T36" y="T37"/>
              </ns1:cxn>
              <ns1:cxn ang="0">
                <ns1:pos x="T38" y="T39"/>
              </ns1:cxn>
              <ns1:cxn ang="0">
                <ns1:pos x="T40" y="T41"/>
              </ns1:cxn>
              <ns1:cxn ang="0">
                <ns1:pos x="T42" y="T43"/>
              </ns1:cxn>
              <ns1:cxn ang="0">
                <ns1:pos x="T44" y="T45"/>
              </ns1:cxn>
              <ns1:cxn ang="0">
                <ns1:pos x="T46" y="T47"/>
              </ns1:cxn>
              <ns1:cxn ang="0">
                <ns1:pos x="T48" y="T49"/>
              </ns1:cxn>
              <ns1:cxn ang="0">
                <ns1:pos x="T50" y="T51"/>
              </ns1:cxn>
              <ns1:cxn ang="0">
                <ns1:pos x="T52" y="T53"/>
              </ns1:cxn>
              <ns1:cxn ang="0">
                <ns1:pos x="T54" y="T55"/>
              </ns1:cxn>
              <ns1:cxn ang="0">
                <ns1:pos x="T56" y="T57"/>
              </ns1:cxn>
              <ns1:cxn ang="0">
                <ns1:pos x="T58" y="T59"/>
              </ns1:cxn>
              <ns1:cxn ang="0">
                <ns1:pos x="T60" y="T61"/>
              </ns1:cxn>
              <ns1:cxn ang="0">
                <ns1:pos x="T62" y="T63"/>
              </ns1:cxn>
              <ns1:cxn ang="0">
                <ns1:pos x="T64" y="T65"/>
              </ns1:cxn>
              <ns1:cxn ang="0">
                <ns1:pos x="T66" y="T67"/>
              </ns1:cxn>
              <ns1:cxn ang="0">
                <ns1:pos x="T68" y="T69"/>
              </ns1:cxn>
              <ns1:cxn ang="0">
                <ns1:pos x="T70" y="T71"/>
              </ns1:cxn>
              <ns1:cxn ang="0">
                <ns1:pos x="T72" y="T73"/>
              </ns1:cxn>
              <ns1:cxn ang="0">
                <ns1:pos x="T74" y="T75"/>
              </ns1:cxn>
              <ns1:cxn ang="0">
                <ns1:pos x="T76" y="T77"/>
              </ns1:cxn>
              <ns1:cxn ang="0">
                <ns1:pos x="T78" y="T79"/>
              </ns1:cxn>
              <ns1:cxn ang="0">
                <ns1:pos x="T80" y="T81"/>
              </ns1:cxn>
            </ns1:cxnLst>
            <ns1:rect l="0" t="0" r="r" b="b"/>
            <ns1:pathLst>
              <ns1:path w="104" h="100">
                <ns1:moveTo>
                  <ns1:pt x="102" y="52"/>
                </ns1:moveTo>
                <ns1:cubicBezTo>
                  <ns1:pt x="102" y="52"/>
                  <ns1:pt x="101" y="51"/>
                  <ns1:pt x="101" y="51"/>
                </ns1:cubicBezTo>
                <ns1:cubicBezTo>
                  <ns1:pt x="97" y="48"/>
                  <ns1:pt x="94" y="45"/>
                  <ns1:pt x="89" y="45"/>
                </ns1:cubicBezTo>
                <ns1:cubicBezTo>
                  <ns1:pt x="83" y="45"/>
                  <ns1:pt x="78" y="49"/>
                  <ns1:pt x="74" y="54"/>
                </ns1:cubicBezTo>
                <ns1:cubicBezTo>
                  <ns1:pt x="74" y="55"/>
                  <ns1:pt x="73" y="56"/>
                  <ns1:pt x="72" y="57"/>
                </ns1:cubicBezTo>
                <ns1:cubicBezTo>
                  <ns1:pt x="72" y="58"/>
                  <ns1:pt x="71" y="58"/>
                  <ns1:pt x="71" y="58"/>
                </ns1:cubicBezTo>
                <ns1:cubicBezTo>
                  <ns1:pt x="70" y="58"/>
                  <ns1:pt x="69" y="58"/>
                  <ns1:pt x="69" y="57"/>
                </ns1:cubicBezTo>
                <ns1:cubicBezTo>
                  <ns1:pt x="68" y="56"/>
                  <ns1:pt x="67" y="55"/>
                  <ns1:pt x="67" y="54"/>
                </ns1:cubicBezTo>
                <ns1:cubicBezTo>
                  <ns1:pt x="63" y="49"/>
                  <ns1:pt x="58" y="45"/>
                  <ns1:pt x="52" y="45"/>
                </ns1:cubicBezTo>
                <ns1:cubicBezTo>
                  <ns1:pt x="46" y="45"/>
                  <ns1:pt x="41" y="49"/>
                  <ns1:pt x="38" y="54"/>
                </ns1:cubicBezTo>
                <ns1:cubicBezTo>
                  <ns1:pt x="37" y="55"/>
                  <ns1:pt x="37" y="56"/>
                  <ns1:pt x="36" y="57"/>
                </ns1:cubicBezTo>
                <ns1:cubicBezTo>
                  <ns1:pt x="36" y="58"/>
                  <ns1:pt x="35" y="58"/>
                  <ns1:pt x="34" y="58"/>
                </ns1:cubicBezTo>
                <ns1:cubicBezTo>
                  <ns1:pt x="33" y="58"/>
                  <ns1:pt x="33" y="58"/>
                  <ns1:pt x="32" y="57"/>
                </ns1:cubicBezTo>
                <ns1:cubicBezTo>
                  <ns1:pt x="32" y="56"/>
                  <ns1:pt x="31" y="55"/>
                  <ns1:pt x="30" y="54"/>
                </ns1:cubicBezTo>
                <ns1:cubicBezTo>
                  <ns1:pt x="27" y="49"/>
                  <ns1:pt x="22" y="45"/>
                  <ns1:pt x="16" y="45"/>
                </ns1:cubicBezTo>
                <ns1:cubicBezTo>
                  <ns1:pt x="11" y="45"/>
                  <ns1:pt x="7" y="48"/>
                  <ns1:pt x="4" y="51"/>
                </ns1:cubicBezTo>
                <ns1:cubicBezTo>
                  <ns1:pt x="3" y="51"/>
                  <ns1:pt x="3" y="52"/>
                  <ns1:pt x="2" y="52"/>
                </ns1:cubicBezTo>
                <ns1:cubicBezTo>
                  <ns1:pt x="1" y="52"/>
                  <ns1:pt x="0" y="51"/>
                  <ns1:pt x="0" y="50"/>
                </ns1:cubicBezTo>
                <ns1:cubicBezTo>
                  <ns1:pt x="0" y="49"/>
                  <ns1:pt x="0" y="49"/>
                  <ns1:pt x="0" y="49"/>
                </ns1:cubicBezTo>
                <ns1:cubicBezTo>
                  <ns1:pt x="6" y="26"/>
                  <ns1:pt x="29" y="12"/>
                  <ns1:pt x="52" y="12"/>
                </ns1:cubicBezTo>
                <ns1:cubicBezTo>
                  <ns1:pt x="76" y="12"/>
                  <ns1:pt x="99" y="26"/>
                  <ns1:pt x="104" y="49"/>
                </ns1:cubicBezTo>
                <ns1:cubicBezTo>
                  <ns1:pt x="104" y="49"/>
                  <ns1:pt x="104" y="49"/>
                  <ns1:pt x="104" y="50"/>
                </ns1:cubicBezTo>
                <ns1:cubicBezTo>
                  <ns1:pt x="104" y="51"/>
                  <ns1:pt x="103" y="52"/>
                  <ns1:pt x="102" y="52"/>
                </ns1:cubicBezTo>
                <ns1:close/>
                <ns1:moveTo>
                  <ns1:pt x="56" y="84"/>
                </ns1:moveTo>
                <ns1:cubicBezTo>
                  <ns1:pt x="56" y="93"/>
                  <ns1:pt x="49" y="100"/>
                  <ns1:pt x="40" y="100"/>
                </ns1:cubicBezTo>
                <ns1:cubicBezTo>
                  <ns1:pt x="32" y="100"/>
                  <ns1:pt x="24" y="93"/>
                  <ns1:pt x="24" y="84"/>
                </ns1:cubicBezTo>
                <ns1:cubicBezTo>
                  <ns1:pt x="24" y="82"/>
                  <ns1:pt x="26" y="80"/>
                  <ns1:pt x="28" y="80"/>
                </ns1:cubicBezTo>
                <ns1:cubicBezTo>
                  <ns1:pt x="31" y="80"/>
                  <ns1:pt x="32" y="82"/>
                  <ns1:pt x="32" y="84"/>
                </ns1:cubicBezTo>
                <ns1:cubicBezTo>
                  <ns1:pt x="32" y="88"/>
                  <ns1:pt x="36" y="92"/>
                  <ns1:pt x="40" y="92"/>
                </ns1:cubicBezTo>
                <ns1:cubicBezTo>
                  <ns1:pt x="45" y="92"/>
                  <ns1:pt x="48" y="88"/>
                  <ns1:pt x="48" y="84"/>
                </ns1:cubicBezTo>
                <ns1:cubicBezTo>
                  <ns1:pt x="48" y="48"/>
                  <ns1:pt x="48" y="48"/>
                  <ns1:pt x="48" y="48"/>
                </ns1:cubicBezTo>
                <ns1:cubicBezTo>
                  <ns1:pt x="50" y="48"/>
                  <ns1:pt x="51" y="47"/>
                  <ns1:pt x="52" y="47"/>
                </ns1:cubicBezTo>
                <ns1:cubicBezTo>
                  <ns1:pt x="54" y="47"/>
                  <ns1:pt x="55" y="48"/>
                  <ns1:pt x="56" y="48"/>
                </ns1:cubicBezTo>
                <ns1:lnTo>
                  <ns1:pt x="56" y="84"/>
                </ns1:lnTo>
                <ns1:close/>
                <ns1:moveTo>
                  <ns1:pt x="56" y="10"/>
                </ns1:moveTo>
                <ns1:cubicBezTo>
                  <ns1:pt x="55" y="10"/>
                  <ns1:pt x="54" y="10"/>
                  <ns1:pt x="52" y="10"/>
                </ns1:cubicBezTo>
                <ns1:cubicBezTo>
                  <ns1:pt x="51" y="10"/>
                  <ns1:pt x="50" y="10"/>
                  <ns1:pt x="48" y="10"/>
                </ns1:cubicBezTo>
                <ns1:cubicBezTo>
                  <ns1:pt x="48" y="4"/>
                  <ns1:pt x="48" y="4"/>
                  <ns1:pt x="48" y="4"/>
                </ns1:cubicBezTo>
                <ns1:cubicBezTo>
                  <ns1:pt x="48" y="2"/>
                  <ns1:pt x="50" y="0"/>
                  <ns1:pt x="52" y="0"/>
                </ns1:cubicBezTo>
                <ns1:cubicBezTo>
                  <ns1:pt x="55" y="0"/>
                  <ns1:pt x="56" y="2"/>
                  <ns1:pt x="56" y="4"/>
                </ns1:cubicBezTo>
                <ns1:lnTo>
                  <ns1:pt x="56" y="10"/>
                </ns1:lnTo>
                <ns1:close/>
              </ns1:path>
            </ns1:pathLst>
          </ns1:custGeom>
          <ns1:solidFill>
            <ns1:srgbClr val="010101"/>
          </ns1:solidFill>
          <ns1:ln>
            <ns1:noFill/>
          </ns1:ln>
          <ns1:extLst>
            <ns1:ext uri="{91240B29-F687-4F45-9708-019B960494DF}">
              <ns2:hiddenLine w="9525">
                <ns1:solidFill>
                  <ns1:srgbClr val="000000"/>
                </ns1:solidFill>
                <ns1:round/>
                <ns1:headEnd/>
                <ns1:tailEnd/>
              </ns2:hiddenLine>
            </ns1:ext>
          </ns1:extLst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en-US" sz="2700"/>
          </ns1:p>
        </ns0:txBody>
      </ns0:sp>
      <ns0:sp>
        <ns0:nvSpPr>
          <ns0:cNvPr id="98" name="Freeform 96"/>
          <ns0:cNvSpPr>
            <ns1:spLocks noEditPoints="1"/>
          </ns0:cNvSpPr>
          <ns0:nvPr/>
        </ns0:nvSpPr>
        <ns0:spPr bwMode="auto">
          <ns1:xfrm>
            <ns1:off x="8167688" y="2122488"/>
            <ns1:ext cx="357188" cy="357188"/>
          </ns1:xfrm>
          <ns1:custGeom>
            <ns1:avLst/>
            <ns1:gdLst>
              <ns1:gd name="T0" fmla="*/ 92 w 95"/>
              <ns1:gd name="T1" fmla="*/ 62 h 95"/>
              <ns1:gd name="T2" fmla="*/ 62 w 95"/>
              <ns1:gd name="T3" fmla="*/ 93 h 95"/>
              <ns1:gd name="T4" fmla="*/ 56 w 95"/>
              <ns1:gd name="T5" fmla="*/ 95 h 95"/>
              <ns1:gd name="T6" fmla="*/ 51 w 95"/>
              <ns1:gd name="T7" fmla="*/ 93 h 95"/>
              <ns1:gd name="T8" fmla="*/ 6 w 95"/>
              <ns1:gd name="T9" fmla="*/ 48 h 95"/>
              <ns1:gd name="T10" fmla="*/ 0 w 95"/>
              <ns1:gd name="T11" fmla="*/ 34 h 95"/>
              <ns1:gd name="T12" fmla="*/ 0 w 95"/>
              <ns1:gd name="T13" fmla="*/ 8 h 95"/>
              <ns1:gd name="T14" fmla="*/ 8 w 95"/>
              <ns1:gd name="T15" fmla="*/ 0 h 95"/>
              <ns1:gd name="T16" fmla="*/ 34 w 95"/>
              <ns1:gd name="T17" fmla="*/ 0 h 95"/>
              <ns1:gd name="T18" fmla="*/ 48 w 95"/>
              <ns1:gd name="T19" fmla="*/ 6 h 95"/>
              <ns1:gd name="T20" fmla="*/ 92 w 95"/>
              <ns1:gd name="T21" fmla="*/ 51 h 95"/>
              <ns1:gd name="T22" fmla="*/ 95 w 95"/>
              <ns1:gd name="T23" fmla="*/ 56 h 95"/>
              <ns1:gd name="T24" fmla="*/ 92 w 95"/>
              <ns1:gd name="T25" fmla="*/ 62 h 95"/>
              <ns1:gd name="T26" fmla="*/ 20 w 95"/>
              <ns1:gd name="T27" fmla="*/ 12 h 95"/>
              <ns1:gd name="T28" fmla="*/ 12 w 95"/>
              <ns1:gd name="T29" fmla="*/ 20 h 95"/>
              <ns1:gd name="T30" fmla="*/ 20 w 95"/>
              <ns1:gd name="T31" fmla="*/ 28 h 95"/>
              <ns1:gd name="T32" fmla="*/ 28 w 95"/>
              <ns1:gd name="T33" fmla="*/ 20 h 95"/>
              <ns1:gd name="T34" fmla="*/ 20 w 95"/>
              <ns1:gd name="T35" fmla="*/ 12 h 95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  <ns1:cxn ang="0">
                <ns1:pos x="T32" y="T33"/>
              </ns1:cxn>
              <ns1:cxn ang="0">
                <ns1:pos x="T34" y="T35"/>
              </ns1:cxn>
            </ns1:cxnLst>
            <ns1:rect l="0" t="0" r="r" b="b"/>
            <ns1:pathLst>
              <ns1:path w="95" h="95">
                <ns1:moveTo>
                  <ns1:pt x="92" y="62"/>
                </ns1:moveTo>
                <ns1:cubicBezTo>
                  <ns1:pt x="62" y="93"/>
                  <ns1:pt x="62" y="93"/>
                  <ns1:pt x="62" y="93"/>
                </ns1:cubicBezTo>
                <ns1:cubicBezTo>
                  <ns1:pt x="60" y="94"/>
                  <ns1:pt x="58" y="95"/>
                  <ns1:pt x="56" y="95"/>
                </ns1:cubicBezTo>
                <ns1:cubicBezTo>
                  <ns1:pt x="54" y="95"/>
                  <ns1:pt x="52" y="94"/>
                  <ns1:pt x="51" y="93"/>
                </ns1:cubicBezTo>
                <ns1:cubicBezTo>
                  <ns1:pt x="6" y="48"/>
                  <ns1:pt x="6" y="48"/>
                  <ns1:pt x="6" y="48"/>
                </ns1:cubicBezTo>
                <ns1:cubicBezTo>
                  <ns1:pt x="3" y="45"/>
                  <ns1:pt x="0" y="39"/>
                  <ns1:pt x="0" y="34"/>
                </ns1:cubicBezTo>
                <ns1:cubicBezTo>
                  <ns1:pt x="0" y="8"/>
                  <ns1:pt x="0" y="8"/>
                  <ns1:pt x="0" y="8"/>
                </ns1:cubicBezTo>
                <ns1:cubicBezTo>
                  <ns1:pt x="0" y="4"/>
                  <ns1:pt x="4" y="0"/>
                  <ns1:pt x="8" y="0"/>
                </ns1:cubicBezTo>
                <ns1:cubicBezTo>
                  <ns1:pt x="34" y="0"/>
                  <ns1:pt x="34" y="0"/>
                  <ns1:pt x="34" y="0"/>
                </ns1:cubicBezTo>
                <ns1:cubicBezTo>
                  <ns1:pt x="39" y="0"/>
                  <ns1:pt x="45" y="3"/>
                  <ns1:pt x="48" y="6"/>
                </ns1:cubicBezTo>
                <ns1:cubicBezTo>
                  <ns1:pt x="92" y="51"/>
                  <ns1:pt x="92" y="51"/>
                  <ns1:pt x="92" y="51"/>
                </ns1:cubicBezTo>
                <ns1:cubicBezTo>
                  <ns1:pt x="94" y="52"/>
                  <ns1:pt x="95" y="54"/>
                  <ns1:pt x="95" y="56"/>
                </ns1:cubicBezTo>
                <ns1:cubicBezTo>
                  <ns1:pt x="95" y="58"/>
                  <ns1:pt x="94" y="60"/>
                  <ns1:pt x="92" y="62"/>
                </ns1:cubicBezTo>
                <ns1:close/>
                <ns1:moveTo>
                  <ns1:pt x="20" y="12"/>
                </ns1:moveTo>
                <ns1:cubicBezTo>
                  <ns1:pt x="16" y="12"/>
                  <ns1:pt x="12" y="16"/>
                  <ns1:pt x="12" y="20"/>
                </ns1:cubicBezTo>
                <ns1:cubicBezTo>
                  <ns1:pt x="12" y="25"/>
                  <ns1:pt x="16" y="28"/>
                  <ns1:pt x="20" y="28"/>
                </ns1:cubicBezTo>
                <ns1:cubicBezTo>
                  <ns1:pt x="25" y="28"/>
                  <ns1:pt x="28" y="25"/>
                  <ns1:pt x="28" y="20"/>
                </ns1:cubicBezTo>
                <ns1:cubicBezTo>
                  <ns1:pt x="28" y="16"/>
                  <ns1:pt x="25" y="12"/>
                  <ns1:pt x="20" y="12"/>
                </ns1:cubicBezTo>
                <ns1:close/>
              </ns1:path>
            </ns1:pathLst>
          </ns1:custGeom>
          <ns1:solidFill>
            <ns1:srgbClr val="010101"/>
          </ns1:solidFill>
          <ns1:ln>
            <ns1:noFill/>
          </ns1:ln>
          <ns1:extLst>
            <ns1:ext uri="{91240B29-F687-4F45-9708-019B960494DF}">
              <ns2:hiddenLine w="9525">
                <ns1:solidFill>
                  <ns1:srgbClr val="000000"/>
                </ns1:solidFill>
                <ns1:round/>
                <ns1:headEnd/>
                <ns1:tailEnd/>
              </ns2:hiddenLine>
            </ns1:ext>
          </ns1:extLst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en-US" sz="2700"/>
          </ns1:p>
        </ns0:txBody>
      </ns0:sp>
      <ns0:sp>
        <ns0:nvSpPr>
          <ns0:cNvPr id="99" name="Freeform 97"/>
          <ns0:cNvSpPr>
            <ns1:spLocks noEditPoints="1"/>
          </ns0:cNvSpPr>
          <ns0:nvPr/>
        </ns0:nvSpPr>
        <ns0:spPr bwMode="auto">
          <ns1:xfrm>
            <ns1:off x="8769351" y="2122488"/>
            <ns1:ext cx="446088" cy="357188"/>
          </ns1:xfrm>
          <ns1:custGeom>
            <ns1:avLst/>
            <ns1:gdLst>
              <ns1:gd name="T0" fmla="*/ 92 w 119"/>
              <ns1:gd name="T1" fmla="*/ 62 h 95"/>
              <ns1:gd name="T2" fmla="*/ 62 w 119"/>
              <ns1:gd name="T3" fmla="*/ 93 h 95"/>
              <ns1:gd name="T4" fmla="*/ 56 w 119"/>
              <ns1:gd name="T5" fmla="*/ 95 h 95"/>
              <ns1:gd name="T6" fmla="*/ 50 w 119"/>
              <ns1:gd name="T7" fmla="*/ 93 h 95"/>
              <ns1:gd name="T8" fmla="*/ 6 w 119"/>
              <ns1:gd name="T9" fmla="*/ 48 h 95"/>
              <ns1:gd name="T10" fmla="*/ 0 w 119"/>
              <ns1:gd name="T11" fmla="*/ 34 h 95"/>
              <ns1:gd name="T12" fmla="*/ 0 w 119"/>
              <ns1:gd name="T13" fmla="*/ 8 h 95"/>
              <ns1:gd name="T14" fmla="*/ 8 w 119"/>
              <ns1:gd name="T15" fmla="*/ 0 h 95"/>
              <ns1:gd name="T16" fmla="*/ 34 w 119"/>
              <ns1:gd name="T17" fmla="*/ 0 h 95"/>
              <ns1:gd name="T18" fmla="*/ 48 w 119"/>
              <ns1:gd name="T19" fmla="*/ 6 h 95"/>
              <ns1:gd name="T20" fmla="*/ 92 w 119"/>
              <ns1:gd name="T21" fmla="*/ 51 h 95"/>
              <ns1:gd name="T22" fmla="*/ 95 w 119"/>
              <ns1:gd name="T23" fmla="*/ 56 h 95"/>
              <ns1:gd name="T24" fmla="*/ 92 w 119"/>
              <ns1:gd name="T25" fmla="*/ 62 h 95"/>
              <ns1:gd name="T26" fmla="*/ 20 w 119"/>
              <ns1:gd name="T27" fmla="*/ 12 h 95"/>
              <ns1:gd name="T28" fmla="*/ 12 w 119"/>
              <ns1:gd name="T29" fmla="*/ 20 h 95"/>
              <ns1:gd name="T30" fmla="*/ 20 w 119"/>
              <ns1:gd name="T31" fmla="*/ 28 h 95"/>
              <ns1:gd name="T32" fmla="*/ 28 w 119"/>
              <ns1:gd name="T33" fmla="*/ 20 h 95"/>
              <ns1:gd name="T34" fmla="*/ 20 w 119"/>
              <ns1:gd name="T35" fmla="*/ 12 h 95"/>
              <ns1:gd name="T36" fmla="*/ 116 w 119"/>
              <ns1:gd name="T37" fmla="*/ 62 h 95"/>
              <ns1:gd name="T38" fmla="*/ 86 w 119"/>
              <ns1:gd name="T39" fmla="*/ 93 h 95"/>
              <ns1:gd name="T40" fmla="*/ 80 w 119"/>
              <ns1:gd name="T41" fmla="*/ 95 h 95"/>
              <ns1:gd name="T42" fmla="*/ 73 w 119"/>
              <ns1:gd name="T43" fmla="*/ 91 h 95"/>
              <ns1:gd name="T44" fmla="*/ 102 w 119"/>
              <ns1:gd name="T45" fmla="*/ 62 h 95"/>
              <ns1:gd name="T46" fmla="*/ 105 w 119"/>
              <ns1:gd name="T47" fmla="*/ 56 h 95"/>
              <ns1:gd name="T48" fmla="*/ 102 w 119"/>
              <ns1:gd name="T49" fmla="*/ 51 h 95"/>
              <ns1:gd name="T50" fmla="*/ 58 w 119"/>
              <ns1:gd name="T51" fmla="*/ 6 h 95"/>
              <ns1:gd name="T52" fmla="*/ 44 w 119"/>
              <ns1:gd name="T53" fmla="*/ 0 h 95"/>
              <ns1:gd name="T54" fmla="*/ 58 w 119"/>
              <ns1:gd name="T55" fmla="*/ 0 h 95"/>
              <ns1:gd name="T56" fmla="*/ 72 w 119"/>
              <ns1:gd name="T57" fmla="*/ 6 h 95"/>
              <ns1:gd name="T58" fmla="*/ 116 w 119"/>
              <ns1:gd name="T59" fmla="*/ 51 h 95"/>
              <ns1:gd name="T60" fmla="*/ 119 w 119"/>
              <ns1:gd name="T61" fmla="*/ 56 h 95"/>
              <ns1:gd name="T62" fmla="*/ 116 w 119"/>
              <ns1:gd name="T63" fmla="*/ 62 h 95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  <ns1:cxn ang="0">
                <ns1:pos x="T32" y="T33"/>
              </ns1:cxn>
              <ns1:cxn ang="0">
                <ns1:pos x="T34" y="T35"/>
              </ns1:cxn>
              <ns1:cxn ang="0">
                <ns1:pos x="T36" y="T37"/>
              </ns1:cxn>
              <ns1:cxn ang="0">
                <ns1:pos x="T38" y="T39"/>
              </ns1:cxn>
              <ns1:cxn ang="0">
                <ns1:pos x="T40" y="T41"/>
              </ns1:cxn>
              <ns1:cxn ang="0">
                <ns1:pos x="T42" y="T43"/>
              </ns1:cxn>
              <ns1:cxn ang="0">
                <ns1:pos x="T44" y="T45"/>
              </ns1:cxn>
              <ns1:cxn ang="0">
                <ns1:pos x="T46" y="T47"/>
              </ns1:cxn>
              <ns1:cxn ang="0">
                <ns1:pos x="T48" y="T49"/>
              </ns1:cxn>
              <ns1:cxn ang="0">
                <ns1:pos x="T50" y="T51"/>
              </ns1:cxn>
              <ns1:cxn ang="0">
                <ns1:pos x="T52" y="T53"/>
              </ns1:cxn>
              <ns1:cxn ang="0">
                <ns1:pos x="T54" y="T55"/>
              </ns1:cxn>
              <ns1:cxn ang="0">
                <ns1:pos x="T56" y="T57"/>
              </ns1:cxn>
              <ns1:cxn ang="0">
                <ns1:pos x="T58" y="T59"/>
              </ns1:cxn>
              <ns1:cxn ang="0">
                <ns1:pos x="T60" y="T61"/>
              </ns1:cxn>
              <ns1:cxn ang="0">
                <ns1:pos x="T62" y="T63"/>
              </ns1:cxn>
            </ns1:cxnLst>
            <ns1:rect l="0" t="0" r="r" b="b"/>
            <ns1:pathLst>
              <ns1:path w="119" h="95">
                <ns1:moveTo>
                  <ns1:pt x="92" y="62"/>
                </ns1:moveTo>
                <ns1:cubicBezTo>
                  <ns1:pt x="62" y="93"/>
                  <ns1:pt x="62" y="93"/>
                  <ns1:pt x="62" y="93"/>
                </ns1:cubicBezTo>
                <ns1:cubicBezTo>
                  <ns1:pt x="60" y="94"/>
                  <ns1:pt x="58" y="95"/>
                  <ns1:pt x="56" y="95"/>
                </ns1:cubicBezTo>
                <ns1:cubicBezTo>
                  <ns1:pt x="54" y="95"/>
                  <ns1:pt x="52" y="94"/>
                  <ns1:pt x="50" y="93"/>
                </ns1:cubicBezTo>
                <ns1:cubicBezTo>
                  <ns1:pt x="6" y="48"/>
                  <ns1:pt x="6" y="48"/>
                  <ns1:pt x="6" y="48"/>
                </ns1:cubicBezTo>
                <ns1:cubicBezTo>
                  <ns1:pt x="3" y="45"/>
                  <ns1:pt x="0" y="39"/>
                  <ns1:pt x="0" y="34"/>
                </ns1:cubicBezTo>
                <ns1:cubicBezTo>
                  <ns1:pt x="0" y="8"/>
                  <ns1:pt x="0" y="8"/>
                  <ns1:pt x="0" y="8"/>
                </ns1:cubicBezTo>
                <ns1:cubicBezTo>
                  <ns1:pt x="0" y="4"/>
                  <ns1:pt x="4" y="0"/>
                  <ns1:pt x="8" y="0"/>
                </ns1:cubicBezTo>
                <ns1:cubicBezTo>
                  <ns1:pt x="34" y="0"/>
                  <ns1:pt x="34" y="0"/>
                  <ns1:pt x="34" y="0"/>
                </ns1:cubicBezTo>
                <ns1:cubicBezTo>
                  <ns1:pt x="39" y="0"/>
                  <ns1:pt x="45" y="3"/>
                  <ns1:pt x="48" y="6"/>
                </ns1:cubicBezTo>
                <ns1:cubicBezTo>
                  <ns1:pt x="92" y="51"/>
                  <ns1:pt x="92" y="51"/>
                  <ns1:pt x="92" y="51"/>
                </ns1:cubicBezTo>
                <ns1:cubicBezTo>
                  <ns1:pt x="94" y="52"/>
                  <ns1:pt x="95" y="54"/>
                  <ns1:pt x="95" y="56"/>
                </ns1:cubicBezTo>
                <ns1:cubicBezTo>
                  <ns1:pt x="95" y="58"/>
                  <ns1:pt x="94" y="60"/>
                  <ns1:pt x="92" y="62"/>
                </ns1:cubicBezTo>
                <ns1:close/>
                <ns1:moveTo>
                  <ns1:pt x="20" y="12"/>
                </ns1:moveTo>
                <ns1:cubicBezTo>
                  <ns1:pt x="16" y="12"/>
                  <ns1:pt x="12" y="16"/>
                  <ns1:pt x="12" y="20"/>
                </ns1:cubicBezTo>
                <ns1:cubicBezTo>
                  <ns1:pt x="12" y="25"/>
                  <ns1:pt x="16" y="28"/>
                  <ns1:pt x="20" y="28"/>
                </ns1:cubicBezTo>
                <ns1:cubicBezTo>
                  <ns1:pt x="25" y="28"/>
                  <ns1:pt x="28" y="25"/>
                  <ns1:pt x="28" y="20"/>
                </ns1:cubicBezTo>
                <ns1:cubicBezTo>
                  <ns1:pt x="28" y="16"/>
                  <ns1:pt x="25" y="12"/>
                  <ns1:pt x="20" y="12"/>
                </ns1:cubicBezTo>
                <ns1:close/>
                <ns1:moveTo>
                  <ns1:pt x="116" y="62"/>
                </ns1:moveTo>
                <ns1:cubicBezTo>
                  <ns1:pt x="86" y="93"/>
                  <ns1:pt x="86" y="93"/>
                  <ns1:pt x="86" y="93"/>
                </ns1:cubicBezTo>
                <ns1:cubicBezTo>
                  <ns1:pt x="84" y="94"/>
                  <ns1:pt x="82" y="95"/>
                  <ns1:pt x="80" y="95"/>
                </ns1:cubicBezTo>
                <ns1:cubicBezTo>
                  <ns1:pt x="77" y="95"/>
                  <ns1:pt x="75" y="93"/>
                  <ns1:pt x="73" y="91"/>
                </ns1:cubicBezTo>
                <ns1:cubicBezTo>
                  <ns1:pt x="102" y="62"/>
                  <ns1:pt x="102" y="62"/>
                  <ns1:pt x="102" y="62"/>
                </ns1:cubicBezTo>
                <ns1:cubicBezTo>
                  <ns1:pt x="104" y="60"/>
                  <ns1:pt x="105" y="58"/>
                  <ns1:pt x="105" y="56"/>
                </ns1:cubicBezTo>
                <ns1:cubicBezTo>
                  <ns1:pt x="105" y="54"/>
                  <ns1:pt x="104" y="52"/>
                  <ns1:pt x="102" y="51"/>
                </ns1:cubicBezTo>
                <ns1:cubicBezTo>
                  <ns1:pt x="58" y="6"/>
                  <ns1:pt x="58" y="6"/>
                  <ns1:pt x="58" y="6"/>
                </ns1:cubicBezTo>
                <ns1:cubicBezTo>
                  <ns1:pt x="55" y="3"/>
                  <ns1:pt x="49" y="0"/>
                  <ns1:pt x="44" y="0"/>
                </ns1:cubicBezTo>
                <ns1:cubicBezTo>
                  <ns1:pt x="58" y="0"/>
                  <ns1:pt x="58" y="0"/>
                  <ns1:pt x="58" y="0"/>
                </ns1:cubicBezTo>
                <ns1:cubicBezTo>
                  <ns1:pt x="63" y="0"/>
                  <ns1:pt x="69" y="3"/>
                  <ns1:pt x="72" y="6"/>
                </ns1:cubicBezTo>
                <ns1:cubicBezTo>
                  <ns1:pt x="116" y="51"/>
                  <ns1:pt x="116" y="51"/>
                  <ns1:pt x="116" y="51"/>
                </ns1:cubicBezTo>
                <ns1:cubicBezTo>
                  <ns1:pt x="118" y="52"/>
                  <ns1:pt x="119" y="54"/>
                  <ns1:pt x="119" y="56"/>
                </ns1:cubicBezTo>
                <ns1:cubicBezTo>
                  <ns1:pt x="119" y="58"/>
                  <ns1:pt x="118" y="60"/>
                  <ns1:pt x="116" y="62"/>
                </ns1:cubicBezTo>
                <ns1:close/>
              </ns1:path>
            </ns1:pathLst>
          </ns1:custGeom>
          <ns1:solidFill>
            <ns1:srgbClr val="010101"/>
          </ns1:solidFill>
          <ns1:ln>
            <ns1:noFill/>
          </ns1:ln>
          <ns1:extLst>
            <ns1:ext uri="{91240B29-F687-4F45-9708-019B960494DF}">
              <ns2:hiddenLine w="9525">
                <ns1:solidFill>
                  <ns1:srgbClr val="000000"/>
                </ns1:solidFill>
                <ns1:round/>
                <ns1:headEnd/>
                <ns1:tailEnd/>
              </ns2:hiddenLine>
            </ns1:ext>
          </ns1:extLst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en-US" sz="2700"/>
          </ns1:p>
        </ns0:txBody>
      </ns0:sp>
      <ns0:sp>
        <ns0:nvSpPr>
          <ns0:cNvPr id="100" name="Freeform 98"/>
          <ns0:cNvSpPr>
            <ns1:spLocks noEditPoints="1"/>
          </ns0:cNvSpPr>
          <ns0:nvPr/>
        </ns0:nvSpPr>
        <ns0:spPr bwMode="auto">
          <ns1:xfrm>
            <ns1:off x="9444038" y="2116138"/>
            <ns1:ext cx="393700" cy="368300"/>
          </ns1:xfrm>
          <ns1:custGeom>
            <ns1:avLst/>
            <ns1:gdLst>
              <ns1:gd name="T0" fmla="*/ 104 w 105"/>
              <ns1:gd name="T1" fmla="*/ 32 h 98"/>
              <ns1:gd name="T2" fmla="*/ 86 w 105"/>
              <ns1:gd name="T3" fmla="*/ 89 h 98"/>
              <ns1:gd name="T4" fmla="*/ 74 w 105"/>
              <ns1:gd name="T5" fmla="*/ 98 h 98"/>
              <ns1:gd name="T6" fmla="*/ 16 w 105"/>
              <ns1:gd name="T7" fmla="*/ 98 h 98"/>
              <ns1:gd name="T8" fmla="*/ 1 w 105"/>
              <ns1:gd name="T9" fmla="*/ 87 h 98"/>
              <ns1:gd name="T10" fmla="*/ 1 w 105"/>
              <ns1:gd name="T11" fmla="*/ 79 h 98"/>
              <ns1:gd name="T12" fmla="*/ 1 w 105"/>
              <ns1:gd name="T13" fmla="*/ 75 h 98"/>
              <ns1:gd name="T14" fmla="*/ 1 w 105"/>
              <ns1:gd name="T15" fmla="*/ 72 h 98"/>
              <ns1:gd name="T16" fmla="*/ 3 w 105"/>
              <ns1:gd name="T17" fmla="*/ 68 h 98"/>
              <ns1:gd name="T18" fmla="*/ 8 w 105"/>
              <ns1:gd name="T19" fmla="*/ 56 h 98"/>
              <ns1:gd name="T20" fmla="*/ 8 w 105"/>
              <ns1:gd name="T21" fmla="*/ 53 h 98"/>
              <ns1:gd name="T22" fmla="*/ 10 w 105"/>
              <ns1:gd name="T23" fmla="*/ 50 h 98"/>
              <ns1:gd name="T24" fmla="*/ 14 w 105"/>
              <ns1:gd name="T25" fmla="*/ 38 h 98"/>
              <ns1:gd name="T26" fmla="*/ 14 w 105"/>
              <ns1:gd name="T27" fmla="*/ 35 h 98"/>
              <ns1:gd name="T28" fmla="*/ 17 w 105"/>
              <ns1:gd name="T29" fmla="*/ 31 h 98"/>
              <ns1:gd name="T30" fmla="*/ 21 w 105"/>
              <ns1:gd name="T31" fmla="*/ 20 h 98"/>
              <ns1:gd name="T32" fmla="*/ 21 w 105"/>
              <ns1:gd name="T33" fmla="*/ 17 h 98"/>
              <ns1:gd name="T34" fmla="*/ 24 w 105"/>
              <ns1:gd name="T35" fmla="*/ 13 h 98"/>
              <ns1:gd name="T36" fmla="*/ 35 w 105"/>
              <ns1:gd name="T37" fmla="*/ 3 h 98"/>
              <ns1:gd name="T38" fmla="*/ 35 w 105"/>
              <ns1:gd name="T39" fmla="*/ 3 h 98"/>
              <ns1:gd name="T40" fmla="*/ 38 w 105"/>
              <ns1:gd name="T41" fmla="*/ 2 h 98"/>
              <ns1:gd name="T42" fmla="*/ 86 w 105"/>
              <ns1:gd name="T43" fmla="*/ 2 h 98"/>
              <ns1:gd name="T44" fmla="*/ 93 w 105"/>
              <ns1:gd name="T45" fmla="*/ 6 h 98"/>
              <ns1:gd name="T46" fmla="*/ 94 w 105"/>
              <ns1:gd name="T47" fmla="*/ 14 h 98"/>
              <ns1:gd name="T48" fmla="*/ 77 w 105"/>
              <ns1:gd name="T49" fmla="*/ 70 h 98"/>
              <ns1:gd name="T50" fmla="*/ 64 w 105"/>
              <ns1:gd name="T51" fmla="*/ 82 h 98"/>
              <ns1:gd name="T52" fmla="*/ 10 w 105"/>
              <ns1:gd name="T53" fmla="*/ 82 h 98"/>
              <ns1:gd name="T54" fmla="*/ 8 w 105"/>
              <ns1:gd name="T55" fmla="*/ 83 h 98"/>
              <ns1:gd name="T56" fmla="*/ 7 w 105"/>
              <ns1:gd name="T57" fmla="*/ 86 h 98"/>
              <ns1:gd name="T58" fmla="*/ 16 w 105"/>
              <ns1:gd name="T59" fmla="*/ 90 h 98"/>
              <ns1:gd name="T60" fmla="*/ 74 w 105"/>
              <ns1:gd name="T61" fmla="*/ 90 h 98"/>
              <ns1:gd name="T62" fmla="*/ 80 w 105"/>
              <ns1:gd name="T63" fmla="*/ 87 h 98"/>
              <ns1:gd name="T64" fmla="*/ 99 w 105"/>
              <ns1:gd name="T65" fmla="*/ 25 h 98"/>
              <ns1:gd name="T66" fmla="*/ 99 w 105"/>
              <ns1:gd name="T67" fmla="*/ 21 h 98"/>
              <ns1:gd name="T68" fmla="*/ 103 w 105"/>
              <ns1:gd name="T69" fmla="*/ 24 h 98"/>
              <ns1:gd name="T70" fmla="*/ 104 w 105"/>
              <ns1:gd name="T71" fmla="*/ 32 h 98"/>
              <ns1:gd name="T72" fmla="*/ 32 w 105"/>
              <ns1:gd name="T73" fmla="*/ 42 h 98"/>
              <ns1:gd name="T74" fmla="*/ 70 w 105"/>
              <ns1:gd name="T75" fmla="*/ 42 h 98"/>
              <ns1:gd name="T76" fmla="*/ 73 w 105"/>
              <ns1:gd name="T77" fmla="*/ 40 h 98"/>
              <ns1:gd name="T78" fmla="*/ 74 w 105"/>
              <ns1:gd name="T79" fmla="*/ 36 h 98"/>
              <ns1:gd name="T80" fmla="*/ 73 w 105"/>
              <ns1:gd name="T81" fmla="*/ 34 h 98"/>
              <ns1:gd name="T82" fmla="*/ 35 w 105"/>
              <ns1:gd name="T83" fmla="*/ 34 h 98"/>
              <ns1:gd name="T84" fmla="*/ 32 w 105"/>
              <ns1:gd name="T85" fmla="*/ 36 h 98"/>
              <ns1:gd name="T86" fmla="*/ 31 w 105"/>
              <ns1:gd name="T87" fmla="*/ 40 h 98"/>
              <ns1:gd name="T88" fmla="*/ 32 w 105"/>
              <ns1:gd name="T89" fmla="*/ 42 h 98"/>
              <ns1:gd name="T90" fmla="*/ 37 w 105"/>
              <ns1:gd name="T91" fmla="*/ 26 h 98"/>
              <ns1:gd name="T92" fmla="*/ 75 w 105"/>
              <ns1:gd name="T93" fmla="*/ 26 h 98"/>
              <ns1:gd name="T94" fmla="*/ 78 w 105"/>
              <ns1:gd name="T95" fmla="*/ 24 h 98"/>
              <ns1:gd name="T96" fmla="*/ 79 w 105"/>
              <ns1:gd name="T97" fmla="*/ 20 h 98"/>
              <ns1:gd name="T98" fmla="*/ 78 w 105"/>
              <ns1:gd name="T99" fmla="*/ 18 h 98"/>
              <ns1:gd name="T100" fmla="*/ 40 w 105"/>
              <ns1:gd name="T101" fmla="*/ 18 h 98"/>
              <ns1:gd name="T102" fmla="*/ 37 w 105"/>
              <ns1:gd name="T103" fmla="*/ 20 h 98"/>
              <ns1:gd name="T104" fmla="*/ 36 w 105"/>
              <ns1:gd name="T105" fmla="*/ 24 h 98"/>
              <ns1:gd name="T106" fmla="*/ 37 w 105"/>
              <ns1:gd name="T107" fmla="*/ 26 h 98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  <ns1:cxn ang="0">
                <ns1:pos x="T32" y="T33"/>
              </ns1:cxn>
              <ns1:cxn ang="0">
                <ns1:pos x="T34" y="T35"/>
              </ns1:cxn>
              <ns1:cxn ang="0">
                <ns1:pos x="T36" y="T37"/>
              </ns1:cxn>
              <ns1:cxn ang="0">
                <ns1:pos x="T38" y="T39"/>
              </ns1:cxn>
              <ns1:cxn ang="0">
                <ns1:pos x="T40" y="T41"/>
              </ns1:cxn>
              <ns1:cxn ang="0">
                <ns1:pos x="T42" y="T43"/>
              </ns1:cxn>
              <ns1:cxn ang="0">
                <ns1:pos x="T44" y="T45"/>
              </ns1:cxn>
              <ns1:cxn ang="0">
                <ns1:pos x="T46" y="T47"/>
              </ns1:cxn>
              <ns1:cxn ang="0">
                <ns1:pos x="T48" y="T49"/>
              </ns1:cxn>
              <ns1:cxn ang="0">
                <ns1:pos x="T50" y="T51"/>
              </ns1:cxn>
              <ns1:cxn ang="0">
                <ns1:pos x="T52" y="T53"/>
              </ns1:cxn>
              <ns1:cxn ang="0">
                <ns1:pos x="T54" y="T55"/>
              </ns1:cxn>
              <ns1:cxn ang="0">
                <ns1:pos x="T56" y="T57"/>
              </ns1:cxn>
              <ns1:cxn ang="0">
                <ns1:pos x="T58" y="T59"/>
              </ns1:cxn>
              <ns1:cxn ang="0">
                <ns1:pos x="T60" y="T61"/>
              </ns1:cxn>
              <ns1:cxn ang="0">
                <ns1:pos x="T62" y="T63"/>
              </ns1:cxn>
              <ns1:cxn ang="0">
                <ns1:pos x="T64" y="T65"/>
              </ns1:cxn>
              <ns1:cxn ang="0">
                <ns1:pos x="T66" y="T67"/>
              </ns1:cxn>
              <ns1:cxn ang="0">
                <ns1:pos x="T68" y="T69"/>
              </ns1:cxn>
              <ns1:cxn ang="0">
                <ns1:pos x="T70" y="T71"/>
              </ns1:cxn>
              <ns1:cxn ang="0">
                <ns1:pos x="T72" y="T73"/>
              </ns1:cxn>
              <ns1:cxn ang="0">
                <ns1:pos x="T74" y="T75"/>
              </ns1:cxn>
              <ns1:cxn ang="0">
                <ns1:pos x="T76" y="T77"/>
              </ns1:cxn>
              <ns1:cxn ang="0">
                <ns1:pos x="T78" y="T79"/>
              </ns1:cxn>
              <ns1:cxn ang="0">
                <ns1:pos x="T80" y="T81"/>
              </ns1:cxn>
              <ns1:cxn ang="0">
                <ns1:pos x="T82" y="T83"/>
              </ns1:cxn>
              <ns1:cxn ang="0">
                <ns1:pos x="T84" y="T85"/>
              </ns1:cxn>
              <ns1:cxn ang="0">
                <ns1:pos x="T86" y="T87"/>
              </ns1:cxn>
              <ns1:cxn ang="0">
                <ns1:pos x="T88" y="T89"/>
              </ns1:cxn>
              <ns1:cxn ang="0">
                <ns1:pos x="T90" y="T91"/>
              </ns1:cxn>
              <ns1:cxn ang="0">
                <ns1:pos x="T92" y="T93"/>
              </ns1:cxn>
              <ns1:cxn ang="0">
                <ns1:pos x="T94" y="T95"/>
              </ns1:cxn>
              <ns1:cxn ang="0">
                <ns1:pos x="T96" y="T97"/>
              </ns1:cxn>
              <ns1:cxn ang="0">
                <ns1:pos x="T98" y="T99"/>
              </ns1:cxn>
              <ns1:cxn ang="0">
                <ns1:pos x="T100" y="T101"/>
              </ns1:cxn>
              <ns1:cxn ang="0">
                <ns1:pos x="T102" y="T103"/>
              </ns1:cxn>
              <ns1:cxn ang="0">
                <ns1:pos x="T104" y="T105"/>
              </ns1:cxn>
              <ns1:cxn ang="0">
                <ns1:pos x="T106" y="T107"/>
              </ns1:cxn>
            </ns1:cxnLst>
            <ns1:rect l="0" t="0" r="r" b="b"/>
            <ns1:pathLst>
              <ns1:path w="105" h="98">
                <ns1:moveTo>
                  <ns1:pt x="104" y="32"/>
                </ns1:moveTo>
                <ns1:cubicBezTo>
                  <ns1:pt x="86" y="89"/>
                  <ns1:pt x="86" y="89"/>
                  <ns1:pt x="86" y="89"/>
                </ns1:cubicBezTo>
                <ns1:cubicBezTo>
                  <ns1:pt x="85" y="94"/>
                  <ns1:pt x="79" y="98"/>
                  <ns1:pt x="74" y="98"/>
                </ns1:cubicBezTo>
                <ns1:cubicBezTo>
                  <ns1:pt x="16" y="98"/>
                  <ns1:pt x="16" y="98"/>
                  <ns1:pt x="16" y="98"/>
                </ns1:cubicBezTo>
                <ns1:cubicBezTo>
                  <ns1:pt x="10" y="98"/>
                  <ns1:pt x="3" y="93"/>
                  <ns1:pt x="1" y="87"/>
                </ns1:cubicBezTo>
                <ns1:cubicBezTo>
                  <ns1:pt x="0" y="84"/>
                  <ns1:pt x="0" y="81"/>
                  <ns1:pt x="1" y="79"/>
                </ns1:cubicBezTo>
                <ns1:cubicBezTo>
                  <ns1:pt x="1" y="77"/>
                  <ns1:pt x="1" y="76"/>
                  <ns1:pt x="1" y="75"/>
                </ns1:cubicBezTo>
                <ns1:cubicBezTo>
                  <ns1:pt x="1" y="74"/>
                  <ns1:pt x="1" y="73"/>
                  <ns1:pt x="1" y="72"/>
                </ns1:cubicBezTo>
                <ns1:cubicBezTo>
                  <ns1:pt x="1" y="71"/>
                  <ns1:pt x="2" y="70"/>
                  <ns1:pt x="3" y="68"/>
                </ns1:cubicBezTo>
                <ns1:cubicBezTo>
                  <ns1:pt x="5" y="65"/>
                  <ns1:pt x="7" y="60"/>
                  <ns1:pt x="8" y="56"/>
                </ns1:cubicBezTo>
                <ns1:cubicBezTo>
                  <ns1:pt x="8" y="55"/>
                  <ns1:pt x="8" y="54"/>
                  <ns1:pt x="8" y="53"/>
                </ns1:cubicBezTo>
                <ns1:cubicBezTo>
                  <ns1:pt x="8" y="52"/>
                  <ns1:pt x="10" y="51"/>
                  <ns1:pt x="10" y="50"/>
                </ns1:cubicBezTo>
                <ns1:cubicBezTo>
                  <ns1:pt x="12" y="47"/>
                  <ns1:pt x="14" y="41"/>
                  <ns1:pt x="14" y="38"/>
                </ns1:cubicBezTo>
                <ns1:cubicBezTo>
                  <ns1:pt x="15" y="37"/>
                  <ns1:pt x="14" y="36"/>
                  <ns1:pt x="14" y="35"/>
                </ns1:cubicBezTo>
                <ns1:cubicBezTo>
                  <ns1:pt x="15" y="33"/>
                  <ns1:pt x="16" y="32"/>
                  <ns1:pt x="17" y="31"/>
                </ns1:cubicBezTo>
                <ns1:cubicBezTo>
                  <ns1:pt x="19" y="29"/>
                  <ns1:pt x="21" y="23"/>
                  <ns1:pt x="21" y="20"/>
                </ns1:cubicBezTo>
                <ns1:cubicBezTo>
                  <ns1:pt x="22" y="19"/>
                  <ns1:pt x="21" y="18"/>
                  <ns1:pt x="21" y="17"/>
                </ns1:cubicBezTo>
                <ns1:cubicBezTo>
                  <ns1:pt x="21" y="16"/>
                  <ns1:pt x="23" y="14"/>
                  <ns1:pt x="24" y="13"/>
                </ns1:cubicBezTo>
                <ns1:cubicBezTo>
                  <ns1:pt x="26" y="9"/>
                  <ns1:pt x="27" y="0"/>
                  <ns1:pt x="35" y="3"/>
                </ns1:cubicBezTo>
                <ns1:cubicBezTo>
                  <ns1:pt x="35" y="3"/>
                  <ns1:pt x="35" y="3"/>
                  <ns1:pt x="35" y="3"/>
                </ns1:cubicBezTo>
                <ns1:cubicBezTo>
                  <ns1:pt x="36" y="3"/>
                  <ns1:pt x="37" y="2"/>
                  <ns1:pt x="38" y="2"/>
                </ns1:cubicBezTo>
                <ns1:cubicBezTo>
                  <ns1:pt x="86" y="2"/>
                  <ns1:pt x="86" y="2"/>
                  <ns1:pt x="86" y="2"/>
                </ns1:cubicBezTo>
                <ns1:cubicBezTo>
                  <ns1:pt x="88" y="2"/>
                  <ns1:pt x="91" y="4"/>
                  <ns1:pt x="93" y="6"/>
                </ns1:cubicBezTo>
                <ns1:cubicBezTo>
                  <ns1:pt x="94" y="8"/>
                  <ns1:pt x="95" y="11"/>
                  <ns1:pt x="94" y="14"/>
                </ns1:cubicBezTo>
                <ns1:cubicBezTo>
                  <ns1:pt x="77" y="70"/>
                  <ns1:pt x="77" y="70"/>
                  <ns1:pt x="77" y="70"/>
                </ns1:cubicBezTo>
                <ns1:cubicBezTo>
                  <ns1:pt x="74" y="80"/>
                  <ns1:pt x="72" y="82"/>
                  <ns1:pt x="64" y="82"/>
                </ns1:cubicBezTo>
                <ns1:cubicBezTo>
                  <ns1:pt x="10" y="82"/>
                  <ns1:pt x="10" y="82"/>
                  <ns1:pt x="10" y="82"/>
                </ns1:cubicBezTo>
                <ns1:cubicBezTo>
                  <ns1:pt x="9" y="82"/>
                  <ns1:pt x="8" y="82"/>
                  <ns1:pt x="8" y="83"/>
                </ns1:cubicBezTo>
                <ns1:cubicBezTo>
                  <ns1:pt x="7" y="84"/>
                  <ns1:pt x="7" y="84"/>
                  <ns1:pt x="7" y="86"/>
                </ns1:cubicBezTo>
                <ns1:cubicBezTo>
                  <ns1:pt x="9" y="89"/>
                  <ns1:pt x="13" y="90"/>
                  <ns1:pt x="16" y="90"/>
                </ns1:cubicBezTo>
                <ns1:cubicBezTo>
                  <ns1:pt x="74" y="90"/>
                  <ns1:pt x="74" y="90"/>
                  <ns1:pt x="74" y="90"/>
                </ns1:cubicBezTo>
                <ns1:cubicBezTo>
                  <ns1:pt x="76" y="90"/>
                  <ns1:pt x="79" y="89"/>
                  <ns1:pt x="80" y="87"/>
                </ns1:cubicBezTo>
                <ns1:cubicBezTo>
                  <ns1:pt x="99" y="25"/>
                  <ns1:pt x="99" y="25"/>
                  <ns1:pt x="99" y="25"/>
                </ns1:cubicBezTo>
                <ns1:cubicBezTo>
                  <ns1:pt x="99" y="24"/>
                  <ns1:pt x="99" y="23"/>
                  <ns1:pt x="99" y="21"/>
                </ns1:cubicBezTo>
                <ns1:cubicBezTo>
                  <ns1:pt x="100" y="22"/>
                  <ns1:pt x="102" y="23"/>
                  <ns1:pt x="103" y="24"/>
                </ns1:cubicBezTo>
                <ns1:cubicBezTo>
                  <ns1:pt x="104" y="26"/>
                  <ns1:pt x="105" y="29"/>
                  <ns1:pt x="104" y="32"/>
                </ns1:cubicBezTo>
                <ns1:close/>
                <ns1:moveTo>
                  <ns1:pt x="32" y="42"/>
                </ns1:moveTo>
                <ns1:cubicBezTo>
                  <ns1:pt x="70" y="42"/>
                  <ns1:pt x="70" y="42"/>
                  <ns1:pt x="70" y="42"/>
                </ns1:cubicBezTo>
                <ns1:cubicBezTo>
                  <ns1:pt x="71" y="42"/>
                  <ns1:pt x="72" y="41"/>
                  <ns1:pt x="73" y="40"/>
                </ns1:cubicBezTo>
                <ns1:cubicBezTo>
                  <ns1:pt x="74" y="36"/>
                  <ns1:pt x="74" y="36"/>
                  <ns1:pt x="74" y="36"/>
                </ns1:cubicBezTo>
                <ns1:cubicBezTo>
                  <ns1:pt x="75" y="35"/>
                  <ns1:pt x="74" y="34"/>
                  <ns1:pt x="73" y="34"/>
                </ns1:cubicBezTo>
                <ns1:cubicBezTo>
                  <ns1:pt x="35" y="34"/>
                  <ns1:pt x="35" y="34"/>
                  <ns1:pt x="35" y="34"/>
                </ns1:cubicBezTo>
                <ns1:cubicBezTo>
                  <ns1:pt x="34" y="34"/>
                  <ns1:pt x="33" y="35"/>
                  <ns1:pt x="32" y="36"/>
                </ns1:cubicBezTo>
                <ns1:cubicBezTo>
                  <ns1:pt x="31" y="40"/>
                  <ns1:pt x="31" y="40"/>
                  <ns1:pt x="31" y="40"/>
                </ns1:cubicBezTo>
                <ns1:cubicBezTo>
                  <ns1:pt x="31" y="41"/>
                  <ns1:pt x="31" y="42"/>
                  <ns1:pt x="32" y="42"/>
                </ns1:cubicBezTo>
                <ns1:close/>
                <ns1:moveTo>
                  <ns1:pt x="37" y="26"/>
                </ns1:moveTo>
                <ns1:cubicBezTo>
                  <ns1:pt x="75" y="26"/>
                  <ns1:pt x="75" y="26"/>
                  <ns1:pt x="75" y="26"/>
                </ns1:cubicBezTo>
                <ns1:cubicBezTo>
                  <ns1:pt x="76" y="26"/>
                  <ns1:pt x="78" y="25"/>
                  <ns1:pt x="78" y="24"/>
                </ns1:cubicBezTo>
                <ns1:cubicBezTo>
                  <ns1:pt x="79" y="20"/>
                  <ns1:pt x="79" y="20"/>
                  <ns1:pt x="79" y="20"/>
                </ns1:cubicBezTo>
                <ns1:cubicBezTo>
                  <ns1:pt x="80" y="19"/>
                  <ns1:pt x="79" y="18"/>
                  <ns1:pt x="78" y="18"/>
                </ns1:cubicBezTo>
                <ns1:cubicBezTo>
                  <ns1:pt x="40" y="18"/>
                  <ns1:pt x="40" y="18"/>
                  <ns1:pt x="40" y="18"/>
                </ns1:cubicBezTo>
                <ns1:cubicBezTo>
                  <ns1:pt x="39" y="18"/>
                  <ns1:pt x="38" y="19"/>
                  <ns1:pt x="37" y="20"/>
                </ns1:cubicBezTo>
                <ns1:cubicBezTo>
                  <ns1:pt x="36" y="24"/>
                  <ns1:pt x="36" y="24"/>
                  <ns1:pt x="36" y="24"/>
                </ns1:cubicBezTo>
                <ns1:cubicBezTo>
                  <ns1:pt x="36" y="25"/>
                  <ns1:pt x="36" y="26"/>
                  <ns1:pt x="37" y="26"/>
                </ns1:cubicBezTo>
                <ns1:close/>
              </ns1:path>
            </ns1:pathLst>
          </ns1:custGeom>
          <ns1:solidFill>
            <ns1:srgbClr val="010101"/>
          </ns1:solidFill>
          <ns1:ln>
            <ns1:noFill/>
          </ns1:ln>
          <ns1:extLst>
            <ns1:ext uri="{91240B29-F687-4F45-9708-019B960494DF}">
              <ns2:hiddenLine w="9525">
                <ns1:solidFill>
                  <ns1:srgbClr val="000000"/>
                </ns1:solidFill>
                <ns1:round/>
                <ns1:headEnd/>
                <ns1:tailEnd/>
              </ns2:hiddenLine>
            </ns1:ext>
          </ns1:extLst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en-US" sz="2700"/>
          </ns1:p>
        </ns0:txBody>
      </ns0:sp>
      <ns0:sp>
        <ns0:nvSpPr>
          <ns0:cNvPr id="101" name="Freeform 99"/>
          <ns0:cNvSpPr>
            <ns1:spLocks/>
          </ns0:cNvSpPr>
          <ns0:nvPr/>
        </ns0:nvSpPr>
        <ns0:spPr bwMode="auto">
          <ns1:xfrm>
            <ns1:off x="10134602" y="2122488"/>
            <ns1:ext cx="300038" cy="357188"/>
          </ns1:xfrm>
          <ns1:custGeom>
            <ns1:avLst/>
            <ns1:gdLst>
              <ns1:gd name="T0" fmla="*/ 76 w 80"/>
              <ns1:gd name="T1" fmla="*/ 1 h 95"/>
              <ns1:gd name="T2" fmla="*/ 80 w 80"/>
              <ns1:gd name="T3" fmla="*/ 7 h 95"/>
              <ns1:gd name="T4" fmla="*/ 80 w 80"/>
              <ns1:gd name="T5" fmla="*/ 88 h 95"/>
              <ns1:gd name="T6" fmla="*/ 76 w 80"/>
              <ns1:gd name="T7" fmla="*/ 94 h 95"/>
              <ns1:gd name="T8" fmla="*/ 73 w 80"/>
              <ns1:gd name="T9" fmla="*/ 95 h 95"/>
              <ns1:gd name="T10" fmla="*/ 68 w 80"/>
              <ns1:gd name="T11" fmla="*/ 93 h 95"/>
              <ns1:gd name="T12" fmla="*/ 40 w 80"/>
              <ns1:gd name="T13" fmla="*/ 66 h 95"/>
              <ns1:gd name="T14" fmla="*/ 13 w 80"/>
              <ns1:gd name="T15" fmla="*/ 93 h 95"/>
              <ns1:gd name="T16" fmla="*/ 7 w 80"/>
              <ns1:gd name="T17" fmla="*/ 95 h 95"/>
              <ns1:gd name="T18" fmla="*/ 5 w 80"/>
              <ns1:gd name="T19" fmla="*/ 94 h 95"/>
              <ns1:gd name="T20" fmla="*/ 0 w 80"/>
              <ns1:gd name="T21" fmla="*/ 88 h 95"/>
              <ns1:gd name="T22" fmla="*/ 0 w 80"/>
              <ns1:gd name="T23" fmla="*/ 7 h 95"/>
              <ns1:gd name="T24" fmla="*/ 5 w 80"/>
              <ns1:gd name="T25" fmla="*/ 1 h 95"/>
              <ns1:gd name="T26" fmla="*/ 7 w 80"/>
              <ns1:gd name="T27" fmla="*/ 0 h 95"/>
              <ns1:gd name="T28" fmla="*/ 73 w 80"/>
              <ns1:gd name="T29" fmla="*/ 0 h 95"/>
              <ns1:gd name="T30" fmla="*/ 76 w 80"/>
              <ns1:gd name="T31" fmla="*/ 1 h 95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</ns1:cxnLst>
            <ns1:rect l="0" t="0" r="r" b="b"/>
            <ns1:pathLst>
              <ns1:path w="80" h="95">
                <ns1:moveTo>
                  <ns1:pt x="76" y="1"/>
                </ns1:moveTo>
                <ns1:cubicBezTo>
                  <ns1:pt x="78" y="2"/>
                  <ns1:pt x="80" y="4"/>
                  <ns1:pt x="80" y="7"/>
                </ns1:cubicBezTo>
                <ns1:cubicBezTo>
                  <ns1:pt x="80" y="88"/>
                  <ns1:pt x="80" y="88"/>
                  <ns1:pt x="80" y="88"/>
                </ns1:cubicBezTo>
                <ns1:cubicBezTo>
                  <ns1:pt x="80" y="91"/>
                  <ns1:pt x="78" y="93"/>
                  <ns1:pt x="76" y="94"/>
                </ns1:cubicBezTo>
                <ns1:cubicBezTo>
                  <ns1:pt x="75" y="95"/>
                  <ns1:pt x="74" y="95"/>
                  <ns1:pt x="73" y="95"/>
                </ns1:cubicBezTo>
                <ns1:cubicBezTo>
                  <ns1:pt x="71" y="95"/>
                  <ns1:pt x="69" y="94"/>
                  <ns1:pt x="68" y="93"/>
                </ns1:cubicBezTo>
                <ns1:cubicBezTo>
                  <ns1:pt x="40" y="66"/>
                  <ns1:pt x="40" y="66"/>
                  <ns1:pt x="40" y="66"/>
                </ns1:cubicBezTo>
                <ns1:cubicBezTo>
                  <ns1:pt x="13" y="93"/>
                  <ns1:pt x="13" y="93"/>
                  <ns1:pt x="13" y="93"/>
                </ns1:cubicBezTo>
                <ns1:cubicBezTo>
                  <ns1:pt x="11" y="94"/>
                  <ns1:pt x="9" y="95"/>
                  <ns1:pt x="7" y="95"/>
                </ns1:cubicBezTo>
                <ns1:cubicBezTo>
                  <ns1:pt x="6" y="95"/>
                  <ns1:pt x="6" y="95"/>
                  <ns1:pt x="5" y="94"/>
                </ns1:cubicBezTo>
                <ns1:cubicBezTo>
                  <ns1:pt x="2" y="93"/>
                  <ns1:pt x="0" y="91"/>
                  <ns1:pt x="0" y="88"/>
                </ns1:cubicBezTo>
                <ns1:cubicBezTo>
                  <ns1:pt x="0" y="7"/>
                  <ns1:pt x="0" y="7"/>
                  <ns1:pt x="0" y="7"/>
                </ns1:cubicBezTo>
                <ns1:cubicBezTo>
                  <ns1:pt x="0" y="4"/>
                  <ns1:pt x="2" y="2"/>
                  <ns1:pt x="5" y="1"/>
                </ns1:cubicBezTo>
                <ns1:cubicBezTo>
                  <ns1:pt x="6" y="0"/>
                  <ns1:pt x="6" y="0"/>
                  <ns1:pt x="7" y="0"/>
                </ns1:cubicBezTo>
                <ns1:cubicBezTo>
                  <ns1:pt x="9" y="0"/>
                  <ns1:pt x="71" y="0"/>
                  <ns1:pt x="73" y="0"/>
                </ns1:cubicBezTo>
                <ns1:cubicBezTo>
                  <ns1:pt x="74" y="0"/>
                  <ns1:pt x="75" y="0"/>
                  <ns1:pt x="76" y="1"/>
                </ns1:cubicBezTo>
                <ns1:close/>
              </ns1:path>
            </ns1:pathLst>
          </ns1:custGeom>
          <ns1:solidFill>
            <ns1:srgbClr val="010101"/>
          </ns1:solidFill>
          <ns1:ln>
            <ns1:noFill/>
          </ns1:ln>
          <ns1:extLst>
            <ns1:ext uri="{91240B29-F687-4F45-9708-019B960494DF}">
              <ns2:hiddenLine w="9525">
                <ns1:solidFill>
                  <ns1:srgbClr val="000000"/>
                </ns1:solidFill>
                <ns1:round/>
                <ns1:headEnd/>
                <ns1:tailEnd/>
              </ns2:hiddenLine>
            </ns1:ext>
          </ns1:extLst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en-US" sz="2700"/>
          </ns1:p>
        </ns0:txBody>
      </ns0:sp>
      <ns0:sp>
        <ns0:nvSpPr>
          <ns0:cNvPr id="102" name="Freeform 100"/>
          <ns0:cNvSpPr>
            <ns1:spLocks noEditPoints="1"/>
          </ns0:cNvSpPr>
          <ns0:nvPr/>
        </ns0:nvSpPr>
        <ns0:spPr bwMode="auto">
          <ns1:xfrm>
            <ns1:off x="10706102" y="2122488"/>
            <ns1:ext cx="449263" cy="361950"/>
          </ns1:xfrm>
          <ns1:custGeom>
            <ns1:avLst/>
            <ns1:gdLst>
              <ns1:gd name="T0" fmla="*/ 120 w 120"/>
              <ns1:gd name="T1" fmla="*/ 86 h 96"/>
              <ns1:gd name="T2" fmla="*/ 110 w 120"/>
              <ns1:gd name="T3" fmla="*/ 96 h 96"/>
              <ns1:gd name="T4" fmla="*/ 10 w 120"/>
              <ns1:gd name="T5" fmla="*/ 96 h 96"/>
              <ns1:gd name="T6" fmla="*/ 0 w 120"/>
              <ns1:gd name="T7" fmla="*/ 86 h 96"/>
              <ns1:gd name="T8" fmla="*/ 0 w 120"/>
              <ns1:gd name="T9" fmla="*/ 10 h 96"/>
              <ns1:gd name="T10" fmla="*/ 10 w 120"/>
              <ns1:gd name="T11" fmla="*/ 0 h 96"/>
              <ns1:gd name="T12" fmla="*/ 110 w 120"/>
              <ns1:gd name="T13" fmla="*/ 0 h 96"/>
              <ns1:gd name="T14" fmla="*/ 120 w 120"/>
              <ns1:gd name="T15" fmla="*/ 10 h 96"/>
              <ns1:gd name="T16" fmla="*/ 120 w 120"/>
              <ns1:gd name="T17" fmla="*/ 86 h 96"/>
              <ns1:gd name="T18" fmla="*/ 10 w 120"/>
              <ns1:gd name="T19" fmla="*/ 8 h 96"/>
              <ns1:gd name="T20" fmla="*/ 8 w 120"/>
              <ns1:gd name="T21" fmla="*/ 10 h 96"/>
              <ns1:gd name="T22" fmla="*/ 8 w 120"/>
              <ns1:gd name="T23" fmla="*/ 86 h 96"/>
              <ns1:gd name="T24" fmla="*/ 10 w 120"/>
              <ns1:gd name="T25" fmla="*/ 88 h 96"/>
              <ns1:gd name="T26" fmla="*/ 110 w 120"/>
              <ns1:gd name="T27" fmla="*/ 88 h 96"/>
              <ns1:gd name="T28" fmla="*/ 112 w 120"/>
              <ns1:gd name="T29" fmla="*/ 86 h 96"/>
              <ns1:gd name="T30" fmla="*/ 112 w 120"/>
              <ns1:gd name="T31" fmla="*/ 10 h 96"/>
              <ns1:gd name="T32" fmla="*/ 110 w 120"/>
              <ns1:gd name="T33" fmla="*/ 8 h 96"/>
              <ns1:gd name="T34" fmla="*/ 10 w 120"/>
              <ns1:gd name="T35" fmla="*/ 8 h 96"/>
              <ns1:gd name="T36" fmla="*/ 28 w 120"/>
              <ns1:gd name="T37" fmla="*/ 40 h 96"/>
              <ns1:gd name="T38" fmla="*/ 16 w 120"/>
              <ns1:gd name="T39" fmla="*/ 28 h 96"/>
              <ns1:gd name="T40" fmla="*/ 28 w 120"/>
              <ns1:gd name="T41" fmla="*/ 16 h 96"/>
              <ns1:gd name="T42" fmla="*/ 40 w 120"/>
              <ns1:gd name="T43" fmla="*/ 28 h 96"/>
              <ns1:gd name="T44" fmla="*/ 28 w 120"/>
              <ns1:gd name="T45" fmla="*/ 40 h 96"/>
              <ns1:gd name="T46" fmla="*/ 104 w 120"/>
              <ns1:gd name="T47" fmla="*/ 80 h 96"/>
              <ns1:gd name="T48" fmla="*/ 16 w 120"/>
              <ns1:gd name="T49" fmla="*/ 80 h 96"/>
              <ns1:gd name="T50" fmla="*/ 16 w 120"/>
              <ns1:gd name="T51" fmla="*/ 68 h 96"/>
              <ns1:gd name="T52" fmla="*/ 36 w 120"/>
              <ns1:gd name="T53" fmla="*/ 48 h 96"/>
              <ns1:gd name="T54" fmla="*/ 46 w 120"/>
              <ns1:gd name="T55" fmla="*/ 58 h 96"/>
              <ns1:gd name="T56" fmla="*/ 78 w 120"/>
              <ns1:gd name="T57" fmla="*/ 26 h 96"/>
              <ns1:gd name="T58" fmla="*/ 104 w 120"/>
              <ns1:gd name="T59" fmla="*/ 52 h 96"/>
              <ns1:gd name="T60" fmla="*/ 104 w 120"/>
              <ns1:gd name="T61" fmla="*/ 80 h 96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  <ns1:cxn ang="0">
                <ns1:pos x="T32" y="T33"/>
              </ns1:cxn>
              <ns1:cxn ang="0">
                <ns1:pos x="T34" y="T35"/>
              </ns1:cxn>
              <ns1:cxn ang="0">
                <ns1:pos x="T36" y="T37"/>
              </ns1:cxn>
              <ns1:cxn ang="0">
                <ns1:pos x="T38" y="T39"/>
              </ns1:cxn>
              <ns1:cxn ang="0">
                <ns1:pos x="T40" y="T41"/>
              </ns1:cxn>
              <ns1:cxn ang="0">
                <ns1:pos x="T42" y="T43"/>
              </ns1:cxn>
              <ns1:cxn ang="0">
                <ns1:pos x="T44" y="T45"/>
              </ns1:cxn>
              <ns1:cxn ang="0">
                <ns1:pos x="T46" y="T47"/>
              </ns1:cxn>
              <ns1:cxn ang="0">
                <ns1:pos x="T48" y="T49"/>
              </ns1:cxn>
              <ns1:cxn ang="0">
                <ns1:pos x="T50" y="T51"/>
              </ns1:cxn>
              <ns1:cxn ang="0">
                <ns1:pos x="T52" y="T53"/>
              </ns1:cxn>
              <ns1:cxn ang="0">
                <ns1:pos x="T54" y="T55"/>
              </ns1:cxn>
              <ns1:cxn ang="0">
                <ns1:pos x="T56" y="T57"/>
              </ns1:cxn>
              <ns1:cxn ang="0">
                <ns1:pos x="T58" y="T59"/>
              </ns1:cxn>
              <ns1:cxn ang="0">
                <ns1:pos x="T60" y="T61"/>
              </ns1:cxn>
            </ns1:cxnLst>
            <ns1:rect l="0" t="0" r="r" b="b"/>
            <ns1:pathLst>
              <ns1:path w="120" h="96">
                <ns1:moveTo>
                  <ns1:pt x="120" y="86"/>
                </ns1:moveTo>
                <ns1:cubicBezTo>
                  <ns1:pt x="120" y="92"/>
                  <ns1:pt x="115" y="96"/>
                  <ns1:pt x="110" y="96"/>
                </ns1:cubicBezTo>
                <ns1:cubicBezTo>
                  <ns1:pt x="10" y="96"/>
                  <ns1:pt x="10" y="96"/>
                  <ns1:pt x="10" y="96"/>
                </ns1:cubicBezTo>
                <ns1:cubicBezTo>
                  <ns1:pt x="4" y="96"/>
                  <ns1:pt x="0" y="92"/>
                  <ns1:pt x="0" y="86"/>
                </ns1:cubicBezTo>
                <ns1:cubicBezTo>
                  <ns1:pt x="0" y="10"/>
                  <ns1:pt x="0" y="10"/>
                  <ns1:pt x="0" y="10"/>
                </ns1:cubicBezTo>
                <ns1:cubicBezTo>
                  <ns1:pt x="0" y="5"/>
                  <ns1:pt x="4" y="0"/>
                  <ns1:pt x="10" y="0"/>
                </ns1:cubicBezTo>
                <ns1:cubicBezTo>
                  <ns1:pt x="110" y="0"/>
                  <ns1:pt x="110" y="0"/>
                  <ns1:pt x="110" y="0"/>
                </ns1:cubicBezTo>
                <ns1:cubicBezTo>
                  <ns1:pt x="115" y="0"/>
                  <ns1:pt x="120" y="5"/>
                  <ns1:pt x="120" y="10"/>
                </ns1:cubicBezTo>
                <ns1:lnTo>
                  <ns1:pt x="120" y="86"/>
                </ns1:lnTo>
                <ns1:close/>
                <ns1:moveTo>
                  <ns1:pt x="10" y="8"/>
                </ns1:moveTo>
                <ns1:cubicBezTo>
                  <ns1:pt x="9" y="8"/>
                  <ns1:pt x="8" y="9"/>
                  <ns1:pt x="8" y="10"/>
                </ns1:cubicBezTo>
                <ns1:cubicBezTo>
                  <ns1:pt x="8" y="86"/>
                  <ns1:pt x="8" y="86"/>
                  <ns1:pt x="8" y="86"/>
                </ns1:cubicBezTo>
                <ns1:cubicBezTo>
                  <ns1:pt x="8" y="87"/>
                  <ns1:pt x="9" y="88"/>
                  <ns1:pt x="10" y="88"/>
                </ns1:cubicBezTo>
                <ns1:cubicBezTo>
                  <ns1:pt x="110" y="88"/>
                  <ns1:pt x="110" y="88"/>
                  <ns1:pt x="110" y="88"/>
                </ns1:cubicBezTo>
                <ns1:cubicBezTo>
                  <ns1:pt x="111" y="88"/>
                  <ns1:pt x="112" y="87"/>
                  <ns1:pt x="112" y="86"/>
                </ns1:cubicBezTo>
                <ns1:cubicBezTo>
                  <ns1:pt x="112" y="10"/>
                  <ns1:pt x="112" y="10"/>
                  <ns1:pt x="112" y="10"/>
                </ns1:cubicBezTo>
                <ns1:cubicBezTo>
                  <ns1:pt x="112" y="9"/>
                  <ns1:pt x="111" y="8"/>
                  <ns1:pt x="110" y="8"/>
                </ns1:cubicBezTo>
                <ns1:lnTo>
                  <ns1:pt x="10" y="8"/>
                </ns1:lnTo>
                <ns1:close/>
                <ns1:moveTo>
                  <ns1:pt x="28" y="40"/>
                </ns1:moveTo>
                <ns1:cubicBezTo>
                  <ns1:pt x="21" y="40"/>
                  <ns1:pt x="16" y="35"/>
                  <ns1:pt x="16" y="28"/>
                </ns1:cubicBezTo>
                <ns1:cubicBezTo>
                  <ns1:pt x="16" y="22"/>
                  <ns1:pt x="21" y="16"/>
                  <ns1:pt x="28" y="16"/>
                </ns1:cubicBezTo>
                <ns1:cubicBezTo>
                  <ns1:pt x="34" y="16"/>
                  <ns1:pt x="40" y="22"/>
                  <ns1:pt x="40" y="28"/>
                </ns1:cubicBezTo>
                <ns1:cubicBezTo>
                  <ns1:pt x="40" y="35"/>
                  <ns1:pt x="34" y="40"/>
                  <ns1:pt x="28" y="40"/>
                </ns1:cubicBezTo>
                <ns1:close/>
                <ns1:moveTo>
                  <ns1:pt x="104" y="80"/>
                </ns1:moveTo>
                <ns1:cubicBezTo>
                  <ns1:pt x="16" y="80"/>
                  <ns1:pt x="16" y="80"/>
                  <ns1:pt x="16" y="80"/>
                </ns1:cubicBezTo>
                <ns1:cubicBezTo>
                  <ns1:pt x="16" y="68"/>
                  <ns1:pt x="16" y="68"/>
                  <ns1:pt x="16" y="68"/>
                </ns1:cubicBezTo>
                <ns1:cubicBezTo>
                  <ns1:pt x="36" y="48"/>
                  <ns1:pt x="36" y="48"/>
                  <ns1:pt x="36" y="48"/>
                </ns1:cubicBezTo>
                <ns1:cubicBezTo>
                  <ns1:pt x="46" y="58"/>
                  <ns1:pt x="46" y="58"/>
                  <ns1:pt x="46" y="58"/>
                </ns1:cubicBezTo>
                <ns1:cubicBezTo>
                  <ns1:pt x="78" y="26"/>
                  <ns1:pt x="78" y="26"/>
                  <ns1:pt x="78" y="26"/>
                </ns1:cubicBezTo>
                <ns1:cubicBezTo>
                  <ns1:pt x="104" y="52"/>
                  <ns1:pt x="104" y="52"/>
                  <ns1:pt x="104" y="52"/>
                </ns1:cubicBezTo>
                <ns1:lnTo>
                  <ns1:pt x="104" y="80"/>
                </ns1:lnTo>
                <ns1:close/>
              </ns1:path>
            </ns1:pathLst>
          </ns1:custGeom>
          <ns1:solidFill>
            <ns1:srgbClr val="010101"/>
          </ns1:solidFill>
          <ns1:ln>
            <ns1:noFill/>
          </ns1:ln>
          <ns1:extLst>
            <ns1:ext uri="{91240B29-F687-4F45-9708-019B960494DF}">
              <ns2:hiddenLine w="9525">
                <ns1:solidFill>
                  <ns1:srgbClr val="000000"/>
                </ns1:solidFill>
                <ns1:round/>
                <ns1:headEnd/>
                <ns1:tailEnd/>
              </ns2:hiddenLine>
            </ns1:ext>
          </ns1:extLst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en-US" sz="2700"/>
          </ns1:p>
        </ns0:txBody>
      </ns0:sp>
      <ns0:sp>
        <ns0:nvSpPr>
          <ns0:cNvPr id="103" name="Freeform 101"/>
          <ns0:cNvSpPr>
            <ns1:spLocks noEditPoints="1"/>
          </ns0:cNvSpPr>
          <ns0:nvPr/>
        </ns0:nvSpPr>
        <ns0:spPr bwMode="auto">
          <ns1:xfrm>
            <ns1:off x="1069977" y="2874963"/>
            <ns1:ext cx="352425" cy="357188"/>
          </ns1:xfrm>
          <ns1:custGeom>
            <ns1:avLst/>
            <ns1:gdLst>
              <ns1:gd name="T0" fmla="*/ 78 w 94"/>
              <ns1:gd name="T1" fmla="*/ 43 h 95"/>
              <ns1:gd name="T2" fmla="*/ 26 w 94"/>
              <ns1:gd name="T3" fmla="*/ 95 h 95"/>
              <ns1:gd name="T4" fmla="*/ 0 w 94"/>
              <ns1:gd name="T5" fmla="*/ 95 h 95"/>
              <ns1:gd name="T6" fmla="*/ 0 w 94"/>
              <ns1:gd name="T7" fmla="*/ 69 h 95"/>
              <ns1:gd name="T8" fmla="*/ 52 w 94"/>
              <ns1:gd name="T9" fmla="*/ 17 h 95"/>
              <ns1:gd name="T10" fmla="*/ 78 w 94"/>
              <ns1:gd name="T11" fmla="*/ 43 h 95"/>
              <ns1:gd name="T12" fmla="*/ 28 w 94"/>
              <ns1:gd name="T13" fmla="*/ 81 h 95"/>
              <ns1:gd name="T14" fmla="*/ 13 w 94"/>
              <ns1:gd name="T15" fmla="*/ 67 h 95"/>
              <ns1:gd name="T16" fmla="*/ 8 w 94"/>
              <ns1:gd name="T17" fmla="*/ 72 h 95"/>
              <ns1:gd name="T18" fmla="*/ 8 w 94"/>
              <ns1:gd name="T19" fmla="*/ 79 h 95"/>
              <ns1:gd name="T20" fmla="*/ 16 w 94"/>
              <ns1:gd name="T21" fmla="*/ 79 h 95"/>
              <ns1:gd name="T22" fmla="*/ 16 w 94"/>
              <ns1:gd name="T23" fmla="*/ 87 h 95"/>
              <ns1:gd name="T24" fmla="*/ 22 w 94"/>
              <ns1:gd name="T25" fmla="*/ 87 h 95"/>
              <ns1:gd name="T26" fmla="*/ 28 w 94"/>
              <ns1:gd name="T27" fmla="*/ 81 h 95"/>
              <ns1:gd name="T28" fmla="*/ 54 w 94"/>
              <ns1:gd name="T29" fmla="*/ 28 h 95"/>
              <ns1:gd name="T30" fmla="*/ 53 w 94"/>
              <ns1:gd name="T31" fmla="*/ 28 h 95"/>
              <ns1:gd name="T32" fmla="*/ 19 w 94"/>
              <ns1:gd name="T33" fmla="*/ 62 h 95"/>
              <ns1:gd name="T34" fmla="*/ 18 w 94"/>
              <ns1:gd name="T35" fmla="*/ 63 h 95"/>
              <ns1:gd name="T36" fmla="*/ 20 w 94"/>
              <ns1:gd name="T37" fmla="*/ 64 h 95"/>
              <ns1:gd name="T38" fmla="*/ 21 w 94"/>
              <ns1:gd name="T39" fmla="*/ 64 h 95"/>
              <ns1:gd name="T40" fmla="*/ 55 w 94"/>
              <ns1:gd name="T41" fmla="*/ 30 h 95"/>
              <ns1:gd name="T42" fmla="*/ 55 w 94"/>
              <ns1:gd name="T43" fmla="*/ 29 h 95"/>
              <ns1:gd name="T44" fmla="*/ 54 w 94"/>
              <ns1:gd name="T45" fmla="*/ 28 h 95"/>
              <ns1:gd name="T46" fmla="*/ 92 w 94"/>
              <ns1:gd name="T47" fmla="*/ 29 h 95"/>
              <ns1:gd name="T48" fmla="*/ 82 w 94"/>
              <ns1:gd name="T49" fmla="*/ 39 h 95"/>
              <ns1:gd name="T50" fmla="*/ 56 w 94"/>
              <ns1:gd name="T51" fmla="*/ 13 h 95"/>
              <ns1:gd name="T52" fmla="*/ 66 w 94"/>
              <ns1:gd name="T53" fmla="*/ 3 h 95"/>
              <ns1:gd name="T54" fmla="*/ 72 w 94"/>
              <ns1:gd name="T55" fmla="*/ 0 h 95"/>
              <ns1:gd name="T56" fmla="*/ 77 w 94"/>
              <ns1:gd name="T57" fmla="*/ 3 h 95"/>
              <ns1:gd name="T58" fmla="*/ 92 w 94"/>
              <ns1:gd name="T59" fmla="*/ 17 h 95"/>
              <ns1:gd name="T60" fmla="*/ 94 w 94"/>
              <ns1:gd name="T61" fmla="*/ 23 h 95"/>
              <ns1:gd name="T62" fmla="*/ 92 w 94"/>
              <ns1:gd name="T63" fmla="*/ 29 h 95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  <ns1:cxn ang="0">
                <ns1:pos x="T32" y="T33"/>
              </ns1:cxn>
              <ns1:cxn ang="0">
                <ns1:pos x="T34" y="T35"/>
              </ns1:cxn>
              <ns1:cxn ang="0">
                <ns1:pos x="T36" y="T37"/>
              </ns1:cxn>
              <ns1:cxn ang="0">
                <ns1:pos x="T38" y="T39"/>
              </ns1:cxn>
              <ns1:cxn ang="0">
                <ns1:pos x="T40" y="T41"/>
              </ns1:cxn>
              <ns1:cxn ang="0">
                <ns1:pos x="T42" y="T43"/>
              </ns1:cxn>
              <ns1:cxn ang="0">
                <ns1:pos x="T44" y="T45"/>
              </ns1:cxn>
              <ns1:cxn ang="0">
                <ns1:pos x="T46" y="T47"/>
              </ns1:cxn>
              <ns1:cxn ang="0">
                <ns1:pos x="T48" y="T49"/>
              </ns1:cxn>
              <ns1:cxn ang="0">
                <ns1:pos x="T50" y="T51"/>
              </ns1:cxn>
              <ns1:cxn ang="0">
                <ns1:pos x="T52" y="T53"/>
              </ns1:cxn>
              <ns1:cxn ang="0">
                <ns1:pos x="T54" y="T55"/>
              </ns1:cxn>
              <ns1:cxn ang="0">
                <ns1:pos x="T56" y="T57"/>
              </ns1:cxn>
              <ns1:cxn ang="0">
                <ns1:pos x="T58" y="T59"/>
              </ns1:cxn>
              <ns1:cxn ang="0">
                <ns1:pos x="T60" y="T61"/>
              </ns1:cxn>
              <ns1:cxn ang="0">
                <ns1:pos x="T62" y="T63"/>
              </ns1:cxn>
            </ns1:cxnLst>
            <ns1:rect l="0" t="0" r="r" b="b"/>
            <ns1:pathLst>
              <ns1:path w="94" h="95">
                <ns1:moveTo>
                  <ns1:pt x="78" y="43"/>
                </ns1:moveTo>
                <ns1:cubicBezTo>
                  <ns1:pt x="26" y="95"/>
                  <ns1:pt x="26" y="95"/>
                  <ns1:pt x="26" y="95"/>
                </ns1:cubicBezTo>
                <ns1:cubicBezTo>
                  <ns1:pt x="0" y="95"/>
                  <ns1:pt x="0" y="95"/>
                  <ns1:pt x="0" y="95"/>
                </ns1:cubicBezTo>
                <ns1:cubicBezTo>
                  <ns1:pt x="0" y="69"/>
                  <ns1:pt x="0" y="69"/>
                  <ns1:pt x="0" y="69"/>
                </ns1:cubicBezTo>
                <ns1:cubicBezTo>
                  <ns1:pt x="52" y="17"/>
                  <ns1:pt x="52" y="17"/>
                  <ns1:pt x="52" y="17"/>
                </ns1:cubicBezTo>
                <ns1:lnTo>
                  <ns1:pt x="78" y="43"/>
                </ns1:lnTo>
                <ns1:close/>
                <ns1:moveTo>
                  <ns1:pt x="28" y="81"/>
                </ns1:moveTo>
                <ns1:cubicBezTo>
                  <ns1:pt x="13" y="67"/>
                  <ns1:pt x="13" y="67"/>
                  <ns1:pt x="13" y="67"/>
                </ns1:cubicBezTo>
                <ns1:cubicBezTo>
                  <ns1:pt x="8" y="72"/>
                  <ns1:pt x="8" y="72"/>
                  <ns1:pt x="8" y="72"/>
                </ns1:cubicBezTo>
                <ns1:cubicBezTo>
                  <ns1:pt x="8" y="79"/>
                  <ns1:pt x="8" y="79"/>
                  <ns1:pt x="8" y="79"/>
                </ns1:cubicBezTo>
                <ns1:cubicBezTo>
                  <ns1:pt x="16" y="79"/>
                  <ns1:pt x="16" y="79"/>
                  <ns1:pt x="16" y="79"/>
                </ns1:cubicBezTo>
                <ns1:cubicBezTo>
                  <ns1:pt x="16" y="87"/>
                  <ns1:pt x="16" y="87"/>
                  <ns1:pt x="16" y="87"/>
                </ns1:cubicBezTo>
                <ns1:cubicBezTo>
                  <ns1:pt x="22" y="87"/>
                  <ns1:pt x="22" y="87"/>
                  <ns1:pt x="22" y="87"/>
                </ns1:cubicBezTo>
                <ns1:lnTo>
                  <ns1:pt x="28" y="81"/>
                </ns1:lnTo>
                <ns1:close/>
                <ns1:moveTo>
                  <ns1:pt x="54" y="28"/>
                </ns1:moveTo>
                <ns1:cubicBezTo>
                  <ns1:pt x="53" y="28"/>
                  <ns1:pt x="53" y="28"/>
                  <ns1:pt x="53" y="28"/>
                </ns1:cubicBezTo>
                <ns1:cubicBezTo>
                  <ns1:pt x="19" y="62"/>
                  <ns1:pt x="19" y="62"/>
                  <ns1:pt x="19" y="62"/>
                </ns1:cubicBezTo>
                <ns1:cubicBezTo>
                  <ns1:pt x="19" y="62"/>
                  <ns1:pt x="18" y="63"/>
                  <ns1:pt x="18" y="63"/>
                </ns1:cubicBezTo>
                <ns1:cubicBezTo>
                  <ns1:pt x="18" y="64"/>
                  <ns1:pt x="19" y="64"/>
                  <ns1:pt x="20" y="64"/>
                </ns1:cubicBezTo>
                <ns1:cubicBezTo>
                  <ns1:pt x="20" y="64"/>
                  <ns1:pt x="21" y="64"/>
                  <ns1:pt x="21" y="64"/>
                </ns1:cubicBezTo>
                <ns1:cubicBezTo>
                  <ns1:pt x="55" y="30"/>
                  <ns1:pt x="55" y="30"/>
                  <ns1:pt x="55" y="30"/>
                </ns1:cubicBezTo>
                <ns1:cubicBezTo>
                  <ns1:pt x="55" y="30"/>
                  <ns1:pt x="55" y="29"/>
                  <ns1:pt x="55" y="29"/>
                </ns1:cubicBezTo>
                <ns1:cubicBezTo>
                  <ns1:pt x="55" y="28"/>
                  <ns1:pt x="55" y="28"/>
                  <ns1:pt x="54" y="28"/>
                </ns1:cubicBezTo>
                <ns1:close/>
                <ns1:moveTo>
                  <ns1:pt x="92" y="29"/>
                </ns1:moveTo>
                <ns1:cubicBezTo>
                  <ns1:pt x="82" y="39"/>
                  <ns1:pt x="82" y="39"/>
                  <ns1:pt x="82" y="39"/>
                </ns1:cubicBezTo>
                <ns1:cubicBezTo>
                  <ns1:pt x="56" y="13"/>
                  <ns1:pt x="56" y="13"/>
                  <ns1:pt x="56" y="13"/>
                </ns1:cubicBezTo>
                <ns1:cubicBezTo>
                  <ns1:pt x="66" y="3"/>
                  <ns1:pt x="66" y="3"/>
                  <ns1:pt x="66" y="3"/>
                </ns1:cubicBezTo>
                <ns1:cubicBezTo>
                  <ns1:pt x="68" y="1"/>
                  <ns1:pt x="70" y="0"/>
                  <ns1:pt x="72" y="0"/>
                </ns1:cubicBezTo>
                <ns1:cubicBezTo>
                  <ns1:pt x="74" y="0"/>
                  <ns1:pt x="76" y="1"/>
                  <ns1:pt x="77" y="3"/>
                </ns1:cubicBezTo>
                <ns1:cubicBezTo>
                  <ns1:pt x="92" y="17"/>
                  <ns1:pt x="92" y="17"/>
                  <ns1:pt x="92" y="17"/>
                </ns1:cubicBezTo>
                <ns1:cubicBezTo>
                  <ns1:pt x="94" y="19"/>
                  <ns1:pt x="94" y="21"/>
                  <ns1:pt x="94" y="23"/>
                </ns1:cubicBezTo>
                <ns1:cubicBezTo>
                  <ns1:pt x="94" y="25"/>
                  <ns1:pt x="94" y="27"/>
                  <ns1:pt x="92" y="29"/>
                </ns1:cubicBezTo>
                <ns1:close/>
              </ns1:path>
            </ns1:pathLst>
          </ns1:custGeom>
          <ns1:solidFill>
            <ns1:srgbClr val="010101"/>
          </ns1:solidFill>
          <ns1:ln>
            <ns1:noFill/>
          </ns1:ln>
          <ns1:extLst>
            <ns1:ext uri="{91240B29-F687-4F45-9708-019B960494DF}">
              <ns2:hiddenLine w="9525">
                <ns1:solidFill>
                  <ns1:srgbClr val="000000"/>
                </ns1:solidFill>
                <ns1:round/>
                <ns1:headEnd/>
                <ns1:tailEnd/>
              </ns2:hiddenLine>
            </ns1:ext>
          </ns1:extLst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en-US" sz="2700"/>
          </ns1:p>
        </ns0:txBody>
      </ns0:sp>
      <ns0:sp>
        <ns0:nvSpPr>
          <ns0:cNvPr id="104" name="Freeform 102"/>
          <ns0:cNvSpPr>
            <ns1:spLocks noEditPoints="1"/>
          </ns0:cNvSpPr>
          <ns0:nvPr/>
        </ns0:nvSpPr>
        <ns0:spPr bwMode="auto">
          <ns1:xfrm>
            <ns1:off x="1774826" y="2870202"/>
            <ns1:ext cx="241300" cy="361950"/>
          </ns1:xfrm>
          <ns1:custGeom>
            <ns1:avLst/>
            <ns1:gdLst>
              <ns1:gd name="T0" fmla="*/ 61 w 64"/>
              <ns1:gd name="T1" fmla="*/ 43 h 96"/>
              <ns1:gd name="T2" fmla="*/ 39 w 64"/>
              <ns1:gd name="T3" fmla="*/ 92 h 96"/>
              <ns1:gd name="T4" fmla="*/ 32 w 64"/>
              <ns1:gd name="T5" fmla="*/ 96 h 96"/>
              <ns1:gd name="T6" fmla="*/ 24 w 64"/>
              <ns1:gd name="T7" fmla="*/ 92 h 96"/>
              <ns1:gd name="T8" fmla="*/ 2 w 64"/>
              <ns1:gd name="T9" fmla="*/ 43 h 96"/>
              <ns1:gd name="T10" fmla="*/ 0 w 64"/>
              <ns1:gd name="T11" fmla="*/ 32 h 96"/>
              <ns1:gd name="T12" fmla="*/ 32 w 64"/>
              <ns1:gd name="T13" fmla="*/ 0 h 96"/>
              <ns1:gd name="T14" fmla="*/ 64 w 64"/>
              <ns1:gd name="T15" fmla="*/ 32 h 96"/>
              <ns1:gd name="T16" fmla="*/ 61 w 64"/>
              <ns1:gd name="T17" fmla="*/ 43 h 96"/>
              <ns1:gd name="T18" fmla="*/ 32 w 64"/>
              <ns1:gd name="T19" fmla="*/ 16 h 96"/>
              <ns1:gd name="T20" fmla="*/ 16 w 64"/>
              <ns1:gd name="T21" fmla="*/ 32 h 96"/>
              <ns1:gd name="T22" fmla="*/ 32 w 64"/>
              <ns1:gd name="T23" fmla="*/ 48 h 96"/>
              <ns1:gd name="T24" fmla="*/ 48 w 64"/>
              <ns1:gd name="T25" fmla="*/ 32 h 96"/>
              <ns1:gd name="T26" fmla="*/ 32 w 64"/>
              <ns1:gd name="T27" fmla="*/ 16 h 96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</ns1:cxnLst>
            <ns1:rect l="0" t="0" r="r" b="b"/>
            <ns1:pathLst>
              <ns1:path w="64" h="96">
                <ns1:moveTo>
                  <ns1:pt x="61" y="43"/>
                </ns1:moveTo>
                <ns1:cubicBezTo>
                  <ns1:pt x="39" y="92"/>
                  <ns1:pt x="39" y="92"/>
                  <ns1:pt x="39" y="92"/>
                </ns1:cubicBezTo>
                <ns1:cubicBezTo>
                  <ns1:pt x="37" y="94"/>
                  <ns1:pt x="35" y="96"/>
                  <ns1:pt x="32" y="96"/>
                </ns1:cubicBezTo>
                <ns1:cubicBezTo>
                  <ns1:pt x="29" y="96"/>
                  <ns1:pt x="26" y="94"/>
                  <ns1:pt x="24" y="92"/>
                </ns1:cubicBezTo>
                <ns1:cubicBezTo>
                  <ns1:pt x="2" y="43"/>
                  <ns1:pt x="2" y="43"/>
                  <ns1:pt x="2" y="43"/>
                </ns1:cubicBezTo>
                <ns1:cubicBezTo>
                  <ns1:pt x="0" y="40"/>
                  <ns1:pt x="0" y="36"/>
                  <ns1:pt x="0" y="32"/>
                </ns1:cubicBezTo>
                <ns1:cubicBezTo>
                  <ns1:pt x="0" y="14"/>
                  <ns1:pt x="14" y="0"/>
                  <ns1:pt x="32" y="0"/>
                </ns1:cubicBezTo>
                <ns1:cubicBezTo>
                  <ns1:pt x="49" y="0"/>
                  <ns1:pt x="64" y="14"/>
                  <ns1:pt x="64" y="32"/>
                </ns1:cubicBezTo>
                <ns1:cubicBezTo>
                  <ns1:pt x="64" y="36"/>
                  <ns1:pt x="63" y="40"/>
                  <ns1:pt x="61" y="43"/>
                </ns1:cubicBezTo>
                <ns1:close/>
                <ns1:moveTo>
                  <ns1:pt x="32" y="16"/>
                </ns1:moveTo>
                <ns1:cubicBezTo>
                  <ns1:pt x="23" y="16"/>
                  <ns1:pt x="16" y="23"/>
                  <ns1:pt x="16" y="32"/>
                </ns1:cubicBezTo>
                <ns1:cubicBezTo>
                  <ns1:pt x="16" y="41"/>
                  <ns1:pt x="23" y="48"/>
                  <ns1:pt x="32" y="48"/>
                </ns1:cubicBezTo>
                <ns1:cubicBezTo>
                  <ns1:pt x="40" y="48"/>
                  <ns1:pt x="48" y="41"/>
                  <ns1:pt x="48" y="32"/>
                </ns1:cubicBezTo>
                <ns1:cubicBezTo>
                  <ns1:pt x="48" y="23"/>
                  <ns1:pt x="40" y="16"/>
                  <ns1:pt x="32" y="16"/>
                </ns1:cubicBezTo>
                <ns1:close/>
              </ns1:path>
            </ns1:pathLst>
          </ns1:custGeom>
          <ns1:solidFill>
            <ns1:srgbClr val="010101"/>
          </ns1:solidFill>
          <ns1:ln>
            <ns1:noFill/>
          </ns1:ln>
          <ns1:extLst>
            <ns1:ext uri="{91240B29-F687-4F45-9708-019B960494DF}">
              <ns2:hiddenLine w="9525">
                <ns1:solidFill>
                  <ns1:srgbClr val="000000"/>
                </ns1:solidFill>
                <ns1:round/>
                <ns1:headEnd/>
                <ns1:tailEnd/>
              </ns2:hiddenLine>
            </ns1:ext>
          </ns1:extLst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en-US" sz="2700"/>
          </ns1:p>
        </ns0:txBody>
      </ns0:sp>
      <ns0:sp>
        <ns0:nvSpPr>
          <ns0:cNvPr id="105" name="Freeform 103"/>
          <ns0:cNvSpPr>
            <ns1:spLocks noEditPoints="1"/>
          </ns0:cNvSpPr>
          <ns0:nvPr/>
        </ns0:nvSpPr>
        <ns0:spPr bwMode="auto">
          <ns1:xfrm>
            <ns1:off x="2420939" y="2855914"/>
            <ns1:ext cx="239713" cy="346075"/>
          </ns1:xfrm>
          <ns1:custGeom>
            <ns1:avLst/>
            <ns1:gdLst>
              <ns1:gd name="T0" fmla="*/ 32 w 64"/>
              <ns1:gd name="T1" fmla="*/ 92 h 92"/>
              <ns1:gd name="T2" fmla="*/ 0 w 64"/>
              <ns1:gd name="T3" fmla="*/ 60 h 92"/>
              <ns1:gd name="T4" fmla="*/ 5 w 64"/>
              <ns1:gd name="T5" fmla="*/ 43 h 92"/>
              <ns1:gd name="T6" fmla="*/ 26 w 64"/>
              <ns1:gd name="T7" fmla="*/ 4 h 92"/>
              <ns1:gd name="T8" fmla="*/ 32 w 64"/>
              <ns1:gd name="T9" fmla="*/ 0 h 92"/>
              <ns1:gd name="T10" fmla="*/ 37 w 64"/>
              <ns1:gd name="T11" fmla="*/ 4 h 92"/>
              <ns1:gd name="T12" fmla="*/ 58 w 64"/>
              <ns1:gd name="T13" fmla="*/ 43 h 92"/>
              <ns1:gd name="T14" fmla="*/ 64 w 64"/>
              <ns1:gd name="T15" fmla="*/ 60 h 92"/>
              <ns1:gd name="T16" fmla="*/ 32 w 64"/>
              <ns1:gd name="T17" fmla="*/ 92 h 92"/>
              <ns1:gd name="T18" fmla="*/ 30 w 64"/>
              <ns1:gd name="T19" fmla="*/ 64 h 92"/>
              <ns1:gd name="T20" fmla="*/ 25 w 64"/>
              <ns1:gd name="T21" fmla="*/ 54 h 92"/>
              <ns1:gd name="T22" fmla="*/ 24 w 64"/>
              <ns1:gd name="T23" fmla="*/ 53 h 92"/>
              <ns1:gd name="T24" fmla="*/ 22 w 64"/>
              <ns1:gd name="T25" fmla="*/ 54 h 92"/>
              <ns1:gd name="T26" fmla="*/ 17 w 64"/>
              <ns1:gd name="T27" fmla="*/ 64 h 92"/>
              <ns1:gd name="T28" fmla="*/ 16 w 64"/>
              <ns1:gd name="T29" fmla="*/ 68 h 92"/>
              <ns1:gd name="T30" fmla="*/ 24 w 64"/>
              <ns1:gd name="T31" fmla="*/ 76 h 92"/>
              <ns1:gd name="T32" fmla="*/ 32 w 64"/>
              <ns1:gd name="T33" fmla="*/ 68 h 92"/>
              <ns1:gd name="T34" fmla="*/ 30 w 64"/>
              <ns1:gd name="T35" fmla="*/ 64 h 92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  <ns1:cxn ang="0">
                <ns1:pos x="T32" y="T33"/>
              </ns1:cxn>
              <ns1:cxn ang="0">
                <ns1:pos x="T34" y="T35"/>
              </ns1:cxn>
            </ns1:cxnLst>
            <ns1:rect l="0" t="0" r="r" b="b"/>
            <ns1:pathLst>
              <ns1:path w="64" h="92">
                <ns1:moveTo>
                  <ns1:pt x="32" y="92"/>
                </ns1:moveTo>
                <ns1:cubicBezTo>
                  <ns1:pt x="14" y="92"/>
                  <ns1:pt x="0" y="78"/>
                  <ns1:pt x="0" y="60"/>
                </ns1:cubicBezTo>
                <ns1:cubicBezTo>
                  <ns1:pt x="0" y="54"/>
                  <ns1:pt x="1" y="48"/>
                  <ns1:pt x="5" y="43"/>
                </ns1:cubicBezTo>
                <ns1:cubicBezTo>
                  <ns1:pt x="8" y="38"/>
                  <ns1:pt x="21" y="21"/>
                  <ns1:pt x="26" y="4"/>
                </ns1:cubicBezTo>
                <ns1:cubicBezTo>
                  <ns1:pt x="27" y="1"/>
                  <ns1:pt x="30" y="0"/>
                  <ns1:pt x="32" y="0"/>
                </ns1:cubicBezTo>
                <ns1:cubicBezTo>
                  <ns1:pt x="34" y="0"/>
                  <ns1:pt x="36" y="1"/>
                  <ns1:pt x="37" y="4"/>
                </ns1:cubicBezTo>
                <ns1:cubicBezTo>
                  <ns1:pt x="42" y="21"/>
                  <ns1:pt x="55" y="38"/>
                  <ns1:pt x="58" y="43"/>
                </ns1:cubicBezTo>
                <ns1:cubicBezTo>
                  <ns1:pt x="62" y="48"/>
                  <ns1:pt x="64" y="54"/>
                  <ns1:pt x="64" y="60"/>
                </ns1:cubicBezTo>
                <ns1:cubicBezTo>
                  <ns1:pt x="64" y="78"/>
                  <ns1:pt x="49" y="92"/>
                  <ns1:pt x="32" y="92"/>
                </ns1:cubicBezTo>
                <ns1:close/>
                <ns1:moveTo>
                  <ns1:pt x="30" y="64"/>
                </ns1:moveTo>
                <ns1:cubicBezTo>
                  <ns1:pt x="29" y="62"/>
                  <ns1:pt x="26" y="58"/>
                  <ns1:pt x="25" y="54"/>
                </ns1:cubicBezTo>
                <ns1:cubicBezTo>
                  <ns1:pt x="25" y="53"/>
                  <ns1:pt x="24" y="53"/>
                  <ns1:pt x="24" y="53"/>
                </ns1:cubicBezTo>
                <ns1:cubicBezTo>
                  <ns1:pt x="23" y="53"/>
                  <ns1:pt x="22" y="53"/>
                  <ns1:pt x="22" y="54"/>
                </ns1:cubicBezTo>
                <ns1:cubicBezTo>
                  <ns1:pt x="21" y="58"/>
                  <ns1:pt x="18" y="62"/>
                  <ns1:pt x="17" y="64"/>
                </ns1:cubicBezTo>
                <ns1:cubicBezTo>
                  <ns1:pt x="16" y="65"/>
                  <ns1:pt x="16" y="66"/>
                  <ns1:pt x="16" y="68"/>
                </ns1:cubicBezTo>
                <ns1:cubicBezTo>
                  <ns1:pt x="16" y="72"/>
                  <ns1:pt x="19" y="76"/>
                  <ns1:pt x="24" y="76"/>
                </ns1:cubicBezTo>
                <ns1:cubicBezTo>
                  <ns1:pt x="28" y="76"/>
                  <ns1:pt x="32" y="72"/>
                  <ns1:pt x="32" y="68"/>
                </ns1:cubicBezTo>
                <ns1:cubicBezTo>
                  <ns1:pt x="32" y="66"/>
                  <ns1:pt x="31" y="65"/>
                  <ns1:pt x="30" y="64"/>
                </ns1:cubicBezTo>
                <ns1:close/>
              </ns1:path>
            </ns1:pathLst>
          </ns1:custGeom>
          <ns1:solidFill>
            <ns1:srgbClr val="010101"/>
          </ns1:solidFill>
          <ns1:ln>
            <ns1:noFill/>
          </ns1:ln>
          <ns1:extLst>
            <ns1:ext uri="{91240B29-F687-4F45-9708-019B960494DF}">
              <ns2:hiddenLine w="9525">
                <ns1:solidFill>
                  <ns1:srgbClr val="000000"/>
                </ns1:solidFill>
                <ns1:round/>
                <ns1:headEnd/>
                <ns1:tailEnd/>
              </ns2:hiddenLine>
            </ns1:ext>
          </ns1:extLst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en-US" sz="2700"/>
          </ns1:p>
        </ns0:txBody>
      </ns0:sp>
      <ns0:sp>
        <ns0:nvSpPr>
          <ns0:cNvPr id="106" name="Freeform 104"/>
          <ns0:cNvSpPr>
            <ns1:spLocks noEditPoints="1"/>
          </ns0:cNvSpPr>
          <ns0:nvPr/>
        </ns0:nvSpPr>
        <ns0:spPr bwMode="auto">
          <ns1:xfrm>
            <ns1:off x="2973388" y="2870201"/>
            <ns1:ext cx="420688" cy="331788"/>
          </ns1:xfrm>
          <ns1:custGeom>
            <ns1:avLst/>
            <ns1:gdLst>
              <ns1:gd name="T0" fmla="*/ 88 w 112"/>
              <ns1:gd name="T1" fmla="*/ 70 h 88"/>
              <ns1:gd name="T2" fmla="*/ 70 w 112"/>
              <ns1:gd name="T3" fmla="*/ 88 h 88"/>
              <ns1:gd name="T4" fmla="*/ 18 w 112"/>
              <ns1:gd name="T5" fmla="*/ 88 h 88"/>
              <ns1:gd name="T6" fmla="*/ 0 w 112"/>
              <ns1:gd name="T7" fmla="*/ 70 h 88"/>
              <ns1:gd name="T8" fmla="*/ 0 w 112"/>
              <ns1:gd name="T9" fmla="*/ 18 h 88"/>
              <ns1:gd name="T10" fmla="*/ 18 w 112"/>
              <ns1:gd name="T11" fmla="*/ 0 h 88"/>
              <ns1:gd name="T12" fmla="*/ 70 w 112"/>
              <ns1:gd name="T13" fmla="*/ 0 h 88"/>
              <ns1:gd name="T14" fmla="*/ 78 w 112"/>
              <ns1:gd name="T15" fmla="*/ 2 h 88"/>
              <ns1:gd name="T16" fmla="*/ 79 w 112"/>
              <ns1:gd name="T17" fmla="*/ 3 h 88"/>
              <ns1:gd name="T18" fmla="*/ 78 w 112"/>
              <ns1:gd name="T19" fmla="*/ 5 h 88"/>
              <ns1:gd name="T20" fmla="*/ 75 w 112"/>
              <ns1:gd name="T21" fmla="*/ 8 h 88"/>
              <ns1:gd name="T22" fmla="*/ 73 w 112"/>
              <ns1:gd name="T23" fmla="*/ 8 h 88"/>
              <ns1:gd name="T24" fmla="*/ 70 w 112"/>
              <ns1:gd name="T25" fmla="*/ 8 h 88"/>
              <ns1:gd name="T26" fmla="*/ 18 w 112"/>
              <ns1:gd name="T27" fmla="*/ 8 h 88"/>
              <ns1:gd name="T28" fmla="*/ 8 w 112"/>
              <ns1:gd name="T29" fmla="*/ 18 h 88"/>
              <ns1:gd name="T30" fmla="*/ 8 w 112"/>
              <ns1:gd name="T31" fmla="*/ 70 h 88"/>
              <ns1:gd name="T32" fmla="*/ 18 w 112"/>
              <ns1:gd name="T33" fmla="*/ 80 h 88"/>
              <ns1:gd name="T34" fmla="*/ 70 w 112"/>
              <ns1:gd name="T35" fmla="*/ 80 h 88"/>
              <ns1:gd name="T36" fmla="*/ 80 w 112"/>
              <ns1:gd name="T37" fmla="*/ 70 h 88"/>
              <ns1:gd name="T38" fmla="*/ 80 w 112"/>
              <ns1:gd name="T39" fmla="*/ 62 h 88"/>
              <ns1:gd name="T40" fmla="*/ 81 w 112"/>
              <ns1:gd name="T41" fmla="*/ 61 h 88"/>
              <ns1:gd name="T42" fmla="*/ 85 w 112"/>
              <ns1:gd name="T43" fmla="*/ 57 h 88"/>
              <ns1:gd name="T44" fmla="*/ 87 w 112"/>
              <ns1:gd name="T45" fmla="*/ 56 h 88"/>
              <ns1:gd name="T46" fmla="*/ 88 w 112"/>
              <ns1:gd name="T47" fmla="*/ 58 h 88"/>
              <ns1:gd name="T48" fmla="*/ 88 w 112"/>
              <ns1:gd name="T49" fmla="*/ 70 h 88"/>
              <ns1:gd name="T50" fmla="*/ 100 w 112"/>
              <ns1:gd name="T51" fmla="*/ 30 h 88"/>
              <ns1:gd name="T52" fmla="*/ 58 w 112"/>
              <ns1:gd name="T53" fmla="*/ 72 h 88"/>
              <ns1:gd name="T54" fmla="*/ 40 w 112"/>
              <ns1:gd name="T55" fmla="*/ 72 h 88"/>
              <ns1:gd name="T56" fmla="*/ 40 w 112"/>
              <ns1:gd name="T57" fmla="*/ 54 h 88"/>
              <ns1:gd name="T58" fmla="*/ 82 w 112"/>
              <ns1:gd name="T59" fmla="*/ 12 h 88"/>
              <ns1:gd name="T60" fmla="*/ 100 w 112"/>
              <ns1:gd name="T61" fmla="*/ 30 h 88"/>
              <ns1:gd name="T62" fmla="*/ 63 w 112"/>
              <ns1:gd name="T63" fmla="*/ 59 h 88"/>
              <ns1:gd name="T64" fmla="*/ 54 w 112"/>
              <ns1:gd name="T65" fmla="*/ 49 h 88"/>
              <ns1:gd name="T66" fmla="*/ 46 w 112"/>
              <ns1:gd name="T67" fmla="*/ 57 h 88"/>
              <ns1:gd name="T68" fmla="*/ 46 w 112"/>
              <ns1:gd name="T69" fmla="*/ 60 h 88"/>
              <ns1:gd name="T70" fmla="*/ 52 w 112"/>
              <ns1:gd name="T71" fmla="*/ 60 h 88"/>
              <ns1:gd name="T72" fmla="*/ 52 w 112"/>
              <ns1:gd name="T73" fmla="*/ 66 h 88"/>
              <ns1:gd name="T74" fmla="*/ 56 w 112"/>
              <ns1:gd name="T75" fmla="*/ 66 h 88"/>
              <ns1:gd name="T76" fmla="*/ 63 w 112"/>
              <ns1:gd name="T77" fmla="*/ 59 h 88"/>
              <ns1:gd name="T78" fmla="*/ 81 w 112"/>
              <ns1:gd name="T79" fmla="*/ 21 h 88"/>
              <ns1:gd name="T80" fmla="*/ 59 w 112"/>
              <ns1:gd name="T81" fmla="*/ 43 h 88"/>
              <ns1:gd name="T82" fmla="*/ 59 w 112"/>
              <ns1:gd name="T83" fmla="*/ 45 h 88"/>
              <ns1:gd name="T84" fmla="*/ 61 w 112"/>
              <ns1:gd name="T85" fmla="*/ 45 h 88"/>
              <ns1:gd name="T86" fmla="*/ 83 w 112"/>
              <ns1:gd name="T87" fmla="*/ 23 h 88"/>
              <ns1:gd name="T88" fmla="*/ 83 w 112"/>
              <ns1:gd name="T89" fmla="*/ 21 h 88"/>
              <ns1:gd name="T90" fmla="*/ 81 w 112"/>
              <ns1:gd name="T91" fmla="*/ 21 h 88"/>
              <ns1:gd name="T92" fmla="*/ 104 w 112"/>
              <ns1:gd name="T93" fmla="*/ 26 h 88"/>
              <ns1:gd name="T94" fmla="*/ 86 w 112"/>
              <ns1:gd name="T95" fmla="*/ 8 h 88"/>
              <ns1:gd name="T96" fmla="*/ 92 w 112"/>
              <ns1:gd name="T97" fmla="*/ 2 h 88"/>
              <ns1:gd name="T98" fmla="*/ 101 w 112"/>
              <ns1:gd name="T99" fmla="*/ 2 h 88"/>
              <ns1:gd name="T100" fmla="*/ 110 w 112"/>
              <ns1:gd name="T101" fmla="*/ 12 h 88"/>
              <ns1:gd name="T102" fmla="*/ 110 w 112"/>
              <ns1:gd name="T103" fmla="*/ 20 h 88"/>
              <ns1:gd name="T104" fmla="*/ 104 w 112"/>
              <ns1:gd name="T105" fmla="*/ 26 h 88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  <ns1:cxn ang="0">
                <ns1:pos x="T32" y="T33"/>
              </ns1:cxn>
              <ns1:cxn ang="0">
                <ns1:pos x="T34" y="T35"/>
              </ns1:cxn>
              <ns1:cxn ang="0">
                <ns1:pos x="T36" y="T37"/>
              </ns1:cxn>
              <ns1:cxn ang="0">
                <ns1:pos x="T38" y="T39"/>
              </ns1:cxn>
              <ns1:cxn ang="0">
                <ns1:pos x="T40" y="T41"/>
              </ns1:cxn>
              <ns1:cxn ang="0">
                <ns1:pos x="T42" y="T43"/>
              </ns1:cxn>
              <ns1:cxn ang="0">
                <ns1:pos x="T44" y="T45"/>
              </ns1:cxn>
              <ns1:cxn ang="0">
                <ns1:pos x="T46" y="T47"/>
              </ns1:cxn>
              <ns1:cxn ang="0">
                <ns1:pos x="T48" y="T49"/>
              </ns1:cxn>
              <ns1:cxn ang="0">
                <ns1:pos x="T50" y="T51"/>
              </ns1:cxn>
              <ns1:cxn ang="0">
                <ns1:pos x="T52" y="T53"/>
              </ns1:cxn>
              <ns1:cxn ang="0">
                <ns1:pos x="T54" y="T55"/>
              </ns1:cxn>
              <ns1:cxn ang="0">
                <ns1:pos x="T56" y="T57"/>
              </ns1:cxn>
              <ns1:cxn ang="0">
                <ns1:pos x="T58" y="T59"/>
              </ns1:cxn>
              <ns1:cxn ang="0">
                <ns1:pos x="T60" y="T61"/>
              </ns1:cxn>
              <ns1:cxn ang="0">
                <ns1:pos x="T62" y="T63"/>
              </ns1:cxn>
              <ns1:cxn ang="0">
                <ns1:pos x="T64" y="T65"/>
              </ns1:cxn>
              <ns1:cxn ang="0">
                <ns1:pos x="T66" y="T67"/>
              </ns1:cxn>
              <ns1:cxn ang="0">
                <ns1:pos x="T68" y="T69"/>
              </ns1:cxn>
              <ns1:cxn ang="0">
                <ns1:pos x="T70" y="T71"/>
              </ns1:cxn>
              <ns1:cxn ang="0">
                <ns1:pos x="T72" y="T73"/>
              </ns1:cxn>
              <ns1:cxn ang="0">
                <ns1:pos x="T74" y="T75"/>
              </ns1:cxn>
              <ns1:cxn ang="0">
                <ns1:pos x="T76" y="T77"/>
              </ns1:cxn>
              <ns1:cxn ang="0">
                <ns1:pos x="T78" y="T79"/>
              </ns1:cxn>
              <ns1:cxn ang="0">
                <ns1:pos x="T80" y="T81"/>
              </ns1:cxn>
              <ns1:cxn ang="0">
                <ns1:pos x="T82" y="T83"/>
              </ns1:cxn>
              <ns1:cxn ang="0">
                <ns1:pos x="T84" y="T85"/>
              </ns1:cxn>
              <ns1:cxn ang="0">
                <ns1:pos x="T86" y="T87"/>
              </ns1:cxn>
              <ns1:cxn ang="0">
                <ns1:pos x="T88" y="T89"/>
              </ns1:cxn>
              <ns1:cxn ang="0">
                <ns1:pos x="T90" y="T91"/>
              </ns1:cxn>
              <ns1:cxn ang="0">
                <ns1:pos x="T92" y="T93"/>
              </ns1:cxn>
              <ns1:cxn ang="0">
                <ns1:pos x="T94" y="T95"/>
              </ns1:cxn>
              <ns1:cxn ang="0">
                <ns1:pos x="T96" y="T97"/>
              </ns1:cxn>
              <ns1:cxn ang="0">
                <ns1:pos x="T98" y="T99"/>
              </ns1:cxn>
              <ns1:cxn ang="0">
                <ns1:pos x="T100" y="T101"/>
              </ns1:cxn>
              <ns1:cxn ang="0">
                <ns1:pos x="T102" y="T103"/>
              </ns1:cxn>
              <ns1:cxn ang="0">
                <ns1:pos x="T104" y="T105"/>
              </ns1:cxn>
            </ns1:cxnLst>
            <ns1:rect l="0" t="0" r="r" b="b"/>
            <ns1:pathLst>
              <ns1:path w="112" h="88">
                <ns1:moveTo>
                  <ns1:pt x="88" y="70"/>
                </ns1:moveTo>
                <ns1:cubicBezTo>
                  <ns1:pt x="88" y="80"/>
                  <ns1:pt x="80" y="88"/>
                  <ns1:pt x="70" y="88"/>
                </ns1:cubicBezTo>
                <ns1:cubicBezTo>
                  <ns1:pt x="18" y="88"/>
                  <ns1:pt x="18" y="88"/>
                  <ns1:pt x="18" y="88"/>
                </ns1:cubicBezTo>
                <ns1:cubicBezTo>
                  <ns1:pt x="8" y="88"/>
                  <ns1:pt x="0" y="80"/>
                  <ns1:pt x="0" y="70"/>
                </ns1:cubicBezTo>
                <ns1:cubicBezTo>
                  <ns1:pt x="0" y="18"/>
                  <ns1:pt x="0" y="18"/>
                  <ns1:pt x="0" y="18"/>
                </ns1:cubicBezTo>
                <ns1:cubicBezTo>
                  <ns1:pt x="0" y="8"/>
                  <ns1:pt x="8" y="0"/>
                  <ns1:pt x="18" y="0"/>
                </ns1:cubicBezTo>
                <ns1:cubicBezTo>
                  <ns1:pt x="70" y="0"/>
                  <ns1:pt x="70" y="0"/>
                  <ns1:pt x="70" y="0"/>
                </ns1:cubicBezTo>
                <ns1:cubicBezTo>
                  <ns1:pt x="73" y="0"/>
                  <ns1:pt x="75" y="1"/>
                  <ns1:pt x="78" y="2"/>
                </ns1:cubicBezTo>
                <ns1:cubicBezTo>
                  <ns1:pt x="78" y="2"/>
                  <ns1:pt x="79" y="2"/>
                  <ns1:pt x="79" y="3"/>
                </ns1:cubicBezTo>
                <ns1:cubicBezTo>
                  <ns1:pt x="79" y="4"/>
                  <ns1:pt x="79" y="4"/>
                  <ns1:pt x="78" y="5"/>
                </ns1:cubicBezTo>
                <ns1:cubicBezTo>
                  <ns1:pt x="75" y="8"/>
                  <ns1:pt x="75" y="8"/>
                  <ns1:pt x="75" y="8"/>
                </ns1:cubicBezTo>
                <ns1:cubicBezTo>
                  <ns1:pt x="75" y="9"/>
                  <ns1:pt x="74" y="9"/>
                  <ns1:pt x="73" y="8"/>
                </ns1:cubicBezTo>
                <ns1:cubicBezTo>
                  <ns1:pt x="72" y="8"/>
                  <ns1:pt x="71" y="8"/>
                  <ns1:pt x="70" y="8"/>
                </ns1:cubicBezTo>
                <ns1:cubicBezTo>
                  <ns1:pt x="18" y="8"/>
                  <ns1:pt x="18" y="8"/>
                  <ns1:pt x="18" y="8"/>
                </ns1:cubicBezTo>
                <ns1:cubicBezTo>
                  <ns1:pt x="13" y="8"/>
                  <ns1:pt x="8" y="13"/>
                  <ns1:pt x="8" y="18"/>
                </ns1:cubicBezTo>
                <ns1:cubicBezTo>
                  <ns1:pt x="8" y="70"/>
                  <ns1:pt x="8" y="70"/>
                  <ns1:pt x="8" y="70"/>
                </ns1:cubicBezTo>
                <ns1:cubicBezTo>
                  <ns1:pt x="8" y="76"/>
                  <ns1:pt x="13" y="80"/>
                  <ns1:pt x="18" y="80"/>
                </ns1:cubicBezTo>
                <ns1:cubicBezTo>
                  <ns1:pt x="70" y="80"/>
                  <ns1:pt x="70" y="80"/>
                  <ns1:pt x="70" y="80"/>
                </ns1:cubicBezTo>
                <ns1:cubicBezTo>
                  <ns1:pt x="76" y="80"/>
                  <ns1:pt x="80" y="76"/>
                  <ns1:pt x="80" y="70"/>
                </ns1:cubicBezTo>
                <ns1:cubicBezTo>
                  <ns1:pt x="80" y="62"/>
                  <ns1:pt x="80" y="62"/>
                  <ns1:pt x="80" y="62"/>
                </ns1:cubicBezTo>
                <ns1:cubicBezTo>
                  <ns1:pt x="80" y="62"/>
                  <ns1:pt x="81" y="61"/>
                  <ns1:pt x="81" y="61"/>
                </ns1:cubicBezTo>
                <ns1:cubicBezTo>
                  <ns1:pt x="85" y="57"/>
                  <ns1:pt x="85" y="57"/>
                  <ns1:pt x="85" y="57"/>
                </ns1:cubicBezTo>
                <ns1:cubicBezTo>
                  <ns1:pt x="86" y="56"/>
                  <ns1:pt x="86" y="56"/>
                  <ns1:pt x="87" y="56"/>
                </ns1:cubicBezTo>
                <ns1:cubicBezTo>
                  <ns1:pt x="88" y="57"/>
                  <ns1:pt x="88" y="57"/>
                  <ns1:pt x="88" y="58"/>
                </ns1:cubicBezTo>
                <ns1:lnTo>
                  <ns1:pt x="88" y="70"/>
                </ns1:lnTo>
                <ns1:close/>
                <ns1:moveTo>
                  <ns1:pt x="100" y="30"/>
                </ns1:moveTo>
                <ns1:cubicBezTo>
                  <ns1:pt x="58" y="72"/>
                  <ns1:pt x="58" y="72"/>
                  <ns1:pt x="58" y="72"/>
                </ns1:cubicBezTo>
                <ns1:cubicBezTo>
                  <ns1:pt x="40" y="72"/>
                  <ns1:pt x="40" y="72"/>
                  <ns1:pt x="40" y="72"/>
                </ns1:cubicBezTo>
                <ns1:cubicBezTo>
                  <ns1:pt x="40" y="54"/>
                  <ns1:pt x="40" y="54"/>
                  <ns1:pt x="40" y="54"/>
                </ns1:cubicBezTo>
                <ns1:cubicBezTo>
                  <ns1:pt x="82" y="12"/>
                  <ns1:pt x="82" y="12"/>
                  <ns1:pt x="82" y="12"/>
                </ns1:cubicBezTo>
                <ns1:lnTo>
                  <ns1:pt x="100" y="30"/>
                </ns1:lnTo>
                <ns1:close/>
                <ns1:moveTo>
                  <ns1:pt x="63" y="59"/>
                </ns1:moveTo>
                <ns1:cubicBezTo>
                  <ns1:pt x="54" y="49"/>
                  <ns1:pt x="54" y="49"/>
                  <ns1:pt x="54" y="49"/>
                </ns1:cubicBezTo>
                <ns1:cubicBezTo>
                  <ns1:pt x="46" y="57"/>
                  <ns1:pt x="46" y="57"/>
                  <ns1:pt x="46" y="57"/>
                </ns1:cubicBezTo>
                <ns1:cubicBezTo>
                  <ns1:pt x="46" y="60"/>
                  <ns1:pt x="46" y="60"/>
                  <ns1:pt x="46" y="60"/>
                </ns1:cubicBezTo>
                <ns1:cubicBezTo>
                  <ns1:pt x="52" y="60"/>
                  <ns1:pt x="52" y="60"/>
                  <ns1:pt x="52" y="60"/>
                </ns1:cubicBezTo>
                <ns1:cubicBezTo>
                  <ns1:pt x="52" y="66"/>
                  <ns1:pt x="52" y="66"/>
                  <ns1:pt x="52" y="66"/>
                </ns1:cubicBezTo>
                <ns1:cubicBezTo>
                  <ns1:pt x="56" y="66"/>
                  <ns1:pt x="56" y="66"/>
                  <ns1:pt x="56" y="66"/>
                </ns1:cubicBezTo>
                <ns1:lnTo>
                  <ns1:pt x="63" y="59"/>
                </ns1:lnTo>
                <ns1:close/>
                <ns1:moveTo>
                  <ns1:pt x="81" y="21"/>
                </ns1:moveTo>
                <ns1:cubicBezTo>
                  <ns1:pt x="59" y="43"/>
                  <ns1:pt x="59" y="43"/>
                  <ns1:pt x="59" y="43"/>
                </ns1:cubicBezTo>
                <ns1:cubicBezTo>
                  <ns1:pt x="59" y="44"/>
                  <ns1:pt x="59" y="45"/>
                  <ns1:pt x="59" y="45"/>
                </ns1:cubicBezTo>
                <ns1:cubicBezTo>
                  <ns1:pt x="60" y="46"/>
                  <ns1:pt x="61" y="46"/>
                  <ns1:pt x="61" y="45"/>
                </ns1:cubicBezTo>
                <ns1:cubicBezTo>
                  <ns1:pt x="83" y="23"/>
                  <ns1:pt x="83" y="23"/>
                  <ns1:pt x="83" y="23"/>
                </ns1:cubicBezTo>
                <ns1:cubicBezTo>
                  <ns1:pt x="84" y="23"/>
                  <ns1:pt x="84" y="22"/>
                  <ns1:pt x="83" y="21"/>
                </ns1:cubicBezTo>
                <ns1:cubicBezTo>
                  <ns1:pt x="83" y="21"/>
                  <ns1:pt x="82" y="21"/>
                  <ns1:pt x="81" y="21"/>
                </ns1:cubicBezTo>
                <ns1:close/>
                <ns1:moveTo>
                  <ns1:pt x="104" y="26"/>
                </ns1:moveTo>
                <ns1:cubicBezTo>
                  <ns1:pt x="86" y="8"/>
                  <ns1:pt x="86" y="8"/>
                  <ns1:pt x="86" y="8"/>
                </ns1:cubicBezTo>
                <ns1:cubicBezTo>
                  <ns1:pt x="92" y="2"/>
                  <ns1:pt x="92" y="2"/>
                  <ns1:pt x="92" y="2"/>
                </ns1:cubicBezTo>
                <ns1:cubicBezTo>
                  <ns1:pt x="94" y="0"/>
                  <ns1:pt x="98" y="0"/>
                  <ns1:pt x="101" y="2"/>
                </ns1:cubicBezTo>
                <ns1:cubicBezTo>
                  <ns1:pt x="110" y="12"/>
                  <ns1:pt x="110" y="12"/>
                  <ns1:pt x="110" y="12"/>
                </ns1:cubicBezTo>
                <ns1:cubicBezTo>
                  <ns1:pt x="112" y="14"/>
                  <ns1:pt x="112" y="18"/>
                  <ns1:pt x="110" y="20"/>
                </ns1:cubicBezTo>
                <ns1:lnTo>
                  <ns1:pt x="104" y="26"/>
                </ns1:lnTo>
                <ns1:close/>
              </ns1:path>
            </ns1:pathLst>
          </ns1:custGeom>
          <ns1:solidFill>
            <ns1:srgbClr val="010101"/>
          </ns1:solidFill>
          <ns1:ln>
            <ns1:noFill/>
          </ns1:ln>
          <ns1:extLst>
            <ns1:ext uri="{91240B29-F687-4F45-9708-019B960494DF}">
              <ns2:hiddenLine w="9525">
                <ns1:solidFill>
                  <ns1:srgbClr val="000000"/>
                </ns1:solidFill>
                <ns1:round/>
                <ns1:headEnd/>
                <ns1:tailEnd/>
              </ns2:hiddenLine>
            </ns1:ext>
          </ns1:extLst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en-US" sz="2700"/>
          </ns1:p>
        </ns0:txBody>
      </ns0:sp>
      <ns0:sp>
        <ns0:nvSpPr>
          <ns0:cNvPr id="107" name="Freeform 105"/>
          <ns0:cNvSpPr>
            <ns1:spLocks noEditPoints="1"/>
          </ns0:cNvSpPr>
          <ns0:nvPr/>
        </ns0:nvSpPr>
        <ns0:spPr bwMode="auto">
          <ns1:xfrm>
            <ns1:off x="3636964" y="2840038"/>
            <ns1:ext cx="390525" cy="361950"/>
          </ns1:xfrm>
          <ns1:custGeom>
            <ns1:avLst/>
            <ns1:gdLst>
              <ns1:gd name="T0" fmla="*/ 88 w 104"/>
              <ns1:gd name="T1" fmla="*/ 78 h 96"/>
              <ns1:gd name="T2" fmla="*/ 70 w 104"/>
              <ns1:gd name="T3" fmla="*/ 96 h 96"/>
              <ns1:gd name="T4" fmla="*/ 18 w 104"/>
              <ns1:gd name="T5" fmla="*/ 96 h 96"/>
              <ns1:gd name="T6" fmla="*/ 0 w 104"/>
              <ns1:gd name="T7" fmla="*/ 78 h 96"/>
              <ns1:gd name="T8" fmla="*/ 0 w 104"/>
              <ns1:gd name="T9" fmla="*/ 26 h 96"/>
              <ns1:gd name="T10" fmla="*/ 18 w 104"/>
              <ns1:gd name="T11" fmla="*/ 8 h 96"/>
              <ns1:gd name="T12" fmla="*/ 34 w 104"/>
              <ns1:gd name="T13" fmla="*/ 8 h 96"/>
              <ns1:gd name="T14" fmla="*/ 36 w 104"/>
              <ns1:gd name="T15" fmla="*/ 10 h 96"/>
              <ns1:gd name="T16" fmla="*/ 34 w 104"/>
              <ns1:gd name="T17" fmla="*/ 12 h 96"/>
              <ns1:gd name="T18" fmla="*/ 26 w 104"/>
              <ns1:gd name="T19" fmla="*/ 16 h 96"/>
              <ns1:gd name="T20" fmla="*/ 25 w 104"/>
              <ns1:gd name="T21" fmla="*/ 16 h 96"/>
              <ns1:gd name="T22" fmla="*/ 18 w 104"/>
              <ns1:gd name="T23" fmla="*/ 16 h 96"/>
              <ns1:gd name="T24" fmla="*/ 8 w 104"/>
              <ns1:gd name="T25" fmla="*/ 26 h 96"/>
              <ns1:gd name="T26" fmla="*/ 8 w 104"/>
              <ns1:gd name="T27" fmla="*/ 78 h 96"/>
              <ns1:gd name="T28" fmla="*/ 18 w 104"/>
              <ns1:gd name="T29" fmla="*/ 88 h 96"/>
              <ns1:gd name="T30" fmla="*/ 70 w 104"/>
              <ns1:gd name="T31" fmla="*/ 88 h 96"/>
              <ns1:gd name="T32" fmla="*/ 80 w 104"/>
              <ns1:gd name="T33" fmla="*/ 78 h 96"/>
              <ns1:gd name="T34" fmla="*/ 80 w 104"/>
              <ns1:gd name="T35" fmla="*/ 65 h 96"/>
              <ns1:gd name="T36" fmla="*/ 81 w 104"/>
              <ns1:gd name="T37" fmla="*/ 63 h 96"/>
              <ns1:gd name="T38" fmla="*/ 84 w 104"/>
              <ns1:gd name="T39" fmla="*/ 61 h 96"/>
              <ns1:gd name="T40" fmla="*/ 86 w 104"/>
              <ns1:gd name="T41" fmla="*/ 60 h 96"/>
              <ns1:gd name="T42" fmla="*/ 88 w 104"/>
              <ns1:gd name="T43" fmla="*/ 62 h 96"/>
              <ns1:gd name="T44" fmla="*/ 88 w 104"/>
              <ns1:gd name="T45" fmla="*/ 78 h 96"/>
              <ns1:gd name="T46" fmla="*/ 79 w 104"/>
              <ns1:gd name="T47" fmla="*/ 55 h 96"/>
              <ns1:gd name="T48" fmla="*/ 76 w 104"/>
              <ns1:gd name="T49" fmla="*/ 56 h 96"/>
              <ns1:gd name="T50" fmla="*/ 74 w 104"/>
              <ns1:gd name="T51" fmla="*/ 56 h 96"/>
              <ns1:gd name="T52" fmla="*/ 72 w 104"/>
              <ns1:gd name="T53" fmla="*/ 52 h 96"/>
              <ns1:gd name="T54" fmla="*/ 72 w 104"/>
              <ns1:gd name="T55" fmla="*/ 40 h 96"/>
              <ns1:gd name="T56" fmla="*/ 62 w 104"/>
              <ns1:gd name="T57" fmla="*/ 40 h 96"/>
              <ns1:gd name="T58" fmla="*/ 34 w 104"/>
              <ns1:gd name="T59" fmla="*/ 48 h 96"/>
              <ns1:gd name="T60" fmla="*/ 30 w 104"/>
              <ns1:gd name="T61" fmla="*/ 78 h 96"/>
              <ns1:gd name="T62" fmla="*/ 29 w 104"/>
              <ns1:gd name="T63" fmla="*/ 80 h 96"/>
              <ns1:gd name="T64" fmla="*/ 28 w 104"/>
              <ns1:gd name="T65" fmla="*/ 80 h 96"/>
              <ns1:gd name="T66" fmla="*/ 26 w 104"/>
              <ns1:gd name="T67" fmla="*/ 79 h 96"/>
              <ns1:gd name="T68" fmla="*/ 16 w 104"/>
              <ns1:gd name="T69" fmla="*/ 52 h 96"/>
              <ns1:gd name="T70" fmla="*/ 62 w 104"/>
              <ns1:gd name="T71" fmla="*/ 16 h 96"/>
              <ns1:gd name="T72" fmla="*/ 72 w 104"/>
              <ns1:gd name="T73" fmla="*/ 16 h 96"/>
              <ns1:gd name="T74" fmla="*/ 72 w 104"/>
              <ns1:gd name="T75" fmla="*/ 4 h 96"/>
              <ns1:gd name="T76" fmla="*/ 74 w 104"/>
              <ns1:gd name="T77" fmla="*/ 0 h 96"/>
              <ns1:gd name="T78" fmla="*/ 76 w 104"/>
              <ns1:gd name="T79" fmla="*/ 0 h 96"/>
              <ns1:gd name="T80" fmla="*/ 79 w 104"/>
              <ns1:gd name="T81" fmla="*/ 1 h 96"/>
              <ns1:gd name="T82" fmla="*/ 102 w 104"/>
              <ns1:gd name="T83" fmla="*/ 25 h 96"/>
              <ns1:gd name="T84" fmla="*/ 102 w 104"/>
              <ns1:gd name="T85" fmla="*/ 31 h 96"/>
              <ns1:gd name="T86" fmla="*/ 79 w 104"/>
              <ns1:gd name="T87" fmla="*/ 55 h 96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  <ns1:cxn ang="0">
                <ns1:pos x="T32" y="T33"/>
              </ns1:cxn>
              <ns1:cxn ang="0">
                <ns1:pos x="T34" y="T35"/>
              </ns1:cxn>
              <ns1:cxn ang="0">
                <ns1:pos x="T36" y="T37"/>
              </ns1:cxn>
              <ns1:cxn ang="0">
                <ns1:pos x="T38" y="T39"/>
              </ns1:cxn>
              <ns1:cxn ang="0">
                <ns1:pos x="T40" y="T41"/>
              </ns1:cxn>
              <ns1:cxn ang="0">
                <ns1:pos x="T42" y="T43"/>
              </ns1:cxn>
              <ns1:cxn ang="0">
                <ns1:pos x="T44" y="T45"/>
              </ns1:cxn>
              <ns1:cxn ang="0">
                <ns1:pos x="T46" y="T47"/>
              </ns1:cxn>
              <ns1:cxn ang="0">
                <ns1:pos x="T48" y="T49"/>
              </ns1:cxn>
              <ns1:cxn ang="0">
                <ns1:pos x="T50" y="T51"/>
              </ns1:cxn>
              <ns1:cxn ang="0">
                <ns1:pos x="T52" y="T53"/>
              </ns1:cxn>
              <ns1:cxn ang="0">
                <ns1:pos x="T54" y="T55"/>
              </ns1:cxn>
              <ns1:cxn ang="0">
                <ns1:pos x="T56" y="T57"/>
              </ns1:cxn>
              <ns1:cxn ang="0">
                <ns1:pos x="T58" y="T59"/>
              </ns1:cxn>
              <ns1:cxn ang="0">
                <ns1:pos x="T60" y="T61"/>
              </ns1:cxn>
              <ns1:cxn ang="0">
                <ns1:pos x="T62" y="T63"/>
              </ns1:cxn>
              <ns1:cxn ang="0">
                <ns1:pos x="T64" y="T65"/>
              </ns1:cxn>
              <ns1:cxn ang="0">
                <ns1:pos x="T66" y="T67"/>
              </ns1:cxn>
              <ns1:cxn ang="0">
                <ns1:pos x="T68" y="T69"/>
              </ns1:cxn>
              <ns1:cxn ang="0">
                <ns1:pos x="T70" y="T71"/>
              </ns1:cxn>
              <ns1:cxn ang="0">
                <ns1:pos x="T72" y="T73"/>
              </ns1:cxn>
              <ns1:cxn ang="0">
                <ns1:pos x="T74" y="T75"/>
              </ns1:cxn>
              <ns1:cxn ang="0">
                <ns1:pos x="T76" y="T77"/>
              </ns1:cxn>
              <ns1:cxn ang="0">
                <ns1:pos x="T78" y="T79"/>
              </ns1:cxn>
              <ns1:cxn ang="0">
                <ns1:pos x="T80" y="T81"/>
              </ns1:cxn>
              <ns1:cxn ang="0">
                <ns1:pos x="T82" y="T83"/>
              </ns1:cxn>
              <ns1:cxn ang="0">
                <ns1:pos x="T84" y="T85"/>
              </ns1:cxn>
              <ns1:cxn ang="0">
                <ns1:pos x="T86" y="T87"/>
              </ns1:cxn>
            </ns1:cxnLst>
            <ns1:rect l="0" t="0" r="r" b="b"/>
            <ns1:pathLst>
              <ns1:path w="104" h="96">
                <ns1:moveTo>
                  <ns1:pt x="88" y="78"/>
                </ns1:moveTo>
                <ns1:cubicBezTo>
                  <ns1:pt x="88" y="88"/>
                  <ns1:pt x="80" y="96"/>
                  <ns1:pt x="70" y="96"/>
                </ns1:cubicBezTo>
                <ns1:cubicBezTo>
                  <ns1:pt x="18" y="96"/>
                  <ns1:pt x="18" y="96"/>
                  <ns1:pt x="18" y="96"/>
                </ns1:cubicBezTo>
                <ns1:cubicBezTo>
                  <ns1:pt x="8" y="96"/>
                  <ns1:pt x="0" y="88"/>
                  <ns1:pt x="0" y="78"/>
                </ns1:cubicBezTo>
                <ns1:cubicBezTo>
                  <ns1:pt x="0" y="26"/>
                  <ns1:pt x="0" y="26"/>
                  <ns1:pt x="0" y="26"/>
                </ns1:cubicBezTo>
                <ns1:cubicBezTo>
                  <ns1:pt x="0" y="16"/>
                  <ns1:pt x="8" y="8"/>
                  <ns1:pt x="18" y="8"/>
                </ns1:cubicBezTo>
                <ns1:cubicBezTo>
                  <ns1:pt x="34" y="8"/>
                  <ns1:pt x="34" y="8"/>
                  <ns1:pt x="34" y="8"/>
                </ns1:cubicBezTo>
                <ns1:cubicBezTo>
                  <ns1:pt x="35" y="8"/>
                  <ns1:pt x="36" y="9"/>
                  <ns1:pt x="36" y="10"/>
                </ns1:cubicBezTo>
                <ns1:cubicBezTo>
                  <ns1:pt x="36" y="11"/>
                  <ns1:pt x="35" y="12"/>
                  <ns1:pt x="34" y="12"/>
                </ns1:cubicBezTo>
                <ns1:cubicBezTo>
                  <ns1:pt x="31" y="13"/>
                  <ns1:pt x="28" y="14"/>
                  <ns1:pt x="26" y="16"/>
                </ns1:cubicBezTo>
                <ns1:cubicBezTo>
                  <ns1:pt x="25" y="16"/>
                  <ns1:pt x="25" y="16"/>
                  <ns1:pt x="25" y="16"/>
                </ns1:cubicBezTo>
                <ns1:cubicBezTo>
                  <ns1:pt x="18" y="16"/>
                  <ns1:pt x="18" y="16"/>
                  <ns1:pt x="18" y="16"/>
                </ns1:cubicBezTo>
                <ns1:cubicBezTo>
                  <ns1:pt x="12" y="16"/>
                  <ns1:pt x="8" y="21"/>
                  <ns1:pt x="8" y="26"/>
                </ns1:cubicBezTo>
                <ns1:cubicBezTo>
                  <ns1:pt x="8" y="78"/>
                  <ns1:pt x="8" y="78"/>
                  <ns1:pt x="8" y="78"/>
                </ns1:cubicBezTo>
                <ns1:cubicBezTo>
                  <ns1:pt x="8" y="84"/>
                  <ns1:pt x="12" y="88"/>
                  <ns1:pt x="18" y="88"/>
                </ns1:cubicBezTo>
                <ns1:cubicBezTo>
                  <ns1:pt x="70" y="88"/>
                  <ns1:pt x="70" y="88"/>
                  <ns1:pt x="70" y="88"/>
                </ns1:cubicBezTo>
                <ns1:cubicBezTo>
                  <ns1:pt x="75" y="88"/>
                  <ns1:pt x="80" y="84"/>
                  <ns1:pt x="80" y="78"/>
                </ns1:cubicBezTo>
                <ns1:cubicBezTo>
                  <ns1:pt x="80" y="65"/>
                  <ns1:pt x="80" y="65"/>
                  <ns1:pt x="80" y="65"/>
                </ns1:cubicBezTo>
                <ns1:cubicBezTo>
                  <ns1:pt x="80" y="64"/>
                  <ns1:pt x="80" y="63"/>
                  <ns1:pt x="81" y="63"/>
                </ns1:cubicBezTo>
                <ns1:cubicBezTo>
                  <ns1:pt x="82" y="62"/>
                  <ns1:pt x="83" y="62"/>
                  <ns1:pt x="84" y="61"/>
                </ns1:cubicBezTo>
                <ns1:cubicBezTo>
                  <ns1:pt x="85" y="60"/>
                  <ns1:pt x="86" y="60"/>
                  <ns1:pt x="86" y="60"/>
                </ns1:cubicBezTo>
                <ns1:cubicBezTo>
                  <ns1:pt x="87" y="60"/>
                  <ns1:pt x="88" y="61"/>
                  <ns1:pt x="88" y="62"/>
                </ns1:cubicBezTo>
                <ns1:lnTo>
                  <ns1:pt x="88" y="78"/>
                </ns1:lnTo>
                <ns1:close/>
                <ns1:moveTo>
                  <ns1:pt x="79" y="55"/>
                </ns1:moveTo>
                <ns1:cubicBezTo>
                  <ns1:pt x="78" y="56"/>
                  <ns1:pt x="77" y="56"/>
                  <ns1:pt x="76" y="56"/>
                </ns1:cubicBezTo>
                <ns1:cubicBezTo>
                  <ns1:pt x="75" y="56"/>
                  <ns1:pt x="75" y="56"/>
                  <ns1:pt x="74" y="56"/>
                </ns1:cubicBezTo>
                <ns1:cubicBezTo>
                  <ns1:pt x="73" y="55"/>
                  <ns1:pt x="72" y="54"/>
                  <ns1:pt x="72" y="52"/>
                </ns1:cubicBezTo>
                <ns1:cubicBezTo>
                  <ns1:pt x="72" y="40"/>
                  <ns1:pt x="72" y="40"/>
                  <ns1:pt x="72" y="40"/>
                </ns1:cubicBezTo>
                <ns1:cubicBezTo>
                  <ns1:pt x="62" y="40"/>
                  <ns1:pt x="62" y="40"/>
                  <ns1:pt x="62" y="40"/>
                </ns1:cubicBezTo>
                <ns1:cubicBezTo>
                  <ns1:pt x="48" y="40"/>
                  <ns1:pt x="39" y="43"/>
                  <ns1:pt x="34" y="48"/>
                </ns1:cubicBezTo>
                <ns1:cubicBezTo>
                  <ns1:pt x="29" y="54"/>
                  <ns1:pt x="28" y="63"/>
                  <ns1:pt x="30" y="78"/>
                </ns1:cubicBezTo>
                <ns1:cubicBezTo>
                  <ns1:pt x="30" y="79"/>
                  <ns1:pt x="29" y="80"/>
                  <ns1:pt x="29" y="80"/>
                </ns1:cubicBezTo>
                <ns1:cubicBezTo>
                  <ns1:pt x="28" y="80"/>
                  <ns1:pt x="28" y="80"/>
                  <ns1:pt x="28" y="80"/>
                </ns1:cubicBezTo>
                <ns1:cubicBezTo>
                  <ns1:pt x="27" y="80"/>
                  <ns1:pt x="27" y="80"/>
                  <ns1:pt x="26" y="79"/>
                </ns1:cubicBezTo>
                <ns1:cubicBezTo>
                  <ns1:pt x="26" y="79"/>
                  <ns1:pt x="16" y="65"/>
                  <ns1:pt x="16" y="52"/>
                </ns1:cubicBezTo>
                <ns1:cubicBezTo>
                  <ns1:pt x="16" y="35"/>
                  <ns1:pt x="21" y="16"/>
                  <ns1:pt x="62" y="16"/>
                </ns1:cubicBezTo>
                <ns1:cubicBezTo>
                  <ns1:pt x="72" y="16"/>
                  <ns1:pt x="72" y="16"/>
                  <ns1:pt x="72" y="16"/>
                </ns1:cubicBezTo>
                <ns1:cubicBezTo>
                  <ns1:pt x="72" y="4"/>
                  <ns1:pt x="72" y="4"/>
                  <ns1:pt x="72" y="4"/>
                </ns1:cubicBezTo>
                <ns1:cubicBezTo>
                  <ns1:pt x="72" y="2"/>
                  <ns1:pt x="73" y="1"/>
                  <ns1:pt x="74" y="0"/>
                </ns1:cubicBezTo>
                <ns1:cubicBezTo>
                  <ns1:pt x="75" y="0"/>
                  <ns1:pt x="75" y="0"/>
                  <ns1:pt x="76" y="0"/>
                </ns1:cubicBezTo>
                <ns1:cubicBezTo>
                  <ns1:pt x="77" y="0"/>
                  <ns1:pt x="78" y="1"/>
                  <ns1:pt x="79" y="1"/>
                </ns1:cubicBezTo>
                <ns1:cubicBezTo>
                  <ns1:pt x="102" y="25"/>
                  <ns1:pt x="102" y="25"/>
                  <ns1:pt x="102" y="25"/>
                </ns1:cubicBezTo>
                <ns1:cubicBezTo>
                  <ns1:pt x="104" y="27"/>
                  <ns1:pt x="104" y="29"/>
                  <ns1:pt x="102" y="31"/>
                </ns1:cubicBezTo>
                <ns1:lnTo>
                  <ns1:pt x="79" y="55"/>
                </ns1:lnTo>
                <ns1:close/>
              </ns1:path>
            </ns1:pathLst>
          </ns1:custGeom>
          <ns1:solidFill>
            <ns1:srgbClr val="010101"/>
          </ns1:solidFill>
          <ns1:ln>
            <ns1:noFill/>
          </ns1:ln>
          <ns1:extLst>
            <ns1:ext uri="{91240B29-F687-4F45-9708-019B960494DF}">
              <ns2:hiddenLine w="9525">
                <ns1:solidFill>
                  <ns1:srgbClr val="000000"/>
                </ns1:solidFill>
                <ns1:round/>
                <ns1:headEnd/>
                <ns1:tailEnd/>
              </ns2:hiddenLine>
            </ns1:ext>
          </ns1:extLst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en-US" sz="2700"/>
          </ns1:p>
        </ns0:txBody>
      </ns0:sp>
      <ns0:sp>
        <ns0:nvSpPr>
          <ns0:cNvPr id="108" name="Freeform 106"/>
          <ns0:cNvSpPr>
            <ns1:spLocks noEditPoints="1"/>
          </ns0:cNvSpPr>
          <ns0:nvPr/>
        </ns0:nvSpPr>
        <ns0:spPr bwMode="auto">
          <ns1:xfrm>
            <ns1:off x="4283077" y="2870201"/>
            <ns1:ext cx="390525" cy="331788"/>
          </ns1:xfrm>
          <ns1:custGeom>
            <ns1:avLst/>
            <ns1:gdLst>
              <ns1:gd name="T0" fmla="*/ 88 w 104"/>
              <ns1:gd name="T1" fmla="*/ 70 h 88"/>
              <ns1:gd name="T2" fmla="*/ 70 w 104"/>
              <ns1:gd name="T3" fmla="*/ 88 h 88"/>
              <ns1:gd name="T4" fmla="*/ 18 w 104"/>
              <ns1:gd name="T5" fmla="*/ 88 h 88"/>
              <ns1:gd name="T6" fmla="*/ 0 w 104"/>
              <ns1:gd name="T7" fmla="*/ 70 h 88"/>
              <ns1:gd name="T8" fmla="*/ 0 w 104"/>
              <ns1:gd name="T9" fmla="*/ 18 h 88"/>
              <ns1:gd name="T10" fmla="*/ 18 w 104"/>
              <ns1:gd name="T11" fmla="*/ 0 h 88"/>
              <ns1:gd name="T12" fmla="*/ 70 w 104"/>
              <ns1:gd name="T13" fmla="*/ 0 h 88"/>
              <ns1:gd name="T14" fmla="*/ 77 w 104"/>
              <ns1:gd name="T15" fmla="*/ 2 h 88"/>
              <ns1:gd name="T16" fmla="*/ 78 w 104"/>
              <ns1:gd name="T17" fmla="*/ 3 h 88"/>
              <ns1:gd name="T18" fmla="*/ 77 w 104"/>
              <ns1:gd name="T19" fmla="*/ 5 h 88"/>
              <ns1:gd name="T20" fmla="*/ 74 w 104"/>
              <ns1:gd name="T21" fmla="*/ 8 h 88"/>
              <ns1:gd name="T22" fmla="*/ 73 w 104"/>
              <ns1:gd name="T23" fmla="*/ 9 h 88"/>
              <ns1:gd name="T24" fmla="*/ 72 w 104"/>
              <ns1:gd name="T25" fmla="*/ 8 h 88"/>
              <ns1:gd name="T26" fmla="*/ 70 w 104"/>
              <ns1:gd name="T27" fmla="*/ 8 h 88"/>
              <ns1:gd name="T28" fmla="*/ 18 w 104"/>
              <ns1:gd name="T29" fmla="*/ 8 h 88"/>
              <ns1:gd name="T30" fmla="*/ 8 w 104"/>
              <ns1:gd name="T31" fmla="*/ 18 h 88"/>
              <ns1:gd name="T32" fmla="*/ 8 w 104"/>
              <ns1:gd name="T33" fmla="*/ 70 h 88"/>
              <ns1:gd name="T34" fmla="*/ 18 w 104"/>
              <ns1:gd name="T35" fmla="*/ 80 h 88"/>
              <ns1:gd name="T36" fmla="*/ 70 w 104"/>
              <ns1:gd name="T37" fmla="*/ 80 h 88"/>
              <ns1:gd name="T38" fmla="*/ 80 w 104"/>
              <ns1:gd name="T39" fmla="*/ 70 h 88"/>
              <ns1:gd name="T40" fmla="*/ 80 w 104"/>
              <ns1:gd name="T41" fmla="*/ 54 h 88"/>
              <ns1:gd name="T42" fmla="*/ 80 w 104"/>
              <ns1:gd name="T43" fmla="*/ 53 h 88"/>
              <ns1:gd name="T44" fmla="*/ 84 w 104"/>
              <ns1:gd name="T45" fmla="*/ 49 h 88"/>
              <ns1:gd name="T46" fmla="*/ 86 w 104"/>
              <ns1:gd name="T47" fmla="*/ 48 h 88"/>
              <ns1:gd name="T48" fmla="*/ 86 w 104"/>
              <ns1:gd name="T49" fmla="*/ 48 h 88"/>
              <ns1:gd name="T50" fmla="*/ 88 w 104"/>
              <ns1:gd name="T51" fmla="*/ 50 h 88"/>
              <ns1:gd name="T52" fmla="*/ 88 w 104"/>
              <ns1:gd name="T53" fmla="*/ 70 h 88"/>
              <ns1:gd name="T54" fmla="*/ 51 w 104"/>
              <ns1:gd name="T55" fmla="*/ 70 h 88"/>
              <ns1:gd name="T56" fmla="*/ 44 w 104"/>
              <ns1:gd name="T57" fmla="*/ 70 h 88"/>
              <ns1:gd name="T58" fmla="*/ 17 w 104"/>
              <ns1:gd name="T59" fmla="*/ 44 h 88"/>
              <ns1:gd name="T60" fmla="*/ 17 w 104"/>
              <ns1:gd name="T61" fmla="*/ 37 h 88"/>
              <ns1:gd name="T62" fmla="*/ 24 w 104"/>
              <ns1:gd name="T63" fmla="*/ 30 h 88"/>
              <ns1:gd name="T64" fmla="*/ 31 w 104"/>
              <ns1:gd name="T65" fmla="*/ 30 h 88"/>
              <ns1:gd name="T66" fmla="*/ 48 w 104"/>
              <ns1:gd name="T67" fmla="*/ 46 h 88"/>
              <ns1:gd name="T68" fmla="*/ 88 w 104"/>
              <ns1:gd name="T69" fmla="*/ 6 h 88"/>
              <ns1:gd name="T70" fmla="*/ 95 w 104"/>
              <ns1:gd name="T71" fmla="*/ 6 h 88"/>
              <ns1:gd name="T72" fmla="*/ 102 w 104"/>
              <ns1:gd name="T73" fmla="*/ 13 h 88"/>
              <ns1:gd name="T74" fmla="*/ 102 w 104"/>
              <ns1:gd name="T75" fmla="*/ 20 h 88"/>
              <ns1:gd name="T76" fmla="*/ 51 w 104"/>
              <ns1:gd name="T77" fmla="*/ 70 h 88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  <ns1:cxn ang="0">
                <ns1:pos x="T32" y="T33"/>
              </ns1:cxn>
              <ns1:cxn ang="0">
                <ns1:pos x="T34" y="T35"/>
              </ns1:cxn>
              <ns1:cxn ang="0">
                <ns1:pos x="T36" y="T37"/>
              </ns1:cxn>
              <ns1:cxn ang="0">
                <ns1:pos x="T38" y="T39"/>
              </ns1:cxn>
              <ns1:cxn ang="0">
                <ns1:pos x="T40" y="T41"/>
              </ns1:cxn>
              <ns1:cxn ang="0">
                <ns1:pos x="T42" y="T43"/>
              </ns1:cxn>
              <ns1:cxn ang="0">
                <ns1:pos x="T44" y="T45"/>
              </ns1:cxn>
              <ns1:cxn ang="0">
                <ns1:pos x="T46" y="T47"/>
              </ns1:cxn>
              <ns1:cxn ang="0">
                <ns1:pos x="T48" y="T49"/>
              </ns1:cxn>
              <ns1:cxn ang="0">
                <ns1:pos x="T50" y="T51"/>
              </ns1:cxn>
              <ns1:cxn ang="0">
                <ns1:pos x="T52" y="T53"/>
              </ns1:cxn>
              <ns1:cxn ang="0">
                <ns1:pos x="T54" y="T55"/>
              </ns1:cxn>
              <ns1:cxn ang="0">
                <ns1:pos x="T56" y="T57"/>
              </ns1:cxn>
              <ns1:cxn ang="0">
                <ns1:pos x="T58" y="T59"/>
              </ns1:cxn>
              <ns1:cxn ang="0">
                <ns1:pos x="T60" y="T61"/>
              </ns1:cxn>
              <ns1:cxn ang="0">
                <ns1:pos x="T62" y="T63"/>
              </ns1:cxn>
              <ns1:cxn ang="0">
                <ns1:pos x="T64" y="T65"/>
              </ns1:cxn>
              <ns1:cxn ang="0">
                <ns1:pos x="T66" y="T67"/>
              </ns1:cxn>
              <ns1:cxn ang="0">
                <ns1:pos x="T68" y="T69"/>
              </ns1:cxn>
              <ns1:cxn ang="0">
                <ns1:pos x="T70" y="T71"/>
              </ns1:cxn>
              <ns1:cxn ang="0">
                <ns1:pos x="T72" y="T73"/>
              </ns1:cxn>
              <ns1:cxn ang="0">
                <ns1:pos x="T74" y="T75"/>
              </ns1:cxn>
              <ns1:cxn ang="0">
                <ns1:pos x="T76" y="T77"/>
              </ns1:cxn>
            </ns1:cxnLst>
            <ns1:rect l="0" t="0" r="r" b="b"/>
            <ns1:pathLst>
              <ns1:path w="104" h="88">
                <ns1:moveTo>
                  <ns1:pt x="88" y="70"/>
                </ns1:moveTo>
                <ns1:cubicBezTo>
                  <ns1:pt x="88" y="80"/>
                  <ns1:pt x="79" y="88"/>
                  <ns1:pt x="70" y="88"/>
                </ns1:cubicBezTo>
                <ns1:cubicBezTo>
                  <ns1:pt x="18" y="88"/>
                  <ns1:pt x="18" y="88"/>
                  <ns1:pt x="18" y="88"/>
                </ns1:cubicBezTo>
                <ns1:cubicBezTo>
                  <ns1:pt x="8" y="88"/>
                  <ns1:pt x="0" y="80"/>
                  <ns1:pt x="0" y="70"/>
                </ns1:cubicBezTo>
                <ns1:cubicBezTo>
                  <ns1:pt x="0" y="18"/>
                  <ns1:pt x="0" y="18"/>
                  <ns1:pt x="0" y="18"/>
                </ns1:cubicBezTo>
                <ns1:cubicBezTo>
                  <ns1:pt x="0" y="8"/>
                  <ns1:pt x="8" y="0"/>
                  <ns1:pt x="18" y="0"/>
                </ns1:cubicBezTo>
                <ns1:cubicBezTo>
                  <ns1:pt x="70" y="0"/>
                  <ns1:pt x="70" y="0"/>
                  <ns1:pt x="70" y="0"/>
                </ns1:cubicBezTo>
                <ns1:cubicBezTo>
                  <ns1:pt x="72" y="0"/>
                  <ns1:pt x="75" y="1"/>
                  <ns1:pt x="77" y="2"/>
                </ns1:cubicBezTo>
                <ns1:cubicBezTo>
                  <ns1:pt x="77" y="2"/>
                  <ns1:pt x="78" y="2"/>
                  <ns1:pt x="78" y="3"/>
                </ns1:cubicBezTo>
                <ns1:cubicBezTo>
                  <ns1:pt x="78" y="4"/>
                  <ns1:pt x="78" y="4"/>
                  <ns1:pt x="77" y="5"/>
                </ns1:cubicBezTo>
                <ns1:cubicBezTo>
                  <ns1:pt x="74" y="8"/>
                  <ns1:pt x="74" y="8"/>
                  <ns1:pt x="74" y="8"/>
                </ns1:cubicBezTo>
                <ns1:cubicBezTo>
                  <ns1:pt x="74" y="8"/>
                  <ns1:pt x="73" y="9"/>
                  <ns1:pt x="73" y="9"/>
                </ns1:cubicBezTo>
                <ns1:cubicBezTo>
                  <ns1:pt x="73" y="9"/>
                  <ns1:pt x="73" y="9"/>
                  <ns1:pt x="72" y="8"/>
                </ns1:cubicBezTo>
                <ns1:cubicBezTo>
                  <ns1:pt x="71" y="8"/>
                  <ns1:pt x="70" y="8"/>
                  <ns1:pt x="70" y="8"/>
                </ns1:cubicBezTo>
                <ns1:cubicBezTo>
                  <ns1:pt x="18" y="8"/>
                  <ns1:pt x="18" y="8"/>
                  <ns1:pt x="18" y="8"/>
                </ns1:cubicBezTo>
                <ns1:cubicBezTo>
                  <ns1:pt x="12" y="8"/>
                  <ns1:pt x="8" y="13"/>
                  <ns1:pt x="8" y="18"/>
                </ns1:cubicBezTo>
                <ns1:cubicBezTo>
                  <ns1:pt x="8" y="70"/>
                  <ns1:pt x="8" y="70"/>
                  <ns1:pt x="8" y="70"/>
                </ns1:cubicBezTo>
                <ns1:cubicBezTo>
                  <ns1:pt x="8" y="76"/>
                  <ns1:pt x="12" y="80"/>
                  <ns1:pt x="18" y="80"/>
                </ns1:cubicBezTo>
                <ns1:cubicBezTo>
                  <ns1:pt x="70" y="80"/>
                  <ns1:pt x="70" y="80"/>
                  <ns1:pt x="70" y="80"/>
                </ns1:cubicBezTo>
                <ns1:cubicBezTo>
                  <ns1:pt x="75" y="80"/>
                  <ns1:pt x="80" y="76"/>
                  <ns1:pt x="80" y="70"/>
                </ns1:cubicBezTo>
                <ns1:cubicBezTo>
                  <ns1:pt x="80" y="54"/>
                  <ns1:pt x="80" y="54"/>
                  <ns1:pt x="80" y="54"/>
                </ns1:cubicBezTo>
                <ns1:cubicBezTo>
                  <ns1:pt x="80" y="54"/>
                  <ns1:pt x="80" y="53"/>
                  <ns1:pt x="80" y="53"/>
                </ns1:cubicBezTo>
                <ns1:cubicBezTo>
                  <ns1:pt x="84" y="49"/>
                  <ns1:pt x="84" y="49"/>
                  <ns1:pt x="84" y="49"/>
                </ns1:cubicBezTo>
                <ns1:cubicBezTo>
                  <ns1:pt x="85" y="48"/>
                  <ns1:pt x="85" y="48"/>
                  <ns1:pt x="86" y="48"/>
                </ns1:cubicBezTo>
                <ns1:cubicBezTo>
                  <ns1:pt x="86" y="48"/>
                  <ns1:pt x="86" y="48"/>
                  <ns1:pt x="86" y="48"/>
                </ns1:cubicBezTo>
                <ns1:cubicBezTo>
                  <ns1:pt x="87" y="49"/>
                  <ns1:pt x="88" y="49"/>
                  <ns1:pt x="88" y="50"/>
                </ns1:cubicBezTo>
                <ns1:lnTo>
                  <ns1:pt x="88" y="70"/>
                </ns1:lnTo>
                <ns1:close/>
                <ns1:moveTo>
                  <ns1:pt x="51" y="70"/>
                </ns1:moveTo>
                <ns1:cubicBezTo>
                  <ns1:pt x="49" y="72"/>
                  <ns1:pt x="46" y="72"/>
                  <ns1:pt x="44" y="70"/>
                </ns1:cubicBezTo>
                <ns1:cubicBezTo>
                  <ns1:pt x="17" y="44"/>
                  <ns1:pt x="17" y="44"/>
                  <ns1:pt x="17" y="44"/>
                </ns1:cubicBezTo>
                <ns1:cubicBezTo>
                  <ns1:pt x="15" y="42"/>
                  <ns1:pt x="15" y="39"/>
                  <ns1:pt x="17" y="37"/>
                </ns1:cubicBezTo>
                <ns1:cubicBezTo>
                  <ns1:pt x="24" y="30"/>
                  <ns1:pt x="24" y="30"/>
                  <ns1:pt x="24" y="30"/>
                </ns1:cubicBezTo>
                <ns1:cubicBezTo>
                  <ns1:pt x="26" y="28"/>
                  <ns1:pt x="29" y="28"/>
                  <ns1:pt x="31" y="30"/>
                </ns1:cubicBezTo>
                <ns1:cubicBezTo>
                  <ns1:pt x="48" y="46"/>
                  <ns1:pt x="48" y="46"/>
                  <ns1:pt x="48" y="46"/>
                </ns1:cubicBezTo>
                <ns1:cubicBezTo>
                  <ns1:pt x="88" y="6"/>
                  <ns1:pt x="88" y="6"/>
                  <ns1:pt x="88" y="6"/>
                </ns1:cubicBezTo>
                <ns1:cubicBezTo>
                  <ns1:pt x="90" y="4"/>
                  <ns1:pt x="93" y="4"/>
                  <ns1:pt x="95" y="6"/>
                </ns1:cubicBezTo>
                <ns1:cubicBezTo>
                  <ns1:pt x="102" y="13"/>
                  <ns1:pt x="102" y="13"/>
                  <ns1:pt x="102" y="13"/>
                </ns1:cubicBezTo>
                <ns1:cubicBezTo>
                  <ns1:pt x="104" y="15"/>
                  <ns1:pt x="104" y="18"/>
                  <ns1:pt x="102" y="20"/>
                </ns1:cubicBezTo>
                <ns1:lnTo>
                  <ns1:pt x="51" y="70"/>
                </ns1:lnTo>
                <ns1:close/>
              </ns1:path>
            </ns1:pathLst>
          </ns1:custGeom>
          <ns1:solidFill>
            <ns1:srgbClr val="010101"/>
          </ns1:solidFill>
          <ns1:ln>
            <ns1:noFill/>
          </ns1:ln>
          <ns1:extLst>
            <ns1:ext uri="{91240B29-F687-4F45-9708-019B960494DF}">
              <ns2:hiddenLine w="9525">
                <ns1:solidFill>
                  <ns1:srgbClr val="000000"/>
                </ns1:solidFill>
                <ns1:round/>
                <ns1:headEnd/>
                <ns1:tailEnd/>
              </ns2:hiddenLine>
            </ns1:ext>
          </ns1:extLst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en-US" sz="2700"/>
          </ns1:p>
        </ns0:txBody>
      </ns0:sp>
      <ns0:sp>
        <ns0:nvSpPr>
          <ns0:cNvPr id="109" name="Freeform 107"/>
          <ns0:cNvSpPr>
            <ns1:spLocks/>
          </ns0:cNvSpPr>
          <ns0:nvPr/>
        </ns0:nvSpPr>
        <ns0:spPr bwMode="auto">
          <ns1:xfrm>
            <ns1:off x="4910138" y="2840039"/>
            <ns1:ext cx="420688" cy="422275"/>
          </ns1:xfrm>
          <ns1:custGeom>
            <ns1:avLst/>
            <ns1:gdLst>
              <ns1:gd name="T0" fmla="*/ 111 w 112"/>
              <ns1:gd name="T1" fmla="*/ 59 h 112"/>
              <ns1:gd name="T2" fmla="*/ 95 w 112"/>
              <ns1:gd name="T3" fmla="*/ 75 h 112"/>
              <ns1:gd name="T4" fmla="*/ 92 w 112"/>
              <ns1:gd name="T5" fmla="*/ 76 h 112"/>
              <ns1:gd name="T6" fmla="*/ 88 w 112"/>
              <ns1:gd name="T7" fmla="*/ 72 h 112"/>
              <ns1:gd name="T8" fmla="*/ 88 w 112"/>
              <ns1:gd name="T9" fmla="*/ 64 h 112"/>
              <ns1:gd name="T10" fmla="*/ 64 w 112"/>
              <ns1:gd name="T11" fmla="*/ 64 h 112"/>
              <ns1:gd name="T12" fmla="*/ 64 w 112"/>
              <ns1:gd name="T13" fmla="*/ 88 h 112"/>
              <ns1:gd name="T14" fmla="*/ 72 w 112"/>
              <ns1:gd name="T15" fmla="*/ 88 h 112"/>
              <ns1:gd name="T16" fmla="*/ 76 w 112"/>
              <ns1:gd name="T17" fmla="*/ 92 h 112"/>
              <ns1:gd name="T18" fmla="*/ 75 w 112"/>
              <ns1:gd name="T19" fmla="*/ 95 h 112"/>
              <ns1:gd name="T20" fmla="*/ 59 w 112"/>
              <ns1:gd name="T21" fmla="*/ 111 h 112"/>
              <ns1:gd name="T22" fmla="*/ 56 w 112"/>
              <ns1:gd name="T23" fmla="*/ 112 h 112"/>
              <ns1:gd name="T24" fmla="*/ 53 w 112"/>
              <ns1:gd name="T25" fmla="*/ 111 h 112"/>
              <ns1:gd name="T26" fmla="*/ 37 w 112"/>
              <ns1:gd name="T27" fmla="*/ 95 h 112"/>
              <ns1:gd name="T28" fmla="*/ 36 w 112"/>
              <ns1:gd name="T29" fmla="*/ 92 h 112"/>
              <ns1:gd name="T30" fmla="*/ 40 w 112"/>
              <ns1:gd name="T31" fmla="*/ 88 h 112"/>
              <ns1:gd name="T32" fmla="*/ 48 w 112"/>
              <ns1:gd name="T33" fmla="*/ 88 h 112"/>
              <ns1:gd name="T34" fmla="*/ 48 w 112"/>
              <ns1:gd name="T35" fmla="*/ 64 h 112"/>
              <ns1:gd name="T36" fmla="*/ 24 w 112"/>
              <ns1:gd name="T37" fmla="*/ 64 h 112"/>
              <ns1:gd name="T38" fmla="*/ 24 w 112"/>
              <ns1:gd name="T39" fmla="*/ 72 h 112"/>
              <ns1:gd name="T40" fmla="*/ 20 w 112"/>
              <ns1:gd name="T41" fmla="*/ 76 h 112"/>
              <ns1:gd name="T42" fmla="*/ 17 w 112"/>
              <ns1:gd name="T43" fmla="*/ 75 h 112"/>
              <ns1:gd name="T44" fmla="*/ 1 w 112"/>
              <ns1:gd name="T45" fmla="*/ 59 h 112"/>
              <ns1:gd name="T46" fmla="*/ 0 w 112"/>
              <ns1:gd name="T47" fmla="*/ 56 h 112"/>
              <ns1:gd name="T48" fmla="*/ 1 w 112"/>
              <ns1:gd name="T49" fmla="*/ 53 h 112"/>
              <ns1:gd name="T50" fmla="*/ 17 w 112"/>
              <ns1:gd name="T51" fmla="*/ 37 h 112"/>
              <ns1:gd name="T52" fmla="*/ 20 w 112"/>
              <ns1:gd name="T53" fmla="*/ 36 h 112"/>
              <ns1:gd name="T54" fmla="*/ 24 w 112"/>
              <ns1:gd name="T55" fmla="*/ 40 h 112"/>
              <ns1:gd name="T56" fmla="*/ 24 w 112"/>
              <ns1:gd name="T57" fmla="*/ 48 h 112"/>
              <ns1:gd name="T58" fmla="*/ 48 w 112"/>
              <ns1:gd name="T59" fmla="*/ 48 h 112"/>
              <ns1:gd name="T60" fmla="*/ 48 w 112"/>
              <ns1:gd name="T61" fmla="*/ 24 h 112"/>
              <ns1:gd name="T62" fmla="*/ 40 w 112"/>
              <ns1:gd name="T63" fmla="*/ 24 h 112"/>
              <ns1:gd name="T64" fmla="*/ 36 w 112"/>
              <ns1:gd name="T65" fmla="*/ 20 h 112"/>
              <ns1:gd name="T66" fmla="*/ 37 w 112"/>
              <ns1:gd name="T67" fmla="*/ 17 h 112"/>
              <ns1:gd name="T68" fmla="*/ 53 w 112"/>
              <ns1:gd name="T69" fmla="*/ 1 h 112"/>
              <ns1:gd name="T70" fmla="*/ 56 w 112"/>
              <ns1:gd name="T71" fmla="*/ 0 h 112"/>
              <ns1:gd name="T72" fmla="*/ 59 w 112"/>
              <ns1:gd name="T73" fmla="*/ 1 h 112"/>
              <ns1:gd name="T74" fmla="*/ 75 w 112"/>
              <ns1:gd name="T75" fmla="*/ 17 h 112"/>
              <ns1:gd name="T76" fmla="*/ 76 w 112"/>
              <ns1:gd name="T77" fmla="*/ 20 h 112"/>
              <ns1:gd name="T78" fmla="*/ 72 w 112"/>
              <ns1:gd name="T79" fmla="*/ 24 h 112"/>
              <ns1:gd name="T80" fmla="*/ 64 w 112"/>
              <ns1:gd name="T81" fmla="*/ 24 h 112"/>
              <ns1:gd name="T82" fmla="*/ 64 w 112"/>
              <ns1:gd name="T83" fmla="*/ 48 h 112"/>
              <ns1:gd name="T84" fmla="*/ 88 w 112"/>
              <ns1:gd name="T85" fmla="*/ 48 h 112"/>
              <ns1:gd name="T86" fmla="*/ 88 w 112"/>
              <ns1:gd name="T87" fmla="*/ 40 h 112"/>
              <ns1:gd name="T88" fmla="*/ 92 w 112"/>
              <ns1:gd name="T89" fmla="*/ 36 h 112"/>
              <ns1:gd name="T90" fmla="*/ 95 w 112"/>
              <ns1:gd name="T91" fmla="*/ 37 h 112"/>
              <ns1:gd name="T92" fmla="*/ 111 w 112"/>
              <ns1:gd name="T93" fmla="*/ 53 h 112"/>
              <ns1:gd name="T94" fmla="*/ 112 w 112"/>
              <ns1:gd name="T95" fmla="*/ 56 h 112"/>
              <ns1:gd name="T96" fmla="*/ 111 w 112"/>
              <ns1:gd name="T97" fmla="*/ 59 h 112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  <ns1:cxn ang="0">
                <ns1:pos x="T32" y="T33"/>
              </ns1:cxn>
              <ns1:cxn ang="0">
                <ns1:pos x="T34" y="T35"/>
              </ns1:cxn>
              <ns1:cxn ang="0">
                <ns1:pos x="T36" y="T37"/>
              </ns1:cxn>
              <ns1:cxn ang="0">
                <ns1:pos x="T38" y="T39"/>
              </ns1:cxn>
              <ns1:cxn ang="0">
                <ns1:pos x="T40" y="T41"/>
              </ns1:cxn>
              <ns1:cxn ang="0">
                <ns1:pos x="T42" y="T43"/>
              </ns1:cxn>
              <ns1:cxn ang="0">
                <ns1:pos x="T44" y="T45"/>
              </ns1:cxn>
              <ns1:cxn ang="0">
                <ns1:pos x="T46" y="T47"/>
              </ns1:cxn>
              <ns1:cxn ang="0">
                <ns1:pos x="T48" y="T49"/>
              </ns1:cxn>
              <ns1:cxn ang="0">
                <ns1:pos x="T50" y="T51"/>
              </ns1:cxn>
              <ns1:cxn ang="0">
                <ns1:pos x="T52" y="T53"/>
              </ns1:cxn>
              <ns1:cxn ang="0">
                <ns1:pos x="T54" y="T55"/>
              </ns1:cxn>
              <ns1:cxn ang="0">
                <ns1:pos x="T56" y="T57"/>
              </ns1:cxn>
              <ns1:cxn ang="0">
                <ns1:pos x="T58" y="T59"/>
              </ns1:cxn>
              <ns1:cxn ang="0">
                <ns1:pos x="T60" y="T61"/>
              </ns1:cxn>
              <ns1:cxn ang="0">
                <ns1:pos x="T62" y="T63"/>
              </ns1:cxn>
              <ns1:cxn ang="0">
                <ns1:pos x="T64" y="T65"/>
              </ns1:cxn>
              <ns1:cxn ang="0">
                <ns1:pos x="T66" y="T67"/>
              </ns1:cxn>
              <ns1:cxn ang="0">
                <ns1:pos x="T68" y="T69"/>
              </ns1:cxn>
              <ns1:cxn ang="0">
                <ns1:pos x="T70" y="T71"/>
              </ns1:cxn>
              <ns1:cxn ang="0">
                <ns1:pos x="T72" y="T73"/>
              </ns1:cxn>
              <ns1:cxn ang="0">
                <ns1:pos x="T74" y="T75"/>
              </ns1:cxn>
              <ns1:cxn ang="0">
                <ns1:pos x="T76" y="T77"/>
              </ns1:cxn>
              <ns1:cxn ang="0">
                <ns1:pos x="T78" y="T79"/>
              </ns1:cxn>
              <ns1:cxn ang="0">
                <ns1:pos x="T80" y="T81"/>
              </ns1:cxn>
              <ns1:cxn ang="0">
                <ns1:pos x="T82" y="T83"/>
              </ns1:cxn>
              <ns1:cxn ang="0">
                <ns1:pos x="T84" y="T85"/>
              </ns1:cxn>
              <ns1:cxn ang="0">
                <ns1:pos x="T86" y="T87"/>
              </ns1:cxn>
              <ns1:cxn ang="0">
                <ns1:pos x="T88" y="T89"/>
              </ns1:cxn>
              <ns1:cxn ang="0">
                <ns1:pos x="T90" y="T91"/>
              </ns1:cxn>
              <ns1:cxn ang="0">
                <ns1:pos x="T92" y="T93"/>
              </ns1:cxn>
              <ns1:cxn ang="0">
                <ns1:pos x="T94" y="T95"/>
              </ns1:cxn>
              <ns1:cxn ang="0">
                <ns1:pos x="T96" y="T97"/>
              </ns1:cxn>
            </ns1:cxnLst>
            <ns1:rect l="0" t="0" r="r" b="b"/>
            <ns1:pathLst>
              <ns1:path w="112" h="112">
                <ns1:moveTo>
                  <ns1:pt x="111" y="59"/>
                </ns1:moveTo>
                <ns1:cubicBezTo>
                  <ns1:pt x="95" y="75"/>
                  <ns1:pt x="95" y="75"/>
                  <ns1:pt x="95" y="75"/>
                </ns1:cubicBezTo>
                <ns1:cubicBezTo>
                  <ns1:pt x="94" y="76"/>
                  <ns1:pt x="93" y="76"/>
                  <ns1:pt x="92" y="76"/>
                </ns1:cubicBezTo>
                <ns1:cubicBezTo>
                  <ns1:pt x="90" y="76"/>
                  <ns1:pt x="88" y="74"/>
                  <ns1:pt x="88" y="72"/>
                </ns1:cubicBezTo>
                <ns1:cubicBezTo>
                  <ns1:pt x="88" y="64"/>
                  <ns1:pt x="88" y="64"/>
                  <ns1:pt x="88" y="64"/>
                </ns1:cubicBezTo>
                <ns1:cubicBezTo>
                  <ns1:pt x="64" y="64"/>
                  <ns1:pt x="64" y="64"/>
                  <ns1:pt x="64" y="64"/>
                </ns1:cubicBezTo>
                <ns1:cubicBezTo>
                  <ns1:pt x="64" y="88"/>
                  <ns1:pt x="64" y="88"/>
                  <ns1:pt x="64" y="88"/>
                </ns1:cubicBezTo>
                <ns1:cubicBezTo>
                  <ns1:pt x="72" y="88"/>
                  <ns1:pt x="72" y="88"/>
                  <ns1:pt x="72" y="88"/>
                </ns1:cubicBezTo>
                <ns1:cubicBezTo>
                  <ns1:pt x="74" y="88"/>
                  <ns1:pt x="76" y="90"/>
                  <ns1:pt x="76" y="92"/>
                </ns1:cubicBezTo>
                <ns1:cubicBezTo>
                  <ns1:pt x="76" y="93"/>
                  <ns1:pt x="76" y="94"/>
                  <ns1:pt x="75" y="95"/>
                </ns1:cubicBezTo>
                <ns1:cubicBezTo>
                  <ns1:pt x="59" y="111"/>
                  <ns1:pt x="59" y="111"/>
                  <ns1:pt x="59" y="111"/>
                </ns1:cubicBezTo>
                <ns1:cubicBezTo>
                  <ns1:pt x="58" y="112"/>
                  <ns1:pt x="57" y="112"/>
                  <ns1:pt x="56" y="112"/>
                </ns1:cubicBezTo>
                <ns1:cubicBezTo>
                  <ns1:pt x="55" y="112"/>
                  <ns1:pt x="54" y="112"/>
                  <ns1:pt x="53" y="111"/>
                </ns1:cubicBezTo>
                <ns1:cubicBezTo>
                  <ns1:pt x="37" y="95"/>
                  <ns1:pt x="37" y="95"/>
                  <ns1:pt x="37" y="95"/>
                </ns1:cubicBezTo>
                <ns1:cubicBezTo>
                  <ns1:pt x="37" y="94"/>
                  <ns1:pt x="36" y="93"/>
                  <ns1:pt x="36" y="92"/>
                </ns1:cubicBezTo>
                <ns1:cubicBezTo>
                  <ns1:pt x="36" y="90"/>
                  <ns1:pt x="38" y="88"/>
                  <ns1:pt x="40" y="88"/>
                </ns1:cubicBezTo>
                <ns1:cubicBezTo>
                  <ns1:pt x="48" y="88"/>
                  <ns1:pt x="48" y="88"/>
                  <ns1:pt x="48" y="88"/>
                </ns1:cubicBezTo>
                <ns1:cubicBezTo>
                  <ns1:pt x="48" y="64"/>
                  <ns1:pt x="48" y="64"/>
                  <ns1:pt x="48" y="64"/>
                </ns1:cubicBezTo>
                <ns1:cubicBezTo>
                  <ns1:pt x="24" y="64"/>
                  <ns1:pt x="24" y="64"/>
                  <ns1:pt x="24" y="64"/>
                </ns1:cubicBezTo>
                <ns1:cubicBezTo>
                  <ns1:pt x="24" y="72"/>
                  <ns1:pt x="24" y="72"/>
                  <ns1:pt x="24" y="72"/>
                </ns1:cubicBezTo>
                <ns1:cubicBezTo>
                  <ns1:pt x="24" y="74"/>
                  <ns1:pt x="22" y="76"/>
                  <ns1:pt x="20" y="76"/>
                </ns1:cubicBezTo>
                <ns1:cubicBezTo>
                  <ns1:pt x="19" y="76"/>
                  <ns1:pt x="18" y="76"/>
                  <ns1:pt x="17" y="75"/>
                </ns1:cubicBezTo>
                <ns1:cubicBezTo>
                  <ns1:pt x="1" y="59"/>
                  <ns1:pt x="1" y="59"/>
                  <ns1:pt x="1" y="59"/>
                </ns1:cubicBezTo>
                <ns1:cubicBezTo>
                  <ns1:pt x="1" y="58"/>
                  <ns1:pt x="0" y="57"/>
                  <ns1:pt x="0" y="56"/>
                </ns1:cubicBezTo>
                <ns1:cubicBezTo>
                  <ns1:pt x="0" y="55"/>
                  <ns1:pt x="1" y="54"/>
                  <ns1:pt x="1" y="53"/>
                </ns1:cubicBezTo>
                <ns1:cubicBezTo>
                  <ns1:pt x="17" y="37"/>
                  <ns1:pt x="17" y="37"/>
                  <ns1:pt x="17" y="37"/>
                </ns1:cubicBezTo>
                <ns1:cubicBezTo>
                  <ns1:pt x="18" y="37"/>
                  <ns1:pt x="19" y="36"/>
                  <ns1:pt x="20" y="36"/>
                </ns1:cubicBezTo>
                <ns1:cubicBezTo>
                  <ns1:pt x="22" y="36"/>
                  <ns1:pt x="24" y="38"/>
                  <ns1:pt x="24" y="40"/>
                </ns1:cubicBezTo>
                <ns1:cubicBezTo>
                  <ns1:pt x="24" y="48"/>
                  <ns1:pt x="24" y="48"/>
                  <ns1:pt x="24" y="48"/>
                </ns1:cubicBezTo>
                <ns1:cubicBezTo>
                  <ns1:pt x="48" y="48"/>
                  <ns1:pt x="48" y="48"/>
                  <ns1:pt x="48" y="48"/>
                </ns1:cubicBezTo>
                <ns1:cubicBezTo>
                  <ns1:pt x="48" y="24"/>
                  <ns1:pt x="48" y="24"/>
                  <ns1:pt x="48" y="24"/>
                </ns1:cubicBezTo>
                <ns1:cubicBezTo>
                  <ns1:pt x="40" y="24"/>
                  <ns1:pt x="40" y="24"/>
                  <ns1:pt x="40" y="24"/>
                </ns1:cubicBezTo>
                <ns1:cubicBezTo>
                  <ns1:pt x="38" y="24"/>
                  <ns1:pt x="36" y="22"/>
                  <ns1:pt x="36" y="20"/>
                </ns1:cubicBezTo>
                <ns1:cubicBezTo>
                  <ns1:pt x="36" y="19"/>
                  <ns1:pt x="37" y="18"/>
                  <ns1:pt x="37" y="17"/>
                </ns1:cubicBezTo>
                <ns1:cubicBezTo>
                  <ns1:pt x="53" y="1"/>
                  <ns1:pt x="53" y="1"/>
                  <ns1:pt x="53" y="1"/>
                </ns1:cubicBezTo>
                <ns1:cubicBezTo>
                  <ns1:pt x="54" y="1"/>
                  <ns1:pt x="55" y="0"/>
                  <ns1:pt x="56" y="0"/>
                </ns1:cubicBezTo>
                <ns1:cubicBezTo>
                  <ns1:pt x="57" y="0"/>
                  <ns1:pt x="58" y="1"/>
                  <ns1:pt x="59" y="1"/>
                </ns1:cubicBezTo>
                <ns1:cubicBezTo>
                  <ns1:pt x="75" y="17"/>
                  <ns1:pt x="75" y="17"/>
                  <ns1:pt x="75" y="17"/>
                </ns1:cubicBezTo>
                <ns1:cubicBezTo>
                  <ns1:pt x="76" y="18"/>
                  <ns1:pt x="76" y="19"/>
                  <ns1:pt x="76" y="20"/>
                </ns1:cubicBezTo>
                <ns1:cubicBezTo>
                  <ns1:pt x="76" y="22"/>
                  <ns1:pt x="74" y="24"/>
                  <ns1:pt x="72" y="24"/>
                </ns1:cubicBezTo>
                <ns1:cubicBezTo>
                  <ns1:pt x="64" y="24"/>
                  <ns1:pt x="64" y="24"/>
                  <ns1:pt x="64" y="24"/>
                </ns1:cubicBezTo>
                <ns1:cubicBezTo>
                  <ns1:pt x="64" y="48"/>
                  <ns1:pt x="64" y="48"/>
                  <ns1:pt x="64" y="48"/>
                </ns1:cubicBezTo>
                <ns1:cubicBezTo>
                  <ns1:pt x="88" y="48"/>
                  <ns1:pt x="88" y="48"/>
                  <ns1:pt x="88" y="48"/>
                </ns1:cubicBezTo>
                <ns1:cubicBezTo>
                  <ns1:pt x="88" y="40"/>
                  <ns1:pt x="88" y="40"/>
                  <ns1:pt x="88" y="40"/>
                </ns1:cubicBezTo>
                <ns1:cubicBezTo>
                  <ns1:pt x="88" y="38"/>
                  <ns1:pt x="90" y="36"/>
                  <ns1:pt x="92" y="36"/>
                </ns1:cubicBezTo>
                <ns1:cubicBezTo>
                  <ns1:pt x="93" y="36"/>
                  <ns1:pt x="94" y="37"/>
                  <ns1:pt x="95" y="37"/>
                </ns1:cubicBezTo>
                <ns1:cubicBezTo>
                  <ns1:pt x="111" y="53"/>
                  <ns1:pt x="111" y="53"/>
                  <ns1:pt x="111" y="53"/>
                </ns1:cubicBezTo>
                <ns1:cubicBezTo>
                  <ns1:pt x="112" y="54"/>
                  <ns1:pt x="112" y="55"/>
                  <ns1:pt x="112" y="56"/>
                </ns1:cubicBezTo>
                <ns1:cubicBezTo>
                  <ns1:pt x="112" y="57"/>
                  <ns1:pt x="112" y="58"/>
                  <ns1:pt x="111" y="59"/>
                </ns1:cubicBezTo>
                <ns1:close/>
              </ns1:path>
            </ns1:pathLst>
          </ns1:custGeom>
          <ns1:solidFill>
            <ns1:srgbClr val="010101"/>
          </ns1:solidFill>
          <ns1:ln>
            <ns1:noFill/>
          </ns1:ln>
          <ns1:extLst>
            <ns1:ext uri="{91240B29-F687-4F45-9708-019B960494DF}">
              <ns2:hiddenLine w="9525">
                <ns1:solidFill>
                  <ns1:srgbClr val="000000"/>
                </ns1:solidFill>
                <ns1:round/>
                <ns1:headEnd/>
                <ns1:tailEnd/>
              </ns2:hiddenLine>
            </ns1:ext>
          </ns1:extLst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en-US" sz="2700"/>
          </ns1:p>
        </ns0:txBody>
      </ns0:sp>
      <ns0:sp>
        <ns0:nvSpPr>
          <ns0:cNvPr id="110" name="Freeform 108"/>
          <ns0:cNvSpPr>
            <ns1:spLocks noEditPoints="1"/>
          </ns0:cNvSpPr>
          <ns0:nvPr/>
        </ns0:nvSpPr>
        <ns0:spPr bwMode="auto">
          <ns1:xfrm>
            <ns1:off x="5584827" y="2886077"/>
            <ns1:ext cx="360363" cy="315913"/>
          </ns1:xfrm>
          <ns1:custGeom>
            <ns1:avLst/>
            <ns1:gdLst>
              <ns1:gd name="T0" fmla="*/ 96 w 96"/>
              <ns1:gd name="T1" fmla="*/ 50 h 84"/>
              <ns1:gd name="T2" fmla="*/ 94 w 96"/>
              <ns1:gd name="T3" fmla="*/ 52 h 84"/>
              <ns1:gd name="T4" fmla="*/ 88 w 96"/>
              <ns1:gd name="T5" fmla="*/ 52 h 84"/>
              <ns1:gd name="T6" fmla="*/ 88 w 96"/>
              <ns1:gd name="T7" fmla="*/ 78 h 84"/>
              <ns1:gd name="T8" fmla="*/ 82 w 96"/>
              <ns1:gd name="T9" fmla="*/ 84 h 84"/>
              <ns1:gd name="T10" fmla="*/ 14 w 96"/>
              <ns1:gd name="T11" fmla="*/ 84 h 84"/>
              <ns1:gd name="T12" fmla="*/ 8 w 96"/>
              <ns1:gd name="T13" fmla="*/ 78 h 84"/>
              <ns1:gd name="T14" fmla="*/ 8 w 96"/>
              <ns1:gd name="T15" fmla="*/ 52 h 84"/>
              <ns1:gd name="T16" fmla="*/ 2 w 96"/>
              <ns1:gd name="T17" fmla="*/ 52 h 84"/>
              <ns1:gd name="T18" fmla="*/ 0 w 96"/>
              <ns1:gd name="T19" fmla="*/ 50 h 84"/>
              <ns1:gd name="T20" fmla="*/ 0 w 96"/>
              <ns1:gd name="T21" fmla="*/ 30 h 84"/>
              <ns1:gd name="T22" fmla="*/ 2 w 96"/>
              <ns1:gd name="T23" fmla="*/ 28 h 84"/>
              <ns1:gd name="T24" fmla="*/ 30 w 96"/>
              <ns1:gd name="T25" fmla="*/ 28 h 84"/>
              <ns1:gd name="T26" fmla="*/ 16 w 96"/>
              <ns1:gd name="T27" fmla="*/ 14 h 84"/>
              <ns1:gd name="T28" fmla="*/ 30 w 96"/>
              <ns1:gd name="T29" fmla="*/ 0 h 84"/>
              <ns1:gd name="T30" fmla="*/ 40 w 96"/>
              <ns1:gd name="T31" fmla="*/ 5 h 84"/>
              <ns1:gd name="T32" fmla="*/ 48 w 96"/>
              <ns1:gd name="T33" fmla="*/ 15 h 84"/>
              <ns1:gd name="T34" fmla="*/ 56 w 96"/>
              <ns1:gd name="T35" fmla="*/ 5 h 84"/>
              <ns1:gd name="T36" fmla="*/ 67 w 96"/>
              <ns1:gd name="T37" fmla="*/ 0 h 84"/>
              <ns1:gd name="T38" fmla="*/ 81 w 96"/>
              <ns1:gd name="T39" fmla="*/ 14 h 84"/>
              <ns1:gd name="T40" fmla="*/ 67 w 96"/>
              <ns1:gd name="T41" fmla="*/ 28 h 84"/>
              <ns1:gd name="T42" fmla="*/ 94 w 96"/>
              <ns1:gd name="T43" fmla="*/ 28 h 84"/>
              <ns1:gd name="T44" fmla="*/ 96 w 96"/>
              <ns1:gd name="T45" fmla="*/ 30 h 84"/>
              <ns1:gd name="T46" fmla="*/ 96 w 96"/>
              <ns1:gd name="T47" fmla="*/ 50 h 84"/>
              <ns1:gd name="T48" fmla="*/ 42 w 96"/>
              <ns1:gd name="T49" fmla="*/ 20 h 84"/>
              <ns1:gd name="T50" fmla="*/ 34 w 96"/>
              <ns1:gd name="T51" fmla="*/ 10 h 84"/>
              <ns1:gd name="T52" fmla="*/ 30 w 96"/>
              <ns1:gd name="T53" fmla="*/ 8 h 84"/>
              <ns1:gd name="T54" fmla="*/ 24 w 96"/>
              <ns1:gd name="T55" fmla="*/ 14 h 84"/>
              <ns1:gd name="T56" fmla="*/ 30 w 96"/>
              <ns1:gd name="T57" fmla="*/ 20 h 84"/>
              <ns1:gd name="T58" fmla="*/ 42 w 96"/>
              <ns1:gd name="T59" fmla="*/ 20 h 84"/>
              <ns1:gd name="T60" fmla="*/ 58 w 96"/>
              <ns1:gd name="T61" fmla="*/ 69 h 84"/>
              <ns1:gd name="T62" fmla="*/ 58 w 96"/>
              <ns1:gd name="T63" fmla="*/ 40 h 84"/>
              <ns1:gd name="T64" fmla="*/ 58 w 96"/>
              <ns1:gd name="T65" fmla="*/ 28 h 84"/>
              <ns1:gd name="T66" fmla="*/ 38 w 96"/>
              <ns1:gd name="T67" fmla="*/ 28 h 84"/>
              <ns1:gd name="T68" fmla="*/ 38 w 96"/>
              <ns1:gd name="T69" fmla="*/ 40 h 84"/>
              <ns1:gd name="T70" fmla="*/ 38 w 96"/>
              <ns1:gd name="T71" fmla="*/ 69 h 84"/>
              <ns1:gd name="T72" fmla="*/ 38 w 96"/>
              <ns1:gd name="T73" fmla="*/ 73 h 84"/>
              <ns1:gd name="T74" fmla="*/ 42 w 96"/>
              <ns1:gd name="T75" fmla="*/ 76 h 84"/>
              <ns1:gd name="T76" fmla="*/ 54 w 96"/>
              <ns1:gd name="T77" fmla="*/ 76 h 84"/>
              <ns1:gd name="T78" fmla="*/ 58 w 96"/>
              <ns1:gd name="T79" fmla="*/ 73 h 84"/>
              <ns1:gd name="T80" fmla="*/ 58 w 96"/>
              <ns1:gd name="T81" fmla="*/ 69 h 84"/>
              <ns1:gd name="T82" fmla="*/ 67 w 96"/>
              <ns1:gd name="T83" fmla="*/ 8 h 84"/>
              <ns1:gd name="T84" fmla="*/ 63 w 96"/>
              <ns1:gd name="T85" fmla="*/ 10 h 84"/>
              <ns1:gd name="T86" fmla="*/ 55 w 96"/>
              <ns1:gd name="T87" fmla="*/ 20 h 84"/>
              <ns1:gd name="T88" fmla="*/ 67 w 96"/>
              <ns1:gd name="T89" fmla="*/ 20 h 84"/>
              <ns1:gd name="T90" fmla="*/ 73 w 96"/>
              <ns1:gd name="T91" fmla="*/ 14 h 84"/>
              <ns1:gd name="T92" fmla="*/ 67 w 96"/>
              <ns1:gd name="T93" fmla="*/ 8 h 84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  <ns1:cxn ang="0">
                <ns1:pos x="T32" y="T33"/>
              </ns1:cxn>
              <ns1:cxn ang="0">
                <ns1:pos x="T34" y="T35"/>
              </ns1:cxn>
              <ns1:cxn ang="0">
                <ns1:pos x="T36" y="T37"/>
              </ns1:cxn>
              <ns1:cxn ang="0">
                <ns1:pos x="T38" y="T39"/>
              </ns1:cxn>
              <ns1:cxn ang="0">
                <ns1:pos x="T40" y="T41"/>
              </ns1:cxn>
              <ns1:cxn ang="0">
                <ns1:pos x="T42" y="T43"/>
              </ns1:cxn>
              <ns1:cxn ang="0">
                <ns1:pos x="T44" y="T45"/>
              </ns1:cxn>
              <ns1:cxn ang="0">
                <ns1:pos x="T46" y="T47"/>
              </ns1:cxn>
              <ns1:cxn ang="0">
                <ns1:pos x="T48" y="T49"/>
              </ns1:cxn>
              <ns1:cxn ang="0">
                <ns1:pos x="T50" y="T51"/>
              </ns1:cxn>
              <ns1:cxn ang="0">
                <ns1:pos x="T52" y="T53"/>
              </ns1:cxn>
              <ns1:cxn ang="0">
                <ns1:pos x="T54" y="T55"/>
              </ns1:cxn>
              <ns1:cxn ang="0">
                <ns1:pos x="T56" y="T57"/>
              </ns1:cxn>
              <ns1:cxn ang="0">
                <ns1:pos x="T58" y="T59"/>
              </ns1:cxn>
              <ns1:cxn ang="0">
                <ns1:pos x="T60" y="T61"/>
              </ns1:cxn>
              <ns1:cxn ang="0">
                <ns1:pos x="T62" y="T63"/>
              </ns1:cxn>
              <ns1:cxn ang="0">
                <ns1:pos x="T64" y="T65"/>
              </ns1:cxn>
              <ns1:cxn ang="0">
                <ns1:pos x="T66" y="T67"/>
              </ns1:cxn>
              <ns1:cxn ang="0">
                <ns1:pos x="T68" y="T69"/>
              </ns1:cxn>
              <ns1:cxn ang="0">
                <ns1:pos x="T70" y="T71"/>
              </ns1:cxn>
              <ns1:cxn ang="0">
                <ns1:pos x="T72" y="T73"/>
              </ns1:cxn>
              <ns1:cxn ang="0">
                <ns1:pos x="T74" y="T75"/>
              </ns1:cxn>
              <ns1:cxn ang="0">
                <ns1:pos x="T76" y="T77"/>
              </ns1:cxn>
              <ns1:cxn ang="0">
                <ns1:pos x="T78" y="T79"/>
              </ns1:cxn>
              <ns1:cxn ang="0">
                <ns1:pos x="T80" y="T81"/>
              </ns1:cxn>
              <ns1:cxn ang="0">
                <ns1:pos x="T82" y="T83"/>
              </ns1:cxn>
              <ns1:cxn ang="0">
                <ns1:pos x="T84" y="T85"/>
              </ns1:cxn>
              <ns1:cxn ang="0">
                <ns1:pos x="T86" y="T87"/>
              </ns1:cxn>
              <ns1:cxn ang="0">
                <ns1:pos x="T88" y="T89"/>
              </ns1:cxn>
              <ns1:cxn ang="0">
                <ns1:pos x="T90" y="T91"/>
              </ns1:cxn>
              <ns1:cxn ang="0">
                <ns1:pos x="T92" y="T93"/>
              </ns1:cxn>
            </ns1:cxnLst>
            <ns1:rect l="0" t="0" r="r" b="b"/>
            <ns1:pathLst>
              <ns1:path w="96" h="84">
                <ns1:moveTo>
                  <ns1:pt x="96" y="50"/>
                </ns1:moveTo>
                <ns1:cubicBezTo>
                  <ns1:pt x="96" y="51"/>
                  <ns1:pt x="95" y="52"/>
                  <ns1:pt x="94" y="52"/>
                </ns1:cubicBezTo>
                <ns1:cubicBezTo>
                  <ns1:pt x="88" y="52"/>
                  <ns1:pt x="88" y="52"/>
                  <ns1:pt x="88" y="52"/>
                </ns1:cubicBezTo>
                <ns1:cubicBezTo>
                  <ns1:pt x="88" y="78"/>
                  <ns1:pt x="88" y="78"/>
                  <ns1:pt x="88" y="78"/>
                </ns1:cubicBezTo>
                <ns1:cubicBezTo>
                  <ns1:pt x="88" y="81"/>
                  <ns1:pt x="86" y="84"/>
                  <ns1:pt x="82" y="84"/>
                </ns1:cubicBezTo>
                <ns1:cubicBezTo>
                  <ns1:pt x="14" y="84"/>
                  <ns1:pt x="14" y="84"/>
                  <ns1:pt x="14" y="84"/>
                </ns1:cubicBezTo>
                <ns1:cubicBezTo>
                  <ns1:pt x="11" y="84"/>
                  <ns1:pt x="8" y="81"/>
                  <ns1:pt x="8" y="78"/>
                </ns1:cubicBezTo>
                <ns1:cubicBezTo>
                  <ns1:pt x="8" y="52"/>
                  <ns1:pt x="8" y="52"/>
                  <ns1:pt x="8" y="52"/>
                </ns1:cubicBezTo>
                <ns1:cubicBezTo>
                  <ns1:pt x="2" y="52"/>
                  <ns1:pt x="2" y="52"/>
                  <ns1:pt x="2" y="52"/>
                </ns1:cubicBezTo>
                <ns1:cubicBezTo>
                  <ns1:pt x="1" y="52"/>
                  <ns1:pt x="0" y="51"/>
                  <ns1:pt x="0" y="50"/>
                </ns1:cubicBezTo>
                <ns1:cubicBezTo>
                  <ns1:pt x="0" y="30"/>
                  <ns1:pt x="0" y="30"/>
                  <ns1:pt x="0" y="30"/>
                </ns1:cubicBezTo>
                <ns1:cubicBezTo>
                  <ns1:pt x="0" y="29"/>
                  <ns1:pt x="1" y="28"/>
                  <ns1:pt x="2" y="28"/>
                </ns1:cubicBezTo>
                <ns1:cubicBezTo>
                  <ns1:pt x="30" y="28"/>
                  <ns1:pt x="30" y="28"/>
                  <ns1:pt x="30" y="28"/>
                </ns1:cubicBezTo>
                <ns1:cubicBezTo>
                  <ns1:pt x="22" y="28"/>
                  <ns1:pt x="16" y="22"/>
                  <ns1:pt x="16" y="14"/>
                </ns1:cubicBezTo>
                <ns1:cubicBezTo>
                  <ns1:pt x="16" y="6"/>
                  <ns1:pt x="22" y="0"/>
                  <ns1:pt x="30" y="0"/>
                </ns1:cubicBezTo>
                <ns1:cubicBezTo>
                  <ns1:pt x="34" y="0"/>
                  <ns1:pt x="38" y="2"/>
                  <ns1:pt x="40" y="5"/>
                </ns1:cubicBezTo>
                <ns1:cubicBezTo>
                  <ns1:pt x="48" y="15"/>
                  <ns1:pt x="48" y="15"/>
                  <ns1:pt x="48" y="15"/>
                </ns1:cubicBezTo>
                <ns1:cubicBezTo>
                  <ns1:pt x="56" y="5"/>
                  <ns1:pt x="56" y="5"/>
                  <ns1:pt x="56" y="5"/>
                </ns1:cubicBezTo>
                <ns1:cubicBezTo>
                  <ns1:pt x="59" y="2"/>
                  <ns1:pt x="63" y="0"/>
                  <ns1:pt x="67" y="0"/>
                </ns1:cubicBezTo>
                <ns1:cubicBezTo>
                  <ns1:pt x="75" y="0"/>
                  <ns1:pt x="81" y="6"/>
                  <ns1:pt x="81" y="14"/>
                </ns1:cubicBezTo>
                <ns1:cubicBezTo>
                  <ns1:pt x="81" y="22"/>
                  <ns1:pt x="75" y="28"/>
                  <ns1:pt x="67" y="28"/>
                </ns1:cubicBezTo>
                <ns1:cubicBezTo>
                  <ns1:pt x="94" y="28"/>
                  <ns1:pt x="94" y="28"/>
                  <ns1:pt x="94" y="28"/>
                </ns1:cubicBezTo>
                <ns1:cubicBezTo>
                  <ns1:pt x="95" y="28"/>
                  <ns1:pt x="96" y="29"/>
                  <ns1:pt x="96" y="30"/>
                </ns1:cubicBezTo>
                <ns1:lnTo>
                  <ns1:pt x="96" y="50"/>
                </ns1:lnTo>
                <ns1:close/>
                <ns1:moveTo>
                  <ns1:pt x="42" y="20"/>
                </ns1:moveTo>
                <ns1:cubicBezTo>
                  <ns1:pt x="34" y="10"/>
                  <ns1:pt x="34" y="10"/>
                  <ns1:pt x="34" y="10"/>
                </ns1:cubicBezTo>
                <ns1:cubicBezTo>
                  <ns1:pt x="33" y="9"/>
                  <ns1:pt x="32" y="8"/>
                  <ns1:pt x="30" y="8"/>
                </ns1:cubicBezTo>
                <ns1:cubicBezTo>
                  <ns1:pt x="27" y="8"/>
                  <ns1:pt x="24" y="11"/>
                  <ns1:pt x="24" y="14"/>
                </ns1:cubicBezTo>
                <ns1:cubicBezTo>
                  <ns1:pt x="24" y="17"/>
                  <ns1:pt x="27" y="20"/>
                  <ns1:pt x="30" y="20"/>
                </ns1:cubicBezTo>
                <ns1:lnTo>
                  <ns1:pt x="42" y="20"/>
                </ns1:lnTo>
                <ns1:close/>
                <ns1:moveTo>
                  <ns1:pt x="58" y="69"/>
                </ns1:moveTo>
                <ns1:cubicBezTo>
                  <ns1:pt x="58" y="40"/>
                  <ns1:pt x="58" y="40"/>
                  <ns1:pt x="58" y="40"/>
                </ns1:cubicBezTo>
                <ns1:cubicBezTo>
                  <ns1:pt x="58" y="28"/>
                  <ns1:pt x="58" y="28"/>
                  <ns1:pt x="58" y="28"/>
                </ns1:cubicBezTo>
                <ns1:cubicBezTo>
                  <ns1:pt x="38" y="28"/>
                  <ns1:pt x="38" y="28"/>
                  <ns1:pt x="38" y="28"/>
                </ns1:cubicBezTo>
                <ns1:cubicBezTo>
                  <ns1:pt x="38" y="40"/>
                  <ns1:pt x="38" y="40"/>
                  <ns1:pt x="38" y="40"/>
                </ns1:cubicBezTo>
                <ns1:cubicBezTo>
                  <ns1:pt x="38" y="69"/>
                  <ns1:pt x="38" y="69"/>
                  <ns1:pt x="38" y="69"/>
                </ns1:cubicBezTo>
                <ns1:cubicBezTo>
                  <ns1:pt x="38" y="73"/>
                  <ns1:pt x="38" y="73"/>
                  <ns1:pt x="38" y="73"/>
                </ns1:cubicBezTo>
                <ns1:cubicBezTo>
                  <ns1:pt x="38" y="75"/>
                  <ns1:pt x="40" y="76"/>
                  <ns1:pt x="42" y="76"/>
                </ns1:cubicBezTo>
                <ns1:cubicBezTo>
                  <ns1:pt x="54" y="76"/>
                  <ns1:pt x="54" y="76"/>
                  <ns1:pt x="54" y="76"/>
                </ns1:cubicBezTo>
                <ns1:cubicBezTo>
                  <ns1:pt x="57" y="76"/>
                  <ns1:pt x="58" y="75"/>
                  <ns1:pt x="58" y="73"/>
                </ns1:cubicBezTo>
                <ns1:lnTo>
                  <ns1:pt x="58" y="69"/>
                </ns1:lnTo>
                <ns1:close/>
                <ns1:moveTo>
                  <ns1:pt x="67" y="8"/>
                </ns1:moveTo>
                <ns1:cubicBezTo>
                  <ns1:pt x="65" y="8"/>
                  <ns1:pt x="63" y="9"/>
                  <ns1:pt x="63" y="10"/>
                </ns1:cubicBezTo>
                <ns1:cubicBezTo>
                  <ns1:pt x="55" y="20"/>
                  <ns1:pt x="55" y="20"/>
                  <ns1:pt x="55" y="20"/>
                </ns1:cubicBezTo>
                <ns1:cubicBezTo>
                  <ns1:pt x="67" y="20"/>
                  <ns1:pt x="67" y="20"/>
                  <ns1:pt x="67" y="20"/>
                </ns1:cubicBezTo>
                <ns1:cubicBezTo>
                  <ns1:pt x="70" y="20"/>
                  <ns1:pt x="73" y="17"/>
                  <ns1:pt x="73" y="14"/>
                </ns1:cubicBezTo>
                <ns1:cubicBezTo>
                  <ns1:pt x="73" y="11"/>
                  <ns1:pt x="70" y="8"/>
                  <ns1:pt x="67" y="8"/>
                </ns1:cubicBezTo>
                <ns1:close/>
              </ns1:path>
            </ns1:pathLst>
          </ns1:custGeom>
          <ns1:solidFill>
            <ns1:srgbClr val="010101"/>
          </ns1:solidFill>
          <ns1:ln>
            <ns1:noFill/>
          </ns1:ln>
          <ns1:extLst>
            <ns1:ext uri="{91240B29-F687-4F45-9708-019B960494DF}">
              <ns2:hiddenLine w="9525">
                <ns1:solidFill>
                  <ns1:srgbClr val="000000"/>
                </ns1:solidFill>
                <ns1:round/>
                <ns1:headEnd/>
                <ns1:tailEnd/>
              </ns2:hiddenLine>
            </ns1:ext>
          </ns1:extLst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en-US" sz="2700"/>
          </ns1:p>
        </ns0:txBody>
      </ns0:sp>
      <ns0:sp>
        <ns0:nvSpPr>
          <ns0:cNvPr id="111" name="Freeform 109"/>
          <ns0:cNvSpPr>
            <ns1:spLocks noEditPoints="1"/>
          </ns0:cNvSpPr>
          <ns0:nvPr/>
        </ns0:nvSpPr>
        <ns0:spPr bwMode="auto">
          <ns1:xfrm>
            <ns1:off x="6200776" y="2870201"/>
            <ns1:ext cx="420688" cy="331788"/>
          </ns1:xfrm>
          <ns1:custGeom>
            <ns1:avLst/>
            <ns1:gdLst>
              <ns1:gd name="T0" fmla="*/ 111 w 112"/>
              <ns1:gd name="T1" fmla="*/ 36 h 88"/>
              <ns1:gd name="T2" fmla="*/ 77 w 112"/>
              <ns1:gd name="T3" fmla="*/ 76 h 88"/>
              <ns1:gd name="T4" fmla="*/ 50 w 112"/>
              <ns1:gd name="T5" fmla="*/ 83 h 88"/>
              <ns1:gd name="T6" fmla="*/ 32 w 112"/>
              <ns1:gd name="T7" fmla="*/ 80 h 88"/>
              <ns1:gd name="T8" fmla="*/ 20 w 112"/>
              <ns1:gd name="T9" fmla="*/ 75 h 88"/>
              <ns1:gd name="T10" fmla="*/ 8 w 112"/>
              <ns1:gd name="T11" fmla="*/ 88 h 88"/>
              <ns1:gd name="T12" fmla="*/ 1 w 112"/>
              <ns1:gd name="T13" fmla="*/ 83 h 88"/>
              <ns1:gd name="T14" fmla="*/ 0 w 112"/>
              <ns1:gd name="T15" fmla="*/ 80 h 88"/>
              <ns1:gd name="T16" fmla="*/ 13 w 112"/>
              <ns1:gd name="T17" fmla="*/ 65 h 88"/>
              <ns1:gd name="T18" fmla="*/ 11 w 112"/>
              <ns1:gd name="T19" fmla="*/ 60 h 88"/>
              <ns1:gd name="T20" fmla="*/ 10 w 112"/>
              <ns1:gd name="T21" fmla="*/ 54 h 88"/>
              <ns1:gd name="T22" fmla="*/ 44 w 112"/>
              <ns1:gd name="T23" fmla="*/ 14 h 88"/>
              <ns1:gd name="T24" fmla="*/ 92 w 112"/>
              <ns1:gd name="T25" fmla="*/ 6 h 88"/>
              <ns1:gd name="T26" fmla="*/ 103 w 112"/>
              <ns1:gd name="T27" fmla="*/ 0 h 88"/>
              <ns1:gd name="T28" fmla="*/ 112 w 112"/>
              <ns1:gd name="T29" fmla="*/ 24 h 88"/>
              <ns1:gd name="T30" fmla="*/ 111 w 112"/>
              <ns1:gd name="T31" fmla="*/ 36 h 88"/>
              <ns1:gd name="T32" fmla="*/ 76 w 112"/>
              <ns1:gd name="T33" fmla="*/ 32 h 88"/>
              <ns1:gd name="T34" fmla="*/ 25 w 112"/>
              <ns1:gd name="T35" fmla="*/ 57 h 88"/>
              <ns1:gd name="T36" fmla="*/ 24 w 112"/>
              <ns1:gd name="T37" fmla="*/ 60 h 88"/>
              <ns1:gd name="T38" fmla="*/ 28 w 112"/>
              <ns1:gd name="T39" fmla="*/ 64 h 88"/>
              <ns1:gd name="T40" fmla="*/ 31 w 112"/>
              <ns1:gd name="T41" fmla="*/ 63 h 88"/>
              <ns1:gd name="T42" fmla="*/ 40 w 112"/>
              <ns1:gd name="T43" fmla="*/ 54 h 88"/>
              <ns1:gd name="T44" fmla="*/ 76 w 112"/>
              <ns1:gd name="T45" fmla="*/ 40 h 88"/>
              <ns1:gd name="T46" fmla="*/ 80 w 112"/>
              <ns1:gd name="T47" fmla="*/ 36 h 88"/>
              <ns1:gd name="T48" fmla="*/ 76 w 112"/>
              <ns1:gd name="T49" fmla="*/ 32 h 88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  <ns1:cxn ang="0">
                <ns1:pos x="T32" y="T33"/>
              </ns1:cxn>
              <ns1:cxn ang="0">
                <ns1:pos x="T34" y="T35"/>
              </ns1:cxn>
              <ns1:cxn ang="0">
                <ns1:pos x="T36" y="T37"/>
              </ns1:cxn>
              <ns1:cxn ang="0">
                <ns1:pos x="T38" y="T39"/>
              </ns1:cxn>
              <ns1:cxn ang="0">
                <ns1:pos x="T40" y="T41"/>
              </ns1:cxn>
              <ns1:cxn ang="0">
                <ns1:pos x="T42" y="T43"/>
              </ns1:cxn>
              <ns1:cxn ang="0">
                <ns1:pos x="T44" y="T45"/>
              </ns1:cxn>
              <ns1:cxn ang="0">
                <ns1:pos x="T46" y="T47"/>
              </ns1:cxn>
              <ns1:cxn ang="0">
                <ns1:pos x="T48" y="T49"/>
              </ns1:cxn>
            </ns1:cxnLst>
            <ns1:rect l="0" t="0" r="r" b="b"/>
            <ns1:pathLst>
              <ns1:path w="112" h="88">
                <ns1:moveTo>
                  <ns1:pt x="111" y="36"/>
                </ns1:moveTo>
                <ns1:cubicBezTo>
                  <ns1:pt x="107" y="55"/>
                  <ns1:pt x="94" y="68"/>
                  <ns1:pt x="77" y="76"/>
                </ns1:cubicBezTo>
                <ns1:cubicBezTo>
                  <ns1:pt x="69" y="81"/>
                  <ns1:pt x="59" y="83"/>
                  <ns1:pt x="50" y="83"/>
                </ns1:cubicBezTo>
                <ns1:cubicBezTo>
                  <ns1:pt x="44" y="83"/>
                  <ns1:pt x="37" y="82"/>
                  <ns1:pt x="32" y="80"/>
                </ns1:cubicBezTo>
                <ns1:cubicBezTo>
                  <ns1:pt x="29" y="79"/>
                  <ns1:pt x="23" y="75"/>
                  <ns1:pt x="20" y="75"/>
                </ns1:cubicBezTo>
                <ns1:cubicBezTo>
                  <ns1:pt x="17" y="75"/>
                  <ns1:pt x="13" y="88"/>
                  <ns1:pt x="8" y="88"/>
                </ns1:cubicBezTo>
                <ns1:cubicBezTo>
                  <ns1:pt x="4" y="88"/>
                  <ns1:pt x="3" y="86"/>
                  <ns1:pt x="1" y="83"/>
                </ns1:cubicBezTo>
                <ns1:cubicBezTo>
                  <ns1:pt x="1" y="82"/>
                  <ns1:pt x="0" y="82"/>
                  <ns1:pt x="0" y="80"/>
                </ns1:cubicBezTo>
                <ns1:cubicBezTo>
                  <ns1:pt x="0" y="74"/>
                  <ns1:pt x="13" y="69"/>
                  <ns1:pt x="13" y="65"/>
                </ns1:cubicBezTo>
                <ns1:cubicBezTo>
                  <ns1:pt x="13" y="65"/>
                  <ns1:pt x="11" y="61"/>
                  <ns1:pt x="11" y="60"/>
                </ns1:cubicBezTo>
                <ns1:cubicBezTo>
                  <ns1:pt x="10" y="58"/>
                  <ns1:pt x="10" y="56"/>
                  <ns1:pt x="10" y="54"/>
                </ns1:cubicBezTo>
                <ns1:cubicBezTo>
                  <ns1:pt x="10" y="34"/>
                  <ns1:pt x="26" y="20"/>
                  <ns1:pt x="44" y="14"/>
                </ns1:cubicBezTo>
                <ns1:cubicBezTo>
                  <ns1:pt x="56" y="10"/>
                  <ns1:pt x="84" y="14"/>
                  <ns1:pt x="92" y="6"/>
                </ns1:cubicBezTo>
                <ns1:cubicBezTo>
                  <ns1:pt x="96" y="3"/>
                  <ns1:pt x="98" y="0"/>
                  <ns1:pt x="103" y="0"/>
                </ns1:cubicBezTo>
                <ns1:cubicBezTo>
                  <ns1:pt x="110" y="0"/>
                  <ns1:pt x="112" y="18"/>
                  <ns1:pt x="112" y="24"/>
                </ns1:cubicBezTo>
                <ns1:cubicBezTo>
                  <ns1:pt x="112" y="28"/>
                  <ns1:pt x="112" y="32"/>
                  <ns1:pt x="111" y="36"/>
                </ns1:cubicBezTo>
                <ns1:close/>
                <ns1:moveTo>
                  <ns1:pt x="76" y="32"/>
                </ns1:moveTo>
                <ns1:cubicBezTo>
                  <ns1:pt x="54" y="32"/>
                  <ns1:pt x="40" y="41"/>
                  <ns1:pt x="25" y="57"/>
                </ns1:cubicBezTo>
                <ns1:cubicBezTo>
                  <ns1:pt x="25" y="58"/>
                  <ns1:pt x="24" y="59"/>
                  <ns1:pt x="24" y="60"/>
                </ns1:cubicBezTo>
                <ns1:cubicBezTo>
                  <ns1:pt x="24" y="62"/>
                  <ns1:pt x="26" y="64"/>
                  <ns1:pt x="28" y="64"/>
                </ns1:cubicBezTo>
                <ns1:cubicBezTo>
                  <ns1:pt x="29" y="64"/>
                  <ns1:pt x="30" y="64"/>
                  <ns1:pt x="31" y="63"/>
                </ns1:cubicBezTo>
                <ns1:cubicBezTo>
                  <ns1:pt x="34" y="60"/>
                  <ns1:pt x="37" y="57"/>
                  <ns1:pt x="40" y="54"/>
                </ns1:cubicBezTo>
                <ns1:cubicBezTo>
                  <ns1:pt x="51" y="44"/>
                  <ns1:pt x="61" y="40"/>
                  <ns1:pt x="76" y="40"/>
                </ns1:cubicBezTo>
                <ns1:cubicBezTo>
                  <ns1:pt x="78" y="40"/>
                  <ns1:pt x="80" y="38"/>
                  <ns1:pt x="80" y="36"/>
                </ns1:cubicBezTo>
                <ns1:cubicBezTo>
                  <ns1:pt x="80" y="34"/>
                  <ns1:pt x="78" y="32"/>
                  <ns1:pt x="76" y="32"/>
                </ns1:cubicBezTo>
                <ns1:close/>
              </ns1:path>
            </ns1:pathLst>
          </ns1:custGeom>
          <ns1:solidFill>
            <ns1:srgbClr val="010101"/>
          </ns1:solidFill>
          <ns1:ln>
            <ns1:noFill/>
          </ns1:ln>
          <ns1:extLst>
            <ns1:ext uri="{91240B29-F687-4F45-9708-019B960494DF}">
              <ns2:hiddenLine w="9525">
                <ns1:solidFill>
                  <ns1:srgbClr val="000000"/>
                </ns1:solidFill>
                <ns1:round/>
                <ns1:headEnd/>
                <ns1:tailEnd/>
              </ns2:hiddenLine>
            </ns1:ext>
          </ns1:extLst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en-US" sz="2700"/>
          </ns1:p>
        </ns0:txBody>
      </ns0:sp>
      <ns0:sp>
        <ns0:nvSpPr>
          <ns0:cNvPr id="112" name="Freeform 110"/>
          <ns0:cNvSpPr>
            <ns1:spLocks noEditPoints="1"/>
          </ns0:cNvSpPr>
          <ns0:nvPr/>
        </ns0:nvSpPr>
        <ns0:spPr bwMode="auto">
          <ns1:xfrm>
            <ns1:off x="6891338" y="2840039"/>
            <ns1:ext cx="330200" cy="422275"/>
          </ns1:xfrm>
          <ns1:custGeom>
            <ns1:avLst/>
            <ns1:gdLst>
              <ns1:gd name="T0" fmla="*/ 88 w 88"/>
              <ns1:gd name="T1" fmla="*/ 110 h 112"/>
              <ns1:gd name="T2" fmla="*/ 86 w 88"/>
              <ns1:gd name="T3" fmla="*/ 112 h 112"/>
              <ns1:gd name="T4" fmla="*/ 2 w 88"/>
              <ns1:gd name="T5" fmla="*/ 112 h 112"/>
              <ns1:gd name="T6" fmla="*/ 0 w 88"/>
              <ns1:gd name="T7" fmla="*/ 110 h 112"/>
              <ns1:gd name="T8" fmla="*/ 0 w 88"/>
              <ns1:gd name="T9" fmla="*/ 106 h 112"/>
              <ns1:gd name="T10" fmla="*/ 2 w 88"/>
              <ns1:gd name="T11" fmla="*/ 104 h 112"/>
              <ns1:gd name="T12" fmla="*/ 86 w 88"/>
              <ns1:gd name="T13" fmla="*/ 104 h 112"/>
              <ns1:gd name="T14" fmla="*/ 88 w 88"/>
              <ns1:gd name="T15" fmla="*/ 106 h 112"/>
              <ns1:gd name="T16" fmla="*/ 88 w 88"/>
              <ns1:gd name="T17" fmla="*/ 110 h 112"/>
              <ns1:gd name="T18" fmla="*/ 44 w 88"/>
              <ns1:gd name="T19" fmla="*/ 82 h 112"/>
              <ns1:gd name="T20" fmla="*/ 48 w 88"/>
              <ns1:gd name="T21" fmla="*/ 96 h 112"/>
              <ns1:gd name="T22" fmla="*/ 48 w 88"/>
              <ns1:gd name="T23" fmla="*/ 96 h 112"/>
              <ns1:gd name="T24" fmla="*/ 48 w 88"/>
              <ns1:gd name="T25" fmla="*/ 96 h 112"/>
              <ns1:gd name="T26" fmla="*/ 16 w 88"/>
              <ns1:gd name="T27" fmla="*/ 56 h 112"/>
              <ns1:gd name="T28" fmla="*/ 44 w 88"/>
              <ns1:gd name="T29" fmla="*/ 14 h 112"/>
              <ns1:gd name="T30" fmla="*/ 40 w 88"/>
              <ns1:gd name="T31" fmla="*/ 0 h 112"/>
              <ns1:gd name="T32" fmla="*/ 40 w 88"/>
              <ns1:gd name="T33" fmla="*/ 0 h 112"/>
              <ns1:gd name="T34" fmla="*/ 40 w 88"/>
              <ns1:gd name="T35" fmla="*/ 0 h 112"/>
              <ns1:gd name="T36" fmla="*/ 72 w 88"/>
              <ns1:gd name="T37" fmla="*/ 40 h 112"/>
              <ns1:gd name="T38" fmla="*/ 44 w 88"/>
              <ns1:gd name="T39" fmla="*/ 82 h 112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  <ns1:cxn ang="0">
                <ns1:pos x="T32" y="T33"/>
              </ns1:cxn>
              <ns1:cxn ang="0">
                <ns1:pos x="T34" y="T35"/>
              </ns1:cxn>
              <ns1:cxn ang="0">
                <ns1:pos x="T36" y="T37"/>
              </ns1:cxn>
              <ns1:cxn ang="0">
                <ns1:pos x="T38" y="T39"/>
              </ns1:cxn>
            </ns1:cxnLst>
            <ns1:rect l="0" t="0" r="r" b="b"/>
            <ns1:pathLst>
              <ns1:path w="88" h="112">
                <ns1:moveTo>
                  <ns1:pt x="88" y="110"/>
                </ns1:moveTo>
                <ns1:cubicBezTo>
                  <ns1:pt x="88" y="111"/>
                  <ns1:pt x="87" y="112"/>
                  <ns1:pt x="86" y="112"/>
                </ns1:cubicBezTo>
                <ns1:cubicBezTo>
                  <ns1:pt x="2" y="112"/>
                  <ns1:pt x="2" y="112"/>
                  <ns1:pt x="2" y="112"/>
                </ns1:cubicBezTo>
                <ns1:cubicBezTo>
                  <ns1:pt x="1" y="112"/>
                  <ns1:pt x="0" y="111"/>
                  <ns1:pt x="0" y="110"/>
                </ns1:cubicBezTo>
                <ns1:cubicBezTo>
                  <ns1:pt x="0" y="106"/>
                  <ns1:pt x="0" y="106"/>
                  <ns1:pt x="0" y="106"/>
                </ns1:cubicBezTo>
                <ns1:cubicBezTo>
                  <ns1:pt x="0" y="105"/>
                  <ns1:pt x="1" y="104"/>
                  <ns1:pt x="2" y="104"/>
                </ns1:cubicBezTo>
                <ns1:cubicBezTo>
                  <ns1:pt x="86" y="104"/>
                  <ns1:pt x="86" y="104"/>
                  <ns1:pt x="86" y="104"/>
                </ns1:cubicBezTo>
                <ns1:cubicBezTo>
                  <ns1:pt x="87" y="104"/>
                  <ns1:pt x="88" y="105"/>
                  <ns1:pt x="88" y="106"/>
                </ns1:cubicBezTo>
                <ns1:lnTo>
                  <ns1:pt x="88" y="110"/>
                </ns1:lnTo>
                <ns1:close/>
                <ns1:moveTo>
                  <ns1:pt x="44" y="82"/>
                </ns1:moveTo>
                <ns1:cubicBezTo>
                  <ns1:pt x="44" y="86"/>
                  <ns1:pt x="46" y="92"/>
                  <ns1:pt x="48" y="96"/>
                </ns1:cubicBezTo>
                <ns1:cubicBezTo>
                  <ns1:pt x="48" y="96"/>
                  <ns1:pt x="48" y="96"/>
                  <ns1:pt x="48" y="96"/>
                </ns1:cubicBezTo>
                <ns1:cubicBezTo>
                  <ns1:pt x="48" y="96"/>
                  <ns1:pt x="48" y="96"/>
                  <ns1:pt x="48" y="96"/>
                </ns1:cubicBezTo>
                <ns1:cubicBezTo>
                  <ns1:pt x="31" y="88"/>
                  <ns1:pt x="16" y="77"/>
                  <ns1:pt x="16" y="56"/>
                </ns1:cubicBezTo>
                <ns1:cubicBezTo>
                  <ns1:pt x="16" y="32"/>
                  <ns1:pt x="44" y="30"/>
                  <ns1:pt x="44" y="14"/>
                </ns1:cubicBezTo>
                <ns1:cubicBezTo>
                  <ns1:pt x="44" y="10"/>
                  <ns1:pt x="42" y="4"/>
                  <ns1:pt x="40" y="0"/>
                </ns1:cubicBezTo>
                <ns1:cubicBezTo>
                  <ns1:pt x="40" y="0"/>
                  <ns1:pt x="40" y="0"/>
                  <ns1:pt x="40" y="0"/>
                </ns1:cubicBezTo>
                <ns1:cubicBezTo>
                  <ns1:pt x="40" y="0"/>
                  <ns1:pt x="40" y="0"/>
                  <ns1:pt x="40" y="0"/>
                </ns1:cubicBezTo>
                <ns1:cubicBezTo>
                  <ns1:pt x="57" y="8"/>
                  <ns1:pt x="72" y="19"/>
                  <ns1:pt x="72" y="40"/>
                </ns1:cubicBezTo>
                <ns1:cubicBezTo>
                  <ns1:pt x="72" y="64"/>
                  <ns1:pt x="44" y="66"/>
                  <ns1:pt x="44" y="82"/>
                </ns1:cubicBezTo>
                <ns1:close/>
              </ns1:path>
            </ns1:pathLst>
          </ns1:custGeom>
          <ns1:solidFill>
            <ns1:srgbClr val="010101"/>
          </ns1:solidFill>
          <ns1:ln>
            <ns1:noFill/>
          </ns1:ln>
          <ns1:extLst>
            <ns1:ext uri="{91240B29-F687-4F45-9708-019B960494DF}">
              <ns2:hiddenLine w="9525">
                <ns1:solidFill>
                  <ns1:srgbClr val="000000"/>
                </ns1:solidFill>
                <ns1:round/>
                <ns1:headEnd/>
                <ns1:tailEnd/>
              </ns2:hiddenLine>
            </ns1:ext>
          </ns1:extLst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en-US" sz="2700"/>
          </ns1:p>
        </ns0:txBody>
      </ns0:sp>
      <ns0:sp>
        <ns0:nvSpPr>
          <ns0:cNvPr id="113" name="Freeform 111"/>
          <ns0:cNvSpPr>
            <ns1:spLocks noEditPoints="1"/>
          </ns0:cNvSpPr>
          <ns0:nvPr/>
        </ns0:nvSpPr>
        <ns0:spPr bwMode="auto">
          <ns1:xfrm>
            <ns1:off x="7493001" y="2930527"/>
            <ns1:ext cx="419100" cy="271463"/>
          </ns1:xfrm>
          <ns1:custGeom>
            <ns1:avLst/>
            <ns1:gdLst>
              <ns1:gd name="T0" fmla="*/ 111 w 112"/>
              <ns1:gd name="T1" fmla="*/ 40 h 72"/>
              <ns1:gd name="T2" fmla="*/ 56 w 112"/>
              <ns1:gd name="T3" fmla="*/ 72 h 72"/>
              <ns1:gd name="T4" fmla="*/ 1 w 112"/>
              <ns1:gd name="T5" fmla="*/ 40 h 72"/>
              <ns1:gd name="T6" fmla="*/ 0 w 112"/>
              <ns1:gd name="T7" fmla="*/ 36 h 72"/>
              <ns1:gd name="T8" fmla="*/ 1 w 112"/>
              <ns1:gd name="T9" fmla="*/ 32 h 72"/>
              <ns1:gd name="T10" fmla="*/ 56 w 112"/>
              <ns1:gd name="T11" fmla="*/ 0 h 72"/>
              <ns1:gd name="T12" fmla="*/ 111 w 112"/>
              <ns1:gd name="T13" fmla="*/ 32 h 72"/>
              <ns1:gd name="T14" fmla="*/ 112 w 112"/>
              <ns1:gd name="T15" fmla="*/ 36 h 72"/>
              <ns1:gd name="T16" fmla="*/ 111 w 112"/>
              <ns1:gd name="T17" fmla="*/ 40 h 72"/>
              <ns1:gd name="T18" fmla="*/ 80 w 112"/>
              <ns1:gd name="T19" fmla="*/ 14 h 72"/>
              <ns1:gd name="T20" fmla="*/ 84 w 112"/>
              <ns1:gd name="T21" fmla="*/ 28 h 72"/>
              <ns1:gd name="T22" fmla="*/ 56 w 112"/>
              <ns1:gd name="T23" fmla="*/ 56 h 72"/>
              <ns1:gd name="T24" fmla="*/ 28 w 112"/>
              <ns1:gd name="T25" fmla="*/ 28 h 72"/>
              <ns1:gd name="T26" fmla="*/ 32 w 112"/>
              <ns1:gd name="T27" fmla="*/ 14 h 72"/>
              <ns1:gd name="T28" fmla="*/ 8 w 112"/>
              <ns1:gd name="T29" fmla="*/ 36 h 72"/>
              <ns1:gd name="T30" fmla="*/ 56 w 112"/>
              <ns1:gd name="T31" fmla="*/ 64 h 72"/>
              <ns1:gd name="T32" fmla="*/ 104 w 112"/>
              <ns1:gd name="T33" fmla="*/ 36 h 72"/>
              <ns1:gd name="T34" fmla="*/ 80 w 112"/>
              <ns1:gd name="T35" fmla="*/ 14 h 72"/>
              <ns1:gd name="T36" fmla="*/ 56 w 112"/>
              <ns1:gd name="T37" fmla="*/ 9 h 72"/>
              <ns1:gd name="T38" fmla="*/ 37 w 112"/>
              <ns1:gd name="T39" fmla="*/ 28 h 72"/>
              <ns1:gd name="T40" fmla="*/ 40 w 112"/>
              <ns1:gd name="T41" fmla="*/ 31 h 72"/>
              <ns1:gd name="T42" fmla="*/ 43 w 112"/>
              <ns1:gd name="T43" fmla="*/ 28 h 72"/>
              <ns1:gd name="T44" fmla="*/ 56 w 112"/>
              <ns1:gd name="T45" fmla="*/ 15 h 72"/>
              <ns1:gd name="T46" fmla="*/ 59 w 112"/>
              <ns1:gd name="T47" fmla="*/ 12 h 72"/>
              <ns1:gd name="T48" fmla="*/ 56 w 112"/>
              <ns1:gd name="T49" fmla="*/ 9 h 72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  <ns1:cxn ang="0">
                <ns1:pos x="T32" y="T33"/>
              </ns1:cxn>
              <ns1:cxn ang="0">
                <ns1:pos x="T34" y="T35"/>
              </ns1:cxn>
              <ns1:cxn ang="0">
                <ns1:pos x="T36" y="T37"/>
              </ns1:cxn>
              <ns1:cxn ang="0">
                <ns1:pos x="T38" y="T39"/>
              </ns1:cxn>
              <ns1:cxn ang="0">
                <ns1:pos x="T40" y="T41"/>
              </ns1:cxn>
              <ns1:cxn ang="0">
                <ns1:pos x="T42" y="T43"/>
              </ns1:cxn>
              <ns1:cxn ang="0">
                <ns1:pos x="T44" y="T45"/>
              </ns1:cxn>
              <ns1:cxn ang="0">
                <ns1:pos x="T46" y="T47"/>
              </ns1:cxn>
              <ns1:cxn ang="0">
                <ns1:pos x="T48" y="T49"/>
              </ns1:cxn>
            </ns1:cxnLst>
            <ns1:rect l="0" t="0" r="r" b="b"/>
            <ns1:pathLst>
              <ns1:path w="112" h="72">
                <ns1:moveTo>
                  <ns1:pt x="111" y="40"/>
                </ns1:moveTo>
                <ns1:cubicBezTo>
                  <ns1:pt x="99" y="59"/>
                  <ns1:pt x="78" y="72"/>
                  <ns1:pt x="56" y="72"/>
                </ns1:cubicBezTo>
                <ns1:cubicBezTo>
                  <ns1:pt x="34" y="72"/>
                  <ns1:pt x="13" y="59"/>
                  <ns1:pt x="1" y="40"/>
                </ns1:cubicBezTo>
                <ns1:cubicBezTo>
                  <ns1:pt x="1" y="39"/>
                  <ns1:pt x="0" y="38"/>
                  <ns1:pt x="0" y="36"/>
                </ns1:cubicBezTo>
                <ns1:cubicBezTo>
                  <ns1:pt x="0" y="35"/>
                  <ns1:pt x="1" y="33"/>
                  <ns1:pt x="1" y="32"/>
                </ns1:cubicBezTo>
                <ns1:cubicBezTo>
                  <ns1:pt x="13" y="13"/>
                  <ns1:pt x="34" y="0"/>
                  <ns1:pt x="56" y="0"/>
                </ns1:cubicBezTo>
                <ns1:cubicBezTo>
                  <ns1:pt x="78" y="0"/>
                  <ns1:pt x="99" y="13"/>
                  <ns1:pt x="111" y="32"/>
                </ns1:cubicBezTo>
                <ns1:cubicBezTo>
                  <ns1:pt x="111" y="33"/>
                  <ns1:pt x="112" y="35"/>
                  <ns1:pt x="112" y="36"/>
                </ns1:cubicBezTo>
                <ns1:cubicBezTo>
                  <ns1:pt x="112" y="38"/>
                  <ns1:pt x="111" y="39"/>
                  <ns1:pt x="111" y="40"/>
                </ns1:cubicBezTo>
                <ns1:close/>
                <ns1:moveTo>
                  <ns1:pt x="80" y="14"/>
                </ns1:moveTo>
                <ns1:cubicBezTo>
                  <ns1:pt x="83" y="18"/>
                  <ns1:pt x="84" y="23"/>
                  <ns1:pt x="84" y="28"/>
                </ns1:cubicBezTo>
                <ns1:cubicBezTo>
                  <ns1:pt x="84" y="43"/>
                  <ns1:pt x="71" y="56"/>
                  <ns1:pt x="56" y="56"/>
                </ns1:cubicBezTo>
                <ns1:cubicBezTo>
                  <ns1:pt x="41" y="56"/>
                  <ns1:pt x="28" y="43"/>
                  <ns1:pt x="28" y="28"/>
                </ns1:cubicBezTo>
                <ns1:cubicBezTo>
                  <ns1:pt x="28" y="23"/>
                  <ns1:pt x="29" y="18"/>
                  <ns1:pt x="32" y="14"/>
                </ns1:cubicBezTo>
                <ns1:cubicBezTo>
                  <ns1:pt x="22" y="19"/>
                  <ns1:pt x="14" y="27"/>
                  <ns1:pt x="8" y="36"/>
                </ns1:cubicBezTo>
                <ns1:cubicBezTo>
                  <ns1:pt x="19" y="53"/>
                  <ns1:pt x="36" y="64"/>
                  <ns1:pt x="56" y="64"/>
                </ns1:cubicBezTo>
                <ns1:cubicBezTo>
                  <ns1:pt x="76" y="64"/>
                  <ns1:pt x="93" y="53"/>
                  <ns1:pt x="104" y="36"/>
                </ns1:cubicBezTo>
                <ns1:cubicBezTo>
                  <ns1:pt x="98" y="27"/>
                  <ns1:pt x="90" y="19"/>
                  <ns1:pt x="80" y="14"/>
                </ns1:cubicBezTo>
                <ns1:close/>
                <ns1:moveTo>
                  <ns1:pt x="56" y="9"/>
                </ns1:moveTo>
                <ns1:cubicBezTo>
                  <ns1:pt x="46" y="9"/>
                  <ns1:pt x="37" y="18"/>
                  <ns1:pt x="37" y="28"/>
                </ns1:cubicBezTo>
                <ns1:cubicBezTo>
                  <ns1:pt x="37" y="30"/>
                  <ns1:pt x="38" y="31"/>
                  <ns1:pt x="40" y="31"/>
                </ns1:cubicBezTo>
                <ns1:cubicBezTo>
                  <ns1:pt x="42" y="31"/>
                  <ns1:pt x="43" y="30"/>
                  <ns1:pt x="43" y="28"/>
                </ns1:cubicBezTo>
                <ns1:cubicBezTo>
                  <ns1:pt x="43" y="21"/>
                  <ns1:pt x="49" y="15"/>
                  <ns1:pt x="56" y="15"/>
                </ns1:cubicBezTo>
                <ns1:cubicBezTo>
                  <ns1:pt x="58" y="15"/>
                  <ns1:pt x="59" y="14"/>
                  <ns1:pt x="59" y="12"/>
                </ns1:cubicBezTo>
                <ns1:cubicBezTo>
                  <ns1:pt x="59" y="10"/>
                  <ns1:pt x="58" y="9"/>
                  <ns1:pt x="56" y="9"/>
                </ns1:cubicBezTo>
                <ns1:close/>
              </ns1:path>
            </ns1:pathLst>
          </ns1:custGeom>
          <ns1:solidFill>
            <ns1:srgbClr val="010101"/>
          </ns1:solidFill>
          <ns1:ln>
            <ns1:noFill/>
          </ns1:ln>
          <ns1:extLst>
            <ns1:ext uri="{91240B29-F687-4F45-9708-019B960494DF}">
              <ns2:hiddenLine w="9525">
                <ns1:solidFill>
                  <ns1:srgbClr val="000000"/>
                </ns1:solidFill>
                <ns1:round/>
                <ns1:headEnd/>
                <ns1:tailEnd/>
              </ns2:hiddenLine>
            </ns1:ext>
          </ns1:extLst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en-US" sz="2700"/>
          </ns1:p>
        </ns0:txBody>
      </ns0:sp>
      <ns0:sp>
        <ns0:nvSpPr>
          <ns0:cNvPr id="114" name="Freeform 112"/>
          <ns0:cNvSpPr>
            <ns1:spLocks noEditPoints="1"/>
          </ns0:cNvSpPr>
          <ns0:nvPr/>
        </ns0:nvSpPr>
        <ns0:spPr bwMode="auto">
          <ns1:xfrm>
            <ns1:off x="8137526" y="2908302"/>
            <ns1:ext cx="420688" cy="315913"/>
          </ns1:xfrm>
          <ns1:custGeom>
            <ns1:avLst/>
            <ns1:gdLst>
              <ns1:gd name="T0" fmla="*/ 82 w 112"/>
              <ns1:gd name="T1" fmla="*/ 7 h 84"/>
              <ns1:gd name="T2" fmla="*/ 42 w 112"/>
              <ns1:gd name="T3" fmla="*/ 77 h 84"/>
              <ns1:gd name="T4" fmla="*/ 39 w 112"/>
              <ns1:gd name="T5" fmla="*/ 83 h 84"/>
              <ns1:gd name="T6" fmla="*/ 37 w 112"/>
              <ns1:gd name="T7" fmla="*/ 84 h 84"/>
              <ns1:gd name="T8" fmla="*/ 29 w 112"/>
              <ns1:gd name="T9" fmla="*/ 80 h 84"/>
              <ns1:gd name="T10" fmla="*/ 28 w 112"/>
              <ns1:gd name="T11" fmla="*/ 78 h 84"/>
              <ns1:gd name="T12" fmla="*/ 31 w 112"/>
              <ns1:gd name="T13" fmla="*/ 72 h 84"/>
              <ns1:gd name="T14" fmla="*/ 1 w 112"/>
              <ns1:gd name="T15" fmla="*/ 46 h 84"/>
              <ns1:gd name="T16" fmla="*/ 0 w 112"/>
              <ns1:gd name="T17" fmla="*/ 42 h 84"/>
              <ns1:gd name="T18" fmla="*/ 1 w 112"/>
              <ns1:gd name="T19" fmla="*/ 38 h 84"/>
              <ns1:gd name="T20" fmla="*/ 56 w 112"/>
              <ns1:gd name="T21" fmla="*/ 6 h 84"/>
              <ns1:gd name="T22" fmla="*/ 67 w 112"/>
              <ns1:gd name="T23" fmla="*/ 7 h 84"/>
              <ns1:gd name="T24" fmla="*/ 71 w 112"/>
              <ns1:gd name="T25" fmla="*/ 1 h 84"/>
              <ns1:gd name="T26" fmla="*/ 72 w 112"/>
              <ns1:gd name="T27" fmla="*/ 0 h 84"/>
              <ns1:gd name="T28" fmla="*/ 81 w 112"/>
              <ns1:gd name="T29" fmla="*/ 4 h 84"/>
              <ns1:gd name="T30" fmla="*/ 82 w 112"/>
              <ns1:gd name="T31" fmla="*/ 6 h 84"/>
              <ns1:gd name="T32" fmla="*/ 82 w 112"/>
              <ns1:gd name="T33" fmla="*/ 7 h 84"/>
              <ns1:gd name="T34" fmla="*/ 40 w 112"/>
              <ns1:gd name="T35" fmla="*/ 57 h 84"/>
              <ns1:gd name="T36" fmla="*/ 28 w 112"/>
              <ns1:gd name="T37" fmla="*/ 34 h 84"/>
              <ns1:gd name="T38" fmla="*/ 32 w 112"/>
              <ns1:gd name="T39" fmla="*/ 20 h 84"/>
              <ns1:gd name="T40" fmla="*/ 8 w 112"/>
              <ns1:gd name="T41" fmla="*/ 42 h 84"/>
              <ns1:gd name="T42" fmla="*/ 35 w 112"/>
              <ns1:gd name="T43" fmla="*/ 65 h 84"/>
              <ns1:gd name="T44" fmla="*/ 40 w 112"/>
              <ns1:gd name="T45" fmla="*/ 57 h 84"/>
              <ns1:gd name="T46" fmla="*/ 56 w 112"/>
              <ns1:gd name="T47" fmla="*/ 15 h 84"/>
              <ns1:gd name="T48" fmla="*/ 37 w 112"/>
              <ns1:gd name="T49" fmla="*/ 34 h 84"/>
              <ns1:gd name="T50" fmla="*/ 40 w 112"/>
              <ns1:gd name="T51" fmla="*/ 37 h 84"/>
              <ns1:gd name="T52" fmla="*/ 43 w 112"/>
              <ns1:gd name="T53" fmla="*/ 34 h 84"/>
              <ns1:gd name="T54" fmla="*/ 56 w 112"/>
              <ns1:gd name="T55" fmla="*/ 21 h 84"/>
              <ns1:gd name="T56" fmla="*/ 59 w 112"/>
              <ns1:gd name="T57" fmla="*/ 18 h 84"/>
              <ns1:gd name="T58" fmla="*/ 56 w 112"/>
              <ns1:gd name="T59" fmla="*/ 15 h 84"/>
              <ns1:gd name="T60" fmla="*/ 111 w 112"/>
              <ns1:gd name="T61" fmla="*/ 46 h 84"/>
              <ns1:gd name="T62" fmla="*/ 104 w 112"/>
              <ns1:gd name="T63" fmla="*/ 55 h 84"/>
              <ns1:gd name="T64" fmla="*/ 56 w 112"/>
              <ns1:gd name="T65" fmla="*/ 78 h 84"/>
              <ns1:gd name="T66" fmla="*/ 61 w 112"/>
              <ns1:gd name="T67" fmla="*/ 70 h 84"/>
              <ns1:gd name="T68" fmla="*/ 104 w 112"/>
              <ns1:gd name="T69" fmla="*/ 42 h 84"/>
              <ns1:gd name="T70" fmla="*/ 86 w 112"/>
              <ns1:gd name="T71" fmla="*/ 24 h 84"/>
              <ns1:gd name="T72" fmla="*/ 90 w 112"/>
              <ns1:gd name="T73" fmla="*/ 17 h 84"/>
              <ns1:gd name="T74" fmla="*/ 111 w 112"/>
              <ns1:gd name="T75" fmla="*/ 38 h 84"/>
              <ns1:gd name="T76" fmla="*/ 112 w 112"/>
              <ns1:gd name="T77" fmla="*/ 42 h 84"/>
              <ns1:gd name="T78" fmla="*/ 111 w 112"/>
              <ns1:gd name="T79" fmla="*/ 46 h 84"/>
              <ns1:gd name="T80" fmla="*/ 66 w 112"/>
              <ns1:gd name="T81" fmla="*/ 60 h 84"/>
              <ns1:gd name="T82" fmla="*/ 83 w 112"/>
              <ns1:gd name="T83" fmla="*/ 29 h 84"/>
              <ns1:gd name="T84" fmla="*/ 84 w 112"/>
              <ns1:gd name="T85" fmla="*/ 34 h 84"/>
              <ns1:gd name="T86" fmla="*/ 66 w 112"/>
              <ns1:gd name="T87" fmla="*/ 60 h 84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  <ns1:cxn ang="0">
                <ns1:pos x="T32" y="T33"/>
              </ns1:cxn>
              <ns1:cxn ang="0">
                <ns1:pos x="T34" y="T35"/>
              </ns1:cxn>
              <ns1:cxn ang="0">
                <ns1:pos x="T36" y="T37"/>
              </ns1:cxn>
              <ns1:cxn ang="0">
                <ns1:pos x="T38" y="T39"/>
              </ns1:cxn>
              <ns1:cxn ang="0">
                <ns1:pos x="T40" y="T41"/>
              </ns1:cxn>
              <ns1:cxn ang="0">
                <ns1:pos x="T42" y="T43"/>
              </ns1:cxn>
              <ns1:cxn ang="0">
                <ns1:pos x="T44" y="T45"/>
              </ns1:cxn>
              <ns1:cxn ang="0">
                <ns1:pos x="T46" y="T47"/>
              </ns1:cxn>
              <ns1:cxn ang="0">
                <ns1:pos x="T48" y="T49"/>
              </ns1:cxn>
              <ns1:cxn ang="0">
                <ns1:pos x="T50" y="T51"/>
              </ns1:cxn>
              <ns1:cxn ang="0">
                <ns1:pos x="T52" y="T53"/>
              </ns1:cxn>
              <ns1:cxn ang="0">
                <ns1:pos x="T54" y="T55"/>
              </ns1:cxn>
              <ns1:cxn ang="0">
                <ns1:pos x="T56" y="T57"/>
              </ns1:cxn>
              <ns1:cxn ang="0">
                <ns1:pos x="T58" y="T59"/>
              </ns1:cxn>
              <ns1:cxn ang="0">
                <ns1:pos x="T60" y="T61"/>
              </ns1:cxn>
              <ns1:cxn ang="0">
                <ns1:pos x="T62" y="T63"/>
              </ns1:cxn>
              <ns1:cxn ang="0">
                <ns1:pos x="T64" y="T65"/>
              </ns1:cxn>
              <ns1:cxn ang="0">
                <ns1:pos x="T66" y="T67"/>
              </ns1:cxn>
              <ns1:cxn ang="0">
                <ns1:pos x="T68" y="T69"/>
              </ns1:cxn>
              <ns1:cxn ang="0">
                <ns1:pos x="T70" y="T71"/>
              </ns1:cxn>
              <ns1:cxn ang="0">
                <ns1:pos x="T72" y="T73"/>
              </ns1:cxn>
              <ns1:cxn ang="0">
                <ns1:pos x="T74" y="T75"/>
              </ns1:cxn>
              <ns1:cxn ang="0">
                <ns1:pos x="T76" y="T77"/>
              </ns1:cxn>
              <ns1:cxn ang="0">
                <ns1:pos x="T78" y="T79"/>
              </ns1:cxn>
              <ns1:cxn ang="0">
                <ns1:pos x="T80" y="T81"/>
              </ns1:cxn>
              <ns1:cxn ang="0">
                <ns1:pos x="T82" y="T83"/>
              </ns1:cxn>
              <ns1:cxn ang="0">
                <ns1:pos x="T84" y="T85"/>
              </ns1:cxn>
              <ns1:cxn ang="0">
                <ns1:pos x="T86" y="T87"/>
              </ns1:cxn>
            </ns1:cxnLst>
            <ns1:rect l="0" t="0" r="r" b="b"/>
            <ns1:pathLst>
              <ns1:path w="112" h="84">
                <ns1:moveTo>
                  <ns1:pt x="82" y="7"/>
                </ns1:moveTo>
                <ns1:cubicBezTo>
                  <ns1:pt x="68" y="30"/>
                  <ns1:pt x="55" y="54"/>
                  <ns1:pt x="42" y="77"/>
                </ns1:cubicBezTo>
                <ns1:cubicBezTo>
                  <ns1:pt x="39" y="83"/>
                  <ns1:pt x="39" y="83"/>
                  <ns1:pt x="39" y="83"/>
                </ns1:cubicBezTo>
                <ns1:cubicBezTo>
                  <ns1:pt x="39" y="84"/>
                  <ns1:pt x="38" y="84"/>
                  <ns1:pt x="37" y="84"/>
                </ns1:cubicBezTo>
                <ns1:cubicBezTo>
                  <ns1:pt x="36" y="84"/>
                  <ns1:pt x="30" y="80"/>
                  <ns1:pt x="29" y="80"/>
                </ns1:cubicBezTo>
                <ns1:cubicBezTo>
                  <ns1:pt x="28" y="79"/>
                  <ns1:pt x="28" y="79"/>
                  <ns1:pt x="28" y="78"/>
                </ns1:cubicBezTo>
                <ns1:cubicBezTo>
                  <ns1:pt x="28" y="77"/>
                  <ns1:pt x="30" y="74"/>
                  <ns1:pt x="31" y="72"/>
                </ns1:cubicBezTo>
                <ns1:cubicBezTo>
                  <ns1:pt x="19" y="67"/>
                  <ns1:pt x="8" y="58"/>
                  <ns1:pt x="1" y="46"/>
                </ns1:cubicBezTo>
                <ns1:cubicBezTo>
                  <ns1:pt x="0" y="45"/>
                  <ns1:pt x="0" y="44"/>
                  <ns1:pt x="0" y="42"/>
                </ns1:cubicBezTo>
                <ns1:cubicBezTo>
                  <ns1:pt x="0" y="41"/>
                  <ns1:pt x="0" y="39"/>
                  <ns1:pt x="1" y="38"/>
                </ns1:cubicBezTo>
                <ns1:cubicBezTo>
                  <ns1:pt x="14" y="19"/>
                  <ns1:pt x="33" y="6"/>
                  <ns1:pt x="56" y="6"/>
                </ns1:cubicBezTo>
                <ns1:cubicBezTo>
                  <ns1:pt x="60" y="6"/>
                  <ns1:pt x="64" y="6"/>
                  <ns1:pt x="67" y="7"/>
                </ns1:cubicBezTo>
                <ns1:cubicBezTo>
                  <ns1:pt x="71" y="1"/>
                  <ns1:pt x="71" y="1"/>
                  <ns1:pt x="71" y="1"/>
                </ns1:cubicBezTo>
                <ns1:cubicBezTo>
                  <ns1:pt x="71" y="0"/>
                  <ns1:pt x="72" y="0"/>
                  <ns1:pt x="72" y="0"/>
                </ns1:cubicBezTo>
                <ns1:cubicBezTo>
                  <ns1:pt x="73" y="0"/>
                  <ns1:pt x="79" y="4"/>
                  <ns1:pt x="81" y="4"/>
                </ns1:cubicBezTo>
                <ns1:cubicBezTo>
                  <ns1:pt x="81" y="5"/>
                  <ns1:pt x="82" y="5"/>
                  <ns1:pt x="82" y="6"/>
                </ns1:cubicBezTo>
                <ns1:cubicBezTo>
                  <ns1:pt x="82" y="6"/>
                  <ns1:pt x="82" y="7"/>
                  <ns1:pt x="82" y="7"/>
                </ns1:cubicBezTo>
                <ns1:close/>
                <ns1:moveTo>
                  <ns1:pt x="40" y="57"/>
                </ns1:moveTo>
                <ns1:cubicBezTo>
                  <ns1:pt x="32" y="51"/>
                  <ns1:pt x="28" y="43"/>
                  <ns1:pt x="28" y="34"/>
                </ns1:cubicBezTo>
                <ns1:cubicBezTo>
                  <ns1:pt x="28" y="29"/>
                  <ns1:pt x="29" y="24"/>
                  <ns1:pt x="32" y="20"/>
                </ns1:cubicBezTo>
                <ns1:cubicBezTo>
                  <ns1:pt x="22" y="25"/>
                  <ns1:pt x="14" y="33"/>
                  <ns1:pt x="8" y="42"/>
                </ns1:cubicBezTo>
                <ns1:cubicBezTo>
                  <ns1:pt x="14" y="52"/>
                  <ns1:pt x="24" y="61"/>
                  <ns1:pt x="35" y="65"/>
                </ns1:cubicBezTo>
                <ns1:lnTo>
                  <ns1:pt x="40" y="57"/>
                </ns1:lnTo>
                <ns1:close/>
                <ns1:moveTo>
                  <ns1:pt x="56" y="15"/>
                </ns1:moveTo>
                <ns1:cubicBezTo>
                  <ns1:pt x="46" y="15"/>
                  <ns1:pt x="37" y="24"/>
                  <ns1:pt x="37" y="34"/>
                </ns1:cubicBezTo>
                <ns1:cubicBezTo>
                  <ns1:pt x="37" y="36"/>
                  <ns1:pt x="38" y="37"/>
                  <ns1:pt x="40" y="37"/>
                </ns1:cubicBezTo>
                <ns1:cubicBezTo>
                  <ns1:pt x="42" y="37"/>
                  <ns1:pt x="43" y="36"/>
                  <ns1:pt x="43" y="34"/>
                </ns1:cubicBezTo>
                <ns1:cubicBezTo>
                  <ns1:pt x="43" y="27"/>
                  <ns1:pt x="49" y="21"/>
                  <ns1:pt x="56" y="21"/>
                </ns1:cubicBezTo>
                <ns1:cubicBezTo>
                  <ns1:pt x="58" y="21"/>
                  <ns1:pt x="59" y="20"/>
                  <ns1:pt x="59" y="18"/>
                </ns1:cubicBezTo>
                <ns1:cubicBezTo>
                  <ns1:pt x="59" y="16"/>
                  <ns1:pt x="58" y="15"/>
                  <ns1:pt x="56" y="15"/>
                </ns1:cubicBezTo>
                <ns1:close/>
                <ns1:moveTo>
                  <ns1:pt x="111" y="46"/>
                </ns1:moveTo>
                <ns1:cubicBezTo>
                  <ns1:pt x="109" y="50"/>
                  <ns1:pt x="106" y="53"/>
                  <ns1:pt x="104" y="55"/>
                </ns1:cubicBezTo>
                <ns1:cubicBezTo>
                  <ns1:pt x="92" y="69"/>
                  <ns1:pt x="75" y="78"/>
                  <ns1:pt x="56" y="78"/>
                </ns1:cubicBezTo>
                <ns1:cubicBezTo>
                  <ns1:pt x="61" y="70"/>
                  <ns1:pt x="61" y="70"/>
                  <ns1:pt x="61" y="70"/>
                </ns1:cubicBezTo>
                <ns1:cubicBezTo>
                  <ns1:pt x="79" y="68"/>
                  <ns1:pt x="94" y="57"/>
                  <ns1:pt x="104" y="42"/>
                </ns1:cubicBezTo>
                <ns1:cubicBezTo>
                  <ns1:pt x="99" y="35"/>
                  <ns1:pt x="93" y="29"/>
                  <ns1:pt x="86" y="24"/>
                </ns1:cubicBezTo>
                <ns1:cubicBezTo>
                  <ns1:pt x="90" y="17"/>
                  <ns1:pt x="90" y="17"/>
                  <ns1:pt x="90" y="17"/>
                </ns1:cubicBezTo>
                <ns1:cubicBezTo>
                  <ns1:pt x="98" y="22"/>
                  <ns1:pt x="106" y="30"/>
                  <ns1:pt x="111" y="38"/>
                </ns1:cubicBezTo>
                <ns1:cubicBezTo>
                  <ns1:pt x="111" y="39"/>
                  <ns1:pt x="112" y="40"/>
                  <ns1:pt x="112" y="42"/>
                </ns1:cubicBezTo>
                <ns1:cubicBezTo>
                  <ns1:pt x="112" y="44"/>
                  <ns1:pt x="111" y="45"/>
                  <ns1:pt x="111" y="46"/>
                </ns1:cubicBezTo>
                <ns1:close/>
                <ns1:moveTo>
                  <ns1:pt x="66" y="60"/>
                </ns1:moveTo>
                <ns1:cubicBezTo>
                  <ns1:pt x="83" y="29"/>
                  <ns1:pt x="83" y="29"/>
                  <ns1:pt x="83" y="29"/>
                </ns1:cubicBezTo>
                <ns1:cubicBezTo>
                  <ns1:pt x="84" y="31"/>
                  <ns1:pt x="84" y="32"/>
                  <ns1:pt x="84" y="34"/>
                </ns1:cubicBezTo>
                <ns1:cubicBezTo>
                  <ns1:pt x="84" y="46"/>
                  <ns1:pt x="77" y="56"/>
                  <ns1:pt x="66" y="60"/>
                </ns1:cubicBezTo>
                <ns1:close/>
              </ns1:path>
            </ns1:pathLst>
          </ns1:custGeom>
          <ns1:solidFill>
            <ns1:srgbClr val="010101"/>
          </ns1:solidFill>
          <ns1:ln>
            <ns1:noFill/>
          </ns1:ln>
          <ns1:extLst>
            <ns1:ext uri="{91240B29-F687-4F45-9708-019B960494DF}">
              <ns2:hiddenLine w="9525">
                <ns1:solidFill>
                  <ns1:srgbClr val="000000"/>
                </ns1:solidFill>
                <ns1:round/>
                <ns1:headEnd/>
                <ns1:tailEnd/>
              </ns2:hiddenLine>
            </ns1:ext>
          </ns1:extLst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en-US" sz="2700"/>
          </ns1:p>
        </ns0:txBody>
      </ns0:sp>
      <ns0:sp>
        <ns0:nvSpPr>
          <ns0:cNvPr id="115" name="Freeform 113"/>
          <ns0:cNvSpPr>
            <ns1:spLocks noEditPoints="1"/>
          </ns0:cNvSpPr>
          <ns0:nvPr/>
        </ns0:nvSpPr>
        <ns0:spPr bwMode="auto">
          <ns1:xfrm>
            <ns1:off x="8783638" y="2840039"/>
            <ns1:ext cx="420688" cy="392113"/>
          </ns1:xfrm>
          <ns1:custGeom>
            <ns1:avLst/>
            <ns1:gdLst>
              <ns1:gd name="T0" fmla="*/ 111 w 112"/>
              <ns1:gd name="T1" fmla="*/ 92 h 104"/>
              <ns1:gd name="T2" fmla="*/ 111 w 112"/>
              <ns1:gd name="T3" fmla="*/ 100 h 104"/>
              <ns1:gd name="T4" fmla="*/ 104 w 112"/>
              <ns1:gd name="T5" fmla="*/ 104 h 104"/>
              <ns1:gd name="T6" fmla="*/ 8 w 112"/>
              <ns1:gd name="T7" fmla="*/ 104 h 104"/>
              <ns1:gd name="T8" fmla="*/ 1 w 112"/>
              <ns1:gd name="T9" fmla="*/ 100 h 104"/>
              <ns1:gd name="T10" fmla="*/ 1 w 112"/>
              <ns1:gd name="T11" fmla="*/ 92 h 104"/>
              <ns1:gd name="T12" fmla="*/ 49 w 112"/>
              <ns1:gd name="T13" fmla="*/ 4 h 104"/>
              <ns1:gd name="T14" fmla="*/ 56 w 112"/>
              <ns1:gd name="T15" fmla="*/ 0 h 104"/>
              <ns1:gd name="T16" fmla="*/ 63 w 112"/>
              <ns1:gd name="T17" fmla="*/ 4 h 104"/>
              <ns1:gd name="T18" fmla="*/ 111 w 112"/>
              <ns1:gd name="T19" fmla="*/ 92 h 104"/>
              <ns1:gd name="T20" fmla="*/ 65 w 112"/>
              <ns1:gd name="T21" fmla="*/ 34 h 104"/>
              <ns1:gd name="T22" fmla="*/ 64 w 112"/>
              <ns1:gd name="T23" fmla="*/ 33 h 104"/>
              <ns1:gd name="T24" fmla="*/ 63 w 112"/>
              <ns1:gd name="T25" fmla="*/ 32 h 104"/>
              <ns1:gd name="T26" fmla="*/ 49 w 112"/>
              <ns1:gd name="T27" fmla="*/ 32 h 104"/>
              <ns1:gd name="T28" fmla="*/ 48 w 112"/>
              <ns1:gd name="T29" fmla="*/ 33 h 104"/>
              <ns1:gd name="T30" fmla="*/ 47 w 112"/>
              <ns1:gd name="T31" fmla="*/ 34 h 104"/>
              <ns1:gd name="T32" fmla="*/ 48 w 112"/>
              <ns1:gd name="T33" fmla="*/ 63 h 104"/>
              <ns1:gd name="T34" fmla="*/ 50 w 112"/>
              <ns1:gd name="T35" fmla="*/ 64 h 104"/>
              <ns1:gd name="T36" fmla="*/ 62 w 112"/>
              <ns1:gd name="T37" fmla="*/ 64 h 104"/>
              <ns1:gd name="T38" fmla="*/ 64 w 112"/>
              <ns1:gd name="T39" fmla="*/ 63 h 104"/>
              <ns1:gd name="T40" fmla="*/ 65 w 112"/>
              <ns1:gd name="T41" fmla="*/ 34 h 104"/>
              <ns1:gd name="T42" fmla="*/ 64 w 112"/>
              <ns1:gd name="T43" fmla="*/ 74 h 104"/>
              <ns1:gd name="T44" fmla="*/ 62 w 112"/>
              <ns1:gd name="T45" fmla="*/ 72 h 104"/>
              <ns1:gd name="T46" fmla="*/ 50 w 112"/>
              <ns1:gd name="T47" fmla="*/ 72 h 104"/>
              <ns1:gd name="T48" fmla="*/ 48 w 112"/>
              <ns1:gd name="T49" fmla="*/ 74 h 104"/>
              <ns1:gd name="T50" fmla="*/ 48 w 112"/>
              <ns1:gd name="T51" fmla="*/ 86 h 104"/>
              <ns1:gd name="T52" fmla="*/ 50 w 112"/>
              <ns1:gd name="T53" fmla="*/ 88 h 104"/>
              <ns1:gd name="T54" fmla="*/ 62 w 112"/>
              <ns1:gd name="T55" fmla="*/ 88 h 104"/>
              <ns1:gd name="T56" fmla="*/ 64 w 112"/>
              <ns1:gd name="T57" fmla="*/ 86 h 104"/>
              <ns1:gd name="T58" fmla="*/ 64 w 112"/>
              <ns1:gd name="T59" fmla="*/ 74 h 104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  <ns1:cxn ang="0">
                <ns1:pos x="T32" y="T33"/>
              </ns1:cxn>
              <ns1:cxn ang="0">
                <ns1:pos x="T34" y="T35"/>
              </ns1:cxn>
              <ns1:cxn ang="0">
                <ns1:pos x="T36" y="T37"/>
              </ns1:cxn>
              <ns1:cxn ang="0">
                <ns1:pos x="T38" y="T39"/>
              </ns1:cxn>
              <ns1:cxn ang="0">
                <ns1:pos x="T40" y="T41"/>
              </ns1:cxn>
              <ns1:cxn ang="0">
                <ns1:pos x="T42" y="T43"/>
              </ns1:cxn>
              <ns1:cxn ang="0">
                <ns1:pos x="T44" y="T45"/>
              </ns1:cxn>
              <ns1:cxn ang="0">
                <ns1:pos x="T46" y="T47"/>
              </ns1:cxn>
              <ns1:cxn ang="0">
                <ns1:pos x="T48" y="T49"/>
              </ns1:cxn>
              <ns1:cxn ang="0">
                <ns1:pos x="T50" y="T51"/>
              </ns1:cxn>
              <ns1:cxn ang="0">
                <ns1:pos x="T52" y="T53"/>
              </ns1:cxn>
              <ns1:cxn ang="0">
                <ns1:pos x="T54" y="T55"/>
              </ns1:cxn>
              <ns1:cxn ang="0">
                <ns1:pos x="T56" y="T57"/>
              </ns1:cxn>
              <ns1:cxn ang="0">
                <ns1:pos x="T58" y="T59"/>
              </ns1:cxn>
            </ns1:cxnLst>
            <ns1:rect l="0" t="0" r="r" b="b"/>
            <ns1:pathLst>
              <ns1:path w="112" h="104">
                <ns1:moveTo>
                  <ns1:pt x="111" y="92"/>
                </ns1:moveTo>
                <ns1:cubicBezTo>
                  <ns1:pt x="112" y="95"/>
                  <ns1:pt x="112" y="98"/>
                  <ns1:pt x="111" y="100"/>
                </ns1:cubicBezTo>
                <ns1:cubicBezTo>
                  <ns1:pt x="109" y="103"/>
                  <ns1:pt x="107" y="104"/>
                  <ns1:pt x="104" y="104"/>
                </ns1:cubicBezTo>
                <ns1:cubicBezTo>
                  <ns1:pt x="8" y="104"/>
                  <ns1:pt x="8" y="104"/>
                  <ns1:pt x="8" y="104"/>
                </ns1:cubicBezTo>
                <ns1:cubicBezTo>
                  <ns1:pt x="5" y="104"/>
                  <ns1:pt x="2" y="103"/>
                  <ns1:pt x="1" y="100"/>
                </ns1:cubicBezTo>
                <ns1:cubicBezTo>
                  <ns1:pt x="0" y="98"/>
                  <ns1:pt x="0" y="95"/>
                  <ns1:pt x="1" y="92"/>
                </ns1:cubicBezTo>
                <ns1:cubicBezTo>
                  <ns1:pt x="49" y="4"/>
                  <ns1:pt x="49" y="4"/>
                  <ns1:pt x="49" y="4"/>
                </ns1:cubicBezTo>
                <ns1:cubicBezTo>
                  <ns1:pt x="50" y="2"/>
                  <ns1:pt x="53" y="0"/>
                  <ns1:pt x="56" y="0"/>
                </ns1:cubicBezTo>
                <ns1:cubicBezTo>
                  <ns1:pt x="59" y="0"/>
                  <ns1:pt x="62" y="2"/>
                  <ns1:pt x="63" y="4"/>
                </ns1:cubicBezTo>
                <ns1:lnTo>
                  <ns1:pt x="111" y="92"/>
                </ns1:lnTo>
                <ns1:close/>
                <ns1:moveTo>
                  <ns1:pt x="65" y="34"/>
                </ns1:moveTo>
                <ns1:cubicBezTo>
                  <ns1:pt x="65" y="34"/>
                  <ns1:pt x="65" y="33"/>
                  <ns1:pt x="64" y="33"/>
                </ns1:cubicBezTo>
                <ns1:cubicBezTo>
                  <ns1:pt x="64" y="32"/>
                  <ns1:pt x="63" y="32"/>
                  <ns1:pt x="63" y="32"/>
                </ns1:cubicBezTo>
                <ns1:cubicBezTo>
                  <ns1:pt x="49" y="32"/>
                  <ns1:pt x="49" y="32"/>
                  <ns1:pt x="49" y="32"/>
                </ns1:cubicBezTo>
                <ns1:cubicBezTo>
                  <ns1:pt x="48" y="32"/>
                  <ns1:pt x="48" y="32"/>
                  <ns1:pt x="48" y="33"/>
                </ns1:cubicBezTo>
                <ns1:cubicBezTo>
                  <ns1:pt x="47" y="33"/>
                  <ns1:pt x="47" y="34"/>
                  <ns1:pt x="47" y="34"/>
                </ns1:cubicBezTo>
                <ns1:cubicBezTo>
                  <ns1:pt x="48" y="63"/>
                  <ns1:pt x="48" y="63"/>
                  <ns1:pt x="48" y="63"/>
                </ns1:cubicBezTo>
                <ns1:cubicBezTo>
                  <ns1:pt x="48" y="63"/>
                  <ns1:pt x="49" y="64"/>
                  <ns1:pt x="50" y="64"/>
                </ns1:cubicBezTo>
                <ns1:cubicBezTo>
                  <ns1:pt x="62" y="64"/>
                  <ns1:pt x="62" y="64"/>
                  <ns1:pt x="62" y="64"/>
                </ns1:cubicBezTo>
                <ns1:cubicBezTo>
                  <ns1:pt x="63" y="64"/>
                  <ns1:pt x="64" y="63"/>
                  <ns1:pt x="64" y="63"/>
                </ns1:cubicBezTo>
                <ns1:lnTo>
                  <ns1:pt x="65" y="34"/>
                </ns1:lnTo>
                <ns1:close/>
                <ns1:moveTo>
                  <ns1:pt x="64" y="74"/>
                </ns1:moveTo>
                <ns1:cubicBezTo>
                  <ns1:pt x="64" y="73"/>
                  <ns1:pt x="63" y="72"/>
                  <ns1:pt x="62" y="72"/>
                </ns1:cubicBezTo>
                <ns1:cubicBezTo>
                  <ns1:pt x="50" y="72"/>
                  <ns1:pt x="50" y="72"/>
                  <ns1:pt x="50" y="72"/>
                </ns1:cubicBezTo>
                <ns1:cubicBezTo>
                  <ns1:pt x="49" y="72"/>
                  <ns1:pt x="48" y="73"/>
                  <ns1:pt x="48" y="74"/>
                </ns1:cubicBezTo>
                <ns1:cubicBezTo>
                  <ns1:pt x="48" y="86"/>
                  <ns1:pt x="48" y="86"/>
                  <ns1:pt x="48" y="86"/>
                </ns1:cubicBezTo>
                <ns1:cubicBezTo>
                  <ns1:pt x="48" y="87"/>
                  <ns1:pt x="49" y="88"/>
                  <ns1:pt x="50" y="88"/>
                </ns1:cubicBezTo>
                <ns1:cubicBezTo>
                  <ns1:pt x="62" y="88"/>
                  <ns1:pt x="62" y="88"/>
                  <ns1:pt x="62" y="88"/>
                </ns1:cubicBezTo>
                <ns1:cubicBezTo>
                  <ns1:pt x="63" y="88"/>
                  <ns1:pt x="64" y="87"/>
                  <ns1:pt x="64" y="86"/>
                </ns1:cubicBezTo>
                <ns1:lnTo>
                  <ns1:pt x="64" y="74"/>
                </ns1:lnTo>
                <ns1:close/>
              </ns1:path>
            </ns1:pathLst>
          </ns1:custGeom>
          <ns1:solidFill>
            <ns1:srgbClr val="010101"/>
          </ns1:solidFill>
          <ns1:ln>
            <ns1:noFill/>
          </ns1:ln>
          <ns1:extLst>
            <ns1:ext uri="{91240B29-F687-4F45-9708-019B960494DF}">
              <ns2:hiddenLine w="9525">
                <ns1:solidFill>
                  <ns1:srgbClr val="000000"/>
                </ns1:solidFill>
                <ns1:round/>
                <ns1:headEnd/>
                <ns1:tailEnd/>
              </ns2:hiddenLine>
            </ns1:ext>
          </ns1:extLst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en-US" sz="2700"/>
          </ns1:p>
        </ns0:txBody>
      </ns0:sp>
      <ns0:sp>
        <ns0:nvSpPr>
          <ns0:cNvPr id="116" name="Freeform 114"/>
          <ns0:cNvSpPr>
            <ns1:spLocks/>
          </ns0:cNvSpPr>
          <ns0:nvPr/>
        </ns0:nvSpPr>
        <ns0:spPr bwMode="auto">
          <ns1:xfrm>
            <ns1:off x="9474202" y="2863852"/>
            <ns1:ext cx="338138" cy="338138"/>
          </ns1:xfrm>
          <ns1:custGeom>
            <ns1:avLst/>
            <ns1:gdLst>
              <ns1:gd name="T0" fmla="*/ 80 w 90"/>
              <ns1:gd name="T1" fmla="*/ 24 h 90"/>
              <ns1:gd name="T2" fmla="*/ 70 w 90"/>
              <ns1:gd name="T3" fmla="*/ 34 h 90"/>
              <ns1:gd name="T4" fmla="*/ 80 w 90"/>
              <ns1:gd name="T5" fmla="*/ 78 h 90"/>
              <ns1:gd name="T6" fmla="*/ 79 w 90"/>
              <ns1:gd name="T7" fmla="*/ 80 h 90"/>
              <ns1:gd name="T8" fmla="*/ 71 w 90"/>
              <ns1:gd name="T9" fmla="*/ 86 h 90"/>
              <ns1:gd name="T10" fmla="*/ 70 w 90"/>
              <ns1:gd name="T11" fmla="*/ 86 h 90"/>
              <ns1:gd name="T12" fmla="*/ 69 w 90"/>
              <ns1:gd name="T13" fmla="*/ 86 h 90"/>
              <ns1:gd name="T14" fmla="*/ 68 w 90"/>
              <ns1:gd name="T15" fmla="*/ 85 h 90"/>
              <ns1:gd name="T16" fmla="*/ 51 w 90"/>
              <ns1:gd name="T17" fmla="*/ 53 h 90"/>
              <ns1:gd name="T18" fmla="*/ 34 w 90"/>
              <ns1:gd name="T19" fmla="*/ 69 h 90"/>
              <ns1:gd name="T20" fmla="*/ 38 w 90"/>
              <ns1:gd name="T21" fmla="*/ 82 h 90"/>
              <ns1:gd name="T22" fmla="*/ 37 w 90"/>
              <ns1:gd name="T23" fmla="*/ 83 h 90"/>
              <ns1:gd name="T24" fmla="*/ 31 w 90"/>
              <ns1:gd name="T25" fmla="*/ 89 h 90"/>
              <ns1:gd name="T26" fmla="*/ 30 w 90"/>
              <ns1:gd name="T27" fmla="*/ 90 h 90"/>
              <ns1:gd name="T28" fmla="*/ 30 w 90"/>
              <ns1:gd name="T29" fmla="*/ 90 h 90"/>
              <ns1:gd name="T30" fmla="*/ 28 w 90"/>
              <ns1:gd name="T31" fmla="*/ 89 h 90"/>
              <ns1:gd name="T32" fmla="*/ 16 w 90"/>
              <ns1:gd name="T33" fmla="*/ 73 h 90"/>
              <ns1:gd name="T34" fmla="*/ 1 w 90"/>
              <ns1:gd name="T35" fmla="*/ 62 h 90"/>
              <ns1:gd name="T36" fmla="*/ 0 w 90"/>
              <ns1:gd name="T37" fmla="*/ 60 h 90"/>
              <ns1:gd name="T38" fmla="*/ 0 w 90"/>
              <ns1:gd name="T39" fmla="*/ 59 h 90"/>
              <ns1:gd name="T40" fmla="*/ 6 w 90"/>
              <ns1:gd name="T41" fmla="*/ 53 h 90"/>
              <ns1:gd name="T42" fmla="*/ 8 w 90"/>
              <ns1:gd name="T43" fmla="*/ 52 h 90"/>
              <ns1:gd name="T44" fmla="*/ 8 w 90"/>
              <ns1:gd name="T45" fmla="*/ 52 h 90"/>
              <ns1:gd name="T46" fmla="*/ 20 w 90"/>
              <ns1:gd name="T47" fmla="*/ 55 h 90"/>
              <ns1:gd name="T48" fmla="*/ 37 w 90"/>
              <ns1:gd name="T49" fmla="*/ 39 h 90"/>
              <ns1:gd name="T50" fmla="*/ 5 w 90"/>
              <ns1:gd name="T51" fmla="*/ 22 h 90"/>
              <ns1:gd name="T52" fmla="*/ 4 w 90"/>
              <ns1:gd name="T53" fmla="*/ 20 h 90"/>
              <ns1:gd name="T54" fmla="*/ 4 w 90"/>
              <ns1:gd name="T55" fmla="*/ 19 h 90"/>
              <ns1:gd name="T56" fmla="*/ 12 w 90"/>
              <ns1:gd name="T57" fmla="*/ 11 h 90"/>
              <ns1:gd name="T58" fmla="*/ 14 w 90"/>
              <ns1:gd name="T59" fmla="*/ 10 h 90"/>
              <ns1:gd name="T60" fmla="*/ 56 w 90"/>
              <ns1:gd name="T61" fmla="*/ 20 h 90"/>
              <ns1:gd name="T62" fmla="*/ 66 w 90"/>
              <ns1:gd name="T63" fmla="*/ 10 h 90"/>
              <ns1:gd name="T64" fmla="*/ 86 w 90"/>
              <ns1:gd name="T65" fmla="*/ 4 h 90"/>
              <ns1:gd name="T66" fmla="*/ 80 w 90"/>
              <ns1:gd name="T67" fmla="*/ 24 h 90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  <ns1:cxn ang="0">
                <ns1:pos x="T32" y="T33"/>
              </ns1:cxn>
              <ns1:cxn ang="0">
                <ns1:pos x="T34" y="T35"/>
              </ns1:cxn>
              <ns1:cxn ang="0">
                <ns1:pos x="T36" y="T37"/>
              </ns1:cxn>
              <ns1:cxn ang="0">
                <ns1:pos x="T38" y="T39"/>
              </ns1:cxn>
              <ns1:cxn ang="0">
                <ns1:pos x="T40" y="T41"/>
              </ns1:cxn>
              <ns1:cxn ang="0">
                <ns1:pos x="T42" y="T43"/>
              </ns1:cxn>
              <ns1:cxn ang="0">
                <ns1:pos x="T44" y="T45"/>
              </ns1:cxn>
              <ns1:cxn ang="0">
                <ns1:pos x="T46" y="T47"/>
              </ns1:cxn>
              <ns1:cxn ang="0">
                <ns1:pos x="T48" y="T49"/>
              </ns1:cxn>
              <ns1:cxn ang="0">
                <ns1:pos x="T50" y="T51"/>
              </ns1:cxn>
              <ns1:cxn ang="0">
                <ns1:pos x="T52" y="T53"/>
              </ns1:cxn>
              <ns1:cxn ang="0">
                <ns1:pos x="T54" y="T55"/>
              </ns1:cxn>
              <ns1:cxn ang="0">
                <ns1:pos x="T56" y="T57"/>
              </ns1:cxn>
              <ns1:cxn ang="0">
                <ns1:pos x="T58" y="T59"/>
              </ns1:cxn>
              <ns1:cxn ang="0">
                <ns1:pos x="T60" y="T61"/>
              </ns1:cxn>
              <ns1:cxn ang="0">
                <ns1:pos x="T62" y="T63"/>
              </ns1:cxn>
              <ns1:cxn ang="0">
                <ns1:pos x="T64" y="T65"/>
              </ns1:cxn>
              <ns1:cxn ang="0">
                <ns1:pos x="T66" y="T67"/>
              </ns1:cxn>
            </ns1:cxnLst>
            <ns1:rect l="0" t="0" r="r" b="b"/>
            <ns1:pathLst>
              <ns1:path w="90" h="90">
                <ns1:moveTo>
                  <ns1:pt x="80" y="24"/>
                </ns1:moveTo>
                <ns1:cubicBezTo>
                  <ns1:pt x="70" y="34"/>
                  <ns1:pt x="70" y="34"/>
                  <ns1:pt x="70" y="34"/>
                </ns1:cubicBezTo>
                <ns1:cubicBezTo>
                  <ns1:pt x="80" y="78"/>
                  <ns1:pt x="80" y="78"/>
                  <ns1:pt x="80" y="78"/>
                </ns1:cubicBezTo>
                <ns1:cubicBezTo>
                  <ns1:pt x="80" y="78"/>
                  <ns1:pt x="80" y="79"/>
                  <ns1:pt x="79" y="80"/>
                </ns1:cubicBezTo>
                <ns1:cubicBezTo>
                  <ns1:pt x="71" y="86"/>
                  <ns1:pt x="71" y="86"/>
                  <ns1:pt x="71" y="86"/>
                </ns1:cubicBezTo>
                <ns1:cubicBezTo>
                  <ns1:pt x="71" y="86"/>
                  <ns1:pt x="70" y="86"/>
                  <ns1:pt x="70" y="86"/>
                </ns1:cubicBezTo>
                <ns1:cubicBezTo>
                  <ns1:pt x="70" y="86"/>
                  <ns1:pt x="70" y="86"/>
                  <ns1:pt x="69" y="86"/>
                </ns1:cubicBezTo>
                <ns1:cubicBezTo>
                  <ns1:pt x="69" y="86"/>
                  <ns1:pt x="68" y="86"/>
                  <ns1:pt x="68" y="85"/>
                </ns1:cubicBezTo>
                <ns1:cubicBezTo>
                  <ns1:pt x="51" y="53"/>
                  <ns1:pt x="51" y="53"/>
                  <ns1:pt x="51" y="53"/>
                </ns1:cubicBezTo>
                <ns1:cubicBezTo>
                  <ns1:pt x="34" y="69"/>
                  <ns1:pt x="34" y="69"/>
                  <ns1:pt x="34" y="69"/>
                </ns1:cubicBezTo>
                <ns1:cubicBezTo>
                  <ns1:pt x="38" y="82"/>
                  <ns1:pt x="38" y="82"/>
                  <ns1:pt x="38" y="82"/>
                </ns1:cubicBezTo>
                <ns1:cubicBezTo>
                  <ns1:pt x="38" y="82"/>
                  <ns1:pt x="38" y="83"/>
                  <ns1:pt x="37" y="83"/>
                </ns1:cubicBezTo>
                <ns1:cubicBezTo>
                  <ns1:pt x="31" y="89"/>
                  <ns1:pt x="31" y="89"/>
                  <ns1:pt x="31" y="89"/>
                </ns1:cubicBezTo>
                <ns1:cubicBezTo>
                  <ns1:pt x="31" y="90"/>
                  <ns1:pt x="30" y="90"/>
                  <ns1:pt x="30" y="90"/>
                </ns1:cubicBezTo>
                <ns1:cubicBezTo>
                  <ns1:pt x="30" y="90"/>
                  <ns1:pt x="30" y="90"/>
                  <ns1:pt x="30" y="90"/>
                </ns1:cubicBezTo>
                <ns1:cubicBezTo>
                  <ns1:pt x="29" y="90"/>
                  <ns1:pt x="29" y="90"/>
                  <ns1:pt x="28" y="89"/>
                </ns1:cubicBezTo>
                <ns1:cubicBezTo>
                  <ns1:pt x="16" y="73"/>
                  <ns1:pt x="16" y="73"/>
                  <ns1:pt x="16" y="73"/>
                </ns1:cubicBezTo>
                <ns1:cubicBezTo>
                  <ns1:pt x="1" y="62"/>
                  <ns1:pt x="1" y="62"/>
                  <ns1:pt x="1" y="62"/>
                </ns1:cubicBezTo>
                <ns1:cubicBezTo>
                  <ns1:pt x="0" y="61"/>
                  <ns1:pt x="0" y="61"/>
                  <ns1:pt x="0" y="60"/>
                </ns1:cubicBezTo>
                <ns1:cubicBezTo>
                  <ns1:pt x="0" y="60"/>
                  <ns1:pt x="0" y="59"/>
                  <ns1:pt x="0" y="59"/>
                </ns1:cubicBezTo>
                <ns1:cubicBezTo>
                  <ns1:pt x="6" y="53"/>
                  <ns1:pt x="6" y="53"/>
                  <ns1:pt x="6" y="53"/>
                </ns1:cubicBezTo>
                <ns1:cubicBezTo>
                  <ns1:pt x="7" y="52"/>
                  <ns1:pt x="7" y="52"/>
                  <ns1:pt x="8" y="52"/>
                </ns1:cubicBezTo>
                <ns1:cubicBezTo>
                  <ns1:pt x="8" y="52"/>
                  <ns1:pt x="8" y="52"/>
                  <ns1:pt x="8" y="52"/>
                </ns1:cubicBezTo>
                <ns1:cubicBezTo>
                  <ns1:pt x="20" y="55"/>
                  <ns1:pt x="20" y="55"/>
                  <ns1:pt x="20" y="55"/>
                </ns1:cubicBezTo>
                <ns1:cubicBezTo>
                  <ns1:pt x="37" y="39"/>
                  <ns1:pt x="37" y="39"/>
                  <ns1:pt x="37" y="39"/>
                </ns1:cubicBezTo>
                <ns1:cubicBezTo>
                  <ns1:pt x="5" y="22"/>
                  <ns1:pt x="5" y="22"/>
                  <ns1:pt x="5" y="22"/>
                </ns1:cubicBezTo>
                <ns1:cubicBezTo>
                  <ns1:pt x="4" y="22"/>
                  <ns1:pt x="4" y="21"/>
                  <ns1:pt x="4" y="20"/>
                </ns1:cubicBezTo>
                <ns1:cubicBezTo>
                  <ns1:pt x="4" y="20"/>
                  <ns1:pt x="4" y="19"/>
                  <ns1:pt x="4" y="19"/>
                </ns1:cubicBezTo>
                <ns1:cubicBezTo>
                  <ns1:pt x="12" y="11"/>
                  <ns1:pt x="12" y="11"/>
                  <ns1:pt x="12" y="11"/>
                </ns1:cubicBezTo>
                <ns1:cubicBezTo>
                  <ns1:pt x="13" y="10"/>
                  <ns1:pt x="14" y="10"/>
                  <ns1:pt x="14" y="10"/>
                </ns1:cubicBezTo>
                <ns1:cubicBezTo>
                  <ns1:pt x="56" y="20"/>
                  <ns1:pt x="56" y="20"/>
                  <ns1:pt x="56" y="20"/>
                </ns1:cubicBezTo>
                <ns1:cubicBezTo>
                  <ns1:pt x="66" y="10"/>
                  <ns1:pt x="66" y="10"/>
                  <ns1:pt x="66" y="10"/>
                </ns1:cubicBezTo>
                <ns1:cubicBezTo>
                  <ns1:pt x="72" y="4"/>
                  <ns1:pt x="82" y="0"/>
                  <ns1:pt x="86" y="4"/>
                </ns1:cubicBezTo>
                <ns1:cubicBezTo>
                  <ns1:pt x="90" y="8"/>
                  <ns1:pt x="86" y="18"/>
                  <ns1:pt x="80" y="24"/>
                </ns1:cubicBezTo>
                <ns1:close/>
              </ns1:path>
            </ns1:pathLst>
          </ns1:custGeom>
          <ns1:solidFill>
            <ns1:srgbClr val="010101"/>
          </ns1:solidFill>
          <ns1:ln>
            <ns1:noFill/>
          </ns1:ln>
          <ns1:extLst>
            <ns1:ext uri="{91240B29-F687-4F45-9708-019B960494DF}">
              <ns2:hiddenLine w="9525">
                <ns1:solidFill>
                  <ns1:srgbClr val="000000"/>
                </ns1:solidFill>
                <ns1:round/>
                <ns1:headEnd/>
                <ns1:tailEnd/>
              </ns2:hiddenLine>
            </ns1:ext>
          </ns1:extLst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en-US" sz="2700"/>
          </ns1:p>
        </ns0:txBody>
      </ns0:sp>
      <ns0:sp>
        <ns0:nvSpPr>
          <ns0:cNvPr id="117" name="Freeform 115"/>
          <ns0:cNvSpPr>
            <ns1:spLocks noEditPoints="1"/>
          </ns0:cNvSpPr>
          <ns0:nvPr/>
        </ns0:nvSpPr>
        <ns0:spPr bwMode="auto">
          <ns1:xfrm>
            <ns1:off x="10090152" y="2840039"/>
            <ns1:ext cx="390525" cy="422275"/>
          </ns1:xfrm>
          <ns1:custGeom>
            <ns1:avLst/>
            <ns1:gdLst>
              <ns1:gd name="T0" fmla="*/ 96 w 104"/>
              <ns1:gd name="T1" fmla="*/ 112 h 112"/>
              <ns1:gd name="T2" fmla="*/ 0 w 104"/>
              <ns1:gd name="T3" fmla="*/ 104 h 112"/>
              <ns1:gd name="T4" fmla="*/ 8 w 104"/>
              <ns1:gd name="T5" fmla="*/ 16 h 112"/>
              <ns1:gd name="T6" fmla="*/ 16 w 104"/>
              <ns1:gd name="T7" fmla="*/ 10 h 112"/>
              <ns1:gd name="T8" fmla="*/ 30 w 104"/>
              <ns1:gd name="T9" fmla="*/ 0 h 112"/>
              <ns1:gd name="T10" fmla="*/ 40 w 104"/>
              <ns1:gd name="T11" fmla="*/ 16 h 112"/>
              <ns1:gd name="T12" fmla="*/ 64 w 104"/>
              <ns1:gd name="T13" fmla="*/ 10 h 112"/>
              <ns1:gd name="T14" fmla="*/ 78 w 104"/>
              <ns1:gd name="T15" fmla="*/ 0 h 112"/>
              <ns1:gd name="T16" fmla="*/ 88 w 104"/>
              <ns1:gd name="T17" fmla="*/ 16 h 112"/>
              <ns1:gd name="T18" fmla="*/ 104 w 104"/>
              <ns1:gd name="T19" fmla="*/ 24 h 112"/>
              <ns1:gd name="T20" fmla="*/ 26 w 104"/>
              <ns1:gd name="T21" fmla="*/ 58 h 112"/>
              <ns1:gd name="T22" fmla="*/ 8 w 104"/>
              <ns1:gd name="T23" fmla="*/ 40 h 112"/>
              <ns1:gd name="T24" fmla="*/ 26 w 104"/>
              <ns1:gd name="T25" fmla="*/ 58 h 112"/>
              <ns1:gd name="T26" fmla="*/ 26 w 104"/>
              <ns1:gd name="T27" fmla="*/ 62 h 112"/>
              <ns1:gd name="T28" fmla="*/ 8 w 104"/>
              <ns1:gd name="T29" fmla="*/ 82 h 112"/>
              <ns1:gd name="T30" fmla="*/ 26 w 104"/>
              <ns1:gd name="T31" fmla="*/ 104 h 112"/>
              <ns1:gd name="T32" fmla="*/ 8 w 104"/>
              <ns1:gd name="T33" fmla="*/ 86 h 112"/>
              <ns1:gd name="T34" fmla="*/ 26 w 104"/>
              <ns1:gd name="T35" fmla="*/ 104 h 112"/>
              <ns1:gd name="T36" fmla="*/ 30 w 104"/>
              <ns1:gd name="T37" fmla="*/ 8 h 112"/>
              <ns1:gd name="T38" fmla="*/ 24 w 104"/>
              <ns1:gd name="T39" fmla="*/ 10 h 112"/>
              <ns1:gd name="T40" fmla="*/ 26 w 104"/>
              <ns1:gd name="T41" fmla="*/ 30 h 112"/>
              <ns1:gd name="T42" fmla="*/ 32 w 104"/>
              <ns1:gd name="T43" fmla="*/ 28 h 112"/>
              <ns1:gd name="T44" fmla="*/ 50 w 104"/>
              <ns1:gd name="T45" fmla="*/ 58 h 112"/>
              <ns1:gd name="T46" fmla="*/ 30 w 104"/>
              <ns1:gd name="T47" fmla="*/ 40 h 112"/>
              <ns1:gd name="T48" fmla="*/ 50 w 104"/>
              <ns1:gd name="T49" fmla="*/ 58 h 112"/>
              <ns1:gd name="T50" fmla="*/ 50 w 104"/>
              <ns1:gd name="T51" fmla="*/ 62 h 112"/>
              <ns1:gd name="T52" fmla="*/ 30 w 104"/>
              <ns1:gd name="T53" fmla="*/ 82 h 112"/>
              <ns1:gd name="T54" fmla="*/ 50 w 104"/>
              <ns1:gd name="T55" fmla="*/ 104 h 112"/>
              <ns1:gd name="T56" fmla="*/ 30 w 104"/>
              <ns1:gd name="T57" fmla="*/ 86 h 112"/>
              <ns1:gd name="T58" fmla="*/ 50 w 104"/>
              <ns1:gd name="T59" fmla="*/ 104 h 112"/>
              <ns1:gd name="T60" fmla="*/ 74 w 104"/>
              <ns1:gd name="T61" fmla="*/ 40 h 112"/>
              <ns1:gd name="T62" fmla="*/ 54 w 104"/>
              <ns1:gd name="T63" fmla="*/ 58 h 112"/>
              <ns1:gd name="T64" fmla="*/ 74 w 104"/>
              <ns1:gd name="T65" fmla="*/ 82 h 112"/>
              <ns1:gd name="T66" fmla="*/ 54 w 104"/>
              <ns1:gd name="T67" fmla="*/ 62 h 112"/>
              <ns1:gd name="T68" fmla="*/ 74 w 104"/>
              <ns1:gd name="T69" fmla="*/ 82 h 112"/>
              <ns1:gd name="T70" fmla="*/ 74 w 104"/>
              <ns1:gd name="T71" fmla="*/ 86 h 112"/>
              <ns1:gd name="T72" fmla="*/ 54 w 104"/>
              <ns1:gd name="T73" fmla="*/ 104 h 112"/>
              <ns1:gd name="T74" fmla="*/ 80 w 104"/>
              <ns1:gd name="T75" fmla="*/ 10 h 112"/>
              <ns1:gd name="T76" fmla="*/ 74 w 104"/>
              <ns1:gd name="T77" fmla="*/ 8 h 112"/>
              <ns1:gd name="T78" fmla="*/ 72 w 104"/>
              <ns1:gd name="T79" fmla="*/ 28 h 112"/>
              <ns1:gd name="T80" fmla="*/ 78 w 104"/>
              <ns1:gd name="T81" fmla="*/ 30 h 112"/>
              <ns1:gd name="T82" fmla="*/ 80 w 104"/>
              <ns1:gd name="T83" fmla="*/ 10 h 112"/>
              <ns1:gd name="T84" fmla="*/ 96 w 104"/>
              <ns1:gd name="T85" fmla="*/ 40 h 112"/>
              <ns1:gd name="T86" fmla="*/ 78 w 104"/>
              <ns1:gd name="T87" fmla="*/ 58 h 112"/>
              <ns1:gd name="T88" fmla="*/ 96 w 104"/>
              <ns1:gd name="T89" fmla="*/ 82 h 112"/>
              <ns1:gd name="T90" fmla="*/ 78 w 104"/>
              <ns1:gd name="T91" fmla="*/ 62 h 112"/>
              <ns1:gd name="T92" fmla="*/ 96 w 104"/>
              <ns1:gd name="T93" fmla="*/ 82 h 112"/>
              <ns1:gd name="T94" fmla="*/ 96 w 104"/>
              <ns1:gd name="T95" fmla="*/ 86 h 112"/>
              <ns1:gd name="T96" fmla="*/ 78 w 104"/>
              <ns1:gd name="T97" fmla="*/ 104 h 112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  <ns1:cxn ang="0">
                <ns1:pos x="T32" y="T33"/>
              </ns1:cxn>
              <ns1:cxn ang="0">
                <ns1:pos x="T34" y="T35"/>
              </ns1:cxn>
              <ns1:cxn ang="0">
                <ns1:pos x="T36" y="T37"/>
              </ns1:cxn>
              <ns1:cxn ang="0">
                <ns1:pos x="T38" y="T39"/>
              </ns1:cxn>
              <ns1:cxn ang="0">
                <ns1:pos x="T40" y="T41"/>
              </ns1:cxn>
              <ns1:cxn ang="0">
                <ns1:pos x="T42" y="T43"/>
              </ns1:cxn>
              <ns1:cxn ang="0">
                <ns1:pos x="T44" y="T45"/>
              </ns1:cxn>
              <ns1:cxn ang="0">
                <ns1:pos x="T46" y="T47"/>
              </ns1:cxn>
              <ns1:cxn ang="0">
                <ns1:pos x="T48" y="T49"/>
              </ns1:cxn>
              <ns1:cxn ang="0">
                <ns1:pos x="T50" y="T51"/>
              </ns1:cxn>
              <ns1:cxn ang="0">
                <ns1:pos x="T52" y="T53"/>
              </ns1:cxn>
              <ns1:cxn ang="0">
                <ns1:pos x="T54" y="T55"/>
              </ns1:cxn>
              <ns1:cxn ang="0">
                <ns1:pos x="T56" y="T57"/>
              </ns1:cxn>
              <ns1:cxn ang="0">
                <ns1:pos x="T58" y="T59"/>
              </ns1:cxn>
              <ns1:cxn ang="0">
                <ns1:pos x="T60" y="T61"/>
              </ns1:cxn>
              <ns1:cxn ang="0">
                <ns1:pos x="T62" y="T63"/>
              </ns1:cxn>
              <ns1:cxn ang="0">
                <ns1:pos x="T64" y="T65"/>
              </ns1:cxn>
              <ns1:cxn ang="0">
                <ns1:pos x="T66" y="T67"/>
              </ns1:cxn>
              <ns1:cxn ang="0">
                <ns1:pos x="T68" y="T69"/>
              </ns1:cxn>
              <ns1:cxn ang="0">
                <ns1:pos x="T70" y="T71"/>
              </ns1:cxn>
              <ns1:cxn ang="0">
                <ns1:pos x="T72" y="T73"/>
              </ns1:cxn>
              <ns1:cxn ang="0">
                <ns1:pos x="T74" y="T75"/>
              </ns1:cxn>
              <ns1:cxn ang="0">
                <ns1:pos x="T76" y="T77"/>
              </ns1:cxn>
              <ns1:cxn ang="0">
                <ns1:pos x="T78" y="T79"/>
              </ns1:cxn>
              <ns1:cxn ang="0">
                <ns1:pos x="T80" y="T81"/>
              </ns1:cxn>
              <ns1:cxn ang="0">
                <ns1:pos x="T82" y="T83"/>
              </ns1:cxn>
              <ns1:cxn ang="0">
                <ns1:pos x="T84" y="T85"/>
              </ns1:cxn>
              <ns1:cxn ang="0">
                <ns1:pos x="T86" y="T87"/>
              </ns1:cxn>
              <ns1:cxn ang="0">
                <ns1:pos x="T88" y="T89"/>
              </ns1:cxn>
              <ns1:cxn ang="0">
                <ns1:pos x="T90" y="T91"/>
              </ns1:cxn>
              <ns1:cxn ang="0">
                <ns1:pos x="T92" y="T93"/>
              </ns1:cxn>
              <ns1:cxn ang="0">
                <ns1:pos x="T94" y="T95"/>
              </ns1:cxn>
              <ns1:cxn ang="0">
                <ns1:pos x="T96" y="T97"/>
              </ns1:cxn>
            </ns1:cxnLst>
            <ns1:rect l="0" t="0" r="r" b="b"/>
            <ns1:pathLst>
              <ns1:path w="104" h="112">
                <ns1:moveTo>
                  <ns1:pt x="104" y="104"/>
                </ns1:moveTo>
                <ns1:cubicBezTo>
                  <ns1:pt x="104" y="108"/>
                  <ns1:pt x="100" y="112"/>
                  <ns1:pt x="96" y="112"/>
                </ns1:cubicBezTo>
                <ns1:cubicBezTo>
                  <ns1:pt x="8" y="112"/>
                  <ns1:pt x="8" y="112"/>
                  <ns1:pt x="8" y="112"/>
                </ns1:cubicBezTo>
                <ns1:cubicBezTo>
                  <ns1:pt x="4" y="112"/>
                  <ns1:pt x="0" y="108"/>
                  <ns1:pt x="0" y="104"/>
                </ns1:cubicBezTo>
                <ns1:cubicBezTo>
                  <ns1:pt x="0" y="24"/>
                  <ns1:pt x="0" y="24"/>
                  <ns1:pt x="0" y="24"/>
                </ns1:cubicBezTo>
                <ns1:cubicBezTo>
                  <ns1:pt x="0" y="20"/>
                  <ns1:pt x="4" y="16"/>
                  <ns1:pt x="8" y="16"/>
                </ns1:cubicBezTo>
                <ns1:cubicBezTo>
                  <ns1:pt x="16" y="16"/>
                  <ns1:pt x="16" y="16"/>
                  <ns1:pt x="16" y="16"/>
                </ns1:cubicBezTo>
                <ns1:cubicBezTo>
                  <ns1:pt x="16" y="10"/>
                  <ns1:pt x="16" y="10"/>
                  <ns1:pt x="16" y="10"/>
                </ns1:cubicBezTo>
                <ns1:cubicBezTo>
                  <ns1:pt x="16" y="5"/>
                  <ns1:pt x="21" y="0"/>
                  <ns1:pt x="26" y="0"/>
                </ns1:cubicBezTo>
                <ns1:cubicBezTo>
                  <ns1:pt x="30" y="0"/>
                  <ns1:pt x="30" y="0"/>
                  <ns1:pt x="30" y="0"/>
                </ns1:cubicBezTo>
                <ns1:cubicBezTo>
                  <ns1:pt x="36" y="0"/>
                  <ns1:pt x="40" y="5"/>
                  <ns1:pt x="40" y="10"/>
                </ns1:cubicBezTo>
                <ns1:cubicBezTo>
                  <ns1:pt x="40" y="16"/>
                  <ns1:pt x="40" y="16"/>
                  <ns1:pt x="40" y="16"/>
                </ns1:cubicBezTo>
                <ns1:cubicBezTo>
                  <ns1:pt x="64" y="16"/>
                  <ns1:pt x="64" y="16"/>
                  <ns1:pt x="64" y="16"/>
                </ns1:cubicBezTo>
                <ns1:cubicBezTo>
                  <ns1:pt x="64" y="10"/>
                  <ns1:pt x="64" y="10"/>
                  <ns1:pt x="64" y="10"/>
                </ns1:cubicBezTo>
                <ns1:cubicBezTo>
                  <ns1:pt x="64" y="5"/>
                  <ns1:pt x="69" y="0"/>
                  <ns1:pt x="74" y="0"/>
                </ns1:cubicBezTo>
                <ns1:cubicBezTo>
                  <ns1:pt x="78" y="0"/>
                  <ns1:pt x="78" y="0"/>
                  <ns1:pt x="78" y="0"/>
                </ns1:cubicBezTo>
                <ns1:cubicBezTo>
                  <ns1:pt x="84" y="0"/>
                  <ns1:pt x="88" y="5"/>
                  <ns1:pt x="88" y="10"/>
                </ns1:cubicBezTo>
                <ns1:cubicBezTo>
                  <ns1:pt x="88" y="16"/>
                  <ns1:pt x="88" y="16"/>
                  <ns1:pt x="88" y="16"/>
                </ns1:cubicBezTo>
                <ns1:cubicBezTo>
                  <ns1:pt x="96" y="16"/>
                  <ns1:pt x="96" y="16"/>
                  <ns1:pt x="96" y="16"/>
                </ns1:cubicBezTo>
                <ns1:cubicBezTo>
                  <ns1:pt x="100" y="16"/>
                  <ns1:pt x="104" y="20"/>
                  <ns1:pt x="104" y="24"/>
                </ns1:cubicBezTo>
                <ns1:lnTo>
                  <ns1:pt x="104" y="104"/>
                </ns1:lnTo>
                <ns1:close/>
                <ns1:moveTo>
                  <ns1:pt x="26" y="58"/>
                </ns1:moveTo>
                <ns1:cubicBezTo>
                  <ns1:pt x="26" y="40"/>
                  <ns1:pt x="26" y="40"/>
                  <ns1:pt x="26" y="40"/>
                </ns1:cubicBezTo>
                <ns1:cubicBezTo>
                  <ns1:pt x="8" y="40"/>
                  <ns1:pt x="8" y="40"/>
                  <ns1:pt x="8" y="40"/>
                </ns1:cubicBezTo>
                <ns1:cubicBezTo>
                  <ns1:pt x="8" y="58"/>
                  <ns1:pt x="8" y="58"/>
                  <ns1:pt x="8" y="58"/>
                </ns1:cubicBezTo>
                <ns1:lnTo>
                  <ns1:pt x="26" y="58"/>
                </ns1:lnTo>
                <ns1:close/>
                <ns1:moveTo>
                  <ns1:pt x="26" y="82"/>
                </ns1:moveTo>
                <ns1:cubicBezTo>
                  <ns1:pt x="26" y="62"/>
                  <ns1:pt x="26" y="62"/>
                  <ns1:pt x="26" y="62"/>
                </ns1:cubicBezTo>
                <ns1:cubicBezTo>
                  <ns1:pt x="8" y="62"/>
                  <ns1:pt x="8" y="62"/>
                  <ns1:pt x="8" y="62"/>
                </ns1:cubicBezTo>
                <ns1:cubicBezTo>
                  <ns1:pt x="8" y="82"/>
                  <ns1:pt x="8" y="82"/>
                  <ns1:pt x="8" y="82"/>
                </ns1:cubicBezTo>
                <ns1:lnTo>
                  <ns1:pt x="26" y="82"/>
                </ns1:lnTo>
                <ns1:close/>
                <ns1:moveTo>
                  <ns1:pt x="26" y="104"/>
                </ns1:moveTo>
                <ns1:cubicBezTo>
                  <ns1:pt x="26" y="86"/>
                  <ns1:pt x="26" y="86"/>
                  <ns1:pt x="26" y="86"/>
                </ns1:cubicBezTo>
                <ns1:cubicBezTo>
                  <ns1:pt x="8" y="86"/>
                  <ns1:pt x="8" y="86"/>
                  <ns1:pt x="8" y="86"/>
                </ns1:cubicBezTo>
                <ns1:cubicBezTo>
                  <ns1:pt x="8" y="104"/>
                  <ns1:pt x="8" y="104"/>
                  <ns1:pt x="8" y="104"/>
                </ns1:cubicBezTo>
                <ns1:lnTo>
                  <ns1:pt x="26" y="104"/>
                </ns1:lnTo>
                <ns1:close/>
                <ns1:moveTo>
                  <ns1:pt x="32" y="10"/>
                </ns1:moveTo>
                <ns1:cubicBezTo>
                  <ns1:pt x="32" y="9"/>
                  <ns1:pt x="31" y="8"/>
                  <ns1:pt x="30" y="8"/>
                </ns1:cubicBezTo>
                <ns1:cubicBezTo>
                  <ns1:pt x="26" y="8"/>
                  <ns1:pt x="26" y="8"/>
                  <ns1:pt x="26" y="8"/>
                </ns1:cubicBezTo>
                <ns1:cubicBezTo>
                  <ns1:pt x="25" y="8"/>
                  <ns1:pt x="24" y="9"/>
                  <ns1:pt x="24" y="10"/>
                </ns1:cubicBezTo>
                <ns1:cubicBezTo>
                  <ns1:pt x="24" y="28"/>
                  <ns1:pt x="24" y="28"/>
                  <ns1:pt x="24" y="28"/>
                </ns1:cubicBezTo>
                <ns1:cubicBezTo>
                  <ns1:pt x="24" y="29"/>
                  <ns1:pt x="25" y="30"/>
                  <ns1:pt x="26" y="30"/>
                </ns1:cubicBezTo>
                <ns1:cubicBezTo>
                  <ns1:pt x="30" y="30"/>
                  <ns1:pt x="30" y="30"/>
                  <ns1:pt x="30" y="30"/>
                </ns1:cubicBezTo>
                <ns1:cubicBezTo>
                  <ns1:pt x="31" y="30"/>
                  <ns1:pt x="32" y="29"/>
                  <ns1:pt x="32" y="28"/>
                </ns1:cubicBezTo>
                <ns1:lnTo>
                  <ns1:pt x="32" y="10"/>
                </ns1:lnTo>
                <ns1:close/>
                <ns1:moveTo>
                  <ns1:pt x="50" y="58"/>
                </ns1:moveTo>
                <ns1:cubicBezTo>
                  <ns1:pt x="50" y="40"/>
                  <ns1:pt x="50" y="40"/>
                  <ns1:pt x="50" y="40"/>
                </ns1:cubicBezTo>
                <ns1:cubicBezTo>
                  <ns1:pt x="30" y="40"/>
                  <ns1:pt x="30" y="40"/>
                  <ns1:pt x="30" y="40"/>
                </ns1:cubicBezTo>
                <ns1:cubicBezTo>
                  <ns1:pt x="30" y="58"/>
                  <ns1:pt x="30" y="58"/>
                  <ns1:pt x="30" y="58"/>
                </ns1:cubicBezTo>
                <ns1:lnTo>
                  <ns1:pt x="50" y="58"/>
                </ns1:lnTo>
                <ns1:close/>
                <ns1:moveTo>
                  <ns1:pt x="50" y="82"/>
                </ns1:moveTo>
                <ns1:cubicBezTo>
                  <ns1:pt x="50" y="62"/>
                  <ns1:pt x="50" y="62"/>
                  <ns1:pt x="50" y="62"/>
                </ns1:cubicBezTo>
                <ns1:cubicBezTo>
                  <ns1:pt x="30" y="62"/>
                  <ns1:pt x="30" y="62"/>
                  <ns1:pt x="30" y="62"/>
                </ns1:cubicBezTo>
                <ns1:cubicBezTo>
                  <ns1:pt x="30" y="82"/>
                  <ns1:pt x="30" y="82"/>
                  <ns1:pt x="30" y="82"/>
                </ns1:cubicBezTo>
                <ns1:lnTo>
                  <ns1:pt x="50" y="82"/>
                </ns1:lnTo>
                <ns1:close/>
                <ns1:moveTo>
                  <ns1:pt x="50" y="104"/>
                </ns1:moveTo>
                <ns1:cubicBezTo>
                  <ns1:pt x="50" y="86"/>
                  <ns1:pt x="50" y="86"/>
                  <ns1:pt x="50" y="86"/>
                </ns1:cubicBezTo>
                <ns1:cubicBezTo>
                  <ns1:pt x="30" y="86"/>
                  <ns1:pt x="30" y="86"/>
                  <ns1:pt x="30" y="86"/>
                </ns1:cubicBezTo>
                <ns1:cubicBezTo>
                  <ns1:pt x="30" y="104"/>
                  <ns1:pt x="30" y="104"/>
                  <ns1:pt x="30" y="104"/>
                </ns1:cubicBezTo>
                <ns1:lnTo>
                  <ns1:pt x="50" y="104"/>
                </ns1:lnTo>
                <ns1:close/>
                <ns1:moveTo>
                  <ns1:pt x="74" y="58"/>
                </ns1:moveTo>
                <ns1:cubicBezTo>
                  <ns1:pt x="74" y="40"/>
                  <ns1:pt x="74" y="40"/>
                  <ns1:pt x="74" y="40"/>
                </ns1:cubicBezTo>
                <ns1:cubicBezTo>
                  <ns1:pt x="54" y="40"/>
                  <ns1:pt x="54" y="40"/>
                  <ns1:pt x="54" y="40"/>
                </ns1:cubicBezTo>
                <ns1:cubicBezTo>
                  <ns1:pt x="54" y="58"/>
                  <ns1:pt x="54" y="58"/>
                  <ns1:pt x="54" y="58"/>
                </ns1:cubicBezTo>
                <ns1:lnTo>
                  <ns1:pt x="74" y="58"/>
                </ns1:lnTo>
                <ns1:close/>
                <ns1:moveTo>
                  <ns1:pt x="74" y="82"/>
                </ns1:moveTo>
                <ns1:cubicBezTo>
                  <ns1:pt x="74" y="62"/>
                  <ns1:pt x="74" y="62"/>
                  <ns1:pt x="74" y="62"/>
                </ns1:cubicBezTo>
                <ns1:cubicBezTo>
                  <ns1:pt x="54" y="62"/>
                  <ns1:pt x="54" y="62"/>
                  <ns1:pt x="54" y="62"/>
                </ns1:cubicBezTo>
                <ns1:cubicBezTo>
                  <ns1:pt x="54" y="82"/>
                  <ns1:pt x="54" y="82"/>
                  <ns1:pt x="54" y="82"/>
                </ns1:cubicBezTo>
                <ns1:lnTo>
                  <ns1:pt x="74" y="82"/>
                </ns1:lnTo>
                <ns1:close/>
                <ns1:moveTo>
                  <ns1:pt x="74" y="104"/>
                </ns1:moveTo>
                <ns1:cubicBezTo>
                  <ns1:pt x="74" y="86"/>
                  <ns1:pt x="74" y="86"/>
                  <ns1:pt x="74" y="86"/>
                </ns1:cubicBezTo>
                <ns1:cubicBezTo>
                  <ns1:pt x="54" y="86"/>
                  <ns1:pt x="54" y="86"/>
                  <ns1:pt x="54" y="86"/>
                </ns1:cubicBezTo>
                <ns1:cubicBezTo>
                  <ns1:pt x="54" y="104"/>
                  <ns1:pt x="54" y="104"/>
                  <ns1:pt x="54" y="104"/>
                </ns1:cubicBezTo>
                <ns1:lnTo>
                  <ns1:pt x="74" y="104"/>
                </ns1:lnTo>
                <ns1:close/>
                <ns1:moveTo>
                  <ns1:pt x="80" y="10"/>
                </ns1:moveTo>
                <ns1:cubicBezTo>
                  <ns1:pt x="80" y="9"/>
                  <ns1:pt x="79" y="8"/>
                  <ns1:pt x="78" y="8"/>
                </ns1:cubicBezTo>
                <ns1:cubicBezTo>
                  <ns1:pt x="74" y="8"/>
                  <ns1:pt x="74" y="8"/>
                  <ns1:pt x="74" y="8"/>
                </ns1:cubicBezTo>
                <ns1:cubicBezTo>
                  <ns1:pt x="73" y="8"/>
                  <ns1:pt x="72" y="9"/>
                  <ns1:pt x="72" y="10"/>
                </ns1:cubicBezTo>
                <ns1:cubicBezTo>
                  <ns1:pt x="72" y="28"/>
                  <ns1:pt x="72" y="28"/>
                  <ns1:pt x="72" y="28"/>
                </ns1:cubicBezTo>
                <ns1:cubicBezTo>
                  <ns1:pt x="72" y="29"/>
                  <ns1:pt x="73" y="30"/>
                  <ns1:pt x="74" y="30"/>
                </ns1:cubicBezTo>
                <ns1:cubicBezTo>
                  <ns1:pt x="78" y="30"/>
                  <ns1:pt x="78" y="30"/>
                  <ns1:pt x="78" y="30"/>
                </ns1:cubicBezTo>
                <ns1:cubicBezTo>
                  <ns1:pt x="79" y="30"/>
                  <ns1:pt x="80" y="29"/>
                  <ns1:pt x="80" y="28"/>
                </ns1:cubicBezTo>
                <ns1:lnTo>
                  <ns1:pt x="80" y="10"/>
                </ns1:lnTo>
                <ns1:close/>
                <ns1:moveTo>
                  <ns1:pt x="96" y="58"/>
                </ns1:moveTo>
                <ns1:cubicBezTo>
                  <ns1:pt x="96" y="40"/>
                  <ns1:pt x="96" y="40"/>
                  <ns1:pt x="96" y="40"/>
                </ns1:cubicBezTo>
                <ns1:cubicBezTo>
                  <ns1:pt x="78" y="40"/>
                  <ns1:pt x="78" y="40"/>
                  <ns1:pt x="78" y="40"/>
                </ns1:cubicBezTo>
                <ns1:cubicBezTo>
                  <ns1:pt x="78" y="58"/>
                  <ns1:pt x="78" y="58"/>
                  <ns1:pt x="78" y="58"/>
                </ns1:cubicBezTo>
                <ns1:lnTo>
                  <ns1:pt x="96" y="58"/>
                </ns1:lnTo>
                <ns1:close/>
                <ns1:moveTo>
                  <ns1:pt x="96" y="82"/>
                </ns1:moveTo>
                <ns1:cubicBezTo>
                  <ns1:pt x="96" y="62"/>
                  <ns1:pt x="96" y="62"/>
                  <ns1:pt x="96" y="62"/>
                </ns1:cubicBezTo>
                <ns1:cubicBezTo>
                  <ns1:pt x="78" y="62"/>
                  <ns1:pt x="78" y="62"/>
                  <ns1:pt x="78" y="62"/>
                </ns1:cubicBezTo>
                <ns1:cubicBezTo>
                  <ns1:pt x="78" y="82"/>
                  <ns1:pt x="78" y="82"/>
                  <ns1:pt x="78" y="82"/>
                </ns1:cubicBezTo>
                <ns1:lnTo>
                  <ns1:pt x="96" y="82"/>
                </ns1:lnTo>
                <ns1:close/>
                <ns1:moveTo>
                  <ns1:pt x="96" y="104"/>
                </ns1:moveTo>
                <ns1:cubicBezTo>
                  <ns1:pt x="96" y="86"/>
                  <ns1:pt x="96" y="86"/>
                  <ns1:pt x="96" y="86"/>
                </ns1:cubicBezTo>
                <ns1:cubicBezTo>
                  <ns1:pt x="78" y="86"/>
                  <ns1:pt x="78" y="86"/>
                  <ns1:pt x="78" y="86"/>
                </ns1:cubicBezTo>
                <ns1:cubicBezTo>
                  <ns1:pt x="78" y="104"/>
                  <ns1:pt x="78" y="104"/>
                  <ns1:pt x="78" y="104"/>
                </ns1:cubicBezTo>
                <ns1:lnTo>
                  <ns1:pt x="96" y="104"/>
                </ns1:lnTo>
                <ns1:close/>
              </ns1:path>
            </ns1:pathLst>
          </ns1:custGeom>
          <ns1:solidFill>
            <ns1:srgbClr val="010101"/>
          </ns1:solidFill>
          <ns1:ln>
            <ns1:noFill/>
          </ns1:ln>
          <ns1:extLst>
            <ns1:ext uri="{91240B29-F687-4F45-9708-019B960494DF}">
              <ns2:hiddenLine w="9525">
                <ns1:solidFill>
                  <ns1:srgbClr val="000000"/>
                </ns1:solidFill>
                <ns1:round/>
                <ns1:headEnd/>
                <ns1:tailEnd/>
              </ns2:hiddenLine>
            </ns1:ext>
          </ns1:extLst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en-US" sz="2700"/>
          </ns1:p>
        </ns0:txBody>
      </ns0:sp>
      <ns0:sp>
        <ns0:nvSpPr>
          <ns0:cNvPr id="118" name="Freeform 116"/>
          <ns0:cNvSpPr>
            <ns1:spLocks noEditPoints="1"/>
          </ns0:cNvSpPr>
          <ns0:nvPr/>
        </ns0:nvSpPr>
        <ns0:spPr bwMode="auto">
          <ns1:xfrm>
            <ns1:off x="10720388" y="2847976"/>
            <ns1:ext cx="420688" cy="376238"/>
          </ns1:xfrm>
          <ns1:custGeom>
            <ns1:avLst/>
            <ns1:gdLst>
              <ns1:gd name="T0" fmla="*/ 111 w 112"/>
              <ns1:gd name="T1" fmla="*/ 24 h 100"/>
              <ns1:gd name="T2" fmla="*/ 91 w 112"/>
              <ns1:gd name="T3" fmla="*/ 44 h 100"/>
              <ns1:gd name="T4" fmla="*/ 90 w 112"/>
              <ns1:gd name="T5" fmla="*/ 44 h 100"/>
              <ns1:gd name="T6" fmla="*/ 88 w 112"/>
              <ns1:gd name="T7" fmla="*/ 42 h 100"/>
              <ns1:gd name="T8" fmla="*/ 88 w 112"/>
              <ns1:gd name="T9" fmla="*/ 30 h 100"/>
              <ns1:gd name="T10" fmla="*/ 72 w 112"/>
              <ns1:gd name="T11" fmla="*/ 30 h 100"/>
              <ns1:gd name="T12" fmla="*/ 56 w 112"/>
              <ns1:gd name="T13" fmla="*/ 43 h 100"/>
              <ns1:gd name="T14" fmla="*/ 51 w 112"/>
              <ns1:gd name="T15" fmla="*/ 53 h 100"/>
              <ns1:gd name="T16" fmla="*/ 16 w 112"/>
              <ns1:gd name="T17" fmla="*/ 86 h 100"/>
              <ns1:gd name="T18" fmla="*/ 2 w 112"/>
              <ns1:gd name="T19" fmla="*/ 86 h 100"/>
              <ns1:gd name="T20" fmla="*/ 0 w 112"/>
              <ns1:gd name="T21" fmla="*/ 84 h 100"/>
              <ns1:gd name="T22" fmla="*/ 0 w 112"/>
              <ns1:gd name="T23" fmla="*/ 72 h 100"/>
              <ns1:gd name="T24" fmla="*/ 2 w 112"/>
              <ns1:gd name="T25" fmla="*/ 70 h 100"/>
              <ns1:gd name="T26" fmla="*/ 16 w 112"/>
              <ns1:gd name="T27" fmla="*/ 70 h 100"/>
              <ns1:gd name="T28" fmla="*/ 32 w 112"/>
              <ns1:gd name="T29" fmla="*/ 58 h 100"/>
              <ns1:gd name="T30" fmla="*/ 36 w 112"/>
              <ns1:gd name="T31" fmla="*/ 47 h 100"/>
              <ns1:gd name="T32" fmla="*/ 72 w 112"/>
              <ns1:gd name="T33" fmla="*/ 14 h 100"/>
              <ns1:gd name="T34" fmla="*/ 88 w 112"/>
              <ns1:gd name="T35" fmla="*/ 14 h 100"/>
              <ns1:gd name="T36" fmla="*/ 88 w 112"/>
              <ns1:gd name="T37" fmla="*/ 2 h 100"/>
              <ns1:gd name="T38" fmla="*/ 90 w 112"/>
              <ns1:gd name="T39" fmla="*/ 0 h 100"/>
              <ns1:gd name="T40" fmla="*/ 91 w 112"/>
              <ns1:gd name="T41" fmla="*/ 1 h 100"/>
              <ns1:gd name="T42" fmla="*/ 111 w 112"/>
              <ns1:gd name="T43" fmla="*/ 21 h 100"/>
              <ns1:gd name="T44" fmla="*/ 112 w 112"/>
              <ns1:gd name="T45" fmla="*/ 22 h 100"/>
              <ns1:gd name="T46" fmla="*/ 111 w 112"/>
              <ns1:gd name="T47" fmla="*/ 24 h 100"/>
              <ns1:gd name="T48" fmla="*/ 33 w 112"/>
              <ns1:gd name="T49" fmla="*/ 45 h 100"/>
              <ns1:gd name="T50" fmla="*/ 16 w 112"/>
              <ns1:gd name="T51" fmla="*/ 30 h 100"/>
              <ns1:gd name="T52" fmla="*/ 2 w 112"/>
              <ns1:gd name="T53" fmla="*/ 30 h 100"/>
              <ns1:gd name="T54" fmla="*/ 0 w 112"/>
              <ns1:gd name="T55" fmla="*/ 28 h 100"/>
              <ns1:gd name="T56" fmla="*/ 0 w 112"/>
              <ns1:gd name="T57" fmla="*/ 16 h 100"/>
              <ns1:gd name="T58" fmla="*/ 2 w 112"/>
              <ns1:gd name="T59" fmla="*/ 14 h 100"/>
              <ns1:gd name="T60" fmla="*/ 16 w 112"/>
              <ns1:gd name="T61" fmla="*/ 14 h 100"/>
              <ns1:gd name="T62" fmla="*/ 41 w 112"/>
              <ns1:gd name="T63" fmla="*/ 28 h 100"/>
              <ns1:gd name="T64" fmla="*/ 33 w 112"/>
              <ns1:gd name="T65" fmla="*/ 45 h 100"/>
              <ns1:gd name="T66" fmla="*/ 111 w 112"/>
              <ns1:gd name="T67" fmla="*/ 79 h 100"/>
              <ns1:gd name="T68" fmla="*/ 91 w 112"/>
              <ns1:gd name="T69" fmla="*/ 99 h 100"/>
              <ns1:gd name="T70" fmla="*/ 90 w 112"/>
              <ns1:gd name="T71" fmla="*/ 100 h 100"/>
              <ns1:gd name="T72" fmla="*/ 88 w 112"/>
              <ns1:gd name="T73" fmla="*/ 98 h 100"/>
              <ns1:gd name="T74" fmla="*/ 88 w 112"/>
              <ns1:gd name="T75" fmla="*/ 86 h 100"/>
              <ns1:gd name="T76" fmla="*/ 46 w 112"/>
              <ns1:gd name="T77" fmla="*/ 72 h 100"/>
              <ns1:gd name="T78" fmla="*/ 55 w 112"/>
              <ns1:gd name="T79" fmla="*/ 55 h 100"/>
              <ns1:gd name="T80" fmla="*/ 72 w 112"/>
              <ns1:gd name="T81" fmla="*/ 70 h 100"/>
              <ns1:gd name="T82" fmla="*/ 88 w 112"/>
              <ns1:gd name="T83" fmla="*/ 70 h 100"/>
              <ns1:gd name="T84" fmla="*/ 88 w 112"/>
              <ns1:gd name="T85" fmla="*/ 58 h 100"/>
              <ns1:gd name="T86" fmla="*/ 90 w 112"/>
              <ns1:gd name="T87" fmla="*/ 56 h 100"/>
              <ns1:gd name="T88" fmla="*/ 91 w 112"/>
              <ns1:gd name="T89" fmla="*/ 57 h 100"/>
              <ns1:gd name="T90" fmla="*/ 111 w 112"/>
              <ns1:gd name="T91" fmla="*/ 77 h 100"/>
              <ns1:gd name="T92" fmla="*/ 112 w 112"/>
              <ns1:gd name="T93" fmla="*/ 78 h 100"/>
              <ns1:gd name="T94" fmla="*/ 111 w 112"/>
              <ns1:gd name="T95" fmla="*/ 79 h 100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  <ns1:cxn ang="0">
                <ns1:pos x="T32" y="T33"/>
              </ns1:cxn>
              <ns1:cxn ang="0">
                <ns1:pos x="T34" y="T35"/>
              </ns1:cxn>
              <ns1:cxn ang="0">
                <ns1:pos x="T36" y="T37"/>
              </ns1:cxn>
              <ns1:cxn ang="0">
                <ns1:pos x="T38" y="T39"/>
              </ns1:cxn>
              <ns1:cxn ang="0">
                <ns1:pos x="T40" y="T41"/>
              </ns1:cxn>
              <ns1:cxn ang="0">
                <ns1:pos x="T42" y="T43"/>
              </ns1:cxn>
              <ns1:cxn ang="0">
                <ns1:pos x="T44" y="T45"/>
              </ns1:cxn>
              <ns1:cxn ang="0">
                <ns1:pos x="T46" y="T47"/>
              </ns1:cxn>
              <ns1:cxn ang="0">
                <ns1:pos x="T48" y="T49"/>
              </ns1:cxn>
              <ns1:cxn ang="0">
                <ns1:pos x="T50" y="T51"/>
              </ns1:cxn>
              <ns1:cxn ang="0">
                <ns1:pos x="T52" y="T53"/>
              </ns1:cxn>
              <ns1:cxn ang="0">
                <ns1:pos x="T54" y="T55"/>
              </ns1:cxn>
              <ns1:cxn ang="0">
                <ns1:pos x="T56" y="T57"/>
              </ns1:cxn>
              <ns1:cxn ang="0">
                <ns1:pos x="T58" y="T59"/>
              </ns1:cxn>
              <ns1:cxn ang="0">
                <ns1:pos x="T60" y="T61"/>
              </ns1:cxn>
              <ns1:cxn ang="0">
                <ns1:pos x="T62" y="T63"/>
              </ns1:cxn>
              <ns1:cxn ang="0">
                <ns1:pos x="T64" y="T65"/>
              </ns1:cxn>
              <ns1:cxn ang="0">
                <ns1:pos x="T66" y="T67"/>
              </ns1:cxn>
              <ns1:cxn ang="0">
                <ns1:pos x="T68" y="T69"/>
              </ns1:cxn>
              <ns1:cxn ang="0">
                <ns1:pos x="T70" y="T71"/>
              </ns1:cxn>
              <ns1:cxn ang="0">
                <ns1:pos x="T72" y="T73"/>
              </ns1:cxn>
              <ns1:cxn ang="0">
                <ns1:pos x="T74" y="T75"/>
              </ns1:cxn>
              <ns1:cxn ang="0">
                <ns1:pos x="T76" y="T77"/>
              </ns1:cxn>
              <ns1:cxn ang="0">
                <ns1:pos x="T78" y="T79"/>
              </ns1:cxn>
              <ns1:cxn ang="0">
                <ns1:pos x="T80" y="T81"/>
              </ns1:cxn>
              <ns1:cxn ang="0">
                <ns1:pos x="T82" y="T83"/>
              </ns1:cxn>
              <ns1:cxn ang="0">
                <ns1:pos x="T84" y="T85"/>
              </ns1:cxn>
              <ns1:cxn ang="0">
                <ns1:pos x="T86" y="T87"/>
              </ns1:cxn>
              <ns1:cxn ang="0">
                <ns1:pos x="T88" y="T89"/>
              </ns1:cxn>
              <ns1:cxn ang="0">
                <ns1:pos x="T90" y="T91"/>
              </ns1:cxn>
              <ns1:cxn ang="0">
                <ns1:pos x="T92" y="T93"/>
              </ns1:cxn>
              <ns1:cxn ang="0">
                <ns1:pos x="T94" y="T95"/>
              </ns1:cxn>
            </ns1:cxnLst>
            <ns1:rect l="0" t="0" r="r" b="b"/>
            <ns1:pathLst>
              <ns1:path w="112" h="100">
                <ns1:moveTo>
                  <ns1:pt x="111" y="24"/>
                </ns1:moveTo>
                <ns1:cubicBezTo>
                  <ns1:pt x="91" y="44"/>
                  <ns1:pt x="91" y="44"/>
                  <ns1:pt x="91" y="44"/>
                </ns1:cubicBezTo>
                <ns1:cubicBezTo>
                  <ns1:pt x="91" y="44"/>
                  <ns1:pt x="90" y="44"/>
                  <ns1:pt x="90" y="44"/>
                </ns1:cubicBezTo>
                <ns1:cubicBezTo>
                  <ns1:pt x="89" y="44"/>
                  <ns1:pt x="88" y="43"/>
                  <ns1:pt x="88" y="42"/>
                </ns1:cubicBezTo>
                <ns1:cubicBezTo>
                  <ns1:pt x="88" y="30"/>
                  <ns1:pt x="88" y="30"/>
                  <ns1:pt x="88" y="30"/>
                </ns1:cubicBezTo>
                <ns1:cubicBezTo>
                  <ns1:pt x="72" y="30"/>
                  <ns1:pt x="72" y="30"/>
                  <ns1:pt x="72" y="30"/>
                </ns1:cubicBezTo>
                <ns1:cubicBezTo>
                  <ns1:pt x="63" y="30"/>
                  <ns1:pt x="60" y="36"/>
                  <ns1:pt x="56" y="43"/>
                </ns1:cubicBezTo>
                <ns1:cubicBezTo>
                  <ns1:pt x="54" y="46"/>
                  <ns1:pt x="53" y="50"/>
                  <ns1:pt x="51" y="53"/>
                </ns1:cubicBezTo>
                <ns1:cubicBezTo>
                  <ns1:pt x="44" y="69"/>
                  <ns1:pt x="36" y="86"/>
                  <ns1:pt x="16" y="86"/>
                </ns1:cubicBezTo>
                <ns1:cubicBezTo>
                  <ns1:pt x="2" y="86"/>
                  <ns1:pt x="2" y="86"/>
                  <ns1:pt x="2" y="86"/>
                </ns1:cubicBezTo>
                <ns1:cubicBezTo>
                  <ns1:pt x="1" y="86"/>
                  <ns1:pt x="0" y="85"/>
                  <ns1:pt x="0" y="84"/>
                </ns1:cubicBezTo>
                <ns1:cubicBezTo>
                  <ns1:pt x="0" y="72"/>
                  <ns1:pt x="0" y="72"/>
                  <ns1:pt x="0" y="72"/>
                </ns1:cubicBezTo>
                <ns1:cubicBezTo>
                  <ns1:pt x="0" y="71"/>
                  <ns1:pt x="1" y="70"/>
                  <ns1:pt x="2" y="70"/>
                </ns1:cubicBezTo>
                <ns1:cubicBezTo>
                  <ns1:pt x="16" y="70"/>
                  <ns1:pt x="16" y="70"/>
                  <ns1:pt x="16" y="70"/>
                </ns1:cubicBezTo>
                <ns1:cubicBezTo>
                  <ns1:pt x="24" y="70"/>
                  <ns1:pt x="28" y="64"/>
                  <ns1:pt x="32" y="58"/>
                </ns1:cubicBezTo>
                <ns1:cubicBezTo>
                  <ns1:pt x="33" y="54"/>
                  <ns1:pt x="35" y="51"/>
                  <ns1:pt x="36" y="47"/>
                </ns1:cubicBezTo>
                <ns1:cubicBezTo>
                  <ns1:pt x="43" y="31"/>
                  <ns1:pt x="51" y="14"/>
                  <ns1:pt x="72" y="14"/>
                </ns1:cubicBezTo>
                <ns1:cubicBezTo>
                  <ns1:pt x="88" y="14"/>
                  <ns1:pt x="88" y="14"/>
                  <ns1:pt x="88" y="14"/>
                </ns1:cubicBezTo>
                <ns1:cubicBezTo>
                  <ns1:pt x="88" y="2"/>
                  <ns1:pt x="88" y="2"/>
                  <ns1:pt x="88" y="2"/>
                </ns1:cubicBezTo>
                <ns1:cubicBezTo>
                  <ns1:pt x="88" y="1"/>
                  <ns1:pt x="89" y="0"/>
                  <ns1:pt x="90" y="0"/>
                </ns1:cubicBezTo>
                <ns1:cubicBezTo>
                  <ns1:pt x="90" y="0"/>
                  <ns1:pt x="91" y="0"/>
                  <ns1:pt x="91" y="1"/>
                </ns1:cubicBezTo>
                <ns1:cubicBezTo>
                  <ns1:pt x="111" y="21"/>
                  <ns1:pt x="111" y="21"/>
                  <ns1:pt x="111" y="21"/>
                </ns1:cubicBezTo>
                <ns1:cubicBezTo>
                  <ns1:pt x="112" y="21"/>
                  <ns1:pt x="112" y="22"/>
                  <ns1:pt x="112" y="22"/>
                </ns1:cubicBezTo>
                <ns1:cubicBezTo>
                  <ns1:pt x="112" y="23"/>
                  <ns1:pt x="112" y="23"/>
                  <ns1:pt x="111" y="24"/>
                </ns1:cubicBezTo>
                <ns1:close/>
                <ns1:moveTo>
                  <ns1:pt x="33" y="45"/>
                </ns1:moveTo>
                <ns1:cubicBezTo>
                  <ns1:pt x="29" y="38"/>
                  <ns1:pt x="25" y="30"/>
                  <ns1:pt x="16" y="30"/>
                </ns1:cubicBezTo>
                <ns1:cubicBezTo>
                  <ns1:pt x="2" y="30"/>
                  <ns1:pt x="2" y="30"/>
                  <ns1:pt x="2" y="30"/>
                </ns1:cubicBezTo>
                <ns1:cubicBezTo>
                  <ns1:pt x="1" y="30"/>
                  <ns1:pt x="0" y="29"/>
                  <ns1:pt x="0" y="28"/>
                </ns1:cubicBezTo>
                <ns1:cubicBezTo>
                  <ns1:pt x="0" y="16"/>
                  <ns1:pt x="0" y="16"/>
                  <ns1:pt x="0" y="16"/>
                </ns1:cubicBezTo>
                <ns1:cubicBezTo>
                  <ns1:pt x="0" y="15"/>
                  <ns1:pt x="1" y="14"/>
                  <ns1:pt x="2" y="14"/>
                </ns1:cubicBezTo>
                <ns1:cubicBezTo>
                  <ns1:pt x="16" y="14"/>
                  <ns1:pt x="16" y="14"/>
                  <ns1:pt x="16" y="14"/>
                </ns1:cubicBezTo>
                <ns1:cubicBezTo>
                  <ns1:pt x="27" y="14"/>
                  <ns1:pt x="35" y="19"/>
                  <ns1:pt x="41" y="28"/>
                </ns1:cubicBezTo>
                <ns1:cubicBezTo>
                  <ns1:pt x="38" y="34"/>
                  <ns1:pt x="35" y="39"/>
                  <ns1:pt x="33" y="45"/>
                </ns1:cubicBezTo>
                <ns1:close/>
                <ns1:moveTo>
                  <ns1:pt x="111" y="79"/>
                </ns1:moveTo>
                <ns1:cubicBezTo>
                  <ns1:pt x="91" y="99"/>
                  <ns1:pt x="91" y="99"/>
                  <ns1:pt x="91" y="99"/>
                </ns1:cubicBezTo>
                <ns1:cubicBezTo>
                  <ns1:pt x="91" y="100"/>
                  <ns1:pt x="90" y="100"/>
                  <ns1:pt x="90" y="100"/>
                </ns1:cubicBezTo>
                <ns1:cubicBezTo>
                  <ns1:pt x="89" y="100"/>
                  <ns1:pt x="88" y="99"/>
                  <ns1:pt x="88" y="98"/>
                </ns1:cubicBezTo>
                <ns1:cubicBezTo>
                  <ns1:pt x="88" y="86"/>
                  <ns1:pt x="88" y="86"/>
                  <ns1:pt x="88" y="86"/>
                </ns1:cubicBezTo>
                <ns1:cubicBezTo>
                  <ns1:pt x="69" y="86"/>
                  <ns1:pt x="58" y="88"/>
                  <ns1:pt x="46" y="72"/>
                </ns1:cubicBezTo>
                <ns1:cubicBezTo>
                  <ns1:pt x="50" y="67"/>
                  <ns1:pt x="52" y="61"/>
                  <ns1:pt x="55" y="55"/>
                </ns1:cubicBezTo>
                <ns1:cubicBezTo>
                  <ns1:pt x="58" y="63"/>
                  <ns1:pt x="62" y="70"/>
                  <ns1:pt x="72" y="70"/>
                </ns1:cubicBezTo>
                <ns1:cubicBezTo>
                  <ns1:pt x="88" y="70"/>
                  <ns1:pt x="88" y="70"/>
                  <ns1:pt x="88" y="70"/>
                </ns1:cubicBezTo>
                <ns1:cubicBezTo>
                  <ns1:pt x="88" y="58"/>
                  <ns1:pt x="88" y="58"/>
                  <ns1:pt x="88" y="58"/>
                </ns1:cubicBezTo>
                <ns1:cubicBezTo>
                  <ns1:pt x="88" y="57"/>
                  <ns1:pt x="89" y="56"/>
                  <ns1:pt x="90" y="56"/>
                </ns1:cubicBezTo>
                <ns1:cubicBezTo>
                  <ns1:pt x="90" y="56"/>
                  <ns1:pt x="91" y="56"/>
                  <ns1:pt x="91" y="57"/>
                </ns1:cubicBezTo>
                <ns1:cubicBezTo>
                  <ns1:pt x="111" y="77"/>
                  <ns1:pt x="111" y="77"/>
                  <ns1:pt x="111" y="77"/>
                </ns1:cubicBezTo>
                <ns1:cubicBezTo>
                  <ns1:pt x="112" y="77"/>
                  <ns1:pt x="112" y="78"/>
                  <ns1:pt x="112" y="78"/>
                </ns1:cubicBezTo>
                <ns1:cubicBezTo>
                  <ns1:pt x="112" y="79"/>
                  <ns1:pt x="112" y="79"/>
                  <ns1:pt x="111" y="79"/>
                </ns1:cubicBezTo>
                <ns1:close/>
              </ns1:path>
            </ns1:pathLst>
          </ns1:custGeom>
          <ns1:solidFill>
            <ns1:srgbClr val="010101"/>
          </ns1:solidFill>
          <ns1:ln>
            <ns1:noFill/>
          </ns1:ln>
          <ns1:extLst>
            <ns1:ext uri="{91240B29-F687-4F45-9708-019B960494DF}">
              <ns2:hiddenLine w="9525">
                <ns1:solidFill>
                  <ns1:srgbClr val="000000"/>
                </ns1:solidFill>
                <ns1:round/>
                <ns1:headEnd/>
                <ns1:tailEnd/>
              </ns2:hiddenLine>
            </ns1:ext>
          </ns1:extLst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en-US" sz="2700"/>
          </ns1:p>
        </ns0:txBody>
      </ns0:sp>
      <ns0:sp>
        <ns0:nvSpPr>
          <ns0:cNvPr id="119" name="Freeform 117"/>
          <ns0:cNvSpPr>
            <ns1:spLocks/>
          </ns0:cNvSpPr>
          <ns0:nvPr/>
        </ns0:nvSpPr>
        <ns0:spPr bwMode="auto">
          <ns1:xfrm>
            <ns1:off x="1039813" y="3648076"/>
            <ns1:ext cx="420688" cy="361950"/>
          </ns1:xfrm>
          <ns1:custGeom>
            <ns1:avLst/>
            <ns1:gdLst>
              <ns1:gd name="T0" fmla="*/ 56 w 112"/>
              <ns1:gd name="T1" fmla="*/ 80 h 96"/>
              <ns1:gd name="T2" fmla="*/ 47 w 112"/>
              <ns1:gd name="T3" fmla="*/ 79 h 96"/>
              <ns1:gd name="T4" fmla="*/ 18 w 112"/>
              <ns1:gd name="T5" fmla="*/ 95 h 96"/>
              <ns1:gd name="T6" fmla="*/ 11 w 112"/>
              <ns1:gd name="T7" fmla="*/ 96 h 96"/>
              <ns1:gd name="T8" fmla="*/ 8 w 112"/>
              <ns1:gd name="T9" fmla="*/ 94 h 96"/>
              <ns1:gd name="T10" fmla="*/ 8 w 112"/>
              <ns1:gd name="T11" fmla="*/ 93 h 96"/>
              <ns1:gd name="T12" fmla="*/ 9 w 112"/>
              <ns1:gd name="T13" fmla="*/ 90 h 96"/>
              <ns1:gd name="T14" fmla="*/ 21 w 112"/>
              <ns1:gd name="T15" fmla="*/ 71 h 96"/>
              <ns1:gd name="T16" fmla="*/ 0 w 112"/>
              <ns1:gd name="T17" fmla="*/ 40 h 96"/>
              <ns1:gd name="T18" fmla="*/ 56 w 112"/>
              <ns1:gd name="T19" fmla="*/ 0 h 96"/>
              <ns1:gd name="T20" fmla="*/ 112 w 112"/>
              <ns1:gd name="T21" fmla="*/ 40 h 96"/>
              <ns1:gd name="T22" fmla="*/ 56 w 112"/>
              <ns1:gd name="T23" fmla="*/ 80 h 96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</ns1:cxnLst>
            <ns1:rect l="0" t="0" r="r" b="b"/>
            <ns1:pathLst>
              <ns1:path w="112" h="96">
                <ns1:moveTo>
                  <ns1:pt x="56" y="80"/>
                </ns1:moveTo>
                <ns1:cubicBezTo>
                  <ns1:pt x="53" y="80"/>
                  <ns1:pt x="49" y="80"/>
                  <ns1:pt x="47" y="79"/>
                </ns1:cubicBezTo>
                <ns1:cubicBezTo>
                  <ns1:pt x="38" y="87"/>
                  <ns1:pt x="29" y="92"/>
                  <ns1:pt x="18" y="95"/>
                </ns1:cubicBezTo>
                <ns1:cubicBezTo>
                  <ns1:pt x="16" y="95"/>
                  <ns1:pt x="13" y="96"/>
                  <ns1:pt x="11" y="96"/>
                </ns1:cubicBezTo>
                <ns1:cubicBezTo>
                  <ns1:pt x="9" y="96"/>
                  <ns1:pt x="8" y="95"/>
                  <ns1:pt x="8" y="94"/>
                </ns1:cubicBezTo>
                <ns1:cubicBezTo>
                  <ns1:pt x="8" y="93"/>
                  <ns1:pt x="8" y="93"/>
                  <ns1:pt x="8" y="93"/>
                </ns1:cubicBezTo>
                <ns1:cubicBezTo>
                  <ns1:pt x="7" y="92"/>
                  <ns1:pt x="8" y="91"/>
                  <ns1:pt x="9" y="90"/>
                </ns1:cubicBezTo>
                <ns1:cubicBezTo>
                  <ns1:pt x="13" y="85"/>
                  <ns1:pt x="18" y="82"/>
                  <ns1:pt x="21" y="71"/>
                </ns1:cubicBezTo>
                <ns1:cubicBezTo>
                  <ns1:pt x="8" y="64"/>
                  <ns1:pt x="0" y="53"/>
                  <ns1:pt x="0" y="40"/>
                </ns1:cubicBezTo>
                <ns1:cubicBezTo>
                  <ns1:pt x="0" y="18"/>
                  <ns1:pt x="25" y="0"/>
                  <ns1:pt x="56" y="0"/>
                </ns1:cubicBezTo>
                <ns1:cubicBezTo>
                  <ns1:pt x="87" y="0"/>
                  <ns1:pt x="112" y="18"/>
                  <ns1:pt x="112" y="40"/>
                </ns1:cubicBezTo>
                <ns1:cubicBezTo>
                  <ns1:pt x="112" y="62"/>
                  <ns1:pt x="87" y="80"/>
                  <ns1:pt x="56" y="80"/>
                </ns1:cubicBezTo>
                <ns1:close/>
              </ns1:path>
            </ns1:pathLst>
          </ns1:custGeom>
          <ns1:solidFill>
            <ns1:srgbClr val="010101"/>
          </ns1:solidFill>
          <ns1:ln>
            <ns1:noFill/>
          </ns1:ln>
          <ns1:extLst>
            <ns1:ext uri="{91240B29-F687-4F45-9708-019B960494DF}">
              <ns2:hiddenLine w="9525">
                <ns1:solidFill>
                  <ns1:srgbClr val="000000"/>
                </ns1:solidFill>
                <ns1:round/>
                <ns1:headEnd/>
                <ns1:tailEnd/>
              </ns2:hiddenLine>
            </ns1:ext>
          </ns1:extLst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en-US" sz="2700"/>
          </ns1:p>
        </ns0:txBody>
      </ns0:sp>
      <ns0:sp>
        <ns0:nvSpPr>
          <ns0:cNvPr id="120" name="Freeform 118"/>
          <ns0:cNvSpPr>
            <ns1:spLocks noEditPoints="1"/>
          </ns0:cNvSpPr>
          <ns0:nvPr/>
        </ns0:nvSpPr>
        <ns0:spPr bwMode="auto">
          <ns1:xfrm>
            <ns1:off x="1700214" y="3648076"/>
            <ns1:ext cx="390525" cy="331788"/>
          </ns1:xfrm>
          <ns1:custGeom>
            <ns1:avLst/>
            <ns1:gdLst>
              <ns1:gd name="T0" fmla="*/ 104 w 104"/>
              <ns1:gd name="T1" fmla="*/ 44 h 88"/>
              <ns1:gd name="T2" fmla="*/ 100 w 104"/>
              <ns1:gd name="T3" fmla="*/ 48 h 88"/>
              <ns1:gd name="T4" fmla="*/ 35 w 104"/>
              <ns1:gd name="T5" fmla="*/ 56 h 88"/>
              <ns1:gd name="T6" fmla="*/ 36 w 104"/>
              <ns1:gd name="T7" fmla="*/ 60 h 88"/>
              <ns1:gd name="T8" fmla="*/ 34 w 104"/>
              <ns1:gd name="T9" fmla="*/ 64 h 88"/>
              <ns1:gd name="T10" fmla="*/ 92 w 104"/>
              <ns1:gd name="T11" fmla="*/ 64 h 88"/>
              <ns1:gd name="T12" fmla="*/ 96 w 104"/>
              <ns1:gd name="T13" fmla="*/ 68 h 88"/>
              <ns1:gd name="T14" fmla="*/ 92 w 104"/>
              <ns1:gd name="T15" fmla="*/ 72 h 88"/>
              <ns1:gd name="T16" fmla="*/ 28 w 104"/>
              <ns1:gd name="T17" fmla="*/ 72 h 88"/>
              <ns1:gd name="T18" fmla="*/ 24 w 104"/>
              <ns1:gd name="T19" fmla="*/ 68 h 88"/>
              <ns1:gd name="T20" fmla="*/ 28 w 104"/>
              <ns1:gd name="T21" fmla="*/ 59 h 88"/>
              <ns1:gd name="T22" fmla="*/ 17 w 104"/>
              <ns1:gd name="T23" fmla="*/ 8 h 88"/>
              <ns1:gd name="T24" fmla="*/ 4 w 104"/>
              <ns1:gd name="T25" fmla="*/ 8 h 88"/>
              <ns1:gd name="T26" fmla="*/ 0 w 104"/>
              <ns1:gd name="T27" fmla="*/ 4 h 88"/>
              <ns1:gd name="T28" fmla="*/ 4 w 104"/>
              <ns1:gd name="T29" fmla="*/ 0 h 88"/>
              <ns1:gd name="T30" fmla="*/ 20 w 104"/>
              <ns1:gd name="T31" fmla="*/ 0 h 88"/>
              <ns1:gd name="T32" fmla="*/ 25 w 104"/>
              <ns1:gd name="T33" fmla="*/ 8 h 88"/>
              <ns1:gd name="T34" fmla="*/ 100 w 104"/>
              <ns1:gd name="T35" fmla="*/ 8 h 88"/>
              <ns1:gd name="T36" fmla="*/ 104 w 104"/>
              <ns1:gd name="T37" fmla="*/ 12 h 88"/>
              <ns1:gd name="T38" fmla="*/ 104 w 104"/>
              <ns1:gd name="T39" fmla="*/ 44 h 88"/>
              <ns1:gd name="T40" fmla="*/ 32 w 104"/>
              <ns1:gd name="T41" fmla="*/ 88 h 88"/>
              <ns1:gd name="T42" fmla="*/ 24 w 104"/>
              <ns1:gd name="T43" fmla="*/ 80 h 88"/>
              <ns1:gd name="T44" fmla="*/ 32 w 104"/>
              <ns1:gd name="T45" fmla="*/ 72 h 88"/>
              <ns1:gd name="T46" fmla="*/ 40 w 104"/>
              <ns1:gd name="T47" fmla="*/ 80 h 88"/>
              <ns1:gd name="T48" fmla="*/ 32 w 104"/>
              <ns1:gd name="T49" fmla="*/ 88 h 88"/>
              <ns1:gd name="T50" fmla="*/ 88 w 104"/>
              <ns1:gd name="T51" fmla="*/ 88 h 88"/>
              <ns1:gd name="T52" fmla="*/ 80 w 104"/>
              <ns1:gd name="T53" fmla="*/ 80 h 88"/>
              <ns1:gd name="T54" fmla="*/ 88 w 104"/>
              <ns1:gd name="T55" fmla="*/ 72 h 88"/>
              <ns1:gd name="T56" fmla="*/ 96 w 104"/>
              <ns1:gd name="T57" fmla="*/ 80 h 88"/>
              <ns1:gd name="T58" fmla="*/ 88 w 104"/>
              <ns1:gd name="T59" fmla="*/ 88 h 88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  <ns1:cxn ang="0">
                <ns1:pos x="T32" y="T33"/>
              </ns1:cxn>
              <ns1:cxn ang="0">
                <ns1:pos x="T34" y="T35"/>
              </ns1:cxn>
              <ns1:cxn ang="0">
                <ns1:pos x="T36" y="T37"/>
              </ns1:cxn>
              <ns1:cxn ang="0">
                <ns1:pos x="T38" y="T39"/>
              </ns1:cxn>
              <ns1:cxn ang="0">
                <ns1:pos x="T40" y="T41"/>
              </ns1:cxn>
              <ns1:cxn ang="0">
                <ns1:pos x="T42" y="T43"/>
              </ns1:cxn>
              <ns1:cxn ang="0">
                <ns1:pos x="T44" y="T45"/>
              </ns1:cxn>
              <ns1:cxn ang="0">
                <ns1:pos x="T46" y="T47"/>
              </ns1:cxn>
              <ns1:cxn ang="0">
                <ns1:pos x="T48" y="T49"/>
              </ns1:cxn>
              <ns1:cxn ang="0">
                <ns1:pos x="T50" y="T51"/>
              </ns1:cxn>
              <ns1:cxn ang="0">
                <ns1:pos x="T52" y="T53"/>
              </ns1:cxn>
              <ns1:cxn ang="0">
                <ns1:pos x="T54" y="T55"/>
              </ns1:cxn>
              <ns1:cxn ang="0">
                <ns1:pos x="T56" y="T57"/>
              </ns1:cxn>
              <ns1:cxn ang="0">
                <ns1:pos x="T58" y="T59"/>
              </ns1:cxn>
            </ns1:cxnLst>
            <ns1:rect l="0" t="0" r="r" b="b"/>
            <ns1:pathLst>
              <ns1:path w="104" h="88">
                <ns1:moveTo>
                  <ns1:pt x="104" y="44"/>
                </ns1:moveTo>
                <ns1:cubicBezTo>
                  <ns1:pt x="104" y="46"/>
                  <ns1:pt x="102" y="48"/>
                  <ns1:pt x="100" y="48"/>
                </ns1:cubicBezTo>
                <ns1:cubicBezTo>
                  <ns1:pt x="35" y="56"/>
                  <ns1:pt x="35" y="56"/>
                  <ns1:pt x="35" y="56"/>
                </ns1:cubicBezTo>
                <ns1:cubicBezTo>
                  <ns1:pt x="35" y="57"/>
                  <ns1:pt x="36" y="58"/>
                  <ns1:pt x="36" y="60"/>
                </ns1:cubicBezTo>
                <ns1:cubicBezTo>
                  <ns1:pt x="36" y="61"/>
                  <ns1:pt x="35" y="63"/>
                  <ns1:pt x="34" y="64"/>
                </ns1:cubicBezTo>
                <ns1:cubicBezTo>
                  <ns1:pt x="92" y="64"/>
                  <ns1:pt x="92" y="64"/>
                  <ns1:pt x="92" y="64"/>
                </ns1:cubicBezTo>
                <ns1:cubicBezTo>
                  <ns1:pt x="94" y="64"/>
                  <ns1:pt x="96" y="66"/>
                  <ns1:pt x="96" y="68"/>
                </ns1:cubicBezTo>
                <ns1:cubicBezTo>
                  <ns1:pt x="96" y="70"/>
                  <ns1:pt x="94" y="72"/>
                  <ns1:pt x="92" y="72"/>
                </ns1:cubicBezTo>
                <ns1:cubicBezTo>
                  <ns1:pt x="28" y="72"/>
                  <ns1:pt x="28" y="72"/>
                  <ns1:pt x="28" y="72"/>
                </ns1:cubicBezTo>
                <ns1:cubicBezTo>
                  <ns1:pt x="26" y="72"/>
                  <ns1:pt x="24" y="70"/>
                  <ns1:pt x="24" y="68"/>
                </ns1:cubicBezTo>
                <ns1:cubicBezTo>
                  <ns1:pt x="24" y="66"/>
                  <ns1:pt x="27" y="61"/>
                  <ns1:pt x="28" y="59"/>
                </ns1:cubicBezTo>
                <ns1:cubicBezTo>
                  <ns1:pt x="17" y="8"/>
                  <ns1:pt x="17" y="8"/>
                  <ns1:pt x="17" y="8"/>
                </ns1:cubicBezTo>
                <ns1:cubicBezTo>
                  <ns1:pt x="4" y="8"/>
                  <ns1:pt x="4" y="8"/>
                  <ns1:pt x="4" y="8"/>
                </ns1:cubicBezTo>
                <ns1:cubicBezTo>
                  <ns1:pt x="2" y="8"/>
                  <ns1:pt x="0" y="6"/>
                  <ns1:pt x="0" y="4"/>
                </ns1:cubicBezTo>
                <ns1:cubicBezTo>
                  <ns1:pt x="0" y="2"/>
                  <ns1:pt x="2" y="0"/>
                  <ns1:pt x="4" y="0"/>
                </ns1:cubicBezTo>
                <ns1:cubicBezTo>
                  <ns1:pt x="20" y="0"/>
                  <ns1:pt x="20" y="0"/>
                  <ns1:pt x="20" y="0"/>
                </ns1:cubicBezTo>
                <ns1:cubicBezTo>
                  <ns1:pt x="24" y="0"/>
                  <ns1:pt x="24" y="5"/>
                  <ns1:pt x="25" y="8"/>
                </ns1:cubicBezTo>
                <ns1:cubicBezTo>
                  <ns1:pt x="100" y="8"/>
                  <ns1:pt x="100" y="8"/>
                  <ns1:pt x="100" y="8"/>
                </ns1:cubicBezTo>
                <ns1:cubicBezTo>
                  <ns1:pt x="102" y="8"/>
                  <ns1:pt x="104" y="10"/>
                  <ns1:pt x="104" y="12"/>
                </ns1:cubicBezTo>
                <ns1:lnTo>
                  <ns1:pt x="104" y="44"/>
                </ns1:lnTo>
                <ns1:close/>
                <ns1:moveTo>
                  <ns1:pt x="32" y="88"/>
                </ns1:moveTo>
                <ns1:cubicBezTo>
                  <ns1:pt x="28" y="88"/>
                  <ns1:pt x="24" y="84"/>
                  <ns1:pt x="24" y="80"/>
                </ns1:cubicBezTo>
                <ns1:cubicBezTo>
                  <ns1:pt x="24" y="76"/>
                  <ns1:pt x="28" y="72"/>
                  <ns1:pt x="32" y="72"/>
                </ns1:cubicBezTo>
                <ns1:cubicBezTo>
                  <ns1:pt x="36" y="72"/>
                  <ns1:pt x="40" y="76"/>
                  <ns1:pt x="40" y="80"/>
                </ns1:cubicBezTo>
                <ns1:cubicBezTo>
                  <ns1:pt x="40" y="84"/>
                  <ns1:pt x="36" y="88"/>
                  <ns1:pt x="32" y="88"/>
                </ns1:cubicBezTo>
                <ns1:close/>
                <ns1:moveTo>
                  <ns1:pt x="88" y="88"/>
                </ns1:moveTo>
                <ns1:cubicBezTo>
                  <ns1:pt x="83" y="88"/>
                  <ns1:pt x="80" y="84"/>
                  <ns1:pt x="80" y="80"/>
                </ns1:cubicBezTo>
                <ns1:cubicBezTo>
                  <ns1:pt x="80" y="76"/>
                  <ns1:pt x="83" y="72"/>
                  <ns1:pt x="88" y="72"/>
                </ns1:cubicBezTo>
                <ns1:cubicBezTo>
                  <ns1:pt x="92" y="72"/>
                  <ns1:pt x="96" y="76"/>
                  <ns1:pt x="96" y="80"/>
                </ns1:cubicBezTo>
                <ns1:cubicBezTo>
                  <ns1:pt x="96" y="84"/>
                  <ns1:pt x="92" y="88"/>
                  <ns1:pt x="88" y="88"/>
                </ns1:cubicBezTo>
                <ns1:close/>
              </ns1:path>
            </ns1:pathLst>
          </ns1:custGeom>
          <ns1:solidFill>
            <ns1:srgbClr val="010101"/>
          </ns1:solidFill>
          <ns1:ln>
            <ns1:noFill/>
          </ns1:ln>
          <ns1:extLst>
            <ns1:ext uri="{91240B29-F687-4F45-9708-019B960494DF}">
              <ns2:hiddenLine w="9525">
                <ns1:solidFill>
                  <ns1:srgbClr val="000000"/>
                </ns1:solidFill>
                <ns1:round/>
                <ns1:headEnd/>
                <ns1:tailEnd/>
              </ns2:hiddenLine>
            </ns1:ext>
          </ns1:extLst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en-US" sz="2700"/>
          </ns1:p>
        </ns0:txBody>
      </ns0:sp>
      <ns0:sp>
        <ns0:nvSpPr>
          <ns0:cNvPr id="121" name="Freeform 119"/>
          <ns0:cNvSpPr>
            <ns1:spLocks/>
          </ns0:cNvSpPr>
          <ns0:nvPr/>
        </ns0:nvSpPr>
        <ns0:spPr bwMode="auto">
          <ns1:xfrm>
            <ns1:off x="2346327" y="3619501"/>
            <ns1:ext cx="390525" cy="330200"/>
          </ns1:xfrm>
          <ns1:custGeom>
            <ns1:avLst/>
            <ns1:gdLst>
              <ns1:gd name="T0" fmla="*/ 104 w 104"/>
              <ns1:gd name="T1" fmla="*/ 74 h 88"/>
              <ns1:gd name="T2" fmla="*/ 90 w 104"/>
              <ns1:gd name="T3" fmla="*/ 88 h 88"/>
              <ns1:gd name="T4" fmla="*/ 14 w 104"/>
              <ns1:gd name="T5" fmla="*/ 88 h 88"/>
              <ns1:gd name="T6" fmla="*/ 0 w 104"/>
              <ns1:gd name="T7" fmla="*/ 74 h 88"/>
              <ns1:gd name="T8" fmla="*/ 0 w 104"/>
              <ns1:gd name="T9" fmla="*/ 14 h 88"/>
              <ns1:gd name="T10" fmla="*/ 14 w 104"/>
              <ns1:gd name="T11" fmla="*/ 0 h 88"/>
              <ns1:gd name="T12" fmla="*/ 34 w 104"/>
              <ns1:gd name="T13" fmla="*/ 0 h 88"/>
              <ns1:gd name="T14" fmla="*/ 48 w 104"/>
              <ns1:gd name="T15" fmla="*/ 14 h 88"/>
              <ns1:gd name="T16" fmla="*/ 48 w 104"/>
              <ns1:gd name="T17" fmla="*/ 16 h 88"/>
              <ns1:gd name="T18" fmla="*/ 90 w 104"/>
              <ns1:gd name="T19" fmla="*/ 16 h 88"/>
              <ns1:gd name="T20" fmla="*/ 104 w 104"/>
              <ns1:gd name="T21" fmla="*/ 30 h 88"/>
              <ns1:gd name="T22" fmla="*/ 104 w 104"/>
              <ns1:gd name="T23" fmla="*/ 74 h 88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</ns1:cxnLst>
            <ns1:rect l="0" t="0" r="r" b="b"/>
            <ns1:pathLst>
              <ns1:path w="104" h="88">
                <ns1:moveTo>
                  <ns1:pt x="104" y="74"/>
                </ns1:moveTo>
                <ns1:cubicBezTo>
                  <ns1:pt x="104" y="82"/>
                  <ns1:pt x="97" y="88"/>
                  <ns1:pt x="90" y="88"/>
                </ns1:cubicBezTo>
                <ns1:cubicBezTo>
                  <ns1:pt x="14" y="88"/>
                  <ns1:pt x="14" y="88"/>
                  <ns1:pt x="14" y="88"/>
                </ns1:cubicBezTo>
                <ns1:cubicBezTo>
                  <ns1:pt x="6" y="88"/>
                  <ns1:pt x="0" y="82"/>
                  <ns1:pt x="0" y="74"/>
                </ns1:cubicBezTo>
                <ns1:cubicBezTo>
                  <ns1:pt x="0" y="14"/>
                  <ns1:pt x="0" y="14"/>
                  <ns1:pt x="0" y="14"/>
                </ns1:cubicBezTo>
                <ns1:cubicBezTo>
                  <ns1:pt x="0" y="6"/>
                  <ns1:pt x="6" y="0"/>
                  <ns1:pt x="14" y="0"/>
                </ns1:cubicBezTo>
                <ns1:cubicBezTo>
                  <ns1:pt x="34" y="0"/>
                  <ns1:pt x="34" y="0"/>
                  <ns1:pt x="34" y="0"/>
                </ns1:cubicBezTo>
                <ns1:cubicBezTo>
                  <ns1:pt x="42" y="0"/>
                  <ns1:pt x="48" y="6"/>
                  <ns1:pt x="48" y="14"/>
                </ns1:cubicBezTo>
                <ns1:cubicBezTo>
                  <ns1:pt x="48" y="16"/>
                  <ns1:pt x="48" y="16"/>
                  <ns1:pt x="48" y="16"/>
                </ns1:cubicBezTo>
                <ns1:cubicBezTo>
                  <ns1:pt x="90" y="16"/>
                  <ns1:pt x="90" y="16"/>
                  <ns1:pt x="90" y="16"/>
                </ns1:cubicBezTo>
                <ns1:cubicBezTo>
                  <ns1:pt x="97" y="16"/>
                  <ns1:pt x="104" y="22"/>
                  <ns1:pt x="104" y="30"/>
                </ns1:cubicBezTo>
                <ns1:lnTo>
                  <ns1:pt x="104" y="74"/>
                </ns1:lnTo>
                <ns1:close/>
              </ns1:path>
            </ns1:pathLst>
          </ns1:custGeom>
          <ns1:solidFill>
            <ns1:srgbClr val="010101"/>
          </ns1:solidFill>
          <ns1:ln>
            <ns1:noFill/>
          </ns1:ln>
          <ns1:extLst>
            <ns1:ext uri="{91240B29-F687-4F45-9708-019B960494DF}">
              <ns2:hiddenLine w="9525">
                <ns1:solidFill>
                  <ns1:srgbClr val="000000"/>
                </ns1:solidFill>
                <ns1:round/>
                <ns1:headEnd/>
                <ns1:tailEnd/>
              </ns2:hiddenLine>
            </ns1:ext>
          </ns1:extLst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en-US" sz="2700"/>
          </ns1:p>
        </ns0:txBody>
      </ns0:sp>
      <ns0:sp>
        <ns0:nvSpPr>
          <ns0:cNvPr id="122" name="Freeform 120"/>
          <ns0:cNvSpPr>
            <ns1:spLocks noEditPoints="1"/>
          </ns0:cNvSpPr>
          <ns0:nvPr/>
        </ns0:nvSpPr>
        <ns0:spPr bwMode="auto">
          <ns1:xfrm>
            <ns1:off x="2962276" y="3619501"/>
            <ns1:ext cx="438150" cy="330200"/>
          </ns1:xfrm>
          <ns1:custGeom>
            <ns1:avLst/>
            <ns1:gdLst>
              <ns1:gd name="T0" fmla="*/ 96 w 117"/>
              <ns1:gd name="T1" fmla="*/ 40 h 88"/>
              <ns1:gd name="T2" fmla="*/ 44 w 117"/>
              <ns1:gd name="T3" fmla="*/ 40 h 88"/>
              <ns1:gd name="T4" fmla="*/ 21 w 117"/>
              <ns1:gd name="T5" fmla="*/ 50 h 88"/>
              <ns1:gd name="T6" fmla="*/ 0 w 117"/>
              <ns1:gd name="T7" fmla="*/ 75 h 88"/>
              <ns1:gd name="T8" fmla="*/ 0 w 117"/>
              <ns1:gd name="T9" fmla="*/ 76 h 88"/>
              <ns1:gd name="T10" fmla="*/ 0 w 117"/>
              <ns1:gd name="T11" fmla="*/ 74 h 88"/>
              <ns1:gd name="T12" fmla="*/ 0 w 117"/>
              <ns1:gd name="T13" fmla="*/ 14 h 88"/>
              <ns1:gd name="T14" fmla="*/ 14 w 117"/>
              <ns1:gd name="T15" fmla="*/ 0 h 88"/>
              <ns1:gd name="T16" fmla="*/ 34 w 117"/>
              <ns1:gd name="T17" fmla="*/ 0 h 88"/>
              <ns1:gd name="T18" fmla="*/ 48 w 117"/>
              <ns1:gd name="T19" fmla="*/ 14 h 88"/>
              <ns1:gd name="T20" fmla="*/ 48 w 117"/>
              <ns1:gd name="T21" fmla="*/ 16 h 88"/>
              <ns1:gd name="T22" fmla="*/ 82 w 117"/>
              <ns1:gd name="T23" fmla="*/ 16 h 88"/>
              <ns1:gd name="T24" fmla="*/ 96 w 117"/>
              <ns1:gd name="T25" fmla="*/ 30 h 88"/>
              <ns1:gd name="T26" fmla="*/ 96 w 117"/>
              <ns1:gd name="T27" fmla="*/ 40 h 88"/>
              <ns1:gd name="T28" fmla="*/ 115 w 117"/>
              <ns1:gd name="T29" fmla="*/ 56 h 88"/>
              <ns1:gd name="T30" fmla="*/ 94 w 117"/>
              <ns1:gd name="T31" fmla="*/ 80 h 88"/>
              <ns1:gd name="T32" fmla="*/ 78 w 117"/>
              <ns1:gd name="T33" fmla="*/ 88 h 88"/>
              <ns1:gd name="T34" fmla="*/ 10 w 117"/>
              <ns1:gd name="T35" fmla="*/ 88 h 88"/>
              <ns1:gd name="T36" fmla="*/ 4 w 117"/>
              <ns1:gd name="T37" fmla="*/ 84 h 88"/>
              <ns1:gd name="T38" fmla="*/ 6 w 117"/>
              <ns1:gd name="T39" fmla="*/ 80 h 88"/>
              <ns1:gd name="T40" fmla="*/ 27 w 117"/>
              <ns1:gd name="T41" fmla="*/ 56 h 88"/>
              <ns1:gd name="T42" fmla="*/ 44 w 117"/>
              <ns1:gd name="T43" fmla="*/ 48 h 88"/>
              <ns1:gd name="T44" fmla="*/ 112 w 117"/>
              <ns1:gd name="T45" fmla="*/ 48 h 88"/>
              <ns1:gd name="T46" fmla="*/ 117 w 117"/>
              <ns1:gd name="T47" fmla="*/ 51 h 88"/>
              <ns1:gd name="T48" fmla="*/ 115 w 117"/>
              <ns1:gd name="T49" fmla="*/ 56 h 88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  <ns1:cxn ang="0">
                <ns1:pos x="T32" y="T33"/>
              </ns1:cxn>
              <ns1:cxn ang="0">
                <ns1:pos x="T34" y="T35"/>
              </ns1:cxn>
              <ns1:cxn ang="0">
                <ns1:pos x="T36" y="T37"/>
              </ns1:cxn>
              <ns1:cxn ang="0">
                <ns1:pos x="T38" y="T39"/>
              </ns1:cxn>
              <ns1:cxn ang="0">
                <ns1:pos x="T40" y="T41"/>
              </ns1:cxn>
              <ns1:cxn ang="0">
                <ns1:pos x="T42" y="T43"/>
              </ns1:cxn>
              <ns1:cxn ang="0">
                <ns1:pos x="T44" y="T45"/>
              </ns1:cxn>
              <ns1:cxn ang="0">
                <ns1:pos x="T46" y="T47"/>
              </ns1:cxn>
              <ns1:cxn ang="0">
                <ns1:pos x="T48" y="T49"/>
              </ns1:cxn>
            </ns1:cxnLst>
            <ns1:rect l="0" t="0" r="r" b="b"/>
            <ns1:pathLst>
              <ns1:path w="117" h="88">
                <ns1:moveTo>
                  <ns1:pt x="96" y="40"/>
                </ns1:moveTo>
                <ns1:cubicBezTo>
                  <ns1:pt x="44" y="40"/>
                  <ns1:pt x="44" y="40"/>
                  <ns1:pt x="44" y="40"/>
                </ns1:cubicBezTo>
                <ns1:cubicBezTo>
                  <ns1:pt x="36" y="40"/>
                  <ns1:pt x="26" y="44"/>
                  <ns1:pt x="21" y="50"/>
                </ns1:cubicBezTo>
                <ns1:cubicBezTo>
                  <ns1:pt x="0" y="75"/>
                  <ns1:pt x="0" y="75"/>
                  <ns1:pt x="0" y="75"/>
                </ns1:cubicBezTo>
                <ns1:cubicBezTo>
                  <ns1:pt x="0" y="76"/>
                  <ns1:pt x="0" y="76"/>
                  <ns1:pt x="0" y="76"/>
                </ns1:cubicBezTo>
                <ns1:cubicBezTo>
                  <ns1:pt x="0" y="75"/>
                  <ns1:pt x="0" y="74"/>
                  <ns1:pt x="0" y="74"/>
                </ns1:cubicBezTo>
                <ns1:cubicBezTo>
                  <ns1:pt x="0" y="14"/>
                  <ns1:pt x="0" y="14"/>
                  <ns1:pt x="0" y="14"/>
                </ns1:cubicBezTo>
                <ns1:cubicBezTo>
                  <ns1:pt x="0" y="6"/>
                  <ns1:pt x="6" y="0"/>
                  <ns1:pt x="14" y="0"/>
                </ns1:cubicBezTo>
                <ns1:cubicBezTo>
                  <ns1:pt x="34" y="0"/>
                  <ns1:pt x="34" y="0"/>
                  <ns1:pt x="34" y="0"/>
                </ns1:cubicBezTo>
                <ns1:cubicBezTo>
                  <ns1:pt x="41" y="0"/>
                  <ns1:pt x="48" y="6"/>
                  <ns1:pt x="48" y="14"/>
                </ns1:cubicBezTo>
                <ns1:cubicBezTo>
                  <ns1:pt x="48" y="16"/>
                  <ns1:pt x="48" y="16"/>
                  <ns1:pt x="48" y="16"/>
                </ns1:cubicBezTo>
                <ns1:cubicBezTo>
                  <ns1:pt x="82" y="16"/>
                  <ns1:pt x="82" y="16"/>
                  <ns1:pt x="82" y="16"/>
                </ns1:cubicBezTo>
                <ns1:cubicBezTo>
                  <ns1:pt x="89" y="16"/>
                  <ns1:pt x="96" y="22"/>
                  <ns1:pt x="96" y="30"/>
                </ns1:cubicBezTo>
                <ns1:lnTo>
                  <ns1:pt x="96" y="40"/>
                </ns1:lnTo>
                <ns1:close/>
                <ns1:moveTo>
                  <ns1:pt x="115" y="56"/>
                </ns1:moveTo>
                <ns1:cubicBezTo>
                  <ns1:pt x="94" y="80"/>
                  <ns1:pt x="94" y="80"/>
                  <ns1:pt x="94" y="80"/>
                </ns1:cubicBezTo>
                <ns1:cubicBezTo>
                  <ns1:pt x="90" y="85"/>
                  <ns1:pt x="83" y="88"/>
                  <ns1:pt x="78" y="88"/>
                </ns1:cubicBezTo>
                <ns1:cubicBezTo>
                  <ns1:pt x="10" y="88"/>
                  <ns1:pt x="10" y="88"/>
                  <ns1:pt x="10" y="88"/>
                </ns1:cubicBezTo>
                <ns1:cubicBezTo>
                  <ns1:pt x="7" y="88"/>
                  <ns1:pt x="4" y="87"/>
                  <ns1:pt x="4" y="84"/>
                </ns1:cubicBezTo>
                <ns1:cubicBezTo>
                  <ns1:pt x="4" y="83"/>
                  <ns1:pt x="5" y="81"/>
                  <ns1:pt x="6" y="80"/>
                </ns1:cubicBezTo>
                <ns1:cubicBezTo>
                  <ns1:pt x="27" y="56"/>
                  <ns1:pt x="27" y="56"/>
                  <ns1:pt x="27" y="56"/>
                </ns1:cubicBezTo>
                <ns1:cubicBezTo>
                  <ns1:pt x="31" y="51"/>
                  <ns1:pt x="38" y="48"/>
                  <ns1:pt x="44" y="48"/>
                </ns1:cubicBezTo>
                <ns1:cubicBezTo>
                  <ns1:pt x="112" y="48"/>
                  <ns1:pt x="112" y="48"/>
                  <ns1:pt x="112" y="48"/>
                </ns1:cubicBezTo>
                <ns1:cubicBezTo>
                  <ns1:pt x="114" y="48"/>
                  <ns1:pt x="117" y="49"/>
                  <ns1:pt x="117" y="51"/>
                </ns1:cubicBezTo>
                <ns1:cubicBezTo>
                  <ns1:pt x="117" y="53"/>
                  <ns1:pt x="116" y="54"/>
                  <ns1:pt x="115" y="56"/>
                </ns1:cubicBezTo>
                <ns1:close/>
              </ns1:path>
            </ns1:pathLst>
          </ns1:custGeom>
          <ns1:solidFill>
            <ns1:srgbClr val="010101"/>
          </ns1:solidFill>
          <ns1:ln>
            <ns1:noFill/>
          </ns1:ln>
          <ns1:extLst>
            <ns1:ext uri="{91240B29-F687-4F45-9708-019B960494DF}">
              <ns2:hiddenLine w="9525">
                <ns1:solidFill>
                  <ns1:srgbClr val="000000"/>
                </ns1:solidFill>
                <ns1:round/>
                <ns1:headEnd/>
                <ns1:tailEnd/>
              </ns2:hiddenLine>
            </ns1:ext>
          </ns1:extLst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en-US" sz="2700"/>
          </ns1:p>
        </ns0:txBody>
      </ns0:sp>
      <ns0:sp>
        <ns0:nvSpPr>
          <ns0:cNvPr id="123" name="Freeform 121"/>
          <ns0:cNvSpPr>
            <ns1:spLocks noEditPoints="1"/>
          </ns0:cNvSpPr>
          <ns0:nvPr/>
        </ns0:nvSpPr>
        <ns0:spPr bwMode="auto">
          <ns1:xfrm>
            <ns1:off x="3592514" y="3619502"/>
            <ns1:ext cx="481013" cy="360363"/>
          </ns1:xfrm>
          <ns1:custGeom>
            <ns1:avLst/>
            <ns1:gdLst>
              <ns1:gd name="T0" fmla="*/ 303 w 303"/>
              <ns1:gd name="T1" fmla="*/ 227 h 227"/>
              <ns1:gd name="T2" fmla="*/ 0 w 303"/>
              <ns1:gd name="T3" fmla="*/ 227 h 227"/>
              <ns1:gd name="T4" fmla="*/ 0 w 303"/>
              <ns1:gd name="T5" fmla="*/ 0 h 227"/>
              <ns1:gd name="T6" fmla="*/ 19 w 303"/>
              <ns1:gd name="T7" fmla="*/ 0 h 227"/>
              <ns1:gd name="T8" fmla="*/ 19 w 303"/>
              <ns1:gd name="T9" fmla="*/ 208 h 227"/>
              <ns1:gd name="T10" fmla="*/ 303 w 303"/>
              <ns1:gd name="T11" fmla="*/ 208 h 227"/>
              <ns1:gd name="T12" fmla="*/ 303 w 303"/>
              <ns1:gd name="T13" fmla="*/ 227 h 227"/>
              <ns1:gd name="T14" fmla="*/ 94 w 303"/>
              <ns1:gd name="T15" fmla="*/ 189 h 227"/>
              <ns1:gd name="T16" fmla="*/ 57 w 303"/>
              <ns1:gd name="T17" fmla="*/ 189 h 227"/>
              <ns1:gd name="T18" fmla="*/ 57 w 303"/>
              <ns1:gd name="T19" fmla="*/ 113 h 227"/>
              <ns1:gd name="T20" fmla="*/ 94 w 303"/>
              <ns1:gd name="T21" fmla="*/ 113 h 227"/>
              <ns1:gd name="T22" fmla="*/ 94 w 303"/>
              <ns1:gd name="T23" fmla="*/ 189 h 227"/>
              <ns1:gd name="T24" fmla="*/ 151 w 303"/>
              <ns1:gd name="T25" fmla="*/ 189 h 227"/>
              <ns1:gd name="T26" fmla="*/ 113 w 303"/>
              <ns1:gd name="T27" fmla="*/ 189 h 227"/>
              <ns1:gd name="T28" fmla="*/ 113 w 303"/>
              <ns1:gd name="T29" fmla="*/ 37 h 227"/>
              <ns1:gd name="T30" fmla="*/ 151 w 303"/>
              <ns1:gd name="T31" fmla="*/ 37 h 227"/>
              <ns1:gd name="T32" fmla="*/ 151 w 303"/>
              <ns1:gd name="T33" fmla="*/ 189 h 227"/>
              <ns1:gd name="T34" fmla="*/ 208 w 303"/>
              <ns1:gd name="T35" fmla="*/ 189 h 227"/>
              <ns1:gd name="T36" fmla="*/ 170 w 303"/>
              <ns1:gd name="T37" fmla="*/ 189 h 227"/>
              <ns1:gd name="T38" fmla="*/ 170 w 303"/>
              <ns1:gd name="T39" fmla="*/ 75 h 227"/>
              <ns1:gd name="T40" fmla="*/ 208 w 303"/>
              <ns1:gd name="T41" fmla="*/ 75 h 227"/>
              <ns1:gd name="T42" fmla="*/ 208 w 303"/>
              <ns1:gd name="T43" fmla="*/ 189 h 227"/>
              <ns1:gd name="T44" fmla="*/ 265 w 303"/>
              <ns1:gd name="T45" fmla="*/ 189 h 227"/>
              <ns1:gd name="T46" fmla="*/ 227 w 303"/>
              <ns1:gd name="T47" fmla="*/ 189 h 227"/>
              <ns1:gd name="T48" fmla="*/ 227 w 303"/>
              <ns1:gd name="T49" fmla="*/ 18 h 227"/>
              <ns1:gd name="T50" fmla="*/ 265 w 303"/>
              <ns1:gd name="T51" fmla="*/ 18 h 227"/>
              <ns1:gd name="T52" fmla="*/ 265 w 303"/>
              <ns1:gd name="T53" fmla="*/ 189 h 227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  <ns1:cxn ang="0">
                <ns1:pos x="T32" y="T33"/>
              </ns1:cxn>
              <ns1:cxn ang="0">
                <ns1:pos x="T34" y="T35"/>
              </ns1:cxn>
              <ns1:cxn ang="0">
                <ns1:pos x="T36" y="T37"/>
              </ns1:cxn>
              <ns1:cxn ang="0">
                <ns1:pos x="T38" y="T39"/>
              </ns1:cxn>
              <ns1:cxn ang="0">
                <ns1:pos x="T40" y="T41"/>
              </ns1:cxn>
              <ns1:cxn ang="0">
                <ns1:pos x="T42" y="T43"/>
              </ns1:cxn>
              <ns1:cxn ang="0">
                <ns1:pos x="T44" y="T45"/>
              </ns1:cxn>
              <ns1:cxn ang="0">
                <ns1:pos x="T46" y="T47"/>
              </ns1:cxn>
              <ns1:cxn ang="0">
                <ns1:pos x="T48" y="T49"/>
              </ns1:cxn>
              <ns1:cxn ang="0">
                <ns1:pos x="T50" y="T51"/>
              </ns1:cxn>
              <ns1:cxn ang="0">
                <ns1:pos x="T52" y="T53"/>
              </ns1:cxn>
            </ns1:cxnLst>
            <ns1:rect l="0" t="0" r="r" b="b"/>
            <ns1:pathLst>
              <ns1:path w="303" h="227">
                <ns1:moveTo>
                  <ns1:pt x="303" y="227"/>
                </ns1:moveTo>
                <ns1:lnTo>
                  <ns1:pt x="0" y="227"/>
                </ns1:lnTo>
                <ns1:lnTo>
                  <ns1:pt x="0" y="0"/>
                </ns1:lnTo>
                <ns1:lnTo>
                  <ns1:pt x="19" y="0"/>
                </ns1:lnTo>
                <ns1:lnTo>
                  <ns1:pt x="19" y="208"/>
                </ns1:lnTo>
                <ns1:lnTo>
                  <ns1:pt x="303" y="208"/>
                </ns1:lnTo>
                <ns1:lnTo>
                  <ns1:pt x="303" y="227"/>
                </ns1:lnTo>
                <ns1:close/>
                <ns1:moveTo>
                  <ns1:pt x="94" y="189"/>
                </ns1:moveTo>
                <ns1:lnTo>
                  <ns1:pt x="57" y="189"/>
                </ns1:lnTo>
                <ns1:lnTo>
                  <ns1:pt x="57" y="113"/>
                </ns1:lnTo>
                <ns1:lnTo>
                  <ns1:pt x="94" y="113"/>
                </ns1:lnTo>
                <ns1:lnTo>
                  <ns1:pt x="94" y="189"/>
                </ns1:lnTo>
                <ns1:close/>
                <ns1:moveTo>
                  <ns1:pt x="151" y="189"/>
                </ns1:moveTo>
                <ns1:lnTo>
                  <ns1:pt x="113" y="189"/>
                </ns1:lnTo>
                <ns1:lnTo>
                  <ns1:pt x="113" y="37"/>
                </ns1:lnTo>
                <ns1:lnTo>
                  <ns1:pt x="151" y="37"/>
                </ns1:lnTo>
                <ns1:lnTo>
                  <ns1:pt x="151" y="189"/>
                </ns1:lnTo>
                <ns1:close/>
                <ns1:moveTo>
                  <ns1:pt x="208" y="189"/>
                </ns1:moveTo>
                <ns1:lnTo>
                  <ns1:pt x="170" y="189"/>
                </ns1:lnTo>
                <ns1:lnTo>
                  <ns1:pt x="170" y="75"/>
                </ns1:lnTo>
                <ns1:lnTo>
                  <ns1:pt x="208" y="75"/>
                </ns1:lnTo>
                <ns1:lnTo>
                  <ns1:pt x="208" y="189"/>
                </ns1:lnTo>
                <ns1:close/>
                <ns1:moveTo>
                  <ns1:pt x="265" y="189"/>
                </ns1:moveTo>
                <ns1:lnTo>
                  <ns1:pt x="227" y="189"/>
                </ns1:lnTo>
                <ns1:lnTo>
                  <ns1:pt x="227" y="18"/>
                </ns1:lnTo>
                <ns1:lnTo>
                  <ns1:pt x="265" y="18"/>
                </ns1:lnTo>
                <ns1:lnTo>
                  <ns1:pt x="265" y="189"/>
                </ns1:lnTo>
                <ns1:close/>
              </ns1:path>
            </ns1:pathLst>
          </ns1:custGeom>
          <ns1:solidFill>
            <ns1:srgbClr val="010101"/>
          </ns1:solidFill>
          <ns1:ln>
            <ns1:noFill/>
          </ns1:ln>
          <ns1:extLst>
            <ns1:ext uri="{91240B29-F687-4F45-9708-019B960494DF}">
              <ns2:hiddenLine w="9525">
                <ns1:solidFill>
                  <ns1:srgbClr val="000000"/>
                </ns1:solidFill>
                <ns1:round/>
                <ns1:headEnd/>
                <ns1:tailEnd/>
              </ns2:hiddenLine>
            </ns1:ext>
          </ns1:extLst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en-US" sz="2700"/>
          </ns1:p>
        </ns0:txBody>
      </ns0:sp>
      <ns0:sp>
        <ns0:nvSpPr>
          <ns0:cNvPr id="124" name="Freeform 122"/>
          <ns0:cNvSpPr>
            <ns1:spLocks noEditPoints="1"/>
          </ns0:cNvSpPr>
          <ns0:nvPr/>
        </ns0:nvSpPr>
        <ns0:spPr bwMode="auto">
          <ns1:xfrm>
            <ns1:off x="4297363" y="3619502"/>
            <ns1:ext cx="357188" cy="360363"/>
          </ns1:xfrm>
          <ns1:custGeom>
            <ns1:avLst/>
            <ns1:gdLst>
              <ns1:gd name="T0" fmla="*/ 95 w 95"/>
              <ns1:gd name="T1" fmla="*/ 78 h 96"/>
              <ns1:gd name="T2" fmla="*/ 77 w 95"/>
              <ns1:gd name="T3" fmla="*/ 96 h 96"/>
              <ns1:gd name="T4" fmla="*/ 18 w 95"/>
              <ns1:gd name="T5" fmla="*/ 96 h 96"/>
              <ns1:gd name="T6" fmla="*/ 0 w 95"/>
              <ns1:gd name="T7" fmla="*/ 78 h 96"/>
              <ns1:gd name="T8" fmla="*/ 0 w 95"/>
              <ns1:gd name="T9" fmla="*/ 18 h 96"/>
              <ns1:gd name="T10" fmla="*/ 18 w 95"/>
              <ns1:gd name="T11" fmla="*/ 0 h 96"/>
              <ns1:gd name="T12" fmla="*/ 77 w 95"/>
              <ns1:gd name="T13" fmla="*/ 0 h 96"/>
              <ns1:gd name="T14" fmla="*/ 95 w 95"/>
              <ns1:gd name="T15" fmla="*/ 18 h 96"/>
              <ns1:gd name="T16" fmla="*/ 95 w 95"/>
              <ns1:gd name="T17" fmla="*/ 78 h 96"/>
              <ns1:gd name="T18" fmla="*/ 72 w 95"/>
              <ns1:gd name="T19" fmla="*/ 32 h 96"/>
              <ns1:gd name="T20" fmla="*/ 78 w 95"/>
              <ns1:gd name="T21" fmla="*/ 25 h 96"/>
              <ns1:gd name="T22" fmla="*/ 69 w 95"/>
              <ns1:gd name="T23" fmla="*/ 28 h 96"/>
              <ns1:gd name="T24" fmla="*/ 60 w 95"/>
              <ns1:gd name="T25" fmla="*/ 24 h 96"/>
              <ns1:gd name="T26" fmla="*/ 47 w 95"/>
              <ns1:gd name="T27" fmla="*/ 37 h 96"/>
              <ns1:gd name="T28" fmla="*/ 47 w 95"/>
              <ns1:gd name="T29" fmla="*/ 40 h 96"/>
              <ns1:gd name="T30" fmla="*/ 20 w 95"/>
              <ns1:gd name="T31" fmla="*/ 26 h 96"/>
              <ns1:gd name="T32" fmla="*/ 18 w 95"/>
              <ns1:gd name="T33" fmla="*/ 33 h 96"/>
              <ns1:gd name="T34" fmla="*/ 24 w 95"/>
              <ns1:gd name="T35" fmla="*/ 44 h 96"/>
              <ns1:gd name="T36" fmla="*/ 18 w 95"/>
              <ns1:gd name="T37" fmla="*/ 42 h 96"/>
              <ns1:gd name="T38" fmla="*/ 18 w 95"/>
              <ns1:gd name="T39" fmla="*/ 42 h 96"/>
              <ns1:gd name="T40" fmla="*/ 28 w 95"/>
              <ns1:gd name="T41" fmla="*/ 55 h 96"/>
              <ns1:gd name="T42" fmla="*/ 25 w 95"/>
              <ns1:gd name="T43" fmla="*/ 56 h 96"/>
              <ns1:gd name="T44" fmla="*/ 23 w 95"/>
              <ns1:gd name="T45" fmla="*/ 56 h 96"/>
              <ns1:gd name="T46" fmla="*/ 35 w 95"/>
              <ns1:gd name="T47" fmla="*/ 65 h 96"/>
              <ns1:gd name="T48" fmla="*/ 19 w 95"/>
              <ns1:gd name="T49" fmla="*/ 70 h 96"/>
              <ns1:gd name="T50" fmla="*/ 16 w 95"/>
              <ns1:gd name="T51" fmla="*/ 70 h 96"/>
              <ns1:gd name="T52" fmla="*/ 36 w 95"/>
              <ns1:gd name="T53" fmla="*/ 76 h 96"/>
              <ns1:gd name="T54" fmla="*/ 73 w 95"/>
              <ns1:gd name="T55" fmla="*/ 39 h 96"/>
              <ns1:gd name="T56" fmla="*/ 73 w 95"/>
              <ns1:gd name="T57" fmla="*/ 37 h 96"/>
              <ns1:gd name="T58" fmla="*/ 79 w 95"/>
              <ns1:gd name="T59" fmla="*/ 30 h 96"/>
              <ns1:gd name="T60" fmla="*/ 72 w 95"/>
              <ns1:gd name="T61" fmla="*/ 32 h 96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  <ns1:cxn ang="0">
                <ns1:pos x="T32" y="T33"/>
              </ns1:cxn>
              <ns1:cxn ang="0">
                <ns1:pos x="T34" y="T35"/>
              </ns1:cxn>
              <ns1:cxn ang="0">
                <ns1:pos x="T36" y="T37"/>
              </ns1:cxn>
              <ns1:cxn ang="0">
                <ns1:pos x="T38" y="T39"/>
              </ns1:cxn>
              <ns1:cxn ang="0">
                <ns1:pos x="T40" y="T41"/>
              </ns1:cxn>
              <ns1:cxn ang="0">
                <ns1:pos x="T42" y="T43"/>
              </ns1:cxn>
              <ns1:cxn ang="0">
                <ns1:pos x="T44" y="T45"/>
              </ns1:cxn>
              <ns1:cxn ang="0">
                <ns1:pos x="T46" y="T47"/>
              </ns1:cxn>
              <ns1:cxn ang="0">
                <ns1:pos x="T48" y="T49"/>
              </ns1:cxn>
              <ns1:cxn ang="0">
                <ns1:pos x="T50" y="T51"/>
              </ns1:cxn>
              <ns1:cxn ang="0">
                <ns1:pos x="T52" y="T53"/>
              </ns1:cxn>
              <ns1:cxn ang="0">
                <ns1:pos x="T54" y="T55"/>
              </ns1:cxn>
              <ns1:cxn ang="0">
                <ns1:pos x="T56" y="T57"/>
              </ns1:cxn>
              <ns1:cxn ang="0">
                <ns1:pos x="T58" y="T59"/>
              </ns1:cxn>
              <ns1:cxn ang="0">
                <ns1:pos x="T60" y="T61"/>
              </ns1:cxn>
            </ns1:cxnLst>
            <ns1:rect l="0" t="0" r="r" b="b"/>
            <ns1:pathLst>
              <ns1:path w="95" h="96">
                <ns1:moveTo>
                  <ns1:pt x="95" y="78"/>
                </ns1:moveTo>
                <ns1:cubicBezTo>
                  <ns1:pt x="95" y="88"/>
                  <ns1:pt x="87" y="96"/>
                  <ns1:pt x="77" y="96"/>
                </ns1:cubicBezTo>
                <ns1:cubicBezTo>
                  <ns1:pt x="18" y="96"/>
                  <ns1:pt x="18" y="96"/>
                  <ns1:pt x="18" y="96"/>
                </ns1:cubicBezTo>
                <ns1:cubicBezTo>
                  <ns1:pt x="8" y="96"/>
                  <ns1:pt x="0" y="88"/>
                  <ns1:pt x="0" y="78"/>
                </ns1:cubicBezTo>
                <ns1:cubicBezTo>
                  <ns1:pt x="0" y="18"/>
                  <ns1:pt x="0" y="18"/>
                  <ns1:pt x="0" y="18"/>
                </ns1:cubicBezTo>
                <ns1:cubicBezTo>
                  <ns1:pt x="0" y="8"/>
                  <ns1:pt x="8" y="0"/>
                  <ns1:pt x="18" y="0"/>
                </ns1:cubicBezTo>
                <ns1:cubicBezTo>
                  <ns1:pt x="77" y="0"/>
                  <ns1:pt x="77" y="0"/>
                  <ns1:pt x="77" y="0"/>
                </ns1:cubicBezTo>
                <ns1:cubicBezTo>
                  <ns1:pt x="87" y="0"/>
                  <ns1:pt x="95" y="8"/>
                  <ns1:pt x="95" y="18"/>
                </ns1:cubicBezTo>
                <ns1:lnTo>
                  <ns1:pt x="95" y="78"/>
                </ns1:lnTo>
                <ns1:close/>
                <ns1:moveTo>
                  <ns1:pt x="72" y="32"/>
                </ns1:moveTo>
                <ns1:cubicBezTo>
                  <ns1:pt x="75" y="31"/>
                  <ns1:pt x="77" y="28"/>
                  <ns1:pt x="78" y="25"/>
                </ns1:cubicBezTo>
                <ns1:cubicBezTo>
                  <ns1:pt x="75" y="26"/>
                  <ns1:pt x="72" y="28"/>
                  <ns1:pt x="69" y="28"/>
                </ns1:cubicBezTo>
                <ns1:cubicBezTo>
                  <ns1:pt x="67" y="26"/>
                  <ns1:pt x="64" y="24"/>
                  <ns1:pt x="60" y="24"/>
                </ns1:cubicBezTo>
                <ns1:cubicBezTo>
                  <ns1:pt x="53" y="24"/>
                  <ns1:pt x="47" y="30"/>
                  <ns1:pt x="47" y="37"/>
                </ns1:cubicBezTo>
                <ns1:cubicBezTo>
                  <ns1:pt x="47" y="38"/>
                  <ns1:pt x="47" y="39"/>
                  <ns1:pt x="47" y="40"/>
                </ns1:cubicBezTo>
                <ns1:cubicBezTo>
                  <ns1:pt x="36" y="40"/>
                  <ns1:pt x="26" y="34"/>
                  <ns1:pt x="20" y="26"/>
                </ns1:cubicBezTo>
                <ns1:cubicBezTo>
                  <ns1:pt x="19" y="28"/>
                  <ns1:pt x="18" y="31"/>
                  <ns1:pt x="18" y="33"/>
                </ns1:cubicBezTo>
                <ns1:cubicBezTo>
                  <ns1:pt x="18" y="38"/>
                  <ns1:pt x="20" y="42"/>
                  <ns1:pt x="24" y="44"/>
                </ns1:cubicBezTo>
                <ns1:cubicBezTo>
                  <ns1:pt x="22" y="44"/>
                  <ns1:pt x="20" y="43"/>
                  <ns1:pt x="18" y="42"/>
                </ns1:cubicBezTo>
                <ns1:cubicBezTo>
                  <ns1:pt x="18" y="42"/>
                  <ns1:pt x="18" y="42"/>
                  <ns1:pt x="18" y="42"/>
                </ns1:cubicBezTo>
                <ns1:cubicBezTo>
                  <ns1:pt x="18" y="49"/>
                  <ns1:pt x="22" y="54"/>
                  <ns1:pt x="28" y="55"/>
                </ns1:cubicBezTo>
                <ns1:cubicBezTo>
                  <ns1:pt x="27" y="56"/>
                  <ns1:pt x="26" y="56"/>
                  <ns1:pt x="25" y="56"/>
                </ns1:cubicBezTo>
                <ns1:cubicBezTo>
                  <ns1:pt x="24" y="56"/>
                  <ns1:pt x="24" y="56"/>
                  <ns1:pt x="23" y="56"/>
                </ns1:cubicBezTo>
                <ns1:cubicBezTo>
                  <ns1:pt x="24" y="61"/>
                  <ns1:pt x="29" y="65"/>
                  <ns1:pt x="35" y="65"/>
                </ns1:cubicBezTo>
                <ns1:cubicBezTo>
                  <ns1:pt x="30" y="68"/>
                  <ns1:pt x="25" y="70"/>
                  <ns1:pt x="19" y="70"/>
                </ns1:cubicBezTo>
                <ns1:cubicBezTo>
                  <ns1:pt x="18" y="70"/>
                  <ns1:pt x="17" y="70"/>
                  <ns1:pt x="16" y="70"/>
                </ns1:cubicBezTo>
                <ns1:cubicBezTo>
                  <ns1:pt x="21" y="74"/>
                  <ns1:pt x="28" y="76"/>
                  <ns1:pt x="36" y="76"/>
                </ns1:cubicBezTo>
                <ns1:cubicBezTo>
                  <ns1:pt x="60" y="76"/>
                  <ns1:pt x="73" y="56"/>
                  <ns1:pt x="73" y="39"/>
                </ns1:cubicBezTo>
                <ns1:cubicBezTo>
                  <ns1:pt x="73" y="38"/>
                  <ns1:pt x="73" y="37"/>
                  <ns1:pt x="73" y="37"/>
                </ns1:cubicBezTo>
                <ns1:cubicBezTo>
                  <ns1:pt x="75" y="35"/>
                  <ns1:pt x="78" y="33"/>
                  <ns1:pt x="79" y="30"/>
                </ns1:cubicBezTo>
                <ns1:cubicBezTo>
                  <ns1:pt x="77" y="31"/>
                  <ns1:pt x="75" y="32"/>
                  <ns1:pt x="72" y="32"/>
                </ns1:cubicBezTo>
                <ns1:close/>
              </ns1:path>
            </ns1:pathLst>
          </ns1:custGeom>
          <ns1:solidFill>
            <ns1:srgbClr val="010101"/>
          </ns1:solidFill>
          <ns1:ln>
            <ns1:noFill/>
          </ns1:ln>
          <ns1:extLst>
            <ns1:ext uri="{91240B29-F687-4F45-9708-019B960494DF}">
              <ns2:hiddenLine w="9525">
                <ns1:solidFill>
                  <ns1:srgbClr val="000000"/>
                </ns1:solidFill>
                <ns1:round/>
                <ns1:headEnd/>
                <ns1:tailEnd/>
              </ns2:hiddenLine>
            </ns1:ext>
          </ns1:extLst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en-US" sz="2700"/>
          </ns1:p>
        </ns0:txBody>
      </ns0:sp>
      <ns0:sp>
        <ns0:nvSpPr>
          <ns0:cNvPr id="125" name="Freeform 123"/>
          <ns0:cNvSpPr>
            <ns1:spLocks/>
          </ns0:cNvSpPr>
          <ns0:nvPr/>
        </ns0:nvSpPr>
        <ns0:spPr bwMode="auto">
          <ns1:xfrm>
            <ns1:off x="4940302" y="3619502"/>
            <ns1:ext cx="360363" cy="360363"/>
          </ns1:xfrm>
          <ns1:custGeom>
            <ns1:avLst/>
            <ns1:gdLst>
              <ns1:gd name="T0" fmla="*/ 96 w 96"/>
              <ns1:gd name="T1" fmla="*/ 18 h 96"/>
              <ns1:gd name="T2" fmla="*/ 96 w 96"/>
              <ns1:gd name="T3" fmla="*/ 78 h 96"/>
              <ns1:gd name="T4" fmla="*/ 78 w 96"/>
              <ns1:gd name="T5" fmla="*/ 96 h 96"/>
              <ns1:gd name="T6" fmla="*/ 67 w 96"/>
              <ns1:gd name="T7" fmla="*/ 96 h 96"/>
              <ns1:gd name="T8" fmla="*/ 67 w 96"/>
              <ns1:gd name="T9" fmla="*/ 59 h 96"/>
              <ns1:gd name="T10" fmla="*/ 79 w 96"/>
              <ns1:gd name="T11" fmla="*/ 59 h 96"/>
              <ns1:gd name="T12" fmla="*/ 81 w 96"/>
              <ns1:gd name="T13" fmla="*/ 44 h 96"/>
              <ns1:gd name="T14" fmla="*/ 67 w 96"/>
              <ns1:gd name="T15" fmla="*/ 44 h 96"/>
              <ns1:gd name="T16" fmla="*/ 67 w 96"/>
              <ns1:gd name="T17" fmla="*/ 35 h 96"/>
              <ns1:gd name="T18" fmla="*/ 74 w 96"/>
              <ns1:gd name="T19" fmla="*/ 28 h 96"/>
              <ns1:gd name="T20" fmla="*/ 81 w 96"/>
              <ns1:gd name="T21" fmla="*/ 28 h 96"/>
              <ns1:gd name="T22" fmla="*/ 81 w 96"/>
              <ns1:gd name="T23" fmla="*/ 15 h 96"/>
              <ns1:gd name="T24" fmla="*/ 70 w 96"/>
              <ns1:gd name="T25" fmla="*/ 15 h 96"/>
              <ns1:gd name="T26" fmla="*/ 52 w 96"/>
              <ns1:gd name="T27" fmla="*/ 34 h 96"/>
              <ns1:gd name="T28" fmla="*/ 52 w 96"/>
              <ns1:gd name="T29" fmla="*/ 44 h 96"/>
              <ns1:gd name="T30" fmla="*/ 39 w 96"/>
              <ns1:gd name="T31" fmla="*/ 44 h 96"/>
              <ns1:gd name="T32" fmla="*/ 39 w 96"/>
              <ns1:gd name="T33" fmla="*/ 59 h 96"/>
              <ns1:gd name="T34" fmla="*/ 52 w 96"/>
              <ns1:gd name="T35" fmla="*/ 59 h 96"/>
              <ns1:gd name="T36" fmla="*/ 52 w 96"/>
              <ns1:gd name="T37" fmla="*/ 96 h 96"/>
              <ns1:gd name="T38" fmla="*/ 18 w 96"/>
              <ns1:gd name="T39" fmla="*/ 96 h 96"/>
              <ns1:gd name="T40" fmla="*/ 0 w 96"/>
              <ns1:gd name="T41" fmla="*/ 78 h 96"/>
              <ns1:gd name="T42" fmla="*/ 0 w 96"/>
              <ns1:gd name="T43" fmla="*/ 18 h 96"/>
              <ns1:gd name="T44" fmla="*/ 18 w 96"/>
              <ns1:gd name="T45" fmla="*/ 0 h 96"/>
              <ns1:gd name="T46" fmla="*/ 78 w 96"/>
              <ns1:gd name="T47" fmla="*/ 0 h 96"/>
              <ns1:gd name="T48" fmla="*/ 96 w 96"/>
              <ns1:gd name="T49" fmla="*/ 18 h 96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  <ns1:cxn ang="0">
                <ns1:pos x="T32" y="T33"/>
              </ns1:cxn>
              <ns1:cxn ang="0">
                <ns1:pos x="T34" y="T35"/>
              </ns1:cxn>
              <ns1:cxn ang="0">
                <ns1:pos x="T36" y="T37"/>
              </ns1:cxn>
              <ns1:cxn ang="0">
                <ns1:pos x="T38" y="T39"/>
              </ns1:cxn>
              <ns1:cxn ang="0">
                <ns1:pos x="T40" y="T41"/>
              </ns1:cxn>
              <ns1:cxn ang="0">
                <ns1:pos x="T42" y="T43"/>
              </ns1:cxn>
              <ns1:cxn ang="0">
                <ns1:pos x="T44" y="T45"/>
              </ns1:cxn>
              <ns1:cxn ang="0">
                <ns1:pos x="T46" y="T47"/>
              </ns1:cxn>
              <ns1:cxn ang="0">
                <ns1:pos x="T48" y="T49"/>
              </ns1:cxn>
            </ns1:cxnLst>
            <ns1:rect l="0" t="0" r="r" b="b"/>
            <ns1:pathLst>
              <ns1:path w="96" h="96">
                <ns1:moveTo>
                  <ns1:pt x="96" y="18"/>
                </ns1:moveTo>
                <ns1:cubicBezTo>
                  <ns1:pt x="96" y="78"/>
                  <ns1:pt x="96" y="78"/>
                  <ns1:pt x="96" y="78"/>
                </ns1:cubicBezTo>
                <ns1:cubicBezTo>
                  <ns1:pt x="96" y="88"/>
                  <ns1:pt x="88" y="96"/>
                  <ns1:pt x="78" y="96"/>
                </ns1:cubicBezTo>
                <ns1:cubicBezTo>
                  <ns1:pt x="67" y="96"/>
                  <ns1:pt x="67" y="96"/>
                  <ns1:pt x="67" y="96"/>
                </ns1:cubicBezTo>
                <ns1:cubicBezTo>
                  <ns1:pt x="67" y="59"/>
                  <ns1:pt x="67" y="59"/>
                  <ns1:pt x="67" y="59"/>
                </ns1:cubicBezTo>
                <ns1:cubicBezTo>
                  <ns1:pt x="79" y="59"/>
                  <ns1:pt x="79" y="59"/>
                  <ns1:pt x="79" y="59"/>
                </ns1:cubicBezTo>
                <ns1:cubicBezTo>
                  <ns1:pt x="81" y="44"/>
                  <ns1:pt x="81" y="44"/>
                  <ns1:pt x="81" y="44"/>
                </ns1:cubicBezTo>
                <ns1:cubicBezTo>
                  <ns1:pt x="67" y="44"/>
                  <ns1:pt x="67" y="44"/>
                  <ns1:pt x="67" y="44"/>
                </ns1:cubicBezTo>
                <ns1:cubicBezTo>
                  <ns1:pt x="67" y="35"/>
                  <ns1:pt x="67" y="35"/>
                  <ns1:pt x="67" y="35"/>
                </ns1:cubicBezTo>
                <ns1:cubicBezTo>
                  <ns1:pt x="67" y="31"/>
                  <ns1:pt x="68" y="28"/>
                  <ns1:pt x="74" y="28"/>
                </ns1:cubicBezTo>
                <ns1:cubicBezTo>
                  <ns1:pt x="81" y="28"/>
                  <ns1:pt x="81" y="28"/>
                  <ns1:pt x="81" y="28"/>
                </ns1:cubicBezTo>
                <ns1:cubicBezTo>
                  <ns1:pt x="81" y="15"/>
                  <ns1:pt x="81" y="15"/>
                  <ns1:pt x="81" y="15"/>
                </ns1:cubicBezTo>
                <ns1:cubicBezTo>
                  <ns1:pt x="80" y="15"/>
                  <ns1:pt x="76" y="15"/>
                  <ns1:pt x="70" y="15"/>
                </ns1:cubicBezTo>
                <ns1:cubicBezTo>
                  <ns1:pt x="59" y="15"/>
                  <ns1:pt x="52" y="21"/>
                  <ns1:pt x="52" y="34"/>
                </ns1:cubicBezTo>
                <ns1:cubicBezTo>
                  <ns1:pt x="52" y="44"/>
                  <ns1:pt x="52" y="44"/>
                  <ns1:pt x="52" y="44"/>
                </ns1:cubicBezTo>
                <ns1:cubicBezTo>
                  <ns1:pt x="39" y="44"/>
                  <ns1:pt x="39" y="44"/>
                  <ns1:pt x="39" y="44"/>
                </ns1:cubicBezTo>
                <ns1:cubicBezTo>
                  <ns1:pt x="39" y="59"/>
                  <ns1:pt x="39" y="59"/>
                  <ns1:pt x="39" y="59"/>
                </ns1:cubicBezTo>
                <ns1:cubicBezTo>
                  <ns1:pt x="52" y="59"/>
                  <ns1:pt x="52" y="59"/>
                  <ns1:pt x="52" y="59"/>
                </ns1:cubicBezTo>
                <ns1:cubicBezTo>
                  <ns1:pt x="52" y="96"/>
                  <ns1:pt x="52" y="96"/>
                  <ns1:pt x="52" y="96"/>
                </ns1:cubicBezTo>
                <ns1:cubicBezTo>
                  <ns1:pt x="18" y="96"/>
                  <ns1:pt x="18" y="96"/>
                  <ns1:pt x="18" y="96"/>
                </ns1:cubicBezTo>
                <ns1:cubicBezTo>
                  <ns1:pt x="8" y="96"/>
                  <ns1:pt x="0" y="88"/>
                  <ns1:pt x="0" y="78"/>
                </ns1:cubicBezTo>
                <ns1:cubicBezTo>
                  <ns1:pt x="0" y="18"/>
                  <ns1:pt x="0" y="18"/>
                  <ns1:pt x="0" y="18"/>
                </ns1:cubicBezTo>
                <ns1:cubicBezTo>
                  <ns1:pt x="0" y="8"/>
                  <ns1:pt x="8" y="0"/>
                  <ns1:pt x="18" y="0"/>
                </ns1:cubicBezTo>
                <ns1:cubicBezTo>
                  <ns1:pt x="78" y="0"/>
                  <ns1:pt x="78" y="0"/>
                  <ns1:pt x="78" y="0"/>
                </ns1:cubicBezTo>
                <ns1:cubicBezTo>
                  <ns1:pt x="88" y="0"/>
                  <ns1:pt x="96" y="8"/>
                  <ns1:pt x="96" y="18"/>
                </ns1:cubicBezTo>
                <ns1:close/>
              </ns1:path>
            </ns1:pathLst>
          </ns1:custGeom>
          <ns1:solidFill>
            <ns1:srgbClr val="010101"/>
          </ns1:solidFill>
          <ns1:ln>
            <ns1:noFill/>
          </ns1:ln>
          <ns1:extLst>
            <ns1:ext uri="{91240B29-F687-4F45-9708-019B960494DF}">
              <ns2:hiddenLine w="9525">
                <ns1:solidFill>
                  <ns1:srgbClr val="000000"/>
                </ns1:solidFill>
                <ns1:round/>
                <ns1:headEnd/>
                <ns1:tailEnd/>
              </ns2:hiddenLine>
            </ns1:ext>
          </ns1:extLst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en-US" sz="2700"/>
          </ns1:p>
        </ns0:txBody>
      </ns0:sp>
      <ns0:sp>
        <ns0:nvSpPr>
          <ns0:cNvPr id="126" name="Freeform 124"/>
          <ns0:cNvSpPr>
            <ns1:spLocks noEditPoints="1"/>
          </ns0:cNvSpPr>
          <ns0:nvPr/>
        </ns0:nvSpPr>
        <ns0:spPr bwMode="auto">
          <ns1:xfrm>
            <ns1:off x="5556251" y="3619502"/>
            <ns1:ext cx="419100" cy="360363"/>
          </ns1:xfrm>
          <ns1:custGeom>
            <ns1:avLst/>
            <ns1:gdLst>
              <ns1:gd name="T0" fmla="*/ 112 w 112"/>
              <ns1:gd name="T1" fmla="*/ 88 h 96"/>
              <ns1:gd name="T2" fmla="*/ 104 w 112"/>
              <ns1:gd name="T3" fmla="*/ 96 h 96"/>
              <ns1:gd name="T4" fmla="*/ 8 w 112"/>
              <ns1:gd name="T5" fmla="*/ 96 h 96"/>
              <ns1:gd name="T6" fmla="*/ 0 w 112"/>
              <ns1:gd name="T7" fmla="*/ 88 h 96"/>
              <ns1:gd name="T8" fmla="*/ 0 w 112"/>
              <ns1:gd name="T9" fmla="*/ 8 h 96"/>
              <ns1:gd name="T10" fmla="*/ 8 w 112"/>
              <ns1:gd name="T11" fmla="*/ 0 h 96"/>
              <ns1:gd name="T12" fmla="*/ 104 w 112"/>
              <ns1:gd name="T13" fmla="*/ 0 h 96"/>
              <ns1:gd name="T14" fmla="*/ 112 w 112"/>
              <ns1:gd name="T15" fmla="*/ 8 h 96"/>
              <ns1:gd name="T16" fmla="*/ 112 w 112"/>
              <ns1:gd name="T17" fmla="*/ 88 h 96"/>
              <ns1:gd name="T18" fmla="*/ 104 w 112"/>
              <ns1:gd name="T19" fmla="*/ 24 h 96"/>
              <ns1:gd name="T20" fmla="*/ 104 w 112"/>
              <ns1:gd name="T21" fmla="*/ 17 h 96"/>
              <ns1:gd name="T22" fmla="*/ 104 w 112"/>
              <ns1:gd name="T23" fmla="*/ 8 h 96"/>
              <ns1:gd name="T24" fmla="*/ 52 w 112"/>
              <ns1:gd name="T25" fmla="*/ 8 h 96"/>
              <ns1:gd name="T26" fmla="*/ 48 w 112"/>
              <ns1:gd name="T27" fmla="*/ 16 h 96"/>
              <ns1:gd name="T28" fmla="*/ 8 w 112"/>
              <ns1:gd name="T29" fmla="*/ 16 h 96"/>
              <ns1:gd name="T30" fmla="*/ 8 w 112"/>
              <ns1:gd name="T31" fmla="*/ 24 h 96"/>
              <ns1:gd name="T32" fmla="*/ 104 w 112"/>
              <ns1:gd name="T33" fmla="*/ 24 h 96"/>
              <ns1:gd name="T34" fmla="*/ 104 w 112"/>
              <ns1:gd name="T35" fmla="*/ 88 h 96"/>
              <ns1:gd name="T36" fmla="*/ 104 w 112"/>
              <ns1:gd name="T37" fmla="*/ 80 h 96"/>
              <ns1:gd name="T38" fmla="*/ 8 w 112"/>
              <ns1:gd name="T39" fmla="*/ 80 h 96"/>
              <ns1:gd name="T40" fmla="*/ 8 w 112"/>
              <ns1:gd name="T41" fmla="*/ 88 h 96"/>
              <ns1:gd name="T42" fmla="*/ 104 w 112"/>
              <ns1:gd name="T43" fmla="*/ 88 h 96"/>
              <ns1:gd name="T44" fmla="*/ 40 w 112"/>
              <ns1:gd name="T45" fmla="*/ 12 h 96"/>
              <ns1:gd name="T46" fmla="*/ 40 w 112"/>
              <ns1:gd name="T47" fmla="*/ 4 h 96"/>
              <ns1:gd name="T48" fmla="*/ 16 w 112"/>
              <ns1:gd name="T49" fmla="*/ 4 h 96"/>
              <ns1:gd name="T50" fmla="*/ 16 w 112"/>
              <ns1:gd name="T51" fmla="*/ 12 h 96"/>
              <ns1:gd name="T52" fmla="*/ 40 w 112"/>
              <ns1:gd name="T53" fmla="*/ 12 h 96"/>
              <ns1:gd name="T54" fmla="*/ 56 w 112"/>
              <ns1:gd name="T55" fmla="*/ 28 h 96"/>
              <ns1:gd name="T56" fmla="*/ 32 w 112"/>
              <ns1:gd name="T57" fmla="*/ 52 h 96"/>
              <ns1:gd name="T58" fmla="*/ 56 w 112"/>
              <ns1:gd name="T59" fmla="*/ 76 h 96"/>
              <ns1:gd name="T60" fmla="*/ 80 w 112"/>
              <ns1:gd name="T61" fmla="*/ 52 h 96"/>
              <ns1:gd name="T62" fmla="*/ 56 w 112"/>
              <ns1:gd name="T63" fmla="*/ 28 h 96"/>
              <ns1:gd name="T64" fmla="*/ 56 w 112"/>
              <ns1:gd name="T65" fmla="*/ 68 h 96"/>
              <ns1:gd name="T66" fmla="*/ 40 w 112"/>
              <ns1:gd name="T67" fmla="*/ 52 h 96"/>
              <ns1:gd name="T68" fmla="*/ 56 w 112"/>
              <ns1:gd name="T69" fmla="*/ 36 h 96"/>
              <ns1:gd name="T70" fmla="*/ 72 w 112"/>
              <ns1:gd name="T71" fmla="*/ 52 h 96"/>
              <ns1:gd name="T72" fmla="*/ 56 w 112"/>
              <ns1:gd name="T73" fmla="*/ 68 h 96"/>
              <ns1:gd name="T74" fmla="*/ 56 w 112"/>
              <ns1:gd name="T75" fmla="*/ 42 h 96"/>
              <ns1:gd name="T76" fmla="*/ 46 w 112"/>
              <ns1:gd name="T77" fmla="*/ 52 h 96"/>
              <ns1:gd name="T78" fmla="*/ 48 w 112"/>
              <ns1:gd name="T79" fmla="*/ 54 h 96"/>
              <ns1:gd name="T80" fmla="*/ 50 w 112"/>
              <ns1:gd name="T81" fmla="*/ 52 h 96"/>
              <ns1:gd name="T82" fmla="*/ 56 w 112"/>
              <ns1:gd name="T83" fmla="*/ 46 h 96"/>
              <ns1:gd name="T84" fmla="*/ 58 w 112"/>
              <ns1:gd name="T85" fmla="*/ 44 h 96"/>
              <ns1:gd name="T86" fmla="*/ 56 w 112"/>
              <ns1:gd name="T87" fmla="*/ 42 h 96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  <ns1:cxn ang="0">
                <ns1:pos x="T32" y="T33"/>
              </ns1:cxn>
              <ns1:cxn ang="0">
                <ns1:pos x="T34" y="T35"/>
              </ns1:cxn>
              <ns1:cxn ang="0">
                <ns1:pos x="T36" y="T37"/>
              </ns1:cxn>
              <ns1:cxn ang="0">
                <ns1:pos x="T38" y="T39"/>
              </ns1:cxn>
              <ns1:cxn ang="0">
                <ns1:pos x="T40" y="T41"/>
              </ns1:cxn>
              <ns1:cxn ang="0">
                <ns1:pos x="T42" y="T43"/>
              </ns1:cxn>
              <ns1:cxn ang="0">
                <ns1:pos x="T44" y="T45"/>
              </ns1:cxn>
              <ns1:cxn ang="0">
                <ns1:pos x="T46" y="T47"/>
              </ns1:cxn>
              <ns1:cxn ang="0">
                <ns1:pos x="T48" y="T49"/>
              </ns1:cxn>
              <ns1:cxn ang="0">
                <ns1:pos x="T50" y="T51"/>
              </ns1:cxn>
              <ns1:cxn ang="0">
                <ns1:pos x="T52" y="T53"/>
              </ns1:cxn>
              <ns1:cxn ang="0">
                <ns1:pos x="T54" y="T55"/>
              </ns1:cxn>
              <ns1:cxn ang="0">
                <ns1:pos x="T56" y="T57"/>
              </ns1:cxn>
              <ns1:cxn ang="0">
                <ns1:pos x="T58" y="T59"/>
              </ns1:cxn>
              <ns1:cxn ang="0">
                <ns1:pos x="T60" y="T61"/>
              </ns1:cxn>
              <ns1:cxn ang="0">
                <ns1:pos x="T62" y="T63"/>
              </ns1:cxn>
              <ns1:cxn ang="0">
                <ns1:pos x="T64" y="T65"/>
              </ns1:cxn>
              <ns1:cxn ang="0">
                <ns1:pos x="T66" y="T67"/>
              </ns1:cxn>
              <ns1:cxn ang="0">
                <ns1:pos x="T68" y="T69"/>
              </ns1:cxn>
              <ns1:cxn ang="0">
                <ns1:pos x="T70" y="T71"/>
              </ns1:cxn>
              <ns1:cxn ang="0">
                <ns1:pos x="T72" y="T73"/>
              </ns1:cxn>
              <ns1:cxn ang="0">
                <ns1:pos x="T74" y="T75"/>
              </ns1:cxn>
              <ns1:cxn ang="0">
                <ns1:pos x="T76" y="T77"/>
              </ns1:cxn>
              <ns1:cxn ang="0">
                <ns1:pos x="T78" y="T79"/>
              </ns1:cxn>
              <ns1:cxn ang="0">
                <ns1:pos x="T80" y="T81"/>
              </ns1:cxn>
              <ns1:cxn ang="0">
                <ns1:pos x="T82" y="T83"/>
              </ns1:cxn>
              <ns1:cxn ang="0">
                <ns1:pos x="T84" y="T85"/>
              </ns1:cxn>
              <ns1:cxn ang="0">
                <ns1:pos x="T86" y="T87"/>
              </ns1:cxn>
            </ns1:cxnLst>
            <ns1:rect l="0" t="0" r="r" b="b"/>
            <ns1:pathLst>
              <ns1:path w="112" h="96">
                <ns1:moveTo>
                  <ns1:pt x="112" y="88"/>
                </ns1:moveTo>
                <ns1:cubicBezTo>
                  <ns1:pt x="112" y="92"/>
                  <ns1:pt x="109" y="96"/>
                  <ns1:pt x="104" y="96"/>
                </ns1:cubicBezTo>
                <ns1:cubicBezTo>
                  <ns1:pt x="8" y="96"/>
                  <ns1:pt x="8" y="96"/>
                  <ns1:pt x="8" y="96"/>
                </ns1:cubicBezTo>
                <ns1:cubicBezTo>
                  <ns1:pt x="4" y="96"/>
                  <ns1:pt x="0" y="92"/>
                  <ns1:pt x="0" y="88"/>
                </ns1:cubicBezTo>
                <ns1:cubicBezTo>
                  <ns1:pt x="0" y="8"/>
                  <ns1:pt x="0" y="8"/>
                  <ns1:pt x="0" y="8"/>
                </ns1:cubicBezTo>
                <ns1:cubicBezTo>
                  <ns1:pt x="0" y="4"/>
                  <ns1:pt x="4" y="0"/>
                  <ns1:pt x="8" y="0"/>
                </ns1:cubicBezTo>
                <ns1:cubicBezTo>
                  <ns1:pt x="104" y="0"/>
                  <ns1:pt x="104" y="0"/>
                  <ns1:pt x="104" y="0"/>
                </ns1:cubicBezTo>
                <ns1:cubicBezTo>
                  <ns1:pt x="109" y="0"/>
                  <ns1:pt x="112" y="4"/>
                  <ns1:pt x="112" y="8"/>
                </ns1:cubicBezTo>
                <ns1:lnTo>
                  <ns1:pt x="112" y="88"/>
                </ns1:lnTo>
                <ns1:close/>
                <ns1:moveTo>
                  <ns1:pt x="104" y="24"/>
                </ns1:moveTo>
                <ns1:cubicBezTo>
                  <ns1:pt x="104" y="17"/>
                  <ns1:pt x="104" y="17"/>
                  <ns1:pt x="104" y="17"/>
                </ns1:cubicBezTo>
                <ns1:cubicBezTo>
                  <ns1:pt x="104" y="8"/>
                  <ns1:pt x="104" y="8"/>
                  <ns1:pt x="104" y="8"/>
                </ns1:cubicBezTo>
                <ns1:cubicBezTo>
                  <ns1:pt x="52" y="8"/>
                  <ns1:pt x="52" y="8"/>
                  <ns1:pt x="52" y="8"/>
                </ns1:cubicBezTo>
                <ns1:cubicBezTo>
                  <ns1:pt x="48" y="16"/>
                  <ns1:pt x="48" y="16"/>
                  <ns1:pt x="48" y="16"/>
                </ns1:cubicBezTo>
                <ns1:cubicBezTo>
                  <ns1:pt x="8" y="16"/>
                  <ns1:pt x="8" y="16"/>
                  <ns1:pt x="8" y="16"/>
                </ns1:cubicBezTo>
                <ns1:cubicBezTo>
                  <ns1:pt x="8" y="24"/>
                  <ns1:pt x="8" y="24"/>
                  <ns1:pt x="8" y="24"/>
                </ns1:cubicBezTo>
                <ns1:lnTo>
                  <ns1:pt x="104" y="24"/>
                </ns1:lnTo>
                <ns1:close/>
                <ns1:moveTo>
                  <ns1:pt x="104" y="88"/>
                </ns1:moveTo>
                <ns1:cubicBezTo>
                  <ns1:pt x="104" y="80"/>
                  <ns1:pt x="104" y="80"/>
                  <ns1:pt x="104" y="80"/>
                </ns1:cubicBezTo>
                <ns1:cubicBezTo>
                  <ns1:pt x="8" y="80"/>
                  <ns1:pt x="8" y="80"/>
                  <ns1:pt x="8" y="80"/>
                </ns1:cubicBezTo>
                <ns1:cubicBezTo>
                  <ns1:pt x="8" y="88"/>
                  <ns1:pt x="8" y="88"/>
                  <ns1:pt x="8" y="88"/>
                </ns1:cubicBezTo>
                <ns1:lnTo>
                  <ns1:pt x="104" y="88"/>
                </ns1:lnTo>
                <ns1:close/>
                <ns1:moveTo>
                  <ns1:pt x="40" y="12"/>
                </ns1:moveTo>
                <ns1:cubicBezTo>
                  <ns1:pt x="40" y="4"/>
                  <ns1:pt x="40" y="4"/>
                  <ns1:pt x="40" y="4"/>
                </ns1:cubicBezTo>
                <ns1:cubicBezTo>
                  <ns1:pt x="16" y="4"/>
                  <ns1:pt x="16" y="4"/>
                  <ns1:pt x="16" y="4"/>
                </ns1:cubicBezTo>
                <ns1:cubicBezTo>
                  <ns1:pt x="16" y="12"/>
                  <ns1:pt x="16" y="12"/>
                  <ns1:pt x="16" y="12"/>
                </ns1:cubicBezTo>
                <ns1:lnTo>
                  <ns1:pt x="40" y="12"/>
                </ns1:lnTo>
                <ns1:close/>
                <ns1:moveTo>
                  <ns1:pt x="56" y="28"/>
                </ns1:moveTo>
                <ns1:cubicBezTo>
                  <ns1:pt x="43" y="28"/>
                  <ns1:pt x="32" y="39"/>
                  <ns1:pt x="32" y="52"/>
                </ns1:cubicBezTo>
                <ns1:cubicBezTo>
                  <ns1:pt x="32" y="65"/>
                  <ns1:pt x="43" y="76"/>
                  <ns1:pt x="56" y="76"/>
                </ns1:cubicBezTo>
                <ns1:cubicBezTo>
                  <ns1:pt x="69" y="76"/>
                  <ns1:pt x="80" y="65"/>
                  <ns1:pt x="80" y="52"/>
                </ns1:cubicBezTo>
                <ns1:cubicBezTo>
                  <ns1:pt x="80" y="39"/>
                  <ns1:pt x="69" y="28"/>
                  <ns1:pt x="56" y="28"/>
                </ns1:cubicBezTo>
                <ns1:close/>
                <ns1:moveTo>
                  <ns1:pt x="56" y="68"/>
                </ns1:moveTo>
                <ns1:cubicBezTo>
                  <ns1:pt x="47" y="68"/>
                  <ns1:pt x="40" y="61"/>
                  <ns1:pt x="40" y="52"/>
                </ns1:cubicBezTo>
                <ns1:cubicBezTo>
                  <ns1:pt x="40" y="43"/>
                  <ns1:pt x="47" y="36"/>
                  <ns1:pt x="56" y="36"/>
                </ns1:cubicBezTo>
                <ns1:cubicBezTo>
                  <ns1:pt x="65" y="36"/>
                  <ns1:pt x="72" y="43"/>
                  <ns1:pt x="72" y="52"/>
                </ns1:cubicBezTo>
                <ns1:cubicBezTo>
                  <ns1:pt x="72" y="61"/>
                  <ns1:pt x="65" y="68"/>
                  <ns1:pt x="56" y="68"/>
                </ns1:cubicBezTo>
                <ns1:close/>
                <ns1:moveTo>
                  <ns1:pt x="56" y="42"/>
                </ns1:moveTo>
                <ns1:cubicBezTo>
                  <ns1:pt x="51" y="42"/>
                  <ns1:pt x="46" y="46"/>
                  <ns1:pt x="46" y="52"/>
                </ns1:cubicBezTo>
                <ns1:cubicBezTo>
                  <ns1:pt x="46" y="53"/>
                  <ns1:pt x="47" y="54"/>
                  <ns1:pt x="48" y="54"/>
                </ns1:cubicBezTo>
                <ns1:cubicBezTo>
                  <ns1:pt x="49" y="54"/>
                  <ns1:pt x="50" y="53"/>
                  <ns1:pt x="50" y="52"/>
                </ns1:cubicBezTo>
                <ns1:cubicBezTo>
                  <ns1:pt x="50" y="49"/>
                  <ns1:pt x="53" y="46"/>
                  <ns1:pt x="56" y="46"/>
                </ns1:cubicBezTo>
                <ns1:cubicBezTo>
                  <ns1:pt x="57" y="46"/>
                  <ns1:pt x="58" y="45"/>
                  <ns1:pt x="58" y="44"/>
                </ns1:cubicBezTo>
                <ns1:cubicBezTo>
                  <ns1:pt x="58" y="43"/>
                  <ns1:pt x="57" y="42"/>
                  <ns1:pt x="56" y="42"/>
                </ns1:cubicBezTo>
                <ns1:close/>
              </ns1:path>
            </ns1:pathLst>
          </ns1:custGeom>
          <ns1:solidFill>
            <ns1:srgbClr val="010101"/>
          </ns1:solidFill>
          <ns1:ln>
            <ns1:noFill/>
          </ns1:ln>
          <ns1:extLst>
            <ns1:ext uri="{91240B29-F687-4F45-9708-019B960494DF}">
              <ns2:hiddenLine w="9525">
                <ns1:solidFill>
                  <ns1:srgbClr val="000000"/>
                </ns1:solidFill>
                <ns1:round/>
                <ns1:headEnd/>
                <ns1:tailEnd/>
              </ns2:hiddenLine>
            </ns1:ext>
          </ns1:extLst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en-US" sz="2700"/>
          </ns1:p>
        </ns0:txBody>
      </ns0:sp>
      <ns0:sp>
        <ns0:nvSpPr>
          <ns0:cNvPr id="127" name="Freeform 125"/>
          <ns0:cNvSpPr>
            <ns1:spLocks noEditPoints="1"/>
          </ns0:cNvSpPr>
          <ns0:nvPr/>
        </ns0:nvSpPr>
        <ns0:spPr bwMode="auto">
          <ns1:xfrm>
            <ns1:off x="6200776" y="3619502"/>
            <ns1:ext cx="395288" cy="371475"/>
          </ns1:xfrm>
          <ns1:custGeom>
            <ns1:avLst/>
            <ns1:gdLst>
              <ns1:gd name="T0" fmla="*/ 98 w 105"/>
              <ns1:gd name="T1" fmla="*/ 75 h 99"/>
              <ns1:gd name="T2" fmla="*/ 90 w 105"/>
              <ns1:gd name="T3" fmla="*/ 68 h 99"/>
              <ns1:gd name="T4" fmla="*/ 84 w 105"/>
              <ns1:gd name="T5" fmla="*/ 74 h 99"/>
              <ns1:gd name="T6" fmla="*/ 98 w 105"/>
              <ns1:gd name="T7" fmla="*/ 88 h 99"/>
              <ns1:gd name="T8" fmla="*/ 100 w 105"/>
              <ns1:gd name="T9" fmla="*/ 92 h 99"/>
              <ns1:gd name="T10" fmla="*/ 92 w 105"/>
              <ns1:gd name="T11" fmla="*/ 99 h 99"/>
              <ns1:gd name="T12" fmla="*/ 88 w 105"/>
              <ns1:gd name="T13" fmla="*/ 98 h 99"/>
              <ns1:gd name="T14" fmla="*/ 46 w 105"/>
              <ns1:gd name="T15" fmla="*/ 56 h 99"/>
              <ns1:gd name="T16" fmla="*/ 23 w 105"/>
              <ns1:gd name="T17" fmla="*/ 64 h 99"/>
              <ns1:gd name="T18" fmla="*/ 0 w 105"/>
              <ns1:gd name="T19" fmla="*/ 41 h 99"/>
              <ns1:gd name="T20" fmla="*/ 41 w 105"/>
              <ns1:gd name="T21" fmla="*/ 0 h 99"/>
              <ns1:gd name="T22" fmla="*/ 64 w 105"/>
              <ns1:gd name="T23" fmla="*/ 23 h 99"/>
              <ns1:gd name="T24" fmla="*/ 56 w 105"/>
              <ns1:gd name="T25" fmla="*/ 46 h 99"/>
              <ns1:gd name="T26" fmla="*/ 78 w 105"/>
              <ns1:gd name="T27" fmla="*/ 68 h 99"/>
              <ns1:gd name="T28" fmla="*/ 84 w 105"/>
              <ns1:gd name="T29" fmla="*/ 62 h 99"/>
              <ns1:gd name="T30" fmla="*/ 77 w 105"/>
              <ns1:gd name="T31" fmla="*/ 54 h 99"/>
              <ns1:gd name="T32" fmla="*/ 84 w 105"/>
              <ns1:gd name="T33" fmla="*/ 47 h 99"/>
              <ns1:gd name="T34" fmla="*/ 86 w 105"/>
              <ns1:gd name="T35" fmla="*/ 47 h 99"/>
              <ns1:gd name="T36" fmla="*/ 105 w 105"/>
              <ns1:gd name="T37" fmla="*/ 68 h 99"/>
              <ns1:gd name="T38" fmla="*/ 98 w 105"/>
              <ns1:gd name="T39" fmla="*/ 75 h 99"/>
              <ns1:gd name="T40" fmla="*/ 40 w 105"/>
              <ns1:gd name="T41" fmla="*/ 12 h 99"/>
              <ns1:gd name="T42" fmla="*/ 28 w 105"/>
              <ns1:gd name="T43" fmla="*/ 24 h 99"/>
              <ns1:gd name="T44" fmla="*/ 29 w 105"/>
              <ns1:gd name="T45" fmla="*/ 29 h 99"/>
              <ns1:gd name="T46" fmla="*/ 24 w 105"/>
              <ns1:gd name="T47" fmla="*/ 28 h 99"/>
              <ns1:gd name="T48" fmla="*/ 12 w 105"/>
              <ns1:gd name="T49" fmla="*/ 40 h 99"/>
              <ns1:gd name="T50" fmla="*/ 24 w 105"/>
              <ns1:gd name="T51" fmla="*/ 52 h 99"/>
              <ns1:gd name="T52" fmla="*/ 36 w 105"/>
              <ns1:gd name="T53" fmla="*/ 40 h 99"/>
              <ns1:gd name="T54" fmla="*/ 35 w 105"/>
              <ns1:gd name="T55" fmla="*/ 35 h 99"/>
              <ns1:gd name="T56" fmla="*/ 40 w 105"/>
              <ns1:gd name="T57" fmla="*/ 36 h 99"/>
              <ns1:gd name="T58" fmla="*/ 52 w 105"/>
              <ns1:gd name="T59" fmla="*/ 24 h 99"/>
              <ns1:gd name="T60" fmla="*/ 40 w 105"/>
              <ns1:gd name="T61" fmla="*/ 12 h 99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  <ns1:cxn ang="0">
                <ns1:pos x="T32" y="T33"/>
              </ns1:cxn>
              <ns1:cxn ang="0">
                <ns1:pos x="T34" y="T35"/>
              </ns1:cxn>
              <ns1:cxn ang="0">
                <ns1:pos x="T36" y="T37"/>
              </ns1:cxn>
              <ns1:cxn ang="0">
                <ns1:pos x="T38" y="T39"/>
              </ns1:cxn>
              <ns1:cxn ang="0">
                <ns1:pos x="T40" y="T41"/>
              </ns1:cxn>
              <ns1:cxn ang="0">
                <ns1:pos x="T42" y="T43"/>
              </ns1:cxn>
              <ns1:cxn ang="0">
                <ns1:pos x="T44" y="T45"/>
              </ns1:cxn>
              <ns1:cxn ang="0">
                <ns1:pos x="T46" y="T47"/>
              </ns1:cxn>
              <ns1:cxn ang="0">
                <ns1:pos x="T48" y="T49"/>
              </ns1:cxn>
              <ns1:cxn ang="0">
                <ns1:pos x="T50" y="T51"/>
              </ns1:cxn>
              <ns1:cxn ang="0">
                <ns1:pos x="T52" y="T53"/>
              </ns1:cxn>
              <ns1:cxn ang="0">
                <ns1:pos x="T54" y="T55"/>
              </ns1:cxn>
              <ns1:cxn ang="0">
                <ns1:pos x="T56" y="T57"/>
              </ns1:cxn>
              <ns1:cxn ang="0">
                <ns1:pos x="T58" y="T59"/>
              </ns1:cxn>
              <ns1:cxn ang="0">
                <ns1:pos x="T60" y="T61"/>
              </ns1:cxn>
            </ns1:cxnLst>
            <ns1:rect l="0" t="0" r="r" b="b"/>
            <ns1:pathLst>
              <ns1:path w="105" h="99">
                <ns1:moveTo>
                  <ns1:pt x="98" y="75"/>
                </ns1:moveTo>
                <ns1:cubicBezTo>
                  <ns1:pt x="97" y="75"/>
                  <ns1:pt x="91" y="69"/>
                  <ns1:pt x="90" y="68"/>
                </ns1:cubicBezTo>
                <ns1:cubicBezTo>
                  <ns1:pt x="84" y="74"/>
                  <ns1:pt x="84" y="74"/>
                  <ns1:pt x="84" y="74"/>
                </ns1:cubicBezTo>
                <ns1:cubicBezTo>
                  <ns1:pt x="98" y="88"/>
                  <ns1:pt x="98" y="88"/>
                  <ns1:pt x="98" y="88"/>
                </ns1:cubicBezTo>
                <ns1:cubicBezTo>
                  <ns1:pt x="99" y="89"/>
                  <ns1:pt x="100" y="90"/>
                  <ns1:pt x="100" y="92"/>
                </ns1:cubicBezTo>
                <ns1:cubicBezTo>
                  <ns1:pt x="100" y="95"/>
                  <ns1:pt x="96" y="99"/>
                  <ns1:pt x="92" y="99"/>
                </ns1:cubicBezTo>
                <ns1:cubicBezTo>
                  <ns1:pt x="91" y="99"/>
                  <ns1:pt x="89" y="99"/>
                  <ns1:pt x="88" y="98"/>
                </ns1:cubicBezTo>
                <ns1:cubicBezTo>
                  <ns1:pt x="46" y="56"/>
                  <ns1:pt x="46" y="56"/>
                  <ns1:pt x="46" y="56"/>
                </ns1:cubicBezTo>
                <ns1:cubicBezTo>
                  <ns1:pt x="39" y="61"/>
                  <ns1:pt x="31" y="64"/>
                  <ns1:pt x="23" y="64"/>
                </ns1:cubicBezTo>
                <ns1:cubicBezTo>
                  <ns1:pt x="10" y="64"/>
                  <ns1:pt x="0" y="55"/>
                  <ns1:pt x="0" y="41"/>
                </ns1:cubicBezTo>
                <ns1:cubicBezTo>
                  <ns1:pt x="0" y="21"/>
                  <ns1:pt x="21" y="0"/>
                  <ns1:pt x="41" y="0"/>
                </ns1:cubicBezTo>
                <ns1:cubicBezTo>
                  <ns1:pt x="55" y="0"/>
                  <ns1:pt x="64" y="9"/>
                  <ns1:pt x="64" y="23"/>
                </ns1:cubicBezTo>
                <ns1:cubicBezTo>
                  <ns1:pt x="64" y="31"/>
                  <ns1:pt x="61" y="39"/>
                  <ns1:pt x="56" y="46"/>
                </ns1:cubicBezTo>
                <ns1:cubicBezTo>
                  <ns1:pt x="78" y="68"/>
                  <ns1:pt x="78" y="68"/>
                  <ns1:pt x="78" y="68"/>
                </ns1:cubicBezTo>
                <ns1:cubicBezTo>
                  <ns1:pt x="84" y="62"/>
                  <ns1:pt x="84" y="62"/>
                  <ns1:pt x="84" y="62"/>
                </ns1:cubicBezTo>
                <ns1:cubicBezTo>
                  <ns1:pt x="83" y="61"/>
                  <ns1:pt x="77" y="56"/>
                  <ns1:pt x="77" y="54"/>
                </ns1:cubicBezTo>
                <ns1:cubicBezTo>
                  <ns1:pt x="77" y="53"/>
                  <ns1:pt x="83" y="47"/>
                  <ns1:pt x="84" y="47"/>
                </ns1:cubicBezTo>
                <ns1:cubicBezTo>
                  <ns1:pt x="85" y="47"/>
                  <ns1:pt x="85" y="47"/>
                  <ns1:pt x="86" y="47"/>
                </ns1:cubicBezTo>
                <ns1:cubicBezTo>
                  <ns1:pt x="88" y="50"/>
                  <ns1:pt x="105" y="66"/>
                  <ns1:pt x="105" y="68"/>
                </ns1:cubicBezTo>
                <ns1:cubicBezTo>
                  <ns1:pt x="105" y="69"/>
                  <ns1:pt x="100" y="75"/>
                  <ns1:pt x="98" y="75"/>
                </ns1:cubicBezTo>
                <ns1:close/>
                <ns1:moveTo>
                  <ns1:pt x="40" y="12"/>
                </ns1:moveTo>
                <ns1:cubicBezTo>
                  <ns1:pt x="34" y="12"/>
                  <ns1:pt x="28" y="17"/>
                  <ns1:pt x="28" y="24"/>
                </ns1:cubicBezTo>
                <ns1:cubicBezTo>
                  <ns1:pt x="28" y="26"/>
                  <ns1:pt x="29" y="28"/>
                  <ns1:pt x="29" y="29"/>
                </ns1:cubicBezTo>
                <ns1:cubicBezTo>
                  <ns1:pt x="28" y="28"/>
                  <ns1:pt x="26" y="28"/>
                  <ns1:pt x="24" y="28"/>
                </ns1:cubicBezTo>
                <ns1:cubicBezTo>
                  <ns1:pt x="18" y="28"/>
                  <ns1:pt x="12" y="33"/>
                  <ns1:pt x="12" y="40"/>
                </ns1:cubicBezTo>
                <ns1:cubicBezTo>
                  <ns1:pt x="12" y="47"/>
                  <ns1:pt x="18" y="52"/>
                  <ns1:pt x="24" y="52"/>
                </ns1:cubicBezTo>
                <ns1:cubicBezTo>
                  <ns1:pt x="31" y="52"/>
                  <ns1:pt x="36" y="47"/>
                  <ns1:pt x="36" y="40"/>
                </ns1:cubicBezTo>
                <ns1:cubicBezTo>
                  <ns1:pt x="36" y="38"/>
                  <ns1:pt x="36" y="36"/>
                  <ns1:pt x="35" y="35"/>
                </ns1:cubicBezTo>
                <ns1:cubicBezTo>
                  <ns1:pt x="37" y="36"/>
                  <ns1:pt x="38" y="36"/>
                  <ns1:pt x="40" y="36"/>
                </ns1:cubicBezTo>
                <ns1:cubicBezTo>
                  <ns1:pt x="47" y="36"/>
                  <ns1:pt x="52" y="31"/>
                  <ns1:pt x="52" y="24"/>
                </ns1:cubicBezTo>
                <ns1:cubicBezTo>
                  <ns1:pt x="52" y="17"/>
                  <ns1:pt x="47" y="12"/>
                  <ns1:pt x="40" y="12"/>
                </ns1:cubicBezTo>
                <ns1:close/>
              </ns1:path>
            </ns1:pathLst>
          </ns1:custGeom>
          <ns1:solidFill>
            <ns1:srgbClr val="010101"/>
          </ns1:solidFill>
          <ns1:ln>
            <ns1:noFill/>
          </ns1:ln>
          <ns1:extLst>
            <ns1:ext uri="{91240B29-F687-4F45-9708-019B960494DF}">
              <ns2:hiddenLine w="9525">
                <ns1:solidFill>
                  <ns1:srgbClr val="000000"/>
                </ns1:solidFill>
                <ns1:round/>
                <ns1:headEnd/>
                <ns1:tailEnd/>
              </ns2:hiddenLine>
            </ns1:ext>
          </ns1:extLst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en-US" sz="2700"/>
          </ns1:p>
        </ns0:txBody>
      </ns0:sp>
      <ns0:sp>
        <ns0:nvSpPr>
          <ns0:cNvPr id="128" name="Freeform 126"/>
          <ns0:cNvSpPr>
            <ns1:spLocks noEditPoints="1"/>
          </ns0:cNvSpPr>
          <ns0:nvPr/>
        </ns0:nvSpPr>
        <ns0:spPr bwMode="auto">
          <ns1:xfrm>
            <ns1:off x="6831014" y="3592514"/>
            <ns1:ext cx="450850" cy="412750"/>
          </ns1:xfrm>
          <ns1:custGeom>
            <ns1:avLst/>
            <ns1:gdLst>
              <ns1:gd name="T0" fmla="*/ 69 w 120"/>
              <ns1:gd name="T1" fmla="*/ 64 h 110"/>
              <ns1:gd name="T2" fmla="*/ 73 w 120"/>
              <ns1:gd name="T3" fmla="*/ 77 h 110"/>
              <ns1:gd name="T4" fmla="*/ 61 w 120"/>
              <ns1:gd name="T5" fmla="*/ 87 h 110"/>
              <ns1:gd name="T6" fmla="*/ 48 w 120"/>
              <ns1:gd name="T7" fmla="*/ 93 h 110"/>
              <ns1:gd name="T8" fmla="*/ 33 w 120"/>
              <ns1:gd name="T9" fmla="*/ 93 h 110"/>
              <ns1:gd name="T10" fmla="*/ 19 w 120"/>
              <ns1:gd name="T11" fmla="*/ 87 h 110"/>
              <ns1:gd name="T12" fmla="*/ 7 w 120"/>
              <ns1:gd name="T13" fmla="*/ 77 h 110"/>
              <ns1:gd name="T14" fmla="*/ 11 w 120"/>
              <ns1:gd name="T15" fmla="*/ 64 h 110"/>
              <ns1:gd name="T16" fmla="*/ 0 w 120"/>
              <ns1:gd name="T17" fmla="*/ 49 h 110"/>
              <ns1:gd name="T18" fmla="*/ 13 w 120"/>
              <ns1:gd name="T19" fmla="*/ 41 h 110"/>
              <ns1:gd name="T20" fmla="*/ 8 w 120"/>
              <ns1:gd name="T21" fmla="*/ 31 h 110"/>
              <ns1:gd name="T22" fmla="*/ 26 w 120"/>
              <ns1:gd name="T23" fmla="*/ 28 h 110"/>
              <ns1:gd name="T24" fmla="*/ 34 w 120"/>
              <ns1:gd name="T25" fmla="*/ 15 h 110"/>
              <ns1:gd name="T26" fmla="*/ 49 w 120"/>
              <ns1:gd name="T27" fmla="*/ 26 h 110"/>
              <ns1:gd name="T28" fmla="*/ 63 w 120"/>
              <ns1:gd name="T29" fmla="*/ 22 h 110"/>
              <ns1:gd name="T30" fmla="*/ 72 w 120"/>
              <ns1:gd name="T31" fmla="*/ 34 h 110"/>
              <ns1:gd name="T32" fmla="*/ 79 w 120"/>
              <ns1:gd name="T33" fmla="*/ 47 h 110"/>
              <ns1:gd name="T34" fmla="*/ 40 w 120"/>
              <ns1:gd name="T35" fmla="*/ 39 h 110"/>
              <ns1:gd name="T36" fmla="*/ 56 w 120"/>
              <ns1:gd name="T37" fmla="*/ 55 h 110"/>
              <ns1:gd name="T38" fmla="*/ 111 w 120"/>
              <ns1:gd name="T39" fmla="*/ 29 h 110"/>
              <ns1:gd name="T40" fmla="*/ 112 w 120"/>
              <ns1:gd name="T41" fmla="*/ 42 h 110"/>
              <ns1:gd name="T42" fmla="*/ 96 w 120"/>
              <ns1:gd name="T43" fmla="*/ 39 h 110"/>
              <ns1:gd name="T44" fmla="*/ 80 w 120"/>
              <ns1:gd name="T45" fmla="*/ 42 h 110"/>
              <ns1:gd name="T46" fmla="*/ 81 w 120"/>
              <ns1:gd name="T47" fmla="*/ 29 h 110"/>
              <ns1:gd name="T48" fmla="*/ 81 w 120"/>
              <ns1:gd name="T49" fmla="*/ 17 h 110"/>
              <ns1:gd name="T50" fmla="*/ 80 w 120"/>
              <ns1:gd name="T51" fmla="*/ 4 h 110"/>
              <ns1:gd name="T52" fmla="*/ 96 w 120"/>
              <ns1:gd name="T53" fmla="*/ 7 h 110"/>
              <ns1:gd name="T54" fmla="*/ 104 w 120"/>
              <ns1:gd name="T55" fmla="*/ 0 h 110"/>
              <ns1:gd name="T56" fmla="*/ 109 w 120"/>
              <ns1:gd name="T57" fmla="*/ 13 h 110"/>
              <ns1:gd name="T58" fmla="*/ 120 w 120"/>
              <ns1:gd name="T59" fmla="*/ 27 h 110"/>
              <ns1:gd name="T60" fmla="*/ 109 w 120"/>
              <ns1:gd name="T61" fmla="*/ 97 h 110"/>
              <ns1:gd name="T62" fmla="*/ 104 w 120"/>
              <ns1:gd name="T63" fmla="*/ 110 h 110"/>
              <ns1:gd name="T64" fmla="*/ 94 w 120"/>
              <ns1:gd name="T65" fmla="*/ 103 h 110"/>
              <ns1:gd name="T66" fmla="*/ 80 w 120"/>
              <ns1:gd name="T67" fmla="*/ 105 h 110"/>
              <ns1:gd name="T68" fmla="*/ 72 w 120"/>
              <ns1:gd name="T69" fmla="*/ 91 h 110"/>
              <ns1:gd name="T70" fmla="*/ 83 w 120"/>
              <ns1:gd name="T71" fmla="*/ 77 h 110"/>
              <ns1:gd name="T72" fmla="*/ 88 w 120"/>
              <ns1:gd name="T73" fmla="*/ 64 h 110"/>
              <ns1:gd name="T74" fmla="*/ 98 w 120"/>
              <ns1:gd name="T75" fmla="*/ 71 h 110"/>
              <ns1:gd name="T76" fmla="*/ 112 w 120"/>
              <ns1:gd name="T77" fmla="*/ 68 h 110"/>
              <ns1:gd name="T78" fmla="*/ 111 w 120"/>
              <ns1:gd name="T79" fmla="*/ 81 h 110"/>
              <ns1:gd name="T80" fmla="*/ 96 w 120"/>
              <ns1:gd name="T81" fmla="*/ 15 h 110"/>
              <ns1:gd name="T82" fmla="*/ 104 w 120"/>
              <ns1:gd name="T83" fmla="*/ 23 h 110"/>
              <ns1:gd name="T84" fmla="*/ 88 w 120"/>
              <ns1:gd name="T85" fmla="*/ 87 h 110"/>
              <ns1:gd name="T86" fmla="*/ 96 w 120"/>
              <ns1:gd name="T87" fmla="*/ 79 h 110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  <ns1:cxn ang="0">
                <ns1:pos x="T32" y="T33"/>
              </ns1:cxn>
              <ns1:cxn ang="0">
                <ns1:pos x="T34" y="T35"/>
              </ns1:cxn>
              <ns1:cxn ang="0">
                <ns1:pos x="T36" y="T37"/>
              </ns1:cxn>
              <ns1:cxn ang="0">
                <ns1:pos x="T38" y="T39"/>
              </ns1:cxn>
              <ns1:cxn ang="0">
                <ns1:pos x="T40" y="T41"/>
              </ns1:cxn>
              <ns1:cxn ang="0">
                <ns1:pos x="T42" y="T43"/>
              </ns1:cxn>
              <ns1:cxn ang="0">
                <ns1:pos x="T44" y="T45"/>
              </ns1:cxn>
              <ns1:cxn ang="0">
                <ns1:pos x="T46" y="T47"/>
              </ns1:cxn>
              <ns1:cxn ang="0">
                <ns1:pos x="T48" y="T49"/>
              </ns1:cxn>
              <ns1:cxn ang="0">
                <ns1:pos x="T50" y="T51"/>
              </ns1:cxn>
              <ns1:cxn ang="0">
                <ns1:pos x="T52" y="T53"/>
              </ns1:cxn>
              <ns1:cxn ang="0">
                <ns1:pos x="T54" y="T55"/>
              </ns1:cxn>
              <ns1:cxn ang="0">
                <ns1:pos x="T56" y="T57"/>
              </ns1:cxn>
              <ns1:cxn ang="0">
                <ns1:pos x="T58" y="T59"/>
              </ns1:cxn>
              <ns1:cxn ang="0">
                <ns1:pos x="T60" y="T61"/>
              </ns1:cxn>
              <ns1:cxn ang="0">
                <ns1:pos x="T62" y="T63"/>
              </ns1:cxn>
              <ns1:cxn ang="0">
                <ns1:pos x="T64" y="T65"/>
              </ns1:cxn>
              <ns1:cxn ang="0">
                <ns1:pos x="T66" y="T67"/>
              </ns1:cxn>
              <ns1:cxn ang="0">
                <ns1:pos x="T68" y="T69"/>
              </ns1:cxn>
              <ns1:cxn ang="0">
                <ns1:pos x="T70" y="T71"/>
              </ns1:cxn>
              <ns1:cxn ang="0">
                <ns1:pos x="T72" y="T73"/>
              </ns1:cxn>
              <ns1:cxn ang="0">
                <ns1:pos x="T74" y="T75"/>
              </ns1:cxn>
              <ns1:cxn ang="0">
                <ns1:pos x="T76" y="T77"/>
              </ns1:cxn>
              <ns1:cxn ang="0">
                <ns1:pos x="T78" y="T79"/>
              </ns1:cxn>
              <ns1:cxn ang="0">
                <ns1:pos x="T80" y="T81"/>
              </ns1:cxn>
              <ns1:cxn ang="0">
                <ns1:pos x="T82" y="T83"/>
              </ns1:cxn>
              <ns1:cxn ang="0">
                <ns1:pos x="T84" y="T85"/>
              </ns1:cxn>
              <ns1:cxn ang="0">
                <ns1:pos x="T86" y="T87"/>
              </ns1:cxn>
            </ns1:cxnLst>
            <ns1:rect l="0" t="0" r="r" b="b"/>
            <ns1:pathLst>
              <ns1:path w="120" h="110">
                <ns1:moveTo>
                  <ns1:pt x="80" y="61"/>
                </ns1:moveTo>
                <ns1:cubicBezTo>
                  <ns1:pt x="80" y="62"/>
                  <ns1:pt x="80" y="63"/>
                  <ns1:pt x="79" y="63"/>
                </ns1:cubicBezTo>
                <ns1:cubicBezTo>
                  <ns1:pt x="69" y="64"/>
                  <ns1:pt x="69" y="64"/>
                  <ns1:pt x="69" y="64"/>
                </ns1:cubicBezTo>
                <ns1:cubicBezTo>
                  <ns1:pt x="69" y="66"/>
                  <ns1:pt x="68" y="67"/>
                  <ns1:pt x="67" y="69"/>
                </ns1:cubicBezTo>
                <ns1:cubicBezTo>
                  <ns1:pt x="69" y="71"/>
                  <ns1:pt x="71" y="74"/>
                  <ns1:pt x="73" y="76"/>
                </ns1:cubicBezTo>
                <ns1:cubicBezTo>
                  <ns1:pt x="73" y="77"/>
                  <ns1:pt x="73" y="77"/>
                  <ns1:pt x="73" y="77"/>
                </ns1:cubicBezTo>
                <ns1:cubicBezTo>
                  <ns1:pt x="73" y="78"/>
                  <ns1:pt x="73" y="78"/>
                  <ns1:pt x="73" y="79"/>
                </ns1:cubicBezTo>
                <ns1:cubicBezTo>
                  <ns1:pt x="71" y="80"/>
                  <ns1:pt x="64" y="88"/>
                  <ns1:pt x="63" y="88"/>
                </ns1:cubicBezTo>
                <ns1:cubicBezTo>
                  <ns1:pt x="62" y="88"/>
                  <ns1:pt x="62" y="88"/>
                  <ns1:pt x="61" y="87"/>
                </ns1:cubicBezTo>
                <ns1:cubicBezTo>
                  <ns1:pt x="54" y="82"/>
                  <ns1:pt x="54" y="82"/>
                  <ns1:pt x="54" y="82"/>
                </ns1:cubicBezTo>
                <ns1:cubicBezTo>
                  <ns1:pt x="53" y="83"/>
                  <ns1:pt x="51" y="83"/>
                  <ns1:pt x="49" y="84"/>
                </ns1:cubicBezTo>
                <ns1:cubicBezTo>
                  <ns1:pt x="49" y="87"/>
                  <ns1:pt x="49" y="90"/>
                  <ns1:pt x="48" y="93"/>
                </ns1:cubicBezTo>
                <ns1:cubicBezTo>
                  <ns1:pt x="48" y="94"/>
                  <ns1:pt x="47" y="95"/>
                  <ns1:pt x="46" y="95"/>
                </ns1:cubicBezTo>
                <ns1:cubicBezTo>
                  <ns1:pt x="34" y="95"/>
                  <ns1:pt x="34" y="95"/>
                  <ns1:pt x="34" y="95"/>
                </ns1:cubicBezTo>
                <ns1:cubicBezTo>
                  <ns1:pt x="34" y="95"/>
                  <ns1:pt x="33" y="94"/>
                  <ns1:pt x="33" y="93"/>
                </ns1:cubicBezTo>
                <ns1:cubicBezTo>
                  <ns1:pt x="31" y="84"/>
                  <ns1:pt x="31" y="84"/>
                  <ns1:pt x="31" y="84"/>
                </ns1:cubicBezTo>
                <ns1:cubicBezTo>
                  <ns1:pt x="29" y="83"/>
                  <ns1:pt x="28" y="83"/>
                  <ns1:pt x="26" y="82"/>
                </ns1:cubicBezTo>
                <ns1:cubicBezTo>
                  <ns1:pt x="19" y="87"/>
                  <ns1:pt x="19" y="87"/>
                  <ns1:pt x="19" y="87"/>
                </ns1:cubicBezTo>
                <ns1:cubicBezTo>
                  <ns1:pt x="19" y="88"/>
                  <ns1:pt x="18" y="88"/>
                  <ns1:pt x="18" y="88"/>
                </ns1:cubicBezTo>
                <ns1:cubicBezTo>
                  <ns1:pt x="17" y="88"/>
                  <ns1:pt x="17" y="88"/>
                  <ns1:pt x="16" y="87"/>
                </ns1:cubicBezTo>
                <ns1:cubicBezTo>
                  <ns1:pt x="15" y="86"/>
                  <ns1:pt x="7" y="79"/>
                  <ns1:pt x="7" y="77"/>
                </ns1:cubicBezTo>
                <ns1:cubicBezTo>
                  <ns1:pt x="7" y="77"/>
                  <ns1:pt x="8" y="77"/>
                  <ns1:pt x="8" y="76"/>
                </ns1:cubicBezTo>
                <ns1:cubicBezTo>
                  <ns1:pt x="10" y="74"/>
                  <ns1:pt x="12" y="72"/>
                  <ns1:pt x="13" y="69"/>
                </ns1:cubicBezTo>
                <ns1:cubicBezTo>
                  <ns1:pt x="13" y="67"/>
                  <ns1:pt x="12" y="66"/>
                  <ns1:pt x="11" y="64"/>
                </ns1:cubicBezTo>
                <ns1:cubicBezTo>
                  <ns1:pt x="2" y="62"/>
                  <ns1:pt x="2" y="62"/>
                  <ns1:pt x="2" y="62"/>
                </ns1:cubicBezTo>
                <ns1:cubicBezTo>
                  <ns1:pt x="1" y="62"/>
                  <ns1:pt x="0" y="62"/>
                  <ns1:pt x="0" y="61"/>
                </ns1:cubicBezTo>
                <ns1:cubicBezTo>
                  <ns1:pt x="0" y="49"/>
                  <ns1:pt x="0" y="49"/>
                  <ns1:pt x="0" y="49"/>
                </ns1:cubicBezTo>
                <ns1:cubicBezTo>
                  <ns1:pt x="0" y="48"/>
                  <ns1:pt x="1" y="47"/>
                  <ns1:pt x="2" y="47"/>
                </ns1:cubicBezTo>
                <ns1:cubicBezTo>
                  <ns1:pt x="11" y="46"/>
                  <ns1:pt x="11" y="46"/>
                  <ns1:pt x="11" y="46"/>
                </ns1:cubicBezTo>
                <ns1:cubicBezTo>
                  <ns1:pt x="12" y="44"/>
                  <ns1:pt x="13" y="43"/>
                  <ns1:pt x="13" y="41"/>
                </ns1:cubicBezTo>
                <ns1:cubicBezTo>
                  <ns1:pt x="12" y="38"/>
                  <ns1:pt x="10" y="36"/>
                  <ns1:pt x="8" y="34"/>
                </ns1:cubicBezTo>
                <ns1:cubicBezTo>
                  <ns1:pt x="7" y="33"/>
                  <ns1:pt x="7" y="33"/>
                  <ns1:pt x="7" y="33"/>
                </ns1:cubicBezTo>
                <ns1:cubicBezTo>
                  <ns1:pt x="7" y="32"/>
                  <ns1:pt x="7" y="32"/>
                  <ns1:pt x="8" y="31"/>
                </ns1:cubicBezTo>
                <ns1:cubicBezTo>
                  <ns1:pt x="9" y="30"/>
                  <ns1:pt x="16" y="22"/>
                  <ns1:pt x="18" y="22"/>
                </ns1:cubicBezTo>
                <ns1:cubicBezTo>
                  <ns1:pt x="18" y="22"/>
                  <ns1:pt x="19" y="22"/>
                  <ns1:pt x="19" y="23"/>
                </ns1:cubicBezTo>
                <ns1:cubicBezTo>
                  <ns1:pt x="26" y="28"/>
                  <ns1:pt x="26" y="28"/>
                  <ns1:pt x="26" y="28"/>
                </ns1:cubicBezTo>
                <ns1:cubicBezTo>
                  <ns1:pt x="28" y="27"/>
                  <ns1:pt x="29" y="27"/>
                  <ns1:pt x="31" y="26"/>
                </ns1:cubicBezTo>
                <ns1:cubicBezTo>
                  <ns1:pt x="31" y="23"/>
                  <ns1:pt x="32" y="20"/>
                  <ns1:pt x="33" y="17"/>
                </ns1:cubicBezTo>
                <ns1:cubicBezTo>
                  <ns1:pt x="33" y="16"/>
                  <ns1:pt x="34" y="15"/>
                  <ns1:pt x="34" y="15"/>
                </ns1:cubicBezTo>
                <ns1:cubicBezTo>
                  <ns1:pt x="46" y="15"/>
                  <ns1:pt x="46" y="15"/>
                  <ns1:pt x="46" y="15"/>
                </ns1:cubicBezTo>
                <ns1:cubicBezTo>
                  <ns1:pt x="47" y="15"/>
                  <ns1:pt x="48" y="16"/>
                  <ns1:pt x="48" y="17"/>
                </ns1:cubicBezTo>
                <ns1:cubicBezTo>
                  <ns1:pt x="49" y="26"/>
                  <ns1:pt x="49" y="26"/>
                  <ns1:pt x="49" y="26"/>
                </ns1:cubicBezTo>
                <ns1:cubicBezTo>
                  <ns1:pt x="51" y="27"/>
                  <ns1:pt x="53" y="27"/>
                  <ns1:pt x="54" y="28"/>
                </ns1:cubicBezTo>
                <ns1:cubicBezTo>
                  <ns1:pt x="61" y="23"/>
                  <ns1:pt x="61" y="23"/>
                  <ns1:pt x="61" y="23"/>
                </ns1:cubicBezTo>
                <ns1:cubicBezTo>
                  <ns1:pt x="62" y="22"/>
                  <ns1:pt x="62" y="22"/>
                  <ns1:pt x="63" y="22"/>
                </ns1:cubicBezTo>
                <ns1:cubicBezTo>
                  <ns1:pt x="63" y="22"/>
                  <ns1:pt x="64" y="22"/>
                  <ns1:pt x="64" y="23"/>
                </ns1:cubicBezTo>
                <ns1:cubicBezTo>
                  <ns1:pt x="66" y="24"/>
                  <ns1:pt x="73" y="31"/>
                  <ns1:pt x="73" y="33"/>
                </ns1:cubicBezTo>
                <ns1:cubicBezTo>
                  <ns1:pt x="73" y="33"/>
                  <ns1:pt x="73" y="33"/>
                  <ns1:pt x="72" y="34"/>
                </ns1:cubicBezTo>
                <ns1:cubicBezTo>
                  <ns1:pt x="71" y="36"/>
                  <ns1:pt x="69" y="38"/>
                  <ns1:pt x="67" y="41"/>
                </ns1:cubicBezTo>
                <ns1:cubicBezTo>
                  <ns1:pt x="68" y="43"/>
                  <ns1:pt x="69" y="44"/>
                  <ns1:pt x="69" y="46"/>
                </ns1:cubicBezTo>
                <ns1:cubicBezTo>
                  <ns1:pt x="79" y="47"/>
                  <ns1:pt x="79" y="47"/>
                  <ns1:pt x="79" y="47"/>
                </ns1:cubicBezTo>
                <ns1:cubicBezTo>
                  <ns1:pt x="80" y="48"/>
                  <ns1:pt x="80" y="48"/>
                  <ns1:pt x="80" y="49"/>
                </ns1:cubicBezTo>
                <ns1:lnTo>
                  <ns1:pt x="80" y="61"/>
                </ns1:lnTo>
                <ns1:close/>
                <ns1:moveTo>
                  <ns1:pt x="40" y="39"/>
                </ns1:moveTo>
                <ns1:cubicBezTo>
                  <ns1:pt x="31" y="39"/>
                  <ns1:pt x="24" y="46"/>
                  <ns1:pt x="24" y="55"/>
                </ns1:cubicBezTo>
                <ns1:cubicBezTo>
                  <ns1:pt x="24" y="64"/>
                  <ns1:pt x="31" y="71"/>
                  <ns1:pt x="40" y="71"/>
                </ns1:cubicBezTo>
                <ns1:cubicBezTo>
                  <ns1:pt x="49" y="71"/>
                  <ns1:pt x="56" y="64"/>
                  <ns1:pt x="56" y="55"/>
                </ns1:cubicBezTo>
                <ns1:cubicBezTo>
                  <ns1:pt x="56" y="46"/>
                  <ns1:pt x="49" y="39"/>
                  <ns1:pt x="40" y="39"/>
                </ns1:cubicBezTo>
                <ns1:close/>
                <ns1:moveTo>
                  <ns1:pt x="120" y="27"/>
                </ns1:moveTo>
                <ns1:cubicBezTo>
                  <ns1:pt x="120" y="28"/>
                  <ns1:pt x="112" y="29"/>
                  <ns1:pt x="111" y="29"/>
                </ns1:cubicBezTo>
                <ns1:cubicBezTo>
                  <ns1:pt x="110" y="31"/>
                  <ns1:pt x="110" y="32"/>
                  <ns1:pt x="109" y="33"/>
                </ns1:cubicBezTo>
                <ns1:cubicBezTo>
                  <ns1:pt x="110" y="34"/>
                  <ns1:pt x="112" y="40"/>
                  <ns1:pt x="112" y="41"/>
                </ns1:cubicBezTo>
                <ns1:cubicBezTo>
                  <ns1:pt x="112" y="41"/>
                  <ns1:pt x="112" y="41"/>
                  <ns1:pt x="112" y="42"/>
                </ns1:cubicBezTo>
                <ns1:cubicBezTo>
                  <ns1:pt x="111" y="42"/>
                  <ns1:pt x="104" y="46"/>
                  <ns1:pt x="104" y="46"/>
                </ns1:cubicBezTo>
                <ns1:cubicBezTo>
                  <ns1:pt x="103" y="46"/>
                  <ns1:pt x="99" y="40"/>
                  <ns1:pt x="98" y="39"/>
                </ns1:cubicBezTo>
                <ns1:cubicBezTo>
                  <ns1:pt x="97" y="39"/>
                  <ns1:pt x="97" y="39"/>
                  <ns1:pt x="96" y="39"/>
                </ns1:cubicBezTo>
                <ns1:cubicBezTo>
                  <ns1:pt x="96" y="39"/>
                  <ns1:pt x="95" y="39"/>
                  <ns1:pt x="94" y="39"/>
                </ns1:cubicBezTo>
                <ns1:cubicBezTo>
                  <ns1:pt x="94" y="40"/>
                  <ns1:pt x="89" y="46"/>
                  <ns1:pt x="88" y="46"/>
                </ns1:cubicBezTo>
                <ns1:cubicBezTo>
                  <ns1:pt x="88" y="46"/>
                  <ns1:pt x="81" y="42"/>
                  <ns1:pt x="80" y="42"/>
                </ns1:cubicBezTo>
                <ns1:cubicBezTo>
                  <ns1:pt x="80" y="41"/>
                  <ns1:pt x="80" y="41"/>
                  <ns1:pt x="80" y="41"/>
                </ns1:cubicBezTo>
                <ns1:cubicBezTo>
                  <ns1:pt x="80" y="40"/>
                  <ns1:pt x="83" y="34"/>
                  <ns1:pt x="83" y="33"/>
                </ns1:cubicBezTo>
                <ns1:cubicBezTo>
                  <ns1:pt x="83" y="32"/>
                  <ns1:pt x="82" y="31"/>
                  <ns1:pt x="81" y="29"/>
                </ns1:cubicBezTo>
                <ns1:cubicBezTo>
                  <ns1:pt x="80" y="29"/>
                  <ns1:pt x="72" y="28"/>
                  <ns1:pt x="72" y="27"/>
                </ns1:cubicBezTo>
                <ns1:cubicBezTo>
                  <ns1:pt x="72" y="19"/>
                  <ns1:pt x="72" y="19"/>
                  <ns1:pt x="72" y="19"/>
                </ns1:cubicBezTo>
                <ns1:cubicBezTo>
                  <ns1:pt x="72" y="18"/>
                  <ns1:pt x="80" y="17"/>
                  <ns1:pt x="81" y="17"/>
                </ns1:cubicBezTo>
                <ns1:cubicBezTo>
                  <ns1:pt x="82" y="16"/>
                  <ns1:pt x="83" y="14"/>
                  <ns1:pt x="83" y="13"/>
                </ns1:cubicBezTo>
                <ns1:cubicBezTo>
                  <ns1:pt x="83" y="12"/>
                  <ns1:pt x="80" y="6"/>
                  <ns1:pt x="80" y="5"/>
                </ns1:cubicBezTo>
                <ns1:cubicBezTo>
                  <ns1:pt x="80" y="5"/>
                  <ns1:pt x="80" y="5"/>
                  <ns1:pt x="80" y="4"/>
                </ns1:cubicBezTo>
                <ns1:cubicBezTo>
                  <ns1:pt x="81" y="4"/>
                  <ns1:pt x="88" y="0"/>
                  <ns1:pt x="88" y="0"/>
                </ns1:cubicBezTo>
                <ns1:cubicBezTo>
                  <ns1:pt x="89" y="0"/>
                  <ns1:pt x="94" y="6"/>
                  <ns1:pt x="94" y="7"/>
                </ns1:cubicBezTo>
                <ns1:cubicBezTo>
                  <ns1:pt x="95" y="7"/>
                  <ns1:pt x="96" y="7"/>
                  <ns1:pt x="96" y="7"/>
                </ns1:cubicBezTo>
                <ns1:cubicBezTo>
                  <ns1:pt x="97" y="7"/>
                  <ns1:pt x="97" y="7"/>
                  <ns1:pt x="98" y="7"/>
                </ns1:cubicBezTo>
                <ns1:cubicBezTo>
                  <ns1:pt x="100" y="5"/>
                  <ns1:pt x="102" y="2"/>
                  <ns1:pt x="104" y="0"/>
                </ns1:cubicBezTo>
                <ns1:cubicBezTo>
                  <ns1:pt x="104" y="0"/>
                  <ns1:pt x="104" y="0"/>
                  <ns1:pt x="104" y="0"/>
                </ns1:cubicBezTo>
                <ns1:cubicBezTo>
                  <ns1:pt x="104" y="0"/>
                  <ns1:pt x="111" y="4"/>
                  <ns1:pt x="112" y="4"/>
                </ns1:cubicBezTo>
                <ns1:cubicBezTo>
                  <ns1:pt x="112" y="5"/>
                  <ns1:pt x="112" y="5"/>
                  <ns1:pt x="112" y="5"/>
                </ns1:cubicBezTo>
                <ns1:cubicBezTo>
                  <ns1:pt x="112" y="6"/>
                  <ns1:pt x="110" y="12"/>
                  <ns1:pt x="109" y="13"/>
                </ns1:cubicBezTo>
                <ns1:cubicBezTo>
                  <ns1:pt x="110" y="14"/>
                  <ns1:pt x="110" y="16"/>
                  <ns1:pt x="111" y="17"/>
                </ns1:cubicBezTo>
                <ns1:cubicBezTo>
                  <ns1:pt x="112" y="17"/>
                  <ns1:pt x="120" y="18"/>
                  <ns1:pt x="120" y="19"/>
                </ns1:cubicBezTo>
                <ns1:lnTo>
                  <ns1:pt x="120" y="27"/>
                </ns1:lnTo>
                <ns1:close/>
                <ns1:moveTo>
                  <ns1:pt x="120" y="91"/>
                </ns1:moveTo>
                <ns1:cubicBezTo>
                  <ns1:pt x="120" y="92"/>
                  <ns1:pt x="112" y="93"/>
                  <ns1:pt x="111" y="93"/>
                </ns1:cubicBezTo>
                <ns1:cubicBezTo>
                  <ns1:pt x="110" y="94"/>
                  <ns1:pt x="110" y="96"/>
                  <ns1:pt x="109" y="97"/>
                </ns1:cubicBezTo>
                <ns1:cubicBezTo>
                  <ns1:pt x="110" y="98"/>
                  <ns1:pt x="112" y="104"/>
                  <ns1:pt x="112" y="105"/>
                </ns1:cubicBezTo>
                <ns1:cubicBezTo>
                  <ns1:pt x="112" y="105"/>
                  <ns1:pt x="112" y="105"/>
                  <ns1:pt x="112" y="106"/>
                </ns1:cubicBezTo>
                <ns1:cubicBezTo>
                  <ns1:pt x="111" y="106"/>
                  <ns1:pt x="104" y="110"/>
                  <ns1:pt x="104" y="110"/>
                </ns1:cubicBezTo>
                <ns1:cubicBezTo>
                  <ns1:pt x="103" y="110"/>
                  <ns1:pt x="99" y="104"/>
                  <ns1:pt x="98" y="103"/>
                </ns1:cubicBezTo>
                <ns1:cubicBezTo>
                  <ns1:pt x="97" y="103"/>
                  <ns1:pt x="97" y="103"/>
                  <ns1:pt x="96" y="103"/>
                </ns1:cubicBezTo>
                <ns1:cubicBezTo>
                  <ns1:pt x="96" y="103"/>
                  <ns1:pt x="95" y="103"/>
                  <ns1:pt x="94" y="103"/>
                </ns1:cubicBezTo>
                <ns1:cubicBezTo>
                  <ns1:pt x="94" y="104"/>
                  <ns1:pt x="89" y="110"/>
                  <ns1:pt x="88" y="110"/>
                </ns1:cubicBezTo>
                <ns1:cubicBezTo>
                  <ns1:pt x="88" y="110"/>
                  <ns1:pt x="81" y="106"/>
                  <ns1:pt x="80" y="106"/>
                </ns1:cubicBezTo>
                <ns1:cubicBezTo>
                  <ns1:pt x="80" y="105"/>
                  <ns1:pt x="80" y="105"/>
                  <ns1:pt x="80" y="105"/>
                </ns1:cubicBezTo>
                <ns1:cubicBezTo>
                  <ns1:pt x="80" y="104"/>
                  <ns1:pt x="83" y="98"/>
                  <ns1:pt x="83" y="97"/>
                </ns1:cubicBezTo>
                <ns1:cubicBezTo>
                  <ns1:pt x="83" y="96"/>
                  <ns1:pt x="82" y="94"/>
                  <ns1:pt x="81" y="93"/>
                </ns1:cubicBezTo>
                <ns1:cubicBezTo>
                  <ns1:pt x="80" y="93"/>
                  <ns1:pt x="72" y="92"/>
                  <ns1:pt x="72" y="91"/>
                </ns1:cubicBezTo>
                <ns1:cubicBezTo>
                  <ns1:pt x="72" y="83"/>
                  <ns1:pt x="72" y="83"/>
                  <ns1:pt x="72" y="83"/>
                </ns1:cubicBezTo>
                <ns1:cubicBezTo>
                  <ns1:pt x="72" y="82"/>
                  <ns1:pt x="80" y="81"/>
                  <ns1:pt x="81" y="81"/>
                </ns1:cubicBezTo>
                <ns1:cubicBezTo>
                  <ns1:pt x="82" y="80"/>
                  <ns1:pt x="83" y="78"/>
                  <ns1:pt x="83" y="77"/>
                </ns1:cubicBezTo>
                <ns1:cubicBezTo>
                  <ns1:pt x="83" y="76"/>
                  <ns1:pt x="80" y="70"/>
                  <ns1:pt x="80" y="69"/>
                </ns1:cubicBezTo>
                <ns1:cubicBezTo>
                  <ns1:pt x="80" y="69"/>
                  <ns1:pt x="80" y="68"/>
                  <ns1:pt x="80" y="68"/>
                </ns1:cubicBezTo>
                <ns1:cubicBezTo>
                  <ns1:pt x="81" y="68"/>
                  <ns1:pt x="88" y="64"/>
                  <ns1:pt x="88" y="64"/>
                </ns1:cubicBezTo>
                <ns1:cubicBezTo>
                  <ns1:pt x="89" y="64"/>
                  <ns1:pt x="94" y="70"/>
                  <ns1:pt x="94" y="71"/>
                </ns1:cubicBezTo>
                <ns1:cubicBezTo>
                  <ns1:pt x="95" y="71"/>
                  <ns1:pt x="96" y="71"/>
                  <ns1:pt x="96" y="71"/>
                </ns1:cubicBezTo>
                <ns1:cubicBezTo>
                  <ns1:pt x="97" y="71"/>
                  <ns1:pt x="97" y="71"/>
                  <ns1:pt x="98" y="71"/>
                </ns1:cubicBezTo>
                <ns1:cubicBezTo>
                  <ns1:pt x="100" y="69"/>
                  <ns1:pt x="102" y="66"/>
                  <ns1:pt x="104" y="64"/>
                </ns1:cubicBezTo>
                <ns1:cubicBezTo>
                  <ns1:pt x="104" y="64"/>
                  <ns1:pt x="104" y="64"/>
                  <ns1:pt x="104" y="64"/>
                </ns1:cubicBezTo>
                <ns1:cubicBezTo>
                  <ns1:pt x="104" y="64"/>
                  <ns1:pt x="111" y="68"/>
                  <ns1:pt x="112" y="68"/>
                </ns1:cubicBezTo>
                <ns1:cubicBezTo>
                  <ns1:pt x="112" y="68"/>
                  <ns1:pt x="112" y="69"/>
                  <ns1:pt x="112" y="69"/>
                </ns1:cubicBezTo>
                <ns1:cubicBezTo>
                  <ns1:pt x="112" y="70"/>
                  <ns1:pt x="110" y="76"/>
                  <ns1:pt x="109" y="77"/>
                </ns1:cubicBezTo>
                <ns1:cubicBezTo>
                  <ns1:pt x="110" y="78"/>
                  <ns1:pt x="110" y="80"/>
                  <ns1:pt x="111" y="81"/>
                </ns1:cubicBezTo>
                <ns1:cubicBezTo>
                  <ns1:pt x="112" y="81"/>
                  <ns1:pt x="120" y="82"/>
                  <ns1:pt x="120" y="83"/>
                </ns1:cubicBezTo>
                <ns1:lnTo>
                  <ns1:pt x="120" y="91"/>
                </ns1:lnTo>
                <ns1:close/>
                <ns1:moveTo>
                  <ns1:pt x="96" y="15"/>
                </ns1:moveTo>
                <ns1:cubicBezTo>
                  <ns1:pt x="92" y="15"/>
                  <ns1:pt x="88" y="19"/>
                  <ns1:pt x="88" y="23"/>
                </ns1:cubicBezTo>
                <ns1:cubicBezTo>
                  <ns1:pt x="88" y="27"/>
                  <ns1:pt x="92" y="31"/>
                  <ns1:pt x="96" y="31"/>
                </ns1:cubicBezTo>
                <ns1:cubicBezTo>
                  <ns1:pt x="101" y="31"/>
                  <ns1:pt x="104" y="27"/>
                  <ns1:pt x="104" y="23"/>
                </ns1:cubicBezTo>
                <ns1:cubicBezTo>
                  <ns1:pt x="104" y="19"/>
                  <ns1:pt x="101" y="15"/>
                  <ns1:pt x="96" y="15"/>
                </ns1:cubicBezTo>
                <ns1:close/>
                <ns1:moveTo>
                  <ns1:pt x="96" y="79"/>
                </ns1:moveTo>
                <ns1:cubicBezTo>
                  <ns1:pt x="92" y="79"/>
                  <ns1:pt x="88" y="83"/>
                  <ns1:pt x="88" y="87"/>
                </ns1:cubicBezTo>
                <ns1:cubicBezTo>
                  <ns1:pt x="88" y="91"/>
                  <ns1:pt x="92" y="95"/>
                  <ns1:pt x="96" y="95"/>
                </ns1:cubicBezTo>
                <ns1:cubicBezTo>
                  <ns1:pt x="101" y="95"/>
                  <ns1:pt x="104" y="91"/>
                  <ns1:pt x="104" y="87"/>
                </ns1:cubicBezTo>
                <ns1:cubicBezTo>
                  <ns1:pt x="104" y="83"/>
                  <ns1:pt x="101" y="79"/>
                  <ns1:pt x="96" y="79"/>
                </ns1:cubicBezTo>
                <ns1:close/>
              </ns1:path>
            </ns1:pathLst>
          </ns1:custGeom>
          <ns1:solidFill>
            <ns1:srgbClr val="010101"/>
          </ns1:solidFill>
          <ns1:ln>
            <ns1:noFill/>
          </ns1:ln>
          <ns1:extLst>
            <ns1:ext uri="{91240B29-F687-4F45-9708-019B960494DF}">
              <ns2:hiddenLine w="9525">
                <ns1:solidFill>
                  <ns1:srgbClr val="000000"/>
                </ns1:solidFill>
                <ns1:round/>
                <ns1:headEnd/>
                <ns1:tailEnd/>
              </ns2:hiddenLine>
            </ns1:ext>
          </ns1:extLst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en-US" sz="2700"/>
          </ns1:p>
        </ns0:txBody>
      </ns0:sp>
      <ns0:sp>
        <ns0:nvSpPr>
          <ns0:cNvPr id="129" name="Freeform 127"/>
          <ns0:cNvSpPr>
            <ns1:spLocks noEditPoints="1"/>
          </ns0:cNvSpPr>
          <ns0:nvPr/>
        </ns0:nvSpPr>
        <ns0:spPr bwMode="auto">
          <ns1:xfrm>
            <ns1:off x="7493001" y="3648076"/>
            <ns1:ext cx="419100" cy="331788"/>
          </ns1:xfrm>
          <ns1:custGeom>
            <ns1:avLst/>
            <ns1:gdLst>
              <ns1:gd name="T0" fmla="*/ 44 w 112"/>
              <ns1:gd name="T1" fmla="*/ 64 h 88"/>
              <ns1:gd name="T2" fmla="*/ 33 w 112"/>
              <ns1:gd name="T3" fmla="*/ 63 h 88"/>
              <ns1:gd name="T4" fmla="*/ 16 w 112"/>
              <ns1:gd name="T5" fmla="*/ 71 h 88"/>
              <ns1:gd name="T6" fmla="*/ 10 w 112"/>
              <ns1:gd name="T7" fmla="*/ 72 h 88"/>
              <ns1:gd name="T8" fmla="*/ 10 w 112"/>
              <ns1:gd name="T9" fmla="*/ 72 h 88"/>
              <ns1:gd name="T10" fmla="*/ 8 w 112"/>
              <ns1:gd name="T11" fmla="*/ 70 h 88"/>
              <ns1:gd name="T12" fmla="*/ 9 w 112"/>
              <ns1:gd name="T13" fmla="*/ 67 h 88"/>
              <ns1:gd name="T14" fmla="*/ 17 w 112"/>
              <ns1:gd name="T15" fmla="*/ 57 h 88"/>
              <ns1:gd name="T16" fmla="*/ 0 w 112"/>
              <ns1:gd name="T17" fmla="*/ 32 h 88"/>
              <ns1:gd name="T18" fmla="*/ 44 w 112"/>
              <ns1:gd name="T19" fmla="*/ 0 h 88"/>
              <ns1:gd name="T20" fmla="*/ 88 w 112"/>
              <ns1:gd name="T21" fmla="*/ 32 h 88"/>
              <ns1:gd name="T22" fmla="*/ 44 w 112"/>
              <ns1:gd name="T23" fmla="*/ 64 h 88"/>
              <ns1:gd name="T24" fmla="*/ 95 w 112"/>
              <ns1:gd name="T25" fmla="*/ 73 h 88"/>
              <ns1:gd name="T26" fmla="*/ 103 w 112"/>
              <ns1:gd name="T27" fmla="*/ 83 h 88"/>
              <ns1:gd name="T28" fmla="*/ 104 w 112"/>
              <ns1:gd name="T29" fmla="*/ 86 h 88"/>
              <ns1:gd name="T30" fmla="*/ 102 w 112"/>
              <ns1:gd name="T31" fmla="*/ 88 h 88"/>
              <ns1:gd name="T32" fmla="*/ 96 w 112"/>
              <ns1:gd name="T33" fmla="*/ 87 h 88"/>
              <ns1:gd name="T34" fmla="*/ 79 w 112"/>
              <ns1:gd name="T35" fmla="*/ 79 h 88"/>
              <ns1:gd name="T36" fmla="*/ 68 w 112"/>
              <ns1:gd name="T37" fmla="*/ 80 h 88"/>
              <ns1:gd name="T38" fmla="*/ 38 w 112"/>
              <ns1:gd name="T39" fmla="*/ 72 h 88"/>
              <ns1:gd name="T40" fmla="*/ 44 w 112"/>
              <ns1:gd name="T41" fmla="*/ 72 h 88"/>
              <ns1:gd name="T42" fmla="*/ 80 w 112"/>
              <ns1:gd name="T43" fmla="*/ 61 h 88"/>
              <ns1:gd name="T44" fmla="*/ 96 w 112"/>
              <ns1:gd name="T45" fmla="*/ 32 h 88"/>
              <ns1:gd name="T46" fmla="*/ 95 w 112"/>
              <ns1:gd name="T47" fmla="*/ 22 h 88"/>
              <ns1:gd name="T48" fmla="*/ 112 w 112"/>
              <ns1:gd name="T49" fmla="*/ 48 h 88"/>
              <ns1:gd name="T50" fmla="*/ 95 w 112"/>
              <ns1:gd name="T51" fmla="*/ 73 h 88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  <ns1:cxn ang="0">
                <ns1:pos x="T32" y="T33"/>
              </ns1:cxn>
              <ns1:cxn ang="0">
                <ns1:pos x="T34" y="T35"/>
              </ns1:cxn>
              <ns1:cxn ang="0">
                <ns1:pos x="T36" y="T37"/>
              </ns1:cxn>
              <ns1:cxn ang="0">
                <ns1:pos x="T38" y="T39"/>
              </ns1:cxn>
              <ns1:cxn ang="0">
                <ns1:pos x="T40" y="T41"/>
              </ns1:cxn>
              <ns1:cxn ang="0">
                <ns1:pos x="T42" y="T43"/>
              </ns1:cxn>
              <ns1:cxn ang="0">
                <ns1:pos x="T44" y="T45"/>
              </ns1:cxn>
              <ns1:cxn ang="0">
                <ns1:pos x="T46" y="T47"/>
              </ns1:cxn>
              <ns1:cxn ang="0">
                <ns1:pos x="T48" y="T49"/>
              </ns1:cxn>
              <ns1:cxn ang="0">
                <ns1:pos x="T50" y="T51"/>
              </ns1:cxn>
            </ns1:cxnLst>
            <ns1:rect l="0" t="0" r="r" b="b"/>
            <ns1:pathLst>
              <ns1:path w="112" h="88">
                <ns1:moveTo>
                  <ns1:pt x="44" y="64"/>
                </ns1:moveTo>
                <ns1:cubicBezTo>
                  <ns1:pt x="40" y="64"/>
                  <ns1:pt x="36" y="64"/>
                  <ns1:pt x="33" y="63"/>
                </ns1:cubicBezTo>
                <ns1:cubicBezTo>
                  <ns1:pt x="28" y="67"/>
                  <ns1:pt x="22" y="69"/>
                  <ns1:pt x="16" y="71"/>
                </ns1:cubicBezTo>
                <ns1:cubicBezTo>
                  <ns1:pt x="14" y="71"/>
                  <ns1:pt x="12" y="72"/>
                  <ns1:pt x="10" y="72"/>
                </ns1:cubicBezTo>
                <ns1:cubicBezTo>
                  <ns1:pt x="10" y="72"/>
                  <ns1:pt x="10" y="72"/>
                  <ns1:pt x="10" y="72"/>
                </ns1:cubicBezTo>
                <ns1:cubicBezTo>
                  <ns1:pt x="9" y="72"/>
                  <ns1:pt x="8" y="71"/>
                  <ns1:pt x="8" y="70"/>
                </ns1:cubicBezTo>
                <ns1:cubicBezTo>
                  <ns1:pt x="8" y="69"/>
                  <ns1:pt x="9" y="68"/>
                  <ns1:pt x="9" y="67"/>
                </ns1:cubicBezTo>
                <ns1:cubicBezTo>
                  <ns1:pt x="12" y="65"/>
                  <ns1:pt x="15" y="62"/>
                  <ns1:pt x="17" y="57"/>
                </ns1:cubicBezTo>
                <ns1:cubicBezTo>
                  <ns1:pt x="7" y="51"/>
                  <ns1:pt x="0" y="42"/>
                  <ns1:pt x="0" y="32"/>
                </ns1:cubicBezTo>
                <ns1:cubicBezTo>
                  <ns1:pt x="0" y="14"/>
                  <ns1:pt x="20" y="0"/>
                  <ns1:pt x="44" y="0"/>
                </ns1:cubicBezTo>
                <ns1:cubicBezTo>
                  <ns1:pt x="68" y="0"/>
                  <ns1:pt x="88" y="14"/>
                  <ns1:pt x="88" y="32"/>
                </ns1:cubicBezTo>
                <ns1:cubicBezTo>
                  <ns1:pt x="88" y="50"/>
                  <ns1:pt x="68" y="64"/>
                  <ns1:pt x="44" y="64"/>
                </ns1:cubicBezTo>
                <ns1:close/>
                <ns1:moveTo>
                  <ns1:pt x="95" y="73"/>
                </ns1:moveTo>
                <ns1:cubicBezTo>
                  <ns1:pt x="97" y="78"/>
                  <ns1:pt x="100" y="81"/>
                  <ns1:pt x="103" y="83"/>
                </ns1:cubicBezTo>
                <ns1:cubicBezTo>
                  <ns1:pt x="103" y="84"/>
                  <ns1:pt x="104" y="85"/>
                  <ns1:pt x="104" y="86"/>
                </ns1:cubicBezTo>
                <ns1:cubicBezTo>
                  <ns1:pt x="104" y="87"/>
                  <ns1:pt x="103" y="88"/>
                  <ns1:pt x="102" y="88"/>
                </ns1:cubicBezTo>
                <ns1:cubicBezTo>
                  <ns1:pt x="100" y="88"/>
                  <ns1:pt x="98" y="87"/>
                  <ns1:pt x="96" y="87"/>
                </ns1:cubicBezTo>
                <ns1:cubicBezTo>
                  <ns1:pt x="90" y="85"/>
                  <ns1:pt x="84" y="83"/>
                  <ns1:pt x="79" y="79"/>
                </ns1:cubicBezTo>
                <ns1:cubicBezTo>
                  <ns1:pt x="75" y="80"/>
                  <ns1:pt x="72" y="80"/>
                  <ns1:pt x="68" y="80"/>
                </ns1:cubicBezTo>
                <ns1:cubicBezTo>
                  <ns1:pt x="57" y="80"/>
                  <ns1:pt x="46" y="77"/>
                  <ns1:pt x="38" y="72"/>
                </ns1:cubicBezTo>
                <ns1:cubicBezTo>
                  <ns1:pt x="40" y="72"/>
                  <ns1:pt x="42" y="72"/>
                  <ns1:pt x="44" y="72"/>
                </ns1:cubicBezTo>
                <ns1:cubicBezTo>
                  <ns1:pt x="57" y="72"/>
                  <ns1:pt x="70" y="68"/>
                  <ns1:pt x="80" y="61"/>
                </ns1:cubicBezTo>
                <ns1:cubicBezTo>
                  <ns1:pt x="90" y="53"/>
                  <ns1:pt x="96" y="43"/>
                  <ns1:pt x="96" y="32"/>
                </ns1:cubicBezTo>
                <ns1:cubicBezTo>
                  <ns1:pt x="96" y="29"/>
                  <ns1:pt x="95" y="26"/>
                  <ns1:pt x="95" y="22"/>
                </ns1:cubicBezTo>
                <ns1:cubicBezTo>
                  <ns1:pt x="105" y="28"/>
                  <ns1:pt x="112" y="38"/>
                  <ns1:pt x="112" y="48"/>
                </ns1:cubicBezTo>
                <ns1:cubicBezTo>
                  <ns1:pt x="112" y="58"/>
                  <ns1:pt x="105" y="67"/>
                  <ns1:pt x="95" y="73"/>
                </ns1:cubicBezTo>
                <ns1:close/>
              </ns1:path>
            </ns1:pathLst>
          </ns1:custGeom>
          <ns1:solidFill>
            <ns1:srgbClr val="010101"/>
          </ns1:solidFill>
          <ns1:ln>
            <ns1:noFill/>
          </ns1:ln>
          <ns1:extLst>
            <ns1:ext uri="{91240B29-F687-4F45-9708-019B960494DF}">
              <ns2:hiddenLine w="9525">
                <ns1:solidFill>
                  <ns1:srgbClr val="000000"/>
                </ns1:solidFill>
                <ns1:round/>
                <ns1:headEnd/>
                <ns1:tailEnd/>
              </ns2:hiddenLine>
            </ns1:ext>
          </ns1:extLst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en-US" sz="2700"/>
          </ns1:p>
        </ns0:txBody>
      </ns0:sp>
      <ns0:sp>
        <ns0:nvSpPr>
          <ns0:cNvPr id="130" name="Freeform 128"/>
          <ns0:cNvSpPr>
            <ns1:spLocks noEditPoints="1"/>
          </ns0:cNvSpPr>
          <ns0:nvPr/>
        </ns0:nvSpPr>
        <ns0:spPr bwMode="auto">
          <ns1:xfrm>
            <ns1:off x="8167689" y="3589339"/>
            <ns1:ext cx="360363" cy="390525"/>
          </ns1:xfrm>
          <ns1:custGeom>
            <ns1:avLst/>
            <ns1:gdLst>
              <ns1:gd name="T0" fmla="*/ 93 w 96"/>
              <ns1:gd name="T1" fmla="*/ 58 h 104"/>
              <ns1:gd name="T2" fmla="*/ 94 w 96"/>
              <ns1:gd name="T3" fmla="*/ 62 h 104"/>
              <ns1:gd name="T4" fmla="*/ 91 w 96"/>
              <ns1:gd name="T5" fmla="*/ 71 h 104"/>
              <ns1:gd name="T6" fmla="*/ 91 w 96"/>
              <ns1:gd name="T7" fmla="*/ 74 h 104"/>
              <ns1:gd name="T8" fmla="*/ 88 w 96"/>
              <ns1:gd name="T9" fmla="*/ 85 h 104"/>
              <ns1:gd name="T10" fmla="*/ 68 w 96"/>
              <ns1:gd name="T11" fmla="*/ 104 h 104"/>
              <ns1:gd name="T12" fmla="*/ 66 w 96"/>
              <ns1:gd name="T13" fmla="*/ 104 h 104"/>
              <ns1:gd name="T14" fmla="*/ 60 w 96"/>
              <ns1:gd name="T15" fmla="*/ 104 h 104"/>
              <ns1:gd name="T16" fmla="*/ 35 w 96"/>
              <ns1:gd name="T17" fmla="*/ 98 h 104"/>
              <ns1:gd name="T18" fmla="*/ 26 w 96"/>
              <ns1:gd name="T19" fmla="*/ 96 h 104"/>
              <ns1:gd name="T20" fmla="*/ 8 w 96"/>
              <ns1:gd name="T21" fmla="*/ 96 h 104"/>
              <ns1:gd name="T22" fmla="*/ 0 w 96"/>
              <ns1:gd name="T23" fmla="*/ 88 h 104"/>
              <ns1:gd name="T24" fmla="*/ 0 w 96"/>
              <ns1:gd name="T25" fmla="*/ 48 h 104"/>
              <ns1:gd name="T26" fmla="*/ 8 w 96"/>
              <ns1:gd name="T27" fmla="*/ 40 h 104"/>
              <ns1:gd name="T28" fmla="*/ 25 w 96"/>
              <ns1:gd name="T29" fmla="*/ 40 h 104"/>
              <ns1:gd name="T30" fmla="*/ 34 w 96"/>
              <ns1:gd name="T31" fmla="*/ 30 h 104"/>
              <ns1:gd name="T32" fmla="*/ 41 w 96"/>
              <ns1:gd name="T33" fmla="*/ 22 h 104"/>
              <ns1:gd name="T34" fmla="*/ 49 w 96"/>
              <ns1:gd name="T35" fmla="*/ 2 h 104"/>
              <ns1:gd name="T36" fmla="*/ 54 w 96"/>
              <ns1:gd name="T37" fmla="*/ 0 h 104"/>
              <ns1:gd name="T38" fmla="*/ 70 w 96"/>
              <ns1:gd name="T39" fmla="*/ 8 h 104"/>
              <ns1:gd name="T40" fmla="*/ 72 w 96"/>
              <ns1:gd name="T41" fmla="*/ 20 h 104"/>
              <ns1:gd name="T42" fmla="*/ 69 w 96"/>
              <ns1:gd name="T43" fmla="*/ 32 h 104"/>
              <ns1:gd name="T44" fmla="*/ 80 w 96"/>
              <ns1:gd name="T45" fmla="*/ 32 h 104"/>
              <ns1:gd name="T46" fmla="*/ 96 w 96"/>
              <ns1:gd name="T47" fmla="*/ 48 h 104"/>
              <ns1:gd name="T48" fmla="*/ 93 w 96"/>
              <ns1:gd name="T49" fmla="*/ 58 h 104"/>
              <ns1:gd name="T50" fmla="*/ 12 w 96"/>
              <ns1:gd name="T51" fmla="*/ 80 h 104"/>
              <ns1:gd name="T52" fmla="*/ 8 w 96"/>
              <ns1:gd name="T53" fmla="*/ 84 h 104"/>
              <ns1:gd name="T54" fmla="*/ 12 w 96"/>
              <ns1:gd name="T55" fmla="*/ 88 h 104"/>
              <ns1:gd name="T56" fmla="*/ 16 w 96"/>
              <ns1:gd name="T57" fmla="*/ 84 h 104"/>
              <ns1:gd name="T58" fmla="*/ 12 w 96"/>
              <ns1:gd name="T59" fmla="*/ 80 h 104"/>
              <ns1:gd name="T60" fmla="*/ 80 w 96"/>
              <ns1:gd name="T61" fmla="*/ 40 h 104"/>
              <ns1:gd name="T62" fmla="*/ 58 w 96"/>
              <ns1:gd name="T63" fmla="*/ 40 h 104"/>
              <ns1:gd name="T64" fmla="*/ 64 w 96"/>
              <ns1:gd name="T65" fmla="*/ 20 h 104"/>
              <ns1:gd name="T66" fmla="*/ 54 w 96"/>
              <ns1:gd name="T67" fmla="*/ 8 h 104"/>
              <ns1:gd name="T68" fmla="*/ 46 w 96"/>
              <ns1:gd name="T69" fmla="*/ 28 h 104"/>
              <ns1:gd name="T70" fmla="*/ 41 w 96"/>
              <ns1:gd name="T71" fmla="*/ 34 h 104"/>
              <ns1:gd name="T72" fmla="*/ 26 w 96"/>
              <ns1:gd name="T73" fmla="*/ 48 h 104"/>
              <ns1:gd name="T74" fmla="*/ 24 w 96"/>
              <ns1:gd name="T75" fmla="*/ 48 h 104"/>
              <ns1:gd name="T76" fmla="*/ 24 w 96"/>
              <ns1:gd name="T77" fmla="*/ 88 h 104"/>
              <ns1:gd name="T78" fmla="*/ 26 w 96"/>
              <ns1:gd name="T79" fmla="*/ 88 h 104"/>
              <ns1:gd name="T80" fmla="*/ 39 w 96"/>
              <ns1:gd name="T81" fmla="*/ 91 h 104"/>
              <ns1:gd name="T82" fmla="*/ 60 w 96"/>
              <ns1:gd name="T83" fmla="*/ 96 h 104"/>
              <ns1:gd name="T84" fmla="*/ 68 w 96"/>
              <ns1:gd name="T85" fmla="*/ 96 h 104"/>
              <ns1:gd name="T86" fmla="*/ 80 w 96"/>
              <ns1:gd name="T87" fmla="*/ 86 h 104"/>
              <ns1:gd name="T88" fmla="*/ 79 w 96"/>
              <ns1:gd name="T89" fmla="*/ 82 h 104"/>
              <ns1:gd name="T90" fmla="*/ 83 w 96"/>
              <ns1:gd name="T91" fmla="*/ 74 h 104"/>
              <ns1:gd name="T92" fmla="*/ 82 w 96"/>
              <ns1:gd name="T93" fmla="*/ 70 h 104"/>
              <ns1:gd name="T94" fmla="*/ 86 w 96"/>
              <ns1:gd name="T95" fmla="*/ 62 h 104"/>
              <ns1:gd name="T96" fmla="*/ 83 w 96"/>
              <ns1:gd name="T97" fmla="*/ 56 h 104"/>
              <ns1:gd name="T98" fmla="*/ 88 w 96"/>
              <ns1:gd name="T99" fmla="*/ 48 h 104"/>
              <ns1:gd name="T100" fmla="*/ 80 w 96"/>
              <ns1:gd name="T101" fmla="*/ 40 h 104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  <ns1:cxn ang="0">
                <ns1:pos x="T32" y="T33"/>
              </ns1:cxn>
              <ns1:cxn ang="0">
                <ns1:pos x="T34" y="T35"/>
              </ns1:cxn>
              <ns1:cxn ang="0">
                <ns1:pos x="T36" y="T37"/>
              </ns1:cxn>
              <ns1:cxn ang="0">
                <ns1:pos x="T38" y="T39"/>
              </ns1:cxn>
              <ns1:cxn ang="0">
                <ns1:pos x="T40" y="T41"/>
              </ns1:cxn>
              <ns1:cxn ang="0">
                <ns1:pos x="T42" y="T43"/>
              </ns1:cxn>
              <ns1:cxn ang="0">
                <ns1:pos x="T44" y="T45"/>
              </ns1:cxn>
              <ns1:cxn ang="0">
                <ns1:pos x="T46" y="T47"/>
              </ns1:cxn>
              <ns1:cxn ang="0">
                <ns1:pos x="T48" y="T49"/>
              </ns1:cxn>
              <ns1:cxn ang="0">
                <ns1:pos x="T50" y="T51"/>
              </ns1:cxn>
              <ns1:cxn ang="0">
                <ns1:pos x="T52" y="T53"/>
              </ns1:cxn>
              <ns1:cxn ang="0">
                <ns1:pos x="T54" y="T55"/>
              </ns1:cxn>
              <ns1:cxn ang="0">
                <ns1:pos x="T56" y="T57"/>
              </ns1:cxn>
              <ns1:cxn ang="0">
                <ns1:pos x="T58" y="T59"/>
              </ns1:cxn>
              <ns1:cxn ang="0">
                <ns1:pos x="T60" y="T61"/>
              </ns1:cxn>
              <ns1:cxn ang="0">
                <ns1:pos x="T62" y="T63"/>
              </ns1:cxn>
              <ns1:cxn ang="0">
                <ns1:pos x="T64" y="T65"/>
              </ns1:cxn>
              <ns1:cxn ang="0">
                <ns1:pos x="T66" y="T67"/>
              </ns1:cxn>
              <ns1:cxn ang="0">
                <ns1:pos x="T68" y="T69"/>
              </ns1:cxn>
              <ns1:cxn ang="0">
                <ns1:pos x="T70" y="T71"/>
              </ns1:cxn>
              <ns1:cxn ang="0">
                <ns1:pos x="T72" y="T73"/>
              </ns1:cxn>
              <ns1:cxn ang="0">
                <ns1:pos x="T74" y="T75"/>
              </ns1:cxn>
              <ns1:cxn ang="0">
                <ns1:pos x="T76" y="T77"/>
              </ns1:cxn>
              <ns1:cxn ang="0">
                <ns1:pos x="T78" y="T79"/>
              </ns1:cxn>
              <ns1:cxn ang="0">
                <ns1:pos x="T80" y="T81"/>
              </ns1:cxn>
              <ns1:cxn ang="0">
                <ns1:pos x="T82" y="T83"/>
              </ns1:cxn>
              <ns1:cxn ang="0">
                <ns1:pos x="T84" y="T85"/>
              </ns1:cxn>
              <ns1:cxn ang="0">
                <ns1:pos x="T86" y="T87"/>
              </ns1:cxn>
              <ns1:cxn ang="0">
                <ns1:pos x="T88" y="T89"/>
              </ns1:cxn>
              <ns1:cxn ang="0">
                <ns1:pos x="T90" y="T91"/>
              </ns1:cxn>
              <ns1:cxn ang="0">
                <ns1:pos x="T92" y="T93"/>
              </ns1:cxn>
              <ns1:cxn ang="0">
                <ns1:pos x="T94" y="T95"/>
              </ns1:cxn>
              <ns1:cxn ang="0">
                <ns1:pos x="T96" y="T97"/>
              </ns1:cxn>
              <ns1:cxn ang="0">
                <ns1:pos x="T98" y="T99"/>
              </ns1:cxn>
              <ns1:cxn ang="0">
                <ns1:pos x="T100" y="T101"/>
              </ns1:cxn>
            </ns1:cxnLst>
            <ns1:rect l="0" t="0" r="r" b="b"/>
            <ns1:pathLst>
              <ns1:path w="96" h="104">
                <ns1:moveTo>
                  <ns1:pt x="93" y="58"/>
                </ns1:moveTo>
                <ns1:cubicBezTo>
                  <ns1:pt x="93" y="59"/>
                  <ns1:pt x="94" y="61"/>
                  <ns1:pt x="94" y="62"/>
                </ns1:cubicBezTo>
                <ns1:cubicBezTo>
                  <ns1:pt x="94" y="66"/>
                  <ns1:pt x="93" y="69"/>
                  <ns1:pt x="91" y="71"/>
                </ns1:cubicBezTo>
                <ns1:cubicBezTo>
                  <ns1:pt x="91" y="72"/>
                  <ns1:pt x="91" y="73"/>
                  <ns1:pt x="91" y="74"/>
                </ns1:cubicBezTo>
                <ns1:cubicBezTo>
                  <ns1:pt x="91" y="78"/>
                  <ns1:pt x="90" y="82"/>
                  <ns1:pt x="88" y="85"/>
                </ns1:cubicBezTo>
                <ns1:cubicBezTo>
                  <ns1:pt x="88" y="97"/>
                  <ns1:pt x="80" y="104"/>
                  <ns1:pt x="68" y="104"/>
                </ns1:cubicBezTo>
                <ns1:cubicBezTo>
                  <ns1:pt x="66" y="104"/>
                  <ns1:pt x="66" y="104"/>
                  <ns1:pt x="66" y="104"/>
                </ns1:cubicBezTo>
                <ns1:cubicBezTo>
                  <ns1:pt x="60" y="104"/>
                  <ns1:pt x="60" y="104"/>
                  <ns1:pt x="60" y="104"/>
                </ns1:cubicBezTo>
                <ns1:cubicBezTo>
                  <ns1:pt x="51" y="104"/>
                  <ns1:pt x="43" y="101"/>
                  <ns1:pt x="35" y="98"/>
                </ns1:cubicBezTo>
                <ns1:cubicBezTo>
                  <ns1:pt x="33" y="98"/>
                  <ns1:pt x="28" y="96"/>
                  <ns1:pt x="26" y="96"/>
                </ns1:cubicBezTo>
                <ns1:cubicBezTo>
                  <ns1:pt x="8" y="96"/>
                  <ns1:pt x="8" y="96"/>
                  <ns1:pt x="8" y="96"/>
                </ns1:cubicBezTo>
                <ns1:cubicBezTo>
                  <ns1:pt x="4" y="96"/>
                  <ns1:pt x="0" y="92"/>
                  <ns1:pt x="0" y="88"/>
                </ns1:cubicBezTo>
                <ns1:cubicBezTo>
                  <ns1:pt x="0" y="48"/>
                  <ns1:pt x="0" y="48"/>
                  <ns1:pt x="0" y="48"/>
                </ns1:cubicBezTo>
                <ns1:cubicBezTo>
                  <ns1:pt x="0" y="44"/>
                  <ns1:pt x="4" y="40"/>
                  <ns1:pt x="8" y="40"/>
                </ns1:cubicBezTo>
                <ns1:cubicBezTo>
                  <ns1:pt x="25" y="40"/>
                  <ns1:pt x="25" y="40"/>
                  <ns1:pt x="25" y="40"/>
                </ns1:cubicBezTo>
                <ns1:cubicBezTo>
                  <ns1:pt x="28" y="38"/>
                  <ns1:pt x="32" y="33"/>
                  <ns1:pt x="34" y="30"/>
                </ns1:cubicBezTo>
                <ns1:cubicBezTo>
                  <ns1:pt x="36" y="28"/>
                  <ns1:pt x="38" y="25"/>
                  <ns1:pt x="41" y="22"/>
                </ns1:cubicBezTo>
                <ns1:cubicBezTo>
                  <ns1:pt x="44" y="18"/>
                  <ns1:pt x="42" y="8"/>
                  <ns1:pt x="49" y="2"/>
                </ns1:cubicBezTo>
                <ns1:cubicBezTo>
                  <ns1:pt x="50" y="1"/>
                  <ns1:pt x="52" y="0"/>
                  <ns1:pt x="54" y="0"/>
                </ns1:cubicBezTo>
                <ns1:cubicBezTo>
                  <ns1:pt x="61" y="0"/>
                  <ns1:pt x="67" y="2"/>
                  <ns1:pt x="70" y="8"/>
                </ns1:cubicBezTo>
                <ns1:cubicBezTo>
                  <ns1:pt x="72" y="12"/>
                  <ns1:pt x="72" y="16"/>
                  <ns1:pt x="72" y="20"/>
                </ns1:cubicBezTo>
                <ns1:cubicBezTo>
                  <ns1:pt x="72" y="24"/>
                  <ns1:pt x="71" y="28"/>
                  <ns1:pt x="69" y="32"/>
                </ns1:cubicBezTo>
                <ns1:cubicBezTo>
                  <ns1:pt x="80" y="32"/>
                  <ns1:pt x="80" y="32"/>
                  <ns1:pt x="80" y="32"/>
                </ns1:cubicBezTo>
                <ns1:cubicBezTo>
                  <ns1:pt x="89" y="32"/>
                  <ns1:pt x="96" y="39"/>
                  <ns1:pt x="96" y="48"/>
                </ns1:cubicBezTo>
                <ns1:cubicBezTo>
                  <ns1:pt x="96" y="52"/>
                  <ns1:pt x="95" y="55"/>
                  <ns1:pt x="93" y="58"/>
                </ns1:cubicBezTo>
                <ns1:close/>
                <ns1:moveTo>
                  <ns1:pt x="12" y="80"/>
                </ns1:moveTo>
                <ns1:cubicBezTo>
                  <ns1:pt x="10" y="80"/>
                  <ns1:pt x="8" y="82"/>
                  <ns1:pt x="8" y="84"/>
                </ns1:cubicBezTo>
                <ns1:cubicBezTo>
                  <ns1:pt x="8" y="86"/>
                  <ns1:pt x="10" y="88"/>
                  <ns1:pt x="12" y="88"/>
                </ns1:cubicBezTo>
                <ns1:cubicBezTo>
                  <ns1:pt x="14" y="88"/>
                  <ns1:pt x="16" y="86"/>
                  <ns1:pt x="16" y="84"/>
                </ns1:cubicBezTo>
                <ns1:cubicBezTo>
                  <ns1:pt x="16" y="82"/>
                  <ns1:pt x="14" y="80"/>
                  <ns1:pt x="12" y="80"/>
                </ns1:cubicBezTo>
                <ns1:close/>
                <ns1:moveTo>
                  <ns1:pt x="80" y="40"/>
                </ns1:moveTo>
                <ns1:cubicBezTo>
                  <ns1:pt x="58" y="40"/>
                  <ns1:pt x="58" y="40"/>
                  <ns1:pt x="58" y="40"/>
                </ns1:cubicBezTo>
                <ns1:cubicBezTo>
                  <ns1:pt x="58" y="33"/>
                  <ns1:pt x="64" y="27"/>
                  <ns1:pt x="64" y="20"/>
                </ns1:cubicBezTo>
                <ns1:cubicBezTo>
                  <ns1:pt x="64" y="13"/>
                  <ns1:pt x="63" y="8"/>
                  <ns1:pt x="54" y="8"/>
                </ns1:cubicBezTo>
                <ns1:cubicBezTo>
                  <ns1:pt x="50" y="12"/>
                  <ns1:pt x="52" y="22"/>
                  <ns1:pt x="46" y="28"/>
                </ns1:cubicBezTo>
                <ns1:cubicBezTo>
                  <ns1:pt x="44" y="30"/>
                  <ns1:pt x="43" y="32"/>
                  <ns1:pt x="41" y="34"/>
                </ns1:cubicBezTo>
                <ns1:cubicBezTo>
                  <ns1:pt x="39" y="37"/>
                  <ns1:pt x="31" y="48"/>
                  <ns1:pt x="26" y="48"/>
                </ns1:cubicBezTo>
                <ns1:cubicBezTo>
                  <ns1:pt x="24" y="48"/>
                  <ns1:pt x="24" y="48"/>
                  <ns1:pt x="24" y="48"/>
                </ns1:cubicBezTo>
                <ns1:cubicBezTo>
                  <ns1:pt x="24" y="88"/>
                  <ns1:pt x="24" y="88"/>
                  <ns1:pt x="24" y="88"/>
                </ns1:cubicBezTo>
                <ns1:cubicBezTo>
                  <ns1:pt x="26" y="88"/>
                  <ns1:pt x="26" y="88"/>
                  <ns1:pt x="26" y="88"/>
                </ns1:cubicBezTo>
                <ns1:cubicBezTo>
                  <ns1:pt x="30" y="88"/>
                  <ns1:pt x="35" y="90"/>
                  <ns1:pt x="39" y="91"/>
                </ns1:cubicBezTo>
                <ns1:cubicBezTo>
                  <ns1:pt x="46" y="94"/>
                  <ns1:pt x="53" y="96"/>
                  <ns1:pt x="60" y="96"/>
                </ns1:cubicBezTo>
                <ns1:cubicBezTo>
                  <ns1:pt x="68" y="96"/>
                  <ns1:pt x="68" y="96"/>
                  <ns1:pt x="68" y="96"/>
                </ns1:cubicBezTo>
                <ns1:cubicBezTo>
                  <ns1:pt x="75" y="96"/>
                  <ns1:pt x="80" y="93"/>
                  <ns1:pt x="80" y="86"/>
                </ns1:cubicBezTo>
                <ns1:cubicBezTo>
                  <ns1:pt x="80" y="84"/>
                  <ns1:pt x="80" y="83"/>
                  <ns1:pt x="79" y="82"/>
                </ns1:cubicBezTo>
                <ns1:cubicBezTo>
                  <ns1:pt x="82" y="81"/>
                  <ns1:pt x="83" y="77"/>
                  <ns1:pt x="83" y="74"/>
                </ns1:cubicBezTo>
                <ns1:cubicBezTo>
                  <ns1:pt x="83" y="73"/>
                  <ns1:pt x="83" y="71"/>
                  <ns1:pt x="82" y="70"/>
                </ns1:cubicBezTo>
                <ns1:cubicBezTo>
                  <ns1:pt x="84" y="68"/>
                  <ns1:pt x="86" y="65"/>
                  <ns1:pt x="86" y="62"/>
                </ns1:cubicBezTo>
                <ns1:cubicBezTo>
                  <ns1:pt x="86" y="60"/>
                  <ns1:pt x="85" y="57"/>
                  <ns1:pt x="83" y="56"/>
                </ns1:cubicBezTo>
                <ns1:cubicBezTo>
                  <ns1:pt x="86" y="56"/>
                  <ns1:pt x="88" y="50"/>
                  <ns1:pt x="88" y="48"/>
                </ns1:cubicBezTo>
                <ns1:cubicBezTo>
                  <ns1:pt x="88" y="44"/>
                  <ns1:pt x="84" y="40"/>
                  <ns1:pt x="80" y="40"/>
                </ns1:cubicBezTo>
                <ns1:close/>
              </ns1:path>
            </ns1:pathLst>
          </ns1:custGeom>
          <ns1:solidFill>
            <ns1:srgbClr val="010101"/>
          </ns1:solidFill>
          <ns1:ln>
            <ns1:noFill/>
          </ns1:ln>
          <ns1:extLst>
            <ns1:ext uri="{91240B29-F687-4F45-9708-019B960494DF}">
              <ns2:hiddenLine w="9525">
                <ns1:solidFill>
                  <ns1:srgbClr val="000000"/>
                </ns1:solidFill>
                <ns1:round/>
                <ns1:headEnd/>
                <ns1:tailEnd/>
              </ns2:hiddenLine>
            </ns1:ext>
          </ns1:extLst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en-US" sz="2700"/>
          </ns1:p>
        </ns0:txBody>
      </ns0:sp>
      <ns0:sp>
        <ns0:nvSpPr>
          <ns0:cNvPr id="131" name="Freeform 129"/>
          <ns0:cNvSpPr>
            <ns1:spLocks noEditPoints="1"/>
          </ns0:cNvSpPr>
          <ns0:nvPr/>
        </ns0:nvSpPr>
        <ns0:spPr bwMode="auto">
          <ns1:xfrm>
            <ns1:off x="8813802" y="3619502"/>
            <ns1:ext cx="360363" cy="390525"/>
          </ns1:xfrm>
          <ns1:custGeom>
            <ns1:avLst/>
            <ns1:gdLst>
              <ns1:gd name="T0" fmla="*/ 80 w 96"/>
              <ns1:gd name="T1" fmla="*/ 72 h 104"/>
              <ns1:gd name="T2" fmla="*/ 69 w 96"/>
              <ns1:gd name="T3" fmla="*/ 72 h 104"/>
              <ns1:gd name="T4" fmla="*/ 72 w 96"/>
              <ns1:gd name="T5" fmla="*/ 84 h 104"/>
              <ns1:gd name="T6" fmla="*/ 70 w 96"/>
              <ns1:gd name="T7" fmla="*/ 96 h 104"/>
              <ns1:gd name="T8" fmla="*/ 54 w 96"/>
              <ns1:gd name="T9" fmla="*/ 104 h 104"/>
              <ns1:gd name="T10" fmla="*/ 48 w 96"/>
              <ns1:gd name="T11" fmla="*/ 102 h 104"/>
              <ns1:gd name="T12" fmla="*/ 40 w 96"/>
              <ns1:gd name="T13" fmla="*/ 82 h 104"/>
              <ns1:gd name="T14" fmla="*/ 34 w 96"/>
              <ns1:gd name="T15" fmla="*/ 74 h 104"/>
              <ns1:gd name="T16" fmla="*/ 25 w 96"/>
              <ns1:gd name="T17" fmla="*/ 64 h 104"/>
              <ns1:gd name="T18" fmla="*/ 8 w 96"/>
              <ns1:gd name="T19" fmla="*/ 64 h 104"/>
              <ns1:gd name="T20" fmla="*/ 0 w 96"/>
              <ns1:gd name="T21" fmla="*/ 56 h 104"/>
              <ns1:gd name="T22" fmla="*/ 0 w 96"/>
              <ns1:gd name="T23" fmla="*/ 16 h 104"/>
              <ns1:gd name="T24" fmla="*/ 8 w 96"/>
              <ns1:gd name="T25" fmla="*/ 8 h 104"/>
              <ns1:gd name="T26" fmla="*/ 26 w 96"/>
              <ns1:gd name="T27" fmla="*/ 8 h 104"/>
              <ns1:gd name="T28" fmla="*/ 35 w 96"/>
              <ns1:gd name="T29" fmla="*/ 6 h 104"/>
              <ns1:gd name="T30" fmla="*/ 61 w 96"/>
              <ns1:gd name="T31" fmla="*/ 0 h 104"/>
              <ns1:gd name="T32" fmla="*/ 68 w 96"/>
              <ns1:gd name="T33" fmla="*/ 0 h 104"/>
              <ns1:gd name="T34" fmla="*/ 88 w 96"/>
              <ns1:gd name="T35" fmla="*/ 18 h 104"/>
              <ns1:gd name="T36" fmla="*/ 88 w 96"/>
              <ns1:gd name="T37" fmla="*/ 19 h 104"/>
              <ns1:gd name="T38" fmla="*/ 91 w 96"/>
              <ns1:gd name="T39" fmla="*/ 30 h 104"/>
              <ns1:gd name="T40" fmla="*/ 91 w 96"/>
              <ns1:gd name="T41" fmla="*/ 33 h 104"/>
              <ns1:gd name="T42" fmla="*/ 94 w 96"/>
              <ns1:gd name="T43" fmla="*/ 42 h 104"/>
              <ns1:gd name="T44" fmla="*/ 93 w 96"/>
              <ns1:gd name="T45" fmla="*/ 46 h 104"/>
              <ns1:gd name="T46" fmla="*/ 96 w 96"/>
              <ns1:gd name="T47" fmla="*/ 56 h 104"/>
              <ns1:gd name="T48" fmla="*/ 80 w 96"/>
              <ns1:gd name="T49" fmla="*/ 72 h 104"/>
              <ns1:gd name="T50" fmla="*/ 12 w 96"/>
              <ns1:gd name="T51" fmla="*/ 16 h 104"/>
              <ns1:gd name="T52" fmla="*/ 8 w 96"/>
              <ns1:gd name="T53" fmla="*/ 20 h 104"/>
              <ns1:gd name="T54" fmla="*/ 12 w 96"/>
              <ns1:gd name="T55" fmla="*/ 24 h 104"/>
              <ns1:gd name="T56" fmla="*/ 16 w 96"/>
              <ns1:gd name="T57" fmla="*/ 20 h 104"/>
              <ns1:gd name="T58" fmla="*/ 12 w 96"/>
              <ns1:gd name="T59" fmla="*/ 16 h 104"/>
              <ns1:gd name="T60" fmla="*/ 83 w 96"/>
              <ns1:gd name="T61" fmla="*/ 48 h 104"/>
              <ns1:gd name="T62" fmla="*/ 86 w 96"/>
              <ns1:gd name="T63" fmla="*/ 42 h 104"/>
              <ns1:gd name="T64" fmla="*/ 82 w 96"/>
              <ns1:gd name="T65" fmla="*/ 34 h 104"/>
              <ns1:gd name="T66" fmla="*/ 83 w 96"/>
              <ns1:gd name="T67" fmla="*/ 30 h 104"/>
              <ns1:gd name="T68" fmla="*/ 79 w 96"/>
              <ns1:gd name="T69" fmla="*/ 22 h 104"/>
              <ns1:gd name="T70" fmla="*/ 80 w 96"/>
              <ns1:gd name="T71" fmla="*/ 18 h 104"/>
              <ns1:gd name="T72" fmla="*/ 68 w 96"/>
              <ns1:gd name="T73" fmla="*/ 8 h 104"/>
              <ns1:gd name="T74" fmla="*/ 60 w 96"/>
              <ns1:gd name="T75" fmla="*/ 8 h 104"/>
              <ns1:gd name="T76" fmla="*/ 39 w 96"/>
              <ns1:gd name="T77" fmla="*/ 13 h 104"/>
              <ns1:gd name="T78" fmla="*/ 26 w 96"/>
              <ns1:gd name="T79" fmla="*/ 16 h 104"/>
              <ns1:gd name="T80" fmla="*/ 24 w 96"/>
              <ns1:gd name="T81" fmla="*/ 16 h 104"/>
              <ns1:gd name="T82" fmla="*/ 24 w 96"/>
              <ns1:gd name="T83" fmla="*/ 56 h 104"/>
              <ns1:gd name="T84" fmla="*/ 26 w 96"/>
              <ns1:gd name="T85" fmla="*/ 56 h 104"/>
              <ns1:gd name="T86" fmla="*/ 41 w 96"/>
              <ns1:gd name="T87" fmla="*/ 70 h 104"/>
              <ns1:gd name="T88" fmla="*/ 46 w 96"/>
              <ns1:gd name="T89" fmla="*/ 76 h 104"/>
              <ns1:gd name="T90" fmla="*/ 54 w 96"/>
              <ns1:gd name="T91" fmla="*/ 96 h 104"/>
              <ns1:gd name="T92" fmla="*/ 64 w 96"/>
              <ns1:gd name="T93" fmla="*/ 84 h 104"/>
              <ns1:gd name="T94" fmla="*/ 58 w 96"/>
              <ns1:gd name="T95" fmla="*/ 64 h 104"/>
              <ns1:gd name="T96" fmla="*/ 80 w 96"/>
              <ns1:gd name="T97" fmla="*/ 64 h 104"/>
              <ns1:gd name="T98" fmla="*/ 88 w 96"/>
              <ns1:gd name="T99" fmla="*/ 56 h 104"/>
              <ns1:gd name="T100" fmla="*/ 83 w 96"/>
              <ns1:gd name="T101" fmla="*/ 48 h 104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  <ns1:cxn ang="0">
                <ns1:pos x="T32" y="T33"/>
              </ns1:cxn>
              <ns1:cxn ang="0">
                <ns1:pos x="T34" y="T35"/>
              </ns1:cxn>
              <ns1:cxn ang="0">
                <ns1:pos x="T36" y="T37"/>
              </ns1:cxn>
              <ns1:cxn ang="0">
                <ns1:pos x="T38" y="T39"/>
              </ns1:cxn>
              <ns1:cxn ang="0">
                <ns1:pos x="T40" y="T41"/>
              </ns1:cxn>
              <ns1:cxn ang="0">
                <ns1:pos x="T42" y="T43"/>
              </ns1:cxn>
              <ns1:cxn ang="0">
                <ns1:pos x="T44" y="T45"/>
              </ns1:cxn>
              <ns1:cxn ang="0">
                <ns1:pos x="T46" y="T47"/>
              </ns1:cxn>
              <ns1:cxn ang="0">
                <ns1:pos x="T48" y="T49"/>
              </ns1:cxn>
              <ns1:cxn ang="0">
                <ns1:pos x="T50" y="T51"/>
              </ns1:cxn>
              <ns1:cxn ang="0">
                <ns1:pos x="T52" y="T53"/>
              </ns1:cxn>
              <ns1:cxn ang="0">
                <ns1:pos x="T54" y="T55"/>
              </ns1:cxn>
              <ns1:cxn ang="0">
                <ns1:pos x="T56" y="T57"/>
              </ns1:cxn>
              <ns1:cxn ang="0">
                <ns1:pos x="T58" y="T59"/>
              </ns1:cxn>
              <ns1:cxn ang="0">
                <ns1:pos x="T60" y="T61"/>
              </ns1:cxn>
              <ns1:cxn ang="0">
                <ns1:pos x="T62" y="T63"/>
              </ns1:cxn>
              <ns1:cxn ang="0">
                <ns1:pos x="T64" y="T65"/>
              </ns1:cxn>
              <ns1:cxn ang="0">
                <ns1:pos x="T66" y="T67"/>
              </ns1:cxn>
              <ns1:cxn ang="0">
                <ns1:pos x="T68" y="T69"/>
              </ns1:cxn>
              <ns1:cxn ang="0">
                <ns1:pos x="T70" y="T71"/>
              </ns1:cxn>
              <ns1:cxn ang="0">
                <ns1:pos x="T72" y="T73"/>
              </ns1:cxn>
              <ns1:cxn ang="0">
                <ns1:pos x="T74" y="T75"/>
              </ns1:cxn>
              <ns1:cxn ang="0">
                <ns1:pos x="T76" y="T77"/>
              </ns1:cxn>
              <ns1:cxn ang="0">
                <ns1:pos x="T78" y="T79"/>
              </ns1:cxn>
              <ns1:cxn ang="0">
                <ns1:pos x="T80" y="T81"/>
              </ns1:cxn>
              <ns1:cxn ang="0">
                <ns1:pos x="T82" y="T83"/>
              </ns1:cxn>
              <ns1:cxn ang="0">
                <ns1:pos x="T84" y="T85"/>
              </ns1:cxn>
              <ns1:cxn ang="0">
                <ns1:pos x="T86" y="T87"/>
              </ns1:cxn>
              <ns1:cxn ang="0">
                <ns1:pos x="T88" y="T89"/>
              </ns1:cxn>
              <ns1:cxn ang="0">
                <ns1:pos x="T90" y="T91"/>
              </ns1:cxn>
              <ns1:cxn ang="0">
                <ns1:pos x="T92" y="T93"/>
              </ns1:cxn>
              <ns1:cxn ang="0">
                <ns1:pos x="T94" y="T95"/>
              </ns1:cxn>
              <ns1:cxn ang="0">
                <ns1:pos x="T96" y="T97"/>
              </ns1:cxn>
              <ns1:cxn ang="0">
                <ns1:pos x="T98" y="T99"/>
              </ns1:cxn>
              <ns1:cxn ang="0">
                <ns1:pos x="T100" y="T101"/>
              </ns1:cxn>
            </ns1:cxnLst>
            <ns1:rect l="0" t="0" r="r" b="b"/>
            <ns1:pathLst>
              <ns1:path w="96" h="104">
                <ns1:moveTo>
                  <ns1:pt x="80" y="72"/>
                </ns1:moveTo>
                <ns1:cubicBezTo>
                  <ns1:pt x="69" y="72"/>
                  <ns1:pt x="69" y="72"/>
                  <ns1:pt x="69" y="72"/>
                </ns1:cubicBezTo>
                <ns1:cubicBezTo>
                  <ns1:pt x="71" y="76"/>
                  <ns1:pt x="72" y="80"/>
                  <ns1:pt x="72" y="84"/>
                </ns1:cubicBezTo>
                <ns1:cubicBezTo>
                  <ns1:pt x="72" y="88"/>
                  <ns1:pt x="72" y="92"/>
                  <ns1:pt x="70" y="96"/>
                </ns1:cubicBezTo>
                <ns1:cubicBezTo>
                  <ns1:pt x="67" y="102"/>
                  <ns1:pt x="61" y="104"/>
                  <ns1:pt x="54" y="104"/>
                </ns1:cubicBezTo>
                <ns1:cubicBezTo>
                  <ns1:pt x="52" y="104"/>
                  <ns1:pt x="50" y="103"/>
                  <ns1:pt x="48" y="102"/>
                </ns1:cubicBezTo>
                <ns1:cubicBezTo>
                  <ns1:pt x="42" y="95"/>
                  <ns1:pt x="44" y="86"/>
                  <ns1:pt x="40" y="82"/>
                </ns1:cubicBezTo>
                <ns1:cubicBezTo>
                  <ns1:pt x="38" y="79"/>
                  <ns1:pt x="36" y="76"/>
                  <ns1:pt x="34" y="74"/>
                </ns1:cubicBezTo>
                <ns1:cubicBezTo>
                  <ns1:pt x="32" y="71"/>
                  <ns1:pt x="28" y="66"/>
                  <ns1:pt x="25" y="64"/>
                </ns1:cubicBezTo>
                <ns1:cubicBezTo>
                  <ns1:pt x="8" y="64"/>
                  <ns1:pt x="8" y="64"/>
                  <ns1:pt x="8" y="64"/>
                </ns1:cubicBezTo>
                <ns1:cubicBezTo>
                  <ns1:pt x="4" y="64"/>
                  <ns1:pt x="0" y="60"/>
                  <ns1:pt x="0" y="56"/>
                </ns1:cubicBezTo>
                <ns1:cubicBezTo>
                  <ns1:pt x="0" y="16"/>
                  <ns1:pt x="0" y="16"/>
                  <ns1:pt x="0" y="16"/>
                </ns1:cubicBezTo>
                <ns1:cubicBezTo>
                  <ns1:pt x="0" y="12"/>
                  <ns1:pt x="4" y="8"/>
                  <ns1:pt x="8" y="8"/>
                </ns1:cubicBezTo>
                <ns1:cubicBezTo>
                  <ns1:pt x="26" y="8"/>
                  <ns1:pt x="26" y="8"/>
                  <ns1:pt x="26" y="8"/>
                </ns1:cubicBezTo>
                <ns1:cubicBezTo>
                  <ns1:pt x="28" y="8"/>
                  <ns1:pt x="33" y="6"/>
                  <ns1:pt x="35" y="6"/>
                </ns1:cubicBezTo>
                <ns1:cubicBezTo>
                  <ns1:pt x="44" y="2"/>
                  <ns1:pt x="52" y="0"/>
                  <ns1:pt x="61" y="0"/>
                </ns1:cubicBezTo>
                <ns1:cubicBezTo>
                  <ns1:pt x="68" y="0"/>
                  <ns1:pt x="68" y="0"/>
                  <ns1:pt x="68" y="0"/>
                </ns1:cubicBezTo>
                <ns1:cubicBezTo>
                  <ns1:pt x="80" y="0"/>
                  <ns1:pt x="88" y="7"/>
                  <ns1:pt x="88" y="18"/>
                </ns1:cubicBezTo>
                <ns1:cubicBezTo>
                  <ns1:pt x="88" y="19"/>
                  <ns1:pt x="88" y="19"/>
                  <ns1:pt x="88" y="19"/>
                </ns1:cubicBezTo>
                <ns1:cubicBezTo>
                  <ns1:pt x="90" y="22"/>
                  <ns1:pt x="91" y="26"/>
                  <ns1:pt x="91" y="30"/>
                </ns1:cubicBezTo>
                <ns1:cubicBezTo>
                  <ns1:pt x="91" y="31"/>
                  <ns1:pt x="91" y="32"/>
                  <ns1:pt x="91" y="33"/>
                </ns1:cubicBezTo>
                <ns1:cubicBezTo>
                  <ns1:pt x="93" y="35"/>
                  <ns1:pt x="94" y="38"/>
                  <ns1:pt x="94" y="42"/>
                </ns1:cubicBezTo>
                <ns1:cubicBezTo>
                  <ns1:pt x="94" y="43"/>
                  <ns1:pt x="93" y="44"/>
                  <ns1:pt x="93" y="46"/>
                </ns1:cubicBezTo>
                <ns1:cubicBezTo>
                  <ns1:pt x="95" y="49"/>
                  <ns1:pt x="96" y="52"/>
                  <ns1:pt x="96" y="56"/>
                </ns1:cubicBezTo>
                <ns1:cubicBezTo>
                  <ns1:pt x="96" y="65"/>
                  <ns1:pt x="89" y="72"/>
                  <ns1:pt x="80" y="72"/>
                </ns1:cubicBezTo>
                <ns1:close/>
                <ns1:moveTo>
                  <ns1:pt x="12" y="16"/>
                </ns1:moveTo>
                <ns1:cubicBezTo>
                  <ns1:pt x="10" y="16"/>
                  <ns1:pt x="8" y="18"/>
                  <ns1:pt x="8" y="20"/>
                </ns1:cubicBezTo>
                <ns1:cubicBezTo>
                  <ns1:pt x="8" y="22"/>
                  <ns1:pt x="10" y="24"/>
                  <ns1:pt x="12" y="24"/>
                </ns1:cubicBezTo>
                <ns1:cubicBezTo>
                  <ns1:pt x="14" y="24"/>
                  <ns1:pt x="16" y="22"/>
                  <ns1:pt x="16" y="20"/>
                </ns1:cubicBezTo>
                <ns1:cubicBezTo>
                  <ns1:pt x="16" y="18"/>
                  <ns1:pt x="14" y="16"/>
                  <ns1:pt x="12" y="16"/>
                </ns1:cubicBezTo>
                <ns1:close/>
                <ns1:moveTo>
                  <ns1:pt x="83" y="48"/>
                </ns1:moveTo>
                <ns1:cubicBezTo>
                  <ns1:pt x="85" y="46"/>
                  <ns1:pt x="86" y="44"/>
                  <ns1:pt x="86" y="42"/>
                </ns1:cubicBezTo>
                <ns1:cubicBezTo>
                  <ns1:pt x="86" y="39"/>
                  <ns1:pt x="84" y="36"/>
                  <ns1:pt x="82" y="34"/>
                </ns1:cubicBezTo>
                <ns1:cubicBezTo>
                  <ns1:pt x="83" y="33"/>
                  <ns1:pt x="83" y="31"/>
                  <ns1:pt x="83" y="30"/>
                </ns1:cubicBezTo>
                <ns1:cubicBezTo>
                  <ns1:pt x="83" y="27"/>
                  <ns1:pt x="82" y="23"/>
                  <ns1:pt x="79" y="22"/>
                </ns1:cubicBezTo>
                <ns1:cubicBezTo>
                  <ns1:pt x="80" y="21"/>
                  <ns1:pt x="80" y="20"/>
                  <ns1:pt x="80" y="18"/>
                </ns1:cubicBezTo>
                <ns1:cubicBezTo>
                  <ns1:pt x="80" y="11"/>
                  <ns1:pt x="75" y="8"/>
                  <ns1:pt x="68" y="8"/>
                </ns1:cubicBezTo>
                <ns1:cubicBezTo>
                  <ns1:pt x="60" y="8"/>
                  <ns1:pt x="60" y="8"/>
                  <ns1:pt x="60" y="8"/>
                </ns1:cubicBezTo>
                <ns1:cubicBezTo>
                  <ns1:pt x="53" y="8"/>
                  <ns1:pt x="46" y="10"/>
                  <ns1:pt x="39" y="13"/>
                </ns1:cubicBezTo>
                <ns1:cubicBezTo>
                  <ns1:pt x="35" y="14"/>
                  <ns1:pt x="30" y="16"/>
                  <ns1:pt x="26" y="16"/>
                </ns1:cubicBezTo>
                <ns1:cubicBezTo>
                  <ns1:pt x="24" y="16"/>
                  <ns1:pt x="24" y="16"/>
                  <ns1:pt x="24" y="16"/>
                </ns1:cubicBezTo>
                <ns1:cubicBezTo>
                  <ns1:pt x="24" y="56"/>
                  <ns1:pt x="24" y="56"/>
                  <ns1:pt x="24" y="56"/>
                </ns1:cubicBezTo>
                <ns1:cubicBezTo>
                  <ns1:pt x="26" y="56"/>
                  <ns1:pt x="26" y="56"/>
                  <ns1:pt x="26" y="56"/>
                </ns1:cubicBezTo>
                <ns1:cubicBezTo>
                  <ns1:pt x="31" y="56"/>
                  <ns1:pt x="38" y="67"/>
                  <ns1:pt x="41" y="70"/>
                </ns1:cubicBezTo>
                <ns1:cubicBezTo>
                  <ns1:pt x="43" y="72"/>
                  <ns1:pt x="44" y="74"/>
                  <ns1:pt x="46" y="76"/>
                </ns1:cubicBezTo>
                <ns1:cubicBezTo>
                  <ns1:pt x="52" y="82"/>
                  <ns1:pt x="50" y="92"/>
                  <ns1:pt x="54" y="96"/>
                </ns1:cubicBezTo>
                <ns1:cubicBezTo>
                  <ns1:pt x="63" y="96"/>
                  <ns1:pt x="64" y="91"/>
                  <ns1:pt x="64" y="84"/>
                </ns1:cubicBezTo>
                <ns1:cubicBezTo>
                  <ns1:pt x="64" y="77"/>
                  <ns1:pt x="58" y="71"/>
                  <ns1:pt x="58" y="64"/>
                </ns1:cubicBezTo>
                <ns1:cubicBezTo>
                  <ns1:pt x="80" y="64"/>
                  <ns1:pt x="80" y="64"/>
                  <ns1:pt x="80" y="64"/>
                </ns1:cubicBezTo>
                <ns1:cubicBezTo>
                  <ns1:pt x="84" y="64"/>
                  <ns1:pt x="88" y="60"/>
                  <ns1:pt x="88" y="56"/>
                </ns1:cubicBezTo>
                <ns1:cubicBezTo>
                  <ns1:pt x="88" y="54"/>
                  <ns1:pt x="86" y="48"/>
                  <ns1:pt x="83" y="48"/>
                </ns1:cubicBezTo>
                <ns1:close/>
              </ns1:path>
            </ns1:pathLst>
          </ns1:custGeom>
          <ns1:solidFill>
            <ns1:srgbClr val="010101"/>
          </ns1:solidFill>
          <ns1:ln>
            <ns1:noFill/>
          </ns1:ln>
          <ns1:extLst>
            <ns1:ext uri="{91240B29-F687-4F45-9708-019B960494DF}">
              <ns2:hiddenLine w="9525">
                <ns1:solidFill>
                  <ns1:srgbClr val="000000"/>
                </ns1:solidFill>
                <ns1:round/>
                <ns1:headEnd/>
                <ns1:tailEnd/>
              </ns2:hiddenLine>
            </ns1:ext>
          </ns1:extLst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en-US" sz="2700"/>
          </ns1:p>
        </ns0:txBody>
      </ns0:sp>
      <ns0:sp>
        <ns0:nvSpPr>
          <ns0:cNvPr id="132" name="Freeform 130"/>
          <ns0:cNvSpPr>
            <ns1:spLocks noEditPoints="1"/>
          </ns0:cNvSpPr>
          <ns0:nvPr/>
        </ns0:nvSpPr>
        <ns0:spPr bwMode="auto">
          <ns1:xfrm>
            <ns1:off x="9429751" y="3619502"/>
            <ns1:ext cx="420688" cy="360363"/>
          </ns1:xfrm>
          <ns1:custGeom>
            <ns1:avLst/>
            <ns1:gdLst>
              <ns1:gd name="T0" fmla="*/ 97 w 112"/>
              <ns1:gd name="T1" fmla="*/ 57 h 96"/>
              <ns1:gd name="T2" fmla="*/ 59 w 112"/>
              <ns1:gd name="T3" fmla="*/ 95 h 96"/>
              <ns1:gd name="T4" fmla="*/ 56 w 112"/>
              <ns1:gd name="T5" fmla="*/ 96 h 96"/>
              <ns1:gd name="T6" fmla="*/ 53 w 112"/>
              <ns1:gd name="T7" fmla="*/ 95 h 96"/>
              <ns1:gd name="T8" fmla="*/ 14 w 112"/>
              <ns1:gd name="T9" fmla="*/ 57 h 96"/>
              <ns1:gd name="T10" fmla="*/ 0 w 112"/>
              <ns1:gd name="T11" fmla="*/ 29 h 96"/>
              <ns1:gd name="T12" fmla="*/ 30 w 112"/>
              <ns1:gd name="T13" fmla="*/ 0 h 96"/>
              <ns1:gd name="T14" fmla="*/ 56 w 112"/>
              <ns1:gd name="T15" fmla="*/ 14 h 96"/>
              <ns1:gd name="T16" fmla="*/ 82 w 112"/>
              <ns1:gd name="T17" fmla="*/ 0 h 96"/>
              <ns1:gd name="T18" fmla="*/ 112 w 112"/>
              <ns1:gd name="T19" fmla="*/ 29 h 96"/>
              <ns1:gd name="T20" fmla="*/ 97 w 112"/>
              <ns1:gd name="T21" fmla="*/ 57 h 96"/>
              <ns1:gd name="T22" fmla="*/ 82 w 112"/>
              <ns1:gd name="T23" fmla="*/ 8 h 96"/>
              <ns1:gd name="T24" fmla="*/ 59 w 112"/>
              <ns1:gd name="T25" fmla="*/ 22 h 96"/>
              <ns1:gd name="T26" fmla="*/ 53 w 112"/>
              <ns1:gd name="T27" fmla="*/ 22 h 96"/>
              <ns1:gd name="T28" fmla="*/ 30 w 112"/>
              <ns1:gd name="T29" fmla="*/ 8 h 96"/>
              <ns1:gd name="T30" fmla="*/ 8 w 112"/>
              <ns1:gd name="T31" fmla="*/ 29 h 96"/>
              <ns1:gd name="T32" fmla="*/ 20 w 112"/>
              <ns1:gd name="T33" fmla="*/ 51 h 96"/>
              <ns1:gd name="T34" fmla="*/ 56 w 112"/>
              <ns1:gd name="T35" fmla="*/ 86 h 96"/>
              <ns1:gd name="T36" fmla="*/ 92 w 112"/>
              <ns1:gd name="T37" fmla="*/ 51 h 96"/>
              <ns1:gd name="T38" fmla="*/ 104 w 112"/>
              <ns1:gd name="T39" fmla="*/ 29 h 96"/>
              <ns1:gd name="T40" fmla="*/ 82 w 112"/>
              <ns1:gd name="T41" fmla="*/ 8 h 96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  <ns1:cxn ang="0">
                <ns1:pos x="T32" y="T33"/>
              </ns1:cxn>
              <ns1:cxn ang="0">
                <ns1:pos x="T34" y="T35"/>
              </ns1:cxn>
              <ns1:cxn ang="0">
                <ns1:pos x="T36" y="T37"/>
              </ns1:cxn>
              <ns1:cxn ang="0">
                <ns1:pos x="T38" y="T39"/>
              </ns1:cxn>
              <ns1:cxn ang="0">
                <ns1:pos x="T40" y="T41"/>
              </ns1:cxn>
            </ns1:cxnLst>
            <ns1:rect l="0" t="0" r="r" b="b"/>
            <ns1:pathLst>
              <ns1:path w="112" h="96">
                <ns1:moveTo>
                  <ns1:pt x="97" y="57"/>
                </ns1:moveTo>
                <ns1:cubicBezTo>
                  <ns1:pt x="59" y="95"/>
                  <ns1:pt x="59" y="95"/>
                  <ns1:pt x="59" y="95"/>
                </ns1:cubicBezTo>
                <ns1:cubicBezTo>
                  <ns1:pt x="58" y="96"/>
                  <ns1:pt x="57" y="96"/>
                  <ns1:pt x="56" y="96"/>
                </ns1:cubicBezTo>
                <ns1:cubicBezTo>
                  <ns1:pt x="55" y="96"/>
                  <ns1:pt x="54" y="96"/>
                  <ns1:pt x="53" y="95"/>
                </ns1:cubicBezTo>
                <ns1:cubicBezTo>
                  <ns1:pt x="14" y="57"/>
                  <ns1:pt x="14" y="57"/>
                  <ns1:pt x="14" y="57"/>
                </ns1:cubicBezTo>
                <ns1:cubicBezTo>
                  <ns1:pt x="14" y="57"/>
                  <ns1:pt x="0" y="44"/>
                  <ns1:pt x="0" y="29"/>
                </ns1:cubicBezTo>
                <ns1:cubicBezTo>
                  <ns1:pt x="0" y="11"/>
                  <ns1:pt x="11" y="0"/>
                  <ns1:pt x="30" y="0"/>
                </ns1:cubicBezTo>
                <ns1:cubicBezTo>
                  <ns1:pt x="41" y="0"/>
                  <ns1:pt x="51" y="9"/>
                  <ns1:pt x="56" y="14"/>
                </ns1:cubicBezTo>
                <ns1:cubicBezTo>
                  <ns1:pt x="61" y="9"/>
                  <ns1:pt x="71" y="0"/>
                  <ns1:pt x="82" y="0"/>
                </ns1:cubicBezTo>
                <ns1:cubicBezTo>
                  <ns1:pt x="101" y="0"/>
                  <ns1:pt x="112" y="11"/>
                  <ns1:pt x="112" y="29"/>
                </ns1:cubicBezTo>
                <ns1:cubicBezTo>
                  <ns1:pt x="112" y="44"/>
                  <ns1:pt x="98" y="57"/>
                  <ns1:pt x="97" y="57"/>
                </ns1:cubicBezTo>
                <ns1:close/>
                <ns1:moveTo>
                  <ns1:pt x="82" y="8"/>
                </ns1:moveTo>
                <ns1:cubicBezTo>
                  <ns1:pt x="73" y="8"/>
                  <ns1:pt x="62" y="18"/>
                  <ns1:pt x="59" y="22"/>
                </ns1:cubicBezTo>
                <ns1:cubicBezTo>
                  <ns1:pt x="57" y="24"/>
                  <ns1:pt x="54" y="24"/>
                  <ns1:pt x="53" y="22"/>
                </ns1:cubicBezTo>
                <ns1:cubicBezTo>
                  <ns1:pt x="50" y="18"/>
                  <ns1:pt x="39" y="8"/>
                  <ns1:pt x="30" y="8"/>
                </ns1:cubicBezTo>
                <ns1:cubicBezTo>
                  <ns1:pt x="20" y="8"/>
                  <ns1:pt x="8" y="12"/>
                  <ns1:pt x="8" y="29"/>
                </ns1:cubicBezTo>
                <ns1:cubicBezTo>
                  <ns1:pt x="8" y="41"/>
                  <ns1:pt x="19" y="51"/>
                  <ns1:pt x="20" y="51"/>
                </ns1:cubicBezTo>
                <ns1:cubicBezTo>
                  <ns1:pt x="56" y="86"/>
                  <ns1:pt x="56" y="86"/>
                  <ns1:pt x="56" y="86"/>
                </ns1:cubicBezTo>
                <ns1:cubicBezTo>
                  <ns1:pt x="92" y="51"/>
                  <ns1:pt x="92" y="51"/>
                  <ns1:pt x="92" y="51"/>
                </ns1:cubicBezTo>
                <ns1:cubicBezTo>
                  <ns1:pt x="92" y="51"/>
                  <ns1:pt x="104" y="41"/>
                  <ns1:pt x="104" y="29"/>
                </ns1:cubicBezTo>
                <ns1:cubicBezTo>
                  <ns1:pt x="104" y="12"/>
                  <ns1:pt x="92" y="8"/>
                  <ns1:pt x="82" y="8"/>
                </ns1:cubicBezTo>
                <ns1:close/>
              </ns1:path>
            </ns1:pathLst>
          </ns1:custGeom>
          <ns1:solidFill>
            <ns1:srgbClr val="010101"/>
          </ns1:solidFill>
          <ns1:ln>
            <ns1:noFill/>
          </ns1:ln>
          <ns1:extLst>
            <ns1:ext uri="{91240B29-F687-4F45-9708-019B960494DF}">
              <ns2:hiddenLine w="9525">
                <ns1:solidFill>
                  <ns1:srgbClr val="000000"/>
                </ns1:solidFill>
                <ns1:round/>
                <ns1:headEnd/>
                <ns1:tailEnd/>
              </ns2:hiddenLine>
            </ns1:ext>
          </ns1:extLst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en-US" sz="2700"/>
          </ns1:p>
        </ns0:txBody>
      </ns0:sp>
      <ns0:sp>
        <ns0:nvSpPr>
          <ns0:cNvPr id="133" name="Freeform 131"/>
          <ns0:cNvSpPr>
            <ns1:spLocks noEditPoints="1"/>
          </ns0:cNvSpPr>
          <ns0:nvPr/>
        </ns0:nvSpPr>
        <ns0:spPr bwMode="auto">
          <ns1:xfrm>
            <ns1:off x="10090151" y="3648077"/>
            <ns1:ext cx="368300" cy="301625"/>
          </ns1:xfrm>
          <ns1:custGeom>
            <ns1:avLst/>
            <ns1:gdLst>
              <ns1:gd name="T0" fmla="*/ 38 w 98"/>
              <ns1:gd name="T1" fmla="*/ 80 h 80"/>
              <ns1:gd name="T2" fmla="*/ 18 w 98"/>
              <ns1:gd name="T3" fmla="*/ 80 h 80"/>
              <ns1:gd name="T4" fmla="*/ 0 w 98"/>
              <ns1:gd name="T5" fmla="*/ 62 h 80"/>
              <ns1:gd name="T6" fmla="*/ 0 w 98"/>
              <ns1:gd name="T7" fmla="*/ 18 h 80"/>
              <ns1:gd name="T8" fmla="*/ 18 w 98"/>
              <ns1:gd name="T9" fmla="*/ 0 h 80"/>
              <ns1:gd name="T10" fmla="*/ 38 w 98"/>
              <ns1:gd name="T11" fmla="*/ 0 h 80"/>
              <ns1:gd name="T12" fmla="*/ 40 w 98"/>
              <ns1:gd name="T13" fmla="*/ 2 h 80"/>
              <ns1:gd name="T14" fmla="*/ 38 w 98"/>
              <ns1:gd name="T15" fmla="*/ 8 h 80"/>
              <ns1:gd name="T16" fmla="*/ 18 w 98"/>
              <ns1:gd name="T17" fmla="*/ 8 h 80"/>
              <ns1:gd name="T18" fmla="*/ 8 w 98"/>
              <ns1:gd name="T19" fmla="*/ 18 h 80"/>
              <ns1:gd name="T20" fmla="*/ 8 w 98"/>
              <ns1:gd name="T21" fmla="*/ 62 h 80"/>
              <ns1:gd name="T22" fmla="*/ 18 w 98"/>
              <ns1:gd name="T23" fmla="*/ 72 h 80"/>
              <ns1:gd name="T24" fmla="*/ 36 w 98"/>
              <ns1:gd name="T25" fmla="*/ 72 h 80"/>
              <ns1:gd name="T26" fmla="*/ 40 w 98"/>
              <ns1:gd name="T27" fmla="*/ 74 h 80"/>
              <ns1:gd name="T28" fmla="*/ 38 w 98"/>
              <ns1:gd name="T29" fmla="*/ 80 h 80"/>
              <ns1:gd name="T30" fmla="*/ 97 w 98"/>
              <ns1:gd name="T31" fmla="*/ 43 h 80"/>
              <ns1:gd name="T32" fmla="*/ 63 w 98"/>
              <ns1:gd name="T33" fmla="*/ 77 h 80"/>
              <ns1:gd name="T34" fmla="*/ 60 w 98"/>
              <ns1:gd name="T35" fmla="*/ 78 h 80"/>
              <ns1:gd name="T36" fmla="*/ 56 w 98"/>
              <ns1:gd name="T37" fmla="*/ 74 h 80"/>
              <ns1:gd name="T38" fmla="*/ 56 w 98"/>
              <ns1:gd name="T39" fmla="*/ 56 h 80"/>
              <ns1:gd name="T40" fmla="*/ 28 w 98"/>
              <ns1:gd name="T41" fmla="*/ 56 h 80"/>
              <ns1:gd name="T42" fmla="*/ 24 w 98"/>
              <ns1:gd name="T43" fmla="*/ 52 h 80"/>
              <ns1:gd name="T44" fmla="*/ 24 w 98"/>
              <ns1:gd name="T45" fmla="*/ 28 h 80"/>
              <ns1:gd name="T46" fmla="*/ 28 w 98"/>
              <ns1:gd name="T47" fmla="*/ 24 h 80"/>
              <ns1:gd name="T48" fmla="*/ 56 w 98"/>
              <ns1:gd name="T49" fmla="*/ 24 h 80"/>
              <ns1:gd name="T50" fmla="*/ 56 w 98"/>
              <ns1:gd name="T51" fmla="*/ 6 h 80"/>
              <ns1:gd name="T52" fmla="*/ 60 w 98"/>
              <ns1:gd name="T53" fmla="*/ 2 h 80"/>
              <ns1:gd name="T54" fmla="*/ 63 w 98"/>
              <ns1:gd name="T55" fmla="*/ 3 h 80"/>
              <ns1:gd name="T56" fmla="*/ 97 w 98"/>
              <ns1:gd name="T57" fmla="*/ 37 h 80"/>
              <ns1:gd name="T58" fmla="*/ 98 w 98"/>
              <ns1:gd name="T59" fmla="*/ 40 h 80"/>
              <ns1:gd name="T60" fmla="*/ 97 w 98"/>
              <ns1:gd name="T61" fmla="*/ 43 h 80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  <ns1:cxn ang="0">
                <ns1:pos x="T32" y="T33"/>
              </ns1:cxn>
              <ns1:cxn ang="0">
                <ns1:pos x="T34" y="T35"/>
              </ns1:cxn>
              <ns1:cxn ang="0">
                <ns1:pos x="T36" y="T37"/>
              </ns1:cxn>
              <ns1:cxn ang="0">
                <ns1:pos x="T38" y="T39"/>
              </ns1:cxn>
              <ns1:cxn ang="0">
                <ns1:pos x="T40" y="T41"/>
              </ns1:cxn>
              <ns1:cxn ang="0">
                <ns1:pos x="T42" y="T43"/>
              </ns1:cxn>
              <ns1:cxn ang="0">
                <ns1:pos x="T44" y="T45"/>
              </ns1:cxn>
              <ns1:cxn ang="0">
                <ns1:pos x="T46" y="T47"/>
              </ns1:cxn>
              <ns1:cxn ang="0">
                <ns1:pos x="T48" y="T49"/>
              </ns1:cxn>
              <ns1:cxn ang="0">
                <ns1:pos x="T50" y="T51"/>
              </ns1:cxn>
              <ns1:cxn ang="0">
                <ns1:pos x="T52" y="T53"/>
              </ns1:cxn>
              <ns1:cxn ang="0">
                <ns1:pos x="T54" y="T55"/>
              </ns1:cxn>
              <ns1:cxn ang="0">
                <ns1:pos x="T56" y="T57"/>
              </ns1:cxn>
              <ns1:cxn ang="0">
                <ns1:pos x="T58" y="T59"/>
              </ns1:cxn>
              <ns1:cxn ang="0">
                <ns1:pos x="T60" y="T61"/>
              </ns1:cxn>
            </ns1:cxnLst>
            <ns1:rect l="0" t="0" r="r" b="b"/>
            <ns1:pathLst>
              <ns1:path w="98" h="80">
                <ns1:moveTo>
                  <ns1:pt x="38" y="80"/>
                </ns1:moveTo>
                <ns1:cubicBezTo>
                  <ns1:pt x="18" y="80"/>
                  <ns1:pt x="18" y="80"/>
                  <ns1:pt x="18" y="80"/>
                </ns1:cubicBezTo>
                <ns1:cubicBezTo>
                  <ns1:pt x="8" y="80"/>
                  <ns1:pt x="0" y="72"/>
                  <ns1:pt x="0" y="62"/>
                </ns1:cubicBezTo>
                <ns1:cubicBezTo>
                  <ns1:pt x="0" y="18"/>
                  <ns1:pt x="0" y="18"/>
                  <ns1:pt x="0" y="18"/>
                </ns1:cubicBezTo>
                <ns1:cubicBezTo>
                  <ns1:pt x="0" y="8"/>
                  <ns1:pt x="8" y="0"/>
                  <ns1:pt x="18" y="0"/>
                </ns1:cubicBezTo>
                <ns1:cubicBezTo>
                  <ns1:pt x="38" y="0"/>
                  <ns1:pt x="38" y="0"/>
                  <ns1:pt x="38" y="0"/>
                </ns1:cubicBezTo>
                <ns1:cubicBezTo>
                  <ns1:pt x="39" y="0"/>
                  <ns1:pt x="40" y="1"/>
                  <ns1:pt x="40" y="2"/>
                </ns1:cubicBezTo>
                <ns1:cubicBezTo>
                  <ns1:pt x="40" y="4"/>
                  <ns1:pt x="41" y="8"/>
                  <ns1:pt x="38" y="8"/>
                </ns1:cubicBezTo>
                <ns1:cubicBezTo>
                  <ns1:pt x="18" y="8"/>
                  <ns1:pt x="18" y="8"/>
                  <ns1:pt x="18" y="8"/>
                </ns1:cubicBezTo>
                <ns1:cubicBezTo>
                  <ns1:pt x="13" y="8"/>
                  <ns1:pt x="8" y="13"/>
                  <ns1:pt x="8" y="18"/>
                </ns1:cubicBezTo>
                <ns1:cubicBezTo>
                  <ns1:pt x="8" y="62"/>
                  <ns1:pt x="8" y="62"/>
                  <ns1:pt x="8" y="62"/>
                </ns1:cubicBezTo>
                <ns1:cubicBezTo>
                  <ns1:pt x="8" y="67"/>
                  <ns1:pt x="13" y="72"/>
                  <ns1:pt x="18" y="72"/>
                </ns1:cubicBezTo>
                <ns1:cubicBezTo>
                  <ns1:pt x="36" y="72"/>
                  <ns1:pt x="36" y="72"/>
                  <ns1:pt x="36" y="72"/>
                </ns1:cubicBezTo>
                <ns1:cubicBezTo>
                  <ns1:pt x="38" y="72"/>
                  <ns1:pt x="40" y="72"/>
                  <ns1:pt x="40" y="74"/>
                </ns1:cubicBezTo>
                <ns1:cubicBezTo>
                  <ns1:pt x="40" y="76"/>
                  <ns1:pt x="41" y="80"/>
                  <ns1:pt x="38" y="80"/>
                </ns1:cubicBezTo>
                <ns1:close/>
                <ns1:moveTo>
                  <ns1:pt x="97" y="43"/>
                </ns1:moveTo>
                <ns1:cubicBezTo>
                  <ns1:pt x="63" y="77"/>
                  <ns1:pt x="63" y="77"/>
                  <ns1:pt x="63" y="77"/>
                </ns1:cubicBezTo>
                <ns1:cubicBezTo>
                  <ns1:pt x="62" y="78"/>
                  <ns1:pt x="61" y="78"/>
                  <ns1:pt x="60" y="78"/>
                </ns1:cubicBezTo>
                <ns1:cubicBezTo>
                  <ns1:pt x="58" y="78"/>
                  <ns1:pt x="56" y="76"/>
                  <ns1:pt x="56" y="74"/>
                </ns1:cubicBezTo>
                <ns1:cubicBezTo>
                  <ns1:pt x="56" y="56"/>
                  <ns1:pt x="56" y="56"/>
                  <ns1:pt x="56" y="56"/>
                </ns1:cubicBezTo>
                <ns1:cubicBezTo>
                  <ns1:pt x="28" y="56"/>
                  <ns1:pt x="28" y="56"/>
                  <ns1:pt x="28" y="56"/>
                </ns1:cubicBezTo>
                <ns1:cubicBezTo>
                  <ns1:pt x="26" y="56"/>
                  <ns1:pt x="24" y="54"/>
                  <ns1:pt x="24" y="52"/>
                </ns1:cubicBezTo>
                <ns1:cubicBezTo>
                  <ns1:pt x="24" y="28"/>
                  <ns1:pt x="24" y="28"/>
                  <ns1:pt x="24" y="28"/>
                </ns1:cubicBezTo>
                <ns1:cubicBezTo>
                  <ns1:pt x="24" y="26"/>
                  <ns1:pt x="26" y="24"/>
                  <ns1:pt x="28" y="24"/>
                </ns1:cubicBezTo>
                <ns1:cubicBezTo>
                  <ns1:pt x="56" y="24"/>
                  <ns1:pt x="56" y="24"/>
                  <ns1:pt x="56" y="24"/>
                </ns1:cubicBezTo>
                <ns1:cubicBezTo>
                  <ns1:pt x="56" y="6"/>
                  <ns1:pt x="56" y="6"/>
                  <ns1:pt x="56" y="6"/>
                </ns1:cubicBezTo>
                <ns1:cubicBezTo>
                  <ns1:pt x="56" y="4"/>
                  <ns1:pt x="58" y="2"/>
                  <ns1:pt x="60" y="2"/>
                </ns1:cubicBezTo>
                <ns1:cubicBezTo>
                  <ns1:pt x="61" y="2"/>
                  <ns1:pt x="62" y="2"/>
                  <ns1:pt x="63" y="3"/>
                </ns1:cubicBezTo>
                <ns1:cubicBezTo>
                  <ns1:pt x="97" y="37"/>
                  <ns1:pt x="97" y="37"/>
                  <ns1:pt x="97" y="37"/>
                </ns1:cubicBezTo>
                <ns1:cubicBezTo>
                  <ns1:pt x="98" y="38"/>
                  <ns1:pt x="98" y="39"/>
                  <ns1:pt x="98" y="40"/>
                </ns1:cubicBezTo>
                <ns1:cubicBezTo>
                  <ns1:pt x="98" y="41"/>
                  <ns1:pt x="98" y="42"/>
                  <ns1:pt x="97" y="43"/>
                </ns1:cubicBezTo>
                <ns1:close/>
              </ns1:path>
            </ns1:pathLst>
          </ns1:custGeom>
          <ns1:solidFill>
            <ns1:srgbClr val="010101"/>
          </ns1:solidFill>
          <ns1:ln>
            <ns1:noFill/>
          </ns1:ln>
          <ns1:extLst>
            <ns1:ext uri="{91240B29-F687-4F45-9708-019B960494DF}">
              <ns2:hiddenLine w="9525">
                <ns1:solidFill>
                  <ns1:srgbClr val="000000"/>
                </ns1:solidFill>
                <ns1:round/>
                <ns1:headEnd/>
                <ns1:tailEnd/>
              </ns2:hiddenLine>
            </ns1:ext>
          </ns1:extLst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en-US" sz="2700"/>
          </ns1:p>
        </ns0:txBody>
      </ns0:sp>
      <ns0:sp>
        <ns0:nvSpPr>
          <ns0:cNvPr id="134" name="Freeform 132"/>
          <ns0:cNvSpPr>
            <ns1:spLocks noEditPoints="1"/>
          </ns0:cNvSpPr>
          <ns0:nvPr/>
        </ns0:nvSpPr>
        <ns0:spPr bwMode="auto">
          <ns1:xfrm>
            <ns1:off x="10750552" y="3619502"/>
            <ns1:ext cx="360363" cy="360363"/>
          </ns1:xfrm>
          <ns1:custGeom>
            <ns1:avLst/>
            <ns1:gdLst>
              <ns1:gd name="T0" fmla="*/ 96 w 96"/>
              <ns1:gd name="T1" fmla="*/ 78 h 96"/>
              <ns1:gd name="T2" fmla="*/ 78 w 96"/>
              <ns1:gd name="T3" fmla="*/ 96 h 96"/>
              <ns1:gd name="T4" fmla="*/ 18 w 96"/>
              <ns1:gd name="T5" fmla="*/ 96 h 96"/>
              <ns1:gd name="T6" fmla="*/ 0 w 96"/>
              <ns1:gd name="T7" fmla="*/ 78 h 96"/>
              <ns1:gd name="T8" fmla="*/ 0 w 96"/>
              <ns1:gd name="T9" fmla="*/ 18 h 96"/>
              <ns1:gd name="T10" fmla="*/ 18 w 96"/>
              <ns1:gd name="T11" fmla="*/ 0 h 96"/>
              <ns1:gd name="T12" fmla="*/ 78 w 96"/>
              <ns1:gd name="T13" fmla="*/ 0 h 96"/>
              <ns1:gd name="T14" fmla="*/ 96 w 96"/>
              <ns1:gd name="T15" fmla="*/ 18 h 96"/>
              <ns1:gd name="T16" fmla="*/ 96 w 96"/>
              <ns1:gd name="T17" fmla="*/ 78 h 96"/>
              <ns1:gd name="T18" fmla="*/ 22 w 96"/>
              <ns1:gd name="T19" fmla="*/ 16 h 96"/>
              <ns1:gd name="T20" fmla="*/ 14 w 96"/>
              <ns1:gd name="T21" fmla="*/ 24 h 96"/>
              <ns1:gd name="T22" fmla="*/ 22 w 96"/>
              <ns1:gd name="T23" fmla="*/ 31 h 96"/>
              <ns1:gd name="T24" fmla="*/ 22 w 96"/>
              <ns1:gd name="T25" fmla="*/ 31 h 96"/>
              <ns1:gd name="T26" fmla="*/ 30 w 96"/>
              <ns1:gd name="T27" fmla="*/ 24 h 96"/>
              <ns1:gd name="T28" fmla="*/ 22 w 96"/>
              <ns1:gd name="T29" fmla="*/ 16 h 96"/>
              <ns1:gd name="T30" fmla="*/ 29 w 96"/>
              <ns1:gd name="T31" fmla="*/ 80 h 96"/>
              <ns1:gd name="T32" fmla="*/ 29 w 96"/>
              <ns1:gd name="T33" fmla="*/ 37 h 96"/>
              <ns1:gd name="T34" fmla="*/ 15 w 96"/>
              <ns1:gd name="T35" fmla="*/ 37 h 96"/>
              <ns1:gd name="T36" fmla="*/ 15 w 96"/>
              <ns1:gd name="T37" fmla="*/ 80 h 96"/>
              <ns1:gd name="T38" fmla="*/ 29 w 96"/>
              <ns1:gd name="T39" fmla="*/ 80 h 96"/>
              <ns1:gd name="T40" fmla="*/ 81 w 96"/>
              <ns1:gd name="T41" fmla="*/ 80 h 96"/>
              <ns1:gd name="T42" fmla="*/ 81 w 96"/>
              <ns1:gd name="T43" fmla="*/ 55 h 96"/>
              <ns1:gd name="T44" fmla="*/ 64 w 96"/>
              <ns1:gd name="T45" fmla="*/ 36 h 96"/>
              <ns1:gd name="T46" fmla="*/ 51 w 96"/>
              <ns1:gd name="T47" fmla="*/ 43 h 96"/>
              <ns1:gd name="T48" fmla="*/ 52 w 96"/>
              <ns1:gd name="T49" fmla="*/ 43 h 96"/>
              <ns1:gd name="T50" fmla="*/ 52 w 96"/>
              <ns1:gd name="T51" fmla="*/ 37 h 96"/>
              <ns1:gd name="T52" fmla="*/ 37 w 96"/>
              <ns1:gd name="T53" fmla="*/ 37 h 96"/>
              <ns1:gd name="T54" fmla="*/ 37 w 96"/>
              <ns1:gd name="T55" fmla="*/ 80 h 96"/>
              <ns1:gd name="T56" fmla="*/ 52 w 96"/>
              <ns1:gd name="T57" fmla="*/ 80 h 96"/>
              <ns1:gd name="T58" fmla="*/ 52 w 96"/>
              <ns1:gd name="T59" fmla="*/ 56 h 96"/>
              <ns1:gd name="T60" fmla="*/ 52 w 96"/>
              <ns1:gd name="T61" fmla="*/ 53 h 96"/>
              <ns1:gd name="T62" fmla="*/ 59 w 96"/>
              <ns1:gd name="T63" fmla="*/ 47 h 96"/>
              <ns1:gd name="T64" fmla="*/ 67 w 96"/>
              <ns1:gd name="T65" fmla="*/ 57 h 96"/>
              <ns1:gd name="T66" fmla="*/ 67 w 96"/>
              <ns1:gd name="T67" fmla="*/ 80 h 96"/>
              <ns1:gd name="T68" fmla="*/ 81 w 96"/>
              <ns1:gd name="T69" fmla="*/ 80 h 96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  <ns1:cxn ang="0">
                <ns1:pos x="T32" y="T33"/>
              </ns1:cxn>
              <ns1:cxn ang="0">
                <ns1:pos x="T34" y="T35"/>
              </ns1:cxn>
              <ns1:cxn ang="0">
                <ns1:pos x="T36" y="T37"/>
              </ns1:cxn>
              <ns1:cxn ang="0">
                <ns1:pos x="T38" y="T39"/>
              </ns1:cxn>
              <ns1:cxn ang="0">
                <ns1:pos x="T40" y="T41"/>
              </ns1:cxn>
              <ns1:cxn ang="0">
                <ns1:pos x="T42" y="T43"/>
              </ns1:cxn>
              <ns1:cxn ang="0">
                <ns1:pos x="T44" y="T45"/>
              </ns1:cxn>
              <ns1:cxn ang="0">
                <ns1:pos x="T46" y="T47"/>
              </ns1:cxn>
              <ns1:cxn ang="0">
                <ns1:pos x="T48" y="T49"/>
              </ns1:cxn>
              <ns1:cxn ang="0">
                <ns1:pos x="T50" y="T51"/>
              </ns1:cxn>
              <ns1:cxn ang="0">
                <ns1:pos x="T52" y="T53"/>
              </ns1:cxn>
              <ns1:cxn ang="0">
                <ns1:pos x="T54" y="T55"/>
              </ns1:cxn>
              <ns1:cxn ang="0">
                <ns1:pos x="T56" y="T57"/>
              </ns1:cxn>
              <ns1:cxn ang="0">
                <ns1:pos x="T58" y="T59"/>
              </ns1:cxn>
              <ns1:cxn ang="0">
                <ns1:pos x="T60" y="T61"/>
              </ns1:cxn>
              <ns1:cxn ang="0">
                <ns1:pos x="T62" y="T63"/>
              </ns1:cxn>
              <ns1:cxn ang="0">
                <ns1:pos x="T64" y="T65"/>
              </ns1:cxn>
              <ns1:cxn ang="0">
                <ns1:pos x="T66" y="T67"/>
              </ns1:cxn>
              <ns1:cxn ang="0">
                <ns1:pos x="T68" y="T69"/>
              </ns1:cxn>
            </ns1:cxnLst>
            <ns1:rect l="0" t="0" r="r" b="b"/>
            <ns1:pathLst>
              <ns1:path w="96" h="96">
                <ns1:moveTo>
                  <ns1:pt x="96" y="78"/>
                </ns1:moveTo>
                <ns1:cubicBezTo>
                  <ns1:pt x="96" y="88"/>
                  <ns1:pt x="88" y="96"/>
                  <ns1:pt x="78" y="96"/>
                </ns1:cubicBezTo>
                <ns1:cubicBezTo>
                  <ns1:pt x="18" y="96"/>
                  <ns1:pt x="18" y="96"/>
                  <ns1:pt x="18" y="96"/>
                </ns1:cubicBezTo>
                <ns1:cubicBezTo>
                  <ns1:pt x="8" y="96"/>
                  <ns1:pt x="0" y="88"/>
                  <ns1:pt x="0" y="78"/>
                </ns1:cubicBezTo>
                <ns1:cubicBezTo>
                  <ns1:pt x="0" y="18"/>
                  <ns1:pt x="0" y="18"/>
                  <ns1:pt x="0" y="18"/>
                </ns1:cubicBezTo>
                <ns1:cubicBezTo>
                  <ns1:pt x="0" y="8"/>
                  <ns1:pt x="8" y="0"/>
                  <ns1:pt x="18" y="0"/>
                </ns1:cubicBezTo>
                <ns1:cubicBezTo>
                  <ns1:pt x="78" y="0"/>
                  <ns1:pt x="78" y="0"/>
                  <ns1:pt x="78" y="0"/>
                </ns1:cubicBezTo>
                <ns1:cubicBezTo>
                  <ns1:pt x="88" y="0"/>
                  <ns1:pt x="96" y="8"/>
                  <ns1:pt x="96" y="18"/>
                </ns1:cubicBezTo>
                <ns1:lnTo>
                  <ns1:pt x="96" y="78"/>
                </ns1:lnTo>
                <ns1:close/>
                <ns1:moveTo>
                  <ns1:pt x="22" y="16"/>
                </ns1:moveTo>
                <ns1:cubicBezTo>
                  <ns1:pt x="17" y="16"/>
                  <ns1:pt x="14" y="19"/>
                  <ns1:pt x="14" y="24"/>
                </ns1:cubicBezTo>
                <ns1:cubicBezTo>
                  <ns1:pt x="14" y="28"/>
                  <ns1:pt x="17" y="31"/>
                  <ns1:pt x="22" y="31"/>
                </ns1:cubicBezTo>
                <ns1:cubicBezTo>
                  <ns1:pt x="22" y="31"/>
                  <ns1:pt x="22" y="31"/>
                  <ns1:pt x="22" y="31"/>
                </ns1:cubicBezTo>
                <ns1:cubicBezTo>
                  <ns1:pt x="27" y="31"/>
                  <ns1:pt x="30" y="28"/>
                  <ns1:pt x="30" y="24"/>
                </ns1:cubicBezTo>
                <ns1:cubicBezTo>
                  <ns1:pt x="30" y="19"/>
                  <ns1:pt x="27" y="16"/>
                  <ns1:pt x="22" y="16"/>
                </ns1:cubicBezTo>
                <ns1:close/>
                <ns1:moveTo>
                  <ns1:pt x="29" y="80"/>
                </ns1:moveTo>
                <ns1:cubicBezTo>
                  <ns1:pt x="29" y="37"/>
                  <ns1:pt x="29" y="37"/>
                  <ns1:pt x="29" y="37"/>
                </ns1:cubicBezTo>
                <ns1:cubicBezTo>
                  <ns1:pt x="15" y="37"/>
                  <ns1:pt x="15" y="37"/>
                  <ns1:pt x="15" y="37"/>
                </ns1:cubicBezTo>
                <ns1:cubicBezTo>
                  <ns1:pt x="15" y="80"/>
                  <ns1:pt x="15" y="80"/>
                  <ns1:pt x="15" y="80"/>
                </ns1:cubicBezTo>
                <ns1:lnTo>
                  <ns1:pt x="29" y="80"/>
                </ns1:lnTo>
                <ns1:close/>
                <ns1:moveTo>
                  <ns1:pt x="81" y="80"/>
                </ns1:moveTo>
                <ns1:cubicBezTo>
                  <ns1:pt x="81" y="55"/>
                  <ns1:pt x="81" y="55"/>
                  <ns1:pt x="81" y="55"/>
                </ns1:cubicBezTo>
                <ns1:cubicBezTo>
                  <ns1:pt x="81" y="42"/>
                  <ns1:pt x="74" y="36"/>
                  <ns1:pt x="64" y="36"/>
                </ns1:cubicBezTo>
                <ns1:cubicBezTo>
                  <ns1:pt x="57" y="36"/>
                  <ns1:pt x="53" y="40"/>
                  <ns1:pt x="51" y="43"/>
                </ns1:cubicBezTo>
                <ns1:cubicBezTo>
                  <ns1:pt x="52" y="43"/>
                  <ns1:pt x="52" y="43"/>
                  <ns1:pt x="52" y="43"/>
                </ns1:cubicBezTo>
                <ns1:cubicBezTo>
                  <ns1:pt x="52" y="37"/>
                  <ns1:pt x="52" y="37"/>
                  <ns1:pt x="52" y="37"/>
                </ns1:cubicBezTo>
                <ns1:cubicBezTo>
                  <ns1:pt x="37" y="37"/>
                  <ns1:pt x="37" y="37"/>
                  <ns1:pt x="37" y="37"/>
                </ns1:cubicBezTo>
                <ns1:cubicBezTo>
                  <ns1:pt x="37" y="37"/>
                  <ns1:pt x="37" y="41"/>
                  <ns1:pt x="37" y="80"/>
                </ns1:cubicBezTo>
                <ns1:cubicBezTo>
                  <ns1:pt x="52" y="80"/>
                  <ns1:pt x="52" y="80"/>
                  <ns1:pt x="52" y="80"/>
                </ns1:cubicBezTo>
                <ns1:cubicBezTo>
                  <ns1:pt x="52" y="56"/>
                  <ns1:pt x="52" y="56"/>
                  <ns1:pt x="52" y="56"/>
                </ns1:cubicBezTo>
                <ns1:cubicBezTo>
                  <ns1:pt x="52" y="55"/>
                  <ns1:pt x="52" y="54"/>
                  <ns1:pt x="52" y="53"/>
                </ns1:cubicBezTo>
                <ns1:cubicBezTo>
                  <ns1:pt x="53" y="50"/>
                  <ns1:pt x="55" y="47"/>
                  <ns1:pt x="59" y="47"/>
                </ns1:cubicBezTo>
                <ns1:cubicBezTo>
                  <ns1:pt x="65" y="47"/>
                  <ns1:pt x="67" y="51"/>
                  <ns1:pt x="67" y="57"/>
                </ns1:cubicBezTo>
                <ns1:cubicBezTo>
                  <ns1:pt x="67" y="80"/>
                  <ns1:pt x="67" y="80"/>
                  <ns1:pt x="67" y="80"/>
                </ns1:cubicBezTo>
                <ns1:lnTo>
                  <ns1:pt x="81" y="80"/>
                </ns1:lnTo>
                <ns1:close/>
              </ns1:path>
            </ns1:pathLst>
          </ns1:custGeom>
          <ns1:solidFill>
            <ns1:srgbClr val="010101"/>
          </ns1:solidFill>
          <ns1:ln>
            <ns1:noFill/>
          </ns1:ln>
          <ns1:extLst>
            <ns1:ext uri="{91240B29-F687-4F45-9708-019B960494DF}">
              <ns2:hiddenLine w="9525">
                <ns1:solidFill>
                  <ns1:srgbClr val="000000"/>
                </ns1:solidFill>
                <ns1:round/>
                <ns1:headEnd/>
                <ns1:tailEnd/>
              </ns2:hiddenLine>
            </ns1:ext>
          </ns1:extLst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en-US" sz="2700"/>
          </ns1:p>
        </ns0:txBody>
      </ns0:sp>
      <ns0:sp>
        <ns0:nvSpPr>
          <ns0:cNvPr id="135" name="Freeform 133"/>
          <ns0:cNvSpPr>
            <ns1:spLocks noEditPoints="1"/>
          </ns0:cNvSpPr>
          <ns0:nvPr/>
        </ns0:nvSpPr>
        <ns0:spPr bwMode="auto">
          <ns1:xfrm>
            <ns1:off x="1114427" y="4367214"/>
            <ns1:ext cx="271463" cy="390525"/>
          </ns1:xfrm>
          <ns1:custGeom>
            <ns1:avLst/>
            <ns1:gdLst>
              <ns1:gd name="T0" fmla="*/ 68 w 72"/>
              <ns1:gd name="T1" fmla="*/ 72 h 104"/>
              <ns1:gd name="T2" fmla="*/ 41 w 72"/>
              <ns1:gd name="T3" fmla="*/ 72 h 104"/>
              <ns1:gd name="T4" fmla="*/ 38 w 72"/>
              <ns1:gd name="T5" fmla="*/ 102 h 104"/>
              <ns1:gd name="T6" fmla="*/ 36 w 72"/>
              <ns1:gd name="T7" fmla="*/ 104 h 104"/>
              <ns1:gd name="T8" fmla="*/ 36 w 72"/>
              <ns1:gd name="T9" fmla="*/ 104 h 104"/>
              <ns1:gd name="T10" fmla="*/ 34 w 72"/>
              <ns1:gd name="T11" fmla="*/ 102 h 104"/>
              <ns1:gd name="T12" fmla="*/ 29 w 72"/>
              <ns1:gd name="T13" fmla="*/ 72 h 104"/>
              <ns1:gd name="T14" fmla="*/ 4 w 72"/>
              <ns1:gd name="T15" fmla="*/ 72 h 104"/>
              <ns1:gd name="T16" fmla="*/ 0 w 72"/>
              <ns1:gd name="T17" fmla="*/ 68 h 104"/>
              <ns1:gd name="T18" fmla="*/ 16 w 72"/>
              <ns1:gd name="T19" fmla="*/ 48 h 104"/>
              <ns1:gd name="T20" fmla="*/ 16 w 72"/>
              <ns1:gd name="T21" fmla="*/ 16 h 104"/>
              <ns1:gd name="T22" fmla="*/ 8 w 72"/>
              <ns1:gd name="T23" fmla="*/ 8 h 104"/>
              <ns1:gd name="T24" fmla="*/ 16 w 72"/>
              <ns1:gd name="T25" fmla="*/ 0 h 104"/>
              <ns1:gd name="T26" fmla="*/ 56 w 72"/>
              <ns1:gd name="T27" fmla="*/ 0 h 104"/>
              <ns1:gd name="T28" fmla="*/ 64 w 72"/>
              <ns1:gd name="T29" fmla="*/ 8 h 104"/>
              <ns1:gd name="T30" fmla="*/ 56 w 72"/>
              <ns1:gd name="T31" fmla="*/ 16 h 104"/>
              <ns1:gd name="T32" fmla="*/ 56 w 72"/>
              <ns1:gd name="T33" fmla="*/ 48 h 104"/>
              <ns1:gd name="T34" fmla="*/ 72 w 72"/>
              <ns1:gd name="T35" fmla="*/ 68 h 104"/>
              <ns1:gd name="T36" fmla="*/ 68 w 72"/>
              <ns1:gd name="T37" fmla="*/ 72 h 104"/>
              <ns1:gd name="T38" fmla="*/ 30 w 72"/>
              <ns1:gd name="T39" fmla="*/ 18 h 104"/>
              <ns1:gd name="T40" fmla="*/ 28 w 72"/>
              <ns1:gd name="T41" fmla="*/ 16 h 104"/>
              <ns1:gd name="T42" fmla="*/ 26 w 72"/>
              <ns1:gd name="T43" fmla="*/ 18 h 104"/>
              <ns1:gd name="T44" fmla="*/ 26 w 72"/>
              <ns1:gd name="T45" fmla="*/ 46 h 104"/>
              <ns1:gd name="T46" fmla="*/ 28 w 72"/>
              <ns1:gd name="T47" fmla="*/ 48 h 104"/>
              <ns1:gd name="T48" fmla="*/ 30 w 72"/>
              <ns1:gd name="T49" fmla="*/ 46 h 104"/>
              <ns1:gd name="T50" fmla="*/ 30 w 72"/>
              <ns1:gd name="T51" fmla="*/ 18 h 104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  <ns1:cxn ang="0">
                <ns1:pos x="T32" y="T33"/>
              </ns1:cxn>
              <ns1:cxn ang="0">
                <ns1:pos x="T34" y="T35"/>
              </ns1:cxn>
              <ns1:cxn ang="0">
                <ns1:pos x="T36" y="T37"/>
              </ns1:cxn>
              <ns1:cxn ang="0">
                <ns1:pos x="T38" y="T39"/>
              </ns1:cxn>
              <ns1:cxn ang="0">
                <ns1:pos x="T40" y="T41"/>
              </ns1:cxn>
              <ns1:cxn ang="0">
                <ns1:pos x="T42" y="T43"/>
              </ns1:cxn>
              <ns1:cxn ang="0">
                <ns1:pos x="T44" y="T45"/>
              </ns1:cxn>
              <ns1:cxn ang="0">
                <ns1:pos x="T46" y="T47"/>
              </ns1:cxn>
              <ns1:cxn ang="0">
                <ns1:pos x="T48" y="T49"/>
              </ns1:cxn>
              <ns1:cxn ang="0">
                <ns1:pos x="T50" y="T51"/>
              </ns1:cxn>
            </ns1:cxnLst>
            <ns1:rect l="0" t="0" r="r" b="b"/>
            <ns1:pathLst>
              <ns1:path w="72" h="104">
                <ns1:moveTo>
                  <ns1:pt x="68" y="72"/>
                </ns1:moveTo>
                <ns1:cubicBezTo>
                  <ns1:pt x="41" y="72"/>
                  <ns1:pt x="41" y="72"/>
                  <ns1:pt x="41" y="72"/>
                </ns1:cubicBezTo>
                <ns1:cubicBezTo>
                  <ns1:pt x="38" y="102"/>
                  <ns1:pt x="38" y="102"/>
                  <ns1:pt x="38" y="102"/>
                </ns1:cubicBezTo>
                <ns1:cubicBezTo>
                  <ns1:pt x="38" y="103"/>
                  <ns1:pt x="37" y="104"/>
                  <ns1:pt x="36" y="104"/>
                </ns1:cubicBezTo>
                <ns1:cubicBezTo>
                  <ns1:pt x="36" y="104"/>
                  <ns1:pt x="36" y="104"/>
                  <ns1:pt x="36" y="104"/>
                </ns1:cubicBezTo>
                <ns1:cubicBezTo>
                  <ns1:pt x="35" y="104"/>
                  <ns1:pt x="34" y="103"/>
                  <ns1:pt x="34" y="102"/>
                </ns1:cubicBezTo>
                <ns1:cubicBezTo>
                  <ns1:pt x="29" y="72"/>
                  <ns1:pt x="29" y="72"/>
                  <ns1:pt x="29" y="72"/>
                </ns1:cubicBezTo>
                <ns1:cubicBezTo>
                  <ns1:pt x="4" y="72"/>
                  <ns1:pt x="4" y="72"/>
                  <ns1:pt x="4" y="72"/>
                </ns1:cubicBezTo>
                <ns1:cubicBezTo>
                  <ns1:pt x="2" y="72"/>
                  <ns1:pt x="0" y="70"/>
                  <ns1:pt x="0" y="68"/>
                </ns1:cubicBezTo>
                <ns1:cubicBezTo>
                  <ns1:pt x="0" y="58"/>
                  <ns1:pt x="8" y="48"/>
                  <ns1:pt x="16" y="48"/>
                </ns1:cubicBezTo>
                <ns1:cubicBezTo>
                  <ns1:pt x="16" y="16"/>
                  <ns1:pt x="16" y="16"/>
                  <ns1:pt x="16" y="16"/>
                </ns1:cubicBezTo>
                <ns1:cubicBezTo>
                  <ns1:pt x="11" y="16"/>
                  <ns1:pt x="8" y="12"/>
                  <ns1:pt x="8" y="8"/>
                </ns1:cubicBezTo>
                <ns1:cubicBezTo>
                  <ns1:pt x="8" y="3"/>
                  <ns1:pt x="11" y="0"/>
                  <ns1:pt x="16" y="0"/>
                </ns1:cubicBezTo>
                <ns1:cubicBezTo>
                  <ns1:pt x="56" y="0"/>
                  <ns1:pt x="56" y="0"/>
                  <ns1:pt x="56" y="0"/>
                </ns1:cubicBezTo>
                <ns1:cubicBezTo>
                  <ns1:pt x="60" y="0"/>
                  <ns1:pt x="64" y="3"/>
                  <ns1:pt x="64" y="8"/>
                </ns1:cubicBezTo>
                <ns1:cubicBezTo>
                  <ns1:pt x="64" y="12"/>
                  <ns1:pt x="60" y="16"/>
                  <ns1:pt x="56" y="16"/>
                </ns1:cubicBezTo>
                <ns1:cubicBezTo>
                  <ns1:pt x="56" y="48"/>
                  <ns1:pt x="56" y="48"/>
                  <ns1:pt x="56" y="48"/>
                </ns1:cubicBezTo>
                <ns1:cubicBezTo>
                  <ns1:pt x="64" y="48"/>
                  <ns1:pt x="72" y="58"/>
                  <ns1:pt x="72" y="68"/>
                </ns1:cubicBezTo>
                <ns1:cubicBezTo>
                  <ns1:pt x="72" y="70"/>
                  <ns1:pt x="70" y="72"/>
                  <ns1:pt x="68" y="72"/>
                </ns1:cubicBezTo>
                <ns1:close/>
                <ns1:moveTo>
                  <ns1:pt x="30" y="18"/>
                </ns1:moveTo>
                <ns1:cubicBezTo>
                  <ns1:pt x="30" y="17"/>
                  <ns1:pt x="29" y="16"/>
                  <ns1:pt x="28" y="16"/>
                </ns1:cubicBezTo>
                <ns1:cubicBezTo>
                  <ns1:pt x="27" y="16"/>
                  <ns1:pt x="26" y="17"/>
                  <ns1:pt x="26" y="18"/>
                </ns1:cubicBezTo>
                <ns1:cubicBezTo>
                  <ns1:pt x="26" y="46"/>
                  <ns1:pt x="26" y="46"/>
                  <ns1:pt x="26" y="46"/>
                </ns1:cubicBezTo>
                <ns1:cubicBezTo>
                  <ns1:pt x="26" y="47"/>
                  <ns1:pt x="27" y="48"/>
                  <ns1:pt x="28" y="48"/>
                </ns1:cubicBezTo>
                <ns1:cubicBezTo>
                  <ns1:pt x="29" y="48"/>
                  <ns1:pt x="30" y="47"/>
                  <ns1:pt x="30" y="46"/>
                </ns1:cubicBezTo>
                <ns1:lnTo>
                  <ns1:pt x="30" y="18"/>
                </ns1:lnTo>
                <ns1:close/>
              </ns1:path>
            </ns1:pathLst>
          </ns1:custGeom>
          <ns1:solidFill>
            <ns1:srgbClr val="010101"/>
          </ns1:solidFill>
          <ns1:ln>
            <ns1:noFill/>
          </ns1:ln>
          <ns1:extLst>
            <ns1:ext uri="{91240B29-F687-4F45-9708-019B960494DF}">
              <ns2:hiddenLine w="9525">
                <ns1:solidFill>
                  <ns1:srgbClr val="000000"/>
                </ns1:solidFill>
                <ns1:round/>
                <ns1:headEnd/>
                <ns1:tailEnd/>
              </ns2:hiddenLine>
            </ns1:ext>
          </ns1:extLst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en-US" sz="2700"/>
          </ns1:p>
        </ns0:txBody>
      </ns0:sp>
      <ns0:sp>
        <ns0:nvSpPr>
          <ns0:cNvPr id="136" name="Freeform 134"/>
          <ns0:cNvSpPr>
            <ns1:spLocks noEditPoints="1"/>
          </ns0:cNvSpPr>
          <ns0:nvPr/>
        </ns0:nvSpPr>
        <ns0:spPr bwMode="auto">
          <ns1:xfrm>
            <ns1:off x="1685926" y="4337052"/>
            <ns1:ext cx="419100" cy="360363"/>
          </ns1:xfrm>
          <ns1:custGeom>
            <ns1:avLst/>
            <ns1:gdLst>
              <ns1:gd name="T0" fmla="*/ 88 w 112"/>
              <ns1:gd name="T1" fmla="*/ 78 h 96"/>
              <ns1:gd name="T2" fmla="*/ 70 w 112"/>
              <ns1:gd name="T3" fmla="*/ 96 h 96"/>
              <ns1:gd name="T4" fmla="*/ 18 w 112"/>
              <ns1:gd name="T5" fmla="*/ 96 h 96"/>
              <ns1:gd name="T6" fmla="*/ 0 w 112"/>
              <ns1:gd name="T7" fmla="*/ 78 h 96"/>
              <ns1:gd name="T8" fmla="*/ 0 w 112"/>
              <ns1:gd name="T9" fmla="*/ 26 h 96"/>
              <ns1:gd name="T10" fmla="*/ 18 w 112"/>
              <ns1:gd name="T11" fmla="*/ 8 h 96"/>
              <ns1:gd name="T12" fmla="*/ 62 w 112"/>
              <ns1:gd name="T13" fmla="*/ 8 h 96"/>
              <ns1:gd name="T14" fmla="*/ 64 w 112"/>
              <ns1:gd name="T15" fmla="*/ 10 h 96"/>
              <ns1:gd name="T16" fmla="*/ 64 w 112"/>
              <ns1:gd name="T17" fmla="*/ 14 h 96"/>
              <ns1:gd name="T18" fmla="*/ 62 w 112"/>
              <ns1:gd name="T19" fmla="*/ 16 h 96"/>
              <ns1:gd name="T20" fmla="*/ 18 w 112"/>
              <ns1:gd name="T21" fmla="*/ 16 h 96"/>
              <ns1:gd name="T22" fmla="*/ 8 w 112"/>
              <ns1:gd name="T23" fmla="*/ 26 h 96"/>
              <ns1:gd name="T24" fmla="*/ 8 w 112"/>
              <ns1:gd name="T25" fmla="*/ 78 h 96"/>
              <ns1:gd name="T26" fmla="*/ 18 w 112"/>
              <ns1:gd name="T27" fmla="*/ 88 h 96"/>
              <ns1:gd name="T28" fmla="*/ 70 w 112"/>
              <ns1:gd name="T29" fmla="*/ 88 h 96"/>
              <ns1:gd name="T30" fmla="*/ 80 w 112"/>
              <ns1:gd name="T31" fmla="*/ 78 h 96"/>
              <ns1:gd name="T32" fmla="*/ 80 w 112"/>
              <ns1:gd name="T33" fmla="*/ 58 h 96"/>
              <ns1:gd name="T34" fmla="*/ 82 w 112"/>
              <ns1:gd name="T35" fmla="*/ 56 h 96"/>
              <ns1:gd name="T36" fmla="*/ 86 w 112"/>
              <ns1:gd name="T37" fmla="*/ 56 h 96"/>
              <ns1:gd name="T38" fmla="*/ 88 w 112"/>
              <ns1:gd name="T39" fmla="*/ 58 h 96"/>
              <ns1:gd name="T40" fmla="*/ 88 w 112"/>
              <ns1:gd name="T41" fmla="*/ 78 h 96"/>
              <ns1:gd name="T42" fmla="*/ 112 w 112"/>
              <ns1:gd name="T43" fmla="*/ 36 h 96"/>
              <ns1:gd name="T44" fmla="*/ 108 w 112"/>
              <ns1:gd name="T45" fmla="*/ 40 h 96"/>
              <ns1:gd name="T46" fmla="*/ 105 w 112"/>
              <ns1:gd name="T47" fmla="*/ 39 h 96"/>
              <ns1:gd name="T48" fmla="*/ 94 w 112"/>
              <ns1:gd name="T49" fmla="*/ 28 h 96"/>
              <ns1:gd name="T50" fmla="*/ 53 w 112"/>
              <ns1:gd name="T51" fmla="*/ 68 h 96"/>
              <ns1:gd name="T52" fmla="*/ 52 w 112"/>
              <ns1:gd name="T53" fmla="*/ 69 h 96"/>
              <ns1:gd name="T54" fmla="*/ 50 w 112"/>
              <ns1:gd name="T55" fmla="*/ 68 h 96"/>
              <ns1:gd name="T56" fmla="*/ 43 w 112"/>
              <ns1:gd name="T57" fmla="*/ 61 h 96"/>
              <ns1:gd name="T58" fmla="*/ 42 w 112"/>
              <ns1:gd name="T59" fmla="*/ 60 h 96"/>
              <ns1:gd name="T60" fmla="*/ 43 w 112"/>
              <ns1:gd name="T61" fmla="*/ 58 h 96"/>
              <ns1:gd name="T62" fmla="*/ 84 w 112"/>
              <ns1:gd name="T63" fmla="*/ 18 h 96"/>
              <ns1:gd name="T64" fmla="*/ 73 w 112"/>
              <ns1:gd name="T65" fmla="*/ 7 h 96"/>
              <ns1:gd name="T66" fmla="*/ 72 w 112"/>
              <ns1:gd name="T67" fmla="*/ 4 h 96"/>
              <ns1:gd name="T68" fmla="*/ 76 w 112"/>
              <ns1:gd name="T69" fmla="*/ 0 h 96"/>
              <ns1:gd name="T70" fmla="*/ 108 w 112"/>
              <ns1:gd name="T71" fmla="*/ 0 h 96"/>
              <ns1:gd name="T72" fmla="*/ 112 w 112"/>
              <ns1:gd name="T73" fmla="*/ 4 h 96"/>
              <ns1:gd name="T74" fmla="*/ 112 w 112"/>
              <ns1:gd name="T75" fmla="*/ 36 h 96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  <ns1:cxn ang="0">
                <ns1:pos x="T32" y="T33"/>
              </ns1:cxn>
              <ns1:cxn ang="0">
                <ns1:pos x="T34" y="T35"/>
              </ns1:cxn>
              <ns1:cxn ang="0">
                <ns1:pos x="T36" y="T37"/>
              </ns1:cxn>
              <ns1:cxn ang="0">
                <ns1:pos x="T38" y="T39"/>
              </ns1:cxn>
              <ns1:cxn ang="0">
                <ns1:pos x="T40" y="T41"/>
              </ns1:cxn>
              <ns1:cxn ang="0">
                <ns1:pos x="T42" y="T43"/>
              </ns1:cxn>
              <ns1:cxn ang="0">
                <ns1:pos x="T44" y="T45"/>
              </ns1:cxn>
              <ns1:cxn ang="0">
                <ns1:pos x="T46" y="T47"/>
              </ns1:cxn>
              <ns1:cxn ang="0">
                <ns1:pos x="T48" y="T49"/>
              </ns1:cxn>
              <ns1:cxn ang="0">
                <ns1:pos x="T50" y="T51"/>
              </ns1:cxn>
              <ns1:cxn ang="0">
                <ns1:pos x="T52" y="T53"/>
              </ns1:cxn>
              <ns1:cxn ang="0">
                <ns1:pos x="T54" y="T55"/>
              </ns1:cxn>
              <ns1:cxn ang="0">
                <ns1:pos x="T56" y="T57"/>
              </ns1:cxn>
              <ns1:cxn ang="0">
                <ns1:pos x="T58" y="T59"/>
              </ns1:cxn>
              <ns1:cxn ang="0">
                <ns1:pos x="T60" y="T61"/>
              </ns1:cxn>
              <ns1:cxn ang="0">
                <ns1:pos x="T62" y="T63"/>
              </ns1:cxn>
              <ns1:cxn ang="0">
                <ns1:pos x="T64" y="T65"/>
              </ns1:cxn>
              <ns1:cxn ang="0">
                <ns1:pos x="T66" y="T67"/>
              </ns1:cxn>
              <ns1:cxn ang="0">
                <ns1:pos x="T68" y="T69"/>
              </ns1:cxn>
              <ns1:cxn ang="0">
                <ns1:pos x="T70" y="T71"/>
              </ns1:cxn>
              <ns1:cxn ang="0">
                <ns1:pos x="T72" y="T73"/>
              </ns1:cxn>
              <ns1:cxn ang="0">
                <ns1:pos x="T74" y="T75"/>
              </ns1:cxn>
            </ns1:cxnLst>
            <ns1:rect l="0" t="0" r="r" b="b"/>
            <ns1:pathLst>
              <ns1:path w="112" h="96">
                <ns1:moveTo>
                  <ns1:pt x="88" y="78"/>
                </ns1:moveTo>
                <ns1:cubicBezTo>
                  <ns1:pt x="88" y="88"/>
                  <ns1:pt x="79" y="96"/>
                  <ns1:pt x="70" y="96"/>
                </ns1:cubicBezTo>
                <ns1:cubicBezTo>
                  <ns1:pt x="18" y="96"/>
                  <ns1:pt x="18" y="96"/>
                  <ns1:pt x="18" y="96"/>
                </ns1:cubicBezTo>
                <ns1:cubicBezTo>
                  <ns1:pt x="8" y="96"/>
                  <ns1:pt x="0" y="88"/>
                  <ns1:pt x="0" y="78"/>
                </ns1:cubicBezTo>
                <ns1:cubicBezTo>
                  <ns1:pt x="0" y="26"/>
                  <ns1:pt x="0" y="26"/>
                  <ns1:pt x="0" y="26"/>
                </ns1:cubicBezTo>
                <ns1:cubicBezTo>
                  <ns1:pt x="0" y="16"/>
                  <ns1:pt x="8" y="8"/>
                  <ns1:pt x="18" y="8"/>
                </ns1:cubicBezTo>
                <ns1:cubicBezTo>
                  <ns1:pt x="62" y="8"/>
                  <ns1:pt x="62" y="8"/>
                  <ns1:pt x="62" y="8"/>
                </ns1:cubicBezTo>
                <ns1:cubicBezTo>
                  <ns1:pt x="63" y="8"/>
                  <ns1:pt x="64" y="9"/>
                  <ns1:pt x="64" y="10"/>
                </ns1:cubicBezTo>
                <ns1:cubicBezTo>
                  <ns1:pt x="64" y="14"/>
                  <ns1:pt x="64" y="14"/>
                  <ns1:pt x="64" y="14"/>
                </ns1:cubicBezTo>
                <ns1:cubicBezTo>
                  <ns1:pt x="64" y="15"/>
                  <ns1:pt x="63" y="16"/>
                  <ns1:pt x="62" y="16"/>
                </ns1:cubicBezTo>
                <ns1:cubicBezTo>
                  <ns1:pt x="18" y="16"/>
                  <ns1:pt x="18" y="16"/>
                  <ns1:pt x="18" y="16"/>
                </ns1:cubicBezTo>
                <ns1:cubicBezTo>
                  <ns1:pt x="12" y="16"/>
                  <ns1:pt x="8" y="20"/>
                  <ns1:pt x="8" y="26"/>
                </ns1:cubicBezTo>
                <ns1:cubicBezTo>
                  <ns1:pt x="8" y="78"/>
                  <ns1:pt x="8" y="78"/>
                  <ns1:pt x="8" y="78"/>
                </ns1:cubicBezTo>
                <ns1:cubicBezTo>
                  <ns1:pt x="8" y="83"/>
                  <ns1:pt x="12" y="88"/>
                  <ns1:pt x="18" y="88"/>
                </ns1:cubicBezTo>
                <ns1:cubicBezTo>
                  <ns1:pt x="70" y="88"/>
                  <ns1:pt x="70" y="88"/>
                  <ns1:pt x="70" y="88"/>
                </ns1:cubicBezTo>
                <ns1:cubicBezTo>
                  <ns1:pt x="75" y="88"/>
                  <ns1:pt x="80" y="83"/>
                  <ns1:pt x="80" y="78"/>
                </ns1:cubicBezTo>
                <ns1:cubicBezTo>
                  <ns1:pt x="80" y="58"/>
                  <ns1:pt x="80" y="58"/>
                  <ns1:pt x="80" y="58"/>
                </ns1:cubicBezTo>
                <ns1:cubicBezTo>
                  <ns1:pt x="80" y="57"/>
                  <ns1:pt x="80" y="56"/>
                  <ns1:pt x="82" y="56"/>
                </ns1:cubicBezTo>
                <ns1:cubicBezTo>
                  <ns1:pt x="86" y="56"/>
                  <ns1:pt x="86" y="56"/>
                  <ns1:pt x="86" y="56"/>
                </ns1:cubicBezTo>
                <ns1:cubicBezTo>
                  <ns1:pt x="87" y="56"/>
                  <ns1:pt x="88" y="57"/>
                  <ns1:pt x="88" y="58"/>
                </ns1:cubicBezTo>
                <ns1:lnTo>
                  <ns1:pt x="88" y="78"/>
                </ns1:lnTo>
                <ns1:close/>
                <ns1:moveTo>
                  <ns1:pt x="112" y="36"/>
                </ns1:moveTo>
                <ns1:cubicBezTo>
                  <ns1:pt x="112" y="38"/>
                  <ns1:pt x="110" y="40"/>
                  <ns1:pt x="108" y="40"/>
                </ns1:cubicBezTo>
                <ns1:cubicBezTo>
                  <ns1:pt x="106" y="40"/>
                  <ns1:pt x="105" y="39"/>
                  <ns1:pt x="105" y="39"/>
                </ns1:cubicBezTo>
                <ns1:cubicBezTo>
                  <ns1:pt x="94" y="28"/>
                  <ns1:pt x="94" y="28"/>
                  <ns1:pt x="94" y="28"/>
                </ns1:cubicBezTo>
                <ns1:cubicBezTo>
                  <ns1:pt x="53" y="68"/>
                  <ns1:pt x="53" y="68"/>
                  <ns1:pt x="53" y="68"/>
                </ns1:cubicBezTo>
                <ns1:cubicBezTo>
                  <ns1:pt x="53" y="69"/>
                  <ns1:pt x="52" y="69"/>
                  <ns1:pt x="52" y="69"/>
                </ns1:cubicBezTo>
                <ns1:cubicBezTo>
                  <ns1:pt x="51" y="69"/>
                  <ns1:pt x="51" y="69"/>
                  <ns1:pt x="50" y="68"/>
                </ns1:cubicBezTo>
                <ns1:cubicBezTo>
                  <ns1:pt x="43" y="61"/>
                  <ns1:pt x="43" y="61"/>
                  <ns1:pt x="43" y="61"/>
                </ns1:cubicBezTo>
                <ns1:cubicBezTo>
                  <ns1:pt x="43" y="61"/>
                  <ns1:pt x="42" y="60"/>
                  <ns1:pt x="42" y="60"/>
                </ns1:cubicBezTo>
                <ns1:cubicBezTo>
                  <ns1:pt x="42" y="59"/>
                  <ns1:pt x="43" y="59"/>
                  <ns1:pt x="43" y="58"/>
                </ns1:cubicBezTo>
                <ns1:cubicBezTo>
                  <ns1:pt x="84" y="18"/>
                  <ns1:pt x="84" y="18"/>
                  <ns1:pt x="84" y="18"/>
                </ns1:cubicBezTo>
                <ns1:cubicBezTo>
                  <ns1:pt x="73" y="7"/>
                  <ns1:pt x="73" y="7"/>
                  <ns1:pt x="73" y="7"/>
                </ns1:cubicBezTo>
                <ns1:cubicBezTo>
                  <ns1:pt x="72" y="6"/>
                  <ns1:pt x="72" y="5"/>
                  <ns1:pt x="72" y="4"/>
                </ns1:cubicBezTo>
                <ns1:cubicBezTo>
                  <ns1:pt x="72" y="2"/>
                  <ns1:pt x="73" y="0"/>
                  <ns1:pt x="76" y="0"/>
                </ns1:cubicBezTo>
                <ns1:cubicBezTo>
                  <ns1:pt x="108" y="0"/>
                  <ns1:pt x="108" y="0"/>
                  <ns1:pt x="108" y="0"/>
                </ns1:cubicBezTo>
                <ns1:cubicBezTo>
                  <ns1:pt x="110" y="0"/>
                  <ns1:pt x="112" y="2"/>
                  <ns1:pt x="112" y="4"/>
                </ns1:cubicBezTo>
                <ns1:lnTo>
                  <ns1:pt x="112" y="36"/>
                </ns1:lnTo>
                <ns1:close/>
              </ns1:path>
            </ns1:pathLst>
          </ns1:custGeom>
          <ns1:solidFill>
            <ns1:srgbClr val="010101"/>
          </ns1:solidFill>
          <ns1:ln>
            <ns1:noFill/>
          </ns1:ln>
          <ns1:extLst>
            <ns1:ext uri="{91240B29-F687-4F45-9708-019B960494DF}">
              <ns2:hiddenLine w="9525">
                <ns1:solidFill>
                  <ns1:srgbClr val="000000"/>
                </ns1:solidFill>
                <ns1:round/>
                <ns1:headEnd/>
                <ns1:tailEnd/>
              </ns2:hiddenLine>
            </ns1:ext>
          </ns1:extLst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en-US" sz="2700"/>
          </ns1:p>
        </ns0:txBody>
      </ns0:sp>
      <ns0:sp>
        <ns0:nvSpPr>
          <ns0:cNvPr id="137" name="Freeform 135"/>
          <ns0:cNvSpPr>
            <ns1:spLocks noEditPoints="1"/>
          </ns0:cNvSpPr>
          <ns0:nvPr/>
        </ns0:nvSpPr>
        <ns0:spPr bwMode="auto">
          <ns1:xfrm>
            <ns1:off x="2360614" y="4397376"/>
            <ns1:ext cx="360363" cy="300038"/>
          </ns1:xfrm>
          <ns1:custGeom>
            <ns1:avLst/>
            <ns1:gdLst>
              <ns1:gd name="T0" fmla="*/ 72 w 96"/>
              <ns1:gd name="T1" fmla="*/ 43 h 80"/>
              <ns1:gd name="T2" fmla="*/ 38 w 96"/>
              <ns1:gd name="T3" fmla="*/ 77 h 80"/>
              <ns1:gd name="T4" fmla="*/ 36 w 96"/>
              <ns1:gd name="T5" fmla="*/ 78 h 80"/>
              <ns1:gd name="T6" fmla="*/ 32 w 96"/>
              <ns1:gd name="T7" fmla="*/ 74 h 80"/>
              <ns1:gd name="T8" fmla="*/ 32 w 96"/>
              <ns1:gd name="T9" fmla="*/ 56 h 80"/>
              <ns1:gd name="T10" fmla="*/ 4 w 96"/>
              <ns1:gd name="T11" fmla="*/ 56 h 80"/>
              <ns1:gd name="T12" fmla="*/ 0 w 96"/>
              <ns1:gd name="T13" fmla="*/ 52 h 80"/>
              <ns1:gd name="T14" fmla="*/ 0 w 96"/>
              <ns1:gd name="T15" fmla="*/ 28 h 80"/>
              <ns1:gd name="T16" fmla="*/ 4 w 96"/>
              <ns1:gd name="T17" fmla="*/ 24 h 80"/>
              <ns1:gd name="T18" fmla="*/ 32 w 96"/>
              <ns1:gd name="T19" fmla="*/ 24 h 80"/>
              <ns1:gd name="T20" fmla="*/ 32 w 96"/>
              <ns1:gd name="T21" fmla="*/ 6 h 80"/>
              <ns1:gd name="T22" fmla="*/ 36 w 96"/>
              <ns1:gd name="T23" fmla="*/ 2 h 80"/>
              <ns1:gd name="T24" fmla="*/ 38 w 96"/>
              <ns1:gd name="T25" fmla="*/ 3 h 80"/>
              <ns1:gd name="T26" fmla="*/ 72 w 96"/>
              <ns1:gd name="T27" fmla="*/ 37 h 80"/>
              <ns1:gd name="T28" fmla="*/ 74 w 96"/>
              <ns1:gd name="T29" fmla="*/ 40 h 80"/>
              <ns1:gd name="T30" fmla="*/ 72 w 96"/>
              <ns1:gd name="T31" fmla="*/ 43 h 80"/>
              <ns1:gd name="T32" fmla="*/ 96 w 96"/>
              <ns1:gd name="T33" fmla="*/ 62 h 80"/>
              <ns1:gd name="T34" fmla="*/ 78 w 96"/>
              <ns1:gd name="T35" fmla="*/ 80 h 80"/>
              <ns1:gd name="T36" fmla="*/ 58 w 96"/>
              <ns1:gd name="T37" fmla="*/ 80 h 80"/>
              <ns1:gd name="T38" fmla="*/ 56 w 96"/>
              <ns1:gd name="T39" fmla="*/ 78 h 80"/>
              <ns1:gd name="T40" fmla="*/ 58 w 96"/>
              <ns1:gd name="T41" fmla="*/ 72 h 80"/>
              <ns1:gd name="T42" fmla="*/ 78 w 96"/>
              <ns1:gd name="T43" fmla="*/ 72 h 80"/>
              <ns1:gd name="T44" fmla="*/ 88 w 96"/>
              <ns1:gd name="T45" fmla="*/ 62 h 80"/>
              <ns1:gd name="T46" fmla="*/ 88 w 96"/>
              <ns1:gd name="T47" fmla="*/ 18 h 80"/>
              <ns1:gd name="T48" fmla="*/ 78 w 96"/>
              <ns1:gd name="T49" fmla="*/ 8 h 80"/>
              <ns1:gd name="T50" fmla="*/ 60 w 96"/>
              <ns1:gd name="T51" fmla="*/ 8 h 80"/>
              <ns1:gd name="T52" fmla="*/ 56 w 96"/>
              <ns1:gd name="T53" fmla="*/ 6 h 80"/>
              <ns1:gd name="T54" fmla="*/ 58 w 96"/>
              <ns1:gd name="T55" fmla="*/ 0 h 80"/>
              <ns1:gd name="T56" fmla="*/ 78 w 96"/>
              <ns1:gd name="T57" fmla="*/ 0 h 80"/>
              <ns1:gd name="T58" fmla="*/ 96 w 96"/>
              <ns1:gd name="T59" fmla="*/ 18 h 80"/>
              <ns1:gd name="T60" fmla="*/ 96 w 96"/>
              <ns1:gd name="T61" fmla="*/ 62 h 80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  <ns1:cxn ang="0">
                <ns1:pos x="T32" y="T33"/>
              </ns1:cxn>
              <ns1:cxn ang="0">
                <ns1:pos x="T34" y="T35"/>
              </ns1:cxn>
              <ns1:cxn ang="0">
                <ns1:pos x="T36" y="T37"/>
              </ns1:cxn>
              <ns1:cxn ang="0">
                <ns1:pos x="T38" y="T39"/>
              </ns1:cxn>
              <ns1:cxn ang="0">
                <ns1:pos x="T40" y="T41"/>
              </ns1:cxn>
              <ns1:cxn ang="0">
                <ns1:pos x="T42" y="T43"/>
              </ns1:cxn>
              <ns1:cxn ang="0">
                <ns1:pos x="T44" y="T45"/>
              </ns1:cxn>
              <ns1:cxn ang="0">
                <ns1:pos x="T46" y="T47"/>
              </ns1:cxn>
              <ns1:cxn ang="0">
                <ns1:pos x="T48" y="T49"/>
              </ns1:cxn>
              <ns1:cxn ang="0">
                <ns1:pos x="T50" y="T51"/>
              </ns1:cxn>
              <ns1:cxn ang="0">
                <ns1:pos x="T52" y="T53"/>
              </ns1:cxn>
              <ns1:cxn ang="0">
                <ns1:pos x="T54" y="T55"/>
              </ns1:cxn>
              <ns1:cxn ang="0">
                <ns1:pos x="T56" y="T57"/>
              </ns1:cxn>
              <ns1:cxn ang="0">
                <ns1:pos x="T58" y="T59"/>
              </ns1:cxn>
              <ns1:cxn ang="0">
                <ns1:pos x="T60" y="T61"/>
              </ns1:cxn>
            </ns1:cxnLst>
            <ns1:rect l="0" t="0" r="r" b="b"/>
            <ns1:pathLst>
              <ns1:path w="96" h="80">
                <ns1:moveTo>
                  <ns1:pt x="72" y="43"/>
                </ns1:moveTo>
                <ns1:cubicBezTo>
                  <ns1:pt x="38" y="77"/>
                  <ns1:pt x="38" y="77"/>
                  <ns1:pt x="38" y="77"/>
                </ns1:cubicBezTo>
                <ns1:cubicBezTo>
                  <ns1:pt x="38" y="77"/>
                  <ns1:pt x="37" y="78"/>
                  <ns1:pt x="36" y="78"/>
                </ns1:cubicBezTo>
                <ns1:cubicBezTo>
                  <ns1:pt x="33" y="78"/>
                  <ns1:pt x="32" y="76"/>
                  <ns1:pt x="32" y="74"/>
                </ns1:cubicBezTo>
                <ns1:cubicBezTo>
                  <ns1:pt x="32" y="56"/>
                  <ns1:pt x="32" y="56"/>
                  <ns1:pt x="32" y="56"/>
                </ns1:cubicBezTo>
                <ns1:cubicBezTo>
                  <ns1:pt x="4" y="56"/>
                  <ns1:pt x="4" y="56"/>
                  <ns1:pt x="4" y="56"/>
                </ns1:cubicBezTo>
                <ns1:cubicBezTo>
                  <ns1:pt x="1" y="56"/>
                  <ns1:pt x="0" y="54"/>
                  <ns1:pt x="0" y="52"/>
                </ns1:cubicBezTo>
                <ns1:cubicBezTo>
                  <ns1:pt x="0" y="28"/>
                  <ns1:pt x="0" y="28"/>
                  <ns1:pt x="0" y="28"/>
                </ns1:cubicBezTo>
                <ns1:cubicBezTo>
                  <ns1:pt x="0" y="26"/>
                  <ns1:pt x="1" y="24"/>
                  <ns1:pt x="4" y="24"/>
                </ns1:cubicBezTo>
                <ns1:cubicBezTo>
                  <ns1:pt x="32" y="24"/>
                  <ns1:pt x="32" y="24"/>
                  <ns1:pt x="32" y="24"/>
                </ns1:cubicBezTo>
                <ns1:cubicBezTo>
                  <ns1:pt x="32" y="6"/>
                  <ns1:pt x="32" y="6"/>
                  <ns1:pt x="32" y="6"/>
                </ns1:cubicBezTo>
                <ns1:cubicBezTo>
                  <ns1:pt x="32" y="4"/>
                  <ns1:pt x="33" y="2"/>
                  <ns1:pt x="36" y="2"/>
                </ns1:cubicBezTo>
                <ns1:cubicBezTo>
                  <ns1:pt x="37" y="2"/>
                  <ns1:pt x="38" y="2"/>
                  <ns1:pt x="38" y="3"/>
                </ns1:cubicBezTo>
                <ns1:cubicBezTo>
                  <ns1:pt x="72" y="37"/>
                  <ns1:pt x="72" y="37"/>
                  <ns1:pt x="72" y="37"/>
                </ns1:cubicBezTo>
                <ns1:cubicBezTo>
                  <ns1:pt x="73" y="38"/>
                  <ns1:pt x="74" y="39"/>
                  <ns1:pt x="74" y="40"/>
                </ns1:cubicBezTo>
                <ns1:cubicBezTo>
                  <ns1:pt x="74" y="41"/>
                  <ns1:pt x="73" y="42"/>
                  <ns1:pt x="72" y="43"/>
                </ns1:cubicBezTo>
                <ns1:close/>
                <ns1:moveTo>
                  <ns1:pt x="96" y="62"/>
                </ns1:moveTo>
                <ns1:cubicBezTo>
                  <ns1:pt x="96" y="72"/>
                  <ns1:pt x="88" y="80"/>
                  <ns1:pt x="78" y="80"/>
                </ns1:cubicBezTo>
                <ns1:cubicBezTo>
                  <ns1:pt x="58" y="80"/>
                  <ns1:pt x="58" y="80"/>
                  <ns1:pt x="58" y="80"/>
                </ns1:cubicBezTo>
                <ns1:cubicBezTo>
                  <ns1:pt x="57" y="80"/>
                  <ns1:pt x="56" y="79"/>
                  <ns1:pt x="56" y="78"/>
                </ns1:cubicBezTo>
                <ns1:cubicBezTo>
                  <ns1:pt x="56" y="76"/>
                  <ns1:pt x="55" y="72"/>
                  <ns1:pt x="58" y="72"/>
                </ns1:cubicBezTo>
                <ns1:cubicBezTo>
                  <ns1:pt x="78" y="72"/>
                  <ns1:pt x="78" y="72"/>
                  <ns1:pt x="78" y="72"/>
                </ns1:cubicBezTo>
                <ns1:cubicBezTo>
                  <ns1:pt x="83" y="72"/>
                  <ns1:pt x="88" y="67"/>
                  <ns1:pt x="88" y="62"/>
                </ns1:cubicBezTo>
                <ns1:cubicBezTo>
                  <ns1:pt x="88" y="18"/>
                  <ns1:pt x="88" y="18"/>
                  <ns1:pt x="88" y="18"/>
                </ns1:cubicBezTo>
                <ns1:cubicBezTo>
                  <ns1:pt x="88" y="12"/>
                  <ns1:pt x="83" y="8"/>
                  <ns1:pt x="78" y="8"/>
                </ns1:cubicBezTo>
                <ns1:cubicBezTo>
                  <ns1:pt x="60" y="8"/>
                  <ns1:pt x="60" y="8"/>
                  <ns1:pt x="60" y="8"/>
                </ns1:cubicBezTo>
                <ns1:cubicBezTo>
                  <ns1:pt x="58" y="8"/>
                  <ns1:pt x="56" y="8"/>
                  <ns1:pt x="56" y="6"/>
                </ns1:cubicBezTo>
                <ns1:cubicBezTo>
                  <ns1:pt x="56" y="4"/>
                  <ns1:pt x="55" y="0"/>
                  <ns1:pt x="58" y="0"/>
                </ns1:cubicBezTo>
                <ns1:cubicBezTo>
                  <ns1:pt x="78" y="0"/>
                  <ns1:pt x="78" y="0"/>
                  <ns1:pt x="78" y="0"/>
                </ns1:cubicBezTo>
                <ns1:cubicBezTo>
                  <ns1:pt x="88" y="0"/>
                  <ns1:pt x="96" y="8"/>
                  <ns1:pt x="96" y="18"/>
                </ns1:cubicBezTo>
                <ns1:lnTo>
                  <ns1:pt x="96" y="62"/>
                </ns1:lnTo>
                <ns1:close/>
              </ns1:path>
            </ns1:pathLst>
          </ns1:custGeom>
          <ns1:solidFill>
            <ns1:srgbClr val="010101"/>
          </ns1:solidFill>
          <ns1:ln>
            <ns1:noFill/>
          </ns1:ln>
          <ns1:extLst>
            <ns1:ext uri="{91240B29-F687-4F45-9708-019B960494DF}">
              <ns2:hiddenLine w="9525">
                <ns1:solidFill>
                  <ns1:srgbClr val="000000"/>
                </ns1:solidFill>
                <ns1:round/>
                <ns1:headEnd/>
                <ns1:tailEnd/>
              </ns2:hiddenLine>
            </ns1:ext>
          </ns1:extLst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en-US" sz="2700"/>
          </ns1:p>
        </ns0:txBody>
      </ns0:sp>
      <ns0:sp>
        <ns0:nvSpPr>
          <ns0:cNvPr id="138" name="Freeform 136"/>
          <ns0:cNvSpPr>
            <ns1:spLocks noEditPoints="1"/>
          </ns0:cNvSpPr>
          <ns0:nvPr/>
        </ns0:nvSpPr>
        <ns0:spPr bwMode="auto">
          <ns1:xfrm>
            <ns1:off x="2992438" y="4367214"/>
            <ns1:ext cx="388938" cy="360363"/>
          </ns1:xfrm>
          <ns1:custGeom>
            <ns1:avLst/>
            <ns1:gdLst>
              <ns1:gd name="T0" fmla="*/ 104 w 104"/>
              <ns1:gd name="T1" fmla="*/ 30 h 96"/>
              <ns1:gd name="T2" fmla="*/ 70 w 104"/>
              <ns1:gd name="T3" fmla="*/ 56 h 96"/>
              <ns1:gd name="T4" fmla="*/ 64 w 104"/>
              <ns1:gd name="T5" fmla="*/ 62 h 96"/>
              <ns1:gd name="T6" fmla="*/ 60 w 104"/>
              <ns1:gd name="T7" fmla="*/ 72 h 96"/>
              <ns1:gd name="T8" fmla="*/ 68 w 104"/>
              <ns1:gd name="T9" fmla="*/ 80 h 96"/>
              <ns1:gd name="T10" fmla="*/ 80 w 104"/>
              <ns1:gd name="T11" fmla="*/ 90 h 96"/>
              <ns1:gd name="T12" fmla="*/ 80 w 104"/>
              <ns1:gd name="T13" fmla="*/ 94 h 96"/>
              <ns1:gd name="T14" fmla="*/ 78 w 104"/>
              <ns1:gd name="T15" fmla="*/ 96 h 96"/>
              <ns1:gd name="T16" fmla="*/ 26 w 104"/>
              <ns1:gd name="T17" fmla="*/ 96 h 96"/>
              <ns1:gd name="T18" fmla="*/ 24 w 104"/>
              <ns1:gd name="T19" fmla="*/ 94 h 96"/>
              <ns1:gd name="T20" fmla="*/ 24 w 104"/>
              <ns1:gd name="T21" fmla="*/ 90 h 96"/>
              <ns1:gd name="T22" fmla="*/ 36 w 104"/>
              <ns1:gd name="T23" fmla="*/ 80 h 96"/>
              <ns1:gd name="T24" fmla="*/ 44 w 104"/>
              <ns1:gd name="T25" fmla="*/ 72 h 96"/>
              <ns1:gd name="T26" fmla="*/ 40 w 104"/>
              <ns1:gd name="T27" fmla="*/ 62 h 96"/>
              <ns1:gd name="T28" fmla="*/ 34 w 104"/>
              <ns1:gd name="T29" fmla="*/ 56 h 96"/>
              <ns1:gd name="T30" fmla="*/ 0 w 104"/>
              <ns1:gd name="T31" fmla="*/ 30 h 96"/>
              <ns1:gd name="T32" fmla="*/ 0 w 104"/>
              <ns1:gd name="T33" fmla="*/ 22 h 96"/>
              <ns1:gd name="T34" fmla="*/ 6 w 104"/>
              <ns1:gd name="T35" fmla="*/ 16 h 96"/>
              <ns1:gd name="T36" fmla="*/ 24 w 104"/>
              <ns1:gd name="T37" fmla="*/ 16 h 96"/>
              <ns1:gd name="T38" fmla="*/ 24 w 104"/>
              <ns1:gd name="T39" fmla="*/ 10 h 96"/>
              <ns1:gd name="T40" fmla="*/ 34 w 104"/>
              <ns1:gd name="T41" fmla="*/ 0 h 96"/>
              <ns1:gd name="T42" fmla="*/ 70 w 104"/>
              <ns1:gd name="T43" fmla="*/ 0 h 96"/>
              <ns1:gd name="T44" fmla="*/ 80 w 104"/>
              <ns1:gd name="T45" fmla="*/ 10 h 96"/>
              <ns1:gd name="T46" fmla="*/ 80 w 104"/>
              <ns1:gd name="T47" fmla="*/ 16 h 96"/>
              <ns1:gd name="T48" fmla="*/ 98 w 104"/>
              <ns1:gd name="T49" fmla="*/ 16 h 96"/>
              <ns1:gd name="T50" fmla="*/ 104 w 104"/>
              <ns1:gd name="T51" fmla="*/ 22 h 96"/>
              <ns1:gd name="T52" fmla="*/ 104 w 104"/>
              <ns1:gd name="T53" fmla="*/ 30 h 96"/>
              <ns1:gd name="T54" fmla="*/ 24 w 104"/>
              <ns1:gd name="T55" fmla="*/ 24 h 96"/>
              <ns1:gd name="T56" fmla="*/ 8 w 104"/>
              <ns1:gd name="T57" fmla="*/ 24 h 96"/>
              <ns1:gd name="T58" fmla="*/ 8 w 104"/>
              <ns1:gd name="T59" fmla="*/ 30 h 96"/>
              <ns1:gd name="T60" fmla="*/ 28 w 104"/>
              <ns1:gd name="T61" fmla="*/ 47 h 96"/>
              <ns1:gd name="T62" fmla="*/ 24 w 104"/>
              <ns1:gd name="T63" fmla="*/ 24 h 96"/>
              <ns1:gd name="T64" fmla="*/ 96 w 104"/>
              <ns1:gd name="T65" fmla="*/ 24 h 96"/>
              <ns1:gd name="T66" fmla="*/ 80 w 104"/>
              <ns1:gd name="T67" fmla="*/ 24 h 96"/>
              <ns1:gd name="T68" fmla="*/ 75 w 104"/>
              <ns1:gd name="T69" fmla="*/ 47 h 96"/>
              <ns1:gd name="T70" fmla="*/ 96 w 104"/>
              <ns1:gd name="T71" fmla="*/ 30 h 96"/>
              <ns1:gd name="T72" fmla="*/ 96 w 104"/>
              <ns1:gd name="T73" fmla="*/ 24 h 96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  <ns1:cxn ang="0">
                <ns1:pos x="T32" y="T33"/>
              </ns1:cxn>
              <ns1:cxn ang="0">
                <ns1:pos x="T34" y="T35"/>
              </ns1:cxn>
              <ns1:cxn ang="0">
                <ns1:pos x="T36" y="T37"/>
              </ns1:cxn>
              <ns1:cxn ang="0">
                <ns1:pos x="T38" y="T39"/>
              </ns1:cxn>
              <ns1:cxn ang="0">
                <ns1:pos x="T40" y="T41"/>
              </ns1:cxn>
              <ns1:cxn ang="0">
                <ns1:pos x="T42" y="T43"/>
              </ns1:cxn>
              <ns1:cxn ang="0">
                <ns1:pos x="T44" y="T45"/>
              </ns1:cxn>
              <ns1:cxn ang="0">
                <ns1:pos x="T46" y="T47"/>
              </ns1:cxn>
              <ns1:cxn ang="0">
                <ns1:pos x="T48" y="T49"/>
              </ns1:cxn>
              <ns1:cxn ang="0">
                <ns1:pos x="T50" y="T51"/>
              </ns1:cxn>
              <ns1:cxn ang="0">
                <ns1:pos x="T52" y="T53"/>
              </ns1:cxn>
              <ns1:cxn ang="0">
                <ns1:pos x="T54" y="T55"/>
              </ns1:cxn>
              <ns1:cxn ang="0">
                <ns1:pos x="T56" y="T57"/>
              </ns1:cxn>
              <ns1:cxn ang="0">
                <ns1:pos x="T58" y="T59"/>
              </ns1:cxn>
              <ns1:cxn ang="0">
                <ns1:pos x="T60" y="T61"/>
              </ns1:cxn>
              <ns1:cxn ang="0">
                <ns1:pos x="T62" y="T63"/>
              </ns1:cxn>
              <ns1:cxn ang="0">
                <ns1:pos x="T64" y="T65"/>
              </ns1:cxn>
              <ns1:cxn ang="0">
                <ns1:pos x="T66" y="T67"/>
              </ns1:cxn>
              <ns1:cxn ang="0">
                <ns1:pos x="T68" y="T69"/>
              </ns1:cxn>
              <ns1:cxn ang="0">
                <ns1:pos x="T70" y="T71"/>
              </ns1:cxn>
              <ns1:cxn ang="0">
                <ns1:pos x="T72" y="T73"/>
              </ns1:cxn>
            </ns1:cxnLst>
            <ns1:rect l="0" t="0" r="r" b="b"/>
            <ns1:pathLst>
              <ns1:path w="104" h="96">
                <ns1:moveTo>
                  <ns1:pt x="104" y="30"/>
                </ns1:moveTo>
                <ns1:cubicBezTo>
                  <ns1:pt x="104" y="42"/>
                  <ns1:pt x="89" y="55"/>
                  <ns1:pt x="70" y="56"/>
                </ns1:cubicBezTo>
                <ns1:cubicBezTo>
                  <ns1:pt x="67" y="59"/>
                  <ns1:pt x="65" y="61"/>
                  <ns1:pt x="64" y="62"/>
                </ns1:cubicBezTo>
                <ns1:cubicBezTo>
                  <ns1:pt x="61" y="65"/>
                  <ns1:pt x="60" y="68"/>
                  <ns1:pt x="60" y="72"/>
                </ns1:cubicBezTo>
                <ns1:cubicBezTo>
                  <ns1:pt x="60" y="76"/>
                  <ns1:pt x="62" y="80"/>
                  <ns1:pt x="68" y="80"/>
                </ns1:cubicBezTo>
                <ns1:cubicBezTo>
                  <ns1:pt x="74" y="80"/>
                  <ns1:pt x="80" y="84"/>
                  <ns1:pt x="80" y="90"/>
                </ns1:cubicBezTo>
                <ns1:cubicBezTo>
                  <ns1:pt x="80" y="94"/>
                  <ns1:pt x="80" y="94"/>
                  <ns1:pt x="80" y="94"/>
                </ns1:cubicBezTo>
                <ns1:cubicBezTo>
                  <ns1:pt x="80" y="95"/>
                  <ns1:pt x="79" y="96"/>
                  <ns1:pt x="78" y="96"/>
                </ns1:cubicBezTo>
                <ns1:cubicBezTo>
                  <ns1:pt x="26" y="96"/>
                  <ns1:pt x="26" y="96"/>
                  <ns1:pt x="26" y="96"/>
                </ns1:cubicBezTo>
                <ns1:cubicBezTo>
                  <ns1:pt x="25" y="96"/>
                  <ns1:pt x="24" y="95"/>
                  <ns1:pt x="24" y="94"/>
                </ns1:cubicBezTo>
                <ns1:cubicBezTo>
                  <ns1:pt x="24" y="90"/>
                  <ns1:pt x="24" y="90"/>
                  <ns1:pt x="24" y="90"/>
                </ns1:cubicBezTo>
                <ns1:cubicBezTo>
                  <ns1:pt x="24" y="84"/>
                  <ns1:pt x="30" y="80"/>
                  <ns1:pt x="36" y="80"/>
                </ns1:cubicBezTo>
                <ns1:cubicBezTo>
                  <ns1:pt x="42" y="80"/>
                  <ns1:pt x="44" y="76"/>
                  <ns1:pt x="44" y="72"/>
                </ns1:cubicBezTo>
                <ns1:cubicBezTo>
                  <ns1:pt x="44" y="68"/>
                  <ns1:pt x="43" y="65"/>
                  <ns1:pt x="40" y="62"/>
                </ns1:cubicBezTo>
                <ns1:cubicBezTo>
                  <ns1:pt x="38" y="61"/>
                  <ns1:pt x="36" y="59"/>
                  <ns1:pt x="34" y="56"/>
                </ns1:cubicBezTo>
                <ns1:cubicBezTo>
                  <ns1:pt x="14" y="55"/>
                  <ns1:pt x="0" y="42"/>
                  <ns1:pt x="0" y="30"/>
                </ns1:cubicBezTo>
                <ns1:cubicBezTo>
                  <ns1:pt x="0" y="22"/>
                  <ns1:pt x="0" y="22"/>
                  <ns1:pt x="0" y="22"/>
                </ns1:cubicBezTo>
                <ns1:cubicBezTo>
                  <ns1:pt x="0" y="19"/>
                  <ns1:pt x="2" y="16"/>
                  <ns1:pt x="6" y="16"/>
                </ns1:cubicBezTo>
                <ns1:cubicBezTo>
                  <ns1:pt x="24" y="16"/>
                  <ns1:pt x="24" y="16"/>
                  <ns1:pt x="24" y="16"/>
                </ns1:cubicBezTo>
                <ns1:cubicBezTo>
                  <ns1:pt x="24" y="10"/>
                  <ns1:pt x="24" y="10"/>
                  <ns1:pt x="24" y="10"/>
                </ns1:cubicBezTo>
                <ns1:cubicBezTo>
                  <ns1:pt x="24" y="4"/>
                  <ns1:pt x="28" y="0"/>
                  <ns1:pt x="34" y="0"/>
                </ns1:cubicBezTo>
                <ns1:cubicBezTo>
                  <ns1:pt x="70" y="0"/>
                  <ns1:pt x="70" y="0"/>
                  <ns1:pt x="70" y="0"/>
                </ns1:cubicBezTo>
                <ns1:cubicBezTo>
                  <ns1:pt x="75" y="0"/>
                  <ns1:pt x="80" y="4"/>
                  <ns1:pt x="80" y="10"/>
                </ns1:cubicBezTo>
                <ns1:cubicBezTo>
                  <ns1:pt x="80" y="16"/>
                  <ns1:pt x="80" y="16"/>
                  <ns1:pt x="80" y="16"/>
                </ns1:cubicBezTo>
                <ns1:cubicBezTo>
                  <ns1:pt x="98" y="16"/>
                  <ns1:pt x="98" y="16"/>
                  <ns1:pt x="98" y="16"/>
                </ns1:cubicBezTo>
                <ns1:cubicBezTo>
                  <ns1:pt x="101" y="16"/>
                  <ns1:pt x="104" y="19"/>
                  <ns1:pt x="104" y="22"/>
                </ns1:cubicBezTo>
                <ns1:lnTo>
                  <ns1:pt x="104" y="30"/>
                </ns1:lnTo>
                <ns1:close/>
                <ns1:moveTo>
                  <ns1:pt x="24" y="24"/>
                </ns1:moveTo>
                <ns1:cubicBezTo>
                  <ns1:pt x="8" y="24"/>
                  <ns1:pt x="8" y="24"/>
                  <ns1:pt x="8" y="24"/>
                </ns1:cubicBezTo>
                <ns1:cubicBezTo>
                  <ns1:pt x="8" y="30"/>
                  <ns1:pt x="8" y="30"/>
                  <ns1:pt x="8" y="30"/>
                </ns1:cubicBezTo>
                <ns1:cubicBezTo>
                  <ns1:pt x="8" y="36"/>
                  <ns1:pt x="16" y="44"/>
                  <ns1:pt x="28" y="47"/>
                </ns1:cubicBezTo>
                <ns1:cubicBezTo>
                  <ns1:pt x="26" y="41"/>
                  <ns1:pt x="24" y="34"/>
                  <ns1:pt x="24" y="24"/>
                </ns1:cubicBezTo>
                <ns1:close/>
                <ns1:moveTo>
                  <ns1:pt x="96" y="24"/>
                </ns1:moveTo>
                <ns1:cubicBezTo>
                  <ns1:pt x="80" y="24"/>
                  <ns1:pt x="80" y="24"/>
                  <ns1:pt x="80" y="24"/>
                </ns1:cubicBezTo>
                <ns1:cubicBezTo>
                  <ns1:pt x="80" y="34"/>
                  <ns1:pt x="78" y="41"/>
                  <ns1:pt x="75" y="47"/>
                </ns1:cubicBezTo>
                <ns1:cubicBezTo>
                  <ns1:pt x="87" y="44"/>
                  <ns1:pt x="96" y="36"/>
                  <ns1:pt x="96" y="30"/>
                </ns1:cubicBezTo>
                <ns1:lnTo>
                  <ns1:pt x="96" y="24"/>
                </ns1:lnTo>
                <ns1:close/>
              </ns1:path>
            </ns1:pathLst>
          </ns1:custGeom>
          <ns1:solidFill>
            <ns1:srgbClr val="010101"/>
          </ns1:solidFill>
          <ns1:ln>
            <ns1:noFill/>
          </ns1:ln>
          <ns1:extLst>
            <ns1:ext uri="{91240B29-F687-4F45-9708-019B960494DF}">
              <ns2:hiddenLine w="9525">
                <ns1:solidFill>
                  <ns1:srgbClr val="000000"/>
                </ns1:solidFill>
                <ns1:round/>
                <ns1:headEnd/>
                <ns1:tailEnd/>
              </ns2:hiddenLine>
            </ns1:ext>
          </ns1:extLst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en-US" sz="2700"/>
          </ns1:p>
        </ns0:txBody>
      </ns0:sp>
      <ns0:sp>
        <ns0:nvSpPr>
          <ns0:cNvPr id="139" name="Freeform 137"/>
          <ns0:cNvSpPr>
            <ns1:spLocks noEditPoints="1"/>
          </ns0:cNvSpPr>
          <ns0:nvPr/>
        </ns0:nvSpPr>
        <ns0:spPr bwMode="auto">
          <ns1:xfrm>
            <ns1:off x="3652839" y="4367214"/>
            <ns1:ext cx="360363" cy="360363"/>
          </ns1:xfrm>
          <ns1:custGeom>
            <ns1:avLst/>
            <ns1:gdLst>
              <ns1:gd name="T0" fmla="*/ 78 w 96"/>
              <ns1:gd name="T1" fmla="*/ 96 h 96"/>
              <ns1:gd name="T2" fmla="*/ 59 w 96"/>
              <ns1:gd name="T3" fmla="*/ 93 h 96"/>
              <ns1:gd name="T4" fmla="*/ 56 w 96"/>
              <ns1:gd name="T5" fmla="*/ 69 h 96"/>
              <ns1:gd name="T6" fmla="*/ 73 w 96"/>
              <ns1:gd name="T7" fmla="*/ 32 h 96"/>
              <ns1:gd name="T8" fmla="*/ 60 w 96"/>
              <ns1:gd name="T9" fmla="*/ 25 h 96"/>
              <ns1:gd name="T10" fmla="*/ 36 w 96"/>
              <ns1:gd name="T11" fmla="*/ 25 h 96"/>
              <ns1:gd name="T12" fmla="*/ 22 w 96"/>
              <ns1:gd name="T13" fmla="*/ 32 h 96"/>
              <ns1:gd name="T14" fmla="*/ 39 w 96"/>
              <ns1:gd name="T15" fmla="*/ 69 h 96"/>
              <ns1:gd name="T16" fmla="*/ 22 w 96"/>
              <ns1:gd name="T17" fmla="*/ 71 h 96"/>
              <ns1:gd name="T18" fmla="*/ 14 w 96"/>
              <ns1:gd name="T19" fmla="*/ 69 h 96"/>
              <ns1:gd name="T20" fmla="*/ 36 w 96"/>
              <ns1:gd name="T21" fmla="*/ 82 h 96"/>
              <ns1:gd name="T22" fmla="*/ 32 w 96"/>
              <ns1:gd name="T23" fmla="*/ 96 h 96"/>
              <ns1:gd name="T24" fmla="*/ 0 w 96"/>
              <ns1:gd name="T25" fmla="*/ 78 h 96"/>
              <ns1:gd name="T26" fmla="*/ 18 w 96"/>
              <ns1:gd name="T27" fmla="*/ 0 h 96"/>
              <ns1:gd name="T28" fmla="*/ 96 w 96"/>
              <ns1:gd name="T29" fmla="*/ 18 h 96"/>
              <ns1:gd name="T30" fmla="*/ 17 w 96"/>
              <ns1:gd name="T31" fmla="*/ 69 h 96"/>
              <ns1:gd name="T32" fmla="*/ 17 w 96"/>
              <ns1:gd name="T33" fmla="*/ 68 h 96"/>
              <ns1:gd name="T34" fmla="*/ 17 w 96"/>
              <ns1:gd name="T35" fmla="*/ 69 h 96"/>
              <ns1:gd name="T36" fmla="*/ 19 w 96"/>
              <ns1:gd name="T37" fmla="*/ 70 h 96"/>
              <ns1:gd name="T38" fmla="*/ 20 w 96"/>
              <ns1:gd name="T39" fmla="*/ 71 h 96"/>
              <ns1:gd name="T40" fmla="*/ 22 w 96"/>
              <ns1:gd name="T41" fmla="*/ 74 h 96"/>
              <ns1:gd name="T42" fmla="*/ 21 w 96"/>
              <ns1:gd name="T43" fmla="*/ 72 h 96"/>
              <ns1:gd name="T44" fmla="*/ 22 w 96"/>
              <ns1:gd name="T45" fmla="*/ 74 h 96"/>
              <ns1:gd name="T46" fmla="*/ 23 w 96"/>
              <ns1:gd name="T47" fmla="*/ 75 h 96"/>
              <ns1:gd name="T48" fmla="*/ 24 w 96"/>
              <ns1:gd name="T49" fmla="*/ 76 h 96"/>
              <ns1:gd name="T50" fmla="*/ 27 w 96"/>
              <ns1:gd name="T51" fmla="*/ 78 h 96"/>
              <ns1:gd name="T52" fmla="*/ 27 w 96"/>
              <ns1:gd name="T53" fmla="*/ 77 h 96"/>
              <ns1:gd name="T54" fmla="*/ 27 w 96"/>
              <ns1:gd name="T55" fmla="*/ 78 h 96"/>
              <ns1:gd name="T56" fmla="*/ 30 w 96"/>
              <ns1:gd name="T57" fmla="*/ 78 h 96"/>
              <ns1:gd name="T58" fmla="*/ 32 w 96"/>
              <ns1:gd name="T59" fmla="*/ 78 h 96"/>
              <ns1:gd name="T60" fmla="*/ 34 w 96"/>
              <ns1:gd name="T61" fmla="*/ 78 h 96"/>
              <ns1:gd name="T62" fmla="*/ 34 w 96"/>
              <ns1:gd name="T63" fmla="*/ 77 h 96"/>
              <ns1:gd name="T64" fmla="*/ 34 w 96"/>
              <ns1:gd name="T65" fmla="*/ 78 h 96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  <ns1:cxn ang="0">
                <ns1:pos x="T32" y="T33"/>
              </ns1:cxn>
              <ns1:cxn ang="0">
                <ns1:pos x="T34" y="T35"/>
              </ns1:cxn>
              <ns1:cxn ang="0">
                <ns1:pos x="T36" y="T37"/>
              </ns1:cxn>
              <ns1:cxn ang="0">
                <ns1:pos x="T38" y="T39"/>
              </ns1:cxn>
              <ns1:cxn ang="0">
                <ns1:pos x="T40" y="T41"/>
              </ns1:cxn>
              <ns1:cxn ang="0">
                <ns1:pos x="T42" y="T43"/>
              </ns1:cxn>
              <ns1:cxn ang="0">
                <ns1:pos x="T44" y="T45"/>
              </ns1:cxn>
              <ns1:cxn ang="0">
                <ns1:pos x="T46" y="T47"/>
              </ns1:cxn>
              <ns1:cxn ang="0">
                <ns1:pos x="T48" y="T49"/>
              </ns1:cxn>
              <ns1:cxn ang="0">
                <ns1:pos x="T50" y="T51"/>
              </ns1:cxn>
              <ns1:cxn ang="0">
                <ns1:pos x="T52" y="T53"/>
              </ns1:cxn>
              <ns1:cxn ang="0">
                <ns1:pos x="T54" y="T55"/>
              </ns1:cxn>
              <ns1:cxn ang="0">
                <ns1:pos x="T56" y="T57"/>
              </ns1:cxn>
              <ns1:cxn ang="0">
                <ns1:pos x="T58" y="T59"/>
              </ns1:cxn>
              <ns1:cxn ang="0">
                <ns1:pos x="T60" y="T61"/>
              </ns1:cxn>
              <ns1:cxn ang="0">
                <ns1:pos x="T62" y="T63"/>
              </ns1:cxn>
              <ns1:cxn ang="0">
                <ns1:pos x="T64" y="T65"/>
              </ns1:cxn>
            </ns1:cxnLst>
            <ns1:rect l="0" t="0" r="r" b="b"/>
            <ns1:pathLst>
              <ns1:path w="96" h="96">
                <ns1:moveTo>
                  <ns1:pt x="96" y="78"/>
                </ns1:moveTo>
                <ns1:cubicBezTo>
                  <ns1:pt x="96" y="88"/>
                  <ns1:pt x="87" y="96"/>
                  <ns1:pt x="78" y="96"/>
                </ns1:cubicBezTo>
                <ns1:cubicBezTo>
                  <ns1:pt x="64" y="96"/>
                  <ns1:pt x="64" y="96"/>
                  <ns1:pt x="64" y="96"/>
                </ns1:cubicBezTo>
                <ns1:cubicBezTo>
                  <ns1:pt x="62" y="96"/>
                  <ns1:pt x="59" y="96"/>
                  <ns1:pt x="59" y="93"/>
                </ns1:cubicBezTo>
                <ns1:cubicBezTo>
                  <ns1:pt x="59" y="91"/>
                  <ns1:pt x="59" y="84"/>
                  <ns1:pt x="59" y="78"/>
                </ns1:cubicBezTo>
                <ns1:cubicBezTo>
                  <ns1:pt x="59" y="73"/>
                  <ns1:pt x="58" y="70"/>
                  <ns1:pt x="56" y="69"/>
                </ns1:cubicBezTo>
                <ns1:cubicBezTo>
                  <ns1:pt x="67" y="68"/>
                  <ns1:pt x="78" y="64"/>
                  <ns1:pt x="78" y="45"/>
                </ns1:cubicBezTo>
                <ns1:cubicBezTo>
                  <ns1:pt x="78" y="40"/>
                  <ns1:pt x="76" y="36"/>
                  <ns1:pt x="73" y="32"/>
                </ns1:cubicBezTo>
                <ns1:cubicBezTo>
                  <ns1:pt x="74" y="31"/>
                  <ns1:pt x="75" y="26"/>
                  <ns1:pt x="73" y="20"/>
                </ns1:cubicBezTo>
                <ns1:cubicBezTo>
                  <ns1:pt x="69" y="18"/>
                  <ns1:pt x="60" y="25"/>
                  <ns1:pt x="60" y="25"/>
                </ns1:cubicBezTo>
                <ns1:cubicBezTo>
                  <ns1:pt x="56" y="24"/>
                  <ns1:pt x="52" y="23"/>
                  <ns1:pt x="48" y="23"/>
                </ns1:cubicBezTo>
                <ns1:cubicBezTo>
                  <ns1:pt x="43" y="23"/>
                  <ns1:pt x="39" y="24"/>
                  <ns1:pt x="36" y="25"/>
                </ns1:cubicBezTo>
                <ns1:cubicBezTo>
                  <ns1:pt x="36" y="25"/>
                  <ns1:pt x="26" y="18"/>
                  <ns1:pt x="22" y="20"/>
                </ns1:cubicBezTo>
                <ns1:cubicBezTo>
                  <ns1:pt x="20" y="26"/>
                  <ns1:pt x="21" y="31"/>
                  <ns1:pt x="22" y="32"/>
                </ns1:cubicBezTo>
                <ns1:cubicBezTo>
                  <ns1:pt x="19" y="36"/>
                  <ns1:pt x="17" y="40"/>
                  <ns1:pt x="17" y="45"/>
                </ns1:cubicBezTo>
                <ns1:cubicBezTo>
                  <ns1:pt x="17" y="64"/>
                  <ns1:pt x="28" y="68"/>
                  <ns1:pt x="39" y="69"/>
                </ns1:cubicBezTo>
                <ns1:cubicBezTo>
                  <ns1:pt x="37" y="70"/>
                  <ns1:pt x="36" y="72"/>
                  <ns1:pt x="36" y="75"/>
                </ns1:cubicBezTo>
                <ns1:cubicBezTo>
                  <ns1:pt x="33" y="77"/>
                  <ns1:pt x="26" y="79"/>
                  <ns1:pt x="22" y="71"/>
                </ns1:cubicBezTo>
                <ns1:cubicBezTo>
                  <ns1:pt x="19" y="67"/>
                  <ns1:pt x="14" y="66"/>
                  <ns1:pt x="14" y="66"/>
                </ns1:cubicBezTo>
                <ns1:cubicBezTo>
                  <ns1:pt x="10" y="66"/>
                  <ns1:pt x="14" y="69"/>
                  <ns1:pt x="14" y="69"/>
                </ns1:cubicBezTo>
                <ns1:cubicBezTo>
                  <ns1:pt x="17" y="71"/>
                  <ns1:pt x="19" y="76"/>
                  <ns1:pt x="19" y="76"/>
                </ns1:cubicBezTo>
                <ns1:cubicBezTo>
                  <ns1:pt x="22" y="85"/>
                  <ns1:pt x="36" y="82"/>
                  <ns1:pt x="36" y="82"/>
                </ns1:cubicBezTo>
                <ns1:cubicBezTo>
                  <ns1:pt x="36" y="86"/>
                  <ns1:pt x="36" y="92"/>
                  <ns1:pt x="36" y="93"/>
                </ns1:cubicBezTo>
                <ns1:cubicBezTo>
                  <ns1:pt x="36" y="96"/>
                  <ns1:pt x="34" y="96"/>
                  <ns1:pt x="32" y="96"/>
                </ns1:cubicBezTo>
                <ns1:cubicBezTo>
                  <ns1:pt x="18" y="96"/>
                  <ns1:pt x="18" y="96"/>
                  <ns1:pt x="18" y="96"/>
                </ns1:cubicBezTo>
                <ns1:cubicBezTo>
                  <ns1:pt x="8" y="96"/>
                  <ns1:pt x="0" y="88"/>
                  <ns1:pt x="0" y="78"/>
                </ns1:cubicBezTo>
                <ns1:cubicBezTo>
                  <ns1:pt x="0" y="18"/>
                  <ns1:pt x="0" y="18"/>
                  <ns1:pt x="0" y="18"/>
                </ns1:cubicBezTo>
                <ns1:cubicBezTo>
                  <ns1:pt x="0" y="8"/>
                  <ns1:pt x="8" y="0"/>
                  <ns1:pt x="18" y="0"/>
                </ns1:cubicBezTo>
                <ns1:cubicBezTo>
                  <ns1:pt x="78" y="0"/>
                  <ns1:pt x="78" y="0"/>
                  <ns1:pt x="78" y="0"/>
                </ns1:cubicBezTo>
                <ns1:cubicBezTo>
                  <ns1:pt x="87" y="0"/>
                  <ns1:pt x="96" y="8"/>
                  <ns1:pt x="96" y="18"/>
                </ns1:cubicBezTo>
                <ns1:lnTo>
                  <ns1:pt x="96" y="78"/>
                </ns1:lnTo>
                <ns1:close/>
                <ns1:moveTo>
                  <ns1:pt x="17" y="69"/>
                </ns1:moveTo>
                <ns1:cubicBezTo>
                  <ns1:pt x="17" y="69"/>
                  <ns1:pt x="16" y="68"/>
                  <ns1:pt x="17" y="68"/>
                </ns1:cubicBezTo>
                <ns1:cubicBezTo>
                  <ns1:pt x="17" y="68"/>
                  <ns1:pt x="17" y="68"/>
                  <ns1:pt x="17" y="68"/>
                </ns1:cubicBezTo>
                <ns1:cubicBezTo>
                  <ns1:pt x="18" y="68"/>
                  <ns1:pt x="18" y="68"/>
                  <ns1:pt x="18" y="69"/>
                </ns1:cubicBezTo>
                <ns1:cubicBezTo>
                  <ns1:pt x="18" y="69"/>
                  <ns1:pt x="17" y="69"/>
                  <ns1:pt x="17" y="69"/>
                </ns1:cubicBezTo>
                <ns1:close/>
                <ns1:moveTo>
                  <ns1:pt x="19" y="71"/>
                </ns1:moveTo>
                <ns1:cubicBezTo>
                  <ns1:pt x="18" y="70"/>
                  <ns1:pt x="18" y="70"/>
                  <ns1:pt x="19" y="70"/>
                </ns1:cubicBezTo>
                <ns1:cubicBezTo>
                  <ns1:pt x="19" y="69"/>
                  <ns1:pt x="19" y="70"/>
                  <ns1:pt x="20" y="70"/>
                </ns1:cubicBezTo>
                <ns1:cubicBezTo>
                  <ns1:pt x="20" y="70"/>
                  <ns1:pt x="20" y="71"/>
                  <ns1:pt x="20" y="71"/>
                </ns1:cubicBezTo>
                <ns1:cubicBezTo>
                  <ns1:pt x="19" y="71"/>
                  <ns1:pt x="19" y="71"/>
                  <ns1:pt x="19" y="71"/>
                </ns1:cubicBezTo>
                <ns1:close/>
                <ns1:moveTo>
                  <ns1:pt x="22" y="74"/>
                </ns1:moveTo>
                <ns1:cubicBezTo>
                  <ns1:pt x="21" y="74"/>
                  <ns1:pt x="21" y="74"/>
                  <ns1:pt x="21" y="73"/>
                </ns1:cubicBezTo>
                <ns1:cubicBezTo>
                  <ns1:pt x="20" y="73"/>
                  <ns1:pt x="20" y="72"/>
                  <ns1:pt x="21" y="72"/>
                </ns1:cubicBezTo>
                <ns1:cubicBezTo>
                  <ns1:pt x="21" y="72"/>
                  <ns1:pt x="21" y="72"/>
                  <ns1:pt x="22" y="72"/>
                </ns1:cubicBezTo>
                <ns1:cubicBezTo>
                  <ns1:pt x="22" y="73"/>
                  <ns1:pt x="22" y="73"/>
                  <ns1:pt x="22" y="74"/>
                </ns1:cubicBezTo>
                <ns1:close/>
                <ns1:moveTo>
                  <ns1:pt x="23" y="76"/>
                </ns1:moveTo>
                <ns1:cubicBezTo>
                  <ns1:pt x="23" y="76"/>
                  <ns1:pt x="22" y="75"/>
                  <ns1:pt x="23" y="75"/>
                </ns1:cubicBezTo>
                <ns1:cubicBezTo>
                  <ns1:pt x="23" y="75"/>
                  <ns1:pt x="24" y="75"/>
                  <ns1:pt x="24" y="75"/>
                </ns1:cubicBezTo>
                <ns1:cubicBezTo>
                  <ns1:pt x="24" y="75"/>
                  <ns1:pt x="24" y="76"/>
                  <ns1:pt x="24" y="76"/>
                </ns1:cubicBezTo>
                <ns1:cubicBezTo>
                  <ns1:pt x="24" y="77"/>
                  <ns1:pt x="23" y="77"/>
                  <ns1:pt x="23" y="76"/>
                </ns1:cubicBezTo>
                <ns1:close/>
                <ns1:moveTo>
                  <ns1:pt x="27" y="78"/>
                </ns1:moveTo>
                <ns1:cubicBezTo>
                  <ns1:pt x="26" y="78"/>
                  <ns1:pt x="26" y="78"/>
                  <ns1:pt x="26" y="77"/>
                </ns1:cubicBezTo>
                <ns1:cubicBezTo>
                  <ns1:pt x="26" y="77"/>
                  <ns1:pt x="26" y="77"/>
                  <ns1:pt x="27" y="77"/>
                </ns1:cubicBezTo>
                <ns1:cubicBezTo>
                  <ns1:pt x="28" y="77"/>
                  <ns1:pt x="28" y="77"/>
                  <ns1:pt x="28" y="78"/>
                </ns1:cubicBezTo>
                <ns1:cubicBezTo>
                  <ns1:pt x="28" y="78"/>
                  <ns1:pt x="27" y="78"/>
                  <ns1:pt x="27" y="78"/>
                </ns1:cubicBezTo>
                <ns1:close/>
                <ns1:moveTo>
                  <ns1:pt x="31" y="79"/>
                </ns1:moveTo>
                <ns1:cubicBezTo>
                  <ns1:pt x="30" y="79"/>
                  <ns1:pt x="30" y="79"/>
                  <ns1:pt x="30" y="78"/>
                </ns1:cubicBezTo>
                <ns1:cubicBezTo>
                  <ns1:pt x="30" y="78"/>
                  <ns1:pt x="30" y="77"/>
                  <ns1:pt x="31" y="77"/>
                </ns1:cubicBezTo>
                <ns1:cubicBezTo>
                  <ns1:pt x="31" y="77"/>
                  <ns1:pt x="32" y="78"/>
                  <ns1:pt x="32" y="78"/>
                </ns1:cubicBezTo>
                <ns1:cubicBezTo>
                  <ns1:pt x="32" y="79"/>
                  <ns1:pt x="31" y="79"/>
                  <ns1:pt x="31" y="79"/>
                </ns1:cubicBezTo>
                <ns1:close/>
                <ns1:moveTo>
                  <ns1:pt x="34" y="78"/>
                </ns1:moveTo>
                <ns1:cubicBezTo>
                  <ns1:pt x="34" y="79"/>
                  <ns1:pt x="33" y="78"/>
                  <ns1:pt x="33" y="78"/>
                </ns1:cubicBezTo>
                <ns1:cubicBezTo>
                  <ns1:pt x="33" y="77"/>
                  <ns1:pt x="34" y="77"/>
                  <ns1:pt x="34" y="77"/>
                </ns1:cubicBezTo>
                <ns1:cubicBezTo>
                  <ns1:pt x="35" y="77"/>
                  <ns1:pt x="35" y="77"/>
                  <ns1:pt x="35" y="78"/>
                </ns1:cubicBezTo>
                <ns1:cubicBezTo>
                  <ns1:pt x="35" y="78"/>
                  <ns1:pt x="35" y="78"/>
                  <ns1:pt x="34" y="78"/>
                </ns1:cubicBezTo>
                <ns1:close/>
              </ns1:path>
            </ns1:pathLst>
          </ns1:custGeom>
          <ns1:solidFill>
            <ns1:srgbClr val="010101"/>
          </ns1:solidFill>
          <ns1:ln>
            <ns1:noFill/>
          </ns1:ln>
          <ns1:extLst>
            <ns1:ext uri="{91240B29-F687-4F45-9708-019B960494DF}">
              <ns2:hiddenLine w="9525">
                <ns1:solidFill>
                  <ns1:srgbClr val="000000"/>
                </ns1:solidFill>
                <ns1:round/>
                <ns1:headEnd/>
                <ns1:tailEnd/>
              </ns2:hiddenLine>
            </ns1:ext>
          </ns1:extLst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en-US" sz="2700"/>
          </ns1:p>
        </ns0:txBody>
      </ns0:sp>
      <ns0:sp>
        <ns0:nvSpPr>
          <ns0:cNvPr id="140" name="Freeform 138"/>
          <ns0:cNvSpPr>
            <ns1:spLocks noEditPoints="1"/>
          </ns0:cNvSpPr>
          <ns0:nvPr/>
        </ns0:nvSpPr>
        <ns0:spPr bwMode="auto">
          <ns1:xfrm>
            <ns1:off x="4283077" y="4351338"/>
            <ns1:ext cx="390525" cy="376238"/>
          </ns1:xfrm>
          <ns1:custGeom>
            <ns1:avLst/>
            <ns1:gdLst>
              <ns1:gd name="T0" fmla="*/ 104 w 104"/>
              <ns1:gd name="T1" fmla="*/ 94 h 100"/>
              <ns1:gd name="T2" fmla="*/ 98 w 104"/>
              <ns1:gd name="T3" fmla="*/ 100 h 100"/>
              <ns1:gd name="T4" fmla="*/ 6 w 104"/>
              <ns1:gd name="T5" fmla="*/ 100 h 100"/>
              <ns1:gd name="T6" fmla="*/ 0 w 104"/>
              <ns1:gd name="T7" fmla="*/ 94 h 100"/>
              <ns1:gd name="T8" fmla="*/ 0 w 104"/>
              <ns1:gd name="T9" fmla="*/ 74 h 100"/>
              <ns1:gd name="T10" fmla="*/ 6 w 104"/>
              <ns1:gd name="T11" fmla="*/ 68 h 100"/>
              <ns1:gd name="T12" fmla="*/ 32 w 104"/>
              <ns1:gd name="T13" fmla="*/ 68 h 100"/>
              <ns1:gd name="T14" fmla="*/ 44 w 104"/>
              <ns1:gd name="T15" fmla="*/ 76 h 100"/>
              <ns1:gd name="T16" fmla="*/ 60 w 104"/>
              <ns1:gd name="T17" fmla="*/ 76 h 100"/>
              <ns1:gd name="T18" fmla="*/ 71 w 104"/>
              <ns1:gd name="T19" fmla="*/ 68 h 100"/>
              <ns1:gd name="T20" fmla="*/ 98 w 104"/>
              <ns1:gd name="T21" fmla="*/ 68 h 100"/>
              <ns1:gd name="T22" fmla="*/ 104 w 104"/>
              <ns1:gd name="T23" fmla="*/ 74 h 100"/>
              <ns1:gd name="T24" fmla="*/ 104 w 104"/>
              <ns1:gd name="T25" fmla="*/ 94 h 100"/>
              <ns1:gd name="T26" fmla="*/ 80 w 104"/>
              <ns1:gd name="T27" fmla="*/ 36 h 100"/>
              <ns1:gd name="T28" fmla="*/ 64 w 104"/>
              <ns1:gd name="T29" fmla="*/ 36 h 100"/>
              <ns1:gd name="T30" fmla="*/ 64 w 104"/>
              <ns1:gd name="T31" fmla="*/ 64 h 100"/>
              <ns1:gd name="T32" fmla="*/ 60 w 104"/>
              <ns1:gd name="T33" fmla="*/ 68 h 100"/>
              <ns1:gd name="T34" fmla="*/ 44 w 104"/>
              <ns1:gd name="T35" fmla="*/ 68 h 100"/>
              <ns1:gd name="T36" fmla="*/ 40 w 104"/>
              <ns1:gd name="T37" fmla="*/ 64 h 100"/>
              <ns1:gd name="T38" fmla="*/ 40 w 104"/>
              <ns1:gd name="T39" fmla="*/ 36 h 100"/>
              <ns1:gd name="T40" fmla="*/ 24 w 104"/>
              <ns1:gd name="T41" fmla="*/ 36 h 100"/>
              <ns1:gd name="T42" fmla="*/ 20 w 104"/>
              <ns1:gd name="T43" fmla="*/ 33 h 100"/>
              <ns1:gd name="T44" fmla="*/ 21 w 104"/>
              <ns1:gd name="T45" fmla="*/ 29 h 100"/>
              <ns1:gd name="T46" fmla="*/ 49 w 104"/>
              <ns1:gd name="T47" fmla="*/ 1 h 100"/>
              <ns1:gd name="T48" fmla="*/ 52 w 104"/>
              <ns1:gd name="T49" fmla="*/ 0 h 100"/>
              <ns1:gd name="T50" fmla="*/ 54 w 104"/>
              <ns1:gd name="T51" fmla="*/ 1 h 100"/>
              <ns1:gd name="T52" fmla="*/ 82 w 104"/>
              <ns1:gd name="T53" fmla="*/ 29 h 100"/>
              <ns1:gd name="T54" fmla="*/ 83 w 104"/>
              <ns1:gd name="T55" fmla="*/ 33 h 100"/>
              <ns1:gd name="T56" fmla="*/ 80 w 104"/>
              <ns1:gd name="T57" fmla="*/ 36 h 100"/>
              <ns1:gd name="T58" fmla="*/ 76 w 104"/>
              <ns1:gd name="T59" fmla="*/ 84 h 100"/>
              <ns1:gd name="T60" fmla="*/ 72 w 104"/>
              <ns1:gd name="T61" fmla="*/ 88 h 100"/>
              <ns1:gd name="T62" fmla="*/ 76 w 104"/>
              <ns1:gd name="T63" fmla="*/ 92 h 100"/>
              <ns1:gd name="T64" fmla="*/ 80 w 104"/>
              <ns1:gd name="T65" fmla="*/ 88 h 100"/>
              <ns1:gd name="T66" fmla="*/ 76 w 104"/>
              <ns1:gd name="T67" fmla="*/ 84 h 100"/>
              <ns1:gd name="T68" fmla="*/ 92 w 104"/>
              <ns1:gd name="T69" fmla="*/ 84 h 100"/>
              <ns1:gd name="T70" fmla="*/ 88 w 104"/>
              <ns1:gd name="T71" fmla="*/ 88 h 100"/>
              <ns1:gd name="T72" fmla="*/ 92 w 104"/>
              <ns1:gd name="T73" fmla="*/ 92 h 100"/>
              <ns1:gd name="T74" fmla="*/ 96 w 104"/>
              <ns1:gd name="T75" fmla="*/ 88 h 100"/>
              <ns1:gd name="T76" fmla="*/ 92 w 104"/>
              <ns1:gd name="T77" fmla="*/ 84 h 100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  <ns1:cxn ang="0">
                <ns1:pos x="T32" y="T33"/>
              </ns1:cxn>
              <ns1:cxn ang="0">
                <ns1:pos x="T34" y="T35"/>
              </ns1:cxn>
              <ns1:cxn ang="0">
                <ns1:pos x="T36" y="T37"/>
              </ns1:cxn>
              <ns1:cxn ang="0">
                <ns1:pos x="T38" y="T39"/>
              </ns1:cxn>
              <ns1:cxn ang="0">
                <ns1:pos x="T40" y="T41"/>
              </ns1:cxn>
              <ns1:cxn ang="0">
                <ns1:pos x="T42" y="T43"/>
              </ns1:cxn>
              <ns1:cxn ang="0">
                <ns1:pos x="T44" y="T45"/>
              </ns1:cxn>
              <ns1:cxn ang="0">
                <ns1:pos x="T46" y="T47"/>
              </ns1:cxn>
              <ns1:cxn ang="0">
                <ns1:pos x="T48" y="T49"/>
              </ns1:cxn>
              <ns1:cxn ang="0">
                <ns1:pos x="T50" y="T51"/>
              </ns1:cxn>
              <ns1:cxn ang="0">
                <ns1:pos x="T52" y="T53"/>
              </ns1:cxn>
              <ns1:cxn ang="0">
                <ns1:pos x="T54" y="T55"/>
              </ns1:cxn>
              <ns1:cxn ang="0">
                <ns1:pos x="T56" y="T57"/>
              </ns1:cxn>
              <ns1:cxn ang="0">
                <ns1:pos x="T58" y="T59"/>
              </ns1:cxn>
              <ns1:cxn ang="0">
                <ns1:pos x="T60" y="T61"/>
              </ns1:cxn>
              <ns1:cxn ang="0">
                <ns1:pos x="T62" y="T63"/>
              </ns1:cxn>
              <ns1:cxn ang="0">
                <ns1:pos x="T64" y="T65"/>
              </ns1:cxn>
              <ns1:cxn ang="0">
                <ns1:pos x="T66" y="T67"/>
              </ns1:cxn>
              <ns1:cxn ang="0">
                <ns1:pos x="T68" y="T69"/>
              </ns1:cxn>
              <ns1:cxn ang="0">
                <ns1:pos x="T70" y="T71"/>
              </ns1:cxn>
              <ns1:cxn ang="0">
                <ns1:pos x="T72" y="T73"/>
              </ns1:cxn>
              <ns1:cxn ang="0">
                <ns1:pos x="T74" y="T75"/>
              </ns1:cxn>
              <ns1:cxn ang="0">
                <ns1:pos x="T76" y="T77"/>
              </ns1:cxn>
            </ns1:cxnLst>
            <ns1:rect l="0" t="0" r="r" b="b"/>
            <ns1:pathLst>
              <ns1:path w="104" h="100">
                <ns1:moveTo>
                  <ns1:pt x="104" y="94"/>
                </ns1:moveTo>
                <ns1:cubicBezTo>
                  <ns1:pt x="104" y="97"/>
                  <ns1:pt x="101" y="100"/>
                  <ns1:pt x="98" y="100"/>
                </ns1:cubicBezTo>
                <ns1:cubicBezTo>
                  <ns1:pt x="6" y="100"/>
                  <ns1:pt x="6" y="100"/>
                  <ns1:pt x="6" y="100"/>
                </ns1:cubicBezTo>
                <ns1:cubicBezTo>
                  <ns1:pt x="2" y="100"/>
                  <ns1:pt x="0" y="97"/>
                  <ns1:pt x="0" y="94"/>
                </ns1:cubicBezTo>
                <ns1:cubicBezTo>
                  <ns1:pt x="0" y="74"/>
                  <ns1:pt x="0" y="74"/>
                  <ns1:pt x="0" y="74"/>
                </ns1:cubicBezTo>
                <ns1:cubicBezTo>
                  <ns1:pt x="0" y="70"/>
                  <ns1:pt x="2" y="68"/>
                  <ns1:pt x="6" y="68"/>
                </ns1:cubicBezTo>
                <ns1:cubicBezTo>
                  <ns1:pt x="32" y="68"/>
                  <ns1:pt x="32" y="68"/>
                  <ns1:pt x="32" y="68"/>
                </ns1:cubicBezTo>
                <ns1:cubicBezTo>
                  <ns1:pt x="34" y="72"/>
                  <ns1:pt x="38" y="76"/>
                  <ns1:pt x="44" y="76"/>
                </ns1:cubicBezTo>
                <ns1:cubicBezTo>
                  <ns1:pt x="60" y="76"/>
                  <ns1:pt x="60" y="76"/>
                  <ns1:pt x="60" y="76"/>
                </ns1:cubicBezTo>
                <ns1:cubicBezTo>
                  <ns1:pt x="65" y="76"/>
                  <ns1:pt x="69" y="72"/>
                  <ns1:pt x="71" y="68"/>
                </ns1:cubicBezTo>
                <ns1:cubicBezTo>
                  <ns1:pt x="98" y="68"/>
                  <ns1:pt x="98" y="68"/>
                  <ns1:pt x="98" y="68"/>
                </ns1:cubicBezTo>
                <ns1:cubicBezTo>
                  <ns1:pt x="101" y="68"/>
                  <ns1:pt x="104" y="70"/>
                  <ns1:pt x="104" y="74"/>
                </ns1:cubicBezTo>
                <ns1:lnTo>
                  <ns1:pt x="104" y="94"/>
                </ns1:lnTo>
                <ns1:close/>
                <ns1:moveTo>
                  <ns1:pt x="80" y="36"/>
                </ns1:moveTo>
                <ns1:cubicBezTo>
                  <ns1:pt x="64" y="36"/>
                  <ns1:pt x="64" y="36"/>
                  <ns1:pt x="64" y="36"/>
                </ns1:cubicBezTo>
                <ns1:cubicBezTo>
                  <ns1:pt x="64" y="64"/>
                  <ns1:pt x="64" y="64"/>
                  <ns1:pt x="64" y="64"/>
                </ns1:cubicBezTo>
                <ns1:cubicBezTo>
                  <ns1:pt x="64" y="66"/>
                  <ns1:pt x="62" y="68"/>
                  <ns1:pt x="60" y="68"/>
                </ns1:cubicBezTo>
                <ns1:cubicBezTo>
                  <ns1:pt x="44" y="68"/>
                  <ns1:pt x="44" y="68"/>
                  <ns1:pt x="44" y="68"/>
                </ns1:cubicBezTo>
                <ns1:cubicBezTo>
                  <ns1:pt x="41" y="68"/>
                  <ns1:pt x="40" y="66"/>
                  <ns1:pt x="40" y="64"/>
                </ns1:cubicBezTo>
                <ns1:cubicBezTo>
                  <ns1:pt x="40" y="36"/>
                  <ns1:pt x="40" y="36"/>
                  <ns1:pt x="40" y="36"/>
                </ns1:cubicBezTo>
                <ns1:cubicBezTo>
                  <ns1:pt x="24" y="36"/>
                  <ns1:pt x="24" y="36"/>
                  <ns1:pt x="24" y="36"/>
                </ns1:cubicBezTo>
                <ns1:cubicBezTo>
                  <ns1:pt x="22" y="36"/>
                  <ns1:pt x="21" y="35"/>
                  <ns1:pt x="20" y="33"/>
                </ns1:cubicBezTo>
                <ns1:cubicBezTo>
                  <ns1:pt x="19" y="32"/>
                  <ns1:pt x="20" y="30"/>
                  <ns1:pt x="21" y="29"/>
                </ns1:cubicBezTo>
                <ns1:cubicBezTo>
                  <ns1:pt x="49" y="1"/>
                  <ns1:pt x="49" y="1"/>
                  <ns1:pt x="49" y="1"/>
                </ns1:cubicBezTo>
                <ns1:cubicBezTo>
                  <ns1:pt x="49" y="0"/>
                  <ns1:pt x="51" y="0"/>
                  <ns1:pt x="52" y="0"/>
                </ns1:cubicBezTo>
                <ns1:cubicBezTo>
                  <ns1:pt x="53" y="0"/>
                  <ns1:pt x="54" y="0"/>
                  <ns1:pt x="54" y="1"/>
                </ns1:cubicBezTo>
                <ns1:cubicBezTo>
                  <ns1:pt x="82" y="29"/>
                  <ns1:pt x="82" y="29"/>
                  <ns1:pt x="82" y="29"/>
                </ns1:cubicBezTo>
                <ns1:cubicBezTo>
                  <ns1:pt x="84" y="30"/>
                  <ns1:pt x="84" y="32"/>
                  <ns1:pt x="83" y="33"/>
                </ns1:cubicBezTo>
                <ns1:cubicBezTo>
                  <ns1:pt x="83" y="35"/>
                  <ns1:pt x="81" y="36"/>
                  <ns1:pt x="80" y="36"/>
                </ns1:cubicBezTo>
                <ns1:close/>
                <ns1:moveTo>
                  <ns1:pt x="76" y="84"/>
                </ns1:moveTo>
                <ns1:cubicBezTo>
                  <ns1:pt x="73" y="84"/>
                  <ns1:pt x="72" y="86"/>
                  <ns1:pt x="72" y="88"/>
                </ns1:cubicBezTo>
                <ns1:cubicBezTo>
                  <ns1:pt x="72" y="90"/>
                  <ns1:pt x="73" y="92"/>
                  <ns1:pt x="76" y="92"/>
                </ns1:cubicBezTo>
                <ns1:cubicBezTo>
                  <ns1:pt x="78" y="92"/>
                  <ns1:pt x="80" y="90"/>
                  <ns1:pt x="80" y="88"/>
                </ns1:cubicBezTo>
                <ns1:cubicBezTo>
                  <ns1:pt x="80" y="86"/>
                  <ns1:pt x="78" y="84"/>
                  <ns1:pt x="76" y="84"/>
                </ns1:cubicBezTo>
                <ns1:close/>
                <ns1:moveTo>
                  <ns1:pt x="92" y="84"/>
                </ns1:moveTo>
                <ns1:cubicBezTo>
                  <ns1:pt x="89" y="84"/>
                  <ns1:pt x="88" y="86"/>
                  <ns1:pt x="88" y="88"/>
                </ns1:cubicBezTo>
                <ns1:cubicBezTo>
                  <ns1:pt x="88" y="90"/>
                  <ns1:pt x="89" y="92"/>
                  <ns1:pt x="92" y="92"/>
                </ns1:cubicBezTo>
                <ns1:cubicBezTo>
                  <ns1:pt x="94" y="92"/>
                  <ns1:pt x="96" y="90"/>
                  <ns1:pt x="96" y="88"/>
                </ns1:cubicBezTo>
                <ns1:cubicBezTo>
                  <ns1:pt x="96" y="86"/>
                  <ns1:pt x="94" y="84"/>
                  <ns1:pt x="92" y="84"/>
                </ns1:cubicBezTo>
                <ns1:close/>
              </ns1:path>
            </ns1:pathLst>
          </ns1:custGeom>
          <ns1:solidFill>
            <ns1:srgbClr val="010101"/>
          </ns1:solidFill>
          <ns1:ln>
            <ns1:noFill/>
          </ns1:ln>
          <ns1:extLst>
            <ns1:ext uri="{91240B29-F687-4F45-9708-019B960494DF}">
              <ns2:hiddenLine w="9525">
                <ns1:solidFill>
                  <ns1:srgbClr val="000000"/>
                </ns1:solidFill>
                <ns1:round/>
                <ns1:headEnd/>
                <ns1:tailEnd/>
              </ns2:hiddenLine>
            </ns1:ext>
          </ns1:extLst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en-US" sz="2700"/>
          </ns1:p>
        </ns0:txBody>
      </ns0:sp>
      <ns0:sp>
        <ns0:nvSpPr>
          <ns0:cNvPr id="141" name="Freeform 139"/>
          <ns0:cNvSpPr>
            <ns1:spLocks noEditPoints="1"/>
          </ns0:cNvSpPr>
          <ns0:nvPr/>
        </ns0:nvSpPr>
        <ns0:spPr bwMode="auto">
          <ns1:xfrm>
            <ns1:off x="4940302" y="4367214"/>
            <ns1:ext cx="360363" cy="360363"/>
          </ns1:xfrm>
          <ns1:custGeom>
            <ns1:avLst/>
            <ns1:gdLst>
              <ns1:gd name="T0" fmla="*/ 62 w 96"/>
              <ns1:gd name="T1" fmla="*/ 93 h 96"/>
              <ns1:gd name="T2" fmla="*/ 42 w 96"/>
              <ns1:gd name="T3" fmla="*/ 96 h 96"/>
              <ns1:gd name="T4" fmla="*/ 21 w 96"/>
              <ns1:gd name="T5" fmla="*/ 94 h 96"/>
              <ns1:gd name="T6" fmla="*/ 11 w 96"/>
              <ns1:gd name="T7" fmla="*/ 96 h 96"/>
              <ns1:gd name="T8" fmla="*/ 1 w 96"/>
              <ns1:gd name="T9" fmla="*/ 84 h 96"/>
              <ns1:gd name="T10" fmla="*/ 2 w 96"/>
              <ns1:gd name="T11" fmla="*/ 76 h 96"/>
              <ns1:gd name="T12" fmla="*/ 0 w 96"/>
              <ns1:gd name="T13" fmla="*/ 61 h 96"/>
              <ns1:gd name="T14" fmla="*/ 21 w 96"/>
              <ns1:gd name="T15" fmla="*/ 12 h 96"/>
              <ns1:gd name="T16" fmla="*/ 35 w 96"/>
              <ns1:gd name="T17" fmla="*/ 5 h 96"/>
              <ns1:gd name="T18" fmla="*/ 55 w 96"/>
              <ns1:gd name="T19" fmla="*/ 0 h 96"/>
              <ns1:gd name="T20" fmla="*/ 77 w 96"/>
              <ns1:gd name="T21" fmla="*/ 3 h 96"/>
              <ns1:gd name="T22" fmla="*/ 84 w 96"/>
              <ns1:gd name="T23" fmla="*/ 2 h 96"/>
              <ns1:gd name="T24" fmla="*/ 93 w 96"/>
              <ns1:gd name="T25" fmla="*/ 14 h 96"/>
              <ns1:gd name="T26" fmla="*/ 93 w 96"/>
              <ns1:gd name="T27" fmla="*/ 22 h 96"/>
              <ns1:gd name="T28" fmla="*/ 94 w 96"/>
              <ns1:gd name="T29" fmla="*/ 27 h 96"/>
              <ns1:gd name="T30" fmla="*/ 96 w 96"/>
              <ns1:gd name="T31" fmla="*/ 43 h 96"/>
              <ns1:gd name="T32" fmla="*/ 62 w 96"/>
              <ns1:gd name="T33" fmla="*/ 93 h 96"/>
              <ns1:gd name="T34" fmla="*/ 87 w 96"/>
              <ns1:gd name="T35" fmla="*/ 30 h 96"/>
              <ns1:gd name="T36" fmla="*/ 85 w 96"/>
              <ns1:gd name="T37" fmla="*/ 22 h 96"/>
              <ns1:gd name="T38" fmla="*/ 85 w 96"/>
              <ns1:gd name="T39" fmla="*/ 14 h 96"/>
              <ns1:gd name="T40" fmla="*/ 85 w 96"/>
              <ns1:gd name="T41" fmla="*/ 10 h 96"/>
              <ns1:gd name="T42" fmla="*/ 84 w 96"/>
              <ns1:gd name="T43" fmla="*/ 10 h 96"/>
              <ns1:gd name="T44" fmla="*/ 77 w 96"/>
              <ns1:gd name="T45" fmla="*/ 11 h 96"/>
              <ns1:gd name="T46" fmla="*/ 55 w 96"/>
              <ns1:gd name="T47" fmla="*/ 8 h 96"/>
              <ns1:gd name="T48" fmla="*/ 38 w 96"/>
              <ns1:gd name="T49" fmla="*/ 12 h 96"/>
              <ns1:gd name="T50" fmla="*/ 25 w 96"/>
              <ns1:gd name="T51" fmla="*/ 19 h 96"/>
              <ns1:gd name="T52" fmla="*/ 8 w 96"/>
              <ns1:gd name="T53" fmla="*/ 61 h 96"/>
              <ns1:gd name="T54" fmla="*/ 10 w 96"/>
              <ns1:gd name="T55" fmla="*/ 76 h 96"/>
              <ns1:gd name="T56" fmla="*/ 9 w 96"/>
              <ns1:gd name="T57" fmla="*/ 84 h 96"/>
              <ns1:gd name="T58" fmla="*/ 11 w 96"/>
              <ns1:gd name="T59" fmla="*/ 87 h 96"/>
              <ns1:gd name="T60" fmla="*/ 21 w 96"/>
              <ns1:gd name="T61" fmla="*/ 86 h 96"/>
              <ns1:gd name="T62" fmla="*/ 42 w 96"/>
              <ns1:gd name="T63" fmla="*/ 88 h 96"/>
              <ns1:gd name="T64" fmla="*/ 60 w 96"/>
              <ns1:gd name="T65" fmla="*/ 85 h 96"/>
              <ns1:gd name="T66" fmla="*/ 88 w 96"/>
              <ns1:gd name="T67" fmla="*/ 43 h 96"/>
              <ns1:gd name="T68" fmla="*/ 87 w 96"/>
              <ns1:gd name="T69" fmla="*/ 30 h 96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  <ns1:cxn ang="0">
                <ns1:pos x="T32" y="T33"/>
              </ns1:cxn>
              <ns1:cxn ang="0">
                <ns1:pos x="T34" y="T35"/>
              </ns1:cxn>
              <ns1:cxn ang="0">
                <ns1:pos x="T36" y="T37"/>
              </ns1:cxn>
              <ns1:cxn ang="0">
                <ns1:pos x="T38" y="T39"/>
              </ns1:cxn>
              <ns1:cxn ang="0">
                <ns1:pos x="T40" y="T41"/>
              </ns1:cxn>
              <ns1:cxn ang="0">
                <ns1:pos x="T42" y="T43"/>
              </ns1:cxn>
              <ns1:cxn ang="0">
                <ns1:pos x="T44" y="T45"/>
              </ns1:cxn>
              <ns1:cxn ang="0">
                <ns1:pos x="T46" y="T47"/>
              </ns1:cxn>
              <ns1:cxn ang="0">
                <ns1:pos x="T48" y="T49"/>
              </ns1:cxn>
              <ns1:cxn ang="0">
                <ns1:pos x="T50" y="T51"/>
              </ns1:cxn>
              <ns1:cxn ang="0">
                <ns1:pos x="T52" y="T53"/>
              </ns1:cxn>
              <ns1:cxn ang="0">
                <ns1:pos x="T54" y="T55"/>
              </ns1:cxn>
              <ns1:cxn ang="0">
                <ns1:pos x="T56" y="T57"/>
              </ns1:cxn>
              <ns1:cxn ang="0">
                <ns1:pos x="T58" y="T59"/>
              </ns1:cxn>
              <ns1:cxn ang="0">
                <ns1:pos x="T60" y="T61"/>
              </ns1:cxn>
              <ns1:cxn ang="0">
                <ns1:pos x="T62" y="T63"/>
              </ns1:cxn>
              <ns1:cxn ang="0">
                <ns1:pos x="T64" y="T65"/>
              </ns1:cxn>
              <ns1:cxn ang="0">
                <ns1:pos x="T66" y="T67"/>
              </ns1:cxn>
              <ns1:cxn ang="0">
                <ns1:pos x="T68" y="T69"/>
              </ns1:cxn>
            </ns1:cxnLst>
            <ns1:rect l="0" t="0" r="r" b="b"/>
            <ns1:pathLst>
              <ns1:path w="96" h="96">
                <ns1:moveTo>
                  <ns1:pt x="62" y="93"/>
                </ns1:moveTo>
                <ns1:cubicBezTo>
                  <ns1:pt x="56" y="95"/>
                  <ns1:pt x="48" y="96"/>
                  <ns1:pt x="42" y="96"/>
                </ns1:cubicBezTo>
                <ns1:cubicBezTo>
                  <ns1:pt x="35" y="96"/>
                  <ns1:pt x="28" y="94"/>
                  <ns1:pt x="21" y="94"/>
                </ns1:cubicBezTo>
                <ns1:cubicBezTo>
                  <ns1:pt x="18" y="94"/>
                  <ns1:pt x="15" y="96"/>
                  <ns1:pt x="11" y="96"/>
                </ns1:cubicBezTo>
                <ns1:cubicBezTo>
                  <ns1:pt x="5" y="96"/>
                  <ns1:pt x="1" y="90"/>
                  <ns1:pt x="1" y="84"/>
                </ns1:cubicBezTo>
                <ns1:cubicBezTo>
                  <ns1:pt x="1" y="81"/>
                  <ns1:pt x="2" y="79"/>
                  <ns1:pt x="2" y="76"/>
                </ns1:cubicBezTo>
                <ns1:cubicBezTo>
                  <ns1:pt x="2" y="71"/>
                  <ns1:pt x="0" y="66"/>
                  <ns1:pt x="0" y="61"/>
                </ns1:cubicBezTo>
                <ns1:cubicBezTo>
                  <ns1:pt x="0" y="43"/>
                  <ns1:pt x="6" y="23"/>
                  <ns1:pt x="21" y="12"/>
                </ns1:cubicBezTo>
                <ns1:cubicBezTo>
                  <ns1:pt x="25" y="9"/>
                  <ns1:pt x="30" y="7"/>
                  <ns1:pt x="35" y="5"/>
                </ns1:cubicBezTo>
                <ns1:cubicBezTo>
                  <ns1:pt x="41" y="2"/>
                  <ns1:pt x="48" y="0"/>
                  <ns1:pt x="55" y="0"/>
                </ns1:cubicBezTo>
                <ns1:cubicBezTo>
                  <ns1:pt x="62" y="0"/>
                  <ns1:pt x="69" y="3"/>
                  <ns1:pt x="77" y="3"/>
                </ns1:cubicBezTo>
                <ns1:cubicBezTo>
                  <ns1:pt x="79" y="3"/>
                  <ns1:pt x="81" y="2"/>
                  <ns1:pt x="84" y="2"/>
                </ns1:cubicBezTo>
                <ns1:cubicBezTo>
                  <ns1:pt x="91" y="2"/>
                  <ns1:pt x="93" y="7"/>
                  <ns1:pt x="93" y="14"/>
                </ns1:cubicBezTo>
                <ns1:cubicBezTo>
                  <ns1:pt x="93" y="17"/>
                  <ns1:pt x="93" y="19"/>
                  <ns1:pt x="93" y="22"/>
                </ns1:cubicBezTo>
                <ns1:cubicBezTo>
                  <ns1:pt x="93" y="25"/>
                  <ns1:pt x="93" y="25"/>
                  <ns1:pt x="94" y="27"/>
                </ns1:cubicBezTo>
                <ns1:cubicBezTo>
                  <ns1:pt x="96" y="31"/>
                  <ns1:pt x="96" y="39"/>
                  <ns1:pt x="96" y="43"/>
                </ns1:cubicBezTo>
                <ns1:cubicBezTo>
                  <ns1:pt x="96" y="64"/>
                  <ns1:pt x="82" y="86"/>
                  <ns1:pt x="62" y="93"/>
                </ns1:cubicBezTo>
                <ns1:close/>
                <ns1:moveTo>
                  <ns1:pt x="87" y="30"/>
                </ns1:moveTo>
                <ns1:cubicBezTo>
                  <ns1:pt x="86" y="27"/>
                  <ns1:pt x="85" y="26"/>
                  <ns1:pt x="85" y="22"/>
                </ns1:cubicBezTo>
                <ns1:cubicBezTo>
                  <ns1:pt x="85" y="19"/>
                  <ns1:pt x="85" y="17"/>
                  <ns1:pt x="85" y="14"/>
                </ns1:cubicBezTo>
                <ns1:cubicBezTo>
                  <ns1:pt x="85" y="13"/>
                  <ns1:pt x="85" y="11"/>
                  <ns1:pt x="85" y="10"/>
                </ns1:cubicBezTo>
                <ns1:cubicBezTo>
                  <ns1:pt x="85" y="10"/>
                  <ns1:pt x="84" y="10"/>
                  <ns1:pt x="84" y="10"/>
                </ns1:cubicBezTo>
                <ns1:cubicBezTo>
                  <ns1:pt x="82" y="10"/>
                  <ns1:pt x="79" y="11"/>
                  <ns1:pt x="77" y="11"/>
                </ns1:cubicBezTo>
                <ns1:cubicBezTo>
                  <ns1:pt x="69" y="11"/>
                  <ns1:pt x="62" y="8"/>
                  <ns1:pt x="55" y="8"/>
                </ns1:cubicBezTo>
                <ns1:cubicBezTo>
                  <ns1:pt x="49" y="8"/>
                  <ns1:pt x="43" y="10"/>
                  <ns1:pt x="38" y="12"/>
                </ns1:cubicBezTo>
                <ns1:cubicBezTo>
                  <ns1:pt x="34" y="14"/>
                  <ns1:pt x="29" y="16"/>
                  <ns1:pt x="25" y="19"/>
                </ns1:cubicBezTo>
                <ns1:cubicBezTo>
                  <ns1:pt x="13" y="28"/>
                  <ns1:pt x="8" y="46"/>
                  <ns1:pt x="8" y="61"/>
                </ns1:cubicBezTo>
                <ns1:cubicBezTo>
                  <ns1:pt x="8" y="66"/>
                  <ns1:pt x="10" y="71"/>
                  <ns1:pt x="10" y="76"/>
                </ns1:cubicBezTo>
                <ns1:cubicBezTo>
                  <ns1:pt x="10" y="79"/>
                  <ns1:pt x="9" y="81"/>
                  <ns1:pt x="9" y="84"/>
                </ns1:cubicBezTo>
                <ns1:cubicBezTo>
                  <ns1:pt x="9" y="86"/>
                  <ns1:pt x="10" y="87"/>
                  <ns1:pt x="11" y="87"/>
                </ns1:cubicBezTo>
                <ns1:cubicBezTo>
                  <ns1:pt x="15" y="87"/>
                  <ns1:pt x="17" y="86"/>
                  <ns1:pt x="21" y="86"/>
                </ns1:cubicBezTo>
                <ns1:cubicBezTo>
                  <ns1:pt x="28" y="86"/>
                  <ns1:pt x="35" y="88"/>
                  <ns1:pt x="42" y="88"/>
                </ns1:cubicBezTo>
                <ns1:cubicBezTo>
                  <ns1:pt x="47" y="88"/>
                  <ns1:pt x="54" y="87"/>
                  <ns1:pt x="60" y="85"/>
                </ns1:cubicBezTo>
                <ns1:cubicBezTo>
                  <ns1:pt x="76" y="80"/>
                  <ns1:pt x="88" y="61"/>
                  <ns1:pt x="88" y="43"/>
                </ns1:cubicBezTo>
                <ns1:cubicBezTo>
                  <ns1:pt x="88" y="41"/>
                  <ns1:pt x="88" y="33"/>
                  <ns1:pt x="87" y="30"/>
                </ns1:cubicBezTo>
                <ns1:close/>
              </ns1:path>
            </ns1:pathLst>
          </ns1:custGeom>
          <ns1:solidFill>
            <ns1:srgbClr val="010101"/>
          </ns1:solidFill>
          <ns1:ln>
            <ns1:noFill/>
          </ns1:ln>
          <ns1:extLst>
            <ns1:ext uri="{91240B29-F687-4F45-9708-019B960494DF}">
              <ns2:hiddenLine w="9525">
                <ns1:solidFill>
                  <ns1:srgbClr val="000000"/>
                </ns1:solidFill>
                <ns1:round/>
                <ns1:headEnd/>
                <ns1:tailEnd/>
              </ns2:hiddenLine>
            </ns1:ext>
          </ns1:extLst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en-US" sz="2700"/>
          </ns1:p>
        </ns0:txBody>
      </ns0:sp>
      <ns0:sp>
        <ns0:nvSpPr>
          <ns0:cNvPr id="142" name="Freeform 140"/>
          <ns0:cNvSpPr>
            <ns1:spLocks/>
          </ns0:cNvSpPr>
          <ns0:nvPr/>
        </ns0:nvSpPr>
        <ns0:spPr bwMode="auto">
          <ns1:xfrm>
            <ns1:off x="5600701" y="4367213"/>
            <ns1:ext cx="330200" cy="330200"/>
          </ns1:xfrm>
          <ns1:custGeom>
            <ns1:avLst/>
            <ns1:gdLst>
              <ns1:gd name="T0" fmla="*/ 86 w 88"/>
              <ns1:gd name="T1" fmla="*/ 78 h 88"/>
              <ns1:gd name="T2" fmla="*/ 79 w 88"/>
              <ns1:gd name="T3" fmla="*/ 85 h 88"/>
              <ns1:gd name="T4" fmla="*/ 67 w 88"/>
              <ns1:gd name="T5" fmla="*/ 88 h 88"/>
              <ns1:gd name="T6" fmla="*/ 51 w 88"/>
              <ns1:gd name="T7" fmla="*/ 83 h 88"/>
              <ns1:gd name="T8" fmla="*/ 40 w 88"/>
              <ns1:gd name="T9" fmla="*/ 78 h 88"/>
              <ns1:gd name="T10" fmla="*/ 10 w 88"/>
              <ns1:gd name="T11" fmla="*/ 48 h 88"/>
              <ns1:gd name="T12" fmla="*/ 5 w 88"/>
              <ns1:gd name="T13" fmla="*/ 37 h 88"/>
              <ns1:gd name="T14" fmla="*/ 0 w 88"/>
              <ns1:gd name="T15" fmla="*/ 21 h 88"/>
              <ns1:gd name="T16" fmla="*/ 3 w 88"/>
              <ns1:gd name="T17" fmla="*/ 9 h 88"/>
              <ns1:gd name="T18" fmla="*/ 10 w 88"/>
              <ns1:gd name="T19" fmla="*/ 2 h 88"/>
              <ns1:gd name="T20" fmla="*/ 19 w 88"/>
              <ns1:gd name="T21" fmla="*/ 0 h 88"/>
              <ns1:gd name="T22" fmla="*/ 20 w 88"/>
              <ns1:gd name="T23" fmla="*/ 0 h 88"/>
              <ns1:gd name="T24" fmla="*/ 23 w 88"/>
              <ns1:gd name="T25" fmla="*/ 5 h 88"/>
              <ns1:gd name="T26" fmla="*/ 29 w 88"/>
              <ns1:gd name="T27" fmla="*/ 15 h 88"/>
              <ns1:gd name="T28" fmla="*/ 32 w 88"/>
              <ns1:gd name="T29" fmla="*/ 21 h 88"/>
              <ns1:gd name="T30" fmla="*/ 21 w 88"/>
              <ns1:gd name="T31" fmla="*/ 34 h 88"/>
              <ns1:gd name="T32" fmla="*/ 23 w 88"/>
              <ns1:gd name="T33" fmla="*/ 39 h 88"/>
              <ns1:gd name="T34" fmla="*/ 49 w 88"/>
              <ns1:gd name="T35" fmla="*/ 65 h 88"/>
              <ns1:gd name="T36" fmla="*/ 54 w 88"/>
              <ns1:gd name="T37" fmla="*/ 67 h 88"/>
              <ns1:gd name="T38" fmla="*/ 67 w 88"/>
              <ns1:gd name="T39" fmla="*/ 56 h 88"/>
              <ns1:gd name="T40" fmla="*/ 73 w 88"/>
              <ns1:gd name="T41" fmla="*/ 59 h 88"/>
              <ns1:gd name="T42" fmla="*/ 83 w 88"/>
              <ns1:gd name="T43" fmla="*/ 65 h 88"/>
              <ns1:gd name="T44" fmla="*/ 88 w 88"/>
              <ns1:gd name="T45" fmla="*/ 68 h 88"/>
              <ns1:gd name="T46" fmla="*/ 88 w 88"/>
              <ns1:gd name="T47" fmla="*/ 69 h 88"/>
              <ns1:gd name="T48" fmla="*/ 86 w 88"/>
              <ns1:gd name="T49" fmla="*/ 78 h 88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  <ns1:cxn ang="0">
                <ns1:pos x="T32" y="T33"/>
              </ns1:cxn>
              <ns1:cxn ang="0">
                <ns1:pos x="T34" y="T35"/>
              </ns1:cxn>
              <ns1:cxn ang="0">
                <ns1:pos x="T36" y="T37"/>
              </ns1:cxn>
              <ns1:cxn ang="0">
                <ns1:pos x="T38" y="T39"/>
              </ns1:cxn>
              <ns1:cxn ang="0">
                <ns1:pos x="T40" y="T41"/>
              </ns1:cxn>
              <ns1:cxn ang="0">
                <ns1:pos x="T42" y="T43"/>
              </ns1:cxn>
              <ns1:cxn ang="0">
                <ns1:pos x="T44" y="T45"/>
              </ns1:cxn>
              <ns1:cxn ang="0">
                <ns1:pos x="T46" y="T47"/>
              </ns1:cxn>
              <ns1:cxn ang="0">
                <ns1:pos x="T48" y="T49"/>
              </ns1:cxn>
            </ns1:cxnLst>
            <ns1:rect l="0" t="0" r="r" b="b"/>
            <ns1:pathLst>
              <ns1:path w="88" h="88">
                <ns1:moveTo>
                  <ns1:pt x="86" y="78"/>
                </ns1:moveTo>
                <ns1:cubicBezTo>
                  <ns1:pt x="85" y="81"/>
                  <ns1:pt x="81" y="83"/>
                  <ns1:pt x="79" y="85"/>
                </ns1:cubicBezTo>
                <ns1:cubicBezTo>
                  <ns1:pt x="75" y="87"/>
                  <ns1:pt x="71" y="88"/>
                  <ns1:pt x="67" y="88"/>
                </ns1:cubicBezTo>
                <ns1:cubicBezTo>
                  <ns1:pt x="61" y="88"/>
                  <ns1:pt x="56" y="85"/>
                  <ns1:pt x="51" y="83"/>
                </ns1:cubicBezTo>
                <ns1:cubicBezTo>
                  <ns1:pt x="47" y="82"/>
                  <ns1:pt x="43" y="80"/>
                  <ns1:pt x="40" y="78"/>
                </ns1:cubicBezTo>
                <ns1:cubicBezTo>
                  <ns1:pt x="29" y="72"/>
                  <ns1:pt x="16" y="59"/>
                  <ns1:pt x="10" y="48"/>
                </ns1:cubicBezTo>
                <ns1:cubicBezTo>
                  <ns1:pt x="8" y="45"/>
                  <ns1:pt x="6" y="41"/>
                  <ns1:pt x="5" y="37"/>
                </ns1:cubicBezTo>
                <ns1:cubicBezTo>
                  <ns1:pt x="3" y="32"/>
                  <ns1:pt x="0" y="27"/>
                  <ns1:pt x="0" y="21"/>
                </ns1:cubicBezTo>
                <ns1:cubicBezTo>
                  <ns1:pt x="0" y="17"/>
                  <ns1:pt x="1" y="13"/>
                  <ns1:pt x="3" y="9"/>
                </ns1:cubicBezTo>
                <ns1:cubicBezTo>
                  <ns1:pt x="5" y="7"/>
                  <ns1:pt x="7" y="3"/>
                  <ns1:pt x="10" y="2"/>
                </ns1:cubicBezTo>
                <ns1:cubicBezTo>
                  <ns1:pt x="12" y="1"/>
                  <ns1:pt x="16" y="0"/>
                  <ns1:pt x="19" y="0"/>
                </ns1:cubicBezTo>
                <ns1:cubicBezTo>
                  <ns1:pt x="19" y="0"/>
                  <ns1:pt x="20" y="0"/>
                  <ns1:pt x="20" y="0"/>
                </ns1:cubicBezTo>
                <ns1:cubicBezTo>
                  <ns1:pt x="21" y="0"/>
                  <ns1:pt x="23" y="4"/>
                  <ns1:pt x="23" y="5"/>
                </ns1:cubicBezTo>
                <ns1:cubicBezTo>
                  <ns1:pt x="25" y="8"/>
                  <ns1:pt x="27" y="12"/>
                  <ns1:pt x="29" y="15"/>
                </ns1:cubicBezTo>
                <ns1:cubicBezTo>
                  <ns1:pt x="30" y="17"/>
                  <ns1:pt x="32" y="19"/>
                  <ns1:pt x="32" y="21"/>
                </ns1:cubicBezTo>
                <ns1:cubicBezTo>
                  <ns1:pt x="32" y="25"/>
                  <ns1:pt x="21" y="30"/>
                  <ns1:pt x="21" y="34"/>
                </ns1:cubicBezTo>
                <ns1:cubicBezTo>
                  <ns1:pt x="21" y="35"/>
                  <ns1:pt x="22" y="38"/>
                  <ns1:pt x="23" y="39"/>
                </ns1:cubicBezTo>
                <ns1:cubicBezTo>
                  <ns1:pt x="30" y="51"/>
                  <ns1:pt x="37" y="58"/>
                  <ns1:pt x="49" y="65"/>
                </ns1:cubicBezTo>
                <ns1:cubicBezTo>
                  <ns1:pt x="50" y="66"/>
                  <ns1:pt x="53" y="67"/>
                  <ns1:pt x="54" y="67"/>
                </ns1:cubicBezTo>
                <ns1:cubicBezTo>
                  <ns1:pt x="58" y="67"/>
                  <ns1:pt x="63" y="56"/>
                  <ns1:pt x="67" y="56"/>
                </ns1:cubicBezTo>
                <ns1:cubicBezTo>
                  <ns1:pt x="69" y="56"/>
                  <ns1:pt x="71" y="58"/>
                  <ns1:pt x="73" y="59"/>
                </ns1:cubicBezTo>
                <ns1:cubicBezTo>
                  <ns1:pt x="76" y="61"/>
                  <ns1:pt x="80" y="63"/>
                  <ns1:pt x="83" y="65"/>
                </ns1:cubicBezTo>
                <ns1:cubicBezTo>
                  <ns1:pt x="84" y="65"/>
                  <ns1:pt x="88" y="67"/>
                  <ns1:pt x="88" y="68"/>
                </ns1:cubicBezTo>
                <ns1:cubicBezTo>
                  <ns1:pt x="88" y="68"/>
                  <ns1:pt x="88" y="69"/>
                  <ns1:pt x="88" y="69"/>
                </ns1:cubicBezTo>
                <ns1:cubicBezTo>
                  <ns1:pt x="88" y="72"/>
                  <ns1:pt x="87" y="76"/>
                  <ns1:pt x="86" y="78"/>
                </ns1:cubicBezTo>
                <ns1:close/>
              </ns1:path>
            </ns1:pathLst>
          </ns1:custGeom>
          <ns1:solidFill>
            <ns1:srgbClr val="010101"/>
          </ns1:solidFill>
          <ns1:ln>
            <ns1:noFill/>
          </ns1:ln>
          <ns1:extLst>
            <ns1:ext uri="{91240B29-F687-4F45-9708-019B960494DF}">
              <ns2:hiddenLine w="9525">
                <ns1:solidFill>
                  <ns1:srgbClr val="000000"/>
                </ns1:solidFill>
                <ns1:round/>
                <ns1:headEnd/>
                <ns1:tailEnd/>
              </ns2:hiddenLine>
            </ns1:ext>
          </ns1:extLst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en-US" sz="2700"/>
          </ns1:p>
        </ns0:txBody>
      </ns0:sp>
      <ns0:sp>
        <ns0:nvSpPr>
          <ns0:cNvPr id="143" name="Freeform 141"/>
          <ns0:cNvSpPr>
            <ns1:spLocks noEditPoints="1"/>
          </ns0:cNvSpPr>
          <ns0:nvPr/>
        </ns0:nvSpPr>
        <ns0:spPr bwMode="auto">
          <ns1:xfrm>
            <ns1:off x="6264277" y="4367214"/>
            <ns1:ext cx="296863" cy="352425"/>
          </ns1:xfrm>
          <ns1:custGeom>
            <ns1:avLst/>
            <ns1:gdLst>
              <ns1:gd name="T0" fmla="*/ 75 w 79"/>
              <ns1:gd name="T1" fmla="*/ 0 h 94"/>
              <ns1:gd name="T2" fmla="*/ 79 w 79"/>
              <ns1:gd name="T3" fmla="*/ 7 h 94"/>
              <ns1:gd name="T4" fmla="*/ 79 w 79"/>
              <ns1:gd name="T5" fmla="*/ 87 h 94"/>
              <ns1:gd name="T6" fmla="*/ 75 w 79"/>
              <ns1:gd name="T7" fmla="*/ 94 h 94"/>
              <ns1:gd name="T8" fmla="*/ 72 w 79"/>
              <ns1:gd name="T9" fmla="*/ 94 h 94"/>
              <ns1:gd name="T10" fmla="*/ 67 w 79"/>
              <ns1:gd name="T11" fmla="*/ 92 h 94"/>
              <ns1:gd name="T12" fmla="*/ 39 w 79"/>
              <ns1:gd name="T13" fmla="*/ 66 h 94"/>
              <ns1:gd name="T14" fmla="*/ 12 w 79"/>
              <ns1:gd name="T15" fmla="*/ 92 h 94"/>
              <ns1:gd name="T16" fmla="*/ 7 w 79"/>
              <ns1:gd name="T17" fmla="*/ 94 h 94"/>
              <ns1:gd name="T18" fmla="*/ 4 w 79"/>
              <ns1:gd name="T19" fmla="*/ 94 h 94"/>
              <ns1:gd name="T20" fmla="*/ 0 w 79"/>
              <ns1:gd name="T21" fmla="*/ 87 h 94"/>
              <ns1:gd name="T22" fmla="*/ 0 w 79"/>
              <ns1:gd name="T23" fmla="*/ 7 h 94"/>
              <ns1:gd name="T24" fmla="*/ 4 w 79"/>
              <ns1:gd name="T25" fmla="*/ 0 h 94"/>
              <ns1:gd name="T26" fmla="*/ 7 w 79"/>
              <ns1:gd name="T27" fmla="*/ 0 h 94"/>
              <ns1:gd name="T28" fmla="*/ 72 w 79"/>
              <ns1:gd name="T29" fmla="*/ 0 h 94"/>
              <ns1:gd name="T30" fmla="*/ 75 w 79"/>
              <ns1:gd name="T31" fmla="*/ 0 h 94"/>
              <ns1:gd name="T32" fmla="*/ 8 w 79"/>
              <ns1:gd name="T33" fmla="*/ 8 h 94"/>
              <ns1:gd name="T34" fmla="*/ 8 w 79"/>
              <ns1:gd name="T35" fmla="*/ 85 h 94"/>
              <ns1:gd name="T36" fmla="*/ 34 w 79"/>
              <ns1:gd name="T37" fmla="*/ 60 h 94"/>
              <ns1:gd name="T38" fmla="*/ 39 w 79"/>
              <ns1:gd name="T39" fmla="*/ 55 h 94"/>
              <ns1:gd name="T40" fmla="*/ 45 w 79"/>
              <ns1:gd name="T41" fmla="*/ 60 h 94"/>
              <ns1:gd name="T42" fmla="*/ 71 w 79"/>
              <ns1:gd name="T43" fmla="*/ 85 h 94"/>
              <ns1:gd name="T44" fmla="*/ 71 w 79"/>
              <ns1:gd name="T45" fmla="*/ 8 h 94"/>
              <ns1:gd name="T46" fmla="*/ 8 w 79"/>
              <ns1:gd name="T47" fmla="*/ 8 h 94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  <ns1:cxn ang="0">
                <ns1:pos x="T32" y="T33"/>
              </ns1:cxn>
              <ns1:cxn ang="0">
                <ns1:pos x="T34" y="T35"/>
              </ns1:cxn>
              <ns1:cxn ang="0">
                <ns1:pos x="T36" y="T37"/>
              </ns1:cxn>
              <ns1:cxn ang="0">
                <ns1:pos x="T38" y="T39"/>
              </ns1:cxn>
              <ns1:cxn ang="0">
                <ns1:pos x="T40" y="T41"/>
              </ns1:cxn>
              <ns1:cxn ang="0">
                <ns1:pos x="T42" y="T43"/>
              </ns1:cxn>
              <ns1:cxn ang="0">
                <ns1:pos x="T44" y="T45"/>
              </ns1:cxn>
              <ns1:cxn ang="0">
                <ns1:pos x="T46" y="T47"/>
              </ns1:cxn>
            </ns1:cxnLst>
            <ns1:rect l="0" t="0" r="r" b="b"/>
            <ns1:pathLst>
              <ns1:path w="79" h="94">
                <ns1:moveTo>
                  <ns1:pt x="75" y="0"/>
                </ns1:moveTo>
                <ns1:cubicBezTo>
                  <ns1:pt x="78" y="1"/>
                  <ns1:pt x="79" y="4"/>
                  <ns1:pt x="79" y="7"/>
                </ns1:cubicBezTo>
                <ns1:cubicBezTo>
                  <ns1:pt x="79" y="87"/>
                  <ns1:pt x="79" y="87"/>
                  <ns1:pt x="79" y="87"/>
                </ns1:cubicBezTo>
                <ns1:cubicBezTo>
                  <ns1:pt x="79" y="90"/>
                  <ns1:pt x="78" y="93"/>
                  <ns1:pt x="75" y="94"/>
                </ns1:cubicBezTo>
                <ns1:cubicBezTo>
                  <ns1:pt x="74" y="94"/>
                  <ns1:pt x="73" y="94"/>
                  <ns1:pt x="72" y="94"/>
                </ns1:cubicBezTo>
                <ns1:cubicBezTo>
                  <ns1:pt x="70" y="94"/>
                  <ns1:pt x="68" y="94"/>
                  <ns1:pt x="67" y="92"/>
                </ns1:cubicBezTo>
                <ns1:cubicBezTo>
                  <ns1:pt x="39" y="66"/>
                  <ns1:pt x="39" y="66"/>
                  <ns1:pt x="39" y="66"/>
                </ns1:cubicBezTo>
                <ns1:cubicBezTo>
                  <ns1:pt x="12" y="92"/>
                  <ns1:pt x="12" y="92"/>
                  <ns1:pt x="12" y="92"/>
                </ns1:cubicBezTo>
                <ns1:cubicBezTo>
                  <ns1:pt x="11" y="94"/>
                  <ns1:pt x="9" y="94"/>
                  <ns1:pt x="7" y="94"/>
                </ns1:cubicBezTo>
                <ns1:cubicBezTo>
                  <ns1:pt x="6" y="94"/>
                  <ns1:pt x="5" y="94"/>
                  <ns1:pt x="4" y="94"/>
                </ns1:cubicBezTo>
                <ns1:cubicBezTo>
                  <ns1:pt x="1" y="93"/>
                  <ns1:pt x="0" y="90"/>
                  <ns1:pt x="0" y="87"/>
                </ns1:cubicBezTo>
                <ns1:cubicBezTo>
                  <ns1:pt x="0" y="7"/>
                  <ns1:pt x="0" y="7"/>
                  <ns1:pt x="0" y="7"/>
                </ns1:cubicBezTo>
                <ns1:cubicBezTo>
                  <ns1:pt x="0" y="4"/>
                  <ns1:pt x="1" y="1"/>
                  <ns1:pt x="4" y="0"/>
                </ns1:cubicBezTo>
                <ns1:cubicBezTo>
                  <ns1:pt x="5" y="0"/>
                  <ns1:pt x="6" y="0"/>
                  <ns1:pt x="7" y="0"/>
                </ns1:cubicBezTo>
                <ns1:cubicBezTo>
                  <ns1:pt x="9" y="0"/>
                  <ns1:pt x="70" y="0"/>
                  <ns1:pt x="72" y="0"/>
                </ns1:cubicBezTo>
                <ns1:cubicBezTo>
                  <ns1:pt x="73" y="0"/>
                  <ns1:pt x="74" y="0"/>
                  <ns1:pt x="75" y="0"/>
                </ns1:cubicBezTo>
                <ns1:close/>
                <ns1:moveTo>
                  <ns1:pt x="8" y="8"/>
                </ns1:moveTo>
                <ns1:cubicBezTo>
                  <ns1:pt x="8" y="85"/>
                  <ns1:pt x="8" y="85"/>
                  <ns1:pt x="8" y="85"/>
                </ns1:cubicBezTo>
                <ns1:cubicBezTo>
                  <ns1:pt x="34" y="60"/>
                  <ns1:pt x="34" y="60"/>
                  <ns1:pt x="34" y="60"/>
                </ns1:cubicBezTo>
                <ns1:cubicBezTo>
                  <ns1:pt x="39" y="55"/>
                  <ns1:pt x="39" y="55"/>
                  <ns1:pt x="39" y="55"/>
                </ns1:cubicBezTo>
                <ns1:cubicBezTo>
                  <ns1:pt x="45" y="60"/>
                  <ns1:pt x="45" y="60"/>
                  <ns1:pt x="45" y="60"/>
                </ns1:cubicBezTo>
                <ns1:cubicBezTo>
                  <ns1:pt x="71" y="85"/>
                  <ns1:pt x="71" y="85"/>
                  <ns1:pt x="71" y="85"/>
                </ns1:cubicBezTo>
                <ns1:cubicBezTo>
                  <ns1:pt x="71" y="8"/>
                  <ns1:pt x="71" y="8"/>
                  <ns1:pt x="71" y="8"/>
                </ns1:cubicBezTo>
                <ns1:lnTo>
                  <ns1:pt x="8" y="8"/>
                </ns1:lnTo>
                <ns1:close/>
              </ns1:path>
            </ns1:pathLst>
          </ns1:custGeom>
          <ns1:solidFill>
            <ns1:srgbClr val="010101"/>
          </ns1:solidFill>
          <ns1:ln>
            <ns1:noFill/>
          </ns1:ln>
          <ns1:extLst>
            <ns1:ext uri="{91240B29-F687-4F45-9708-019B960494DF}">
              <ns2:hiddenLine w="9525">
                <ns1:solidFill>
                  <ns1:srgbClr val="000000"/>
                </ns1:solidFill>
                <ns1:round/>
                <ns1:headEnd/>
                <ns1:tailEnd/>
              </ns2:hiddenLine>
            </ns1:ext>
          </ns1:extLst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en-US" sz="2700"/>
          </ns1:p>
        </ns0:txBody>
      </ns0:sp>
      <ns0:sp>
        <ns0:nvSpPr>
          <ns0:cNvPr id="144" name="Freeform 142"/>
          <ns0:cNvSpPr>
            <ns1:spLocks/>
          </ns0:cNvSpPr>
          <ns0:nvPr/>
        </ns0:nvSpPr>
        <ns0:spPr bwMode="auto">
          <ns1:xfrm>
            <ns1:off x="6872289" y="4397376"/>
            <ns1:ext cx="373063" cy="300038"/>
          </ns1:xfrm>
          <ns1:custGeom>
            <ns1:avLst/>
            <ns1:gdLst>
              <ns1:gd name="T0" fmla="*/ 88 w 99"/>
              <ns1:gd name="T1" fmla="*/ 20 h 80"/>
              <ns1:gd name="T2" fmla="*/ 89 w 99"/>
              <ns1:gd name="T3" fmla="*/ 22 h 80"/>
              <ns1:gd name="T4" fmla="*/ 31 w 99"/>
              <ns1:gd name="T5" fmla="*/ 80 h 80"/>
              <ns1:gd name="T6" fmla="*/ 0 w 99"/>
              <ns1:gd name="T7" fmla="*/ 71 h 80"/>
              <ns1:gd name="T8" fmla="*/ 5 w 99"/>
              <ns1:gd name="T9" fmla="*/ 71 h 80"/>
              <ns1:gd name="T10" fmla="*/ 30 w 99"/>
              <ns1:gd name="T11" fmla="*/ 62 h 80"/>
              <ns1:gd name="T12" fmla="*/ 11 w 99"/>
              <ns1:gd name="T13" fmla="*/ 48 h 80"/>
              <ns1:gd name="T14" fmla="*/ 15 w 99"/>
              <ns1:gd name="T15" fmla="*/ 49 h 80"/>
              <ns1:gd name="T16" fmla="*/ 20 w 99"/>
              <ns1:gd name="T17" fmla="*/ 48 h 80"/>
              <ns1:gd name="T18" fmla="*/ 4 w 99"/>
              <ns1:gd name="T19" fmla="*/ 28 h 80"/>
              <ns1:gd name="T20" fmla="*/ 4 w 99"/>
              <ns1:gd name="T21" fmla="*/ 28 h 80"/>
              <ns1:gd name="T22" fmla="*/ 13 w 99"/>
              <ns1:gd name="T23" fmla="*/ 31 h 80"/>
              <ns1:gd name="T24" fmla="*/ 4 w 99"/>
              <ns1:gd name="T25" fmla="*/ 14 h 80"/>
              <ns1:gd name="T26" fmla="*/ 7 w 99"/>
              <ns1:gd name="T27" fmla="*/ 4 h 80"/>
              <ns1:gd name="T28" fmla="*/ 49 w 99"/>
              <ns1:gd name="T29" fmla="*/ 25 h 80"/>
              <ns1:gd name="T30" fmla="*/ 48 w 99"/>
              <ns1:gd name="T31" fmla="*/ 20 h 80"/>
              <ns1:gd name="T32" fmla="*/ 68 w 99"/>
              <ns1:gd name="T33" fmla="*/ 0 h 80"/>
              <ns1:gd name="T34" fmla="*/ 83 w 99"/>
              <ns1:gd name="T35" fmla="*/ 6 h 80"/>
              <ns1:gd name="T36" fmla="*/ 96 w 99"/>
              <ns1:gd name="T37" fmla="*/ 1 h 80"/>
              <ns1:gd name="T38" fmla="*/ 87 w 99"/>
              <ns1:gd name="T39" fmla="*/ 12 h 80"/>
              <ns1:gd name="T40" fmla="*/ 99 w 99"/>
              <ns1:gd name="T41" fmla="*/ 9 h 80"/>
              <ns1:gd name="T42" fmla="*/ 88 w 99"/>
              <ns1:gd name="T43" fmla="*/ 20 h 80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  <ns1:cxn ang="0">
                <ns1:pos x="T32" y="T33"/>
              </ns1:cxn>
              <ns1:cxn ang="0">
                <ns1:pos x="T34" y="T35"/>
              </ns1:cxn>
              <ns1:cxn ang="0">
                <ns1:pos x="T36" y="T37"/>
              </ns1:cxn>
              <ns1:cxn ang="0">
                <ns1:pos x="T38" y="T39"/>
              </ns1:cxn>
              <ns1:cxn ang="0">
                <ns1:pos x="T40" y="T41"/>
              </ns1:cxn>
              <ns1:cxn ang="0">
                <ns1:pos x="T42" y="T43"/>
              </ns1:cxn>
            </ns1:cxnLst>
            <ns1:rect l="0" t="0" r="r" b="b"/>
            <ns1:pathLst>
              <ns1:path w="99" h="80">
                <ns1:moveTo>
                  <ns1:pt x="88" y="20"/>
                </ns1:moveTo>
                <ns1:cubicBezTo>
                  <ns1:pt x="89" y="21"/>
                  <ns1:pt x="89" y="22"/>
                  <ns1:pt x="89" y="22"/>
                </ns1:cubicBezTo>
                <ns1:cubicBezTo>
                  <ns1:pt x="89" y="49"/>
                  <ns1:pt x="68" y="80"/>
                  <ns1:pt x="31" y="80"/>
                </ns1:cubicBezTo>
                <ns1:cubicBezTo>
                  <ns1:pt x="20" y="80"/>
                  <ns1:pt x="9" y="76"/>
                  <ns1:pt x="0" y="71"/>
                </ns1:cubicBezTo>
                <ns1:cubicBezTo>
                  <ns1:pt x="2" y="71"/>
                  <ns1:pt x="3" y="71"/>
                  <ns1:pt x="5" y="71"/>
                </ns1:cubicBezTo>
                <ns1:cubicBezTo>
                  <ns1:pt x="14" y="71"/>
                  <ns1:pt x="23" y="68"/>
                  <ns1:pt x="30" y="62"/>
                </ns1:cubicBezTo>
                <ns1:cubicBezTo>
                  <ns1:pt x="21" y="62"/>
                  <ns1:pt x="14" y="56"/>
                  <ns1:pt x="11" y="48"/>
                </ns1:cubicBezTo>
                <ns1:cubicBezTo>
                  <ns1:pt x="12" y="49"/>
                  <ns1:pt x="14" y="49"/>
                  <ns1:pt x="15" y="49"/>
                </ns1:cubicBezTo>
                <ns1:cubicBezTo>
                  <ns1:pt x="17" y="49"/>
                  <ns1:pt x="19" y="48"/>
                  <ns1:pt x="20" y="48"/>
                </ns1:cubicBezTo>
                <ns1:cubicBezTo>
                  <ns1:pt x="11" y="46"/>
                  <ns1:pt x="4" y="38"/>
                  <ns1:pt x="4" y="28"/>
                </ns1:cubicBezTo>
                <ns1:cubicBezTo>
                  <ns1:pt x="4" y="28"/>
                  <ns1:pt x="4" y="28"/>
                  <ns1:pt x="4" y="28"/>
                </ns1:cubicBezTo>
                <ns1:cubicBezTo>
                  <ns1:pt x="7" y="29"/>
                  <ns1:pt x="10" y="30"/>
                  <ns1:pt x="13" y="31"/>
                </ns1:cubicBezTo>
                <ns1:cubicBezTo>
                  <ns1:pt x="8" y="27"/>
                  <ns1:pt x="4" y="21"/>
                  <ns1:pt x="4" y="14"/>
                </ns1:cubicBezTo>
                <ns1:cubicBezTo>
                  <ns1:pt x="4" y="10"/>
                  <ns1:pt x="5" y="7"/>
                  <ns1:pt x="7" y="4"/>
                </ns1:cubicBezTo>
                <ns1:cubicBezTo>
                  <ns1:pt x="17" y="16"/>
                  <ns1:pt x="32" y="24"/>
                  <ns1:pt x="49" y="25"/>
                </ns1:cubicBezTo>
                <ns1:cubicBezTo>
                  <ns1:pt x="48" y="23"/>
                  <ns1:pt x="48" y="22"/>
                  <ns1:pt x="48" y="20"/>
                </ns1:cubicBezTo>
                <ns1:cubicBezTo>
                  <ns1:pt x="48" y="9"/>
                  <ns1:pt x="57" y="0"/>
                  <ns1:pt x="68" y="0"/>
                </ns1:cubicBezTo>
                <ns1:cubicBezTo>
                  <ns1:pt x="74" y="0"/>
                  <ns1:pt x="79" y="2"/>
                  <ns1:pt x="83" y="6"/>
                </ns1:cubicBezTo>
                <ns1:cubicBezTo>
                  <ns1:pt x="88" y="5"/>
                  <ns1:pt x="92" y="4"/>
                  <ns1:pt x="96" y="1"/>
                </ns1:cubicBezTo>
                <ns1:cubicBezTo>
                  <ns1:pt x="94" y="6"/>
                  <ns1:pt x="91" y="10"/>
                  <ns1:pt x="87" y="12"/>
                </ns1:cubicBezTo>
                <ns1:cubicBezTo>
                  <ns1:pt x="91" y="12"/>
                  <ns1:pt x="95" y="11"/>
                  <ns1:pt x="99" y="9"/>
                </ns1:cubicBezTo>
                <ns1:cubicBezTo>
                  <ns1:pt x="96" y="13"/>
                  <ns1:pt x="92" y="17"/>
                  <ns1:pt x="88" y="20"/>
                </ns1:cubicBezTo>
                <ns1:close/>
              </ns1:path>
            </ns1:pathLst>
          </ns1:custGeom>
          <ns1:solidFill>
            <ns1:srgbClr val="010101"/>
          </ns1:solidFill>
          <ns1:ln>
            <ns1:noFill/>
          </ns1:ln>
          <ns1:extLst>
            <ns1:ext uri="{91240B29-F687-4F45-9708-019B960494DF}">
              <ns2:hiddenLine w="9525">
                <ns1:solidFill>
                  <ns1:srgbClr val="000000"/>
                </ns1:solidFill>
                <ns1:round/>
                <ns1:headEnd/>
                <ns1:tailEnd/>
              </ns2:hiddenLine>
            </ns1:ext>
          </ns1:extLst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en-US" sz="2700"/>
          </ns1:p>
        </ns0:txBody>
      </ns0:sp>
      <ns0:sp>
        <ns0:nvSpPr>
          <ns0:cNvPr id="145" name="Freeform 143"/>
          <ns0:cNvSpPr>
            <ns1:spLocks/>
          </ns0:cNvSpPr>
          <ns0:nvPr/>
        </ns0:nvSpPr>
        <ns0:spPr bwMode="auto">
          <ns1:xfrm>
            <ns1:off x="7605714" y="4337052"/>
            <ns1:ext cx="201613" cy="390525"/>
          </ns1:xfrm>
          <ns1:custGeom>
            <ns1:avLst/>
            <ns1:gdLst>
              <ns1:gd name="T0" fmla="*/ 54 w 54"/>
              <ns1:gd name="T1" fmla="*/ 17 h 104"/>
              <ns1:gd name="T2" fmla="*/ 44 w 54"/>
              <ns1:gd name="T3" fmla="*/ 17 h 104"/>
              <ns1:gd name="T4" fmla="*/ 35 w 54"/>
              <ns1:gd name="T5" fmla="*/ 26 h 104"/>
              <ns1:gd name="T6" fmla="*/ 35 w 54"/>
              <ns1:gd name="T7" fmla="*/ 38 h 104"/>
              <ns1:gd name="T8" fmla="*/ 53 w 54"/>
              <ns1:gd name="T9" fmla="*/ 38 h 104"/>
              <ns1:gd name="T10" fmla="*/ 51 w 54"/>
              <ns1:gd name="T11" fmla="*/ 56 h 104"/>
              <ns1:gd name="T12" fmla="*/ 35 w 54"/>
              <ns1:gd name="T13" fmla="*/ 56 h 104"/>
              <ns1:gd name="T14" fmla="*/ 35 w 54"/>
              <ns1:gd name="T15" fmla="*/ 104 h 104"/>
              <ns1:gd name="T16" fmla="*/ 16 w 54"/>
              <ns1:gd name="T17" fmla="*/ 104 h 104"/>
              <ns1:gd name="T18" fmla="*/ 16 w 54"/>
              <ns1:gd name="T19" fmla="*/ 56 h 104"/>
              <ns1:gd name="T20" fmla="*/ 0 w 54"/>
              <ns1:gd name="T21" fmla="*/ 56 h 104"/>
              <ns1:gd name="T22" fmla="*/ 0 w 54"/>
              <ns1:gd name="T23" fmla="*/ 38 h 104"/>
              <ns1:gd name="T24" fmla="*/ 16 w 54"/>
              <ns1:gd name="T25" fmla="*/ 38 h 104"/>
              <ns1:gd name="T26" fmla="*/ 16 w 54"/>
              <ns1:gd name="T27" fmla="*/ 24 h 104"/>
              <ns1:gd name="T28" fmla="*/ 40 w 54"/>
              <ns1:gd name="T29" fmla="*/ 0 h 104"/>
              <ns1:gd name="T30" fmla="*/ 54 w 54"/>
              <ns1:gd name="T31" fmla="*/ 1 h 104"/>
              <ns1:gd name="T32" fmla="*/ 54 w 54"/>
              <ns1:gd name="T33" fmla="*/ 17 h 104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  <ns1:cxn ang="0">
                <ns1:pos x="T32" y="T33"/>
              </ns1:cxn>
            </ns1:cxnLst>
            <ns1:rect l="0" t="0" r="r" b="b"/>
            <ns1:pathLst>
              <ns1:path w="54" h="104">
                <ns1:moveTo>
                  <ns1:pt x="54" y="17"/>
                </ns1:moveTo>
                <ns1:cubicBezTo>
                  <ns1:pt x="44" y="17"/>
                  <ns1:pt x="44" y="17"/>
                  <ns1:pt x="44" y="17"/>
                </ns1:cubicBezTo>
                <ns1:cubicBezTo>
                  <ns1:pt x="36" y="17"/>
                  <ns1:pt x="35" y="21"/>
                  <ns1:pt x="35" y="26"/>
                </ns1:cubicBezTo>
                <ns1:cubicBezTo>
                  <ns1:pt x="35" y="38"/>
                  <ns1:pt x="35" y="38"/>
                  <ns1:pt x="35" y="38"/>
                </ns1:cubicBezTo>
                <ns1:cubicBezTo>
                  <ns1:pt x="53" y="38"/>
                  <ns1:pt x="53" y="38"/>
                  <ns1:pt x="53" y="38"/>
                </ns1:cubicBezTo>
                <ns1:cubicBezTo>
                  <ns1:pt x="51" y="56"/>
                  <ns1:pt x="51" y="56"/>
                  <ns1:pt x="51" y="56"/>
                </ns1:cubicBezTo>
                <ns1:cubicBezTo>
                  <ns1:pt x="35" y="56"/>
                  <ns1:pt x="35" y="56"/>
                  <ns1:pt x="35" y="56"/>
                </ns1:cubicBezTo>
                <ns1:cubicBezTo>
                  <ns1:pt x="35" y="104"/>
                  <ns1:pt x="35" y="104"/>
                  <ns1:pt x="35" y="104"/>
                </ns1:cubicBezTo>
                <ns1:cubicBezTo>
                  <ns1:pt x="16" y="104"/>
                  <ns1:pt x="16" y="104"/>
                  <ns1:pt x="16" y="104"/>
                </ns1:cubicBezTo>
                <ns1:cubicBezTo>
                  <ns1:pt x="16" y="56"/>
                  <ns1:pt x="16" y="56"/>
                  <ns1:pt x="16" y="56"/>
                </ns1:cubicBezTo>
                <ns1:cubicBezTo>
                  <ns1:pt x="0" y="56"/>
                  <ns1:pt x="0" y="56"/>
                  <ns1:pt x="0" y="56"/>
                </ns1:cubicBezTo>
                <ns1:cubicBezTo>
                  <ns1:pt x="0" y="38"/>
                  <ns1:pt x="0" y="38"/>
                  <ns1:pt x="0" y="38"/>
                </ns1:cubicBezTo>
                <ns1:cubicBezTo>
                  <ns1:pt x="16" y="38"/>
                  <ns1:pt x="16" y="38"/>
                  <ns1:pt x="16" y="38"/>
                </ns1:cubicBezTo>
                <ns1:cubicBezTo>
                  <ns1:pt x="16" y="24"/>
                  <ns1:pt x="16" y="24"/>
                  <ns1:pt x="16" y="24"/>
                </ns1:cubicBezTo>
                <ns1:cubicBezTo>
                  <ns1:pt x="16" y="8"/>
                  <ns1:pt x="26" y="0"/>
                  <ns1:pt x="40" y="0"/>
                </ns1:cubicBezTo>
                <ns1:cubicBezTo>
                  <ns1:pt x="46" y="0"/>
                  <ns1:pt x="52" y="0"/>
                  <ns1:pt x="54" y="1"/>
                </ns1:cubicBezTo>
                <ns1:lnTo>
                  <ns1:pt x="54" y="17"/>
                </ns1:lnTo>
                <ns1:close/>
              </ns1:path>
            </ns1:pathLst>
          </ns1:custGeom>
          <ns1:solidFill>
            <ns1:srgbClr val="010101"/>
          </ns1:solidFill>
          <ns1:ln>
            <ns1:noFill/>
          </ns1:ln>
          <ns1:extLst>
            <ns1:ext uri="{91240B29-F687-4F45-9708-019B960494DF}">
              <ns2:hiddenLine w="9525">
                <ns1:solidFill>
                  <ns1:srgbClr val="000000"/>
                </ns1:solidFill>
                <ns1:round/>
                <ns1:headEnd/>
                <ns1:tailEnd/>
              </ns2:hiddenLine>
            </ns1:ext>
          </ns1:extLst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en-US" sz="2700"/>
          </ns1:p>
        </ns0:txBody>
      </ns0:sp>
      <ns0:sp>
        <ns0:nvSpPr>
          <ns0:cNvPr id="146" name="Freeform 144"/>
          <ns0:cNvSpPr>
            <ns1:spLocks/>
          </ns0:cNvSpPr>
          <ns0:nvPr/>
        </ns0:nvSpPr>
        <ns0:spPr bwMode="auto">
          <ns1:xfrm>
            <ns1:off x="8167689" y="4367214"/>
            <ns1:ext cx="360363" cy="352425"/>
          </ns1:xfrm>
          <ns1:custGeom>
            <ns1:avLst/>
            <ns1:gdLst>
              <ns1:gd name="T0" fmla="*/ 63 w 96"/>
              <ns1:gd name="T1" fmla="*/ 93 h 94"/>
              <ns1:gd name="T2" fmla="*/ 60 w 96"/>
              <ns1:gd name="T3" fmla="*/ 91 h 94"/>
              <ns1:gd name="T4" fmla="*/ 60 w 96"/>
              <ns1:gd name="T5" fmla="*/ 78 h 94"/>
              <ns1:gd name="T6" fmla="*/ 57 w 96"/>
              <ns1:gd name="T7" fmla="*/ 69 h 94"/>
              <ns1:gd name="T8" fmla="*/ 79 w 96"/>
              <ns1:gd name="T9" fmla="*/ 45 h 94"/>
              <ns1:gd name="T10" fmla="*/ 74 w 96"/>
              <ns1:gd name="T11" fmla="*/ 32 h 94"/>
              <ns1:gd name="T12" fmla="*/ 73 w 96"/>
              <ns1:gd name="T13" fmla="*/ 20 h 94"/>
              <ns1:gd name="T14" fmla="*/ 60 w 96"/>
              <ns1:gd name="T15" fmla="*/ 25 h 94"/>
              <ns1:gd name="T16" fmla="*/ 48 w 96"/>
              <ns1:gd name="T17" fmla="*/ 23 h 94"/>
              <ns1:gd name="T18" fmla="*/ 36 w 96"/>
              <ns1:gd name="T19" fmla="*/ 25 h 94"/>
              <ns1:gd name="T20" fmla="*/ 23 w 96"/>
              <ns1:gd name="T21" fmla="*/ 20 h 94"/>
              <ns1:gd name="T22" fmla="*/ 22 w 96"/>
              <ns1:gd name="T23" fmla="*/ 32 h 94"/>
              <ns1:gd name="T24" fmla="*/ 18 w 96"/>
              <ns1:gd name="T25" fmla="*/ 45 h 94"/>
              <ns1:gd name="T26" fmla="*/ 39 w 96"/>
              <ns1:gd name="T27" fmla="*/ 69 h 94"/>
              <ns1:gd name="T28" fmla="*/ 36 w 96"/>
              <ns1:gd name="T29" fmla="*/ 75 h 94"/>
              <ns1:gd name="T30" fmla="*/ 22 w 96"/>
              <ns1:gd name="T31" fmla="*/ 71 h 94"/>
              <ns1:gd name="T32" fmla="*/ 15 w 96"/>
              <ns1:gd name="T33" fmla="*/ 66 h 94"/>
              <ns1:gd name="T34" fmla="*/ 15 w 96"/>
              <ns1:gd name="T35" fmla="*/ 69 h 94"/>
              <ns1:gd name="T36" fmla="*/ 20 w 96"/>
              <ns1:gd name="T37" fmla="*/ 76 h 94"/>
              <ns1:gd name="T38" fmla="*/ 36 w 96"/>
              <ns1:gd name="T39" fmla="*/ 82 h 94"/>
              <ns1:gd name="T40" fmla="*/ 36 w 96"/>
              <ns1:gd name="T41" fmla="*/ 91 h 94"/>
              <ns1:gd name="T42" fmla="*/ 33 w 96"/>
              <ns1:gd name="T43" fmla="*/ 93 h 94"/>
              <ns1:gd name="T44" fmla="*/ 0 w 96"/>
              <ns1:gd name="T45" fmla="*/ 48 h 94"/>
              <ns1:gd name="T46" fmla="*/ 48 w 96"/>
              <ns1:gd name="T47" fmla="*/ 0 h 94"/>
              <ns1:gd name="T48" fmla="*/ 96 w 96"/>
              <ns1:gd name="T49" fmla="*/ 48 h 94"/>
              <ns1:gd name="T50" fmla="*/ 63 w 96"/>
              <ns1:gd name="T51" fmla="*/ 93 h 94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  <ns1:cxn ang="0">
                <ns1:pos x="T32" y="T33"/>
              </ns1:cxn>
              <ns1:cxn ang="0">
                <ns1:pos x="T34" y="T35"/>
              </ns1:cxn>
              <ns1:cxn ang="0">
                <ns1:pos x="T36" y="T37"/>
              </ns1:cxn>
              <ns1:cxn ang="0">
                <ns1:pos x="T38" y="T39"/>
              </ns1:cxn>
              <ns1:cxn ang="0">
                <ns1:pos x="T40" y="T41"/>
              </ns1:cxn>
              <ns1:cxn ang="0">
                <ns1:pos x="T42" y="T43"/>
              </ns1:cxn>
              <ns1:cxn ang="0">
                <ns1:pos x="T44" y="T45"/>
              </ns1:cxn>
              <ns1:cxn ang="0">
                <ns1:pos x="T46" y="T47"/>
              </ns1:cxn>
              <ns1:cxn ang="0">
                <ns1:pos x="T48" y="T49"/>
              </ns1:cxn>
              <ns1:cxn ang="0">
                <ns1:pos x="T50" y="T51"/>
              </ns1:cxn>
            </ns1:cxnLst>
            <ns1:rect l="0" t="0" r="r" b="b"/>
            <ns1:pathLst>
              <ns1:path w="96" h="94">
                <ns1:moveTo>
                  <ns1:pt x="63" y="93"/>
                </ns1:moveTo>
                <ns1:cubicBezTo>
                  <ns1:pt x="61" y="94"/>
                  <ns1:pt x="60" y="92"/>
                  <ns1:pt x="60" y="91"/>
                </ns1:cubicBezTo>
                <ns1:cubicBezTo>
                  <ns1:pt x="60" y="89"/>
                  <ns1:pt x="60" y="84"/>
                  <ns1:pt x="60" y="78"/>
                </ns1:cubicBezTo>
                <ns1:cubicBezTo>
                  <ns1:pt x="60" y="73"/>
                  <ns1:pt x="59" y="70"/>
                  <ns1:pt x="57" y="69"/>
                </ns1:cubicBezTo>
                <ns1:cubicBezTo>
                  <ns1:pt x="67" y="68"/>
                  <ns1:pt x="79" y="64"/>
                  <ns1:pt x="79" y="45"/>
                </ns1:cubicBezTo>
                <ns1:cubicBezTo>
                  <ns1:pt x="79" y="40"/>
                  <ns1:pt x="77" y="36"/>
                  <ns1:pt x="74" y="32"/>
                </ns1:cubicBezTo>
                <ns1:cubicBezTo>
                  <ns1:pt x="74" y="31"/>
                  <ns1:pt x="76" y="26"/>
                  <ns1:pt x="73" y="20"/>
                </ns1:cubicBezTo>
                <ns1:cubicBezTo>
                  <ns1:pt x="69" y="18"/>
                  <ns1:pt x="60" y="25"/>
                  <ns1:pt x="60" y="25"/>
                </ns1:cubicBezTo>
                <ns1:cubicBezTo>
                  <ns1:pt x="56" y="24"/>
                  <ns1:pt x="52" y="23"/>
                  <ns1:pt x="48" y="23"/>
                </ns1:cubicBezTo>
                <ns1:cubicBezTo>
                  <ns1:pt x="44" y="23"/>
                  <ns1:pt x="40" y="24"/>
                  <ns1:pt x="36" y="25"/>
                </ns1:cubicBezTo>
                <ns1:cubicBezTo>
                  <ns1:pt x="36" y="25"/>
                  <ns1:pt x="27" y="18"/>
                  <ns1:pt x="23" y="20"/>
                </ns1:cubicBezTo>
                <ns1:cubicBezTo>
                  <ns1:pt x="20" y="26"/>
                  <ns1:pt x="22" y="31"/>
                  <ns1:pt x="22" y="32"/>
                </ns1:cubicBezTo>
                <ns1:cubicBezTo>
                  <ns1:pt x="19" y="36"/>
                  <ns1:pt x="18" y="40"/>
                  <ns1:pt x="18" y="45"/>
                </ns1:cubicBezTo>
                <ns1:cubicBezTo>
                  <ns1:pt x="18" y="64"/>
                  <ns1:pt x="29" y="68"/>
                  <ns1:pt x="39" y="69"/>
                </ns1:cubicBezTo>
                <ns1:cubicBezTo>
                  <ns1:pt x="38" y="70"/>
                  <ns1:pt x="37" y="72"/>
                  <ns1:pt x="36" y="75"/>
                </ns1:cubicBezTo>
                <ns1:cubicBezTo>
                  <ns1:pt x="34" y="77"/>
                  <ns1:pt x="27" y="79"/>
                  <ns1:pt x="22" y="71"/>
                </ns1:cubicBezTo>
                <ns1:cubicBezTo>
                  <ns1:pt x="20" y="67"/>
                  <ns1:pt x="15" y="66"/>
                  <ns1:pt x="15" y="66"/>
                </ns1:cubicBezTo>
                <ns1:cubicBezTo>
                  <ns1:pt x="10" y="66"/>
                  <ns1:pt x="15" y="69"/>
                  <ns1:pt x="15" y="69"/>
                </ns1:cubicBezTo>
                <ns1:cubicBezTo>
                  <ns1:pt x="18" y="71"/>
                  <ns1:pt x="20" y="76"/>
                  <ns1:pt x="20" y="76"/>
                </ns1:cubicBezTo>
                <ns1:cubicBezTo>
                  <ns1:pt x="23" y="85"/>
                  <ns1:pt x="36" y="82"/>
                  <ns1:pt x="36" y="82"/>
                </ns1:cubicBezTo>
                <ns1:cubicBezTo>
                  <ns1:pt x="36" y="86"/>
                  <ns1:pt x="36" y="90"/>
                  <ns1:pt x="36" y="91"/>
                </ns1:cubicBezTo>
                <ns1:cubicBezTo>
                  <ns1:pt x="36" y="92"/>
                  <ns1:pt x="35" y="94"/>
                  <ns1:pt x="33" y="93"/>
                </ns1:cubicBezTo>
                <ns1:cubicBezTo>
                  <ns1:pt x="14" y="87"/>
                  <ns1:pt x="0" y="69"/>
                  <ns1:pt x="0" y="48"/>
                </ns1:cubicBezTo>
                <ns1:cubicBezTo>
                  <ns1:pt x="0" y="21"/>
                  <ns1:pt x="22" y="0"/>
                  <ns1:pt x="48" y="0"/>
                </ns1:cubicBezTo>
                <ns1:cubicBezTo>
                  <ns1:pt x="75" y="0"/>
                  <ns1:pt x="96" y="21"/>
                  <ns1:pt x="96" y="48"/>
                </ns1:cubicBezTo>
                <ns1:cubicBezTo>
                  <ns1:pt x="96" y="69"/>
                  <ns1:pt x="82" y="87"/>
                  <ns1:pt x="63" y="93"/>
                </ns1:cubicBezTo>
                <ns1:close/>
              </ns1:path>
            </ns1:pathLst>
          </ns1:custGeom>
          <ns1:solidFill>
            <ns1:srgbClr val="010101"/>
          </ns1:solidFill>
          <ns1:ln>
            <ns1:noFill/>
          </ns1:ln>
          <ns1:extLst>
            <ns1:ext uri="{91240B29-F687-4F45-9708-019B960494DF}">
              <ns2:hiddenLine w="9525">
                <ns1:solidFill>
                  <ns1:srgbClr val="000000"/>
                </ns1:solidFill>
                <ns1:round/>
                <ns1:headEnd/>
                <ns1:tailEnd/>
              </ns2:hiddenLine>
            </ns1:ext>
          </ns1:extLst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en-US" sz="2700"/>
          </ns1:p>
        </ns0:txBody>
      </ns0:sp>
      <ns0:sp>
        <ns0:nvSpPr>
          <ns0:cNvPr id="147" name="Freeform 145"/>
          <ns0:cNvSpPr>
            <ns1:spLocks/>
          </ns0:cNvSpPr>
          <ns0:nvPr/>
        </ns0:nvSpPr>
        <ns0:spPr bwMode="auto">
          <ns1:xfrm>
            <ns1:off x="8799514" y="4367213"/>
            <ns1:ext cx="388938" cy="330200"/>
          </ns1:xfrm>
          <ns1:custGeom>
            <ns1:avLst/>
            <ns1:gdLst>
              <ns1:gd name="T0" fmla="*/ 104 w 104"/>
              <ns1:gd name="T1" fmla="*/ 44 h 88"/>
              <ns1:gd name="T2" fmla="*/ 100 w 104"/>
              <ns1:gd name="T3" fmla="*/ 48 h 88"/>
              <ns1:gd name="T4" fmla="*/ 96 w 104"/>
              <ns1:gd name="T5" fmla="*/ 48 h 88"/>
              <ns1:gd name="T6" fmla="*/ 92 w 104"/>
              <ns1:gd name="T7" fmla="*/ 44 h 88"/>
              <ns1:gd name="T8" fmla="*/ 92 w 104"/>
              <ns1:gd name="T9" fmla="*/ 28 h 88"/>
              <ns1:gd name="T10" fmla="*/ 76 w 104"/>
              <ns1:gd name="T11" fmla="*/ 12 h 88"/>
              <ns1:gd name="T12" fmla="*/ 60 w 104"/>
              <ns1:gd name="T13" fmla="*/ 28 h 88"/>
              <ns1:gd name="T14" fmla="*/ 60 w 104"/>
              <ns1:gd name="T15" fmla="*/ 40 h 88"/>
              <ns1:gd name="T16" fmla="*/ 66 w 104"/>
              <ns1:gd name="T17" fmla="*/ 40 h 88"/>
              <ns1:gd name="T18" fmla="*/ 72 w 104"/>
              <ns1:gd name="T19" fmla="*/ 46 h 88"/>
              <ns1:gd name="T20" fmla="*/ 72 w 104"/>
              <ns1:gd name="T21" fmla="*/ 82 h 88"/>
              <ns1:gd name="T22" fmla="*/ 66 w 104"/>
              <ns1:gd name="T23" fmla="*/ 88 h 88"/>
              <ns1:gd name="T24" fmla="*/ 6 w 104"/>
              <ns1:gd name="T25" fmla="*/ 88 h 88"/>
              <ns1:gd name="T26" fmla="*/ 0 w 104"/>
              <ns1:gd name="T27" fmla="*/ 82 h 88"/>
              <ns1:gd name="T28" fmla="*/ 0 w 104"/>
              <ns1:gd name="T29" fmla="*/ 46 h 88"/>
              <ns1:gd name="T30" fmla="*/ 6 w 104"/>
              <ns1:gd name="T31" fmla="*/ 40 h 88"/>
              <ns1:gd name="T32" fmla="*/ 48 w 104"/>
              <ns1:gd name="T33" fmla="*/ 40 h 88"/>
              <ns1:gd name="T34" fmla="*/ 48 w 104"/>
              <ns1:gd name="T35" fmla="*/ 28 h 88"/>
              <ns1:gd name="T36" fmla="*/ 76 w 104"/>
              <ns1:gd name="T37" fmla="*/ 0 h 88"/>
              <ns1:gd name="T38" fmla="*/ 104 w 104"/>
              <ns1:gd name="T39" fmla="*/ 28 h 88"/>
              <ns1:gd name="T40" fmla="*/ 104 w 104"/>
              <ns1:gd name="T41" fmla="*/ 44 h 88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  <ns1:cxn ang="0">
                <ns1:pos x="T32" y="T33"/>
              </ns1:cxn>
              <ns1:cxn ang="0">
                <ns1:pos x="T34" y="T35"/>
              </ns1:cxn>
              <ns1:cxn ang="0">
                <ns1:pos x="T36" y="T37"/>
              </ns1:cxn>
              <ns1:cxn ang="0">
                <ns1:pos x="T38" y="T39"/>
              </ns1:cxn>
              <ns1:cxn ang="0">
                <ns1:pos x="T40" y="T41"/>
              </ns1:cxn>
            </ns1:cxnLst>
            <ns1:rect l="0" t="0" r="r" b="b"/>
            <ns1:pathLst>
              <ns1:path w="104" h="88">
                <ns1:moveTo>
                  <ns1:pt x="104" y="44"/>
                </ns1:moveTo>
                <ns1:cubicBezTo>
                  <ns1:pt x="104" y="46"/>
                  <ns1:pt x="102" y="48"/>
                  <ns1:pt x="100" y="48"/>
                </ns1:cubicBezTo>
                <ns1:cubicBezTo>
                  <ns1:pt x="96" y="48"/>
                  <ns1:pt x="96" y="48"/>
                  <ns1:pt x="96" y="48"/>
                </ns1:cubicBezTo>
                <ns1:cubicBezTo>
                  <ns1:pt x="94" y="48"/>
                  <ns1:pt x="92" y="46"/>
                  <ns1:pt x="92" y="44"/>
                </ns1:cubicBezTo>
                <ns1:cubicBezTo>
                  <ns1:pt x="92" y="28"/>
                  <ns1:pt x="92" y="28"/>
                  <ns1:pt x="92" y="28"/>
                </ns1:cubicBezTo>
                <ns1:cubicBezTo>
                  <ns1:pt x="92" y="19"/>
                  <ns1:pt x="85" y="12"/>
                  <ns1:pt x="76" y="12"/>
                </ns1:cubicBezTo>
                <ns1:cubicBezTo>
                  <ns1:pt x="67" y="12"/>
                  <ns1:pt x="60" y="19"/>
                  <ns1:pt x="60" y="28"/>
                </ns1:cubicBezTo>
                <ns1:cubicBezTo>
                  <ns1:pt x="60" y="40"/>
                  <ns1:pt x="60" y="40"/>
                  <ns1:pt x="60" y="40"/>
                </ns1:cubicBezTo>
                <ns1:cubicBezTo>
                  <ns1:pt x="66" y="40"/>
                  <ns1:pt x="66" y="40"/>
                  <ns1:pt x="66" y="40"/>
                </ns1:cubicBezTo>
                <ns1:cubicBezTo>
                  <ns1:pt x="69" y="40"/>
                  <ns1:pt x="72" y="43"/>
                  <ns1:pt x="72" y="46"/>
                </ns1:cubicBezTo>
                <ns1:cubicBezTo>
                  <ns1:pt x="72" y="82"/>
                  <ns1:pt x="72" y="82"/>
                  <ns1:pt x="72" y="82"/>
                </ns1:cubicBezTo>
                <ns1:cubicBezTo>
                  <ns1:pt x="72" y="85"/>
                  <ns1:pt x="69" y="88"/>
                  <ns1:pt x="66" y="88"/>
                </ns1:cubicBezTo>
                <ns1:cubicBezTo>
                  <ns1:pt x="6" y="88"/>
                  <ns1:pt x="6" y="88"/>
                  <ns1:pt x="6" y="88"/>
                </ns1:cubicBezTo>
                <ns1:cubicBezTo>
                  <ns1:pt x="3" y="88"/>
                  <ns1:pt x="0" y="85"/>
                  <ns1:pt x="0" y="82"/>
                </ns1:cubicBezTo>
                <ns1:cubicBezTo>
                  <ns1:pt x="0" y="46"/>
                  <ns1:pt x="0" y="46"/>
                  <ns1:pt x="0" y="46"/>
                </ns1:cubicBezTo>
                <ns1:cubicBezTo>
                  <ns1:pt x="0" y="43"/>
                  <ns1:pt x="3" y="40"/>
                  <ns1:pt x="6" y="40"/>
                </ns1:cubicBezTo>
                <ns1:cubicBezTo>
                  <ns1:pt x="48" y="40"/>
                  <ns1:pt x="48" y="40"/>
                  <ns1:pt x="48" y="40"/>
                </ns1:cubicBezTo>
                <ns1:cubicBezTo>
                  <ns1:pt x="48" y="28"/>
                  <ns1:pt x="48" y="28"/>
                  <ns1:pt x="48" y="28"/>
                </ns1:cubicBezTo>
                <ns1:cubicBezTo>
                  <ns1:pt x="48" y="12"/>
                  <ns1:pt x="61" y="0"/>
                  <ns1:pt x="76" y="0"/>
                </ns1:cubicBezTo>
                <ns1:cubicBezTo>
                  <ns1:pt x="92" y="0"/>
                  <ns1:pt x="104" y="12"/>
                  <ns1:pt x="104" y="28"/>
                </ns1:cubicBezTo>
                <ns1:lnTo>
                  <ns1:pt x="104" y="44"/>
                </ns1:lnTo>
                <ns1:close/>
              </ns1:path>
            </ns1:pathLst>
          </ns1:custGeom>
          <ns1:solidFill>
            <ns1:srgbClr val="010101"/>
          </ns1:solidFill>
          <ns1:ln>
            <ns1:noFill/>
          </ns1:ln>
          <ns1:extLst>
            <ns1:ext uri="{91240B29-F687-4F45-9708-019B960494DF}">
              <ns2:hiddenLine w="9525">
                <ns1:solidFill>
                  <ns1:srgbClr val="000000"/>
                </ns1:solidFill>
                <ns1:round/>
                <ns1:headEnd/>
                <ns1:tailEnd/>
              </ns2:hiddenLine>
            </ns1:ext>
          </ns1:extLst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en-US" sz="2700"/>
          </ns1:p>
        </ns0:txBody>
      </ns0:sp>
      <ns0:sp>
        <ns0:nvSpPr>
          <ns0:cNvPr id="148" name="Freeform 146"/>
          <ns0:cNvSpPr>
            <ns1:spLocks noEditPoints="1"/>
          </ns0:cNvSpPr>
          <ns0:nvPr/>
        </ns0:nvSpPr>
        <ns0:spPr bwMode="auto">
          <ns1:xfrm>
            <ns1:off x="9413876" y="4367214"/>
            <ns1:ext cx="450850" cy="360363"/>
          </ns1:xfrm>
          <ns1:custGeom>
            <ns1:avLst/>
            <ns1:gdLst>
              <ns1:gd name="T0" fmla="*/ 120 w 120"/>
              <ns1:gd name="T1" fmla="*/ 10 h 96"/>
              <ns1:gd name="T2" fmla="*/ 120 w 120"/>
              <ns1:gd name="T3" fmla="*/ 86 h 96"/>
              <ns1:gd name="T4" fmla="*/ 110 w 120"/>
              <ns1:gd name="T5" fmla="*/ 96 h 96"/>
              <ns1:gd name="T6" fmla="*/ 10 w 120"/>
              <ns1:gd name="T7" fmla="*/ 96 h 96"/>
              <ns1:gd name="T8" fmla="*/ 0 w 120"/>
              <ns1:gd name="T9" fmla="*/ 86 h 96"/>
              <ns1:gd name="T10" fmla="*/ 0 w 120"/>
              <ns1:gd name="T11" fmla="*/ 10 h 96"/>
              <ns1:gd name="T12" fmla="*/ 10 w 120"/>
              <ns1:gd name="T13" fmla="*/ 0 h 96"/>
              <ns1:gd name="T14" fmla="*/ 110 w 120"/>
              <ns1:gd name="T15" fmla="*/ 0 h 96"/>
              <ns1:gd name="T16" fmla="*/ 120 w 120"/>
              <ns1:gd name="T17" fmla="*/ 10 h 96"/>
              <ns1:gd name="T18" fmla="*/ 8 w 120"/>
              <ns1:gd name="T19" fmla="*/ 10 h 96"/>
              <ns1:gd name="T20" fmla="*/ 8 w 120"/>
              <ns1:gd name="T21" fmla="*/ 24 h 96"/>
              <ns1:gd name="T22" fmla="*/ 112 w 120"/>
              <ns1:gd name="T23" fmla="*/ 24 h 96"/>
              <ns1:gd name="T24" fmla="*/ 112 w 120"/>
              <ns1:gd name="T25" fmla="*/ 10 h 96"/>
              <ns1:gd name="T26" fmla="*/ 110 w 120"/>
              <ns1:gd name="T27" fmla="*/ 8 h 96"/>
              <ns1:gd name="T28" fmla="*/ 10 w 120"/>
              <ns1:gd name="T29" fmla="*/ 8 h 96"/>
              <ns1:gd name="T30" fmla="*/ 8 w 120"/>
              <ns1:gd name="T31" fmla="*/ 10 h 96"/>
              <ns1:gd name="T32" fmla="*/ 112 w 120"/>
              <ns1:gd name="T33" fmla="*/ 86 h 96"/>
              <ns1:gd name="T34" fmla="*/ 112 w 120"/>
              <ns1:gd name="T35" fmla="*/ 48 h 96"/>
              <ns1:gd name="T36" fmla="*/ 8 w 120"/>
              <ns1:gd name="T37" fmla="*/ 48 h 96"/>
              <ns1:gd name="T38" fmla="*/ 8 w 120"/>
              <ns1:gd name="T39" fmla="*/ 86 h 96"/>
              <ns1:gd name="T40" fmla="*/ 10 w 120"/>
              <ns1:gd name="T41" fmla="*/ 88 h 96"/>
              <ns1:gd name="T42" fmla="*/ 110 w 120"/>
              <ns1:gd name="T43" fmla="*/ 88 h 96"/>
              <ns1:gd name="T44" fmla="*/ 112 w 120"/>
              <ns1:gd name="T45" fmla="*/ 86 h 96"/>
              <ns1:gd name="T46" fmla="*/ 16 w 120"/>
              <ns1:gd name="T47" fmla="*/ 72 h 96"/>
              <ns1:gd name="T48" fmla="*/ 32 w 120"/>
              <ns1:gd name="T49" fmla="*/ 72 h 96"/>
              <ns1:gd name="T50" fmla="*/ 32 w 120"/>
              <ns1:gd name="T51" fmla="*/ 80 h 96"/>
              <ns1:gd name="T52" fmla="*/ 16 w 120"/>
              <ns1:gd name="T53" fmla="*/ 80 h 96"/>
              <ns1:gd name="T54" fmla="*/ 16 w 120"/>
              <ns1:gd name="T55" fmla="*/ 72 h 96"/>
              <ns1:gd name="T56" fmla="*/ 40 w 120"/>
              <ns1:gd name="T57" fmla="*/ 72 h 96"/>
              <ns1:gd name="T58" fmla="*/ 64 w 120"/>
              <ns1:gd name="T59" fmla="*/ 72 h 96"/>
              <ns1:gd name="T60" fmla="*/ 64 w 120"/>
              <ns1:gd name="T61" fmla="*/ 80 h 96"/>
              <ns1:gd name="T62" fmla="*/ 40 w 120"/>
              <ns1:gd name="T63" fmla="*/ 80 h 96"/>
              <ns1:gd name="T64" fmla="*/ 40 w 120"/>
              <ns1:gd name="T65" fmla="*/ 72 h 96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  <ns1:cxn ang="0">
                <ns1:pos x="T32" y="T33"/>
              </ns1:cxn>
              <ns1:cxn ang="0">
                <ns1:pos x="T34" y="T35"/>
              </ns1:cxn>
              <ns1:cxn ang="0">
                <ns1:pos x="T36" y="T37"/>
              </ns1:cxn>
              <ns1:cxn ang="0">
                <ns1:pos x="T38" y="T39"/>
              </ns1:cxn>
              <ns1:cxn ang="0">
                <ns1:pos x="T40" y="T41"/>
              </ns1:cxn>
              <ns1:cxn ang="0">
                <ns1:pos x="T42" y="T43"/>
              </ns1:cxn>
              <ns1:cxn ang="0">
                <ns1:pos x="T44" y="T45"/>
              </ns1:cxn>
              <ns1:cxn ang="0">
                <ns1:pos x="T46" y="T47"/>
              </ns1:cxn>
              <ns1:cxn ang="0">
                <ns1:pos x="T48" y="T49"/>
              </ns1:cxn>
              <ns1:cxn ang="0">
                <ns1:pos x="T50" y="T51"/>
              </ns1:cxn>
              <ns1:cxn ang="0">
                <ns1:pos x="T52" y="T53"/>
              </ns1:cxn>
              <ns1:cxn ang="0">
                <ns1:pos x="T54" y="T55"/>
              </ns1:cxn>
              <ns1:cxn ang="0">
                <ns1:pos x="T56" y="T57"/>
              </ns1:cxn>
              <ns1:cxn ang="0">
                <ns1:pos x="T58" y="T59"/>
              </ns1:cxn>
              <ns1:cxn ang="0">
                <ns1:pos x="T60" y="T61"/>
              </ns1:cxn>
              <ns1:cxn ang="0">
                <ns1:pos x="T62" y="T63"/>
              </ns1:cxn>
              <ns1:cxn ang="0">
                <ns1:pos x="T64" y="T65"/>
              </ns1:cxn>
            </ns1:cxnLst>
            <ns1:rect l="0" t="0" r="r" b="b"/>
            <ns1:pathLst>
              <ns1:path w="120" h="96">
                <ns1:moveTo>
                  <ns1:pt x="120" y="10"/>
                </ns1:moveTo>
                <ns1:cubicBezTo>
                  <ns1:pt x="120" y="86"/>
                  <ns1:pt x="120" y="86"/>
                  <ns1:pt x="120" y="86"/>
                </ns1:cubicBezTo>
                <ns1:cubicBezTo>
                  <ns1:pt x="120" y="91"/>
                  <ns1:pt x="115" y="96"/>
                  <ns1:pt x="110" y="96"/>
                </ns1:cubicBezTo>
                <ns1:cubicBezTo>
                  <ns1:pt x="10" y="96"/>
                  <ns1:pt x="10" y="96"/>
                  <ns1:pt x="10" y="96"/>
                </ns1:cubicBezTo>
                <ns1:cubicBezTo>
                  <ns1:pt x="5" y="96"/>
                  <ns1:pt x="0" y="91"/>
                  <ns1:pt x="0" y="86"/>
                </ns1:cubicBezTo>
                <ns1:cubicBezTo>
                  <ns1:pt x="0" y="10"/>
                  <ns1:pt x="0" y="10"/>
                  <ns1:pt x="0" y="10"/>
                </ns1:cubicBezTo>
                <ns1:cubicBezTo>
                  <ns1:pt x="0" y="4"/>
                  <ns1:pt x="5" y="0"/>
                  <ns1:pt x="10" y="0"/>
                </ns1:cubicBezTo>
                <ns1:cubicBezTo>
                  <ns1:pt x="110" y="0"/>
                  <ns1:pt x="110" y="0"/>
                  <ns1:pt x="110" y="0"/>
                </ns1:cubicBezTo>
                <ns1:cubicBezTo>
                  <ns1:pt x="115" y="0"/>
                  <ns1:pt x="120" y="4"/>
                  <ns1:pt x="120" y="10"/>
                </ns1:cubicBezTo>
                <ns1:close/>
                <ns1:moveTo>
                  <ns1:pt x="8" y="10"/>
                </ns1:moveTo>
                <ns1:cubicBezTo>
                  <ns1:pt x="8" y="24"/>
                  <ns1:pt x="8" y="24"/>
                  <ns1:pt x="8" y="24"/>
                </ns1:cubicBezTo>
                <ns1:cubicBezTo>
                  <ns1:pt x="112" y="24"/>
                  <ns1:pt x="112" y="24"/>
                  <ns1:pt x="112" y="24"/>
                </ns1:cubicBezTo>
                <ns1:cubicBezTo>
                  <ns1:pt x="112" y="10"/>
                  <ns1:pt x="112" y="10"/>
                  <ns1:pt x="112" y="10"/>
                </ns1:cubicBezTo>
                <ns1:cubicBezTo>
                  <ns1:pt x="112" y="9"/>
                  <ns1:pt x="111" y="8"/>
                  <ns1:pt x="110" y="8"/>
                </ns1:cubicBezTo>
                <ns1:cubicBezTo>
                  <ns1:pt x="10" y="8"/>
                  <ns1:pt x="10" y="8"/>
                  <ns1:pt x="10" y="8"/>
                </ns1:cubicBezTo>
                <ns1:cubicBezTo>
                  <ns1:pt x="9" y="8"/>
                  <ns1:pt x="8" y="9"/>
                  <ns1:pt x="8" y="10"/>
                </ns1:cubicBezTo>
                <ns1:close/>
                <ns1:moveTo>
                  <ns1:pt x="112" y="86"/>
                </ns1:moveTo>
                <ns1:cubicBezTo>
                  <ns1:pt x="112" y="48"/>
                  <ns1:pt x="112" y="48"/>
                  <ns1:pt x="112" y="48"/>
                </ns1:cubicBezTo>
                <ns1:cubicBezTo>
                  <ns1:pt x="8" y="48"/>
                  <ns1:pt x="8" y="48"/>
                  <ns1:pt x="8" y="48"/>
                </ns1:cubicBezTo>
                <ns1:cubicBezTo>
                  <ns1:pt x="8" y="86"/>
                  <ns1:pt x="8" y="86"/>
                  <ns1:pt x="8" y="86"/>
                </ns1:cubicBezTo>
                <ns1:cubicBezTo>
                  <ns1:pt x="8" y="87"/>
                  <ns1:pt x="9" y="88"/>
                  <ns1:pt x="10" y="88"/>
                </ns1:cubicBezTo>
                <ns1:cubicBezTo>
                  <ns1:pt x="110" y="88"/>
                  <ns1:pt x="110" y="88"/>
                  <ns1:pt x="110" y="88"/>
                </ns1:cubicBezTo>
                <ns1:cubicBezTo>
                  <ns1:pt x="111" y="88"/>
                  <ns1:pt x="112" y="87"/>
                  <ns1:pt x="112" y="86"/>
                </ns1:cubicBezTo>
                <ns1:close/>
                <ns1:moveTo>
                  <ns1:pt x="16" y="72"/>
                </ns1:moveTo>
                <ns1:cubicBezTo>
                  <ns1:pt x="32" y="72"/>
                  <ns1:pt x="32" y="72"/>
                  <ns1:pt x="32" y="72"/>
                </ns1:cubicBezTo>
                <ns1:cubicBezTo>
                  <ns1:pt x="32" y="80"/>
                  <ns1:pt x="32" y="80"/>
                  <ns1:pt x="32" y="80"/>
                </ns1:cubicBezTo>
                <ns1:cubicBezTo>
                  <ns1:pt x="16" y="80"/>
                  <ns1:pt x="16" y="80"/>
                  <ns1:pt x="16" y="80"/>
                </ns1:cubicBezTo>
                <ns1:lnTo>
                  <ns1:pt x="16" y="72"/>
                </ns1:lnTo>
                <ns1:close/>
                <ns1:moveTo>
                  <ns1:pt x="40" y="72"/>
                </ns1:moveTo>
                <ns1:cubicBezTo>
                  <ns1:pt x="64" y="72"/>
                  <ns1:pt x="64" y="72"/>
                  <ns1:pt x="64" y="72"/>
                </ns1:cubicBezTo>
                <ns1:cubicBezTo>
                  <ns1:pt x="64" y="80"/>
                  <ns1:pt x="64" y="80"/>
                  <ns1:pt x="64" y="80"/>
                </ns1:cubicBezTo>
                <ns1:cubicBezTo>
                  <ns1:pt x="40" y="80"/>
                  <ns1:pt x="40" y="80"/>
                  <ns1:pt x="40" y="80"/>
                </ns1:cubicBezTo>
                <ns1:lnTo>
                  <ns1:pt x="40" y="72"/>
                </ns1:lnTo>
                <ns1:close/>
              </ns1:path>
            </ns1:pathLst>
          </ns1:custGeom>
          <ns1:solidFill>
            <ns1:srgbClr val="010101"/>
          </ns1:solidFill>
          <ns1:ln>
            <ns1:noFill/>
          </ns1:ln>
          <ns1:extLst>
            <ns1:ext uri="{91240B29-F687-4F45-9708-019B960494DF}">
              <ns2:hiddenLine w="9525">
                <ns1:solidFill>
                  <ns1:srgbClr val="000000"/>
                </ns1:solidFill>
                <ns1:round/>
                <ns1:headEnd/>
                <ns1:tailEnd/>
              </ns2:hiddenLine>
            </ns1:ext>
          </ns1:extLst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en-US" sz="2700"/>
          </ns1:p>
        </ns0:txBody>
      </ns0:sp>
      <ns0:sp>
        <ns0:nvSpPr>
          <ns0:cNvPr id="149" name="Freeform 147"/>
          <ns0:cNvSpPr>
            <ns1:spLocks noEditPoints="1"/>
          </ns0:cNvSpPr>
          <ns0:nvPr/>
        </ns0:nvSpPr>
        <ns0:spPr bwMode="auto">
          <ns1:xfrm>
            <ns1:off x="10120313" y="4367213"/>
            <ns1:ext cx="330200" cy="330200"/>
          </ns1:xfrm>
          <ns1:custGeom>
            <ns1:avLst/>
            <ns1:gdLst>
              <ns1:gd name="T0" fmla="*/ 87 w 88"/>
              <ns1:gd name="T1" fmla="*/ 87 h 88"/>
              <ns1:gd name="T2" fmla="*/ 84 w 88"/>
              <ns1:gd name="T3" fmla="*/ 88 h 88"/>
              <ns1:gd name="T4" fmla="*/ 75 w 88"/>
              <ns1:gd name="T5" fmla="*/ 88 h 88"/>
              <ns1:gd name="T6" fmla="*/ 71 w 88"/>
              <ns1:gd name="T7" fmla="*/ 84 h 88"/>
              <ns1:gd name="T8" fmla="*/ 4 w 88"/>
              <ns1:gd name="T9" fmla="*/ 17 h 88"/>
              <ns1:gd name="T10" fmla="*/ 0 w 88"/>
              <ns1:gd name="T11" fmla="*/ 13 h 88"/>
              <ns1:gd name="T12" fmla="*/ 0 w 88"/>
              <ns1:gd name="T13" fmla="*/ 4 h 88"/>
              <ns1:gd name="T14" fmla="*/ 1 w 88"/>
              <ns1:gd name="T15" fmla="*/ 1 h 88"/>
              <ns1:gd name="T16" fmla="*/ 4 w 88"/>
              <ns1:gd name="T17" fmla="*/ 0 h 88"/>
              <ns1:gd name="T18" fmla="*/ 4 w 88"/>
              <ns1:gd name="T19" fmla="*/ 0 h 88"/>
              <ns1:gd name="T20" fmla="*/ 62 w 88"/>
              <ns1:gd name="T21" fmla="*/ 26 h 88"/>
              <ns1:gd name="T22" fmla="*/ 88 w 88"/>
              <ns1:gd name="T23" fmla="*/ 84 h 88"/>
              <ns1:gd name="T24" fmla="*/ 87 w 88"/>
              <ns1:gd name="T25" fmla="*/ 87 h 88"/>
              <ns1:gd name="T26" fmla="*/ 55 w 88"/>
              <ns1:gd name="T27" fmla="*/ 86 h 88"/>
              <ns1:gd name="T28" fmla="*/ 52 w 88"/>
              <ns1:gd name="T29" fmla="*/ 88 h 88"/>
              <ns1:gd name="T30" fmla="*/ 43 w 88"/>
              <ns1:gd name="T31" fmla="*/ 88 h 88"/>
              <ns1:gd name="T32" fmla="*/ 39 w 88"/>
              <ns1:gd name="T33" fmla="*/ 84 h 88"/>
              <ns1:gd name="T34" fmla="*/ 3 w 88"/>
              <ns1:gd name="T35" fmla="*/ 48 h 88"/>
              <ns1:gd name="T36" fmla="*/ 0 w 88"/>
              <ns1:gd name="T37" fmla="*/ 44 h 88"/>
              <ns1:gd name="T38" fmla="*/ 0 w 88"/>
              <ns1:gd name="T39" fmla="*/ 36 h 88"/>
              <ns1:gd name="T40" fmla="*/ 1 w 88"/>
              <ns1:gd name="T41" fmla="*/ 33 h 88"/>
              <ns1:gd name="T42" fmla="*/ 4 w 88"/>
              <ns1:gd name="T43" fmla="*/ 32 h 88"/>
              <ns1:gd name="T44" fmla="*/ 4 w 88"/>
              <ns1:gd name="T45" fmla="*/ 32 h 88"/>
              <ns1:gd name="T46" fmla="*/ 39 w 88"/>
              <ns1:gd name="T47" fmla="*/ 48 h 88"/>
              <ns1:gd name="T48" fmla="*/ 56 w 88"/>
              <ns1:gd name="T49" fmla="*/ 83 h 88"/>
              <ns1:gd name="T50" fmla="*/ 55 w 88"/>
              <ns1:gd name="T51" fmla="*/ 86 h 88"/>
              <ns1:gd name="T52" fmla="*/ 12 w 88"/>
              <ns1:gd name="T53" fmla="*/ 88 h 88"/>
              <ns1:gd name="T54" fmla="*/ 0 w 88"/>
              <ns1:gd name="T55" fmla="*/ 76 h 88"/>
              <ns1:gd name="T56" fmla="*/ 12 w 88"/>
              <ns1:gd name="T57" fmla="*/ 64 h 88"/>
              <ns1:gd name="T58" fmla="*/ 24 w 88"/>
              <ns1:gd name="T59" fmla="*/ 76 h 88"/>
              <ns1:gd name="T60" fmla="*/ 12 w 88"/>
              <ns1:gd name="T61" fmla="*/ 88 h 88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  <ns1:cxn ang="0">
                <ns1:pos x="T32" y="T33"/>
              </ns1:cxn>
              <ns1:cxn ang="0">
                <ns1:pos x="T34" y="T35"/>
              </ns1:cxn>
              <ns1:cxn ang="0">
                <ns1:pos x="T36" y="T37"/>
              </ns1:cxn>
              <ns1:cxn ang="0">
                <ns1:pos x="T38" y="T39"/>
              </ns1:cxn>
              <ns1:cxn ang="0">
                <ns1:pos x="T40" y="T41"/>
              </ns1:cxn>
              <ns1:cxn ang="0">
                <ns1:pos x="T42" y="T43"/>
              </ns1:cxn>
              <ns1:cxn ang="0">
                <ns1:pos x="T44" y="T45"/>
              </ns1:cxn>
              <ns1:cxn ang="0">
                <ns1:pos x="T46" y="T47"/>
              </ns1:cxn>
              <ns1:cxn ang="0">
                <ns1:pos x="T48" y="T49"/>
              </ns1:cxn>
              <ns1:cxn ang="0">
                <ns1:pos x="T50" y="T51"/>
              </ns1:cxn>
              <ns1:cxn ang="0">
                <ns1:pos x="T52" y="T53"/>
              </ns1:cxn>
              <ns1:cxn ang="0">
                <ns1:pos x="T54" y="T55"/>
              </ns1:cxn>
              <ns1:cxn ang="0">
                <ns1:pos x="T56" y="T57"/>
              </ns1:cxn>
              <ns1:cxn ang="0">
                <ns1:pos x="T58" y="T59"/>
              </ns1:cxn>
              <ns1:cxn ang="0">
                <ns1:pos x="T60" y="T61"/>
              </ns1:cxn>
            </ns1:cxnLst>
            <ns1:rect l="0" t="0" r="r" b="b"/>
            <ns1:pathLst>
              <ns1:path w="88" h="88">
                <ns1:moveTo>
                  <ns1:pt x="87" y="87"/>
                </ns1:moveTo>
                <ns1:cubicBezTo>
                  <ns1:pt x="86" y="87"/>
                  <ns1:pt x="85" y="88"/>
                  <ns1:pt x="84" y="88"/>
                </ns1:cubicBezTo>
                <ns1:cubicBezTo>
                  <ns1:pt x="75" y="88"/>
                  <ns1:pt x="75" y="88"/>
                  <ns1:pt x="75" y="88"/>
                </ns1:cubicBezTo>
                <ns1:cubicBezTo>
                  <ns1:pt x="73" y="88"/>
                  <ns1:pt x="71" y="86"/>
                  <ns1:pt x="71" y="84"/>
                </ns1:cubicBezTo>
                <ns1:cubicBezTo>
                  <ns1:pt x="69" y="48"/>
                  <ns1:pt x="40" y="19"/>
                  <ns1:pt x="4" y="17"/>
                </ns1:cubicBezTo>
                <ns1:cubicBezTo>
                  <ns1:pt x="1" y="17"/>
                  <ns1:pt x="0" y="15"/>
                  <ns1:pt x="0" y="13"/>
                </ns1:cubicBezTo>
                <ns1:cubicBezTo>
                  <ns1:pt x="0" y="4"/>
                  <ns1:pt x="0" y="4"/>
                  <ns1:pt x="0" y="4"/>
                </ns1:cubicBezTo>
                <ns1:cubicBezTo>
                  <ns1:pt x="0" y="3"/>
                  <ns1:pt x="0" y="2"/>
                  <ns1:pt x="1" y="1"/>
                </ns1:cubicBezTo>
                <ns1:cubicBezTo>
                  <ns1:pt x="2" y="0"/>
                  <ns1:pt x="3" y="0"/>
                  <ns1:pt x="4" y="0"/>
                </ns1:cubicBezTo>
                <ns1:cubicBezTo>
                  <ns1:pt x="4" y="0"/>
                  <ns1:pt x="4" y="0"/>
                  <ns1:pt x="4" y="0"/>
                </ns1:cubicBezTo>
                <ns1:cubicBezTo>
                  <ns1:pt x="26" y="1"/>
                  <ns1:pt x="46" y="10"/>
                  <ns1:pt x="62" y="26"/>
                </ns1:cubicBezTo>
                <ns1:cubicBezTo>
                  <ns1:pt x="77" y="41"/>
                  <ns1:pt x="87" y="62"/>
                  <ns1:pt x="88" y="84"/>
                </ns1:cubicBezTo>
                <ns1:cubicBezTo>
                  <ns1:pt x="88" y="85"/>
                  <ns1:pt x="87" y="86"/>
                  <ns1:pt x="87" y="87"/>
                </ns1:cubicBezTo>
                <ns1:close/>
                <ns1:moveTo>
                  <ns1:pt x="55" y="86"/>
                </ns1:moveTo>
                <ns1:cubicBezTo>
                  <ns1:pt x="54" y="87"/>
                  <ns1:pt x="53" y="88"/>
                  <ns1:pt x="52" y="88"/>
                </ns1:cubicBezTo>
                <ns1:cubicBezTo>
                  <ns1:pt x="43" y="88"/>
                  <ns1:pt x="43" y="88"/>
                  <ns1:pt x="43" y="88"/>
                </ns1:cubicBezTo>
                <ns1:cubicBezTo>
                  <ns1:pt x="41" y="88"/>
                  <ns1:pt x="40" y="86"/>
                  <ns1:pt x="39" y="84"/>
                </ns1:cubicBezTo>
                <ns1:cubicBezTo>
                  <ns1:pt x="38" y="65"/>
                  <ns1:pt x="22" y="50"/>
                  <ns1:pt x="3" y="48"/>
                </ns1:cubicBezTo>
                <ns1:cubicBezTo>
                  <ns1:pt x="1" y="48"/>
                  <ns1:pt x="0" y="46"/>
                  <ns1:pt x="0" y="44"/>
                </ns1:cubicBezTo>
                <ns1:cubicBezTo>
                  <ns1:pt x="0" y="36"/>
                  <ns1:pt x="0" y="36"/>
                  <ns1:pt x="0" y="36"/>
                </ns1:cubicBezTo>
                <ns1:cubicBezTo>
                  <ns1:pt x="0" y="35"/>
                  <ns1:pt x="0" y="34"/>
                  <ns1:pt x="1" y="33"/>
                </ns1:cubicBezTo>
                <ns1:cubicBezTo>
                  <ns1:pt x="2" y="32"/>
                  <ns1:pt x="3" y="32"/>
                  <ns1:pt x="4" y="32"/>
                </ns1:cubicBezTo>
                <ns1:cubicBezTo>
                  <ns1:pt x="4" y="32"/>
                  <ns1:pt x="4" y="32"/>
                  <ns1:pt x="4" y="32"/>
                </ns1:cubicBezTo>
                <ns1:cubicBezTo>
                  <ns1:pt x="17" y="33"/>
                  <ns1:pt x="30" y="39"/>
                  <ns1:pt x="39" y="48"/>
                </ns1:cubicBezTo>
                <ns1:cubicBezTo>
                  <ns1:pt x="49" y="58"/>
                  <ns1:pt x="55" y="70"/>
                  <ns1:pt x="56" y="83"/>
                </ns1:cubicBezTo>
                <ns1:cubicBezTo>
                  <ns1:pt x="56" y="85"/>
                  <ns1:pt x="55" y="86"/>
                  <ns1:pt x="55" y="86"/>
                </ns1:cubicBezTo>
                <ns1:close/>
                <ns1:moveTo>
                  <ns1:pt x="12" y="88"/>
                </ns1:moveTo>
                <ns1:cubicBezTo>
                  <ns1:pt x="5" y="88"/>
                  <ns1:pt x="0" y="82"/>
                  <ns1:pt x="0" y="76"/>
                </ns1:cubicBezTo>
                <ns1:cubicBezTo>
                  <ns1:pt x="0" y="69"/>
                  <ns1:pt x="5" y="64"/>
                  <ns1:pt x="12" y="64"/>
                </ns1:cubicBezTo>
                <ns1:cubicBezTo>
                  <ns1:pt x="18" y="64"/>
                  <ns1:pt x="24" y="69"/>
                  <ns1:pt x="24" y="76"/>
                </ns1:cubicBezTo>
                <ns1:cubicBezTo>
                  <ns1:pt x="24" y="82"/>
                  <ns1:pt x="18" y="88"/>
                  <ns1:pt x="12" y="88"/>
                </ns1:cubicBezTo>
                <ns1:close/>
              </ns1:path>
            </ns1:pathLst>
          </ns1:custGeom>
          <ns1:solidFill>
            <ns1:srgbClr val="010101"/>
          </ns1:solidFill>
          <ns1:ln>
            <ns1:noFill/>
          </ns1:ln>
          <ns1:extLst>
            <ns1:ext uri="{91240B29-F687-4F45-9708-019B960494DF}">
              <ns2:hiddenLine w="9525">
                <ns1:solidFill>
                  <ns1:srgbClr val="000000"/>
                </ns1:solidFill>
                <ns1:round/>
                <ns1:headEnd/>
                <ns1:tailEnd/>
              </ns2:hiddenLine>
            </ns1:ext>
          </ns1:extLst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en-US" sz="2700"/>
          </ns1:p>
        </ns0:txBody>
      </ns0:sp>
      <ns0:sp>
        <ns0:nvSpPr>
          <ns0:cNvPr id="150" name="Freeform 148"/>
          <ns0:cNvSpPr>
            <ns1:spLocks noEditPoints="1"/>
          </ns0:cNvSpPr>
          <ns0:nvPr/>
        </ns0:nvSpPr>
        <ns0:spPr bwMode="auto">
          <ns1:xfrm>
            <ns1:off x="10750552" y="4397376"/>
            <ns1:ext cx="360363" cy="300038"/>
          </ns1:xfrm>
          <ns1:custGeom>
            <ns1:avLst/>
            <ns1:gdLst>
              <ns1:gd name="T0" fmla="*/ 96 w 96"/>
              <ns1:gd name="T1" fmla="*/ 70 h 80"/>
              <ns1:gd name="T2" fmla="*/ 86 w 96"/>
              <ns1:gd name="T3" fmla="*/ 80 h 80"/>
              <ns1:gd name="T4" fmla="*/ 10 w 96"/>
              <ns1:gd name="T5" fmla="*/ 80 h 80"/>
              <ns1:gd name="T6" fmla="*/ 0 w 96"/>
              <ns1:gd name="T7" fmla="*/ 70 h 80"/>
              <ns1:gd name="T8" fmla="*/ 0 w 96"/>
              <ns1:gd name="T9" fmla="*/ 50 h 80"/>
              <ns1:gd name="T10" fmla="*/ 1 w 96"/>
              <ns1:gd name="T11" fmla="*/ 45 h 80"/>
              <ns1:gd name="T12" fmla="*/ 13 w 96"/>
              <ns1:gd name="T13" fmla="*/ 7 h 80"/>
              <ns1:gd name="T14" fmla="*/ 23 w 96"/>
              <ns1:gd name="T15" fmla="*/ 0 h 80"/>
              <ns1:gd name="T16" fmla="*/ 72 w 96"/>
              <ns1:gd name="T17" fmla="*/ 0 h 80"/>
              <ns1:gd name="T18" fmla="*/ 83 w 96"/>
              <ns1:gd name="T19" fmla="*/ 7 h 80"/>
              <ns1:gd name="T20" fmla="*/ 95 w 96"/>
              <ns1:gd name="T21" fmla="*/ 45 h 80"/>
              <ns1:gd name="T22" fmla="*/ 96 w 96"/>
              <ns1:gd name="T23" fmla="*/ 50 h 80"/>
              <ns1:gd name="T24" fmla="*/ 96 w 96"/>
              <ns1:gd name="T25" fmla="*/ 70 h 80"/>
              <ns1:gd name="T26" fmla="*/ 88 w 96"/>
              <ns1:gd name="T27" fmla="*/ 50 h 80"/>
              <ns1:gd name="T28" fmla="*/ 86 w 96"/>
              <ns1:gd name="T29" fmla="*/ 48 h 80"/>
              <ns1:gd name="T30" fmla="*/ 10 w 96"/>
              <ns1:gd name="T31" fmla="*/ 48 h 80"/>
              <ns1:gd name="T32" fmla="*/ 8 w 96"/>
              <ns1:gd name="T33" fmla="*/ 50 h 80"/>
              <ns1:gd name="T34" fmla="*/ 8 w 96"/>
              <ns1:gd name="T35" fmla="*/ 70 h 80"/>
              <ns1:gd name="T36" fmla="*/ 10 w 96"/>
              <ns1:gd name="T37" fmla="*/ 72 h 80"/>
              <ns1:gd name="T38" fmla="*/ 86 w 96"/>
              <ns1:gd name="T39" fmla="*/ 72 h 80"/>
              <ns1:gd name="T40" fmla="*/ 88 w 96"/>
              <ns1:gd name="T41" fmla="*/ 70 h 80"/>
              <ns1:gd name="T42" fmla="*/ 88 w 96"/>
              <ns1:gd name="T43" fmla="*/ 50 h 80"/>
              <ns1:gd name="T44" fmla="*/ 85 w 96"/>
              <ns1:gd name="T45" fmla="*/ 40 h 80"/>
              <ns1:gd name="T46" fmla="*/ 75 w 96"/>
              <ns1:gd name="T47" fmla="*/ 10 h 80"/>
              <ns1:gd name="T48" fmla="*/ 72 w 96"/>
              <ns1:gd name="T49" fmla="*/ 8 h 80"/>
              <ns1:gd name="T50" fmla="*/ 23 w 96"/>
              <ns1:gd name="T51" fmla="*/ 8 h 80"/>
              <ns1:gd name="T52" fmla="*/ 21 w 96"/>
              <ns1:gd name="T53" fmla="*/ 10 h 80"/>
              <ns1:gd name="T54" fmla="*/ 11 w 96"/>
              <ns1:gd name="T55" fmla="*/ 40 h 80"/>
              <ns1:gd name="T56" fmla="*/ 85 w 96"/>
              <ns1:gd name="T57" fmla="*/ 40 h 80"/>
              <ns1:gd name="T58" fmla="*/ 60 w 96"/>
              <ns1:gd name="T59" fmla="*/ 65 h 80"/>
              <ns1:gd name="T60" fmla="*/ 55 w 96"/>
              <ns1:gd name="T61" fmla="*/ 60 h 80"/>
              <ns1:gd name="T62" fmla="*/ 60 w 96"/>
              <ns1:gd name="T63" fmla="*/ 55 h 80"/>
              <ns1:gd name="T64" fmla="*/ 65 w 96"/>
              <ns1:gd name="T65" fmla="*/ 60 h 80"/>
              <ns1:gd name="T66" fmla="*/ 60 w 96"/>
              <ns1:gd name="T67" fmla="*/ 65 h 80"/>
              <ns1:gd name="T68" fmla="*/ 76 w 96"/>
              <ns1:gd name="T69" fmla="*/ 65 h 80"/>
              <ns1:gd name="T70" fmla="*/ 71 w 96"/>
              <ns1:gd name="T71" fmla="*/ 60 h 80"/>
              <ns1:gd name="T72" fmla="*/ 76 w 96"/>
              <ns1:gd name="T73" fmla="*/ 55 h 80"/>
              <ns1:gd name="T74" fmla="*/ 81 w 96"/>
              <ns1:gd name="T75" fmla="*/ 60 h 80"/>
              <ns1:gd name="T76" fmla="*/ 76 w 96"/>
              <ns1:gd name="T77" fmla="*/ 65 h 80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  <ns1:cxn ang="0">
                <ns1:pos x="T32" y="T33"/>
              </ns1:cxn>
              <ns1:cxn ang="0">
                <ns1:pos x="T34" y="T35"/>
              </ns1:cxn>
              <ns1:cxn ang="0">
                <ns1:pos x="T36" y="T37"/>
              </ns1:cxn>
              <ns1:cxn ang="0">
                <ns1:pos x="T38" y="T39"/>
              </ns1:cxn>
              <ns1:cxn ang="0">
                <ns1:pos x="T40" y="T41"/>
              </ns1:cxn>
              <ns1:cxn ang="0">
                <ns1:pos x="T42" y="T43"/>
              </ns1:cxn>
              <ns1:cxn ang="0">
                <ns1:pos x="T44" y="T45"/>
              </ns1:cxn>
              <ns1:cxn ang="0">
                <ns1:pos x="T46" y="T47"/>
              </ns1:cxn>
              <ns1:cxn ang="0">
                <ns1:pos x="T48" y="T49"/>
              </ns1:cxn>
              <ns1:cxn ang="0">
                <ns1:pos x="T50" y="T51"/>
              </ns1:cxn>
              <ns1:cxn ang="0">
                <ns1:pos x="T52" y="T53"/>
              </ns1:cxn>
              <ns1:cxn ang="0">
                <ns1:pos x="T54" y="T55"/>
              </ns1:cxn>
              <ns1:cxn ang="0">
                <ns1:pos x="T56" y="T57"/>
              </ns1:cxn>
              <ns1:cxn ang="0">
                <ns1:pos x="T58" y="T59"/>
              </ns1:cxn>
              <ns1:cxn ang="0">
                <ns1:pos x="T60" y="T61"/>
              </ns1:cxn>
              <ns1:cxn ang="0">
                <ns1:pos x="T62" y="T63"/>
              </ns1:cxn>
              <ns1:cxn ang="0">
                <ns1:pos x="T64" y="T65"/>
              </ns1:cxn>
              <ns1:cxn ang="0">
                <ns1:pos x="T66" y="T67"/>
              </ns1:cxn>
              <ns1:cxn ang="0">
                <ns1:pos x="T68" y="T69"/>
              </ns1:cxn>
              <ns1:cxn ang="0">
                <ns1:pos x="T70" y="T71"/>
              </ns1:cxn>
              <ns1:cxn ang="0">
                <ns1:pos x="T72" y="T73"/>
              </ns1:cxn>
              <ns1:cxn ang="0">
                <ns1:pos x="T74" y="T75"/>
              </ns1:cxn>
              <ns1:cxn ang="0">
                <ns1:pos x="T76" y="T77"/>
              </ns1:cxn>
            </ns1:cxnLst>
            <ns1:rect l="0" t="0" r="r" b="b"/>
            <ns1:pathLst>
              <ns1:path w="96" h="80">
                <ns1:moveTo>
                  <ns1:pt x="96" y="70"/>
                </ns1:moveTo>
                <ns1:cubicBezTo>
                  <ns1:pt x="96" y="75"/>
                  <ns1:pt x="91" y="80"/>
                  <ns1:pt x="86" y="80"/>
                </ns1:cubicBezTo>
                <ns1:cubicBezTo>
                  <ns1:pt x="10" y="80"/>
                  <ns1:pt x="10" y="80"/>
                  <ns1:pt x="10" y="80"/>
                </ns1:cubicBezTo>
                <ns1:cubicBezTo>
                  <ns1:pt x="4" y="80"/>
                  <ns1:pt x="0" y="75"/>
                  <ns1:pt x="0" y="70"/>
                </ns1:cubicBezTo>
                <ns1:cubicBezTo>
                  <ns1:pt x="0" y="50"/>
                  <ns1:pt x="0" y="50"/>
                  <ns1:pt x="0" y="50"/>
                </ns1:cubicBezTo>
                <ns1:cubicBezTo>
                  <ns1:pt x="0" y="48"/>
                  <ns1:pt x="0" y="47"/>
                  <ns1:pt x="1" y="45"/>
                </ns1:cubicBezTo>
                <ns1:cubicBezTo>
                  <ns1:pt x="13" y="7"/>
                  <ns1:pt x="13" y="7"/>
                  <ns1:pt x="13" y="7"/>
                </ns1:cubicBezTo>
                <ns1:cubicBezTo>
                  <ns1:pt x="15" y="3"/>
                  <ns1:pt x="19" y="0"/>
                  <ns1:pt x="23" y="0"/>
                </ns1:cubicBezTo>
                <ns1:cubicBezTo>
                  <ns1:pt x="72" y="0"/>
                  <ns1:pt x="72" y="0"/>
                  <ns1:pt x="72" y="0"/>
                </ns1:cubicBezTo>
                <ns1:cubicBezTo>
                  <ns1:pt x="77" y="0"/>
                  <ns1:pt x="81" y="3"/>
                  <ns1:pt x="83" y="7"/>
                </ns1:cubicBezTo>
                <ns1:cubicBezTo>
                  <ns1:pt x="95" y="45"/>
                  <ns1:pt x="95" y="45"/>
                  <ns1:pt x="95" y="45"/>
                </ns1:cubicBezTo>
                <ns1:cubicBezTo>
                  <ns1:pt x="95" y="47"/>
                  <ns1:pt x="96" y="48"/>
                  <ns1:pt x="96" y="50"/>
                </ns1:cubicBezTo>
                <ns1:lnTo>
                  <ns1:pt x="96" y="70"/>
                </ns1:lnTo>
                <ns1:close/>
                <ns1:moveTo>
                  <ns1:pt x="88" y="50"/>
                </ns1:moveTo>
                <ns1:cubicBezTo>
                  <ns1:pt x="88" y="49"/>
                  <ns1:pt x="87" y="48"/>
                  <ns1:pt x="86" y="48"/>
                </ns1:cubicBezTo>
                <ns1:cubicBezTo>
                  <ns1:pt x="10" y="48"/>
                  <ns1:pt x="10" y="48"/>
                  <ns1:pt x="10" y="48"/>
                </ns1:cubicBezTo>
                <ns1:cubicBezTo>
                  <ns1:pt x="9" y="48"/>
                  <ns1:pt x="8" y="49"/>
                  <ns1:pt x="8" y="50"/>
                </ns1:cubicBezTo>
                <ns1:cubicBezTo>
                  <ns1:pt x="8" y="70"/>
                  <ns1:pt x="8" y="70"/>
                  <ns1:pt x="8" y="70"/>
                </ns1:cubicBezTo>
                <ns1:cubicBezTo>
                  <ns1:pt x="8" y="71"/>
                  <ns1:pt x="9" y="72"/>
                  <ns1:pt x="10" y="72"/>
                </ns1:cubicBezTo>
                <ns1:cubicBezTo>
                  <ns1:pt x="86" y="72"/>
                  <ns1:pt x="86" y="72"/>
                  <ns1:pt x="86" y="72"/>
                </ns1:cubicBezTo>
                <ns1:cubicBezTo>
                  <ns1:pt x="87" y="72"/>
                  <ns1:pt x="88" y="71"/>
                  <ns1:pt x="88" y="70"/>
                </ns1:cubicBezTo>
                <ns1:lnTo>
                  <ns1:pt x="88" y="50"/>
                </ns1:lnTo>
                <ns1:close/>
                <ns1:moveTo>
                  <ns1:pt x="85" y="40"/>
                </ns1:moveTo>
                <ns1:cubicBezTo>
                  <ns1:pt x="75" y="10"/>
                  <ns1:pt x="75" y="10"/>
                  <ns1:pt x="75" y="10"/>
                </ns1:cubicBezTo>
                <ns1:cubicBezTo>
                  <ns1:pt x="75" y="9"/>
                  <ns1:pt x="73" y="8"/>
                  <ns1:pt x="72" y="8"/>
                </ns1:cubicBezTo>
                <ns1:cubicBezTo>
                  <ns1:pt x="23" y="8"/>
                  <ns1:pt x="23" y="8"/>
                  <ns1:pt x="23" y="8"/>
                </ns1:cubicBezTo>
                <ns1:cubicBezTo>
                  <ns1:pt x="22" y="8"/>
                  <ns1:pt x="21" y="9"/>
                  <ns1:pt x="21" y="10"/>
                </ns1:cubicBezTo>
                <ns1:cubicBezTo>
                  <ns1:pt x="11" y="40"/>
                  <ns1:pt x="11" y="40"/>
                  <ns1:pt x="11" y="40"/>
                </ns1:cubicBezTo>
                <ns1:lnTo>
                  <ns1:pt x="85" y="40"/>
                </ns1:lnTo>
                <ns1:close/>
                <ns1:moveTo>
                  <ns1:pt x="60" y="65"/>
                </ns1:moveTo>
                <ns1:cubicBezTo>
                  <ns1:pt x="57" y="65"/>
                  <ns1:pt x="55" y="63"/>
                  <ns1:pt x="55" y="60"/>
                </ns1:cubicBezTo>
                <ns1:cubicBezTo>
                  <ns1:pt x="55" y="57"/>
                  <ns1:pt x="57" y="55"/>
                  <ns1:pt x="60" y="55"/>
                </ns1:cubicBezTo>
                <ns1:cubicBezTo>
                  <ns1:pt x="63" y="55"/>
                  <ns1:pt x="65" y="57"/>
                  <ns1:pt x="65" y="60"/>
                </ns1:cubicBezTo>
                <ns1:cubicBezTo>
                  <ns1:pt x="65" y="63"/>
                  <ns1:pt x="63" y="65"/>
                  <ns1:pt x="60" y="65"/>
                </ns1:cubicBezTo>
                <ns1:close/>
                <ns1:moveTo>
                  <ns1:pt x="76" y="65"/>
                </ns1:moveTo>
                <ns1:cubicBezTo>
                  <ns1:pt x="73" y="65"/>
                  <ns1:pt x="71" y="63"/>
                  <ns1:pt x="71" y="60"/>
                </ns1:cubicBezTo>
                <ns1:cubicBezTo>
                  <ns1:pt x="71" y="57"/>
                  <ns1:pt x="73" y="55"/>
                  <ns1:pt x="76" y="55"/>
                </ns1:cubicBezTo>
                <ns1:cubicBezTo>
                  <ns1:pt x="79" y="55"/>
                  <ns1:pt x="81" y="57"/>
                  <ns1:pt x="81" y="60"/>
                </ns1:cubicBezTo>
                <ns1:cubicBezTo>
                  <ns1:pt x="81" y="63"/>
                  <ns1:pt x="79" y="65"/>
                  <ns1:pt x="76" y="65"/>
                </ns1:cubicBezTo>
                <ns1:close/>
              </ns1:path>
            </ns1:pathLst>
          </ns1:custGeom>
          <ns1:solidFill>
            <ns1:srgbClr val="010101"/>
          </ns1:solidFill>
          <ns1:ln>
            <ns1:noFill/>
          </ns1:ln>
          <ns1:extLst>
            <ns1:ext uri="{91240B29-F687-4F45-9708-019B960494DF}">
              <ns2:hiddenLine w="9525">
                <ns1:solidFill>
                  <ns1:srgbClr val="000000"/>
                </ns1:solidFill>
                <ns1:round/>
                <ns1:headEnd/>
                <ns1:tailEnd/>
              </ns2:hiddenLine>
            </ns1:ext>
          </ns1:extLst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en-US" sz="2700"/>
          </ns1:p>
        </ns0:txBody>
      </ns0:sp>
      <ns0:sp>
        <ns0:nvSpPr>
          <ns0:cNvPr id="151" name="Freeform 149"/>
          <ns0:cNvSpPr>
            <ns1:spLocks noEditPoints="1"/>
          </ns0:cNvSpPr>
          <ns0:nvPr/>
        </ns0:nvSpPr>
        <ns0:spPr bwMode="auto">
          <ns1:xfrm>
            <ns1:off x="1039813" y="5114926"/>
            <ns1:ext cx="420688" cy="363538"/>
          </ns1:xfrm>
          <ns1:custGeom>
            <ns1:avLst/>
            <ns1:gdLst>
              <ns1:gd name="T0" fmla="*/ 112 w 112"/>
              <ns1:gd name="T1" fmla="*/ 40 h 97"/>
              <ns1:gd name="T2" fmla="*/ 104 w 112"/>
              <ns1:gd name="T3" fmla="*/ 48 h 97"/>
              <ns1:gd name="T4" fmla="*/ 104 w 112"/>
              <ns1:gd name="T5" fmla="*/ 72 h 97"/>
              <ns1:gd name="T6" fmla="*/ 96 w 112"/>
              <ns1:gd name="T7" fmla="*/ 80 h 97"/>
              <ns1:gd name="T8" fmla="*/ 45 w 112"/>
              <ns1:gd name="T9" fmla="*/ 56 h 97"/>
              <ns1:gd name="T10" fmla="*/ 40 w 112"/>
              <ns1:gd name="T11" fmla="*/ 72 h 97"/>
              <ns1:gd name="T12" fmla="*/ 48 w 112"/>
              <ns1:gd name="T13" fmla="*/ 89 h 97"/>
              <ns1:gd name="T14" fmla="*/ 22 w 112"/>
              <ns1:gd name="T15" fmla="*/ 92 h 97"/>
              <ns1:gd name="T16" fmla="*/ 17 w 112"/>
              <ns1:gd name="T17" fmla="*/ 56 h 97"/>
              <ns1:gd name="T18" fmla="*/ 10 w 112"/>
              <ns1:gd name="T19" fmla="*/ 56 h 97"/>
              <ns1:gd name="T20" fmla="*/ 0 w 112"/>
              <ns1:gd name="T21" fmla="*/ 46 h 97"/>
              <ns1:gd name="T22" fmla="*/ 0 w 112"/>
              <ns1:gd name="T23" fmla="*/ 34 h 97"/>
              <ns1:gd name="T24" fmla="*/ 10 w 112"/>
              <ns1:gd name="T25" fmla="*/ 24 h 97"/>
              <ns1:gd name="T26" fmla="*/ 40 w 112"/>
              <ns1:gd name="T27" fmla="*/ 24 h 97"/>
              <ns1:gd name="T28" fmla="*/ 96 w 112"/>
              <ns1:gd name="T29" fmla="*/ 0 h 97"/>
              <ns1:gd name="T30" fmla="*/ 104 w 112"/>
              <ns1:gd name="T31" fmla="*/ 8 h 97"/>
              <ns1:gd name="T32" fmla="*/ 104 w 112"/>
              <ns1:gd name="T33" fmla="*/ 32 h 97"/>
              <ns1:gd name="T34" fmla="*/ 112 w 112"/>
              <ns1:gd name="T35" fmla="*/ 40 h 97"/>
              <ns1:gd name="T36" fmla="*/ 96 w 112"/>
              <ns1:gd name="T37" fmla="*/ 10 h 97"/>
              <ns1:gd name="T38" fmla="*/ 48 w 112"/>
              <ns1:gd name="T39" fmla="*/ 31 h 97"/>
              <ns1:gd name="T40" fmla="*/ 48 w 112"/>
              <ns1:gd name="T41" fmla="*/ 48 h 97"/>
              <ns1:gd name="T42" fmla="*/ 96 w 112"/>
              <ns1:gd name="T43" fmla="*/ 69 h 97"/>
              <ns1:gd name="T44" fmla="*/ 96 w 112"/>
              <ns1:gd name="T45" fmla="*/ 10 h 97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  <ns1:cxn ang="0">
                <ns1:pos x="T32" y="T33"/>
              </ns1:cxn>
              <ns1:cxn ang="0">
                <ns1:pos x="T34" y="T35"/>
              </ns1:cxn>
              <ns1:cxn ang="0">
                <ns1:pos x="T36" y="T37"/>
              </ns1:cxn>
              <ns1:cxn ang="0">
                <ns1:pos x="T38" y="T39"/>
              </ns1:cxn>
              <ns1:cxn ang="0">
                <ns1:pos x="T40" y="T41"/>
              </ns1:cxn>
              <ns1:cxn ang="0">
                <ns1:pos x="T42" y="T43"/>
              </ns1:cxn>
              <ns1:cxn ang="0">
                <ns1:pos x="T44" y="T45"/>
              </ns1:cxn>
            </ns1:cxnLst>
            <ns1:rect l="0" t="0" r="r" b="b"/>
            <ns1:pathLst>
              <ns1:path w="112" h="97">
                <ns1:moveTo>
                  <ns1:pt x="112" y="40"/>
                </ns1:moveTo>
                <ns1:cubicBezTo>
                  <ns1:pt x="112" y="44"/>
                  <ns1:pt x="108" y="48"/>
                  <ns1:pt x="104" y="48"/>
                </ns1:cubicBezTo>
                <ns1:cubicBezTo>
                  <ns1:pt x="104" y="72"/>
                  <ns1:pt x="104" y="72"/>
                  <ns1:pt x="104" y="72"/>
                </ns1:cubicBezTo>
                <ns1:cubicBezTo>
                  <ns1:pt x="104" y="76"/>
                  <ns1:pt x="100" y="80"/>
                  <ns1:pt x="96" y="80"/>
                </ns1:cubicBezTo>
                <ns1:cubicBezTo>
                  <ns1:pt x="84" y="70"/>
                  <ns1:pt x="67" y="58"/>
                  <ns1:pt x="45" y="56"/>
                </ns1:cubicBezTo>
                <ns1:cubicBezTo>
                  <ns1:pt x="37" y="58"/>
                  <ns1:pt x="35" y="67"/>
                  <ns1:pt x="40" y="72"/>
                </ns1:cubicBezTo>
                <ns1:cubicBezTo>
                  <ns1:pt x="35" y="79"/>
                  <ns1:pt x="41" y="84"/>
                  <ns1:pt x="48" y="89"/>
                </ns1:cubicBezTo>
                <ns1:cubicBezTo>
                  <ns1:pt x="44" y="97"/>
                  <ns1:pt x="28" y="97"/>
                  <ns1:pt x="22" y="92"/>
                </ns1:cubicBezTo>
                <ns1:cubicBezTo>
                  <ns1:pt x="18" y="81"/>
                  <ns1:pt x="13" y="70"/>
                  <ns1:pt x="17" y="56"/>
                </ns1:cubicBezTo>
                <ns1:cubicBezTo>
                  <ns1:pt x="10" y="56"/>
                  <ns1:pt x="10" y="56"/>
                  <ns1:pt x="10" y="56"/>
                </ns1:cubicBezTo>
                <ns1:cubicBezTo>
                  <ns1:pt x="4" y="56"/>
                  <ns1:pt x="0" y="51"/>
                  <ns1:pt x="0" y="46"/>
                </ns1:cubicBezTo>
                <ns1:cubicBezTo>
                  <ns1:pt x="0" y="34"/>
                  <ns1:pt x="0" y="34"/>
                  <ns1:pt x="0" y="34"/>
                </ns1:cubicBezTo>
                <ns1:cubicBezTo>
                  <ns1:pt x="0" y="28"/>
                  <ns1:pt x="4" y="24"/>
                  <ns1:pt x="10" y="24"/>
                </ns1:cubicBezTo>
                <ns1:cubicBezTo>
                  <ns1:pt x="40" y="24"/>
                  <ns1:pt x="40" y="24"/>
                  <ns1:pt x="40" y="24"/>
                </ns1:cubicBezTo>
                <ns1:cubicBezTo>
                  <ns1:pt x="64" y="24"/>
                  <ns1:pt x="84" y="10"/>
                  <ns1:pt x="96" y="0"/>
                </ns1:cubicBezTo>
                <ns1:cubicBezTo>
                  <ns1:pt x="100" y="0"/>
                  <ns1:pt x="104" y="3"/>
                  <ns1:pt x="104" y="8"/>
                </ns1:cubicBezTo>
                <ns1:cubicBezTo>
                  <ns1:pt x="104" y="32"/>
                  <ns1:pt x="104" y="32"/>
                  <ns1:pt x="104" y="32"/>
                </ns1:cubicBezTo>
                <ns1:cubicBezTo>
                  <ns1:pt x="108" y="32"/>
                  <ns1:pt x="112" y="35"/>
                  <ns1:pt x="112" y="40"/>
                </ns1:cubicBezTo>
                <ns1:close/>
                <ns1:moveTo>
                  <ns1:pt x="96" y="10"/>
                </ns1:moveTo>
                <ns1:cubicBezTo>
                  <ns1:pt x="79" y="22"/>
                  <ns1:pt x="63" y="29"/>
                  <ns1:pt x="48" y="31"/>
                </ns1:cubicBezTo>
                <ns1:cubicBezTo>
                  <ns1:pt x="48" y="48"/>
                  <ns1:pt x="48" y="48"/>
                  <ns1:pt x="48" y="48"/>
                </ns1:cubicBezTo>
                <ns1:cubicBezTo>
                  <ns1:pt x="63" y="50"/>
                  <ns1:pt x="79" y="57"/>
                  <ns1:pt x="96" y="69"/>
                </ns1:cubicBezTo>
                <ns1:lnTo>
                  <ns1:pt x="96" y="10"/>
                </ns1:lnTo>
                <ns1:close/>
              </ns1:path>
            </ns1:pathLst>
          </ns1:custGeom>
          <ns1:solidFill>
            <ns1:srgbClr val="010101"/>
          </ns1:solidFill>
          <ns1:ln>
            <ns1:noFill/>
          </ns1:ln>
          <ns1:extLst>
            <ns1:ext uri="{91240B29-F687-4F45-9708-019B960494DF}">
              <ns2:hiddenLine w="9525">
                <ns1:solidFill>
                  <ns1:srgbClr val="000000"/>
                </ns1:solidFill>
                <ns1:round/>
                <ns1:headEnd/>
                <ns1:tailEnd/>
              </ns2:hiddenLine>
            </ns1:ext>
          </ns1:extLst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en-US" sz="2700"/>
          </ns1:p>
        </ns0:txBody>
      </ns0:sp>
      <ns0:sp>
        <ns0:nvSpPr>
          <ns0:cNvPr id="152" name="Freeform 150"/>
          <ns0:cNvSpPr>
            <ns1:spLocks noEditPoints="1"/>
          </ns0:cNvSpPr>
          <ns0:nvPr/>
        </ns0:nvSpPr>
        <ns0:spPr bwMode="auto">
          <ns1:xfrm>
            <ns1:off x="1700214" y="5084763"/>
            <ns1:ext cx="390525" cy="420688"/>
          </ns1:xfrm>
          <ns1:custGeom>
            <ns1:avLst/>
            <ns1:gdLst>
              <ns1:gd name="T0" fmla="*/ 96 w 104"/>
              <ns1:gd name="T1" fmla="*/ 96 h 112"/>
              <ns1:gd name="T2" fmla="*/ 68 w 104"/>
              <ns1:gd name="T3" fmla="*/ 96 h 112"/>
              <ns1:gd name="T4" fmla="*/ 52 w 104"/>
              <ns1:gd name="T5" fmla="*/ 112 h 112"/>
              <ns1:gd name="T6" fmla="*/ 36 w 104"/>
              <ns1:gd name="T7" fmla="*/ 96 h 112"/>
              <ns1:gd name="T8" fmla="*/ 8 w 104"/>
              <ns1:gd name="T9" fmla="*/ 96 h 112"/>
              <ns1:gd name="T10" fmla="*/ 0 w 104"/>
              <ns1:gd name="T11" fmla="*/ 88 h 112"/>
              <ns1:gd name="T12" fmla="*/ 20 w 104"/>
              <ns1:gd name="T13" fmla="*/ 36 h 112"/>
              <ns1:gd name="T14" fmla="*/ 46 w 104"/>
              <ns1:gd name="T15" fmla="*/ 8 h 112"/>
              <ns1:gd name="T16" fmla="*/ 46 w 104"/>
              <ns1:gd name="T17" fmla="*/ 6 h 112"/>
              <ns1:gd name="T18" fmla="*/ 52 w 104"/>
              <ns1:gd name="T19" fmla="*/ 0 h 112"/>
              <ns1:gd name="T20" fmla="*/ 58 w 104"/>
              <ns1:gd name="T21" fmla="*/ 6 h 112"/>
              <ns1:gd name="T22" fmla="*/ 57 w 104"/>
              <ns1:gd name="T23" fmla="*/ 8 h 112"/>
              <ns1:gd name="T24" fmla="*/ 84 w 104"/>
              <ns1:gd name="T25" fmla="*/ 36 h 112"/>
              <ns1:gd name="T26" fmla="*/ 104 w 104"/>
              <ns1:gd name="T27" fmla="*/ 88 h 112"/>
              <ns1:gd name="T28" fmla="*/ 96 w 104"/>
              <ns1:gd name="T29" fmla="*/ 96 h 112"/>
              <ns1:gd name="T30" fmla="*/ 92 w 104"/>
              <ns1:gd name="T31" fmla="*/ 88 h 112"/>
              <ns1:gd name="T32" fmla="*/ 76 w 104"/>
              <ns1:gd name="T33" fmla="*/ 36 h 112"/>
              <ns1:gd name="T34" fmla="*/ 52 w 104"/>
              <ns1:gd name="T35" fmla="*/ 16 h 112"/>
              <ns1:gd name="T36" fmla="*/ 28 w 104"/>
              <ns1:gd name="T37" fmla="*/ 36 h 112"/>
              <ns1:gd name="T38" fmla="*/ 11 w 104"/>
              <ns1:gd name="T39" fmla="*/ 88 h 112"/>
              <ns1:gd name="T40" fmla="*/ 92 w 104"/>
              <ns1:gd name="T41" fmla="*/ 88 h 112"/>
              <ns1:gd name="T42" fmla="*/ 52 w 104"/>
              <ns1:gd name="T43" fmla="*/ 105 h 112"/>
              <ns1:gd name="T44" fmla="*/ 43 w 104"/>
              <ns1:gd name="T45" fmla="*/ 96 h 112"/>
              <ns1:gd name="T46" fmla="*/ 42 w 104"/>
              <ns1:gd name="T47" fmla="*/ 95 h 112"/>
              <ns1:gd name="T48" fmla="*/ 41 w 104"/>
              <ns1:gd name="T49" fmla="*/ 96 h 112"/>
              <ns1:gd name="T50" fmla="*/ 52 w 104"/>
              <ns1:gd name="T51" fmla="*/ 107 h 112"/>
              <ns1:gd name="T52" fmla="*/ 53 w 104"/>
              <ns1:gd name="T53" fmla="*/ 106 h 112"/>
              <ns1:gd name="T54" fmla="*/ 52 w 104"/>
              <ns1:gd name="T55" fmla="*/ 105 h 112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  <ns1:cxn ang="0">
                <ns1:pos x="T32" y="T33"/>
              </ns1:cxn>
              <ns1:cxn ang="0">
                <ns1:pos x="T34" y="T35"/>
              </ns1:cxn>
              <ns1:cxn ang="0">
                <ns1:pos x="T36" y="T37"/>
              </ns1:cxn>
              <ns1:cxn ang="0">
                <ns1:pos x="T38" y="T39"/>
              </ns1:cxn>
              <ns1:cxn ang="0">
                <ns1:pos x="T40" y="T41"/>
              </ns1:cxn>
              <ns1:cxn ang="0">
                <ns1:pos x="T42" y="T43"/>
              </ns1:cxn>
              <ns1:cxn ang="0">
                <ns1:pos x="T44" y="T45"/>
              </ns1:cxn>
              <ns1:cxn ang="0">
                <ns1:pos x="T46" y="T47"/>
              </ns1:cxn>
              <ns1:cxn ang="0">
                <ns1:pos x="T48" y="T49"/>
              </ns1:cxn>
              <ns1:cxn ang="0">
                <ns1:pos x="T50" y="T51"/>
              </ns1:cxn>
              <ns1:cxn ang="0">
                <ns1:pos x="T52" y="T53"/>
              </ns1:cxn>
              <ns1:cxn ang="0">
                <ns1:pos x="T54" y="T55"/>
              </ns1:cxn>
            </ns1:cxnLst>
            <ns1:rect l="0" t="0" r="r" b="b"/>
            <ns1:pathLst>
              <ns1:path w="104" h="112">
                <ns1:moveTo>
                  <ns1:pt x="96" y="96"/>
                </ns1:moveTo>
                <ns1:cubicBezTo>
                  <ns1:pt x="68" y="96"/>
                  <ns1:pt x="68" y="96"/>
                  <ns1:pt x="68" y="96"/>
                </ns1:cubicBezTo>
                <ns1:cubicBezTo>
                  <ns1:pt x="68" y="104"/>
                  <ns1:pt x="60" y="112"/>
                  <ns1:pt x="52" y="112"/>
                </ns1:cubicBezTo>
                <ns1:cubicBezTo>
                  <ns1:pt x="43" y="112"/>
                  <ns1:pt x="36" y="104"/>
                  <ns1:pt x="36" y="96"/>
                </ns1:cubicBezTo>
                <ns1:cubicBezTo>
                  <ns1:pt x="8" y="96"/>
                  <ns1:pt x="8" y="96"/>
                  <ns1:pt x="8" y="96"/>
                </ns1:cubicBezTo>
                <ns1:cubicBezTo>
                  <ns1:pt x="3" y="96"/>
                  <ns1:pt x="0" y="92"/>
                  <ns1:pt x="0" y="88"/>
                </ns1:cubicBezTo>
                <ns1:cubicBezTo>
                  <ns1:pt x="9" y="80"/>
                  <ns1:pt x="20" y="66"/>
                  <ns1:pt x="20" y="36"/>
                </ns1:cubicBezTo>
                <ns1:cubicBezTo>
                  <ns1:pt x="20" y="24"/>
                  <ns1:pt x="30" y="11"/>
                  <ns1:pt x="46" y="8"/>
                </ns1:cubicBezTo>
                <ns1:cubicBezTo>
                  <ns1:pt x="46" y="7"/>
                  <ns1:pt x="46" y="7"/>
                  <ns1:pt x="46" y="6"/>
                </ns1:cubicBezTo>
                <ns1:cubicBezTo>
                  <ns1:pt x="46" y="2"/>
                  <ns1:pt x="48" y="0"/>
                  <ns1:pt x="52" y="0"/>
                </ns1:cubicBezTo>
                <ns1:cubicBezTo>
                  <ns1:pt x="55" y="0"/>
                  <ns1:pt x="58" y="2"/>
                  <ns1:pt x="58" y="6"/>
                </ns1:cubicBezTo>
                <ns1:cubicBezTo>
                  <ns1:pt x="58" y="7"/>
                  <ns1:pt x="57" y="7"/>
                  <ns1:pt x="57" y="8"/>
                </ns1:cubicBezTo>
                <ns1:cubicBezTo>
                  <ns1:pt x="74" y="11"/>
                  <ns1:pt x="84" y="24"/>
                  <ns1:pt x="84" y="36"/>
                </ns1:cubicBezTo>
                <ns1:cubicBezTo>
                  <ns1:pt x="84" y="66"/>
                  <ns1:pt x="94" y="80"/>
                  <ns1:pt x="104" y="88"/>
                </ns1:cubicBezTo>
                <ns1:cubicBezTo>
                  <ns1:pt x="104" y="92"/>
                  <ns1:pt x="100" y="96"/>
                  <ns1:pt x="96" y="96"/>
                </ns1:cubicBezTo>
                <ns1:close/>
                <ns1:moveTo>
                  <ns1:pt x="92" y="88"/>
                </ns1:moveTo>
                <ns1:cubicBezTo>
                  <ns1:pt x="81" y="75"/>
                  <ns1:pt x="76" y="58"/>
                  <ns1:pt x="76" y="36"/>
                </ns1:cubicBezTo>
                <ns1:cubicBezTo>
                  <ns1:pt x="76" y="28"/>
                  <ns1:pt x="68" y="16"/>
                  <ns1:pt x="52" y="16"/>
                </ns1:cubicBezTo>
                <ns1:cubicBezTo>
                  <ns1:pt x="35" y="16"/>
                  <ns1:pt x="28" y="28"/>
                  <ns1:pt x="28" y="36"/>
                </ns1:cubicBezTo>
                <ns1:cubicBezTo>
                  <ns1:pt x="28" y="58"/>
                  <ns1:pt x="22" y="75"/>
                  <ns1:pt x="11" y="88"/>
                </ns1:cubicBezTo>
                <ns1:lnTo>
                  <ns1:pt x="92" y="88"/>
                </ns1:lnTo>
                <ns1:close/>
                <ns1:moveTo>
                  <ns1:pt x="52" y="105"/>
                </ns1:moveTo>
                <ns1:cubicBezTo>
                  <ns1:pt x="47" y="105"/>
                  <ns1:pt x="43" y="101"/>
                  <ns1:pt x="43" y="96"/>
                </ns1:cubicBezTo>
                <ns1:cubicBezTo>
                  <ns1:pt x="43" y="95"/>
                  <ns1:pt x="42" y="95"/>
                  <ns1:pt x="42" y="95"/>
                </ns1:cubicBezTo>
                <ns1:cubicBezTo>
                  <ns1:pt x="41" y="95"/>
                  <ns1:pt x="41" y="95"/>
                  <ns1:pt x="41" y="96"/>
                </ns1:cubicBezTo>
                <ns1:cubicBezTo>
                  <ns1:pt x="41" y="102"/>
                  <ns1:pt x="46" y="107"/>
                  <ns1:pt x="52" y="107"/>
                </ns1:cubicBezTo>
                <ns1:cubicBezTo>
                  <ns1:pt x="52" y="107"/>
                  <ns1:pt x="53" y="106"/>
                  <ns1:pt x="53" y="106"/>
                </ns1:cubicBezTo>
                <ns1:cubicBezTo>
                  <ns1:pt x="53" y="105"/>
                  <ns1:pt x="52" y="105"/>
                  <ns1:pt x="52" y="105"/>
                </ns1:cubicBezTo>
                <ns1:close/>
              </ns1:path>
            </ns1:pathLst>
          </ns1:custGeom>
          <ns1:solidFill>
            <ns1:srgbClr val="010101"/>
          </ns1:solidFill>
          <ns1:ln>
            <ns1:noFill/>
          </ns1:ln>
          <ns1:extLst>
            <ns1:ext uri="{91240B29-F687-4F45-9708-019B960494DF}">
              <ns2:hiddenLine w="9525">
                <ns1:solidFill>
                  <ns1:srgbClr val="000000"/>
                </ns1:solidFill>
                <ns1:round/>
                <ns1:headEnd/>
                <ns1:tailEnd/>
              </ns2:hiddenLine>
            </ns1:ext>
          </ns1:extLst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en-US" sz="2700"/>
          </ns1:p>
        </ns0:txBody>
      </ns0:sp>
      <ns0:sp>
        <ns0:nvSpPr>
          <ns0:cNvPr id="153" name="Freeform 151"/>
          <ns0:cNvSpPr>
            <ns1:spLocks/>
          </ns0:cNvSpPr>
          <ns0:nvPr/>
        </ns0:nvSpPr>
        <ns0:spPr bwMode="auto">
          <ns1:xfrm>
            <ns1:off x="2357438" y="5110164"/>
            <ns1:ext cx="363538" cy="365125"/>
          </ns1:xfrm>
          <ns1:custGeom>
            <ns1:avLst/>
            <ns1:gdLst>
              <ns1:gd name="T0" fmla="*/ 95 w 97"/>
              <ns1:gd name="T1" fmla="*/ 57 h 97"/>
              <ns1:gd name="T2" fmla="*/ 96 w 97"/>
              <ns1:gd name="T3" fmla="*/ 61 h 97"/>
              <ns1:gd name="T4" fmla="*/ 93 w 97"/>
              <ns1:gd name="T5" fmla="*/ 65 h 97"/>
              <ns1:gd name="T6" fmla="*/ 81 w 97"/>
              <ns1:gd name="T7" fmla="*/ 68 h 97"/>
              <ns1:gd name="T8" fmla="*/ 85 w 97"/>
              <ns1:gd name="T9" fmla="*/ 79 h 97"/>
              <ns1:gd name="T10" fmla="*/ 84 w 97"/>
              <ns1:gd name="T11" fmla="*/ 84 h 97"/>
              <ns1:gd name="T12" fmla="*/ 79 w 97"/>
              <ns1:gd name="T13" fmla="*/ 85 h 97"/>
              <ns1:gd name="T14" fmla="*/ 68 w 97"/>
              <ns1:gd name="T15" fmla="*/ 81 h 97"/>
              <ns1:gd name="T16" fmla="*/ 65 w 97"/>
              <ns1:gd name="T17" fmla="*/ 93 h 97"/>
              <ns1:gd name="T18" fmla="*/ 61 w 97"/>
              <ns1:gd name="T19" fmla="*/ 96 h 97"/>
              <ns1:gd name="T20" fmla="*/ 60 w 97"/>
              <ns1:gd name="T21" fmla="*/ 97 h 97"/>
              <ns1:gd name="T22" fmla="*/ 57 w 97"/>
              <ns1:gd name="T23" fmla="*/ 95 h 97"/>
              <ns1:gd name="T24" fmla="*/ 49 w 97"/>
              <ns1:gd name="T25" fmla="*/ 87 h 97"/>
              <ns1:gd name="T26" fmla="*/ 40 w 97"/>
              <ns1:gd name="T27" fmla="*/ 95 h 97"/>
              <ns1:gd name="T28" fmla="*/ 36 w 97"/>
              <ns1:gd name="T29" fmla="*/ 96 h 97"/>
              <ns1:gd name="T30" fmla="*/ 33 w 97"/>
              <ns1:gd name="T31" fmla="*/ 93 h 97"/>
              <ns1:gd name="T32" fmla="*/ 30 w 97"/>
              <ns1:gd name="T33" fmla="*/ 81 h 97"/>
              <ns1:gd name="T34" fmla="*/ 18 w 97"/>
              <ns1:gd name="T35" fmla="*/ 85 h 97"/>
              <ns1:gd name="T36" fmla="*/ 14 w 97"/>
              <ns1:gd name="T37" fmla="*/ 84 h 97"/>
              <ns1:gd name="T38" fmla="*/ 12 w 97"/>
              <ns1:gd name="T39" fmla="*/ 79 h 97"/>
              <ns1:gd name="T40" fmla="*/ 16 w 97"/>
              <ns1:gd name="T41" fmla="*/ 68 h 97"/>
              <ns1:gd name="T42" fmla="*/ 4 w 97"/>
              <ns1:gd name="T43" fmla="*/ 65 h 97"/>
              <ns1:gd name="T44" fmla="*/ 1 w 97"/>
              <ns1:gd name="T45" fmla="*/ 61 h 97"/>
              <ns1:gd name="T46" fmla="*/ 2 w 97"/>
              <ns1:gd name="T47" fmla="*/ 57 h 97"/>
              <ns1:gd name="T48" fmla="*/ 11 w 97"/>
              <ns1:gd name="T49" fmla="*/ 49 h 97"/>
              <ns1:gd name="T50" fmla="*/ 2 w 97"/>
              <ns1:gd name="T51" fmla="*/ 40 h 97"/>
              <ns1:gd name="T52" fmla="*/ 1 w 97"/>
              <ns1:gd name="T53" fmla="*/ 36 h 97"/>
              <ns1:gd name="T54" fmla="*/ 4 w 97"/>
              <ns1:gd name="T55" fmla="*/ 33 h 97"/>
              <ns1:gd name="T56" fmla="*/ 16 w 97"/>
              <ns1:gd name="T57" fmla="*/ 30 h 97"/>
              <ns1:gd name="T58" fmla="*/ 12 w 97"/>
              <ns1:gd name="T59" fmla="*/ 18 h 97"/>
              <ns1:gd name="T60" fmla="*/ 14 w 97"/>
              <ns1:gd name="T61" fmla="*/ 14 h 97"/>
              <ns1:gd name="T62" fmla="*/ 18 w 97"/>
              <ns1:gd name="T63" fmla="*/ 12 h 97"/>
              <ns1:gd name="T64" fmla="*/ 30 w 97"/>
              <ns1:gd name="T65" fmla="*/ 16 h 97"/>
              <ns1:gd name="T66" fmla="*/ 33 w 97"/>
              <ns1:gd name="T67" fmla="*/ 4 h 97"/>
              <ns1:gd name="T68" fmla="*/ 36 w 97"/>
              <ns1:gd name="T69" fmla="*/ 1 h 97"/>
              <ns1:gd name="T70" fmla="*/ 40 w 97"/>
              <ns1:gd name="T71" fmla="*/ 2 h 97"/>
              <ns1:gd name="T72" fmla="*/ 49 w 97"/>
              <ns1:gd name="T73" fmla="*/ 11 h 97"/>
              <ns1:gd name="T74" fmla="*/ 57 w 97"/>
              <ns1:gd name="T75" fmla="*/ 2 h 97"/>
              <ns1:gd name="T76" fmla="*/ 61 w 97"/>
              <ns1:gd name="T77" fmla="*/ 1 h 97"/>
              <ns1:gd name="T78" fmla="*/ 65 w 97"/>
              <ns1:gd name="T79" fmla="*/ 4 h 97"/>
              <ns1:gd name="T80" fmla="*/ 68 w 97"/>
              <ns1:gd name="T81" fmla="*/ 16 h 97"/>
              <ns1:gd name="T82" fmla="*/ 79 w 97"/>
              <ns1:gd name="T83" fmla="*/ 12 h 97"/>
              <ns1:gd name="T84" fmla="*/ 84 w 97"/>
              <ns1:gd name="T85" fmla="*/ 14 h 97"/>
              <ns1:gd name="T86" fmla="*/ 85 w 97"/>
              <ns1:gd name="T87" fmla="*/ 18 h 97"/>
              <ns1:gd name="T88" fmla="*/ 81 w 97"/>
              <ns1:gd name="T89" fmla="*/ 30 h 97"/>
              <ns1:gd name="T90" fmla="*/ 93 w 97"/>
              <ns1:gd name="T91" fmla="*/ 33 h 97"/>
              <ns1:gd name="T92" fmla="*/ 96 w 97"/>
              <ns1:gd name="T93" fmla="*/ 36 h 97"/>
              <ns1:gd name="T94" fmla="*/ 95 w 97"/>
              <ns1:gd name="T95" fmla="*/ 40 h 97"/>
              <ns1:gd name="T96" fmla="*/ 87 w 97"/>
              <ns1:gd name="T97" fmla="*/ 49 h 97"/>
              <ns1:gd name="T98" fmla="*/ 95 w 97"/>
              <ns1:gd name="T99" fmla="*/ 57 h 97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  <ns1:cxn ang="0">
                <ns1:pos x="T32" y="T33"/>
              </ns1:cxn>
              <ns1:cxn ang="0">
                <ns1:pos x="T34" y="T35"/>
              </ns1:cxn>
              <ns1:cxn ang="0">
                <ns1:pos x="T36" y="T37"/>
              </ns1:cxn>
              <ns1:cxn ang="0">
                <ns1:pos x="T38" y="T39"/>
              </ns1:cxn>
              <ns1:cxn ang="0">
                <ns1:pos x="T40" y="T41"/>
              </ns1:cxn>
              <ns1:cxn ang="0">
                <ns1:pos x="T42" y="T43"/>
              </ns1:cxn>
              <ns1:cxn ang="0">
                <ns1:pos x="T44" y="T45"/>
              </ns1:cxn>
              <ns1:cxn ang="0">
                <ns1:pos x="T46" y="T47"/>
              </ns1:cxn>
              <ns1:cxn ang="0">
                <ns1:pos x="T48" y="T49"/>
              </ns1:cxn>
              <ns1:cxn ang="0">
                <ns1:pos x="T50" y="T51"/>
              </ns1:cxn>
              <ns1:cxn ang="0">
                <ns1:pos x="T52" y="T53"/>
              </ns1:cxn>
              <ns1:cxn ang="0">
                <ns1:pos x="T54" y="T55"/>
              </ns1:cxn>
              <ns1:cxn ang="0">
                <ns1:pos x="T56" y="T57"/>
              </ns1:cxn>
              <ns1:cxn ang="0">
                <ns1:pos x="T58" y="T59"/>
              </ns1:cxn>
              <ns1:cxn ang="0">
                <ns1:pos x="T60" y="T61"/>
              </ns1:cxn>
              <ns1:cxn ang="0">
                <ns1:pos x="T62" y="T63"/>
              </ns1:cxn>
              <ns1:cxn ang="0">
                <ns1:pos x="T64" y="T65"/>
              </ns1:cxn>
              <ns1:cxn ang="0">
                <ns1:pos x="T66" y="T67"/>
              </ns1:cxn>
              <ns1:cxn ang="0">
                <ns1:pos x="T68" y="T69"/>
              </ns1:cxn>
              <ns1:cxn ang="0">
                <ns1:pos x="T70" y="T71"/>
              </ns1:cxn>
              <ns1:cxn ang="0">
                <ns1:pos x="T72" y="T73"/>
              </ns1:cxn>
              <ns1:cxn ang="0">
                <ns1:pos x="T74" y="T75"/>
              </ns1:cxn>
              <ns1:cxn ang="0">
                <ns1:pos x="T76" y="T77"/>
              </ns1:cxn>
              <ns1:cxn ang="0">
                <ns1:pos x="T78" y="T79"/>
              </ns1:cxn>
              <ns1:cxn ang="0">
                <ns1:pos x="T80" y="T81"/>
              </ns1:cxn>
              <ns1:cxn ang="0">
                <ns1:pos x="T82" y="T83"/>
              </ns1:cxn>
              <ns1:cxn ang="0">
                <ns1:pos x="T84" y="T85"/>
              </ns1:cxn>
              <ns1:cxn ang="0">
                <ns1:pos x="T86" y="T87"/>
              </ns1:cxn>
              <ns1:cxn ang="0">
                <ns1:pos x="T88" y="T89"/>
              </ns1:cxn>
              <ns1:cxn ang="0">
                <ns1:pos x="T90" y="T91"/>
              </ns1:cxn>
              <ns1:cxn ang="0">
                <ns1:pos x="T92" y="T93"/>
              </ns1:cxn>
              <ns1:cxn ang="0">
                <ns1:pos x="T94" y="T95"/>
              </ns1:cxn>
              <ns1:cxn ang="0">
                <ns1:pos x="T96" y="T97"/>
              </ns1:cxn>
              <ns1:cxn ang="0">
                <ns1:pos x="T98" y="T99"/>
              </ns1:cxn>
            </ns1:cxnLst>
            <ns1:rect l="0" t="0" r="r" b="b"/>
            <ns1:pathLst>
              <ns1:path w="97" h="97">
                <ns1:moveTo>
                  <ns1:pt x="95" y="57"/>
                </ns1:moveTo>
                <ns1:cubicBezTo>
                  <ns1:pt x="96" y="58"/>
                  <ns1:pt x="97" y="60"/>
                  <ns1:pt x="96" y="61"/>
                </ns1:cubicBezTo>
                <ns1:cubicBezTo>
                  <ns1:pt x="96" y="63"/>
                  <ns1:pt x="95" y="64"/>
                  <ns1:pt x="93" y="65"/>
                </ns1:cubicBezTo>
                <ns1:cubicBezTo>
                  <ns1:pt x="81" y="68"/>
                  <ns1:pt x="81" y="68"/>
                  <ns1:pt x="81" y="68"/>
                </ns1:cubicBezTo>
                <ns1:cubicBezTo>
                  <ns1:pt x="85" y="79"/>
                  <ns1:pt x="85" y="79"/>
                  <ns1:pt x="85" y="79"/>
                </ns1:cubicBezTo>
                <ns1:cubicBezTo>
                  <ns1:pt x="85" y="81"/>
                  <ns1:pt x="85" y="82"/>
                  <ns1:pt x="84" y="84"/>
                </ns1:cubicBezTo>
                <ns1:cubicBezTo>
                  <ns1:pt x="82" y="85"/>
                  <ns1:pt x="81" y="85"/>
                  <ns1:pt x="79" y="85"/>
                </ns1:cubicBezTo>
                <ns1:cubicBezTo>
                  <ns1:pt x="68" y="81"/>
                  <ns1:pt x="68" y="81"/>
                  <ns1:pt x="68" y="81"/>
                </ns1:cubicBezTo>
                <ns1:cubicBezTo>
                  <ns1:pt x="65" y="93"/>
                  <ns1:pt x="65" y="93"/>
                  <ns1:pt x="65" y="93"/>
                </ns1:cubicBezTo>
                <ns1:cubicBezTo>
                  <ns1:pt x="64" y="95"/>
                  <ns1:pt x="63" y="96"/>
                  <ns1:pt x="61" y="96"/>
                </ns1:cubicBezTo>
                <ns1:cubicBezTo>
                  <ns1:pt x="61" y="97"/>
                  <ns1:pt x="61" y="97"/>
                  <ns1:pt x="60" y="97"/>
                </ns1:cubicBezTo>
                <ns1:cubicBezTo>
                  <ns1:pt x="59" y="97"/>
                  <ns1:pt x="58" y="96"/>
                  <ns1:pt x="57" y="95"/>
                </ns1:cubicBezTo>
                <ns1:cubicBezTo>
                  <ns1:pt x="49" y="87"/>
                  <ns1:pt x="49" y="87"/>
                  <ns1:pt x="49" y="87"/>
                </ns1:cubicBezTo>
                <ns1:cubicBezTo>
                  <ns1:pt x="40" y="95"/>
                  <ns1:pt x="40" y="95"/>
                  <ns1:pt x="40" y="95"/>
                </ns1:cubicBezTo>
                <ns1:cubicBezTo>
                  <ns1:pt x="39" y="96"/>
                  <ns1:pt x="37" y="97"/>
                  <ns1:pt x="36" y="96"/>
                </ns1:cubicBezTo>
                <ns1:cubicBezTo>
                  <ns1:pt x="34" y="96"/>
                  <ns1:pt x="33" y="95"/>
                  <ns1:pt x="33" y="93"/>
                </ns1:cubicBezTo>
                <ns1:cubicBezTo>
                  <ns1:pt x="30" y="81"/>
                  <ns1:pt x="30" y="81"/>
                  <ns1:pt x="30" y="81"/>
                </ns1:cubicBezTo>
                <ns1:cubicBezTo>
                  <ns1:pt x="18" y="85"/>
                  <ns1:pt x="18" y="85"/>
                  <ns1:pt x="18" y="85"/>
                </ns1:cubicBezTo>
                <ns1:cubicBezTo>
                  <ns1:pt x="16" y="85"/>
                  <ns1:pt x="15" y="85"/>
                  <ns1:pt x="14" y="84"/>
                </ns1:cubicBezTo>
                <ns1:cubicBezTo>
                  <ns1:pt x="12" y="82"/>
                  <ns1:pt x="12" y="81"/>
                  <ns1:pt x="12" y="79"/>
                </ns1:cubicBezTo>
                <ns1:cubicBezTo>
                  <ns1:pt x="16" y="68"/>
                  <ns1:pt x="16" y="68"/>
                  <ns1:pt x="16" y="68"/>
                </ns1:cubicBezTo>
                <ns1:cubicBezTo>
                  <ns1:pt x="4" y="65"/>
                  <ns1:pt x="4" y="65"/>
                  <ns1:pt x="4" y="65"/>
                </ns1:cubicBezTo>
                <ns1:cubicBezTo>
                  <ns1:pt x="2" y="64"/>
                  <ns1:pt x="1" y="63"/>
                  <ns1:pt x="1" y="61"/>
                </ns1:cubicBezTo>
                <ns1:cubicBezTo>
                  <ns1:pt x="0" y="60"/>
                  <ns1:pt x="1" y="58"/>
                  <ns1:pt x="2" y="57"/>
                </ns1:cubicBezTo>
                <ns1:cubicBezTo>
                  <ns1:pt x="11" y="49"/>
                  <ns1:pt x="11" y="49"/>
                  <ns1:pt x="11" y="49"/>
                </ns1:cubicBezTo>
                <ns1:cubicBezTo>
                  <ns1:pt x="2" y="40"/>
                  <ns1:pt x="2" y="40"/>
                  <ns1:pt x="2" y="40"/>
                </ns1:cubicBezTo>
                <ns1:cubicBezTo>
                  <ns1:pt x="1" y="39"/>
                  <ns1:pt x="0" y="37"/>
                  <ns1:pt x="1" y="36"/>
                </ns1:cubicBezTo>
                <ns1:cubicBezTo>
                  <ns1:pt x="1" y="34"/>
                  <ns1:pt x="2" y="33"/>
                  <ns1:pt x="4" y="33"/>
                </ns1:cubicBezTo>
                <ns1:cubicBezTo>
                  <ns1:pt x="16" y="30"/>
                  <ns1:pt x="16" y="30"/>
                  <ns1:pt x="16" y="30"/>
                </ns1:cubicBezTo>
                <ns1:cubicBezTo>
                  <ns1:pt x="12" y="18"/>
                  <ns1:pt x="12" y="18"/>
                  <ns1:pt x="12" y="18"/>
                </ns1:cubicBezTo>
                <ns1:cubicBezTo>
                  <ns1:pt x="12" y="16"/>
                  <ns1:pt x="12" y="15"/>
                  <ns1:pt x="14" y="14"/>
                </ns1:cubicBezTo>
                <ns1:cubicBezTo>
                  <ns1:pt x="15" y="12"/>
                  <ns1:pt x="16" y="12"/>
                  <ns1:pt x="18" y="12"/>
                </ns1:cubicBezTo>
                <ns1:cubicBezTo>
                  <ns1:pt x="30" y="16"/>
                  <ns1:pt x="30" y="16"/>
                  <ns1:pt x="30" y="16"/>
                </ns1:cubicBezTo>
                <ns1:cubicBezTo>
                  <ns1:pt x="33" y="4"/>
                  <ns1:pt x="33" y="4"/>
                  <ns1:pt x="33" y="4"/>
                </ns1:cubicBezTo>
                <ns1:cubicBezTo>
                  <ns1:pt x="33" y="2"/>
                  <ns1:pt x="34" y="1"/>
                  <ns1:pt x="36" y="1"/>
                </ns1:cubicBezTo>
                <ns1:cubicBezTo>
                  <ns1:pt x="37" y="0"/>
                  <ns1:pt x="39" y="1"/>
                  <ns1:pt x="40" y="2"/>
                </ns1:cubicBezTo>
                <ns1:cubicBezTo>
                  <ns1:pt x="49" y="11"/>
                  <ns1:pt x="49" y="11"/>
                  <ns1:pt x="49" y="11"/>
                </ns1:cubicBezTo>
                <ns1:cubicBezTo>
                  <ns1:pt x="57" y="2"/>
                  <ns1:pt x="57" y="2"/>
                  <ns1:pt x="57" y="2"/>
                </ns1:cubicBezTo>
                <ns1:cubicBezTo>
                  <ns1:pt x="58" y="1"/>
                  <ns1:pt x="60" y="0"/>
                  <ns1:pt x="61" y="1"/>
                </ns1:cubicBezTo>
                <ns1:cubicBezTo>
                  <ns1:pt x="63" y="1"/>
                  <ns1:pt x="64" y="2"/>
                  <ns1:pt x="65" y="4"/>
                </ns1:cubicBezTo>
                <ns1:cubicBezTo>
                  <ns1:pt x="68" y="16"/>
                  <ns1:pt x="68" y="16"/>
                  <ns1:pt x="68" y="16"/>
                </ns1:cubicBezTo>
                <ns1:cubicBezTo>
                  <ns1:pt x="79" y="12"/>
                  <ns1:pt x="79" y="12"/>
                  <ns1:pt x="79" y="12"/>
                </ns1:cubicBezTo>
                <ns1:cubicBezTo>
                  <ns1:pt x="81" y="12"/>
                  <ns1:pt x="82" y="12"/>
                  <ns1:pt x="84" y="14"/>
                </ns1:cubicBezTo>
                <ns1:cubicBezTo>
                  <ns1:pt x="85" y="15"/>
                  <ns1:pt x="85" y="16"/>
                  <ns1:pt x="85" y="18"/>
                </ns1:cubicBezTo>
                <ns1:cubicBezTo>
                  <ns1:pt x="81" y="30"/>
                  <ns1:pt x="81" y="30"/>
                  <ns1:pt x="81" y="30"/>
                </ns1:cubicBezTo>
                <ns1:cubicBezTo>
                  <ns1:pt x="93" y="33"/>
                  <ns1:pt x="93" y="33"/>
                  <ns1:pt x="93" y="33"/>
                </ns1:cubicBezTo>
                <ns1:cubicBezTo>
                  <ns1:pt x="95" y="33"/>
                  <ns1:pt x="96" y="34"/>
                  <ns1:pt x="96" y="36"/>
                </ns1:cubicBezTo>
                <ns1:cubicBezTo>
                  <ns1:pt x="97" y="37"/>
                  <ns1:pt x="96" y="39"/>
                  <ns1:pt x="95" y="40"/>
                </ns1:cubicBezTo>
                <ns1:cubicBezTo>
                  <ns1:pt x="87" y="49"/>
                  <ns1:pt x="87" y="49"/>
                  <ns1:pt x="87" y="49"/>
                </ns1:cubicBezTo>
                <ns1:lnTo>
                  <ns1:pt x="95" y="57"/>
                </ns1:lnTo>
                <ns1:close/>
              </ns1:path>
            </ns1:pathLst>
          </ns1:custGeom>
          <ns1:solidFill>
            <ns1:srgbClr val="010101"/>
          </ns1:solidFill>
          <ns1:ln>
            <ns1:noFill/>
          </ns1:ln>
          <ns1:extLst>
            <ns1:ext uri="{91240B29-F687-4F45-9708-019B960494DF}">
              <ns2:hiddenLine w="9525">
                <ns1:solidFill>
                  <ns1:srgbClr val="000000"/>
                </ns1:solidFill>
                <ns1:round/>
                <ns1:headEnd/>
                <ns1:tailEnd/>
              </ns2:hiddenLine>
            </ns1:ext>
          </ns1:extLst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en-US" sz="2700"/>
          </ns1:p>
        </ns0:txBody>
      </ns0:sp>
      <ns0:sp>
        <ns0:nvSpPr>
          <ns0:cNvPr id="154" name="Freeform 152"/>
          <ns0:cNvSpPr>
            <ns1:spLocks noEditPoints="1"/>
          </ns0:cNvSpPr>
          <ns0:nvPr/>
        </ns0:nvSpPr>
        <ns0:spPr bwMode="auto">
          <ns1:xfrm>
            <ns1:off x="2973388" y="5114927"/>
            <ns1:ext cx="420688" cy="360363"/>
          </ns1:xfrm>
          <ns1:custGeom>
            <ns1:avLst/>
            <ns1:gdLst>
              <ns1:gd name="T0" fmla="*/ 96 w 112"/>
              <ns1:gd name="T1" fmla="*/ 56 h 96"/>
              <ns1:gd name="T2" fmla="*/ 86 w 112"/>
              <ns1:gd name="T3" fmla="*/ 56 h 96"/>
              <ns1:gd name="T4" fmla="*/ 83 w 112"/>
              <ns1:gd name="T5" fmla="*/ 63 h 96"/>
              <ns1:gd name="T6" fmla="*/ 84 w 112"/>
              <ns1:gd name="T7" fmla="*/ 66 h 96"/>
              <ns1:gd name="T8" fmla="*/ 80 w 112"/>
              <ns1:gd name="T9" fmla="*/ 77 h 96"/>
              <ns1:gd name="T10" fmla="*/ 60 w 112"/>
              <ns1:gd name="T11" fmla="*/ 96 h 96"/>
              <ns1:gd name="T12" fmla="*/ 40 w 112"/>
              <ns1:gd name="T13" fmla="*/ 91 h 96"/>
              <ns1:gd name="T14" fmla="*/ 26 w 112"/>
              <ns1:gd name="T15" fmla="*/ 88 h 96"/>
              <ns1:gd name="T16" fmla="*/ 8 w 112"/>
              <ns1:gd name="T17" fmla="*/ 88 h 96"/>
              <ns1:gd name="T18" fmla="*/ 0 w 112"/>
              <ns1:gd name="T19" fmla="*/ 80 h 96"/>
              <ns1:gd name="T20" fmla="*/ 0 w 112"/>
              <ns1:gd name="T21" fmla="*/ 40 h 96"/>
              <ns1:gd name="T22" fmla="*/ 8 w 112"/>
              <ns1:gd name="T23" fmla="*/ 32 h 96"/>
              <ns1:gd name="T24" fmla="*/ 26 w 112"/>
              <ns1:gd name="T25" fmla="*/ 32 h 96"/>
              <ns1:gd name="T26" fmla="*/ 35 w 112"/>
              <ns1:gd name="T27" fmla="*/ 24 h 96"/>
              <ns1:gd name="T28" fmla="*/ 42 w 112"/>
              <ns1:gd name="T29" fmla="*/ 16 h 96"/>
              <ns1:gd name="T30" fmla="*/ 56 w 112"/>
              <ns1:gd name="T31" fmla="*/ 0 h 96"/>
              <ns1:gd name="T32" fmla="*/ 74 w 112"/>
              <ns1:gd name="T33" fmla="*/ 16 h 96"/>
              <ns1:gd name="T34" fmla="*/ 73 w 112"/>
              <ns1:gd name="T35" fmla="*/ 24 h 96"/>
              <ns1:gd name="T36" fmla="*/ 96 w 112"/>
              <ns1:gd name="T37" fmla="*/ 24 h 96"/>
              <ns1:gd name="T38" fmla="*/ 112 w 112"/>
              <ns1:gd name="T39" fmla="*/ 40 h 96"/>
              <ns1:gd name="T40" fmla="*/ 96 w 112"/>
              <ns1:gd name="T41" fmla="*/ 56 h 96"/>
              <ns1:gd name="T42" fmla="*/ 12 w 112"/>
              <ns1:gd name="T43" fmla="*/ 72 h 96"/>
              <ns1:gd name="T44" fmla="*/ 8 w 112"/>
              <ns1:gd name="T45" fmla="*/ 76 h 96"/>
              <ns1:gd name="T46" fmla="*/ 12 w 112"/>
              <ns1:gd name="T47" fmla="*/ 80 h 96"/>
              <ns1:gd name="T48" fmla="*/ 16 w 112"/>
              <ns1:gd name="T49" fmla="*/ 76 h 96"/>
              <ns1:gd name="T50" fmla="*/ 12 w 112"/>
              <ns1:gd name="T51" fmla="*/ 72 h 96"/>
              <ns1:gd name="T52" fmla="*/ 96 w 112"/>
              <ns1:gd name="T53" fmla="*/ 32 h 96"/>
              <ns1:gd name="T54" fmla="*/ 60 w 112"/>
              <ns1:gd name="T55" fmla="*/ 32 h 96"/>
              <ns1:gd name="T56" fmla="*/ 66 w 112"/>
              <ns1:gd name="T57" fmla="*/ 16 h 96"/>
              <ns1:gd name="T58" fmla="*/ 56 w 112"/>
              <ns1:gd name="T59" fmla="*/ 8 h 96"/>
              <ns1:gd name="T60" fmla="*/ 51 w 112"/>
              <ns1:gd name="T61" fmla="*/ 16 h 96"/>
              <ns1:gd name="T62" fmla="*/ 48 w 112"/>
              <ns1:gd name="T63" fmla="*/ 20 h 96"/>
              <ns1:gd name="T64" fmla="*/ 41 w 112"/>
              <ns1:gd name="T65" fmla="*/ 29 h 96"/>
              <ns1:gd name="T66" fmla="*/ 26 w 112"/>
              <ns1:gd name="T67" fmla="*/ 40 h 96"/>
              <ns1:gd name="T68" fmla="*/ 24 w 112"/>
              <ns1:gd name="T69" fmla="*/ 40 h 96"/>
              <ns1:gd name="T70" fmla="*/ 24 w 112"/>
              <ns1:gd name="T71" fmla="*/ 80 h 96"/>
              <ns1:gd name="T72" fmla="*/ 26 w 112"/>
              <ns1:gd name="T73" fmla="*/ 80 h 96"/>
              <ns1:gd name="T74" fmla="*/ 60 w 112"/>
              <ns1:gd name="T75" fmla="*/ 88 h 96"/>
              <ns1:gd name="T76" fmla="*/ 72 w 112"/>
              <ns1:gd name="T77" fmla="*/ 77 h 96"/>
              <ns1:gd name="T78" fmla="*/ 72 w 112"/>
              <ns1:gd name="T79" fmla="*/ 74 h 96"/>
              <ns1:gd name="T80" fmla="*/ 76 w 112"/>
              <ns1:gd name="T81" fmla="*/ 66 h 96"/>
              <ns1:gd name="T82" fmla="*/ 75 w 112"/>
              <ns1:gd name="T83" fmla="*/ 61 h 96"/>
              <ns1:gd name="T84" fmla="*/ 78 w 112"/>
              <ns1:gd name="T85" fmla="*/ 54 h 96"/>
              <ns1:gd name="T86" fmla="*/ 76 w 112"/>
              <ns1:gd name="T87" fmla="*/ 48 h 96"/>
              <ns1:gd name="T88" fmla="*/ 96 w 112"/>
              <ns1:gd name="T89" fmla="*/ 48 h 96"/>
              <ns1:gd name="T90" fmla="*/ 104 w 112"/>
              <ns1:gd name="T91" fmla="*/ 40 h 96"/>
              <ns1:gd name="T92" fmla="*/ 96 w 112"/>
              <ns1:gd name="T93" fmla="*/ 32 h 96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  <ns1:cxn ang="0">
                <ns1:pos x="T32" y="T33"/>
              </ns1:cxn>
              <ns1:cxn ang="0">
                <ns1:pos x="T34" y="T35"/>
              </ns1:cxn>
              <ns1:cxn ang="0">
                <ns1:pos x="T36" y="T37"/>
              </ns1:cxn>
              <ns1:cxn ang="0">
                <ns1:pos x="T38" y="T39"/>
              </ns1:cxn>
              <ns1:cxn ang="0">
                <ns1:pos x="T40" y="T41"/>
              </ns1:cxn>
              <ns1:cxn ang="0">
                <ns1:pos x="T42" y="T43"/>
              </ns1:cxn>
              <ns1:cxn ang="0">
                <ns1:pos x="T44" y="T45"/>
              </ns1:cxn>
              <ns1:cxn ang="0">
                <ns1:pos x="T46" y="T47"/>
              </ns1:cxn>
              <ns1:cxn ang="0">
                <ns1:pos x="T48" y="T49"/>
              </ns1:cxn>
              <ns1:cxn ang="0">
                <ns1:pos x="T50" y="T51"/>
              </ns1:cxn>
              <ns1:cxn ang="0">
                <ns1:pos x="T52" y="T53"/>
              </ns1:cxn>
              <ns1:cxn ang="0">
                <ns1:pos x="T54" y="T55"/>
              </ns1:cxn>
              <ns1:cxn ang="0">
                <ns1:pos x="T56" y="T57"/>
              </ns1:cxn>
              <ns1:cxn ang="0">
                <ns1:pos x="T58" y="T59"/>
              </ns1:cxn>
              <ns1:cxn ang="0">
                <ns1:pos x="T60" y="T61"/>
              </ns1:cxn>
              <ns1:cxn ang="0">
                <ns1:pos x="T62" y="T63"/>
              </ns1:cxn>
              <ns1:cxn ang="0">
                <ns1:pos x="T64" y="T65"/>
              </ns1:cxn>
              <ns1:cxn ang="0">
                <ns1:pos x="T66" y="T67"/>
              </ns1:cxn>
              <ns1:cxn ang="0">
                <ns1:pos x="T68" y="T69"/>
              </ns1:cxn>
              <ns1:cxn ang="0">
                <ns1:pos x="T70" y="T71"/>
              </ns1:cxn>
              <ns1:cxn ang="0">
                <ns1:pos x="T72" y="T73"/>
              </ns1:cxn>
              <ns1:cxn ang="0">
                <ns1:pos x="T74" y="T75"/>
              </ns1:cxn>
              <ns1:cxn ang="0">
                <ns1:pos x="T76" y="T77"/>
              </ns1:cxn>
              <ns1:cxn ang="0">
                <ns1:pos x="T78" y="T79"/>
              </ns1:cxn>
              <ns1:cxn ang="0">
                <ns1:pos x="T80" y="T81"/>
              </ns1:cxn>
              <ns1:cxn ang="0">
                <ns1:pos x="T82" y="T83"/>
              </ns1:cxn>
              <ns1:cxn ang="0">
                <ns1:pos x="T84" y="T85"/>
              </ns1:cxn>
              <ns1:cxn ang="0">
                <ns1:pos x="T86" y="T87"/>
              </ns1:cxn>
              <ns1:cxn ang="0">
                <ns1:pos x="T88" y="T89"/>
              </ns1:cxn>
              <ns1:cxn ang="0">
                <ns1:pos x="T90" y="T91"/>
              </ns1:cxn>
              <ns1:cxn ang="0">
                <ns1:pos x="T92" y="T93"/>
              </ns1:cxn>
            </ns1:cxnLst>
            <ns1:rect l="0" t="0" r="r" b="b"/>
            <ns1:pathLst>
              <ns1:path w="112" h="96">
                <ns1:moveTo>
                  <ns1:pt x="96" y="56"/>
                </ns1:moveTo>
                <ns1:cubicBezTo>
                  <ns1:pt x="86" y="56"/>
                  <ns1:pt x="86" y="56"/>
                  <ns1:pt x="86" y="56"/>
                </ns1:cubicBezTo>
                <ns1:cubicBezTo>
                  <ns1:pt x="86" y="58"/>
                  <ns1:pt x="85" y="61"/>
                  <ns1:pt x="83" y="63"/>
                </ns1:cubicBezTo>
                <ns1:cubicBezTo>
                  <ns1:pt x="84" y="64"/>
                  <ns1:pt x="84" y="65"/>
                  <ns1:pt x="84" y="66"/>
                </ns1:cubicBezTo>
                <ns1:cubicBezTo>
                  <ns1:pt x="84" y="70"/>
                  <ns1:pt x="82" y="74"/>
                  <ns1:pt x="80" y="77"/>
                </ns1:cubicBezTo>
                <ns1:cubicBezTo>
                  <ns1:pt x="80" y="89"/>
                  <ns1:pt x="72" y="96"/>
                  <ns1:pt x="60" y="96"/>
                </ns1:cubicBezTo>
                <ns1:cubicBezTo>
                  <ns1:pt x="53" y="96"/>
                  <ns1:pt x="47" y="94"/>
                  <ns1:pt x="40" y="91"/>
                </ns1:cubicBezTo>
                <ns1:cubicBezTo>
                  <ns1:pt x="37" y="90"/>
                  <ns1:pt x="30" y="88"/>
                  <ns1:pt x="26" y="88"/>
                </ns1:cubicBezTo>
                <ns1:cubicBezTo>
                  <ns1:pt x="8" y="88"/>
                  <ns1:pt x="8" y="88"/>
                  <ns1:pt x="8" y="88"/>
                </ns1:cubicBezTo>
                <ns1:cubicBezTo>
                  <ns1:pt x="4" y="88"/>
                  <ns1:pt x="0" y="84"/>
                  <ns1:pt x="0" y="80"/>
                </ns1:cubicBezTo>
                <ns1:cubicBezTo>
                  <ns1:pt x="0" y="40"/>
                  <ns1:pt x="0" y="40"/>
                  <ns1:pt x="0" y="40"/>
                </ns1:cubicBezTo>
                <ns1:cubicBezTo>
                  <ns1:pt x="0" y="35"/>
                  <ns1:pt x="4" y="32"/>
                  <ns1:pt x="8" y="32"/>
                </ns1:cubicBezTo>
                <ns1:cubicBezTo>
                  <ns1:pt x="26" y="32"/>
                  <ns1:pt x="26" y="32"/>
                  <ns1:pt x="26" y="32"/>
                </ns1:cubicBezTo>
                <ns1:cubicBezTo>
                  <ns1:pt x="29" y="32"/>
                  <ns1:pt x="34" y="26"/>
                  <ns1:pt x="35" y="24"/>
                </ns1:cubicBezTo>
                <ns1:cubicBezTo>
                  <ns1:pt x="38" y="22"/>
                  <ns1:pt x="40" y="19"/>
                  <ns1:pt x="42" y="16"/>
                </ns1:cubicBezTo>
                <ns1:cubicBezTo>
                  <ns1:pt x="45" y="10"/>
                  <ns1:pt x="48" y="0"/>
                  <ns1:pt x="56" y="0"/>
                </ns1:cubicBezTo>
                <ns1:cubicBezTo>
                  <ns1:pt x="66" y="0"/>
                  <ns1:pt x="74" y="5"/>
                  <ns1:pt x="74" y="16"/>
                </ns1:cubicBezTo>
                <ns1:cubicBezTo>
                  <ns1:pt x="74" y="18"/>
                  <ns1:pt x="74" y="21"/>
                  <ns1:pt x="73" y="24"/>
                </ns1:cubicBezTo>
                <ns1:cubicBezTo>
                  <ns1:pt x="96" y="24"/>
                  <ns1:pt x="96" y="24"/>
                  <ns1:pt x="96" y="24"/>
                </ns1:cubicBezTo>
                <ns1:cubicBezTo>
                  <ns1:pt x="105" y="24"/>
                  <ns1:pt x="112" y="31"/>
                  <ns1:pt x="112" y="40"/>
                </ns1:cubicBezTo>
                <ns1:cubicBezTo>
                  <ns1:pt x="112" y="48"/>
                  <ns1:pt x="105" y="56"/>
                  <ns1:pt x="96" y="56"/>
                </ns1:cubicBezTo>
                <ns1:close/>
                <ns1:moveTo>
                  <ns1:pt x="12" y="72"/>
                </ns1:moveTo>
                <ns1:cubicBezTo>
                  <ns1:pt x="10" y="72"/>
                  <ns1:pt x="8" y="73"/>
                  <ns1:pt x="8" y="76"/>
                </ns1:cubicBezTo>
                <ns1:cubicBezTo>
                  <ns1:pt x="8" y="78"/>
                  <ns1:pt x="10" y="80"/>
                  <ns1:pt x="12" y="80"/>
                </ns1:cubicBezTo>
                <ns1:cubicBezTo>
                  <ns1:pt x="15" y="80"/>
                  <ns1:pt x="16" y="78"/>
                  <ns1:pt x="16" y="76"/>
                </ns1:cubicBezTo>
                <ns1:cubicBezTo>
                  <ns1:pt x="16" y="73"/>
                  <ns1:pt x="15" y="72"/>
                  <ns1:pt x="12" y="72"/>
                </ns1:cubicBezTo>
                <ns1:close/>
                <ns1:moveTo>
                  <ns1:pt x="96" y="32"/>
                </ns1:moveTo>
                <ns1:cubicBezTo>
                  <ns1:pt x="60" y="32"/>
                  <ns1:pt x="60" y="32"/>
                  <ns1:pt x="60" y="32"/>
                </ns1:cubicBezTo>
                <ns1:cubicBezTo>
                  <ns1:pt x="60" y="28"/>
                  <ns1:pt x="66" y="24"/>
                  <ns1:pt x="66" y="16"/>
                </ns1:cubicBezTo>
                <ns1:cubicBezTo>
                  <ns1:pt x="66" y="10"/>
                  <ns1:pt x="62" y="8"/>
                  <ns1:pt x="56" y="8"/>
                </ns1:cubicBezTo>
                <ns1:cubicBezTo>
                  <ns1:pt x="55" y="8"/>
                  <ns1:pt x="51" y="15"/>
                  <ns1:pt x="51" y="16"/>
                </ns1:cubicBezTo>
                <ns1:cubicBezTo>
                  <ns1:pt x="50" y="18"/>
                  <ns1:pt x="49" y="19"/>
                  <ns1:pt x="48" y="20"/>
                </ns1:cubicBezTo>
                <ns1:cubicBezTo>
                  <ns1:pt x="46" y="24"/>
                  <ns1:pt x="44" y="27"/>
                  <ns1:pt x="41" y="29"/>
                </ns1:cubicBezTo>
                <ns1:cubicBezTo>
                  <ns1:pt x="37" y="34"/>
                  <ns1:pt x="33" y="40"/>
                  <ns1:pt x="26" y="40"/>
                </ns1:cubicBezTo>
                <ns1:cubicBezTo>
                  <ns1:pt x="24" y="40"/>
                  <ns1:pt x="24" y="40"/>
                  <ns1:pt x="24" y="40"/>
                </ns1:cubicBezTo>
                <ns1:cubicBezTo>
                  <ns1:pt x="24" y="80"/>
                  <ns1:pt x="24" y="80"/>
                  <ns1:pt x="24" y="80"/>
                </ns1:cubicBezTo>
                <ns1:cubicBezTo>
                  <ns1:pt x="26" y="80"/>
                  <ns1:pt x="26" y="80"/>
                  <ns1:pt x="26" y="80"/>
                </ns1:cubicBezTo>
                <ns1:cubicBezTo>
                  <ns1:pt x="37" y="80"/>
                  <ns1:pt x="48" y="88"/>
                  <ns1:pt x="60" y="88"/>
                </ns1:cubicBezTo>
                <ns1:cubicBezTo>
                  <ns1:pt x="67" y="88"/>
                  <ns1:pt x="72" y="85"/>
                  <ns1:pt x="72" y="77"/>
                </ns1:cubicBezTo>
                <ns1:cubicBezTo>
                  <ns1:pt x="72" y="76"/>
                  <ns1:pt x="72" y="75"/>
                  <ns1:pt x="72" y="74"/>
                </ns1:cubicBezTo>
                <ns1:cubicBezTo>
                  <ns1:pt x="74" y="72"/>
                  <ns1:pt x="76" y="69"/>
                  <ns1:pt x="76" y="66"/>
                </ns1:cubicBezTo>
                <ns1:cubicBezTo>
                  <ns1:pt x="76" y="64"/>
                  <ns1:pt x="75" y="63"/>
                  <ns1:pt x="75" y="61"/>
                </ns1:cubicBezTo>
                <ns1:cubicBezTo>
                  <ns1:pt x="77" y="59"/>
                  <ns1:pt x="78" y="57"/>
                  <ns1:pt x="78" y="54"/>
                </ns1:cubicBezTo>
                <ns1:cubicBezTo>
                  <ns1:pt x="78" y="52"/>
                  <ns1:pt x="77" y="49"/>
                  <ns1:pt x="76" y="48"/>
                </ns1:cubicBezTo>
                <ns1:cubicBezTo>
                  <ns1:pt x="96" y="48"/>
                  <ns1:pt x="96" y="48"/>
                  <ns1:pt x="96" y="48"/>
                </ns1:cubicBezTo>
                <ns1:cubicBezTo>
                  <ns1:pt x="101" y="48"/>
                  <ns1:pt x="104" y="44"/>
                  <ns1:pt x="104" y="40"/>
                </ns1:cubicBezTo>
                <ns1:cubicBezTo>
                  <ns1:pt x="104" y="35"/>
                  <ns1:pt x="101" y="32"/>
                  <ns1:pt x="96" y="32"/>
                </ns1:cubicBezTo>
                <ns1:close/>
              </ns1:path>
            </ns1:pathLst>
          </ns1:custGeom>
          <ns1:solidFill>
            <ns1:srgbClr val="010101"/>
          </ns1:solidFill>
          <ns1:ln>
            <ns1:noFill/>
          </ns1:ln>
          <ns1:extLst>
            <ns1:ext uri="{91240B29-F687-4F45-9708-019B960494DF}">
              <ns2:hiddenLine w="9525">
                <ns1:solidFill>
                  <ns1:srgbClr val="000000"/>
                </ns1:solidFill>
                <ns1:round/>
                <ns1:headEnd/>
                <ns1:tailEnd/>
              </ns2:hiddenLine>
            </ns1:ext>
          </ns1:extLst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en-US" sz="2700"/>
          </ns1:p>
        </ns0:txBody>
      </ns0:sp>
      <ns0:sp>
        <ns0:nvSpPr>
          <ns0:cNvPr id="155" name="Freeform 153"/>
          <ns0:cNvSpPr>
            <ns1:spLocks noEditPoints="1"/>
          </ns0:cNvSpPr>
          <ns0:nvPr/>
        </ns0:nvSpPr>
        <ns0:spPr bwMode="auto">
          <ns1:xfrm>
            <ns1:off x="3652839" y="5114927"/>
            <ns1:ext cx="360363" cy="360363"/>
          </ns1:xfrm>
          <ns1:custGeom>
            <ns1:avLst/>
            <ns1:gdLst>
              <ns1:gd name="T0" fmla="*/ 0 w 96"/>
              <ns1:gd name="T1" fmla="*/ 48 h 96"/>
              <ns1:gd name="T2" fmla="*/ 63 w 96"/>
              <ns1:gd name="T3" fmla="*/ 33 h 96"/>
              <ns1:gd name="T4" fmla="*/ 69 w 96"/>
              <ns1:gd name="T5" fmla="*/ 30 h 96"/>
              <ns1:gd name="T6" fmla="*/ 75 w 96"/>
              <ns1:gd name="T7" fmla="*/ 29 h 96"/>
              <ns1:gd name="T8" fmla="*/ 73 w 96"/>
              <ns1:gd name="T9" fmla="*/ 26 h 96"/>
              <ns1:gd name="T10" fmla="*/ 69 w 96"/>
              <ns1:gd name="T11" fmla="*/ 22 h 96"/>
              <ns1:gd name="T12" fmla="*/ 66 w 96"/>
              <ns1:gd name="T13" fmla="*/ 22 h 96"/>
              <ns1:gd name="T14" fmla="*/ 63 w 96"/>
              <ns1:gd name="T15" fmla="*/ 20 h 96"/>
              <ns1:gd name="T16" fmla="*/ 57 w 96"/>
              <ns1:gd name="T17" fmla="*/ 18 h 96"/>
              <ns1:gd name="T18" fmla="*/ 58 w 96"/>
              <ns1:gd name="T19" fmla="*/ 24 h 96"/>
              <ns1:gd name="T20" fmla="*/ 56 w 96"/>
              <ns1:gd name="T21" fmla="*/ 29 h 96"/>
              <ns1:gd name="T22" fmla="*/ 51 w 96"/>
              <ns1:gd name="T23" fmla="*/ 25 h 96"/>
              <ns1:gd name="T24" fmla="*/ 43 w 96"/>
              <ns1:gd name="T25" fmla="*/ 22 h 96"/>
              <ns1:gd name="T26" fmla="*/ 45 w 96"/>
              <ns1:gd name="T27" fmla="*/ 17 h 96"/>
              <ns1:gd name="T28" fmla="*/ 53 w 96"/>
              <ns1:gd name="T29" fmla="*/ 14 h 96"/>
              <ns1:gd name="T30" fmla="*/ 51 w 96"/>
              <ns1:gd name="T31" fmla="*/ 12 h 96"/>
              <ns1:gd name="T32" fmla="*/ 47 w 96"/>
              <ns1:gd name="T33" fmla="*/ 12 h 96"/>
              <ns1:gd name="T34" fmla="*/ 41 w 96"/>
              <ns1:gd name="T35" fmla="*/ 9 h 96"/>
              <ns1:gd name="T36" fmla="*/ 42 w 96"/>
              <ns1:gd name="T37" fmla="*/ 13 h 96"/>
              <ns1:gd name="T38" fmla="*/ 39 w 96"/>
              <ns1:gd name="T39" fmla="*/ 13 h 96"/>
              <ns1:gd name="T40" fmla="*/ 35 w 96"/>
              <ns1:gd name="T41" fmla="*/ 10 h 96"/>
              <ns1:gd name="T42" fmla="*/ 31 w 96"/>
              <ns1:gd name="T43" fmla="*/ 12 h 96"/>
              <ns1:gd name="T44" fmla="*/ 35 w 96"/>
              <ns1:gd name="T45" fmla="*/ 12 h 96"/>
              <ns1:gd name="T46" fmla="*/ 32 w 96"/>
              <ns1:gd name="T47" fmla="*/ 14 h 96"/>
              <ns1:gd name="T48" fmla="*/ 14 w 96"/>
              <ns1:gd name="T49" fmla="*/ 26 h 96"/>
              <ns1:gd name="T50" fmla="*/ 16 w 96"/>
              <ns1:gd name="T51" fmla="*/ 29 h 96"/>
              <ns1:gd name="T52" fmla="*/ 19 w 96"/>
              <ns1:gd name="T53" fmla="*/ 33 h 96"/>
              <ns1:gd name="T54" fmla="*/ 18 w 96"/>
              <ns1:gd name="T55" fmla="*/ 39 h 96"/>
              <ns1:gd name="T56" fmla="*/ 22 w 96"/>
              <ns1:gd name="T57" fmla="*/ 46 h 96"/>
              <ns1:gd name="T58" fmla="*/ 27 w 96"/>
              <ns1:gd name="T59" fmla="*/ 53 h 96"/>
              <ns1:gd name="T60" fmla="*/ 29 w 96"/>
              <ns1:gd name="T61" fmla="*/ 56 h 96"/>
              <ns1:gd name="T62" fmla="*/ 26 w 96"/>
              <ns1:gd name="T63" fmla="*/ 49 h 96"/>
              <ns1:gd name="T64" fmla="*/ 31 w 96"/>
              <ns1:gd name="T65" fmla="*/ 56 h 96"/>
              <ns1:gd name="T66" fmla="*/ 37 w 96"/>
              <ns1:gd name="T67" fmla="*/ 63 h 96"/>
              <ns1:gd name="T68" fmla="*/ 46 w 96"/>
              <ns1:gd name="T69" fmla="*/ 67 h 96"/>
              <ns1:gd name="T70" fmla="*/ 53 w 96"/>
              <ns1:gd name="T71" fmla="*/ 72 h 96"/>
              <ns1:gd name="T72" fmla="*/ 56 w 96"/>
              <ns1:gd name="T73" fmla="*/ 71 h 96"/>
              <ns1:gd name="T74" fmla="*/ 52 w 96"/>
              <ns1:gd name="T75" fmla="*/ 66 h 96"/>
              <ns1:gd name="T76" fmla="*/ 49 w 96"/>
              <ns1:gd name="T77" fmla="*/ 65 h 96"/>
              <ns1:gd name="T78" fmla="*/ 48 w 96"/>
              <ns1:gd name="T79" fmla="*/ 59 h 96"/>
              <ns1:gd name="T80" fmla="*/ 42 w 96"/>
              <ns1:gd name="T81" fmla="*/ 62 h 96"/>
              <ns1:gd name="T82" fmla="*/ 41 w 96"/>
              <ns1:gd name="T83" fmla="*/ 52 h 96"/>
              <ns1:gd name="T84" fmla="*/ 45 w 96"/>
              <ns1:gd name="T85" fmla="*/ 51 h 96"/>
              <ns1:gd name="T86" fmla="*/ 48 w 96"/>
              <ns1:gd name="T87" fmla="*/ 50 h 96"/>
              <ns1:gd name="T88" fmla="*/ 53 w 96"/>
              <ns1:gd name="T89" fmla="*/ 52 h 96"/>
              <ns1:gd name="T90" fmla="*/ 55 w 96"/>
              <ns1:gd name="T91" fmla="*/ 51 h 96"/>
              <ns1:gd name="T92" fmla="*/ 58 w 96"/>
              <ns1:gd name="T93" fmla="*/ 45 h 96"/>
              <ns1:gd name="T94" fmla="*/ 58 w 96"/>
              <ns1:gd name="T95" fmla="*/ 42 h 96"/>
              <ns1:gd name="T96" fmla="*/ 62 w 96"/>
              <ns1:gd name="T97" fmla="*/ 39 h 96"/>
              <ns1:gd name="T98" fmla="*/ 66 w 96"/>
              <ns1:gd name="T99" fmla="*/ 35 h 96"/>
              <ns1:gd name="T100" fmla="*/ 68 w 96"/>
              <ns1:gd name="T101" fmla="*/ 32 h 96"/>
              <ns1:gd name="T102" fmla="*/ 63 w 96"/>
              <ns1:gd name="T103" fmla="*/ 33 h 96"/>
              <ns1:gd name="T104" fmla="*/ 73 w 96"/>
              <ns1:gd name="T105" fmla="*/ 74 h 96"/>
              <ns1:gd name="T106" fmla="*/ 68 w 96"/>
              <ns1:gd name="T107" fmla="*/ 72 h 96"/>
              <ns1:gd name="T108" fmla="*/ 62 w 96"/>
              <ns1:gd name="T109" fmla="*/ 71 h 96"/>
              <ns1:gd name="T110" fmla="*/ 59 w 96"/>
              <ns1:gd name="T111" fmla="*/ 71 h 96"/>
              <ns1:gd name="T112" fmla="*/ 57 w 96"/>
              <ns1:gd name="T113" fmla="*/ 76 h 96"/>
              <ns1:gd name="T114" fmla="*/ 55 w 96"/>
              <ns1:gd name="T115" fmla="*/ 83 h 96"/>
              <ns1:gd name="T116" fmla="*/ 76 w 96"/>
              <ns1:gd name="T117" fmla="*/ 75 h 96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  <ns1:cxn ang="0">
                <ns1:pos x="T32" y="T33"/>
              </ns1:cxn>
              <ns1:cxn ang="0">
                <ns1:pos x="T34" y="T35"/>
              </ns1:cxn>
              <ns1:cxn ang="0">
                <ns1:pos x="T36" y="T37"/>
              </ns1:cxn>
              <ns1:cxn ang="0">
                <ns1:pos x="T38" y="T39"/>
              </ns1:cxn>
              <ns1:cxn ang="0">
                <ns1:pos x="T40" y="T41"/>
              </ns1:cxn>
              <ns1:cxn ang="0">
                <ns1:pos x="T42" y="T43"/>
              </ns1:cxn>
              <ns1:cxn ang="0">
                <ns1:pos x="T44" y="T45"/>
              </ns1:cxn>
              <ns1:cxn ang="0">
                <ns1:pos x="T46" y="T47"/>
              </ns1:cxn>
              <ns1:cxn ang="0">
                <ns1:pos x="T48" y="T49"/>
              </ns1:cxn>
              <ns1:cxn ang="0">
                <ns1:pos x="T50" y="T51"/>
              </ns1:cxn>
              <ns1:cxn ang="0">
                <ns1:pos x="T52" y="T53"/>
              </ns1:cxn>
              <ns1:cxn ang="0">
                <ns1:pos x="T54" y="T55"/>
              </ns1:cxn>
              <ns1:cxn ang="0">
                <ns1:pos x="T56" y="T57"/>
              </ns1:cxn>
              <ns1:cxn ang="0">
                <ns1:pos x="T58" y="T59"/>
              </ns1:cxn>
              <ns1:cxn ang="0">
                <ns1:pos x="T60" y="T61"/>
              </ns1:cxn>
              <ns1:cxn ang="0">
                <ns1:pos x="T62" y="T63"/>
              </ns1:cxn>
              <ns1:cxn ang="0">
                <ns1:pos x="T64" y="T65"/>
              </ns1:cxn>
              <ns1:cxn ang="0">
                <ns1:pos x="T66" y="T67"/>
              </ns1:cxn>
              <ns1:cxn ang="0">
                <ns1:pos x="T68" y="T69"/>
              </ns1:cxn>
              <ns1:cxn ang="0">
                <ns1:pos x="T70" y="T71"/>
              </ns1:cxn>
              <ns1:cxn ang="0">
                <ns1:pos x="T72" y="T73"/>
              </ns1:cxn>
              <ns1:cxn ang="0">
                <ns1:pos x="T74" y="T75"/>
              </ns1:cxn>
              <ns1:cxn ang="0">
                <ns1:pos x="T76" y="T77"/>
              </ns1:cxn>
              <ns1:cxn ang="0">
                <ns1:pos x="T78" y="T79"/>
              </ns1:cxn>
              <ns1:cxn ang="0">
                <ns1:pos x="T80" y="T81"/>
              </ns1:cxn>
              <ns1:cxn ang="0">
                <ns1:pos x="T82" y="T83"/>
              </ns1:cxn>
              <ns1:cxn ang="0">
                <ns1:pos x="T84" y="T85"/>
              </ns1:cxn>
              <ns1:cxn ang="0">
                <ns1:pos x="T86" y="T87"/>
              </ns1:cxn>
              <ns1:cxn ang="0">
                <ns1:pos x="T88" y="T89"/>
              </ns1:cxn>
              <ns1:cxn ang="0">
                <ns1:pos x="T90" y="T91"/>
              </ns1:cxn>
              <ns1:cxn ang="0">
                <ns1:pos x="T92" y="T93"/>
              </ns1:cxn>
              <ns1:cxn ang="0">
                <ns1:pos x="T94" y="T95"/>
              </ns1:cxn>
              <ns1:cxn ang="0">
                <ns1:pos x="T96" y="T97"/>
              </ns1:cxn>
              <ns1:cxn ang="0">
                <ns1:pos x="T98" y="T99"/>
              </ns1:cxn>
              <ns1:cxn ang="0">
                <ns1:pos x="T100" y="T101"/>
              </ns1:cxn>
              <ns1:cxn ang="0">
                <ns1:pos x="T102" y="T103"/>
              </ns1:cxn>
              <ns1:cxn ang="0">
                <ns1:pos x="T104" y="T105"/>
              </ns1:cxn>
              <ns1:cxn ang="0">
                <ns1:pos x="T106" y="T107"/>
              </ns1:cxn>
              <ns1:cxn ang="0">
                <ns1:pos x="T108" y="T109"/>
              </ns1:cxn>
              <ns1:cxn ang="0">
                <ns1:pos x="T110" y="T111"/>
              </ns1:cxn>
              <ns1:cxn ang="0">
                <ns1:pos x="T112" y="T113"/>
              </ns1:cxn>
              <ns1:cxn ang="0">
                <ns1:pos x="T114" y="T115"/>
              </ns1:cxn>
              <ns1:cxn ang="0">
                <ns1:pos x="T116" y="T117"/>
              </ns1:cxn>
            </ns1:cxnLst>
            <ns1:rect l="0" t="0" r="r" b="b"/>
            <ns1:pathLst>
              <ns1:path w="96" h="96">
                <ns1:moveTo>
                  <ns1:pt x="96" y="48"/>
                </ns1:moveTo>
                <ns1:cubicBezTo>
                  <ns1:pt x="96" y="74"/>
                  <ns1:pt x="74" y="96"/>
                  <ns1:pt x="48" y="96"/>
                </ns1:cubicBezTo>
                <ns1:cubicBezTo>
                  <ns1:pt x="21" y="96"/>
                  <ns1:pt x="0" y="74"/>
                  <ns1:pt x="0" y="48"/>
                </ns1:cubicBezTo>
                <ns1:cubicBezTo>
                  <ns1:pt x="0" y="21"/>
                  <ns1:pt x="21" y="0"/>
                  <ns1:pt x="48" y="0"/>
                </ns1:cubicBezTo>
                <ns1:cubicBezTo>
                  <ns1:pt x="74" y="0"/>
                  <ns1:pt x="96" y="21"/>
                  <ns1:pt x="96" y="48"/>
                </ns1:cubicBezTo>
                <ns1:close/>
                <ns1:moveTo>
                  <ns1:pt x="63" y="33"/>
                </ns1:moveTo>
                <ns1:cubicBezTo>
                  <ns1:pt x="64" y="33"/>
                  <ns1:pt x="64" y="32"/>
                  <ns1:pt x="64" y="32"/>
                </ns1:cubicBezTo>
                <ns1:cubicBezTo>
                  <ns1:pt x="64" y="32"/>
                  <ns1:pt x="65" y="31"/>
                  <ns1:pt x="65" y="31"/>
                </ns1:cubicBezTo>
                <ns1:cubicBezTo>
                  <ns1:pt x="66" y="31"/>
                  <ns1:pt x="68" y="30"/>
                  <ns1:pt x="69" y="30"/>
                </ns1:cubicBezTo>
                <ns1:cubicBezTo>
                  <ns1:pt x="70" y="30"/>
                  <ns1:pt x="71" y="30"/>
                  <ns1:pt x="72" y="31"/>
                </ns1:cubicBezTo>
                <ns1:cubicBezTo>
                  <ns1:pt x="72" y="31"/>
                  <ns1:pt x="73" y="29"/>
                  <ns1:pt x="73" y="29"/>
                </ns1:cubicBezTo>
                <ns1:cubicBezTo>
                  <ns1:pt x="74" y="29"/>
                  <ns1:pt x="75" y="29"/>
                  <ns1:pt x="75" y="29"/>
                </ns1:cubicBezTo>
                <ns1:cubicBezTo>
                  <ns1:pt x="75" y="28"/>
                  <ns1:pt x="75" y="27"/>
                  <ns1:pt x="75" y="27"/>
                </ns1:cubicBezTo>
                <ns1:cubicBezTo>
                  <ns1:pt x="74" y="27"/>
                  <ns1:pt x="74" y="26"/>
                  <ns1:pt x="74" y="26"/>
                </ns1:cubicBezTo>
                <ns1:cubicBezTo>
                  <ns1:pt x="74" y="26"/>
                  <ns1:pt x="74" y="26"/>
                  <ns1:pt x="73" y="26"/>
                </ns1:cubicBezTo>
                <ns1:cubicBezTo>
                  <ns1:pt x="74" y="25"/>
                  <ns1:pt x="72" y="26"/>
                  <ns1:pt x="72" y="26"/>
                </ns1:cubicBezTo>
                <ns1:cubicBezTo>
                  <ns1:pt x="70" y="25"/>
                  <ns1:pt x="71" y="24"/>
                  <ns1:pt x="70" y="23"/>
                </ns1:cubicBezTo>
                <ns1:cubicBezTo>
                  <ns1:pt x="70" y="23"/>
                  <ns1:pt x="69" y="22"/>
                  <ns1:pt x="69" y="22"/>
                </ns1:cubicBezTo>
                <ns1:cubicBezTo>
                  <ns1:pt x="69" y="22"/>
                  <ns1:pt x="69" y="21"/>
                  <ns1:pt x="68" y="21"/>
                </ns1:cubicBezTo>
                <ns1:cubicBezTo>
                  <ns1:pt x="68" y="21"/>
                  <ns1:pt x="67" y="22"/>
                  <ns1:pt x="67" y="22"/>
                </ns1:cubicBezTo>
                <ns1:cubicBezTo>
                  <ns1:pt x="66" y="22"/>
                  <ns1:pt x="66" y="22"/>
                  <ns1:pt x="66" y="22"/>
                </ns1:cubicBezTo>
                <ns1:cubicBezTo>
                  <ns1:pt x="65" y="23"/>
                  <ns1:pt x="65" y="22"/>
                  <ns1:pt x="65" y="23"/>
                </ns1:cubicBezTo>
                <ns1:cubicBezTo>
                  <ns1:pt x="66" y="22"/>
                  <ns1:pt x="64" y="22"/>
                  <ns1:pt x="64" y="22"/>
                </ns1:cubicBezTo>
                <ns1:cubicBezTo>
                  <ns1:pt x="64" y="21"/>
                  <ns1:pt x="64" y="21"/>
                  <ns1:pt x="63" y="20"/>
                </ns1:cubicBezTo>
                <ns1:cubicBezTo>
                  <ns1:pt x="64" y="20"/>
                  <ns1:pt x="64" y="20"/>
                  <ns1:pt x="64" y="20"/>
                </ns1:cubicBezTo>
                <ns1:cubicBezTo>
                  <ns1:pt x="64" y="20"/>
                  <ns1:pt x="62" y="19"/>
                  <ns1:pt x="61" y="19"/>
                </ns1:cubicBezTo>
                <ns1:cubicBezTo>
                  <ns1:pt x="61" y="18"/>
                  <ns1:pt x="58" y="18"/>
                  <ns1:pt x="57" y="18"/>
                </ns1:cubicBezTo>
                <ns1:cubicBezTo>
                  <ns1:pt x="56" y="18"/>
                  <ns1:pt x="57" y="20"/>
                  <ns1:pt x="57" y="20"/>
                </ns1:cubicBezTo>
                <ns1:cubicBezTo>
                  <ns1:pt x="57" y="21"/>
                  <ns1:pt x="57" y="21"/>
                  <ns1:pt x="57" y="22"/>
                </ns1:cubicBezTo>
                <ns1:cubicBezTo>
                  <ns1:pt x="57" y="23"/>
                  <ns1:pt x="59" y="23"/>
                  <ns1:pt x="58" y="24"/>
                </ns1:cubicBezTo>
                <ns1:cubicBezTo>
                  <ns1:pt x="58" y="25"/>
                  <ns1:pt x="57" y="25"/>
                  <ns1:pt x="56" y="26"/>
                </ns1:cubicBezTo>
                <ns1:cubicBezTo>
                  <ns1:pt x="56" y="27"/>
                  <ns1:pt x="56" y="28"/>
                  <ns1:pt x="57" y="28"/>
                </ns1:cubicBezTo>
                <ns1:cubicBezTo>
                  <ns1:pt x="57" y="29"/>
                  <ns1:pt x="56" y="29"/>
                  <ns1:pt x="56" y="29"/>
                </ns1:cubicBezTo>
                <ns1:cubicBezTo>
                  <ns1:pt x="55" y="30"/>
                  <ns1:pt x="54" y="28"/>
                  <ns1:pt x="53" y="27"/>
                </ns1:cubicBezTo>
                <ns1:cubicBezTo>
                  <ns1:pt x="53" y="27"/>
                  <ns1:pt x="53" y="26"/>
                  <ns1:pt x="52" y="25"/>
                </ns1:cubicBezTo>
                <ns1:cubicBezTo>
                  <ns1:pt x="52" y="25"/>
                  <ns1:pt x="51" y="25"/>
                  <ns1:pt x="51" y="25"/>
                </ns1:cubicBezTo>
                <ns1:cubicBezTo>
                  <ns1:pt x="50" y="25"/>
                  <ns1:pt x="49" y="24"/>
                  <ns1:pt x="48" y="24"/>
                </ns1:cubicBezTo>
                <ns1:cubicBezTo>
                  <ns1:pt x="47" y="23"/>
                  <ns1:pt x="46" y="23"/>
                  <ns1:pt x="44" y="24"/>
                </ns1:cubicBezTo>
                <ns1:cubicBezTo>
                  <ns1:pt x="45" y="24"/>
                  <ns1:pt x="44" y="22"/>
                  <ns1:pt x="43" y="22"/>
                </ns1:cubicBezTo>
                <ns1:cubicBezTo>
                  <ns1:pt x="44" y="21"/>
                  <ns1:pt x="43" y="21"/>
                  <ns1:pt x="44" y="20"/>
                </ns1:cubicBezTo>
                <ns1:cubicBezTo>
                  <ns1:pt x="44" y="19"/>
                  <ns1:pt x="44" y="19"/>
                  <ns1:pt x="44" y="19"/>
                </ns1:cubicBezTo>
                <ns1:cubicBezTo>
                  <ns1:pt x="44" y="18"/>
                  <ns1:pt x="46" y="17"/>
                  <ns1:pt x="45" y="17"/>
                </ns1:cubicBezTo>
                <ns1:cubicBezTo>
                  <ns1:pt x="46" y="17"/>
                  <ns1:pt x="48" y="17"/>
                  <ns1:pt x="49" y="16"/>
                </ns1:cubicBezTo>
                <ns1:cubicBezTo>
                  <ns1:pt x="49" y="16"/>
                  <ns1:pt x="49" y="15"/>
                  <ns1:pt x="50" y="14"/>
                </ns1:cubicBezTo>
                <ns1:cubicBezTo>
                  <ns1:pt x="51" y="13"/>
                  <ns1:pt x="52" y="14"/>
                  <ns1:pt x="53" y="14"/>
                </ns1:cubicBezTo>
                <ns1:cubicBezTo>
                  <ns1:pt x="54" y="14"/>
                  <ns1:pt x="54" y="13"/>
                  <ns1:pt x="53" y="12"/>
                </ns1:cubicBezTo>
                <ns1:cubicBezTo>
                  <ns1:pt x="54" y="12"/>
                  <ns1:pt x="53" y="11"/>
                  <ns1:pt x="53" y="11"/>
                </ns1:cubicBezTo>
                <ns1:cubicBezTo>
                  <ns1:pt x="52" y="11"/>
                  <ns1:pt x="50" y="11"/>
                  <ns1:pt x="51" y="12"/>
                </ns1:cubicBezTo>
                <ns1:cubicBezTo>
                  <ns1:pt x="51" y="11"/>
                  <ns1:pt x="49" y="15"/>
                  <ns1:pt x="49" y="13"/>
                </ns1:cubicBezTo>
                <ns1:cubicBezTo>
                  <ns1:pt x="48" y="13"/>
                  <ns1:pt x="48" y="11"/>
                  <ns1:pt x="48" y="11"/>
                </ns1:cubicBezTo>
                <ns1:cubicBezTo>
                  <ns1:pt x="47" y="11"/>
                  <ns1:pt x="47" y="12"/>
                  <ns1:pt x="47" y="12"/>
                </ns1:cubicBezTo>
                <ns1:cubicBezTo>
                  <ns1:pt x="47" y="11"/>
                  <ns1:pt x="45" y="11"/>
                  <ns1:pt x="44" y="11"/>
                </ns1:cubicBezTo>
                <ns1:cubicBezTo>
                  <ns1:pt x="45" y="10"/>
                  <ns1:pt x="45" y="9"/>
                  <ns1:pt x="44" y="9"/>
                </ns1:cubicBezTo>
                <ns1:cubicBezTo>
                  <ns1:pt x="43" y="9"/>
                  <ns1:pt x="42" y="9"/>
                  <ns1:pt x="41" y="9"/>
                </ns1:cubicBezTo>
                <ns1:cubicBezTo>
                  <ns1:pt x="40" y="10"/>
                  <ns1:pt x="43" y="11"/>
                  <ns1:pt x="43" y="11"/>
                </ns1:cubicBezTo>
                <ns1:cubicBezTo>
                  <ns1:pt x="44" y="11"/>
                  <ns1:pt x="44" y="12"/>
                  <ns1:pt x="44" y="12"/>
                </ns1:cubicBezTo>
                <ns1:cubicBezTo>
                  <ns1:pt x="43" y="12"/>
                  <ns1:pt x="42" y="12"/>
                  <ns1:pt x="42" y="13"/>
                </ns1:cubicBezTo>
                <ns1:cubicBezTo>
                  <ns1:pt x="42" y="13"/>
                  <ns1:pt x="43" y="14"/>
                  <ns1:pt x="42" y="14"/>
                </ns1:cubicBezTo>
                <ns1:cubicBezTo>
                  <ns1:pt x="42" y="14"/>
                  <ns1:pt x="42" y="13"/>
                  <ns1:pt x="41" y="12"/>
                </ns1:cubicBezTo>
                <ns1:cubicBezTo>
                  <ns1:pt x="42" y="13"/>
                  <ns1:pt x="39" y="13"/>
                  <ns1:pt x="39" y="13"/>
                </ns1:cubicBezTo>
                <ns1:cubicBezTo>
                  <ns1:pt x="38" y="13"/>
                  <ns1:pt x="36" y="13"/>
                  <ns1:pt x="36" y="12"/>
                </ns1:cubicBezTo>
                <ns1:cubicBezTo>
                  <ns1:pt x="36" y="12"/>
                  <ns1:pt x="36" y="11"/>
                  <ns1:pt x="36" y="11"/>
                </ns1:cubicBezTo>
                <ns1:cubicBezTo>
                  <ns1:pt x="35" y="10"/>
                  <ns1:pt x="35" y="10"/>
                  <ns1:pt x="35" y="10"/>
                </ns1:cubicBezTo>
                <ns1:cubicBezTo>
                  <ns1:pt x="33" y="10"/>
                  <ns1:pt x="31" y="11"/>
                  <ns1:pt x="29" y="12"/>
                </ns1:cubicBezTo>
                <ns1:cubicBezTo>
                  <ns1:pt x="29" y="12"/>
                  <ns1:pt x="29" y="12"/>
                  <ns1:pt x="30" y="12"/>
                </ns1:cubicBezTo>
                <ns1:cubicBezTo>
                  <ns1:pt x="30" y="12"/>
                  <ns1:pt x="31" y="12"/>
                  <ns1:pt x="31" y="12"/>
                </ns1:cubicBezTo>
                <ns1:cubicBezTo>
                  <ns1:pt x="32" y="11"/>
                  <ns1:pt x="33" y="11"/>
                  <ns1:pt x="34" y="11"/>
                </ns1:cubicBezTo>
                <ns1:cubicBezTo>
                  <ns1:pt x="34" y="11"/>
                  <ns1:pt x="34" y="11"/>
                  <ns1:pt x="34" y="11"/>
                </ns1:cubicBezTo>
                <ns1:cubicBezTo>
                  <ns1:pt x="34" y="11"/>
                  <ns1:pt x="35" y="12"/>
                  <ns1:pt x="35" y="12"/>
                </ns1:cubicBezTo>
                <ns1:cubicBezTo>
                  <ns1:pt x="35" y="12"/>
                  <ns1:pt x="34" y="12"/>
                  <ns1:pt x="33" y="12"/>
                </ns1:cubicBezTo>
                <ns1:cubicBezTo>
                  <ns1:pt x="33" y="12"/>
                  <ns1:pt x="32" y="13"/>
                  <ns1:pt x="32" y="13"/>
                </ns1:cubicBezTo>
                <ns1:cubicBezTo>
                  <ns1:pt x="32" y="13"/>
                  <ns1:pt x="32" y="14"/>
                  <ns1:pt x="32" y="14"/>
                </ns1:cubicBezTo>
                <ns1:cubicBezTo>
                  <ns1:pt x="32" y="14"/>
                  <ns1:pt x="31" y="13"/>
                  <ns1:pt x="30" y="13"/>
                </ns1:cubicBezTo>
                <ns1:cubicBezTo>
                  <ns1:pt x="29" y="13"/>
                  <ns1:pt x="29" y="13"/>
                  <ns1:pt x="28" y="13"/>
                </ns1:cubicBezTo>
                <ns1:cubicBezTo>
                  <ns1:pt x="22" y="16"/>
                  <ns1:pt x="17" y="21"/>
                  <ns1:pt x="14" y="26"/>
                </ns1:cubicBezTo>
                <ns1:cubicBezTo>
                  <ns1:pt x="14" y="27"/>
                  <ns1:pt x="14" y="27"/>
                  <ns1:pt x="14" y="27"/>
                </ns1:cubicBezTo>
                <ns1:cubicBezTo>
                  <ns1:pt x="15" y="27"/>
                  <ns1:pt x="14" y="29"/>
                  <ns1:pt x="16" y="28"/>
                </ns1:cubicBezTo>
                <ns1:cubicBezTo>
                  <ns1:pt x="16" y="28"/>
                  <ns1:pt x="16" y="29"/>
                  <ns1:pt x="16" y="29"/>
                </ns1:cubicBezTo>
                <ns1:cubicBezTo>
                  <ns1:pt x="16" y="29"/>
                  <ns1:pt x="18" y="31"/>
                  <ns1:pt x="19" y="31"/>
                </ns1:cubicBezTo>
                <ns1:cubicBezTo>
                  <ns1:pt x="19" y="31"/>
                  <ns1:pt x="20" y="32"/>
                  <ns1:pt x="20" y="32"/>
                </ns1:cubicBezTo>
                <ns1:cubicBezTo>
                  <ns1:pt x="20" y="33"/>
                  <ns1:pt x="20" y="33"/>
                  <ns1:pt x="19" y="33"/>
                </ns1:cubicBezTo>
                <ns1:cubicBezTo>
                  <ns1:pt x="19" y="33"/>
                  <ns1:pt x="18" y="32"/>
                  <ns1:pt x="18" y="33"/>
                </ns1:cubicBezTo>
                <ns1:cubicBezTo>
                  <ns1:pt x="18" y="33"/>
                  <ns1:pt x="18" y="35"/>
                  <ns1:pt x="19" y="34"/>
                </ns1:cubicBezTo>
                <ns1:cubicBezTo>
                  <ns1:pt x="18" y="35"/>
                  <ns1:pt x="18" y="38"/>
                  <ns1:pt x="18" y="39"/>
                </ns1:cubicBezTo>
                <ns1:cubicBezTo>
                  <ns1:pt x="18" y="39"/>
                  <ns1:pt x="18" y="39"/>
                  <ns1:pt x="18" y="39"/>
                </ns1:cubicBezTo>
                <ns1:cubicBezTo>
                  <ns1:pt x="18" y="40"/>
                  <ns1:pt x="19" y="43"/>
                  <ns1:pt x="20" y="43"/>
                </ns1:cubicBezTo>
                <ns1:cubicBezTo>
                  <ns1:pt x="19" y="43"/>
                  <ns1:pt x="21" y="46"/>
                  <ns1:pt x="22" y="46"/>
                </ns1:cubicBezTo>
                <ns1:cubicBezTo>
                  <ns1:pt x="22" y="46"/>
                  <ns1:pt x="23" y="47"/>
                  <ns1:pt x="24" y="48"/>
                </ns1:cubicBezTo>
                <ns1:cubicBezTo>
                  <ns1:pt x="25" y="48"/>
                  <ns1:pt x="25" y="50"/>
                  <ns1:pt x="25" y="50"/>
                </ns1:cubicBezTo>
                <ns1:cubicBezTo>
                  <ns1:pt x="25" y="51"/>
                  <ns1:pt x="27" y="52"/>
                  <ns1:pt x="27" y="53"/>
                </ns1:cubicBezTo>
                <ns1:cubicBezTo>
                  <ns1:pt x="27" y="53"/>
                  <ns1:pt x="26" y="53"/>
                  <ns1:pt x="26" y="53"/>
                </ns1:cubicBezTo>
                <ns1:cubicBezTo>
                  <ns1:pt x="27" y="54"/>
                  <ns1:pt x="28" y="54"/>
                  <ns1:pt x="28" y="55"/>
                </ns1:cubicBezTo>
                <ns1:cubicBezTo>
                  <ns1:pt x="29" y="55"/>
                  <ns1:pt x="28" y="57"/>
                  <ns1:pt x="29" y="56"/>
                </ns1:cubicBezTo>
                <ns1:cubicBezTo>
                  <ns1:pt x="29" y="55"/>
                  <ns1:pt x="28" y="54"/>
                  <ns1:pt x="28" y="53"/>
                </ns1:cubicBezTo>
                <ns1:cubicBezTo>
                  <ns1:pt x="27" y="52"/>
                  <ns1:pt x="27" y="51"/>
                  <ns1:pt x="27" y="51"/>
                </ns1:cubicBezTo>
                <ns1:cubicBezTo>
                  <ns1:pt x="26" y="50"/>
                  <ns1:pt x="26" y="49"/>
                  <ns1:pt x="26" y="49"/>
                </ns1:cubicBezTo>
                <ns1:cubicBezTo>
                  <ns1:pt x="26" y="49"/>
                  <ns1:pt x="28" y="49"/>
                  <ns1:pt x="27" y="50"/>
                </ns1:cubicBezTo>
                <ns1:cubicBezTo>
                  <ns1:pt x="27" y="51"/>
                  <ns1:pt x="29" y="53"/>
                  <ns1:pt x="30" y="54"/>
                </ns1:cubicBezTo>
                <ns1:cubicBezTo>
                  <ns1:pt x="30" y="54"/>
                  <ns1:pt x="32" y="56"/>
                  <ns1:pt x="31" y="56"/>
                </ns1:cubicBezTo>
                <ns1:cubicBezTo>
                  <ns1:pt x="32" y="56"/>
                  <ns1:pt x="33" y="57"/>
                  <ns1:pt x="33" y="58"/>
                </ns1:cubicBezTo>
                <ns1:cubicBezTo>
                  <ns1:pt x="34" y="59"/>
                  <ns1:pt x="34" y="60"/>
                  <ns1:pt x="34" y="61"/>
                </ns1:cubicBezTo>
                <ns1:cubicBezTo>
                  <ns1:pt x="34" y="62"/>
                  <ns1:pt x="36" y="63"/>
                  <ns1:pt x="37" y="63"/>
                </ns1:cubicBezTo>
                <ns1:cubicBezTo>
                  <ns1:pt x="38" y="64"/>
                  <ns1:pt x="39" y="64"/>
                  <ns1:pt x="40" y="65"/>
                </ns1:cubicBezTo>
                <ns1:cubicBezTo>
                  <ns1:pt x="41" y="65"/>
                  <ns1:pt x="41" y="65"/>
                  <ns1:pt x="42" y="64"/>
                </ns1:cubicBezTo>
                <ns1:cubicBezTo>
                  <ns1:pt x="44" y="64"/>
                  <ns1:pt x="44" y="66"/>
                  <ns1:pt x="46" y="67"/>
                </ns1:cubicBezTo>
                <ns1:cubicBezTo>
                  <ns1:pt x="46" y="67"/>
                  <ns1:pt x="48" y="68"/>
                  <ns1:pt x="49" y="67"/>
                </ns1:cubicBezTo>
                <ns1:cubicBezTo>
                  <ns1:pt x="49" y="68"/>
                  <ns1:pt x="50" y="70"/>
                  <ns1:pt x="50" y="70"/>
                </ns1:cubicBezTo>
                <ns1:cubicBezTo>
                  <ns1:pt x="51" y="71"/>
                  <ns1:pt x="52" y="71"/>
                  <ns1:pt x="53" y="72"/>
                </ns1:cubicBezTo>
                <ns1:cubicBezTo>
                  <ns1:pt x="53" y="72"/>
                  <ns1:pt x="53" y="72"/>
                  <ns1:pt x="53" y="72"/>
                </ns1:cubicBezTo>
                <ns1:cubicBezTo>
                  <ns1:pt x="53" y="72"/>
                  <ns1:pt x="54" y="74"/>
                  <ns1:pt x="55" y="73"/>
                </ns1:cubicBezTo>
                <ns1:cubicBezTo>
                  <ns1:pt x="55" y="73"/>
                  <ns1:pt x="56" y="72"/>
                  <ns1:pt x="56" y="71"/>
                </ns1:cubicBezTo>
                <ns1:cubicBezTo>
                  <ns1:pt x="54" y="72"/>
                  <ns1:pt x="53" y="72"/>
                  <ns1:pt x="52" y="70"/>
                </ns1:cubicBezTo>
                <ns1:cubicBezTo>
                  <ns1:pt x="52" y="70"/>
                  <ns1:pt x="51" y="68"/>
                  <ns1:pt x="52" y="68"/>
                </ns1:cubicBezTo>
                <ns1:cubicBezTo>
                  <ns1:pt x="53" y="68"/>
                  <ns1:pt x="53" y="67"/>
                  <ns1:pt x="52" y="66"/>
                </ns1:cubicBezTo>
                <ns1:cubicBezTo>
                  <ns1:pt x="52" y="66"/>
                  <ns1:pt x="51" y="65"/>
                  <ns1:pt x="51" y="64"/>
                </ns1:cubicBezTo>
                <ns1:cubicBezTo>
                  <ns1:pt x="51" y="65"/>
                  <ns1:pt x="49" y="65"/>
                  <ns1:pt x="49" y="64"/>
                </ns1:cubicBezTo>
                <ns1:cubicBezTo>
                  <ns1:pt x="49" y="64"/>
                  <ns1:pt x="49" y="65"/>
                  <ns1:pt x="49" y="65"/>
                </ns1:cubicBezTo>
                <ns1:cubicBezTo>
                  <ns1:pt x="49" y="65"/>
                  <ns1:pt x="48" y="65"/>
                  <ns1:pt x="48" y="65"/>
                </ns1:cubicBezTo>
                <ns1:cubicBezTo>
                  <ns1:pt x="48" y="64"/>
                  <ns1:pt x="48" y="63"/>
                  <ns1:pt x="48" y="62"/>
                </ns1:cubicBezTo>
                <ns1:cubicBezTo>
                  <ns1:pt x="49" y="61"/>
                  <ns1:pt x="51" y="59"/>
                  <ns1:pt x="48" y="59"/>
                </ns1:cubicBezTo>
                <ns1:cubicBezTo>
                  <ns1:pt x="47" y="59"/>
                  <ns1:pt x="47" y="60"/>
                  <ns1:pt x="46" y="60"/>
                </ns1:cubicBezTo>
                <ns1:cubicBezTo>
                  <ns1:pt x="46" y="61"/>
                  <ns1:pt x="46" y="62"/>
                  <ns1:pt x="45" y="62"/>
                </ns1:cubicBezTo>
                <ns1:cubicBezTo>
                  <ns1:pt x="45" y="63"/>
                  <ns1:pt x="43" y="62"/>
                  <ns1:pt x="42" y="62"/>
                </ns1:cubicBezTo>
                <ns1:cubicBezTo>
                  <ns1:pt x="41" y="61"/>
                  <ns1:pt x="40" y="59"/>
                  <ns1:pt x="40" y="58"/>
                </ns1:cubicBezTo>
                <ns1:cubicBezTo>
                  <ns1:pt x="40" y="56"/>
                  <ns1:pt x="41" y="55"/>
                  <ns1:pt x="40" y="53"/>
                </ns1:cubicBezTo>
                <ns1:cubicBezTo>
                  <ns1:pt x="41" y="53"/>
                  <ns1:pt x="41" y="52"/>
                  <ns1:pt x="41" y="52"/>
                </ns1:cubicBezTo>
                <ns1:cubicBezTo>
                  <ns1:pt x="42" y="52"/>
                  <ns1:pt x="42" y="52"/>
                  <ns1:pt x="42" y="51"/>
                </ns1:cubicBezTo>
                <ns1:cubicBezTo>
                  <ns1:pt x="42" y="51"/>
                  <ns1:pt x="42" y="51"/>
                  <ns1:pt x="42" y="51"/>
                </ns1:cubicBezTo>
                <ns1:cubicBezTo>
                  <ns1:pt x="43" y="52"/>
                  <ns1:pt x="45" y="50"/>
                  <ns1:pt x="45" y="51"/>
                </ns1:cubicBezTo>
                <ns1:cubicBezTo>
                  <ns1:pt x="46" y="51"/>
                  <ns1:pt x="47" y="52"/>
                  <ns1:pt x="47" y="51"/>
                </ns1:cubicBezTo>
                <ns1:cubicBezTo>
                  <ns1:pt x="47" y="51"/>
                  <ns1:pt x="46" y="50"/>
                  <ns1:pt x="47" y="50"/>
                </ns1:cubicBezTo>
                <ns1:cubicBezTo>
                  <ns1:pt x="47" y="51"/>
                  <ns1:pt x="48" y="51"/>
                  <ns1:pt x="48" y="50"/>
                </ns1:cubicBezTo>
                <ns1:cubicBezTo>
                  <ns1:pt x="49" y="50"/>
                  <ns1:pt x="50" y="50"/>
                  <ns1:pt x="51" y="51"/>
                </ns1:cubicBezTo>
                <ns1:cubicBezTo>
                  <ns1:pt x="51" y="51"/>
                  <ns1:pt x="51" y="52"/>
                  <ns1:pt x="52" y="51"/>
                </ns1:cubicBezTo>
                <ns1:cubicBezTo>
                  <ns1:pt x="53" y="52"/>
                  <ns1:pt x="53" y="52"/>
                  <ns1:pt x="53" y="52"/>
                </ns1:cubicBezTo>
                <ns1:cubicBezTo>
                  <ns1:pt x="53" y="53"/>
                  <ns1:pt x="53" y="55"/>
                  <ns1:pt x="54" y="55"/>
                </ns1:cubicBezTo>
                <ns1:cubicBezTo>
                  <ns1:pt x="55" y="56"/>
                  <ns1:pt x="55" y="54"/>
                  <ns1:pt x="55" y="53"/>
                </ns1:cubicBezTo>
                <ns1:cubicBezTo>
                  <ns1:pt x="55" y="53"/>
                  <ns1:pt x="55" y="51"/>
                  <ns1:pt x="55" y="51"/>
                </ns1:cubicBezTo>
                <ns1:cubicBezTo>
                  <ns1:pt x="53" y="50"/>
                  <ns1:pt x="54" y="49"/>
                  <ns1:pt x="55" y="48"/>
                </ns1:cubicBezTo>
                <ns1:cubicBezTo>
                  <ns1:pt x="55" y="48"/>
                  <ns1:pt x="56" y="47"/>
                  <ns1:pt x="57" y="47"/>
                </ns1:cubicBezTo>
                <ns1:cubicBezTo>
                  <ns1:pt x="58" y="46"/>
                  <ns1:pt x="58" y="45"/>
                  <ns1:pt x="58" y="45"/>
                </ns1:cubicBezTo>
                <ns1:cubicBezTo>
                  <ns1:pt x="58" y="45"/>
                  <ns1:pt x="58" y="44"/>
                  <ns1:pt x="59" y="44"/>
                </ns1:cubicBezTo>
                <ns1:cubicBezTo>
                  <ns1:pt x="58" y="44"/>
                  <ns1:pt x="58" y="43"/>
                  <ns1:pt x="58" y="43"/>
                </ns1:cubicBezTo>
                <ns1:cubicBezTo>
                  <ns1:pt x="58" y="43"/>
                  <ns1:pt x="58" y="43"/>
                  <ns1:pt x="58" y="42"/>
                </ns1:cubicBezTo>
                <ns1:cubicBezTo>
                  <ns1:pt x="58" y="42"/>
                  <ns1:pt x="58" y="41"/>
                  <ns1:pt x="59" y="41"/>
                </ns1:cubicBezTo>
                <ns1:cubicBezTo>
                  <ns1:pt x="59" y="42"/>
                  <ns1:pt x="61" y="41"/>
                  <ns1:pt x="60" y="40"/>
                </ns1:cubicBezTo>
                <ns1:cubicBezTo>
                  <ns1:pt x="61" y="39"/>
                  <ns1:pt x="62" y="40"/>
                  <ns1:pt x="62" y="39"/>
                </ns1:cubicBezTo>
                <ns1:cubicBezTo>
                  <ns1:pt x="63" y="39"/>
                  <ns1:pt x="63" y="38"/>
                  <ns1:pt x="63" y="37"/>
                </ns1:cubicBezTo>
                <ns1:cubicBezTo>
                  <ns1:pt x="64" y="37"/>
                  <ns1:pt x="64" y="37"/>
                  <ns1:pt x="65" y="36"/>
                </ns1:cubicBezTo>
                <ns1:cubicBezTo>
                  <ns1:pt x="65" y="36"/>
                  <ns1:pt x="66" y="36"/>
                  <ns1:pt x="66" y="35"/>
                </ns1:cubicBezTo>
                <ns1:cubicBezTo>
                  <ns1:pt x="67" y="36"/>
                  <ns1:pt x="69" y="34"/>
                  <ns1:pt x="68" y="34"/>
                </ns1:cubicBezTo>
                <ns1:cubicBezTo>
                  <ns1:pt x="68" y="33"/>
                  <ns1:pt x="67" y="33"/>
                  <ns1:pt x="66" y="33"/>
                </ns1:cubicBezTo>
                <ns1:cubicBezTo>
                  <ns1:pt x="67" y="32"/>
                  <ns1:pt x="67" y="33"/>
                  <ns1:pt x="68" y="32"/>
                </ns1:cubicBezTo>
                <ns1:cubicBezTo>
                  <ns1:pt x="69" y="32"/>
                  <ns1:pt x="68" y="32"/>
                  <ns1:pt x="67" y="31"/>
                </ns1:cubicBezTo>
                <ns1:cubicBezTo>
                  <ns1:pt x="66" y="31"/>
                  <ns1:pt x="65" y="32"/>
                  <ns1:pt x="65" y="32"/>
                </ns1:cubicBezTo>
                <ns1:cubicBezTo>
                  <ns1:pt x="64" y="33"/>
                  <ns1:pt x="64" y="33"/>
                  <ns1:pt x="63" y="33"/>
                </ns1:cubicBezTo>
                <ns1:close/>
                <ns1:moveTo>
                  <ns1:pt x="76" y="75"/>
                </ns1:moveTo>
                <ns1:cubicBezTo>
                  <ns1:pt x="76" y="75"/>
                  <ns1:pt x="75" y="75"/>
                  <ns1:pt x="75" y="75"/>
                </ns1:cubicBezTo>
                <ns1:cubicBezTo>
                  <ns1:pt x="74" y="74"/>
                  <ns1:pt x="74" y="74"/>
                  <ns1:pt x="73" y="74"/>
                </ns1:cubicBezTo>
                <ns1:cubicBezTo>
                  <ns1:pt x="73" y="73"/>
                  <ns1:pt x="72" y="72"/>
                  <ns1:pt x="71" y="72"/>
                </ns1:cubicBezTo>
                <ns1:cubicBezTo>
                  <ns1:pt x="70" y="71"/>
                  <ns1:pt x="70" y="71"/>
                  <ns1:pt x="69" y="71"/>
                </ns1:cubicBezTo>
                <ns1:cubicBezTo>
                  <ns1:pt x="69" y="71"/>
                  <ns1:pt x="67" y="71"/>
                  <ns1:pt x="68" y="72"/>
                </ns1:cubicBezTo>
                <ns1:cubicBezTo>
                  <ns1:pt x="67" y="71"/>
                  <ns1:pt x="66" y="70"/>
                  <ns1:pt x="65" y="70"/>
                </ns1:cubicBezTo>
                <ns1:cubicBezTo>
                  <ns1:pt x="64" y="70"/>
                  <ns1:pt x="64" y="69"/>
                  <ns1:pt x="63" y="70"/>
                </ns1:cubicBezTo>
                <ns1:cubicBezTo>
                  <ns1:pt x="62" y="70"/>
                  <ns1:pt x="62" y="71"/>
                  <ns1:pt x="62" y="71"/>
                </ns1:cubicBezTo>
                <ns1:cubicBezTo>
                  <ns1:pt x="61" y="71"/>
                  <ns1:pt x="63" y="70"/>
                  <ns1:pt x="62" y="69"/>
                </ns1:cubicBezTo>
                <ns1:cubicBezTo>
                  <ns1:pt x="62" y="68"/>
                  <ns1:pt x="60" y="70"/>
                  <ns1:pt x="60" y="70"/>
                </ns1:cubicBezTo>
                <ns1:cubicBezTo>
                  <ns1:pt x="59" y="70"/>
                  <ns1:pt x="59" y="71"/>
                  <ns1:pt x="59" y="71"/>
                </ns1:cubicBezTo>
                <ns1:cubicBezTo>
                  <ns1:pt x="58" y="71"/>
                  <ns1:pt x="58" y="72"/>
                  <ns1:pt x="58" y="72"/>
                </ns1:cubicBezTo>
                <ns1:cubicBezTo>
                  <ns1:pt x="58" y="72"/>
                  <ns1:pt x="57" y="72"/>
                  <ns1:pt x="57" y="72"/>
                </ns1:cubicBezTo>
                <ns1:cubicBezTo>
                  <ns1:pt x="57" y="73"/>
                  <ns1:pt x="57" y="75"/>
                  <ns1:pt x="57" y="76"/>
                </ns1:cubicBezTo>
                <ns1:cubicBezTo>
                  <ns1:pt x="57" y="77"/>
                  <ns1:pt x="57" y="79"/>
                  <ns1:pt x="56" y="79"/>
                </ns1:cubicBezTo>
                <ns1:cubicBezTo>
                  <ns1:pt x="56" y="80"/>
                  <ns1:pt x="55" y="81"/>
                  <ns1:pt x="55" y="82"/>
                </ns1:cubicBezTo>
                <ns1:cubicBezTo>
                  <ns1:pt x="54" y="82"/>
                  <ns1:pt x="55" y="83"/>
                  <ns1:pt x="55" y="83"/>
                </ns1:cubicBezTo>
                <ns1:cubicBezTo>
                  <ns1:pt x="55" y="84"/>
                  <ns1:pt x="54" y="85"/>
                  <ns1:pt x="54" y="86"/>
                </ns1:cubicBezTo>
                <ns1:cubicBezTo>
                  <ns1:pt x="54" y="86"/>
                  <ns1:pt x="54" y="87"/>
                  <ns1:pt x="54" y="87"/>
                </ns1:cubicBezTo>
                <ns1:cubicBezTo>
                  <ns1:pt x="63" y="85"/>
                  <ns1:pt x="71" y="81"/>
                  <ns1:pt x="76" y="75"/>
                </ns1:cubicBezTo>
                <ns1:close/>
              </ns1:path>
            </ns1:pathLst>
          </ns1:custGeom>
          <ns1:solidFill>
            <ns1:srgbClr val="010101"/>
          </ns1:solidFill>
          <ns1:ln>
            <ns1:noFill/>
          </ns1:ln>
          <ns1:extLst>
            <ns1:ext uri="{91240B29-F687-4F45-9708-019B960494DF}">
              <ns2:hiddenLine w="9525">
                <ns1:solidFill>
                  <ns1:srgbClr val="000000"/>
                </ns1:solidFill>
                <ns1:round/>
                <ns1:headEnd/>
                <ns1:tailEnd/>
              </ns2:hiddenLine>
            </ns1:ext>
          </ns1:extLst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en-US" sz="2700"/>
          </ns1:p>
        </ns0:txBody>
      </ns0:sp>
      <ns0:sp>
        <ns0:nvSpPr>
          <ns0:cNvPr id="156" name="Freeform 154"/>
          <ns0:cNvSpPr>
            <ns1:spLocks noEditPoints="1"/>
          </ns0:cNvSpPr>
          <ns0:nvPr/>
        </ns0:nvSpPr>
        <ns0:spPr bwMode="auto">
          <ns1:xfrm>
            <ns1:off x="4286251" y="5114926"/>
            <ns1:ext cx="382588" cy="382588"/>
          </ns1:xfrm>
          <ns1:custGeom>
            <ns1:avLst/>
            <ns1:gdLst>
              <ns1:gd name="T0" fmla="*/ 20 w 102"/>
              <ns1:gd name="T1" fmla="*/ 100 h 102"/>
              <ns1:gd name="T2" fmla="*/ 15 w 102"/>
              <ns1:gd name="T3" fmla="*/ 102 h 102"/>
              <ns1:gd name="T4" fmla="*/ 9 w 102"/>
              <ns1:gd name="T5" fmla="*/ 100 h 102"/>
              <ns1:gd name="T6" fmla="*/ 2 w 102"/>
              <ns1:gd name="T7" fmla="*/ 93 h 102"/>
              <ns1:gd name="T8" fmla="*/ 0 w 102"/>
              <ns1:gd name="T9" fmla="*/ 88 h 102"/>
              <ns1:gd name="T10" fmla="*/ 2 w 102"/>
              <ns1:gd name="T11" fmla="*/ 82 h 102"/>
              <ns1:gd name="T12" fmla="*/ 45 w 102"/>
              <ns1:gd name="T13" fmla="*/ 39 h 102"/>
              <ns1:gd name="T14" fmla="*/ 63 w 102"/>
              <ns1:gd name="T15" fmla="*/ 57 h 102"/>
              <ns1:gd name="T16" fmla="*/ 20 w 102"/>
              <ns1:gd name="T17" fmla="*/ 100 h 102"/>
              <ns1:gd name="T18" fmla="*/ 19 w 102"/>
              <ns1:gd name="T19" fmla="*/ 80 h 102"/>
              <ns1:gd name="T20" fmla="*/ 15 w 102"/>
              <ns1:gd name="T21" fmla="*/ 84 h 102"/>
              <ns1:gd name="T22" fmla="*/ 19 w 102"/>
              <ns1:gd name="T23" fmla="*/ 88 h 102"/>
              <ns1:gd name="T24" fmla="*/ 23 w 102"/>
              <ns1:gd name="T25" fmla="*/ 84 h 102"/>
              <ns1:gd name="T26" fmla="*/ 19 w 102"/>
              <ns1:gd name="T27" fmla="*/ 80 h 102"/>
              <ns1:gd name="T28" fmla="*/ 101 w 102"/>
              <ns1:gd name="T29" fmla="*/ 37 h 102"/>
              <ns1:gd name="T30" fmla="*/ 75 w 102"/>
              <ns1:gd name="T31" fmla="*/ 56 h 102"/>
              <ns1:gd name="T32" fmla="*/ 47 w 102"/>
              <ns1:gd name="T33" fmla="*/ 28 h 102"/>
              <ns1:gd name="T34" fmla="*/ 75 w 102"/>
              <ns1:gd name="T35" fmla="*/ 0 h 102"/>
              <ns1:gd name="T36" fmla="*/ 89 w 102"/>
              <ns1:gd name="T37" fmla="*/ 4 h 102"/>
              <ns1:gd name="T38" fmla="*/ 90 w 102"/>
              <ns1:gd name="T39" fmla="*/ 5 h 102"/>
              <ns1:gd name="T40" fmla="*/ 89 w 102"/>
              <ns1:gd name="T41" fmla="*/ 7 h 102"/>
              <ns1:gd name="T42" fmla="*/ 71 w 102"/>
              <ns1:gd name="T43" fmla="*/ 18 h 102"/>
              <ns1:gd name="T44" fmla="*/ 71 w 102"/>
              <ns1:gd name="T45" fmla="*/ 32 h 102"/>
              <ns1:gd name="T46" fmla="*/ 83 w 102"/>
              <ns1:gd name="T47" fmla="*/ 38 h 102"/>
              <ns1:gd name="T48" fmla="*/ 100 w 102"/>
              <ns1:gd name="T49" fmla="*/ 28 h 102"/>
              <ns1:gd name="T50" fmla="*/ 102 w 102"/>
              <ns1:gd name="T51" fmla="*/ 30 h 102"/>
              <ns1:gd name="T52" fmla="*/ 101 w 102"/>
              <ns1:gd name="T53" fmla="*/ 37 h 102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  <ns1:cxn ang="0">
                <ns1:pos x="T32" y="T33"/>
              </ns1:cxn>
              <ns1:cxn ang="0">
                <ns1:pos x="T34" y="T35"/>
              </ns1:cxn>
              <ns1:cxn ang="0">
                <ns1:pos x="T36" y="T37"/>
              </ns1:cxn>
              <ns1:cxn ang="0">
                <ns1:pos x="T38" y="T39"/>
              </ns1:cxn>
              <ns1:cxn ang="0">
                <ns1:pos x="T40" y="T41"/>
              </ns1:cxn>
              <ns1:cxn ang="0">
                <ns1:pos x="T42" y="T43"/>
              </ns1:cxn>
              <ns1:cxn ang="0">
                <ns1:pos x="T44" y="T45"/>
              </ns1:cxn>
              <ns1:cxn ang="0">
                <ns1:pos x="T46" y="T47"/>
              </ns1:cxn>
              <ns1:cxn ang="0">
                <ns1:pos x="T48" y="T49"/>
              </ns1:cxn>
              <ns1:cxn ang="0">
                <ns1:pos x="T50" y="T51"/>
              </ns1:cxn>
              <ns1:cxn ang="0">
                <ns1:pos x="T52" y="T53"/>
              </ns1:cxn>
            </ns1:cxnLst>
            <ns1:rect l="0" t="0" r="r" b="b"/>
            <ns1:pathLst>
              <ns1:path w="102" h="102">
                <ns1:moveTo>
                  <ns1:pt x="20" y="100"/>
                </ns1:moveTo>
                <ns1:cubicBezTo>
                  <ns1:pt x="19" y="101"/>
                  <ns1:pt x="17" y="102"/>
                  <ns1:pt x="15" y="102"/>
                </ns1:cubicBezTo>
                <ns1:cubicBezTo>
                  <ns1:pt x="12" y="102"/>
                  <ns1:pt x="10" y="101"/>
                  <ns1:pt x="9" y="100"/>
                </ns1:cubicBezTo>
                <ns1:cubicBezTo>
                  <ns1:pt x="2" y="93"/>
                  <ns1:pt x="2" y="93"/>
                  <ns1:pt x="2" y="93"/>
                </ns1:cubicBezTo>
                <ns1:cubicBezTo>
                  <ns1:pt x="1" y="92"/>
                  <ns1:pt x="0" y="90"/>
                  <ns1:pt x="0" y="88"/>
                </ns1:cubicBezTo>
                <ns1:cubicBezTo>
                  <ns1:pt x="0" y="85"/>
                  <ns1:pt x="1" y="83"/>
                  <ns1:pt x="2" y="82"/>
                </ns1:cubicBezTo>
                <ns1:cubicBezTo>
                  <ns1:pt x="45" y="39"/>
                  <ns1:pt x="45" y="39"/>
                  <ns1:pt x="45" y="39"/>
                </ns1:cubicBezTo>
                <ns1:cubicBezTo>
                  <ns1:pt x="48" y="48"/>
                  <ns1:pt x="55" y="54"/>
                  <ns1:pt x="63" y="57"/>
                </ns1:cubicBezTo>
                <ns1:lnTo>
                  <ns1:pt x="20" y="100"/>
                </ns1:lnTo>
                <ns1:close/>
                <ns1:moveTo>
                  <ns1:pt x="19" y="80"/>
                </ns1:moveTo>
                <ns1:cubicBezTo>
                  <ns1:pt x="16" y="80"/>
                  <ns1:pt x="15" y="81"/>
                  <ns1:pt x="15" y="84"/>
                </ns1:cubicBezTo>
                <ns1:cubicBezTo>
                  <ns1:pt x="15" y="86"/>
                  <ns1:pt x="16" y="88"/>
                  <ns1:pt x="19" y="88"/>
                </ns1:cubicBezTo>
                <ns1:cubicBezTo>
                  <ns1:pt x="21" y="88"/>
                  <ns1:pt x="23" y="86"/>
                  <ns1:pt x="23" y="84"/>
                </ns1:cubicBezTo>
                <ns1:cubicBezTo>
                  <ns1:pt x="23" y="81"/>
                  <ns1:pt x="21" y="80"/>
                  <ns1:pt x="19" y="80"/>
                </ns1:cubicBezTo>
                <ns1:close/>
                <ns1:moveTo>
                  <ns1:pt x="101" y="37"/>
                </ns1:moveTo>
                <ns1:cubicBezTo>
                  <ns1:pt x="97" y="48"/>
                  <ns1:pt x="86" y="56"/>
                  <ns1:pt x="75" y="56"/>
                </ns1:cubicBezTo>
                <ns1:cubicBezTo>
                  <ns1:pt x="59" y="56"/>
                  <ns1:pt x="47" y="43"/>
                  <ns1:pt x="47" y="28"/>
                </ns1:cubicBezTo>
                <ns1:cubicBezTo>
                  <ns1:pt x="47" y="12"/>
                  <ns1:pt x="59" y="0"/>
                  <ns1:pt x="75" y="0"/>
                </ns1:cubicBezTo>
                <ns1:cubicBezTo>
                  <ns1:pt x="79" y="0"/>
                  <ns1:pt x="85" y="1"/>
                  <ns1:pt x="89" y="4"/>
                </ns1:cubicBezTo>
                <ns1:cubicBezTo>
                  <ns1:pt x="89" y="4"/>
                  <ns1:pt x="90" y="5"/>
                  <ns1:pt x="90" y="5"/>
                </ns1:cubicBezTo>
                <ns1:cubicBezTo>
                  <ns1:pt x="90" y="6"/>
                  <ns1:pt x="89" y="7"/>
                  <ns1:pt x="89" y="7"/>
                </ns1:cubicBezTo>
                <ns1:cubicBezTo>
                  <ns1:pt x="71" y="18"/>
                  <ns1:pt x="71" y="18"/>
                  <ns1:pt x="71" y="18"/>
                </ns1:cubicBezTo>
                <ns1:cubicBezTo>
                  <ns1:pt x="71" y="32"/>
                  <ns1:pt x="71" y="32"/>
                  <ns1:pt x="71" y="32"/>
                </ns1:cubicBezTo>
                <ns1:cubicBezTo>
                  <ns1:pt x="83" y="38"/>
                  <ns1:pt x="83" y="38"/>
                  <ns1:pt x="83" y="38"/>
                </ns1:cubicBezTo>
                <ns1:cubicBezTo>
                  <ns1:pt x="85" y="37"/>
                  <ns1:pt x="99" y="28"/>
                  <ns1:pt x="100" y="28"/>
                </ns1:cubicBezTo>
                <ns1:cubicBezTo>
                  <ns1:pt x="102" y="28"/>
                  <ns1:pt x="102" y="29"/>
                  <ns1:pt x="102" y="30"/>
                </ns1:cubicBezTo>
                <ns1:cubicBezTo>
                  <ns1:pt x="102" y="32"/>
                  <ns1:pt x="102" y="35"/>
                  <ns1:pt x="101" y="37"/>
                </ns1:cubicBezTo>
                <ns1:close/>
              </ns1:path>
            </ns1:pathLst>
          </ns1:custGeom>
          <ns1:solidFill>
            <ns1:srgbClr val="010101"/>
          </ns1:solidFill>
          <ns1:ln>
            <ns1:noFill/>
          </ns1:ln>
          <ns1:extLst>
            <ns1:ext uri="{91240B29-F687-4F45-9708-019B960494DF}">
              <ns2:hiddenLine w="9525">
                <ns1:solidFill>
                  <ns1:srgbClr val="000000"/>
                </ns1:solidFill>
                <ns1:round/>
                <ns1:headEnd/>
                <ns1:tailEnd/>
              </ns2:hiddenLine>
            </ns1:ext>
          </ns1:extLst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en-US" sz="2700"/>
          </ns1:p>
        </ns0:txBody>
      </ns0:sp>
      <ns0:sp>
        <ns0:nvSpPr>
          <ns0:cNvPr id="157" name="Freeform 155"/>
          <ns0:cNvSpPr>
            <ns1:spLocks noEditPoints="1"/>
          </ns0:cNvSpPr>
          <ns0:nvPr/>
        </ns0:nvSpPr>
        <ns0:spPr bwMode="auto">
          <ns1:xfrm>
            <ns1:off x="4910138" y="5114926"/>
            <ns1:ext cx="420688" cy="330200"/>
          </ns1:xfrm>
          <ns1:custGeom>
            <ns1:avLst/>
            <ns1:gdLst>
              <ns1:gd name="T0" fmla="*/ 112 w 112"/>
              <ns1:gd name="T1" fmla="*/ 20 h 88"/>
              <ns1:gd name="T2" fmla="*/ 108 w 112"/>
              <ns1:gd name="T3" fmla="*/ 24 h 88"/>
              <ns1:gd name="T4" fmla="*/ 4 w 112"/>
              <ns1:gd name="T5" fmla="*/ 24 h 88"/>
              <ns1:gd name="T6" fmla="*/ 0 w 112"/>
              <ns1:gd name="T7" fmla="*/ 20 h 88"/>
              <ns1:gd name="T8" fmla="*/ 0 w 112"/>
              <ns1:gd name="T9" fmla="*/ 4 h 88"/>
              <ns1:gd name="T10" fmla="*/ 4 w 112"/>
              <ns1:gd name="T11" fmla="*/ 0 h 88"/>
              <ns1:gd name="T12" fmla="*/ 108 w 112"/>
              <ns1:gd name="T13" fmla="*/ 0 h 88"/>
              <ns1:gd name="T14" fmla="*/ 112 w 112"/>
              <ns1:gd name="T15" fmla="*/ 4 h 88"/>
              <ns1:gd name="T16" fmla="*/ 112 w 112"/>
              <ns1:gd name="T17" fmla="*/ 20 h 88"/>
              <ns1:gd name="T18" fmla="*/ 112 w 112"/>
              <ns1:gd name="T19" fmla="*/ 52 h 88"/>
              <ns1:gd name="T20" fmla="*/ 108 w 112"/>
              <ns1:gd name="T21" fmla="*/ 56 h 88"/>
              <ns1:gd name="T22" fmla="*/ 4 w 112"/>
              <ns1:gd name="T23" fmla="*/ 56 h 88"/>
              <ns1:gd name="T24" fmla="*/ 0 w 112"/>
              <ns1:gd name="T25" fmla="*/ 52 h 88"/>
              <ns1:gd name="T26" fmla="*/ 0 w 112"/>
              <ns1:gd name="T27" fmla="*/ 36 h 88"/>
              <ns1:gd name="T28" fmla="*/ 4 w 112"/>
              <ns1:gd name="T29" fmla="*/ 32 h 88"/>
              <ns1:gd name="T30" fmla="*/ 108 w 112"/>
              <ns1:gd name="T31" fmla="*/ 32 h 88"/>
              <ns1:gd name="T32" fmla="*/ 112 w 112"/>
              <ns1:gd name="T33" fmla="*/ 36 h 88"/>
              <ns1:gd name="T34" fmla="*/ 112 w 112"/>
              <ns1:gd name="T35" fmla="*/ 52 h 88"/>
              <ns1:gd name="T36" fmla="*/ 112 w 112"/>
              <ns1:gd name="T37" fmla="*/ 84 h 88"/>
              <ns1:gd name="T38" fmla="*/ 108 w 112"/>
              <ns1:gd name="T39" fmla="*/ 88 h 88"/>
              <ns1:gd name="T40" fmla="*/ 4 w 112"/>
              <ns1:gd name="T41" fmla="*/ 88 h 88"/>
              <ns1:gd name="T42" fmla="*/ 0 w 112"/>
              <ns1:gd name="T43" fmla="*/ 84 h 88"/>
              <ns1:gd name="T44" fmla="*/ 0 w 112"/>
              <ns1:gd name="T45" fmla="*/ 68 h 88"/>
              <ns1:gd name="T46" fmla="*/ 4 w 112"/>
              <ns1:gd name="T47" fmla="*/ 64 h 88"/>
              <ns1:gd name="T48" fmla="*/ 108 w 112"/>
              <ns1:gd name="T49" fmla="*/ 64 h 88"/>
              <ns1:gd name="T50" fmla="*/ 112 w 112"/>
              <ns1:gd name="T51" fmla="*/ 68 h 88"/>
              <ns1:gd name="T52" fmla="*/ 112 w 112"/>
              <ns1:gd name="T53" fmla="*/ 84 h 88"/>
              <ns1:gd name="T54" fmla="*/ 104 w 112"/>
              <ns1:gd name="T55" fmla="*/ 48 h 88"/>
              <ns1:gd name="T56" fmla="*/ 104 w 112"/>
              <ns1:gd name="T57" fmla="*/ 40 h 88"/>
              <ns1:gd name="T58" fmla="*/ 40 w 112"/>
              <ns1:gd name="T59" fmla="*/ 40 h 88"/>
              <ns1:gd name="T60" fmla="*/ 40 w 112"/>
              <ns1:gd name="T61" fmla="*/ 48 h 88"/>
              <ns1:gd name="T62" fmla="*/ 104 w 112"/>
              <ns1:gd name="T63" fmla="*/ 48 h 88"/>
              <ns1:gd name="T64" fmla="*/ 104 w 112"/>
              <ns1:gd name="T65" fmla="*/ 80 h 88"/>
              <ns1:gd name="T66" fmla="*/ 104 w 112"/>
              <ns1:gd name="T67" fmla="*/ 72 h 88"/>
              <ns1:gd name="T68" fmla="*/ 64 w 112"/>
              <ns1:gd name="T69" fmla="*/ 72 h 88"/>
              <ns1:gd name="T70" fmla="*/ 64 w 112"/>
              <ns1:gd name="T71" fmla="*/ 80 h 88"/>
              <ns1:gd name="T72" fmla="*/ 104 w 112"/>
              <ns1:gd name="T73" fmla="*/ 80 h 88"/>
              <ns1:gd name="T74" fmla="*/ 104 w 112"/>
              <ns1:gd name="T75" fmla="*/ 16 h 88"/>
              <ns1:gd name="T76" fmla="*/ 104 w 112"/>
              <ns1:gd name="T77" fmla="*/ 8 h 88"/>
              <ns1:gd name="T78" fmla="*/ 80 w 112"/>
              <ns1:gd name="T79" fmla="*/ 8 h 88"/>
              <ns1:gd name="T80" fmla="*/ 80 w 112"/>
              <ns1:gd name="T81" fmla="*/ 16 h 88"/>
              <ns1:gd name="T82" fmla="*/ 104 w 112"/>
              <ns1:gd name="T83" fmla="*/ 16 h 88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  <ns1:cxn ang="0">
                <ns1:pos x="T32" y="T33"/>
              </ns1:cxn>
              <ns1:cxn ang="0">
                <ns1:pos x="T34" y="T35"/>
              </ns1:cxn>
              <ns1:cxn ang="0">
                <ns1:pos x="T36" y="T37"/>
              </ns1:cxn>
              <ns1:cxn ang="0">
                <ns1:pos x="T38" y="T39"/>
              </ns1:cxn>
              <ns1:cxn ang="0">
                <ns1:pos x="T40" y="T41"/>
              </ns1:cxn>
              <ns1:cxn ang="0">
                <ns1:pos x="T42" y="T43"/>
              </ns1:cxn>
              <ns1:cxn ang="0">
                <ns1:pos x="T44" y="T45"/>
              </ns1:cxn>
              <ns1:cxn ang="0">
                <ns1:pos x="T46" y="T47"/>
              </ns1:cxn>
              <ns1:cxn ang="0">
                <ns1:pos x="T48" y="T49"/>
              </ns1:cxn>
              <ns1:cxn ang="0">
                <ns1:pos x="T50" y="T51"/>
              </ns1:cxn>
              <ns1:cxn ang="0">
                <ns1:pos x="T52" y="T53"/>
              </ns1:cxn>
              <ns1:cxn ang="0">
                <ns1:pos x="T54" y="T55"/>
              </ns1:cxn>
              <ns1:cxn ang="0">
                <ns1:pos x="T56" y="T57"/>
              </ns1:cxn>
              <ns1:cxn ang="0">
                <ns1:pos x="T58" y="T59"/>
              </ns1:cxn>
              <ns1:cxn ang="0">
                <ns1:pos x="T60" y="T61"/>
              </ns1:cxn>
              <ns1:cxn ang="0">
                <ns1:pos x="T62" y="T63"/>
              </ns1:cxn>
              <ns1:cxn ang="0">
                <ns1:pos x="T64" y="T65"/>
              </ns1:cxn>
              <ns1:cxn ang="0">
                <ns1:pos x="T66" y="T67"/>
              </ns1:cxn>
              <ns1:cxn ang="0">
                <ns1:pos x="T68" y="T69"/>
              </ns1:cxn>
              <ns1:cxn ang="0">
                <ns1:pos x="T70" y="T71"/>
              </ns1:cxn>
              <ns1:cxn ang="0">
                <ns1:pos x="T72" y="T73"/>
              </ns1:cxn>
              <ns1:cxn ang="0">
                <ns1:pos x="T74" y="T75"/>
              </ns1:cxn>
              <ns1:cxn ang="0">
                <ns1:pos x="T76" y="T77"/>
              </ns1:cxn>
              <ns1:cxn ang="0">
                <ns1:pos x="T78" y="T79"/>
              </ns1:cxn>
              <ns1:cxn ang="0">
                <ns1:pos x="T80" y="T81"/>
              </ns1:cxn>
              <ns1:cxn ang="0">
                <ns1:pos x="T82" y="T83"/>
              </ns1:cxn>
            </ns1:cxnLst>
            <ns1:rect l="0" t="0" r="r" b="b"/>
            <ns1:pathLst>
              <ns1:path w="112" h="88">
                <ns1:moveTo>
                  <ns1:pt x="112" y="20"/>
                </ns1:moveTo>
                <ns1:cubicBezTo>
                  <ns1:pt x="112" y="22"/>
                  <ns1:pt x="110" y="24"/>
                  <ns1:pt x="108" y="24"/>
                </ns1:cubicBezTo>
                <ns1:cubicBezTo>
                  <ns1:pt x="4" y="24"/>
                  <ns1:pt x="4" y="24"/>
                  <ns1:pt x="4" y="24"/>
                </ns1:cubicBezTo>
                <ns1:cubicBezTo>
                  <ns1:pt x="2" y="24"/>
                  <ns1:pt x="0" y="22"/>
                  <ns1:pt x="0" y="20"/>
                </ns1:cubicBezTo>
                <ns1:cubicBezTo>
                  <ns1:pt x="0" y="4"/>
                  <ns1:pt x="0" y="4"/>
                  <ns1:pt x="0" y="4"/>
                </ns1:cubicBezTo>
                <ns1:cubicBezTo>
                  <ns1:pt x="0" y="1"/>
                  <ns1:pt x="2" y="0"/>
                  <ns1:pt x="4" y="0"/>
                </ns1:cubicBezTo>
                <ns1:cubicBezTo>
                  <ns1:pt x="108" y="0"/>
                  <ns1:pt x="108" y="0"/>
                  <ns1:pt x="108" y="0"/>
                </ns1:cubicBezTo>
                <ns1:cubicBezTo>
                  <ns1:pt x="110" y="0"/>
                  <ns1:pt x="112" y="1"/>
                  <ns1:pt x="112" y="4"/>
                </ns1:cubicBezTo>
                <ns1:lnTo>
                  <ns1:pt x="112" y="20"/>
                </ns1:lnTo>
                <ns1:close/>
                <ns1:moveTo>
                  <ns1:pt x="112" y="52"/>
                </ns1:moveTo>
                <ns1:cubicBezTo>
                  <ns1:pt x="112" y="54"/>
                  <ns1:pt x="110" y="56"/>
                  <ns1:pt x="108" y="56"/>
                </ns1:cubicBezTo>
                <ns1:cubicBezTo>
                  <ns1:pt x="4" y="56"/>
                  <ns1:pt x="4" y="56"/>
                  <ns1:pt x="4" y="56"/>
                </ns1:cubicBezTo>
                <ns1:cubicBezTo>
                  <ns1:pt x="2" y="56"/>
                  <ns1:pt x="0" y="54"/>
                  <ns1:pt x="0" y="52"/>
                </ns1:cubicBezTo>
                <ns1:cubicBezTo>
                  <ns1:pt x="0" y="36"/>
                  <ns1:pt x="0" y="36"/>
                  <ns1:pt x="0" y="36"/>
                </ns1:cubicBezTo>
                <ns1:cubicBezTo>
                  <ns1:pt x="0" y="33"/>
                  <ns1:pt x="2" y="32"/>
                  <ns1:pt x="4" y="32"/>
                </ns1:cubicBezTo>
                <ns1:cubicBezTo>
                  <ns1:pt x="108" y="32"/>
                  <ns1:pt x="108" y="32"/>
                  <ns1:pt x="108" y="32"/>
                </ns1:cubicBezTo>
                <ns1:cubicBezTo>
                  <ns1:pt x="110" y="32"/>
                  <ns1:pt x="112" y="33"/>
                  <ns1:pt x="112" y="36"/>
                </ns1:cubicBezTo>
                <ns1:lnTo>
                  <ns1:pt x="112" y="52"/>
                </ns1:lnTo>
                <ns1:close/>
                <ns1:moveTo>
                  <ns1:pt x="112" y="84"/>
                </ns1:moveTo>
                <ns1:cubicBezTo>
                  <ns1:pt x="112" y="86"/>
                  <ns1:pt x="110" y="88"/>
                  <ns1:pt x="108" y="88"/>
                </ns1:cubicBezTo>
                <ns1:cubicBezTo>
                  <ns1:pt x="4" y="88"/>
                  <ns1:pt x="4" y="88"/>
                  <ns1:pt x="4" y="88"/>
                </ns1:cubicBezTo>
                <ns1:cubicBezTo>
                  <ns1:pt x="2" y="88"/>
                  <ns1:pt x="0" y="86"/>
                  <ns1:pt x="0" y="84"/>
                </ns1:cubicBezTo>
                <ns1:cubicBezTo>
                  <ns1:pt x="0" y="68"/>
                  <ns1:pt x="0" y="68"/>
                  <ns1:pt x="0" y="68"/>
                </ns1:cubicBezTo>
                <ns1:cubicBezTo>
                  <ns1:pt x="0" y="65"/>
                  <ns1:pt x="2" y="64"/>
                  <ns1:pt x="4" y="64"/>
                </ns1:cubicBezTo>
                <ns1:cubicBezTo>
                  <ns1:pt x="108" y="64"/>
                  <ns1:pt x="108" y="64"/>
                  <ns1:pt x="108" y="64"/>
                </ns1:cubicBezTo>
                <ns1:cubicBezTo>
                  <ns1:pt x="110" y="64"/>
                  <ns1:pt x="112" y="65"/>
                  <ns1:pt x="112" y="68"/>
                </ns1:cubicBezTo>
                <ns1:lnTo>
                  <ns1:pt x="112" y="84"/>
                </ns1:lnTo>
                <ns1:close/>
                <ns1:moveTo>
                  <ns1:pt x="104" y="48"/>
                </ns1:moveTo>
                <ns1:cubicBezTo>
                  <ns1:pt x="104" y="40"/>
                  <ns1:pt x="104" y="40"/>
                  <ns1:pt x="104" y="40"/>
                </ns1:cubicBezTo>
                <ns1:cubicBezTo>
                  <ns1:pt x="40" y="40"/>
                  <ns1:pt x="40" y="40"/>
                  <ns1:pt x="40" y="40"/>
                </ns1:cubicBezTo>
                <ns1:cubicBezTo>
                  <ns1:pt x="40" y="48"/>
                  <ns1:pt x="40" y="48"/>
                  <ns1:pt x="40" y="48"/>
                </ns1:cubicBezTo>
                <ns1:lnTo>
                  <ns1:pt x="104" y="48"/>
                </ns1:lnTo>
                <ns1:close/>
                <ns1:moveTo>
                  <ns1:pt x="104" y="80"/>
                </ns1:moveTo>
                <ns1:cubicBezTo>
                  <ns1:pt x="104" y="72"/>
                  <ns1:pt x="104" y="72"/>
                  <ns1:pt x="104" y="72"/>
                </ns1:cubicBezTo>
                <ns1:cubicBezTo>
                  <ns1:pt x="64" y="72"/>
                  <ns1:pt x="64" y="72"/>
                  <ns1:pt x="64" y="72"/>
                </ns1:cubicBezTo>
                <ns1:cubicBezTo>
                  <ns1:pt x="64" y="80"/>
                  <ns1:pt x="64" y="80"/>
                  <ns1:pt x="64" y="80"/>
                </ns1:cubicBezTo>
                <ns1:lnTo>
                  <ns1:pt x="104" y="80"/>
                </ns1:lnTo>
                <ns1:close/>
                <ns1:moveTo>
                  <ns1:pt x="104" y="16"/>
                </ns1:moveTo>
                <ns1:cubicBezTo>
                  <ns1:pt x="104" y="8"/>
                  <ns1:pt x="104" y="8"/>
                  <ns1:pt x="104" y="8"/>
                </ns1:cubicBezTo>
                <ns1:cubicBezTo>
                  <ns1:pt x="80" y="8"/>
                  <ns1:pt x="80" y="8"/>
                  <ns1:pt x="80" y="8"/>
                </ns1:cubicBezTo>
                <ns1:cubicBezTo>
                  <ns1:pt x="80" y="16"/>
                  <ns1:pt x="80" y="16"/>
                  <ns1:pt x="80" y="16"/>
                </ns1:cubicBezTo>
                <ns1:lnTo>
                  <ns1:pt x="104" y="16"/>
                </ns1:lnTo>
                <ns1:close/>
              </ns1:path>
            </ns1:pathLst>
          </ns1:custGeom>
          <ns1:solidFill>
            <ns1:srgbClr val="010101"/>
          </ns1:solidFill>
          <ns1:ln>
            <ns1:noFill/>
          </ns1:ln>
          <ns1:extLst>
            <ns1:ext uri="{91240B29-F687-4F45-9708-019B960494DF}">
              <ns2:hiddenLine w="9525">
                <ns1:solidFill>
                  <ns1:srgbClr val="000000"/>
                </ns1:solidFill>
                <ns1:round/>
                <ns1:headEnd/>
                <ns1:tailEnd/>
              </ns2:hiddenLine>
            </ns1:ext>
          </ns1:extLst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en-US" sz="2700"/>
          </ns1:p>
        </ns0:txBody>
      </ns0:sp>
      <ns0:sp>
        <ns0:nvSpPr>
          <ns0:cNvPr id="158" name="Freeform 156"/>
          <ns0:cNvSpPr>
            <ns1:spLocks/>
          </ns0:cNvSpPr>
          <ns0:nvPr/>
        </ns0:nvSpPr>
        <ns0:spPr bwMode="auto">
          <ns1:xfrm>
            <ns1:off x="5600701" y="5145088"/>
            <ns1:ext cx="330200" cy="330200"/>
          </ns1:xfrm>
          <ns1:custGeom>
            <ns1:avLst/>
            <ns1:gdLst>
              <ns1:gd name="T0" fmla="*/ 87 w 88"/>
              <ns1:gd name="T1" fmla="*/ 6 h 88"/>
              <ns1:gd name="T2" fmla="*/ 56 w 88"/>
              <ns1:gd name="T3" fmla="*/ 37 h 88"/>
              <ns1:gd name="T4" fmla="*/ 56 w 88"/>
              <ns1:gd name="T5" fmla="*/ 84 h 88"/>
              <ns1:gd name="T6" fmla="*/ 54 w 88"/>
              <ns1:gd name="T7" fmla="*/ 87 h 88"/>
              <ns1:gd name="T8" fmla="*/ 52 w 88"/>
              <ns1:gd name="T9" fmla="*/ 88 h 88"/>
              <ns1:gd name="T10" fmla="*/ 49 w 88"/>
              <ns1:gd name="T11" fmla="*/ 86 h 88"/>
              <ns1:gd name="T12" fmla="*/ 33 w 88"/>
              <ns1:gd name="T13" fmla="*/ 70 h 88"/>
              <ns1:gd name="T14" fmla="*/ 32 w 88"/>
              <ns1:gd name="T15" fmla="*/ 68 h 88"/>
              <ns1:gd name="T16" fmla="*/ 32 w 88"/>
              <ns1:gd name="T17" fmla="*/ 37 h 88"/>
              <ns1:gd name="T18" fmla="*/ 1 w 88"/>
              <ns1:gd name="T19" fmla="*/ 6 h 88"/>
              <ns1:gd name="T20" fmla="*/ 1 w 88"/>
              <ns1:gd name="T21" fmla="*/ 2 h 88"/>
              <ns1:gd name="T22" fmla="*/ 4 w 88"/>
              <ns1:gd name="T23" fmla="*/ 0 h 88"/>
              <ns1:gd name="T24" fmla="*/ 84 w 88"/>
              <ns1:gd name="T25" fmla="*/ 0 h 88"/>
              <ns1:gd name="T26" fmla="*/ 88 w 88"/>
              <ns1:gd name="T27" fmla="*/ 2 h 88"/>
              <ns1:gd name="T28" fmla="*/ 87 w 88"/>
              <ns1:gd name="T29" fmla="*/ 6 h 88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</ns1:cxnLst>
            <ns1:rect l="0" t="0" r="r" b="b"/>
            <ns1:pathLst>
              <ns1:path w="88" h="88">
                <ns1:moveTo>
                  <ns1:pt x="87" y="6"/>
                </ns1:moveTo>
                <ns1:cubicBezTo>
                  <ns1:pt x="56" y="37"/>
                  <ns1:pt x="56" y="37"/>
                  <ns1:pt x="56" y="37"/>
                </ns1:cubicBezTo>
                <ns1:cubicBezTo>
                  <ns1:pt x="56" y="84"/>
                  <ns1:pt x="56" y="84"/>
                  <ns1:pt x="56" y="84"/>
                </ns1:cubicBezTo>
                <ns1:cubicBezTo>
                  <ns1:pt x="56" y="85"/>
                  <ns1:pt x="55" y="87"/>
                  <ns1:pt x="54" y="87"/>
                </ns1:cubicBezTo>
                <ns1:cubicBezTo>
                  <ns1:pt x="53" y="87"/>
                  <ns1:pt x="53" y="88"/>
                  <ns1:pt x="52" y="88"/>
                </ns1:cubicBezTo>
                <ns1:cubicBezTo>
                  <ns1:pt x="51" y="88"/>
                  <ns1:pt x="50" y="87"/>
                  <ns1:pt x="49" y="86"/>
                </ns1:cubicBezTo>
                <ns1:cubicBezTo>
                  <ns1:pt x="33" y="70"/>
                  <ns1:pt x="33" y="70"/>
                  <ns1:pt x="33" y="70"/>
                </ns1:cubicBezTo>
                <ns1:cubicBezTo>
                  <ns1:pt x="33" y="70"/>
                  <ns1:pt x="32" y="69"/>
                  <ns1:pt x="32" y="68"/>
                </ns1:cubicBezTo>
                <ns1:cubicBezTo>
                  <ns1:pt x="32" y="37"/>
                  <ns1:pt x="32" y="37"/>
                  <ns1:pt x="32" y="37"/>
                </ns1:cubicBezTo>
                <ns1:cubicBezTo>
                  <ns1:pt x="1" y="6"/>
                  <ns1:pt x="1" y="6"/>
                  <ns1:pt x="1" y="6"/>
                </ns1:cubicBezTo>
                <ns1:cubicBezTo>
                  <ns1:pt x="0" y="5"/>
                  <ns1:pt x="0" y="4"/>
                  <ns1:pt x="1" y="2"/>
                </ns1:cubicBezTo>
                <ns1:cubicBezTo>
                  <ns1:pt x="1" y="1"/>
                  <ns1:pt x="3" y="0"/>
                  <ns1:pt x="4" y="0"/>
                </ns1:cubicBezTo>
                <ns1:cubicBezTo>
                  <ns1:pt x="84" y="0"/>
                  <ns1:pt x="84" y="0"/>
                  <ns1:pt x="84" y="0"/>
                </ns1:cubicBezTo>
                <ns1:cubicBezTo>
                  <ns1:pt x="86" y="0"/>
                  <ns1:pt x="87" y="1"/>
                  <ns1:pt x="88" y="2"/>
                </ns1:cubicBezTo>
                <ns1:cubicBezTo>
                  <ns1:pt x="88" y="4"/>
                  <ns1:pt x="88" y="5"/>
                  <ns1:pt x="87" y="6"/>
                </ns1:cubicBezTo>
                <ns1:close/>
              </ns1:path>
            </ns1:pathLst>
          </ns1:custGeom>
          <ns1:solidFill>
            <ns1:srgbClr val="010101"/>
          </ns1:solidFill>
          <ns1:ln>
            <ns1:noFill/>
          </ns1:ln>
          <ns1:extLst>
            <ns1:ext uri="{91240B29-F687-4F45-9708-019B960494DF}">
              <ns2:hiddenLine w="9525">
                <ns1:solidFill>
                  <ns1:srgbClr val="000000"/>
                </ns1:solidFill>
                <ns1:round/>
                <ns1:headEnd/>
                <ns1:tailEnd/>
              </ns2:hiddenLine>
            </ns1:ext>
          </ns1:extLst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en-US" sz="2700"/>
          </ns1:p>
        </ns0:txBody>
      </ns0:sp>
      <ns0:sp>
        <ns0:nvSpPr>
          <ns0:cNvPr id="159" name="Freeform 157"/>
          <ns0:cNvSpPr>
            <ns1:spLocks noEditPoints="1"/>
          </ns0:cNvSpPr>
          <ns0:nvPr/>
        </ns0:nvSpPr>
        <ns0:spPr bwMode="auto">
          <ns1:xfrm>
            <ns1:off x="6200776" y="5084764"/>
            <ns1:ext cx="420688" cy="360363"/>
          </ns1:xfrm>
          <ns1:custGeom>
            <ns1:avLst/>
            <ns1:gdLst>
              <ns1:gd name="T0" fmla="*/ 112 w 112"/>
              <ns1:gd name="T1" fmla="*/ 50 h 96"/>
              <ns1:gd name="T2" fmla="*/ 0 w 112"/>
              <ns1:gd name="T3" fmla="*/ 50 h 96"/>
              <ns1:gd name="T4" fmla="*/ 0 w 112"/>
              <ns1:gd name="T5" fmla="*/ 26 h 96"/>
              <ns1:gd name="T6" fmla="*/ 10 w 112"/>
              <ns1:gd name="T7" fmla="*/ 16 h 96"/>
              <ns1:gd name="T8" fmla="*/ 32 w 112"/>
              <ns1:gd name="T9" fmla="*/ 16 h 96"/>
              <ns1:gd name="T10" fmla="*/ 32 w 112"/>
              <ns1:gd name="T11" fmla="*/ 6 h 96"/>
              <ns1:gd name="T12" fmla="*/ 38 w 112"/>
              <ns1:gd name="T13" fmla="*/ 0 h 96"/>
              <ns1:gd name="T14" fmla="*/ 74 w 112"/>
              <ns1:gd name="T15" fmla="*/ 0 h 96"/>
              <ns1:gd name="T16" fmla="*/ 80 w 112"/>
              <ns1:gd name="T17" fmla="*/ 6 h 96"/>
              <ns1:gd name="T18" fmla="*/ 80 w 112"/>
              <ns1:gd name="T19" fmla="*/ 16 h 96"/>
              <ns1:gd name="T20" fmla="*/ 102 w 112"/>
              <ns1:gd name="T21" fmla="*/ 16 h 96"/>
              <ns1:gd name="T22" fmla="*/ 112 w 112"/>
              <ns1:gd name="T23" fmla="*/ 26 h 96"/>
              <ns1:gd name="T24" fmla="*/ 112 w 112"/>
              <ns1:gd name="T25" fmla="*/ 50 h 96"/>
              <ns1:gd name="T26" fmla="*/ 112 w 112"/>
              <ns1:gd name="T27" fmla="*/ 86 h 96"/>
              <ns1:gd name="T28" fmla="*/ 102 w 112"/>
              <ns1:gd name="T29" fmla="*/ 96 h 96"/>
              <ns1:gd name="T30" fmla="*/ 10 w 112"/>
              <ns1:gd name="T31" fmla="*/ 96 h 96"/>
              <ns1:gd name="T32" fmla="*/ 0 w 112"/>
              <ns1:gd name="T33" fmla="*/ 86 h 96"/>
              <ns1:gd name="T34" fmla="*/ 0 w 112"/>
              <ns1:gd name="T35" fmla="*/ 56 h 96"/>
              <ns1:gd name="T36" fmla="*/ 42 w 112"/>
              <ns1:gd name="T37" fmla="*/ 56 h 96"/>
              <ns1:gd name="T38" fmla="*/ 42 w 112"/>
              <ns1:gd name="T39" fmla="*/ 66 h 96"/>
              <ns1:gd name="T40" fmla="*/ 46 w 112"/>
              <ns1:gd name="T41" fmla="*/ 70 h 96"/>
              <ns1:gd name="T42" fmla="*/ 66 w 112"/>
              <ns1:gd name="T43" fmla="*/ 70 h 96"/>
              <ns1:gd name="T44" fmla="*/ 70 w 112"/>
              <ns1:gd name="T45" fmla="*/ 66 h 96"/>
              <ns1:gd name="T46" fmla="*/ 70 w 112"/>
              <ns1:gd name="T47" fmla="*/ 56 h 96"/>
              <ns1:gd name="T48" fmla="*/ 112 w 112"/>
              <ns1:gd name="T49" fmla="*/ 56 h 96"/>
              <ns1:gd name="T50" fmla="*/ 112 w 112"/>
              <ns1:gd name="T51" fmla="*/ 86 h 96"/>
              <ns1:gd name="T52" fmla="*/ 72 w 112"/>
              <ns1:gd name="T53" fmla="*/ 16 h 96"/>
              <ns1:gd name="T54" fmla="*/ 72 w 112"/>
              <ns1:gd name="T55" fmla="*/ 8 h 96"/>
              <ns1:gd name="T56" fmla="*/ 40 w 112"/>
              <ns1:gd name="T57" fmla="*/ 8 h 96"/>
              <ns1:gd name="T58" fmla="*/ 40 w 112"/>
              <ns1:gd name="T59" fmla="*/ 16 h 96"/>
              <ns1:gd name="T60" fmla="*/ 72 w 112"/>
              <ns1:gd name="T61" fmla="*/ 16 h 96"/>
              <ns1:gd name="T62" fmla="*/ 64 w 112"/>
              <ns1:gd name="T63" fmla="*/ 64 h 96"/>
              <ns1:gd name="T64" fmla="*/ 48 w 112"/>
              <ns1:gd name="T65" fmla="*/ 64 h 96"/>
              <ns1:gd name="T66" fmla="*/ 48 w 112"/>
              <ns1:gd name="T67" fmla="*/ 56 h 96"/>
              <ns1:gd name="T68" fmla="*/ 64 w 112"/>
              <ns1:gd name="T69" fmla="*/ 56 h 96"/>
              <ns1:gd name="T70" fmla="*/ 64 w 112"/>
              <ns1:gd name="T71" fmla="*/ 64 h 96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  <ns1:cxn ang="0">
                <ns1:pos x="T32" y="T33"/>
              </ns1:cxn>
              <ns1:cxn ang="0">
                <ns1:pos x="T34" y="T35"/>
              </ns1:cxn>
              <ns1:cxn ang="0">
                <ns1:pos x="T36" y="T37"/>
              </ns1:cxn>
              <ns1:cxn ang="0">
                <ns1:pos x="T38" y="T39"/>
              </ns1:cxn>
              <ns1:cxn ang="0">
                <ns1:pos x="T40" y="T41"/>
              </ns1:cxn>
              <ns1:cxn ang="0">
                <ns1:pos x="T42" y="T43"/>
              </ns1:cxn>
              <ns1:cxn ang="0">
                <ns1:pos x="T44" y="T45"/>
              </ns1:cxn>
              <ns1:cxn ang="0">
                <ns1:pos x="T46" y="T47"/>
              </ns1:cxn>
              <ns1:cxn ang="0">
                <ns1:pos x="T48" y="T49"/>
              </ns1:cxn>
              <ns1:cxn ang="0">
                <ns1:pos x="T50" y="T51"/>
              </ns1:cxn>
              <ns1:cxn ang="0">
                <ns1:pos x="T52" y="T53"/>
              </ns1:cxn>
              <ns1:cxn ang="0">
                <ns1:pos x="T54" y="T55"/>
              </ns1:cxn>
              <ns1:cxn ang="0">
                <ns1:pos x="T56" y="T57"/>
              </ns1:cxn>
              <ns1:cxn ang="0">
                <ns1:pos x="T58" y="T59"/>
              </ns1:cxn>
              <ns1:cxn ang="0">
                <ns1:pos x="T60" y="T61"/>
              </ns1:cxn>
              <ns1:cxn ang="0">
                <ns1:pos x="T62" y="T63"/>
              </ns1:cxn>
              <ns1:cxn ang="0">
                <ns1:pos x="T64" y="T65"/>
              </ns1:cxn>
              <ns1:cxn ang="0">
                <ns1:pos x="T66" y="T67"/>
              </ns1:cxn>
              <ns1:cxn ang="0">
                <ns1:pos x="T68" y="T69"/>
              </ns1:cxn>
              <ns1:cxn ang="0">
                <ns1:pos x="T70" y="T71"/>
              </ns1:cxn>
            </ns1:cxnLst>
            <ns1:rect l="0" t="0" r="r" b="b"/>
            <ns1:pathLst>
              <ns1:path w="112" h="96">
                <ns1:moveTo>
                  <ns1:pt x="112" y="50"/>
                </ns1:moveTo>
                <ns1:cubicBezTo>
                  <ns1:pt x="0" y="50"/>
                  <ns1:pt x="0" y="50"/>
                  <ns1:pt x="0" y="50"/>
                </ns1:cubicBezTo>
                <ns1:cubicBezTo>
                  <ns1:pt x="0" y="26"/>
                  <ns1:pt x="0" y="26"/>
                  <ns1:pt x="0" y="26"/>
                </ns1:cubicBezTo>
                <ns1:cubicBezTo>
                  <ns1:pt x="0" y="20"/>
                  <ns1:pt x="5" y="16"/>
                  <ns1:pt x="10" y="16"/>
                </ns1:cubicBezTo>
                <ns1:cubicBezTo>
                  <ns1:pt x="32" y="16"/>
                  <ns1:pt x="32" y="16"/>
                  <ns1:pt x="32" y="16"/>
                </ns1:cubicBezTo>
                <ns1:cubicBezTo>
                  <ns1:pt x="32" y="6"/>
                  <ns1:pt x="32" y="6"/>
                  <ns1:pt x="32" y="6"/>
                </ns1:cubicBezTo>
                <ns1:cubicBezTo>
                  <ns1:pt x="32" y="2"/>
                  <ns1:pt x="35" y="0"/>
                  <ns1:pt x="38" y="0"/>
                </ns1:cubicBezTo>
                <ns1:cubicBezTo>
                  <ns1:pt x="74" y="0"/>
                  <ns1:pt x="74" y="0"/>
                  <ns1:pt x="74" y="0"/>
                </ns1:cubicBezTo>
                <ns1:cubicBezTo>
                  <ns1:pt x="77" y="0"/>
                  <ns1:pt x="80" y="2"/>
                  <ns1:pt x="80" y="6"/>
                </ns1:cubicBezTo>
                <ns1:cubicBezTo>
                  <ns1:pt x="80" y="16"/>
                  <ns1:pt x="80" y="16"/>
                  <ns1:pt x="80" y="16"/>
                </ns1:cubicBezTo>
                <ns1:cubicBezTo>
                  <ns1:pt x="102" y="16"/>
                  <ns1:pt x="102" y="16"/>
                  <ns1:pt x="102" y="16"/>
                </ns1:cubicBezTo>
                <ns1:cubicBezTo>
                  <ns1:pt x="108" y="16"/>
                  <ns1:pt x="112" y="20"/>
                  <ns1:pt x="112" y="26"/>
                </ns1:cubicBezTo>
                <ns1:lnTo>
                  <ns1:pt x="112" y="50"/>
                </ns1:lnTo>
                <ns1:close/>
                <ns1:moveTo>
                  <ns1:pt x="112" y="86"/>
                </ns1:moveTo>
                <ns1:cubicBezTo>
                  <ns1:pt x="112" y="91"/>
                  <ns1:pt x="108" y="96"/>
                  <ns1:pt x="102" y="96"/>
                </ns1:cubicBezTo>
                <ns1:cubicBezTo>
                  <ns1:pt x="10" y="96"/>
                  <ns1:pt x="10" y="96"/>
                  <ns1:pt x="10" y="96"/>
                </ns1:cubicBezTo>
                <ns1:cubicBezTo>
                  <ns1:pt x="5" y="96"/>
                  <ns1:pt x="0" y="91"/>
                  <ns1:pt x="0" y="86"/>
                </ns1:cubicBezTo>
                <ns1:cubicBezTo>
                  <ns1:pt x="0" y="56"/>
                  <ns1:pt x="0" y="56"/>
                  <ns1:pt x="0" y="56"/>
                </ns1:cubicBezTo>
                <ns1:cubicBezTo>
                  <ns1:pt x="42" y="56"/>
                  <ns1:pt x="42" y="56"/>
                  <ns1:pt x="42" y="56"/>
                </ns1:cubicBezTo>
                <ns1:cubicBezTo>
                  <ns1:pt x="42" y="66"/>
                  <ns1:pt x="42" y="66"/>
                  <ns1:pt x="42" y="66"/>
                </ns1:cubicBezTo>
                <ns1:cubicBezTo>
                  <ns1:pt x="42" y="68"/>
                  <ns1:pt x="44" y="70"/>
                  <ns1:pt x="46" y="70"/>
                </ns1:cubicBezTo>
                <ns1:cubicBezTo>
                  <ns1:pt x="66" y="70"/>
                  <ns1:pt x="66" y="70"/>
                  <ns1:pt x="66" y="70"/>
                </ns1:cubicBezTo>
                <ns1:cubicBezTo>
                  <ns1:pt x="68" y="70"/>
                  <ns1:pt x="70" y="68"/>
                  <ns1:pt x="70" y="66"/>
                </ns1:cubicBezTo>
                <ns1:cubicBezTo>
                  <ns1:pt x="70" y="56"/>
                  <ns1:pt x="70" y="56"/>
                  <ns1:pt x="70" y="56"/>
                </ns1:cubicBezTo>
                <ns1:cubicBezTo>
                  <ns1:pt x="112" y="56"/>
                  <ns1:pt x="112" y="56"/>
                  <ns1:pt x="112" y="56"/>
                </ns1:cubicBezTo>
                <ns1:lnTo>
                  <ns1:pt x="112" y="86"/>
                </ns1:lnTo>
                <ns1:close/>
                <ns1:moveTo>
                  <ns1:pt x="72" y="16"/>
                </ns1:moveTo>
                <ns1:cubicBezTo>
                  <ns1:pt x="72" y="8"/>
                  <ns1:pt x="72" y="8"/>
                  <ns1:pt x="72" y="8"/>
                </ns1:cubicBezTo>
                <ns1:cubicBezTo>
                  <ns1:pt x="40" y="8"/>
                  <ns1:pt x="40" y="8"/>
                  <ns1:pt x="40" y="8"/>
                </ns1:cubicBezTo>
                <ns1:cubicBezTo>
                  <ns1:pt x="40" y="16"/>
                  <ns1:pt x="40" y="16"/>
                  <ns1:pt x="40" y="16"/>
                </ns1:cubicBezTo>
                <ns1:lnTo>
                  <ns1:pt x="72" y="16"/>
                </ns1:lnTo>
                <ns1:close/>
                <ns1:moveTo>
                  <ns1:pt x="64" y="64"/>
                </ns1:moveTo>
                <ns1:cubicBezTo>
                  <ns1:pt x="48" y="64"/>
                  <ns1:pt x="48" y="64"/>
                  <ns1:pt x="48" y="64"/>
                </ns1:cubicBezTo>
                <ns1:cubicBezTo>
                  <ns1:pt x="48" y="56"/>
                  <ns1:pt x="48" y="56"/>
                  <ns1:pt x="48" y="56"/>
                </ns1:cubicBezTo>
                <ns1:cubicBezTo>
                  <ns1:pt x="64" y="56"/>
                  <ns1:pt x="64" y="56"/>
                  <ns1:pt x="64" y="56"/>
                </ns1:cubicBezTo>
                <ns1:lnTo>
                  <ns1:pt x="64" y="64"/>
                </ns1:lnTo>
                <ns1:close/>
              </ns1:path>
            </ns1:pathLst>
          </ns1:custGeom>
          <ns1:solidFill>
            <ns1:srgbClr val="010101"/>
          </ns1:solidFill>
          <ns1:ln>
            <ns1:noFill/>
          </ns1:ln>
          <ns1:extLst>
            <ns1:ext uri="{91240B29-F687-4F45-9708-019B960494DF}">
              <ns2:hiddenLine w="9525">
                <ns1:solidFill>
                  <ns1:srgbClr val="000000"/>
                </ns1:solidFill>
                <ns1:round/>
                <ns1:headEnd/>
                <ns1:tailEnd/>
              </ns2:hiddenLine>
            </ns1:ext>
          </ns1:extLst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en-US" sz="2700"/>
          </ns1:p>
        </ns0:txBody>
      </ns0:sp>
      <ns0:sp>
        <ns0:nvSpPr>
          <ns0:cNvPr id="160" name="Freeform 158"/>
          <ns0:cNvSpPr>
            <ns1:spLocks/>
          </ns0:cNvSpPr>
          <ns0:nvPr/>
        </ns0:nvSpPr>
        <ns0:spPr bwMode="auto">
          <ns1:xfrm>
            <ns1:off x="6877052" y="5114927"/>
            <ns1:ext cx="360363" cy="360363"/>
          </ns1:xfrm>
          <ns1:custGeom>
            <ns1:avLst/>
            <ns1:gdLst>
              <ns1:gd name="T0" fmla="*/ 58 w 96"/>
              <ns1:gd name="T1" fmla="*/ 48 h 96"/>
              <ns1:gd name="T2" fmla="*/ 80 w 96"/>
              <ns1:gd name="T3" fmla="*/ 70 h 96"/>
              <ns1:gd name="T4" fmla="*/ 89 w 96"/>
              <ns1:gd name="T5" fmla="*/ 61 h 96"/>
              <ns1:gd name="T6" fmla="*/ 94 w 96"/>
              <ns1:gd name="T7" fmla="*/ 60 h 96"/>
              <ns1:gd name="T8" fmla="*/ 96 w 96"/>
              <ns1:gd name="T9" fmla="*/ 64 h 96"/>
              <ns1:gd name="T10" fmla="*/ 96 w 96"/>
              <ns1:gd name="T11" fmla="*/ 92 h 96"/>
              <ns1:gd name="T12" fmla="*/ 92 w 96"/>
              <ns1:gd name="T13" fmla="*/ 96 h 96"/>
              <ns1:gd name="T14" fmla="*/ 64 w 96"/>
              <ns1:gd name="T15" fmla="*/ 96 h 96"/>
              <ns1:gd name="T16" fmla="*/ 61 w 96"/>
              <ns1:gd name="T17" fmla="*/ 93 h 96"/>
              <ns1:gd name="T18" fmla="*/ 61 w 96"/>
              <ns1:gd name="T19" fmla="*/ 89 h 96"/>
              <ns1:gd name="T20" fmla="*/ 70 w 96"/>
              <ns1:gd name="T21" fmla="*/ 80 h 96"/>
              <ns1:gd name="T22" fmla="*/ 48 w 96"/>
              <ns1:gd name="T23" fmla="*/ 58 h 96"/>
              <ns1:gd name="T24" fmla="*/ 26 w 96"/>
              <ns1:gd name="T25" fmla="*/ 80 h 96"/>
              <ns1:gd name="T26" fmla="*/ 35 w 96"/>
              <ns1:gd name="T27" fmla="*/ 89 h 96"/>
              <ns1:gd name="T28" fmla="*/ 36 w 96"/>
              <ns1:gd name="T29" fmla="*/ 93 h 96"/>
              <ns1:gd name="T30" fmla="*/ 32 w 96"/>
              <ns1:gd name="T31" fmla="*/ 96 h 96"/>
              <ns1:gd name="T32" fmla="*/ 4 w 96"/>
              <ns1:gd name="T33" fmla="*/ 96 h 96"/>
              <ns1:gd name="T34" fmla="*/ 0 w 96"/>
              <ns1:gd name="T35" fmla="*/ 92 h 96"/>
              <ns1:gd name="T36" fmla="*/ 0 w 96"/>
              <ns1:gd name="T37" fmla="*/ 64 h 96"/>
              <ns1:gd name="T38" fmla="*/ 3 w 96"/>
              <ns1:gd name="T39" fmla="*/ 60 h 96"/>
              <ns1:gd name="T40" fmla="*/ 7 w 96"/>
              <ns1:gd name="T41" fmla="*/ 61 h 96"/>
              <ns1:gd name="T42" fmla="*/ 16 w 96"/>
              <ns1:gd name="T43" fmla="*/ 70 h 96"/>
              <ns1:gd name="T44" fmla="*/ 38 w 96"/>
              <ns1:gd name="T45" fmla="*/ 48 h 96"/>
              <ns1:gd name="T46" fmla="*/ 16 w 96"/>
              <ns1:gd name="T47" fmla="*/ 25 h 96"/>
              <ns1:gd name="T48" fmla="*/ 7 w 96"/>
              <ns1:gd name="T49" fmla="*/ 34 h 96"/>
              <ns1:gd name="T50" fmla="*/ 4 w 96"/>
              <ns1:gd name="T51" fmla="*/ 36 h 96"/>
              <ns1:gd name="T52" fmla="*/ 3 w 96"/>
              <ns1:gd name="T53" fmla="*/ 35 h 96"/>
              <ns1:gd name="T54" fmla="*/ 0 w 96"/>
              <ns1:gd name="T55" fmla="*/ 32 h 96"/>
              <ns1:gd name="T56" fmla="*/ 0 w 96"/>
              <ns1:gd name="T57" fmla="*/ 4 h 96"/>
              <ns1:gd name="T58" fmla="*/ 4 w 96"/>
              <ns1:gd name="T59" fmla="*/ 0 h 96"/>
              <ns1:gd name="T60" fmla="*/ 32 w 96"/>
              <ns1:gd name="T61" fmla="*/ 0 h 96"/>
              <ns1:gd name="T62" fmla="*/ 36 w 96"/>
              <ns1:gd name="T63" fmla="*/ 2 h 96"/>
              <ns1:gd name="T64" fmla="*/ 35 w 96"/>
              <ns1:gd name="T65" fmla="*/ 6 h 96"/>
              <ns1:gd name="T66" fmla="*/ 26 w 96"/>
              <ns1:gd name="T67" fmla="*/ 15 h 96"/>
              <ns1:gd name="T68" fmla="*/ 48 w 96"/>
              <ns1:gd name="T69" fmla="*/ 38 h 96"/>
              <ns1:gd name="T70" fmla="*/ 70 w 96"/>
              <ns1:gd name="T71" fmla="*/ 15 h 96"/>
              <ns1:gd name="T72" fmla="*/ 61 w 96"/>
              <ns1:gd name="T73" fmla="*/ 6 h 96"/>
              <ns1:gd name="T74" fmla="*/ 61 w 96"/>
              <ns1:gd name="T75" fmla="*/ 2 h 96"/>
              <ns1:gd name="T76" fmla="*/ 64 w 96"/>
              <ns1:gd name="T77" fmla="*/ 0 h 96"/>
              <ns1:gd name="T78" fmla="*/ 92 w 96"/>
              <ns1:gd name="T79" fmla="*/ 0 h 96"/>
              <ns1:gd name="T80" fmla="*/ 96 w 96"/>
              <ns1:gd name="T81" fmla="*/ 4 h 96"/>
              <ns1:gd name="T82" fmla="*/ 96 w 96"/>
              <ns1:gd name="T83" fmla="*/ 32 h 96"/>
              <ns1:gd name="T84" fmla="*/ 94 w 96"/>
              <ns1:gd name="T85" fmla="*/ 35 h 96"/>
              <ns1:gd name="T86" fmla="*/ 92 w 96"/>
              <ns1:gd name="T87" fmla="*/ 36 h 96"/>
              <ns1:gd name="T88" fmla="*/ 89 w 96"/>
              <ns1:gd name="T89" fmla="*/ 34 h 96"/>
              <ns1:gd name="T90" fmla="*/ 80 w 96"/>
              <ns1:gd name="T91" fmla="*/ 25 h 96"/>
              <ns1:gd name="T92" fmla="*/ 58 w 96"/>
              <ns1:gd name="T93" fmla="*/ 48 h 96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  <ns1:cxn ang="0">
                <ns1:pos x="T32" y="T33"/>
              </ns1:cxn>
              <ns1:cxn ang="0">
                <ns1:pos x="T34" y="T35"/>
              </ns1:cxn>
              <ns1:cxn ang="0">
                <ns1:pos x="T36" y="T37"/>
              </ns1:cxn>
              <ns1:cxn ang="0">
                <ns1:pos x="T38" y="T39"/>
              </ns1:cxn>
              <ns1:cxn ang="0">
                <ns1:pos x="T40" y="T41"/>
              </ns1:cxn>
              <ns1:cxn ang="0">
                <ns1:pos x="T42" y="T43"/>
              </ns1:cxn>
              <ns1:cxn ang="0">
                <ns1:pos x="T44" y="T45"/>
              </ns1:cxn>
              <ns1:cxn ang="0">
                <ns1:pos x="T46" y="T47"/>
              </ns1:cxn>
              <ns1:cxn ang="0">
                <ns1:pos x="T48" y="T49"/>
              </ns1:cxn>
              <ns1:cxn ang="0">
                <ns1:pos x="T50" y="T51"/>
              </ns1:cxn>
              <ns1:cxn ang="0">
                <ns1:pos x="T52" y="T53"/>
              </ns1:cxn>
              <ns1:cxn ang="0">
                <ns1:pos x="T54" y="T55"/>
              </ns1:cxn>
              <ns1:cxn ang="0">
                <ns1:pos x="T56" y="T57"/>
              </ns1:cxn>
              <ns1:cxn ang="0">
                <ns1:pos x="T58" y="T59"/>
              </ns1:cxn>
              <ns1:cxn ang="0">
                <ns1:pos x="T60" y="T61"/>
              </ns1:cxn>
              <ns1:cxn ang="0">
                <ns1:pos x="T62" y="T63"/>
              </ns1:cxn>
              <ns1:cxn ang="0">
                <ns1:pos x="T64" y="T65"/>
              </ns1:cxn>
              <ns1:cxn ang="0">
                <ns1:pos x="T66" y="T67"/>
              </ns1:cxn>
              <ns1:cxn ang="0">
                <ns1:pos x="T68" y="T69"/>
              </ns1:cxn>
              <ns1:cxn ang="0">
                <ns1:pos x="T70" y="T71"/>
              </ns1:cxn>
              <ns1:cxn ang="0">
                <ns1:pos x="T72" y="T73"/>
              </ns1:cxn>
              <ns1:cxn ang="0">
                <ns1:pos x="T74" y="T75"/>
              </ns1:cxn>
              <ns1:cxn ang="0">
                <ns1:pos x="T76" y="T77"/>
              </ns1:cxn>
              <ns1:cxn ang="0">
                <ns1:pos x="T78" y="T79"/>
              </ns1:cxn>
              <ns1:cxn ang="0">
                <ns1:pos x="T80" y="T81"/>
              </ns1:cxn>
              <ns1:cxn ang="0">
                <ns1:pos x="T82" y="T83"/>
              </ns1:cxn>
              <ns1:cxn ang="0">
                <ns1:pos x="T84" y="T85"/>
              </ns1:cxn>
              <ns1:cxn ang="0">
                <ns1:pos x="T86" y="T87"/>
              </ns1:cxn>
              <ns1:cxn ang="0">
                <ns1:pos x="T88" y="T89"/>
              </ns1:cxn>
              <ns1:cxn ang="0">
                <ns1:pos x="T90" y="T91"/>
              </ns1:cxn>
              <ns1:cxn ang="0">
                <ns1:pos x="T92" y="T93"/>
              </ns1:cxn>
            </ns1:cxnLst>
            <ns1:rect l="0" t="0" r="r" b="b"/>
            <ns1:pathLst>
              <ns1:path w="96" h="96">
                <ns1:moveTo>
                  <ns1:pt x="58" y="48"/>
                </ns1:moveTo>
                <ns1:cubicBezTo>
                  <ns1:pt x="80" y="70"/>
                  <ns1:pt x="80" y="70"/>
                  <ns1:pt x="80" y="70"/>
                </ns1:cubicBezTo>
                <ns1:cubicBezTo>
                  <ns1:pt x="89" y="61"/>
                  <ns1:pt x="89" y="61"/>
                  <ns1:pt x="89" y="61"/>
                </ns1:cubicBezTo>
                <ns1:cubicBezTo>
                  <ns1:pt x="91" y="60"/>
                  <ns1:pt x="92" y="59"/>
                  <ns1:pt x="94" y="60"/>
                </ns1:cubicBezTo>
                <ns1:cubicBezTo>
                  <ns1:pt x="95" y="61"/>
                  <ns1:pt x="96" y="62"/>
                  <ns1:pt x="96" y="64"/>
                </ns1:cubicBezTo>
                <ns1:cubicBezTo>
                  <ns1:pt x="96" y="92"/>
                  <ns1:pt x="96" y="92"/>
                  <ns1:pt x="96" y="92"/>
                </ns1:cubicBezTo>
                <ns1:cubicBezTo>
                  <ns1:pt x="96" y="94"/>
                  <ns1:pt x="94" y="96"/>
                  <ns1:pt x="92" y="96"/>
                </ns1:cubicBezTo>
                <ns1:cubicBezTo>
                  <ns1:pt x="64" y="96"/>
                  <ns1:pt x="64" y="96"/>
                  <ns1:pt x="64" y="96"/>
                </ns1:cubicBezTo>
                <ns1:cubicBezTo>
                  <ns1:pt x="63" y="96"/>
                  <ns1:pt x="61" y="95"/>
                  <ns1:pt x="61" y="93"/>
                </ns1:cubicBezTo>
                <ns1:cubicBezTo>
                  <ns1:pt x="60" y="92"/>
                  <ns1:pt x="60" y="90"/>
                  <ns1:pt x="61" y="89"/>
                </ns1:cubicBezTo>
                <ns1:cubicBezTo>
                  <ns1:pt x="70" y="80"/>
                  <ns1:pt x="70" y="80"/>
                  <ns1:pt x="70" y="80"/>
                </ns1:cubicBezTo>
                <ns1:cubicBezTo>
                  <ns1:pt x="48" y="58"/>
                  <ns1:pt x="48" y="58"/>
                  <ns1:pt x="48" y="58"/>
                </ns1:cubicBezTo>
                <ns1:cubicBezTo>
                  <ns1:pt x="26" y="80"/>
                  <ns1:pt x="26" y="80"/>
                  <ns1:pt x="26" y="80"/>
                </ns1:cubicBezTo>
                <ns1:cubicBezTo>
                  <ns1:pt x="35" y="89"/>
                  <ns1:pt x="35" y="89"/>
                  <ns1:pt x="35" y="89"/>
                </ns1:cubicBezTo>
                <ns1:cubicBezTo>
                  <ns1:pt x="36" y="90"/>
                  <ns1:pt x="37" y="92"/>
                  <ns1:pt x="36" y="93"/>
                </ns1:cubicBezTo>
                <ns1:cubicBezTo>
                  <ns1:pt x="35" y="95"/>
                  <ns1:pt x="34" y="96"/>
                  <ns1:pt x="32" y="96"/>
                </ns1:cubicBezTo>
                <ns1:cubicBezTo>
                  <ns1:pt x="4" y="96"/>
                  <ns1:pt x="4" y="96"/>
                  <ns1:pt x="4" y="96"/>
                </ns1:cubicBezTo>
                <ns1:cubicBezTo>
                  <ns1:pt x="2" y="96"/>
                  <ns1:pt x="0" y="94"/>
                  <ns1:pt x="0" y="92"/>
                </ns1:cubicBezTo>
                <ns1:cubicBezTo>
                  <ns1:pt x="0" y="64"/>
                  <ns1:pt x="0" y="64"/>
                  <ns1:pt x="0" y="64"/>
                </ns1:cubicBezTo>
                <ns1:cubicBezTo>
                  <ns1:pt x="0" y="62"/>
                  <ns1:pt x="1" y="61"/>
                  <ns1:pt x="3" y="60"/>
                </ns1:cubicBezTo>
                <ns1:cubicBezTo>
                  <ns1:pt x="4" y="59"/>
                  <ns1:pt x="6" y="60"/>
                  <ns1:pt x="7" y="61"/>
                </ns1:cubicBezTo>
                <ns1:cubicBezTo>
                  <ns1:pt x="16" y="70"/>
                  <ns1:pt x="16" y="70"/>
                  <ns1:pt x="16" y="70"/>
                </ns1:cubicBezTo>
                <ns1:cubicBezTo>
                  <ns1:pt x="38" y="48"/>
                  <ns1:pt x="38" y="48"/>
                  <ns1:pt x="38" y="48"/>
                </ns1:cubicBezTo>
                <ns1:cubicBezTo>
                  <ns1:pt x="16" y="25"/>
                  <ns1:pt x="16" y="25"/>
                  <ns1:pt x="16" y="25"/>
                </ns1:cubicBezTo>
                <ns1:cubicBezTo>
                  <ns1:pt x="7" y="34"/>
                  <ns1:pt x="7" y="34"/>
                  <ns1:pt x="7" y="34"/>
                </ns1:cubicBezTo>
                <ns1:cubicBezTo>
                  <ns1:pt x="6" y="35"/>
                  <ns1:pt x="5" y="36"/>
                  <ns1:pt x="4" y="36"/>
                </ns1:cubicBezTo>
                <ns1:cubicBezTo>
                  <ns1:pt x="4" y="36"/>
                  <ns1:pt x="3" y="36"/>
                  <ns1:pt x="3" y="35"/>
                </ns1:cubicBezTo>
                <ns1:cubicBezTo>
                  <ns1:pt x="1" y="35"/>
                  <ns1:pt x="0" y="33"/>
                  <ns1:pt x="0" y="32"/>
                </ns1:cubicBezTo>
                <ns1:cubicBezTo>
                  <ns1:pt x="0" y="4"/>
                  <ns1:pt x="0" y="4"/>
                  <ns1:pt x="0" y="4"/>
                </ns1:cubicBezTo>
                <ns1:cubicBezTo>
                  <ns1:pt x="0" y="1"/>
                  <ns1:pt x="2" y="0"/>
                  <ns1:pt x="4" y="0"/>
                </ns1:cubicBezTo>
                <ns1:cubicBezTo>
                  <ns1:pt x="32" y="0"/>
                  <ns1:pt x="32" y="0"/>
                  <ns1:pt x="32" y="0"/>
                </ns1:cubicBezTo>
                <ns1:cubicBezTo>
                  <ns1:pt x="34" y="0"/>
                  <ns1:pt x="35" y="1"/>
                  <ns1:pt x="36" y="2"/>
                </ns1:cubicBezTo>
                <ns1:cubicBezTo>
                  <ns1:pt x="37" y="4"/>
                  <ns1:pt x="36" y="5"/>
                  <ns1:pt x="35" y="6"/>
                </ns1:cubicBezTo>
                <ns1:cubicBezTo>
                  <ns1:pt x="26" y="15"/>
                  <ns1:pt x="26" y="15"/>
                  <ns1:pt x="26" y="15"/>
                </ns1:cubicBezTo>
                <ns1:cubicBezTo>
                  <ns1:pt x="48" y="38"/>
                  <ns1:pt x="48" y="38"/>
                  <ns1:pt x="48" y="38"/>
                </ns1:cubicBezTo>
                <ns1:cubicBezTo>
                  <ns1:pt x="70" y="15"/>
                  <ns1:pt x="70" y="15"/>
                  <ns1:pt x="70" y="15"/>
                </ns1:cubicBezTo>
                <ns1:cubicBezTo>
                  <ns1:pt x="61" y="6"/>
                  <ns1:pt x="61" y="6"/>
                  <ns1:pt x="61" y="6"/>
                </ns1:cubicBezTo>
                <ns1:cubicBezTo>
                  <ns1:pt x="60" y="5"/>
                  <ns1:pt x="60" y="4"/>
                  <ns1:pt x="61" y="2"/>
                </ns1:cubicBezTo>
                <ns1:cubicBezTo>
                  <ns1:pt x="61" y="1"/>
                  <ns1:pt x="63" y="0"/>
                  <ns1:pt x="64" y="0"/>
                </ns1:cubicBezTo>
                <ns1:cubicBezTo>
                  <ns1:pt x="92" y="0"/>
                  <ns1:pt x="92" y="0"/>
                  <ns1:pt x="92" y="0"/>
                </ns1:cubicBezTo>
                <ns1:cubicBezTo>
                  <ns1:pt x="94" y="0"/>
                  <ns1:pt x="96" y="1"/>
                  <ns1:pt x="96" y="4"/>
                </ns1:cubicBezTo>
                <ns1:cubicBezTo>
                  <ns1:pt x="96" y="32"/>
                  <ns1:pt x="96" y="32"/>
                  <ns1:pt x="96" y="32"/>
                </ns1:cubicBezTo>
                <ns1:cubicBezTo>
                  <ns1:pt x="96" y="33"/>
                  <ns1:pt x="95" y="35"/>
                  <ns1:pt x="94" y="35"/>
                </ns1:cubicBezTo>
                <ns1:cubicBezTo>
                  <ns1:pt x="93" y="36"/>
                  <ns1:pt x="93" y="36"/>
                  <ns1:pt x="92" y="36"/>
                </ns1:cubicBezTo>
                <ns1:cubicBezTo>
                  <ns1:pt x="91" y="36"/>
                  <ns1:pt x="90" y="35"/>
                  <ns1:pt x="89" y="34"/>
                </ns1:cubicBezTo>
                <ns1:cubicBezTo>
                  <ns1:pt x="80" y="25"/>
                  <ns1:pt x="80" y="25"/>
                  <ns1:pt x="80" y="25"/>
                </ns1:cubicBezTo>
                <ns1:lnTo>
                  <ns1:pt x="58" y="48"/>
                </ns1:lnTo>
                <ns1:close/>
              </ns1:path>
            </ns1:pathLst>
          </ns1:custGeom>
          <ns1:solidFill>
            <ns1:srgbClr val="010101"/>
          </ns1:solidFill>
          <ns1:ln>
            <ns1:noFill/>
          </ns1:ln>
          <ns1:extLst>
            <ns1:ext uri="{91240B29-F687-4F45-9708-019B960494DF}">
              <ns2:hiddenLine w="9525">
                <ns1:solidFill>
                  <ns1:srgbClr val="000000"/>
                </ns1:solidFill>
                <ns1:round/>
                <ns1:headEnd/>
                <ns1:tailEnd/>
              </ns2:hiddenLine>
            </ns1:ext>
          </ns1:extLst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en-US" sz="2700"/>
          </ns1:p>
        </ns0:txBody>
      </ns0:sp>
      <ns0:sp>
        <ns0:nvSpPr>
          <ns0:cNvPr id="161" name="Freeform 159"/>
          <ns0:cNvSpPr>
            <ns1:spLocks noEditPoints="1"/>
          </ns0:cNvSpPr>
          <ns0:nvPr/>
        </ns0:nvSpPr>
        <ns0:spPr bwMode="auto">
          <ns1:xfrm>
            <ns1:off x="7477126" y="5084763"/>
            <ns1:ext cx="450850" cy="420688"/>
          </ns1:xfrm>
          <ns1:custGeom>
            <ns1:avLst/>
            <ns1:gdLst>
              <ns1:gd name="T0" fmla="*/ 21 w 120"/>
              <ns1:gd name="T1" fmla="*/ 64 h 112"/>
              <ns1:gd name="T2" fmla="*/ 12 w 120"/>
              <ns1:gd name="T3" fmla="*/ 64 h 112"/>
              <ns1:gd name="T4" fmla="*/ 0 w 120"/>
              <ns1:gd name="T5" fmla="*/ 54 h 112"/>
              <ns1:gd name="T6" fmla="*/ 8 w 120"/>
              <ns1:gd name="T7" fmla="*/ 32 h 112"/>
              <ns1:gd name="T8" fmla="*/ 24 w 120"/>
              <ns1:gd name="T9" fmla="*/ 37 h 112"/>
              <ns1:gd name="T10" fmla="*/ 33 w 120"/>
              <ns1:gd name="T11" fmla="*/ 36 h 112"/>
              <ns1:gd name="T12" fmla="*/ 32 w 120"/>
              <ns1:gd name="T13" fmla="*/ 40 h 112"/>
              <ns1:gd name="T14" fmla="*/ 37 w 120"/>
              <ns1:gd name="T15" fmla="*/ 56 h 112"/>
              <ns1:gd name="T16" fmla="*/ 21 w 120"/>
              <ns1:gd name="T17" fmla="*/ 64 h 112"/>
              <ns1:gd name="T18" fmla="*/ 24 w 120"/>
              <ns1:gd name="T19" fmla="*/ 32 h 112"/>
              <ns1:gd name="T20" fmla="*/ 8 w 120"/>
              <ns1:gd name="T21" fmla="*/ 16 h 112"/>
              <ns1:gd name="T22" fmla="*/ 24 w 120"/>
              <ns1:gd name="T23" fmla="*/ 0 h 112"/>
              <ns1:gd name="T24" fmla="*/ 40 w 120"/>
              <ns1:gd name="T25" fmla="*/ 16 h 112"/>
              <ns1:gd name="T26" fmla="*/ 24 w 120"/>
              <ns1:gd name="T27" fmla="*/ 32 h 112"/>
              <ns1:gd name="T28" fmla="*/ 87 w 120"/>
              <ns1:gd name="T29" fmla="*/ 112 h 112"/>
              <ns1:gd name="T30" fmla="*/ 33 w 120"/>
              <ns1:gd name="T31" fmla="*/ 112 h 112"/>
              <ns1:gd name="T32" fmla="*/ 16 w 120"/>
              <ns1:gd name="T33" fmla="*/ 95 h 112"/>
              <ns1:gd name="T34" fmla="*/ 38 w 120"/>
              <ns1:gd name="T35" fmla="*/ 60 h 112"/>
              <ns1:gd name="T36" fmla="*/ 60 w 120"/>
              <ns1:gd name="T37" fmla="*/ 68 h 112"/>
              <ns1:gd name="T38" fmla="*/ 83 w 120"/>
              <ns1:gd name="T39" fmla="*/ 60 h 112"/>
              <ns1:gd name="T40" fmla="*/ 104 w 120"/>
              <ns1:gd name="T41" fmla="*/ 95 h 112"/>
              <ns1:gd name="T42" fmla="*/ 87 w 120"/>
              <ns1:gd name="T43" fmla="*/ 112 h 112"/>
              <ns1:gd name="T44" fmla="*/ 60 w 120"/>
              <ns1:gd name="T45" fmla="*/ 64 h 112"/>
              <ns1:gd name="T46" fmla="*/ 36 w 120"/>
              <ns1:gd name="T47" fmla="*/ 40 h 112"/>
              <ns1:gd name="T48" fmla="*/ 60 w 120"/>
              <ns1:gd name="T49" fmla="*/ 16 h 112"/>
              <ns1:gd name="T50" fmla="*/ 84 w 120"/>
              <ns1:gd name="T51" fmla="*/ 40 h 112"/>
              <ns1:gd name="T52" fmla="*/ 60 w 120"/>
              <ns1:gd name="T53" fmla="*/ 64 h 112"/>
              <ns1:gd name="T54" fmla="*/ 96 w 120"/>
              <ns1:gd name="T55" fmla="*/ 32 h 112"/>
              <ns1:gd name="T56" fmla="*/ 80 w 120"/>
              <ns1:gd name="T57" fmla="*/ 16 h 112"/>
              <ns1:gd name="T58" fmla="*/ 96 w 120"/>
              <ns1:gd name="T59" fmla="*/ 0 h 112"/>
              <ns1:gd name="T60" fmla="*/ 112 w 120"/>
              <ns1:gd name="T61" fmla="*/ 16 h 112"/>
              <ns1:gd name="T62" fmla="*/ 96 w 120"/>
              <ns1:gd name="T63" fmla="*/ 32 h 112"/>
              <ns1:gd name="T64" fmla="*/ 108 w 120"/>
              <ns1:gd name="T65" fmla="*/ 64 h 112"/>
              <ns1:gd name="T66" fmla="*/ 100 w 120"/>
              <ns1:gd name="T67" fmla="*/ 64 h 112"/>
              <ns1:gd name="T68" fmla="*/ 83 w 120"/>
              <ns1:gd name="T69" fmla="*/ 56 h 112"/>
              <ns1:gd name="T70" fmla="*/ 88 w 120"/>
              <ns1:gd name="T71" fmla="*/ 40 h 112"/>
              <ns1:gd name="T72" fmla="*/ 88 w 120"/>
              <ns1:gd name="T73" fmla="*/ 36 h 112"/>
              <ns1:gd name="T74" fmla="*/ 96 w 120"/>
              <ns1:gd name="T75" fmla="*/ 37 h 112"/>
              <ns1:gd name="T76" fmla="*/ 112 w 120"/>
              <ns1:gd name="T77" fmla="*/ 32 h 112"/>
              <ns1:gd name="T78" fmla="*/ 120 w 120"/>
              <ns1:gd name="T79" fmla="*/ 54 h 112"/>
              <ns1:gd name="T80" fmla="*/ 108 w 120"/>
              <ns1:gd name="T81" fmla="*/ 64 h 112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  <ns1:cxn ang="0">
                <ns1:pos x="T32" y="T33"/>
              </ns1:cxn>
              <ns1:cxn ang="0">
                <ns1:pos x="T34" y="T35"/>
              </ns1:cxn>
              <ns1:cxn ang="0">
                <ns1:pos x="T36" y="T37"/>
              </ns1:cxn>
              <ns1:cxn ang="0">
                <ns1:pos x="T38" y="T39"/>
              </ns1:cxn>
              <ns1:cxn ang="0">
                <ns1:pos x="T40" y="T41"/>
              </ns1:cxn>
              <ns1:cxn ang="0">
                <ns1:pos x="T42" y="T43"/>
              </ns1:cxn>
              <ns1:cxn ang="0">
                <ns1:pos x="T44" y="T45"/>
              </ns1:cxn>
              <ns1:cxn ang="0">
                <ns1:pos x="T46" y="T47"/>
              </ns1:cxn>
              <ns1:cxn ang="0">
                <ns1:pos x="T48" y="T49"/>
              </ns1:cxn>
              <ns1:cxn ang="0">
                <ns1:pos x="T50" y="T51"/>
              </ns1:cxn>
              <ns1:cxn ang="0">
                <ns1:pos x="T52" y="T53"/>
              </ns1:cxn>
              <ns1:cxn ang="0">
                <ns1:pos x="T54" y="T55"/>
              </ns1:cxn>
              <ns1:cxn ang="0">
                <ns1:pos x="T56" y="T57"/>
              </ns1:cxn>
              <ns1:cxn ang="0">
                <ns1:pos x="T58" y="T59"/>
              </ns1:cxn>
              <ns1:cxn ang="0">
                <ns1:pos x="T60" y="T61"/>
              </ns1:cxn>
              <ns1:cxn ang="0">
                <ns1:pos x="T62" y="T63"/>
              </ns1:cxn>
              <ns1:cxn ang="0">
                <ns1:pos x="T64" y="T65"/>
              </ns1:cxn>
              <ns1:cxn ang="0">
                <ns1:pos x="T66" y="T67"/>
              </ns1:cxn>
              <ns1:cxn ang="0">
                <ns1:pos x="T68" y="T69"/>
              </ns1:cxn>
              <ns1:cxn ang="0">
                <ns1:pos x="T70" y="T71"/>
              </ns1:cxn>
              <ns1:cxn ang="0">
                <ns1:pos x="T72" y="T73"/>
              </ns1:cxn>
              <ns1:cxn ang="0">
                <ns1:pos x="T74" y="T75"/>
              </ns1:cxn>
              <ns1:cxn ang="0">
                <ns1:pos x="T76" y="T77"/>
              </ns1:cxn>
              <ns1:cxn ang="0">
                <ns1:pos x="T78" y="T79"/>
              </ns1:cxn>
              <ns1:cxn ang="0">
                <ns1:pos x="T80" y="T81"/>
              </ns1:cxn>
            </ns1:cxnLst>
            <ns1:rect l="0" t="0" r="r" b="b"/>
            <ns1:pathLst>
              <ns1:path w="120" h="112">
                <ns1:moveTo>
                  <ns1:pt x="21" y="64"/>
                </ns1:moveTo>
                <ns1:cubicBezTo>
                  <ns1:pt x="12" y="64"/>
                  <ns1:pt x="12" y="64"/>
                  <ns1:pt x="12" y="64"/>
                </ns1:cubicBezTo>
                <ns1:cubicBezTo>
                  <ns1:pt x="6" y="64"/>
                  <ns1:pt x="0" y="61"/>
                  <ns1:pt x="0" y="54"/>
                </ns1:cubicBezTo>
                <ns1:cubicBezTo>
                  <ns1:pt x="0" y="49"/>
                  <ns1:pt x="0" y="32"/>
                  <ns1:pt x="8" y="32"/>
                </ns1:cubicBezTo>
                <ns1:cubicBezTo>
                  <ns1:pt x="9" y="32"/>
                  <ns1:pt x="16" y="37"/>
                  <ns1:pt x="24" y="37"/>
                </ns1:cubicBezTo>
                <ns1:cubicBezTo>
                  <ns1:pt x="27" y="37"/>
                  <ns1:pt x="30" y="36"/>
                  <ns1:pt x="33" y="36"/>
                </ns1:cubicBezTo>
                <ns1:cubicBezTo>
                  <ns1:pt x="32" y="37"/>
                  <ns1:pt x="32" y="38"/>
                  <ns1:pt x="32" y="40"/>
                </ns1:cubicBezTo>
                <ns1:cubicBezTo>
                  <ns1:pt x="32" y="45"/>
                  <ns1:pt x="34" y="51"/>
                  <ns1:pt x="37" y="56"/>
                </ns1:cubicBezTo>
                <ns1:cubicBezTo>
                  <ns1:pt x="31" y="56"/>
                  <ns1:pt x="25" y="59"/>
                  <ns1:pt x="21" y="64"/>
                </ns1:cubicBezTo>
                <ns1:close/>
                <ns1:moveTo>
                  <ns1:pt x="24" y="32"/>
                </ns1:moveTo>
                <ns1:cubicBezTo>
                  <ns1:pt x="15" y="32"/>
                  <ns1:pt x="8" y="24"/>
                  <ns1:pt x="8" y="16"/>
                </ns1:cubicBezTo>
                <ns1:cubicBezTo>
                  <ns1:pt x="8" y="7"/>
                  <ns1:pt x="15" y="0"/>
                  <ns1:pt x="24" y="0"/>
                </ns1:cubicBezTo>
                <ns1:cubicBezTo>
                  <ns1:pt x="33" y="0"/>
                  <ns1:pt x="40" y="7"/>
                  <ns1:pt x="40" y="16"/>
                </ns1:cubicBezTo>
                <ns1:cubicBezTo>
                  <ns1:pt x="40" y="24"/>
                  <ns1:pt x="33" y="32"/>
                  <ns1:pt x="24" y="32"/>
                </ns1:cubicBezTo>
                <ns1:close/>
                <ns1:moveTo>
                  <ns1:pt x="87" y="112"/>
                </ns1:moveTo>
                <ns1:cubicBezTo>
                  <ns1:pt x="33" y="112"/>
                  <ns1:pt x="33" y="112"/>
                  <ns1:pt x="33" y="112"/>
                </ns1:cubicBezTo>
                <ns1:cubicBezTo>
                  <ns1:pt x="23" y="112"/>
                  <ns1:pt x="16" y="106"/>
                  <ns1:pt x="16" y="95"/>
                </ns1:cubicBezTo>
                <ns1:cubicBezTo>
                  <ns1:pt x="16" y="81"/>
                  <ns1:pt x="20" y="60"/>
                  <ns1:pt x="38" y="60"/>
                </ns1:cubicBezTo>
                <ns1:cubicBezTo>
                  <ns1:pt x="40" y="60"/>
                  <ns1:pt x="48" y="68"/>
                  <ns1:pt x="60" y="68"/>
                </ns1:cubicBezTo>
                <ns1:cubicBezTo>
                  <ns1:pt x="73" y="68"/>
                  <ns1:pt x="80" y="60"/>
                  <ns1:pt x="83" y="60"/>
                </ns1:cubicBezTo>
                <ns1:cubicBezTo>
                  <ns1:pt x="101" y="60"/>
                  <ns1:pt x="104" y="81"/>
                  <ns1:pt x="104" y="95"/>
                </ns1:cubicBezTo>
                <ns1:cubicBezTo>
                  <ns1:pt x="104" y="106"/>
                  <ns1:pt x="97" y="112"/>
                  <ns1:pt x="87" y="112"/>
                </ns1:cubicBezTo>
                <ns1:close/>
                <ns1:moveTo>
                  <ns1:pt x="60" y="64"/>
                </ns1:moveTo>
                <ns1:cubicBezTo>
                  <ns1:pt x="47" y="64"/>
                  <ns1:pt x="36" y="53"/>
                  <ns1:pt x="36" y="40"/>
                </ns1:cubicBezTo>
                <ns1:cubicBezTo>
                  <ns1:pt x="36" y="26"/>
                  <ns1:pt x="47" y="16"/>
                  <ns1:pt x="60" y="16"/>
                </ns1:cubicBezTo>
                <ns1:cubicBezTo>
                  <ns1:pt x="73" y="16"/>
                  <ns1:pt x="84" y="26"/>
                  <ns1:pt x="84" y="40"/>
                </ns1:cubicBezTo>
                <ns1:cubicBezTo>
                  <ns1:pt x="84" y="53"/>
                  <ns1:pt x="73" y="64"/>
                  <ns1:pt x="60" y="64"/>
                </ns1:cubicBezTo>
                <ns1:close/>
                <ns1:moveTo>
                  <ns1:pt x="96" y="32"/>
                </ns1:moveTo>
                <ns1:cubicBezTo>
                  <ns1:pt x="87" y="32"/>
                  <ns1:pt x="80" y="24"/>
                  <ns1:pt x="80" y="16"/>
                </ns1:cubicBezTo>
                <ns1:cubicBezTo>
                  <ns1:pt x="80" y="7"/>
                  <ns1:pt x="87" y="0"/>
                  <ns1:pt x="96" y="0"/>
                </ns1:cubicBezTo>
                <ns1:cubicBezTo>
                  <ns1:pt x="105" y="0"/>
                  <ns1:pt x="112" y="7"/>
                  <ns1:pt x="112" y="16"/>
                </ns1:cubicBezTo>
                <ns1:cubicBezTo>
                  <ns1:pt x="112" y="24"/>
                  <ns1:pt x="105" y="32"/>
                  <ns1:pt x="96" y="32"/>
                </ns1:cubicBezTo>
                <ns1:close/>
                <ns1:moveTo>
                  <ns1:pt x="108" y="64"/>
                </ns1:moveTo>
                <ns1:cubicBezTo>
                  <ns1:pt x="100" y="64"/>
                  <ns1:pt x="100" y="64"/>
                  <ns1:pt x="100" y="64"/>
                </ns1:cubicBezTo>
                <ns1:cubicBezTo>
                  <ns1:pt x="95" y="59"/>
                  <ns1:pt x="90" y="56"/>
                  <ns1:pt x="83" y="56"/>
                </ns1:cubicBezTo>
                <ns1:cubicBezTo>
                  <ns1:pt x="86" y="51"/>
                  <ns1:pt x="88" y="45"/>
                  <ns1:pt x="88" y="40"/>
                </ns1:cubicBezTo>
                <ns1:cubicBezTo>
                  <ns1:pt x="88" y="38"/>
                  <ns1:pt x="88" y="37"/>
                  <ns1:pt x="88" y="36"/>
                </ns1:cubicBezTo>
                <ns1:cubicBezTo>
                  <ns1:pt x="91" y="36"/>
                  <ns1:pt x="93" y="37"/>
                  <ns1:pt x="96" y="37"/>
                </ns1:cubicBezTo>
                <ns1:cubicBezTo>
                  <ns1:pt x="105" y="37"/>
                  <ns1:pt x="111" y="32"/>
                  <ns1:pt x="112" y="32"/>
                </ns1:cubicBezTo>
                <ns1:cubicBezTo>
                  <ns1:pt x="120" y="32"/>
                  <ns1:pt x="120" y="49"/>
                  <ns1:pt x="120" y="54"/>
                </ns1:cubicBezTo>
                <ns1:cubicBezTo>
                  <ns1:pt x="120" y="61"/>
                  <ns1:pt x="114" y="64"/>
                  <ns1:pt x="108" y="64"/>
                </ns1:cubicBezTo>
                <ns1:close/>
              </ns1:path>
            </ns1:pathLst>
          </ns1:custGeom>
          <ns1:solidFill>
            <ns1:srgbClr val="010101"/>
          </ns1:solidFill>
          <ns1:ln>
            <ns1:noFill/>
          </ns1:ln>
          <ns1:extLst>
            <ns1:ext uri="{91240B29-F687-4F45-9708-019B960494DF}">
              <ns2:hiddenLine w="9525">
                <ns1:solidFill>
                  <ns1:srgbClr val="000000"/>
                </ns1:solidFill>
                <ns1:round/>
                <ns1:headEnd/>
                <ns1:tailEnd/>
              </ns2:hiddenLine>
            </ns1:ext>
          </ns1:extLst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en-US" sz="2700"/>
          </ns1:p>
        </ns0:txBody>
      </ns0:sp>
      <ns0:sp>
        <ns0:nvSpPr>
          <ns0:cNvPr id="162" name="Freeform 160"/>
          <ns0:cNvSpPr>
            <ns1:spLocks noEditPoints="1"/>
          </ns0:cNvSpPr>
          <ns0:nvPr/>
        </ns0:nvSpPr>
        <ns0:spPr bwMode="auto">
          <ns1:xfrm>
            <ns1:off x="8156576" y="5087939"/>
            <ns1:ext cx="382588" cy="384175"/>
          </ns1:xfrm>
          <ns1:custGeom>
            <ns1:avLst/>
            <ns1:gdLst>
              <ns1:gd name="T0" fmla="*/ 97 w 102"/>
              <ns1:gd name="T1" fmla="*/ 87 h 102"/>
              <ns1:gd name="T2" fmla="*/ 88 w 102"/>
              <ns1:gd name="T3" fmla="*/ 96 h 102"/>
              <ns1:gd name="T4" fmla="*/ 75 w 102"/>
              <ns1:gd name="T5" fmla="*/ 102 h 102"/>
              <ns1:gd name="T6" fmla="*/ 62 w 102"/>
              <ns1:gd name="T7" fmla="*/ 96 h 102"/>
              <ns1:gd name="T8" fmla="*/ 50 w 102"/>
              <ns1:gd name="T9" fmla="*/ 83 h 102"/>
              <ns1:gd name="T10" fmla="*/ 44 w 102"/>
              <ns1:gd name="T11" fmla="*/ 71 h 102"/>
              <ns1:gd name="T12" fmla="*/ 50 w 102"/>
              <ns1:gd name="T13" fmla="*/ 58 h 102"/>
              <ns1:gd name="T14" fmla="*/ 44 w 102"/>
              <ns1:gd name="T15" fmla="*/ 52 h 102"/>
              <ns1:gd name="T16" fmla="*/ 31 w 102"/>
              <ns1:gd name="T17" fmla="*/ 58 h 102"/>
              <ns1:gd name="T18" fmla="*/ 19 w 102"/>
              <ns1:gd name="T19" fmla="*/ 52 h 102"/>
              <ns1:gd name="T20" fmla="*/ 6 w 102"/>
              <ns1:gd name="T21" fmla="*/ 39 h 102"/>
              <ns1:gd name="T22" fmla="*/ 0 w 102"/>
              <ns1:gd name="T23" fmla="*/ 27 h 102"/>
              <ns1:gd name="T24" fmla="*/ 6 w 102"/>
              <ns1:gd name="T25" fmla="*/ 14 h 102"/>
              <ns1:gd name="T26" fmla="*/ 15 w 102"/>
              <ns1:gd name="T27" fmla="*/ 5 h 102"/>
              <ns1:gd name="T28" fmla="*/ 28 w 102"/>
              <ns1:gd name="T29" fmla="*/ 0 h 102"/>
              <ns1:gd name="T30" fmla="*/ 40 w 102"/>
              <ns1:gd name="T31" fmla="*/ 5 h 102"/>
              <ns1:gd name="T32" fmla="*/ 53 w 102"/>
              <ns1:gd name="T33" fmla="*/ 18 h 102"/>
              <ns1:gd name="T34" fmla="*/ 58 w 102"/>
              <ns1:gd name="T35" fmla="*/ 31 h 102"/>
              <ns1:gd name="T36" fmla="*/ 53 w 102"/>
              <ns1:gd name="T37" fmla="*/ 44 h 102"/>
              <ns1:gd name="T38" fmla="*/ 58 w 102"/>
              <ns1:gd name="T39" fmla="*/ 49 h 102"/>
              <ns1:gd name="T40" fmla="*/ 71 w 102"/>
              <ns1:gd name="T41" fmla="*/ 44 h 102"/>
              <ns1:gd name="T42" fmla="*/ 84 w 102"/>
              <ns1:gd name="T43" fmla="*/ 49 h 102"/>
              <ns1:gd name="T44" fmla="*/ 97 w 102"/>
              <ns1:gd name="T45" fmla="*/ 62 h 102"/>
              <ns1:gd name="T46" fmla="*/ 102 w 102"/>
              <ns1:gd name="T47" fmla="*/ 75 h 102"/>
              <ns1:gd name="T48" fmla="*/ 97 w 102"/>
              <ns1:gd name="T49" fmla="*/ 87 h 102"/>
              <ns1:gd name="T50" fmla="*/ 45 w 102"/>
              <ns1:gd name="T51" fmla="*/ 26 h 102"/>
              <ns1:gd name="T52" fmla="*/ 32 w 102"/>
              <ns1:gd name="T53" fmla="*/ 13 h 102"/>
              <ns1:gd name="T54" fmla="*/ 28 w 102"/>
              <ns1:gd name="T55" fmla="*/ 12 h 102"/>
              <ns1:gd name="T56" fmla="*/ 23 w 102"/>
              <ns1:gd name="T57" fmla="*/ 13 h 102"/>
              <ns1:gd name="T58" fmla="*/ 14 w 102"/>
              <ns1:gd name="T59" fmla="*/ 22 h 102"/>
              <ns1:gd name="T60" fmla="*/ 12 w 102"/>
              <ns1:gd name="T61" fmla="*/ 27 h 102"/>
              <ns1:gd name="T62" fmla="*/ 14 w 102"/>
              <ns1:gd name="T63" fmla="*/ 31 h 102"/>
              <ns1:gd name="T64" fmla="*/ 27 w 102"/>
              <ns1:gd name="T65" fmla="*/ 44 h 102"/>
              <ns1:gd name="T66" fmla="*/ 31 w 102"/>
              <ns1:gd name="T67" fmla="*/ 46 h 102"/>
              <ns1:gd name="T68" fmla="*/ 36 w 102"/>
              <ns1:gd name="T69" fmla="*/ 44 h 102"/>
              <ns1:gd name="T70" fmla="*/ 31 w 102"/>
              <ns1:gd name="T71" fmla="*/ 37 h 102"/>
              <ns1:gd name="T72" fmla="*/ 37 w 102"/>
              <ns1:gd name="T73" fmla="*/ 31 h 102"/>
              <ns1:gd name="T74" fmla="*/ 44 w 102"/>
              <ns1:gd name="T75" fmla="*/ 35 h 102"/>
              <ns1:gd name="T76" fmla="*/ 46 w 102"/>
              <ns1:gd name="T77" fmla="*/ 31 h 102"/>
              <ns1:gd name="T78" fmla="*/ 45 w 102"/>
              <ns1:gd name="T79" fmla="*/ 26 h 102"/>
              <ns1:gd name="T80" fmla="*/ 89 w 102"/>
              <ns1:gd name="T81" fmla="*/ 70 h 102"/>
              <ns1:gd name="T82" fmla="*/ 76 w 102"/>
              <ns1:gd name="T83" fmla="*/ 57 h 102"/>
              <ns1:gd name="T84" fmla="*/ 71 w 102"/>
              <ns1:gd name="T85" fmla="*/ 56 h 102"/>
              <ns1:gd name="T86" fmla="*/ 67 w 102"/>
              <ns1:gd name="T87" fmla="*/ 58 h 102"/>
              <ns1:gd name="T88" fmla="*/ 71 w 102"/>
              <ns1:gd name="T89" fmla="*/ 65 h 102"/>
              <ns1:gd name="T90" fmla="*/ 65 w 102"/>
              <ns1:gd name="T91" fmla="*/ 71 h 102"/>
              <ns1:gd name="T92" fmla="*/ 58 w 102"/>
              <ns1:gd name="T93" fmla="*/ 66 h 102"/>
              <ns1:gd name="T94" fmla="*/ 56 w 102"/>
              <ns1:gd name="T95" fmla="*/ 71 h 102"/>
              <ns1:gd name="T96" fmla="*/ 58 w 102"/>
              <ns1:gd name="T97" fmla="*/ 75 h 102"/>
              <ns1:gd name="T98" fmla="*/ 71 w 102"/>
              <ns1:gd name="T99" fmla="*/ 88 h 102"/>
              <ns1:gd name="T100" fmla="*/ 75 w 102"/>
              <ns1:gd name="T101" fmla="*/ 90 h 102"/>
              <ns1:gd name="T102" fmla="*/ 79 w 102"/>
              <ns1:gd name="T103" fmla="*/ 88 h 102"/>
              <ns1:gd name="T104" fmla="*/ 89 w 102"/>
              <ns1:gd name="T105" fmla="*/ 79 h 102"/>
              <ns1:gd name="T106" fmla="*/ 90 w 102"/>
              <ns1:gd name="T107" fmla="*/ 75 h 102"/>
              <ns1:gd name="T108" fmla="*/ 89 w 102"/>
              <ns1:gd name="T109" fmla="*/ 70 h 102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  <ns1:cxn ang="0">
                <ns1:pos x="T32" y="T33"/>
              </ns1:cxn>
              <ns1:cxn ang="0">
                <ns1:pos x="T34" y="T35"/>
              </ns1:cxn>
              <ns1:cxn ang="0">
                <ns1:pos x="T36" y="T37"/>
              </ns1:cxn>
              <ns1:cxn ang="0">
                <ns1:pos x="T38" y="T39"/>
              </ns1:cxn>
              <ns1:cxn ang="0">
                <ns1:pos x="T40" y="T41"/>
              </ns1:cxn>
              <ns1:cxn ang="0">
                <ns1:pos x="T42" y="T43"/>
              </ns1:cxn>
              <ns1:cxn ang="0">
                <ns1:pos x="T44" y="T45"/>
              </ns1:cxn>
              <ns1:cxn ang="0">
                <ns1:pos x="T46" y="T47"/>
              </ns1:cxn>
              <ns1:cxn ang="0">
                <ns1:pos x="T48" y="T49"/>
              </ns1:cxn>
              <ns1:cxn ang="0">
                <ns1:pos x="T50" y="T51"/>
              </ns1:cxn>
              <ns1:cxn ang="0">
                <ns1:pos x="T52" y="T53"/>
              </ns1:cxn>
              <ns1:cxn ang="0">
                <ns1:pos x="T54" y="T55"/>
              </ns1:cxn>
              <ns1:cxn ang="0">
                <ns1:pos x="T56" y="T57"/>
              </ns1:cxn>
              <ns1:cxn ang="0">
                <ns1:pos x="T58" y="T59"/>
              </ns1:cxn>
              <ns1:cxn ang="0">
                <ns1:pos x="T60" y="T61"/>
              </ns1:cxn>
              <ns1:cxn ang="0">
                <ns1:pos x="T62" y="T63"/>
              </ns1:cxn>
              <ns1:cxn ang="0">
                <ns1:pos x="T64" y="T65"/>
              </ns1:cxn>
              <ns1:cxn ang="0">
                <ns1:pos x="T66" y="T67"/>
              </ns1:cxn>
              <ns1:cxn ang="0">
                <ns1:pos x="T68" y="T69"/>
              </ns1:cxn>
              <ns1:cxn ang="0">
                <ns1:pos x="T70" y="T71"/>
              </ns1:cxn>
              <ns1:cxn ang="0">
                <ns1:pos x="T72" y="T73"/>
              </ns1:cxn>
              <ns1:cxn ang="0">
                <ns1:pos x="T74" y="T75"/>
              </ns1:cxn>
              <ns1:cxn ang="0">
                <ns1:pos x="T76" y="T77"/>
              </ns1:cxn>
              <ns1:cxn ang="0">
                <ns1:pos x="T78" y="T79"/>
              </ns1:cxn>
              <ns1:cxn ang="0">
                <ns1:pos x="T80" y="T81"/>
              </ns1:cxn>
              <ns1:cxn ang="0">
                <ns1:pos x="T82" y="T83"/>
              </ns1:cxn>
              <ns1:cxn ang="0">
                <ns1:pos x="T84" y="T85"/>
              </ns1:cxn>
              <ns1:cxn ang="0">
                <ns1:pos x="T86" y="T87"/>
              </ns1:cxn>
              <ns1:cxn ang="0">
                <ns1:pos x="T88" y="T89"/>
              </ns1:cxn>
              <ns1:cxn ang="0">
                <ns1:pos x="T90" y="T91"/>
              </ns1:cxn>
              <ns1:cxn ang="0">
                <ns1:pos x="T92" y="T93"/>
              </ns1:cxn>
              <ns1:cxn ang="0">
                <ns1:pos x="T94" y="T95"/>
              </ns1:cxn>
              <ns1:cxn ang="0">
                <ns1:pos x="T96" y="T97"/>
              </ns1:cxn>
              <ns1:cxn ang="0">
                <ns1:pos x="T98" y="T99"/>
              </ns1:cxn>
              <ns1:cxn ang="0">
                <ns1:pos x="T100" y="T101"/>
              </ns1:cxn>
              <ns1:cxn ang="0">
                <ns1:pos x="T102" y="T103"/>
              </ns1:cxn>
              <ns1:cxn ang="0">
                <ns1:pos x="T104" y="T105"/>
              </ns1:cxn>
              <ns1:cxn ang="0">
                <ns1:pos x="T106" y="T107"/>
              </ns1:cxn>
              <ns1:cxn ang="0">
                <ns1:pos x="T108" y="T109"/>
              </ns1:cxn>
            </ns1:cxnLst>
            <ns1:rect l="0" t="0" r="r" b="b"/>
            <ns1:pathLst>
              <ns1:path w="102" h="102">
                <ns1:moveTo>
                  <ns1:pt x="97" y="87"/>
                </ns1:moveTo>
                <ns1:cubicBezTo>
                  <ns1:pt x="88" y="96"/>
                  <ns1:pt x="88" y="96"/>
                  <ns1:pt x="88" y="96"/>
                </ns1:cubicBezTo>
                <ns1:cubicBezTo>
                  <ns1:pt x="84" y="100"/>
                  <ns1:pt x="80" y="102"/>
                  <ns1:pt x="75" y="102"/>
                </ns1:cubicBezTo>
                <ns1:cubicBezTo>
                  <ns1:pt x="70" y="102"/>
                  <ns1:pt x="66" y="100"/>
                  <ns1:pt x="62" y="96"/>
                </ns1:cubicBezTo>
                <ns1:cubicBezTo>
                  <ns1:pt x="50" y="83"/>
                  <ns1:pt x="50" y="83"/>
                  <ns1:pt x="50" y="83"/>
                </ns1:cubicBezTo>
                <ns1:cubicBezTo>
                  <ns1:pt x="46" y="80"/>
                  <ns1:pt x="44" y="75"/>
                  <ns1:pt x="44" y="71"/>
                </ns1:cubicBezTo>
                <ns1:cubicBezTo>
                  <ns1:pt x="44" y="66"/>
                  <ns1:pt x="46" y="61"/>
                  <ns1:pt x="50" y="58"/>
                </ns1:cubicBezTo>
                <ns1:cubicBezTo>
                  <ns1:pt x="44" y="52"/>
                  <ns1:pt x="44" y="52"/>
                  <ns1:pt x="44" y="52"/>
                </ns1:cubicBezTo>
                <ns1:cubicBezTo>
                  <ns1:pt x="41" y="56"/>
                  <ns1:pt x="36" y="58"/>
                  <ns1:pt x="31" y="58"/>
                </ns1:cubicBezTo>
                <ns1:cubicBezTo>
                  <ns1:pt x="27" y="58"/>
                  <ns1:pt x="22" y="56"/>
                  <ns1:pt x="19" y="52"/>
                </ns1:cubicBezTo>
                <ns1:cubicBezTo>
                  <ns1:pt x="6" y="39"/>
                  <ns1:pt x="6" y="39"/>
                  <ns1:pt x="6" y="39"/>
                </ns1:cubicBezTo>
                <ns1:cubicBezTo>
                  <ns1:pt x="2" y="36"/>
                  <ns1:pt x="0" y="31"/>
                  <ns1:pt x="0" y="27"/>
                </ns1:cubicBezTo>
                <ns1:cubicBezTo>
                  <ns1:pt x="0" y="22"/>
                  <ns1:pt x="2" y="17"/>
                  <ns1:pt x="6" y="14"/>
                </ns1:cubicBezTo>
                <ns1:cubicBezTo>
                  <ns1:pt x="15" y="5"/>
                  <ns1:pt x="15" y="5"/>
                  <ns1:pt x="15" y="5"/>
                </ns1:cubicBezTo>
                <ns1:cubicBezTo>
                  <ns1:pt x="18" y="1"/>
                  <ns1:pt x="23" y="0"/>
                  <ns1:pt x="28" y="0"/>
                </ns1:cubicBezTo>
                <ns1:cubicBezTo>
                  <ns1:pt x="32" y="0"/>
                  <ns1:pt x="37" y="2"/>
                  <ns1:pt x="40" y="5"/>
                </ns1:cubicBezTo>
                <ns1:cubicBezTo>
                  <ns1:pt x="53" y="18"/>
                  <ns1:pt x="53" y="18"/>
                  <ns1:pt x="53" y="18"/>
                </ns1:cubicBezTo>
                <ns1:cubicBezTo>
                  <ns1:pt x="57" y="21"/>
                  <ns1:pt x="58" y="26"/>
                  <ns1:pt x="58" y="31"/>
                </ns1:cubicBezTo>
                <ns1:cubicBezTo>
                  <ns1:pt x="58" y="36"/>
                  <ns1:pt x="56" y="40"/>
                  <ns1:pt x="53" y="44"/>
                </ns1:cubicBezTo>
                <ns1:cubicBezTo>
                  <ns1:pt x="58" y="49"/>
                  <ns1:pt x="58" y="49"/>
                  <ns1:pt x="58" y="49"/>
                </ns1:cubicBezTo>
                <ns1:cubicBezTo>
                  <ns1:pt x="62" y="46"/>
                  <ns1:pt x="66" y="44"/>
                  <ns1:pt x="71" y="44"/>
                </ns1:cubicBezTo>
                <ns1:cubicBezTo>
                  <ns1:pt x="76" y="44"/>
                  <ns1:pt x="81" y="46"/>
                  <ns1:pt x="84" y="49"/>
                </ns1:cubicBezTo>
                <ns1:cubicBezTo>
                  <ns1:pt x="97" y="62"/>
                  <ns1:pt x="97" y="62"/>
                  <ns1:pt x="97" y="62"/>
                </ns1:cubicBezTo>
                <ns1:cubicBezTo>
                  <ns1:pt x="100" y="65"/>
                  <ns1:pt x="102" y="70"/>
                  <ns1:pt x="102" y="75"/>
                </ns1:cubicBezTo>
                <ns1:cubicBezTo>
                  <ns1:pt x="102" y="79"/>
                  <ns1:pt x="100" y="84"/>
                  <ns1:pt x="97" y="87"/>
                </ns1:cubicBezTo>
                <ns1:close/>
                <ns1:moveTo>
                  <ns1:pt x="45" y="26"/>
                </ns1:moveTo>
                <ns1:cubicBezTo>
                  <ns1:pt x="32" y="13"/>
                  <ns1:pt x="32" y="13"/>
                  <ns1:pt x="32" y="13"/>
                </ns1:cubicBezTo>
                <ns1:cubicBezTo>
                  <ns1:pt x="31" y="12"/>
                  <ns1:pt x="29" y="12"/>
                  <ns1:pt x="28" y="12"/>
                </ns1:cubicBezTo>
                <ns1:cubicBezTo>
                  <ns1:pt x="26" y="12"/>
                  <ns1:pt x="24" y="12"/>
                  <ns1:pt x="23" y="13"/>
                </ns1:cubicBezTo>
                <ns1:cubicBezTo>
                  <ns1:pt x="14" y="22"/>
                  <ns1:pt x="14" y="22"/>
                  <ns1:pt x="14" y="22"/>
                </ns1:cubicBezTo>
                <ns1:cubicBezTo>
                  <ns1:pt x="13" y="24"/>
                  <ns1:pt x="12" y="25"/>
                  <ns1:pt x="12" y="27"/>
                </ns1:cubicBezTo>
                <ns1:cubicBezTo>
                  <ns1:pt x="12" y="28"/>
                  <ns1:pt x="13" y="30"/>
                  <ns1:pt x="14" y="31"/>
                </ns1:cubicBezTo>
                <ns1:cubicBezTo>
                  <ns1:pt x="27" y="44"/>
                  <ns1:pt x="27" y="44"/>
                  <ns1:pt x="27" y="44"/>
                </ns1:cubicBezTo>
                <ns1:cubicBezTo>
                  <ns1:pt x="28" y="45"/>
                  <ns1:pt x="30" y="46"/>
                  <ns1:pt x="31" y="46"/>
                </ns1:cubicBezTo>
                <ns1:cubicBezTo>
                  <ns1:pt x="33" y="46"/>
                  <ns1:pt x="35" y="45"/>
                  <ns1:pt x="36" y="44"/>
                </ns1:cubicBezTo>
                <ns1:cubicBezTo>
                  <ns1:pt x="34" y="42"/>
                  <ns1:pt x="31" y="40"/>
                  <ns1:pt x="31" y="37"/>
                </ns1:cubicBezTo>
                <ns1:cubicBezTo>
                  <ns1:pt x="31" y="33"/>
                  <ns1:pt x="34" y="31"/>
                  <ns1:pt x="37" y="31"/>
                </ns1:cubicBezTo>
                <ns1:cubicBezTo>
                  <ns1:pt x="41" y="31"/>
                  <ns1:pt x="42" y="33"/>
                  <ns1:pt x="44" y="35"/>
                </ns1:cubicBezTo>
                <ns1:cubicBezTo>
                  <ns1:pt x="46" y="34"/>
                  <ns1:pt x="46" y="32"/>
                  <ns1:pt x="46" y="31"/>
                </ns1:cubicBezTo>
                <ns1:cubicBezTo>
                  <ns1:pt x="46" y="29"/>
                  <ns1:pt x="46" y="27"/>
                  <ns1:pt x="45" y="26"/>
                </ns1:cubicBezTo>
                <ns1:close/>
                <ns1:moveTo>
                  <ns1:pt x="89" y="70"/>
                </ns1:moveTo>
                <ns1:cubicBezTo>
                  <ns1:pt x="76" y="57"/>
                  <ns1:pt x="76" y="57"/>
                  <ns1:pt x="76" y="57"/>
                </ns1:cubicBezTo>
                <ns1:cubicBezTo>
                  <ns1:pt x="74" y="56"/>
                  <ns1:pt x="73" y="56"/>
                  <ns1:pt x="71" y="56"/>
                </ns1:cubicBezTo>
                <ns1:cubicBezTo>
                  <ns1:pt x="69" y="56"/>
                  <ns1:pt x="68" y="56"/>
                  <ns1:pt x="67" y="58"/>
                </ns1:cubicBezTo>
                <ns1:cubicBezTo>
                  <ns1:pt x="69" y="60"/>
                  <ns1:pt x="71" y="61"/>
                  <ns1:pt x="71" y="65"/>
                </ns1:cubicBezTo>
                <ns1:cubicBezTo>
                  <ns1:pt x="71" y="68"/>
                  <ns1:pt x="69" y="71"/>
                  <ns1:pt x="65" y="71"/>
                </ns1:cubicBezTo>
                <ns1:cubicBezTo>
                  <ns1:pt x="62" y="71"/>
                  <ns1:pt x="60" y="68"/>
                  <ns1:pt x="58" y="66"/>
                </ns1:cubicBezTo>
                <ns1:cubicBezTo>
                  <ns1:pt x="57" y="67"/>
                  <ns1:pt x="56" y="69"/>
                  <ns1:pt x="56" y="71"/>
                </ns1:cubicBezTo>
                <ns1:cubicBezTo>
                  <ns1:pt x="56" y="72"/>
                  <ns1:pt x="57" y="74"/>
                  <ns1:pt x="58" y="75"/>
                </ns1:cubicBezTo>
                <ns1:cubicBezTo>
                  <ns1:pt x="71" y="88"/>
                  <ns1:pt x="71" y="88"/>
                  <ns1:pt x="71" y="88"/>
                </ns1:cubicBezTo>
                <ns1:cubicBezTo>
                  <ns1:pt x="72" y="89"/>
                  <ns1:pt x="74" y="90"/>
                  <ns1:pt x="75" y="90"/>
                </ns1:cubicBezTo>
                <ns1:cubicBezTo>
                  <ns1:pt x="77" y="90"/>
                  <ns1:pt x="78" y="89"/>
                  <ns1:pt x="79" y="88"/>
                </ns1:cubicBezTo>
                <ns1:cubicBezTo>
                  <ns1:pt x="89" y="79"/>
                  <ns1:pt x="89" y="79"/>
                  <ns1:pt x="89" y="79"/>
                </ns1:cubicBezTo>
                <ns1:cubicBezTo>
                  <ns1:pt x="90" y="78"/>
                  <ns1:pt x="90" y="76"/>
                  <ns1:pt x="90" y="75"/>
                </ns1:cubicBezTo>
                <ns1:cubicBezTo>
                  <ns1:pt x="90" y="73"/>
                  <ns1:pt x="90" y="71"/>
                  <ns1:pt x="89" y="70"/>
                </ns1:cubicBezTo>
                <ns1:close/>
              </ns1:path>
            </ns1:pathLst>
          </ns1:custGeom>
          <ns1:solidFill>
            <ns1:srgbClr val="010101"/>
          </ns1:solidFill>
          <ns1:ln>
            <ns1:noFill/>
          </ns1:ln>
          <ns1:extLst>
            <ns1:ext uri="{91240B29-F687-4F45-9708-019B960494DF}">
              <ns2:hiddenLine w="9525">
                <ns1:solidFill>
                  <ns1:srgbClr val="000000"/>
                </ns1:solidFill>
                <ns1:round/>
                <ns1:headEnd/>
                <ns1:tailEnd/>
              </ns2:hiddenLine>
            </ns1:ext>
          </ns1:extLst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en-US" sz="2700"/>
          </ns1:p>
        </ns0:txBody>
      </ns0:sp>
      <ns0:sp>
        <ns0:nvSpPr>
          <ns0:cNvPr id="163" name="Freeform 161"/>
          <ns0:cNvSpPr>
            <ns1:spLocks/>
          </ns0:cNvSpPr>
          <ns0:nvPr/>
        </ns0:nvSpPr>
        <ns0:spPr bwMode="auto">
          <ns1:xfrm>
            <ns1:off x="8769352" y="5114926"/>
            <ns1:ext cx="449263" cy="330200"/>
          </ns1:xfrm>
          <ns1:custGeom>
            <ns1:avLst/>
            <ns1:gdLst>
              <ns1:gd name="T0" fmla="*/ 96 w 120"/>
              <ns1:gd name="T1" fmla="*/ 88 h 88"/>
              <ns1:gd name="T2" fmla="*/ 28 w 120"/>
              <ns1:gd name="T3" fmla="*/ 88 h 88"/>
              <ns1:gd name="T4" fmla="*/ 0 w 120"/>
              <ns1:gd name="T5" fmla="*/ 60 h 88"/>
              <ns1:gd name="T6" fmla="*/ 16 w 120"/>
              <ns1:gd name="T7" fmla="*/ 34 h 88"/>
              <ns1:gd name="T8" fmla="*/ 16 w 120"/>
              <ns1:gd name="T9" fmla="*/ 32 h 88"/>
              <ns1:gd name="T10" fmla="*/ 48 w 120"/>
              <ns1:gd name="T11" fmla="*/ 0 h 88"/>
              <ns1:gd name="T12" fmla="*/ 78 w 120"/>
              <ns1:gd name="T13" fmla="*/ 20 h 88"/>
              <ns1:gd name="T14" fmla="*/ 88 w 120"/>
              <ns1:gd name="T15" fmla="*/ 16 h 88"/>
              <ns1:gd name="T16" fmla="*/ 104 w 120"/>
              <ns1:gd name="T17" fmla="*/ 32 h 88"/>
              <ns1:gd name="T18" fmla="*/ 101 w 120"/>
              <ns1:gd name="T19" fmla="*/ 40 h 88"/>
              <ns1:gd name="T20" fmla="*/ 120 w 120"/>
              <ns1:gd name="T21" fmla="*/ 64 h 88"/>
              <ns1:gd name="T22" fmla="*/ 96 w 120"/>
              <ns1:gd name="T23" fmla="*/ 88 h 88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</ns1:cxnLst>
            <ns1:rect l="0" t="0" r="r" b="b"/>
            <ns1:pathLst>
              <ns1:path w="120" h="88">
                <ns1:moveTo>
                  <ns1:pt x="96" y="88"/>
                </ns1:moveTo>
                <ns1:cubicBezTo>
                  <ns1:pt x="28" y="88"/>
                  <ns1:pt x="28" y="88"/>
                  <ns1:pt x="28" y="88"/>
                </ns1:cubicBezTo>
                <ns1:cubicBezTo>
                  <ns1:pt x="13" y="88"/>
                  <ns1:pt x="0" y="75"/>
                  <ns1:pt x="0" y="60"/>
                </ns1:cubicBezTo>
                <ns1:cubicBezTo>
                  <ns1:pt x="0" y="48"/>
                  <ns1:pt x="7" y="39"/>
                  <ns1:pt x="16" y="34"/>
                </ns1:cubicBezTo>
                <ns1:cubicBezTo>
                  <ns1:pt x="16" y="33"/>
                  <ns1:pt x="16" y="33"/>
                  <ns1:pt x="16" y="32"/>
                </ns1:cubicBezTo>
                <ns1:cubicBezTo>
                  <ns1:pt x="16" y="14"/>
                  <ns1:pt x="30" y="0"/>
                  <ns1:pt x="48" y="0"/>
                </ns1:cubicBezTo>
                <ns1:cubicBezTo>
                  <ns1:pt x="61" y="0"/>
                  <ns1:pt x="73" y="8"/>
                  <ns1:pt x="78" y="20"/>
                </ns1:cubicBezTo>
                <ns1:cubicBezTo>
                  <ns1:pt x="80" y="17"/>
                  <ns1:pt x="84" y="16"/>
                  <ns1:pt x="88" y="16"/>
                </ns1:cubicBezTo>
                <ns1:cubicBezTo>
                  <ns1:pt x="97" y="16"/>
                  <ns1:pt x="104" y="23"/>
                  <ns1:pt x="104" y="32"/>
                </ns1:cubicBezTo>
                <ns1:cubicBezTo>
                  <ns1:pt x="104" y="35"/>
                  <ns1:pt x="103" y="38"/>
                  <ns1:pt x="101" y="40"/>
                </ns1:cubicBezTo>
                <ns1:cubicBezTo>
                  <ns1:pt x="112" y="43"/>
                  <ns1:pt x="120" y="52"/>
                  <ns1:pt x="120" y="64"/>
                </ns1:cubicBezTo>
                <ns1:cubicBezTo>
                  <ns1:pt x="120" y="77"/>
                  <ns1:pt x="109" y="88"/>
                  <ns1:pt x="96" y="88"/>
                </ns1:cubicBezTo>
                <ns1:close/>
              </ns1:path>
            </ns1:pathLst>
          </ns1:custGeom>
          <ns1:solidFill>
            <ns1:srgbClr val="010101"/>
          </ns1:solidFill>
          <ns1:ln>
            <ns1:noFill/>
          </ns1:ln>
          <ns1:extLst>
            <ns1:ext uri="{91240B29-F687-4F45-9708-019B960494DF}">
              <ns2:hiddenLine w="9525">
                <ns1:solidFill>
                  <ns1:srgbClr val="000000"/>
                </ns1:solidFill>
                <ns1:round/>
                <ns1:headEnd/>
                <ns1:tailEnd/>
              </ns2:hiddenLine>
            </ns1:ext>
          </ns1:extLst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en-US" sz="2700"/>
          </ns1:p>
        </ns0:txBody>
      </ns0:sp>
      <ns0:sp>
        <ns0:nvSpPr>
          <ns0:cNvPr id="164" name="Freeform 162"/>
          <ns0:cNvSpPr>
            <ns1:spLocks noEditPoints="1"/>
          </ns0:cNvSpPr>
          <ns0:nvPr/>
        </ns0:nvSpPr>
        <ns0:spPr bwMode="auto">
          <ns1:xfrm>
            <ns1:off x="9459914" y="5114927"/>
            <ns1:ext cx="360363" cy="360363"/>
          </ns1:xfrm>
          <ns1:custGeom>
            <ns1:avLst/>
            <ns1:gdLst>
              <ns1:gd name="T0" fmla="*/ 84 w 96"/>
              <ns1:gd name="T1" fmla="*/ 96 h 96"/>
              <ns1:gd name="T2" fmla="*/ 12 w 96"/>
              <ns1:gd name="T3" fmla="*/ 96 h 96"/>
              <ns1:gd name="T4" fmla="*/ 5 w 96"/>
              <ns1:gd name="T5" fmla="*/ 82 h 96"/>
              <ns1:gd name="T6" fmla="*/ 36 w 96"/>
              <ns1:gd name="T7" fmla="*/ 33 h 96"/>
              <ns1:gd name="T8" fmla="*/ 36 w 96"/>
              <ns1:gd name="T9" fmla="*/ 8 h 96"/>
              <ns1:gd name="T10" fmla="*/ 32 w 96"/>
              <ns1:gd name="T11" fmla="*/ 8 h 96"/>
              <ns1:gd name="T12" fmla="*/ 28 w 96"/>
              <ns1:gd name="T13" fmla="*/ 4 h 96"/>
              <ns1:gd name="T14" fmla="*/ 32 w 96"/>
              <ns1:gd name="T15" fmla="*/ 0 h 96"/>
              <ns1:gd name="T16" fmla="*/ 64 w 96"/>
              <ns1:gd name="T17" fmla="*/ 0 h 96"/>
              <ns1:gd name="T18" fmla="*/ 68 w 96"/>
              <ns1:gd name="T19" fmla="*/ 4 h 96"/>
              <ns1:gd name="T20" fmla="*/ 64 w 96"/>
              <ns1:gd name="T21" fmla="*/ 8 h 96"/>
              <ns1:gd name="T22" fmla="*/ 60 w 96"/>
              <ns1:gd name="T23" fmla="*/ 8 h 96"/>
              <ns1:gd name="T24" fmla="*/ 60 w 96"/>
              <ns1:gd name="T25" fmla="*/ 33 h 96"/>
              <ns1:gd name="T26" fmla="*/ 92 w 96"/>
              <ns1:gd name="T27" fmla="*/ 82 h 96"/>
              <ns1:gd name="T28" fmla="*/ 84 w 96"/>
              <ns1:gd name="T29" fmla="*/ 96 h 96"/>
              <ns1:gd name="T30" fmla="*/ 26 w 96"/>
              <ns1:gd name="T31" fmla="*/ 64 h 96"/>
              <ns1:gd name="T32" fmla="*/ 70 w 96"/>
              <ns1:gd name="T33" fmla="*/ 64 h 96"/>
              <ns1:gd name="T34" fmla="*/ 53 w 96"/>
              <ns1:gd name="T35" fmla="*/ 37 h 96"/>
              <ns1:gd name="T36" fmla="*/ 52 w 96"/>
              <ns1:gd name="T37" fmla="*/ 35 h 96"/>
              <ns1:gd name="T38" fmla="*/ 52 w 96"/>
              <ns1:gd name="T39" fmla="*/ 33 h 96"/>
              <ns1:gd name="T40" fmla="*/ 52 w 96"/>
              <ns1:gd name="T41" fmla="*/ 8 h 96"/>
              <ns1:gd name="T42" fmla="*/ 44 w 96"/>
              <ns1:gd name="T43" fmla="*/ 8 h 96"/>
              <ns1:gd name="T44" fmla="*/ 44 w 96"/>
              <ns1:gd name="T45" fmla="*/ 33 h 96"/>
              <ns1:gd name="T46" fmla="*/ 44 w 96"/>
              <ns1:gd name="T47" fmla="*/ 35 h 96"/>
              <ns1:gd name="T48" fmla="*/ 43 w 96"/>
              <ns1:gd name="T49" fmla="*/ 37 h 96"/>
              <ns1:gd name="T50" fmla="*/ 26 w 96"/>
              <ns1:gd name="T51" fmla="*/ 64 h 96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  <ns1:cxn ang="0">
                <ns1:pos x="T32" y="T33"/>
              </ns1:cxn>
              <ns1:cxn ang="0">
                <ns1:pos x="T34" y="T35"/>
              </ns1:cxn>
              <ns1:cxn ang="0">
                <ns1:pos x="T36" y="T37"/>
              </ns1:cxn>
              <ns1:cxn ang="0">
                <ns1:pos x="T38" y="T39"/>
              </ns1:cxn>
              <ns1:cxn ang="0">
                <ns1:pos x="T40" y="T41"/>
              </ns1:cxn>
              <ns1:cxn ang="0">
                <ns1:pos x="T42" y="T43"/>
              </ns1:cxn>
              <ns1:cxn ang="0">
                <ns1:pos x="T44" y="T45"/>
              </ns1:cxn>
              <ns1:cxn ang="0">
                <ns1:pos x="T46" y="T47"/>
              </ns1:cxn>
              <ns1:cxn ang="0">
                <ns1:pos x="T48" y="T49"/>
              </ns1:cxn>
              <ns1:cxn ang="0">
                <ns1:pos x="T50" y="T51"/>
              </ns1:cxn>
            </ns1:cxnLst>
            <ns1:rect l="0" t="0" r="r" b="b"/>
            <ns1:pathLst>
              <ns1:path w="96" h="96">
                <ns1:moveTo>
                  <ns1:pt x="84" y="96"/>
                </ns1:moveTo>
                <ns1:cubicBezTo>
                  <ns1:pt x="12" y="96"/>
                  <ns1:pt x="12" y="96"/>
                  <ns1:pt x="12" y="96"/>
                </ns1:cubicBezTo>
                <ns1:cubicBezTo>
                  <ns1:pt x="3" y="96"/>
                  <ns1:pt x="0" y="90"/>
                  <ns1:pt x="5" y="82"/>
                </ns1:cubicBezTo>
                <ns1:cubicBezTo>
                  <ns1:pt x="36" y="33"/>
                  <ns1:pt x="36" y="33"/>
                  <ns1:pt x="36" y="33"/>
                </ns1:cubicBezTo>
                <ns1:cubicBezTo>
                  <ns1:pt x="36" y="8"/>
                  <ns1:pt x="36" y="8"/>
                  <ns1:pt x="36" y="8"/>
                </ns1:cubicBezTo>
                <ns1:cubicBezTo>
                  <ns1:pt x="32" y="8"/>
                  <ns1:pt x="32" y="8"/>
                  <ns1:pt x="32" y="8"/>
                </ns1:cubicBezTo>
                <ns1:cubicBezTo>
                  <ns1:pt x="30" y="8"/>
                  <ns1:pt x="28" y="6"/>
                  <ns1:pt x="28" y="4"/>
                </ns1:cubicBezTo>
                <ns1:cubicBezTo>
                  <ns1:pt x="28" y="1"/>
                  <ns1:pt x="30" y="0"/>
                  <ns1:pt x="32" y="0"/>
                </ns1:cubicBezTo>
                <ns1:cubicBezTo>
                  <ns1:pt x="64" y="0"/>
                  <ns1:pt x="64" y="0"/>
                  <ns1:pt x="64" y="0"/>
                </ns1:cubicBezTo>
                <ns1:cubicBezTo>
                  <ns1:pt x="66" y="0"/>
                  <ns1:pt x="68" y="1"/>
                  <ns1:pt x="68" y="4"/>
                </ns1:cubicBezTo>
                <ns1:cubicBezTo>
                  <ns1:pt x="68" y="6"/>
                  <ns1:pt x="66" y="8"/>
                  <ns1:pt x="64" y="8"/>
                </ns1:cubicBezTo>
                <ns1:cubicBezTo>
                  <ns1:pt x="60" y="8"/>
                  <ns1:pt x="60" y="8"/>
                  <ns1:pt x="60" y="8"/>
                </ns1:cubicBezTo>
                <ns1:cubicBezTo>
                  <ns1:pt x="60" y="33"/>
                  <ns1:pt x="60" y="33"/>
                  <ns1:pt x="60" y="33"/>
                </ns1:cubicBezTo>
                <ns1:cubicBezTo>
                  <ns1:pt x="92" y="82"/>
                  <ns1:pt x="92" y="82"/>
                  <ns1:pt x="92" y="82"/>
                </ns1:cubicBezTo>
                <ns1:cubicBezTo>
                  <ns1:pt x="96" y="90"/>
                  <ns1:pt x="93" y="96"/>
                  <ns1:pt x="84" y="96"/>
                </ns1:cubicBezTo>
                <ns1:close/>
                <ns1:moveTo>
                  <ns1:pt x="26" y="64"/>
                </ns1:moveTo>
                <ns1:cubicBezTo>
                  <ns1:pt x="70" y="64"/>
                  <ns1:pt x="70" y="64"/>
                  <ns1:pt x="70" y="64"/>
                </ns1:cubicBezTo>
                <ns1:cubicBezTo>
                  <ns1:pt x="53" y="37"/>
                  <ns1:pt x="53" y="37"/>
                  <ns1:pt x="53" y="37"/>
                </ns1:cubicBezTo>
                <ns1:cubicBezTo>
                  <ns1:pt x="52" y="35"/>
                  <ns1:pt x="52" y="35"/>
                  <ns1:pt x="52" y="35"/>
                </ns1:cubicBezTo>
                <ns1:cubicBezTo>
                  <ns1:pt x="52" y="33"/>
                  <ns1:pt x="52" y="33"/>
                  <ns1:pt x="52" y="33"/>
                </ns1:cubicBezTo>
                <ns1:cubicBezTo>
                  <ns1:pt x="52" y="8"/>
                  <ns1:pt x="52" y="8"/>
                  <ns1:pt x="52" y="8"/>
                </ns1:cubicBezTo>
                <ns1:cubicBezTo>
                  <ns1:pt x="44" y="8"/>
                  <ns1:pt x="44" y="8"/>
                  <ns1:pt x="44" y="8"/>
                </ns1:cubicBezTo>
                <ns1:cubicBezTo>
                  <ns1:pt x="44" y="33"/>
                  <ns1:pt x="44" y="33"/>
                  <ns1:pt x="44" y="33"/>
                </ns1:cubicBezTo>
                <ns1:cubicBezTo>
                  <ns1:pt x="44" y="35"/>
                  <ns1:pt x="44" y="35"/>
                  <ns1:pt x="44" y="35"/>
                </ns1:cubicBezTo>
                <ns1:cubicBezTo>
                  <ns1:pt x="43" y="37"/>
                  <ns1:pt x="43" y="37"/>
                  <ns1:pt x="43" y="37"/>
                </ns1:cubicBezTo>
                <ns1:lnTo>
                  <ns1:pt x="26" y="64"/>
                </ns1:lnTo>
                <ns1:close/>
              </ns1:path>
            </ns1:pathLst>
          </ns1:custGeom>
          <ns1:solidFill>
            <ns1:srgbClr val="010101"/>
          </ns1:solidFill>
          <ns1:ln>
            <ns1:noFill/>
          </ns1:ln>
          <ns1:extLst>
            <ns1:ext uri="{91240B29-F687-4F45-9708-019B960494DF}">
              <ns2:hiddenLine w="9525">
                <ns1:solidFill>
                  <ns1:srgbClr val="000000"/>
                </ns1:solidFill>
                <ns1:round/>
                <ns1:headEnd/>
                <ns1:tailEnd/>
              </ns2:hiddenLine>
            </ns1:ext>
          </ns1:extLst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en-US" sz="2700"/>
          </ns1:p>
        </ns0:txBody>
      </ns0:sp>
      <ns0:sp>
        <ns0:nvSpPr>
          <ns0:cNvPr id="165" name="Freeform 163"/>
          <ns0:cNvSpPr>
            <ns1:spLocks noEditPoints="1"/>
          </ns0:cNvSpPr>
          <ns0:nvPr/>
        </ns0:nvSpPr>
        <ns0:spPr bwMode="auto">
          <ns1:xfrm>
            <ns1:off x="10071102" y="5145088"/>
            <ns1:ext cx="423863" cy="330200"/>
          </ns1:xfrm>
          <ns1:custGeom>
            <ns1:avLst/>
            <ns1:gdLst>
              <ns1:gd name="T0" fmla="*/ 113 w 113"/>
              <ns1:gd name="T1" fmla="*/ 72 h 88"/>
              <ns1:gd name="T2" fmla="*/ 103 w 113"/>
              <ns1:gd name="T3" fmla="*/ 79 h 88"/>
              <ns1:gd name="T4" fmla="*/ 99 w 113"/>
              <ns1:gd name="T5" fmla="*/ 79 h 88"/>
              <ns1:gd name="T6" fmla="*/ 49 w 113"/>
              <ns1:gd name="T7" fmla="*/ 59 h 88"/>
              <ns1:gd name="T8" fmla="*/ 49 w 113"/>
              <ns1:gd name="T9" fmla="*/ 65 h 88"/>
              <ns1:gd name="T10" fmla="*/ 20 w 113"/>
              <ns1:gd name="T11" fmla="*/ 88 h 88"/>
              <ns1:gd name="T12" fmla="*/ 1 w 113"/>
              <ns1:gd name="T13" fmla="*/ 70 h 88"/>
              <ns1:gd name="T14" fmla="*/ 30 w 113"/>
              <ns1:gd name="T15" fmla="*/ 48 h 88"/>
              <ns1:gd name="T16" fmla="*/ 41 w 113"/>
              <ns1:gd name="T17" fmla="*/ 48 h 88"/>
              <ns1:gd name="T18" fmla="*/ 41 w 113"/>
              <ns1:gd name="T19" fmla="*/ 39 h 88"/>
              <ns1:gd name="T20" fmla="*/ 30 w 113"/>
              <ns1:gd name="T21" fmla="*/ 40 h 88"/>
              <ns1:gd name="T22" fmla="*/ 1 w 113"/>
              <ns1:gd name="T23" fmla="*/ 17 h 88"/>
              <ns1:gd name="T24" fmla="*/ 20 w 113"/>
              <ns1:gd name="T25" fmla="*/ 0 h 88"/>
              <ns1:gd name="T26" fmla="*/ 49 w 113"/>
              <ns1:gd name="T27" fmla="*/ 22 h 88"/>
              <ns1:gd name="T28" fmla="*/ 49 w 113"/>
              <ns1:gd name="T29" fmla="*/ 28 h 88"/>
              <ns1:gd name="T30" fmla="*/ 99 w 113"/>
              <ns1:gd name="T31" fmla="*/ 8 h 88"/>
              <ns1:gd name="T32" fmla="*/ 103 w 113"/>
              <ns1:gd name="T33" fmla="*/ 8 h 88"/>
              <ns1:gd name="T34" fmla="*/ 113 w 113"/>
              <ns1:gd name="T35" fmla="*/ 15 h 88"/>
              <ns1:gd name="T36" fmla="*/ 80 w 113"/>
              <ns1:gd name="T37" fmla="*/ 44 h 88"/>
              <ns1:gd name="T38" fmla="*/ 37 w 113"/>
              <ns1:gd name="T39" fmla="*/ 60 h 88"/>
              <ns1:gd name="T40" fmla="*/ 18 w 113"/>
              <ns1:gd name="T41" fmla="*/ 61 h 88"/>
              <ns1:gd name="T42" fmla="*/ 20 w 113"/>
              <ns1:gd name="T43" fmla="*/ 78 h 88"/>
              <ns1:gd name="T44" fmla="*/ 37 w 113"/>
              <ns1:gd name="T45" fmla="*/ 60 h 88"/>
              <ns1:gd name="T46" fmla="*/ 20 w 113"/>
              <ns1:gd name="T47" fmla="*/ 10 h 88"/>
              <ns1:gd name="T48" fmla="*/ 18 w 113"/>
              <ns1:gd name="T49" fmla="*/ 26 h 88"/>
              <ns1:gd name="T50" fmla="*/ 37 w 113"/>
              <ns1:gd name="T51" fmla="*/ 27 h 88"/>
              <ns1:gd name="T52" fmla="*/ 63 w 113"/>
              <ns1:gd name="T53" fmla="*/ 52 h 88"/>
              <ns1:gd name="T54" fmla="*/ 101 w 113"/>
              <ns1:gd name="T55" fmla="*/ 12 h 88"/>
              <ns1:gd name="T56" fmla="*/ 53 w 113"/>
              <ns1:gd name="T57" fmla="*/ 46 h 88"/>
              <ns1:gd name="T58" fmla="*/ 43 w 113"/>
              <ns1:gd name="T59" fmla="*/ 52 h 88"/>
              <ns1:gd name="T60" fmla="*/ 45 w 113"/>
              <ns1:gd name="T61" fmla="*/ 54 h 88"/>
              <ns1:gd name="T62" fmla="*/ 57 w 113"/>
              <ns1:gd name="T63" fmla="*/ 50 h 88"/>
              <ns1:gd name="T64" fmla="*/ 49 w 113"/>
              <ns1:gd name="T65" fmla="*/ 39 h 88"/>
              <ns1:gd name="T66" fmla="*/ 51 w 113"/>
              <ns1:gd name="T67" fmla="*/ 35 h 88"/>
              <ns1:gd name="T68" fmla="*/ 47 w 113"/>
              <ns1:gd name="T69" fmla="*/ 32 h 88"/>
              <ns1:gd name="T70" fmla="*/ 44 w 113"/>
              <ns1:gd name="T71" fmla="*/ 35 h 88"/>
              <ns1:gd name="T72" fmla="*/ 43 w 113"/>
              <ns1:gd name="T73" fmla="*/ 36 h 88"/>
              <ns1:gd name="T74" fmla="*/ 65 w 113"/>
              <ns1:gd name="T75" fmla="*/ 44 h 88"/>
              <ns1:gd name="T76" fmla="*/ 57 w 113"/>
              <ns1:gd name="T77" fmla="*/ 44 h 88"/>
              <ns1:gd name="T78" fmla="*/ 65 w 113"/>
              <ns1:gd name="T79" fmla="*/ 44 h 88"/>
              <ns1:gd name="T80" fmla="*/ 76 w 113"/>
              <ns1:gd name="T81" fmla="*/ 46 h 88"/>
              <ns1:gd name="T82" fmla="*/ 64 w 113"/>
              <ns1:gd name="T83" fmla="*/ 55 h 88"/>
              <ns1:gd name="T84" fmla="*/ 109 w 113"/>
              <ns1:gd name="T85" fmla="*/ 72 h 88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  <ns1:cxn ang="0">
                <ns1:pos x="T32" y="T33"/>
              </ns1:cxn>
              <ns1:cxn ang="0">
                <ns1:pos x="T34" y="T35"/>
              </ns1:cxn>
              <ns1:cxn ang="0">
                <ns1:pos x="T36" y="T37"/>
              </ns1:cxn>
              <ns1:cxn ang="0">
                <ns1:pos x="T38" y="T39"/>
              </ns1:cxn>
              <ns1:cxn ang="0">
                <ns1:pos x="T40" y="T41"/>
              </ns1:cxn>
              <ns1:cxn ang="0">
                <ns1:pos x="T42" y="T43"/>
              </ns1:cxn>
              <ns1:cxn ang="0">
                <ns1:pos x="T44" y="T45"/>
              </ns1:cxn>
              <ns1:cxn ang="0">
                <ns1:pos x="T46" y="T47"/>
              </ns1:cxn>
              <ns1:cxn ang="0">
                <ns1:pos x="T48" y="T49"/>
              </ns1:cxn>
              <ns1:cxn ang="0">
                <ns1:pos x="T50" y="T51"/>
              </ns1:cxn>
              <ns1:cxn ang="0">
                <ns1:pos x="T52" y="T53"/>
              </ns1:cxn>
              <ns1:cxn ang="0">
                <ns1:pos x="T54" y="T55"/>
              </ns1:cxn>
              <ns1:cxn ang="0">
                <ns1:pos x="T56" y="T57"/>
              </ns1:cxn>
              <ns1:cxn ang="0">
                <ns1:pos x="T58" y="T59"/>
              </ns1:cxn>
              <ns1:cxn ang="0">
                <ns1:pos x="T60" y="T61"/>
              </ns1:cxn>
              <ns1:cxn ang="0">
                <ns1:pos x="T62" y="T63"/>
              </ns1:cxn>
              <ns1:cxn ang="0">
                <ns1:pos x="T64" y="T65"/>
              </ns1:cxn>
              <ns1:cxn ang="0">
                <ns1:pos x="T66" y="T67"/>
              </ns1:cxn>
              <ns1:cxn ang="0">
                <ns1:pos x="T68" y="T69"/>
              </ns1:cxn>
              <ns1:cxn ang="0">
                <ns1:pos x="T70" y="T71"/>
              </ns1:cxn>
              <ns1:cxn ang="0">
                <ns1:pos x="T72" y="T73"/>
              </ns1:cxn>
              <ns1:cxn ang="0">
                <ns1:pos x="T74" y="T75"/>
              </ns1:cxn>
              <ns1:cxn ang="0">
                <ns1:pos x="T76" y="T77"/>
              </ns1:cxn>
              <ns1:cxn ang="0">
                <ns1:pos x="T78" y="T79"/>
              </ns1:cxn>
              <ns1:cxn ang="0">
                <ns1:pos x="T80" y="T81"/>
              </ns1:cxn>
              <ns1:cxn ang="0">
                <ns1:pos x="T82" y="T83"/>
              </ns1:cxn>
              <ns1:cxn ang="0">
                <ns1:pos x="T84" y="T85"/>
              </ns1:cxn>
            </ns1:cxnLst>
            <ns1:rect l="0" t="0" r="r" b="b"/>
            <ns1:pathLst>
              <ns1:path w="113" h="88">
                <ns1:moveTo>
                  <ns1:pt x="111" y="68"/>
                </ns1:moveTo>
                <ns1:cubicBezTo>
                  <ns1:pt x="112" y="69"/>
                  <ns1:pt x="113" y="71"/>
                  <ns1:pt x="113" y="72"/>
                </ns1:cubicBezTo>
                <ns1:cubicBezTo>
                  <ns1:pt x="113" y="73"/>
                  <ns1:pt x="112" y="75"/>
                  <ns1:pt x="111" y="75"/>
                </ns1:cubicBezTo>
                <ns1:cubicBezTo>
                  <ns1:pt x="103" y="79"/>
                  <ns1:pt x="103" y="79"/>
                  <ns1:pt x="103" y="79"/>
                </ns1:cubicBezTo>
                <ns1:cubicBezTo>
                  <ns1:pt x="102" y="79"/>
                  <ns1:pt x="101" y="80"/>
                  <ns1:pt x="101" y="80"/>
                </ns1:cubicBezTo>
                <ns1:cubicBezTo>
                  <ns1:pt x="100" y="80"/>
                  <ns1:pt x="99" y="79"/>
                  <ns1:pt x="99" y="79"/>
                </ns1:cubicBezTo>
                <ns1:cubicBezTo>
                  <ns1:pt x="56" y="55"/>
                  <ns1:pt x="56" y="55"/>
                  <ns1:pt x="56" y="55"/>
                </ns1:cubicBezTo>
                <ns1:cubicBezTo>
                  <ns1:pt x="49" y="59"/>
                  <ns1:pt x="49" y="59"/>
                  <ns1:pt x="49" y="59"/>
                </ns1:cubicBezTo>
                <ns1:cubicBezTo>
                  <ns1:pt x="49" y="59"/>
                  <ns1:pt x="48" y="59"/>
                  <ns1:pt x="48" y="59"/>
                </ns1:cubicBezTo>
                <ns1:cubicBezTo>
                  <ns1:pt x="49" y="61"/>
                  <ns1:pt x="49" y="63"/>
                  <ns1:pt x="49" y="65"/>
                </ns1:cubicBezTo>
                <ns1:cubicBezTo>
                  <ns1:pt x="48" y="72"/>
                  <ns1:pt x="44" y="78"/>
                  <ns1:pt x="37" y="82"/>
                </ns1:cubicBezTo>
                <ns1:cubicBezTo>
                  <ns1:pt x="32" y="86"/>
                  <ns1:pt x="26" y="88"/>
                  <ns1:pt x="20" y="88"/>
                </ns1:cubicBezTo>
                <ns1:cubicBezTo>
                  <ns1:pt x="14" y="88"/>
                  <ns1:pt x="9" y="86"/>
                  <ns1:pt x="6" y="83"/>
                </ns1:cubicBezTo>
                <ns1:cubicBezTo>
                  <ns1:pt x="2" y="79"/>
                  <ns1:pt x="0" y="75"/>
                  <ns1:pt x="1" y="70"/>
                </ns1:cubicBezTo>
                <ns1:cubicBezTo>
                  <ns1:pt x="1" y="63"/>
                  <ns1:pt x="6" y="57"/>
                  <ns1:pt x="13" y="53"/>
                </ns1:cubicBezTo>
                <ns1:cubicBezTo>
                  <ns1:pt x="18" y="50"/>
                  <ns1:pt x="24" y="48"/>
                  <ns1:pt x="30" y="48"/>
                </ns1:cubicBezTo>
                <ns1:cubicBezTo>
                  <ns1:pt x="33" y="48"/>
                  <ns1:pt x="37" y="48"/>
                  <ns1:pt x="39" y="50"/>
                </ns1:cubicBezTo>
                <ns1:cubicBezTo>
                  <ns1:pt x="40" y="49"/>
                  <ns1:pt x="40" y="49"/>
                  <ns1:pt x="41" y="48"/>
                </ns1:cubicBezTo>
                <ns1:cubicBezTo>
                  <ns1:pt x="48" y="44"/>
                  <ns1:pt x="48" y="44"/>
                  <ns1:pt x="48" y="44"/>
                </ns1:cubicBezTo>
                <ns1:cubicBezTo>
                  <ns1:pt x="41" y="39"/>
                  <ns1:pt x="41" y="39"/>
                  <ns1:pt x="41" y="39"/>
                </ns1:cubicBezTo>
                <ns1:cubicBezTo>
                  <ns1:pt x="40" y="39"/>
                  <ns1:pt x="40" y="38"/>
                  <ns1:pt x="39" y="38"/>
                </ns1:cubicBezTo>
                <ns1:cubicBezTo>
                  <ns1:pt x="37" y="39"/>
                  <ns1:pt x="33" y="40"/>
                  <ns1:pt x="30" y="40"/>
                </ns1:cubicBezTo>
                <ns1:cubicBezTo>
                  <ns1:pt x="24" y="40"/>
                  <ns1:pt x="18" y="38"/>
                  <ns1:pt x="13" y="34"/>
                </ns1:cubicBezTo>
                <ns1:cubicBezTo>
                  <ns1:pt x="6" y="30"/>
                  <ns1:pt x="1" y="24"/>
                  <ns1:pt x="1" y="17"/>
                </ns1:cubicBezTo>
                <ns1:cubicBezTo>
                  <ns1:pt x="0" y="13"/>
                  <ns1:pt x="2" y="8"/>
                  <ns1:pt x="6" y="5"/>
                </ns1:cubicBezTo>
                <ns1:cubicBezTo>
                  <ns1:pt x="9" y="1"/>
                  <ns1:pt x="14" y="0"/>
                  <ns1:pt x="20" y="0"/>
                </ns1:cubicBezTo>
                <ns1:cubicBezTo>
                  <ns1:pt x="26" y="0"/>
                  <ns1:pt x="32" y="2"/>
                  <ns1:pt x="37" y="5"/>
                </ns1:cubicBezTo>
                <ns1:cubicBezTo>
                  <ns1:pt x="44" y="9"/>
                  <ns1:pt x="48" y="15"/>
                  <ns1:pt x="49" y="22"/>
                </ns1:cubicBezTo>
                <ns1:cubicBezTo>
                  <ns1:pt x="49" y="24"/>
                  <ns1:pt x="49" y="26"/>
                  <ns1:pt x="48" y="28"/>
                </ns1:cubicBezTo>
                <ns1:cubicBezTo>
                  <ns1:pt x="48" y="28"/>
                  <ns1:pt x="49" y="28"/>
                  <ns1:pt x="49" y="28"/>
                </ns1:cubicBezTo>
                <ns1:cubicBezTo>
                  <ns1:pt x="56" y="32"/>
                  <ns1:pt x="56" y="32"/>
                  <ns1:pt x="56" y="32"/>
                </ns1:cubicBezTo>
                <ns1:cubicBezTo>
                  <ns1:pt x="99" y="8"/>
                  <ns1:pt x="99" y="8"/>
                  <ns1:pt x="99" y="8"/>
                </ns1:cubicBezTo>
                <ns1:cubicBezTo>
                  <ns1:pt x="99" y="8"/>
                  <ns1:pt x="100" y="8"/>
                  <ns1:pt x="101" y="8"/>
                </ns1:cubicBezTo>
                <ns1:cubicBezTo>
                  <ns1:pt x="101" y="8"/>
                  <ns1:pt x="102" y="8"/>
                  <ns1:pt x="103" y="8"/>
                </ns1:cubicBezTo>
                <ns1:cubicBezTo>
                  <ns1:pt x="111" y="12"/>
                  <ns1:pt x="111" y="12"/>
                  <ns1:pt x="111" y="12"/>
                </ns1:cubicBezTo>
                <ns1:cubicBezTo>
                  <ns1:pt x="112" y="13"/>
                  <ns1:pt x="113" y="14"/>
                  <ns1:pt x="113" y="15"/>
                </ns1:cubicBezTo>
                <ns1:cubicBezTo>
                  <ns1:pt x="113" y="17"/>
                  <ns1:pt x="112" y="18"/>
                  <ns1:pt x="111" y="19"/>
                </ns1:cubicBezTo>
                <ns1:cubicBezTo>
                  <ns1:pt x="80" y="44"/>
                  <ns1:pt x="80" y="44"/>
                  <ns1:pt x="80" y="44"/>
                </ns1:cubicBezTo>
                <ns1:lnTo>
                  <ns1:pt x="111" y="68"/>
                </ns1:lnTo>
                <ns1:close/>
                <ns1:moveTo>
                  <ns1:pt x="37" y="60"/>
                </ns1:moveTo>
                <ns1:cubicBezTo>
                  <ns1:pt x="35" y="58"/>
                  <ns1:pt x="33" y="58"/>
                  <ns1:pt x="30" y="58"/>
                </ns1:cubicBezTo>
                <ns1:cubicBezTo>
                  <ns1:pt x="26" y="58"/>
                  <ns1:pt x="22" y="59"/>
                  <ns1:pt x="18" y="61"/>
                </ns1:cubicBezTo>
                <ns1:cubicBezTo>
                  <ns1:pt x="11" y="66"/>
                  <ns1:pt x="9" y="72"/>
                  <ns1:pt x="13" y="75"/>
                </ns1:cubicBezTo>
                <ns1:cubicBezTo>
                  <ns1:pt x="14" y="77"/>
                  <ns1:pt x="17" y="78"/>
                  <ns1:pt x="20" y="78"/>
                </ns1:cubicBezTo>
                <ns1:cubicBezTo>
                  <ns1:pt x="23" y="78"/>
                  <ns1:pt x="28" y="76"/>
                  <ns1:pt x="32" y="74"/>
                </ns1:cubicBezTo>
                <ns1:cubicBezTo>
                  <ns1:pt x="38" y="70"/>
                  <ns1:pt x="41" y="63"/>
                  <ns1:pt x="37" y="60"/>
                </ns1:cubicBezTo>
                <ns1:close/>
                <ns1:moveTo>
                  <ns1:pt x="32" y="13"/>
                </ns1:moveTo>
                <ns1:cubicBezTo>
                  <ns1:pt x="28" y="11"/>
                  <ns1:pt x="23" y="10"/>
                  <ns1:pt x="20" y="10"/>
                </ns1:cubicBezTo>
                <ns1:cubicBezTo>
                  <ns1:pt x="17" y="10"/>
                  <ns1:pt x="14" y="10"/>
                  <ns1:pt x="13" y="12"/>
                </ns1:cubicBezTo>
                <ns1:cubicBezTo>
                  <ns1:pt x="9" y="15"/>
                  <ns1:pt x="11" y="22"/>
                  <ns1:pt x="18" y="26"/>
                </ns1:cubicBezTo>
                <ns1:cubicBezTo>
                  <ns1:pt x="22" y="28"/>
                  <ns1:pt x="26" y="30"/>
                  <ns1:pt x="30" y="30"/>
                </ns1:cubicBezTo>
                <ns1:cubicBezTo>
                  <ns1:pt x="33" y="30"/>
                  <ns1:pt x="35" y="29"/>
                  <ns1:pt x="37" y="27"/>
                </ns1:cubicBezTo>
                <ns1:cubicBezTo>
                  <ns1:pt x="41" y="24"/>
                  <ns1:pt x="38" y="18"/>
                  <ns1:pt x="32" y="13"/>
                </ns1:cubicBezTo>
                <ns1:close/>
                <ns1:moveTo>
                  <ns1:pt x="63" y="52"/>
                </ns1:moveTo>
                <ns1:cubicBezTo>
                  <ns1:pt x="109" y="16"/>
                  <ns1:pt x="109" y="16"/>
                  <ns1:pt x="109" y="16"/>
                </ns1:cubicBezTo>
                <ns1:cubicBezTo>
                  <ns1:pt x="101" y="12"/>
                  <ns1:pt x="101" y="12"/>
                  <ns1:pt x="101" y="12"/>
                </ns1:cubicBezTo>
                <ns1:cubicBezTo>
                  <ns1:pt x="53" y="39"/>
                  <ns1:pt x="53" y="39"/>
                  <ns1:pt x="53" y="39"/>
                </ns1:cubicBezTo>
                <ns1:cubicBezTo>
                  <ns1:pt x="53" y="46"/>
                  <ns1:pt x="53" y="46"/>
                  <ns1:pt x="53" y="46"/>
                </ns1:cubicBezTo>
                <ns1:cubicBezTo>
                  <ns1:pt x="43" y="52"/>
                  <ns1:pt x="43" y="52"/>
                  <ns1:pt x="43" y="52"/>
                </ns1:cubicBezTo>
                <ns1:cubicBezTo>
                  <ns1:pt x="43" y="52"/>
                  <ns1:pt x="43" y="52"/>
                  <ns1:pt x="43" y="52"/>
                </ns1:cubicBezTo>
                <ns1:cubicBezTo>
                  <ns1:pt x="43" y="52"/>
                  <ns1:pt x="44" y="52"/>
                  <ns1:pt x="44" y="52"/>
                </ns1:cubicBezTo>
                <ns1:cubicBezTo>
                  <ns1:pt x="44" y="53"/>
                  <ns1:pt x="45" y="53"/>
                  <ns1:pt x="45" y="54"/>
                </ns1:cubicBezTo>
                <ns1:cubicBezTo>
                  <ns1:pt x="47" y="56"/>
                  <ns1:pt x="47" y="56"/>
                  <ns1:pt x="47" y="56"/>
                </ns1:cubicBezTo>
                <ns1:cubicBezTo>
                  <ns1:pt x="57" y="50"/>
                  <ns1:pt x="57" y="50"/>
                  <ns1:pt x="57" y="50"/>
                </ns1:cubicBezTo>
                <ns1:lnTo>
                  <ns1:pt x="63" y="52"/>
                </ns1:lnTo>
                <ns1:close/>
                <ns1:moveTo>
                  <ns1:pt x="49" y="39"/>
                </ns1:moveTo>
                <ns1:cubicBezTo>
                  <ns1:pt x="49" y="39"/>
                  <ns1:pt x="49" y="39"/>
                  <ns1:pt x="49" y="39"/>
                </ns1:cubicBezTo>
                <ns1:cubicBezTo>
                  <ns1:pt x="49" y="37"/>
                  <ns1:pt x="50" y="36"/>
                  <ns1:pt x="51" y="35"/>
                </ns1:cubicBezTo>
                <ns1:cubicBezTo>
                  <ns1:pt x="52" y="35"/>
                  <ns1:pt x="52" y="35"/>
                  <ns1:pt x="52" y="35"/>
                </ns1:cubicBezTo>
                <ns1:cubicBezTo>
                  <ns1:pt x="47" y="32"/>
                  <ns1:pt x="47" y="32"/>
                  <ns1:pt x="47" y="32"/>
                </ns1:cubicBezTo>
                <ns1:cubicBezTo>
                  <ns1:pt x="45" y="33"/>
                  <ns1:pt x="45" y="33"/>
                  <ns1:pt x="45" y="33"/>
                </ns1:cubicBezTo>
                <ns1:cubicBezTo>
                  <ns1:pt x="45" y="34"/>
                  <ns1:pt x="44" y="34"/>
                  <ns1:pt x="44" y="35"/>
                </ns1:cubicBezTo>
                <ns1:cubicBezTo>
                  <ns1:pt x="44" y="35"/>
                  <ns1:pt x="43" y="35"/>
                  <ns1:pt x="43" y="35"/>
                </ns1:cubicBezTo>
                <ns1:cubicBezTo>
                  <ns1:pt x="43" y="36"/>
                  <ns1:pt x="43" y="36"/>
                  <ns1:pt x="43" y="36"/>
                </ns1:cubicBezTo>
                <ns1:lnTo>
                  <ns1:pt x="49" y="39"/>
                </ns1:lnTo>
                <ns1:close/>
                <ns1:moveTo>
                  <ns1:pt x="65" y="44"/>
                </ns1:moveTo>
                <ns1:cubicBezTo>
                  <ns1:pt x="65" y="46"/>
                  <ns1:pt x="63" y="48"/>
                  <ns1:pt x="61" y="48"/>
                </ns1:cubicBezTo>
                <ns1:cubicBezTo>
                  <ns1:pt x="59" y="48"/>
                  <ns1:pt x="57" y="46"/>
                  <ns1:pt x="57" y="44"/>
                </ns1:cubicBezTo>
                <ns1:cubicBezTo>
                  <ns1:pt x="57" y="41"/>
                  <ns1:pt x="59" y="40"/>
                  <ns1:pt x="61" y="40"/>
                </ns1:cubicBezTo>
                <ns1:cubicBezTo>
                  <ns1:pt x="63" y="40"/>
                  <ns1:pt x="65" y="41"/>
                  <ns1:pt x="65" y="44"/>
                </ns1:cubicBezTo>
                <ns1:close/>
                <ns1:moveTo>
                  <ns1:pt x="109" y="72"/>
                </ns1:moveTo>
                <ns1:cubicBezTo>
                  <ns1:pt x="76" y="46"/>
                  <ns1:pt x="76" y="46"/>
                  <ns1:pt x="76" y="46"/>
                </ns1:cubicBezTo>
                <ns1:cubicBezTo>
                  <ns1:pt x="65" y="55"/>
                  <ns1:pt x="65" y="55"/>
                  <ns1:pt x="65" y="55"/>
                </ns1:cubicBezTo>
                <ns1:cubicBezTo>
                  <ns1:pt x="65" y="55"/>
                  <ns1:pt x="65" y="55"/>
                  <ns1:pt x="64" y="55"/>
                </ns1:cubicBezTo>
                <ns1:cubicBezTo>
                  <ns1:pt x="101" y="76"/>
                  <ns1:pt x="101" y="76"/>
                  <ns1:pt x="101" y="76"/>
                </ns1:cubicBezTo>
                <ns1:lnTo>
                  <ns1:pt x="109" y="72"/>
                </ns1:lnTo>
                <ns1:close/>
              </ns1:path>
            </ns1:pathLst>
          </ns1:custGeom>
          <ns1:solidFill>
            <ns1:srgbClr val="010101"/>
          </ns1:solidFill>
          <ns1:ln>
            <ns1:noFill/>
          </ns1:ln>
          <ns1:extLst>
            <ns1:ext uri="{91240B29-F687-4F45-9708-019B960494DF}">
              <ns2:hiddenLine w="9525">
                <ns1:solidFill>
                  <ns1:srgbClr val="000000"/>
                </ns1:solidFill>
                <ns1:round/>
                <ns1:headEnd/>
                <ns1:tailEnd/>
              </ns2:hiddenLine>
            </ns1:ext>
          </ns1:extLst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en-US" sz="2700"/>
          </ns1:p>
        </ns0:txBody>
      </ns0:sp>
      <ns0:sp>
        <ns0:nvSpPr>
          <ns0:cNvPr id="166" name="Freeform 164"/>
          <ns0:cNvSpPr>
            <ns1:spLocks noEditPoints="1"/>
          </ns0:cNvSpPr>
          <ns0:nvPr/>
        </ns0:nvSpPr>
        <ns0:spPr bwMode="auto">
          <ns1:xfrm>
            <ns1:off x="10720388" y="5084763"/>
            <ns1:ext cx="420688" cy="420688"/>
          </ns1:xfrm>
          <ns1:custGeom>
            <ns1:avLst/>
            <ns1:gdLst>
              <ns1:gd name="T0" fmla="*/ 112 w 112"/>
              <ns1:gd name="T1" fmla="*/ 30 h 112"/>
              <ns1:gd name="T2" fmla="*/ 112 w 112"/>
              <ns1:gd name="T3" fmla="*/ 106 h 112"/>
              <ns1:gd name="T4" fmla="*/ 106 w 112"/>
              <ns1:gd name="T5" fmla="*/ 112 h 112"/>
              <ns1:gd name="T6" fmla="*/ 46 w 112"/>
              <ns1:gd name="T7" fmla="*/ 112 h 112"/>
              <ns1:gd name="T8" fmla="*/ 40 w 112"/>
              <ns1:gd name="T9" fmla="*/ 106 h 112"/>
              <ns1:gd name="T10" fmla="*/ 40 w 112"/>
              <ns1:gd name="T11" fmla="*/ 88 h 112"/>
              <ns1:gd name="T12" fmla="*/ 6 w 112"/>
              <ns1:gd name="T13" fmla="*/ 88 h 112"/>
              <ns1:gd name="T14" fmla="*/ 0 w 112"/>
              <ns1:gd name="T15" fmla="*/ 82 h 112"/>
              <ns1:gd name="T16" fmla="*/ 0 w 112"/>
              <ns1:gd name="T17" fmla="*/ 40 h 112"/>
              <ns1:gd name="T18" fmla="*/ 4 w 112"/>
              <ns1:gd name="T19" fmla="*/ 29 h 112"/>
              <ns1:gd name="T20" fmla="*/ 30 w 112"/>
              <ns1:gd name="T21" fmla="*/ 4 h 112"/>
              <ns1:gd name="T22" fmla="*/ 40 w 112"/>
              <ns1:gd name="T23" fmla="*/ 0 h 112"/>
              <ns1:gd name="T24" fmla="*/ 66 w 112"/>
              <ns1:gd name="T25" fmla="*/ 0 h 112"/>
              <ns1:gd name="T26" fmla="*/ 72 w 112"/>
              <ns1:gd name="T27" fmla="*/ 6 h 112"/>
              <ns1:gd name="T28" fmla="*/ 72 w 112"/>
              <ns1:gd name="T29" fmla="*/ 26 h 112"/>
              <ns1:gd name="T30" fmla="*/ 80 w 112"/>
              <ns1:gd name="T31" fmla="*/ 24 h 112"/>
              <ns1:gd name="T32" fmla="*/ 106 w 112"/>
              <ns1:gd name="T33" fmla="*/ 24 h 112"/>
              <ns1:gd name="T34" fmla="*/ 112 w 112"/>
              <ns1:gd name="T35" fmla="*/ 30 h 112"/>
              <ns1:gd name="T36" fmla="*/ 64 w 112"/>
              <ns1:gd name="T37" fmla="*/ 34 h 112"/>
              <ns1:gd name="T38" fmla="*/ 64 w 112"/>
              <ns1:gd name="T39" fmla="*/ 8 h 112"/>
              <ns1:gd name="T40" fmla="*/ 40 w 112"/>
              <ns1:gd name="T41" fmla="*/ 8 h 112"/>
              <ns1:gd name="T42" fmla="*/ 40 w 112"/>
              <ns1:gd name="T43" fmla="*/ 34 h 112"/>
              <ns1:gd name="T44" fmla="*/ 34 w 112"/>
              <ns1:gd name="T45" fmla="*/ 40 h 112"/>
              <ns1:gd name="T46" fmla="*/ 8 w 112"/>
              <ns1:gd name="T47" fmla="*/ 40 h 112"/>
              <ns1:gd name="T48" fmla="*/ 8 w 112"/>
              <ns1:gd name="T49" fmla="*/ 80 h 112"/>
              <ns1:gd name="T50" fmla="*/ 40 w 112"/>
              <ns1:gd name="T51" fmla="*/ 80 h 112"/>
              <ns1:gd name="T52" fmla="*/ 40 w 112"/>
              <ns1:gd name="T53" fmla="*/ 64 h 112"/>
              <ns1:gd name="T54" fmla="*/ 44 w 112"/>
              <ns1:gd name="T55" fmla="*/ 53 h 112"/>
              <ns1:gd name="T56" fmla="*/ 64 w 112"/>
              <ns1:gd name="T57" fmla="*/ 34 h 112"/>
              <ns1:gd name="T58" fmla="*/ 13 w 112"/>
              <ns1:gd name="T59" fmla="*/ 32 h 112"/>
              <ns1:gd name="T60" fmla="*/ 32 w 112"/>
              <ns1:gd name="T61" fmla="*/ 32 h 112"/>
              <ns1:gd name="T62" fmla="*/ 32 w 112"/>
              <ns1:gd name="T63" fmla="*/ 13 h 112"/>
              <ns1:gd name="T64" fmla="*/ 13 w 112"/>
              <ns1:gd name="T65" fmla="*/ 32 h 112"/>
              <ns1:gd name="T66" fmla="*/ 104 w 112"/>
              <ns1:gd name="T67" fmla="*/ 32 h 112"/>
              <ns1:gd name="T68" fmla="*/ 80 w 112"/>
              <ns1:gd name="T69" fmla="*/ 32 h 112"/>
              <ns1:gd name="T70" fmla="*/ 80 w 112"/>
              <ns1:gd name="T71" fmla="*/ 58 h 112"/>
              <ns1:gd name="T72" fmla="*/ 74 w 112"/>
              <ns1:gd name="T73" fmla="*/ 64 h 112"/>
              <ns1:gd name="T74" fmla="*/ 48 w 112"/>
              <ns1:gd name="T75" fmla="*/ 64 h 112"/>
              <ns1:gd name="T76" fmla="*/ 48 w 112"/>
              <ns1:gd name="T77" fmla="*/ 104 h 112"/>
              <ns1:gd name="T78" fmla="*/ 104 w 112"/>
              <ns1:gd name="T79" fmla="*/ 104 h 112"/>
              <ns1:gd name="T80" fmla="*/ 104 w 112"/>
              <ns1:gd name="T81" fmla="*/ 32 h 112"/>
              <ns1:gd name="T82" fmla="*/ 53 w 112"/>
              <ns1:gd name="T83" fmla="*/ 56 h 112"/>
              <ns1:gd name="T84" fmla="*/ 72 w 112"/>
              <ns1:gd name="T85" fmla="*/ 56 h 112"/>
              <ns1:gd name="T86" fmla="*/ 72 w 112"/>
              <ns1:gd name="T87" fmla="*/ 37 h 112"/>
              <ns1:gd name="T88" fmla="*/ 53 w 112"/>
              <ns1:gd name="T89" fmla="*/ 56 h 112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  <ns1:cxn ang="0">
                <ns1:pos x="T32" y="T33"/>
              </ns1:cxn>
              <ns1:cxn ang="0">
                <ns1:pos x="T34" y="T35"/>
              </ns1:cxn>
              <ns1:cxn ang="0">
                <ns1:pos x="T36" y="T37"/>
              </ns1:cxn>
              <ns1:cxn ang="0">
                <ns1:pos x="T38" y="T39"/>
              </ns1:cxn>
              <ns1:cxn ang="0">
                <ns1:pos x="T40" y="T41"/>
              </ns1:cxn>
              <ns1:cxn ang="0">
                <ns1:pos x="T42" y="T43"/>
              </ns1:cxn>
              <ns1:cxn ang="0">
                <ns1:pos x="T44" y="T45"/>
              </ns1:cxn>
              <ns1:cxn ang="0">
                <ns1:pos x="T46" y="T47"/>
              </ns1:cxn>
              <ns1:cxn ang="0">
                <ns1:pos x="T48" y="T49"/>
              </ns1:cxn>
              <ns1:cxn ang="0">
                <ns1:pos x="T50" y="T51"/>
              </ns1:cxn>
              <ns1:cxn ang="0">
                <ns1:pos x="T52" y="T53"/>
              </ns1:cxn>
              <ns1:cxn ang="0">
                <ns1:pos x="T54" y="T55"/>
              </ns1:cxn>
              <ns1:cxn ang="0">
                <ns1:pos x="T56" y="T57"/>
              </ns1:cxn>
              <ns1:cxn ang="0">
                <ns1:pos x="T58" y="T59"/>
              </ns1:cxn>
              <ns1:cxn ang="0">
                <ns1:pos x="T60" y="T61"/>
              </ns1:cxn>
              <ns1:cxn ang="0">
                <ns1:pos x="T62" y="T63"/>
              </ns1:cxn>
              <ns1:cxn ang="0">
                <ns1:pos x="T64" y="T65"/>
              </ns1:cxn>
              <ns1:cxn ang="0">
                <ns1:pos x="T66" y="T67"/>
              </ns1:cxn>
              <ns1:cxn ang="0">
                <ns1:pos x="T68" y="T69"/>
              </ns1:cxn>
              <ns1:cxn ang="0">
                <ns1:pos x="T70" y="T71"/>
              </ns1:cxn>
              <ns1:cxn ang="0">
                <ns1:pos x="T72" y="T73"/>
              </ns1:cxn>
              <ns1:cxn ang="0">
                <ns1:pos x="T74" y="T75"/>
              </ns1:cxn>
              <ns1:cxn ang="0">
                <ns1:pos x="T76" y="T77"/>
              </ns1:cxn>
              <ns1:cxn ang="0">
                <ns1:pos x="T78" y="T79"/>
              </ns1:cxn>
              <ns1:cxn ang="0">
                <ns1:pos x="T80" y="T81"/>
              </ns1:cxn>
              <ns1:cxn ang="0">
                <ns1:pos x="T82" y="T83"/>
              </ns1:cxn>
              <ns1:cxn ang="0">
                <ns1:pos x="T84" y="T85"/>
              </ns1:cxn>
              <ns1:cxn ang="0">
                <ns1:pos x="T86" y="T87"/>
              </ns1:cxn>
              <ns1:cxn ang="0">
                <ns1:pos x="T88" y="T89"/>
              </ns1:cxn>
            </ns1:cxnLst>
            <ns1:rect l="0" t="0" r="r" b="b"/>
            <ns1:pathLst>
              <ns1:path w="112" h="112">
                <ns1:moveTo>
                  <ns1:pt x="112" y="30"/>
                </ns1:moveTo>
                <ns1:cubicBezTo>
                  <ns1:pt x="112" y="106"/>
                  <ns1:pt x="112" y="106"/>
                  <ns1:pt x="112" y="106"/>
                </ns1:cubicBezTo>
                <ns1:cubicBezTo>
                  <ns1:pt x="112" y="109"/>
                  <ns1:pt x="109" y="112"/>
                  <ns1:pt x="106" y="112"/>
                </ns1:cubicBezTo>
                <ns1:cubicBezTo>
                  <ns1:pt x="46" y="112"/>
                  <ns1:pt x="46" y="112"/>
                  <ns1:pt x="46" y="112"/>
                </ns1:cubicBezTo>
                <ns1:cubicBezTo>
                  <ns1:pt x="42" y="112"/>
                  <ns1:pt x="40" y="109"/>
                  <ns1:pt x="40" y="106"/>
                </ns1:cubicBezTo>
                <ns1:cubicBezTo>
                  <ns1:pt x="40" y="88"/>
                  <ns1:pt x="40" y="88"/>
                  <ns1:pt x="40" y="88"/>
                </ns1:cubicBezTo>
                <ns1:cubicBezTo>
                  <ns1:pt x="6" y="88"/>
                  <ns1:pt x="6" y="88"/>
                  <ns1:pt x="6" y="88"/>
                </ns1:cubicBezTo>
                <ns1:cubicBezTo>
                  <ns1:pt x="2" y="88"/>
                  <ns1:pt x="0" y="85"/>
                  <ns1:pt x="0" y="82"/>
                </ns1:cubicBezTo>
                <ns1:cubicBezTo>
                  <ns1:pt x="0" y="40"/>
                  <ns1:pt x="0" y="40"/>
                  <ns1:pt x="0" y="40"/>
                </ns1:cubicBezTo>
                <ns1:cubicBezTo>
                  <ns1:pt x="0" y="36"/>
                  <ns1:pt x="2" y="32"/>
                  <ns1:pt x="4" y="29"/>
                </ns1:cubicBezTo>
                <ns1:cubicBezTo>
                  <ns1:pt x="30" y="4"/>
                  <ns1:pt x="30" y="4"/>
                  <ns1:pt x="30" y="4"/>
                </ns1:cubicBezTo>
                <ns1:cubicBezTo>
                  <ns1:pt x="32" y="2"/>
                  <ns1:pt x="36" y="0"/>
                  <ns1:pt x="40" y="0"/>
                </ns1:cubicBezTo>
                <ns1:cubicBezTo>
                  <ns1:pt x="66" y="0"/>
                  <ns1:pt x="66" y="0"/>
                  <ns1:pt x="66" y="0"/>
                </ns1:cubicBezTo>
                <ns1:cubicBezTo>
                  <ns1:pt x="69" y="0"/>
                  <ns1:pt x="72" y="2"/>
                  <ns1:pt x="72" y="6"/>
                </ns1:cubicBezTo>
                <ns1:cubicBezTo>
                  <ns1:pt x="72" y="26"/>
                  <ns1:pt x="72" y="26"/>
                  <ns1:pt x="72" y="26"/>
                </ns1:cubicBezTo>
                <ns1:cubicBezTo>
                  <ns1:pt x="74" y="25"/>
                  <ns1:pt x="77" y="24"/>
                  <ns1:pt x="80" y="24"/>
                </ns1:cubicBezTo>
                <ns1:cubicBezTo>
                  <ns1:pt x="106" y="24"/>
                  <ns1:pt x="106" y="24"/>
                  <ns1:pt x="106" y="24"/>
                </ns1:cubicBezTo>
                <ns1:cubicBezTo>
                  <ns1:pt x="109" y="24"/>
                  <ns1:pt x="112" y="26"/>
                  <ns1:pt x="112" y="30"/>
                </ns1:cubicBezTo>
                <ns1:close/>
                <ns1:moveTo>
                  <ns1:pt x="64" y="34"/>
                </ns1:moveTo>
                <ns1:cubicBezTo>
                  <ns1:pt x="64" y="8"/>
                  <ns1:pt x="64" y="8"/>
                  <ns1:pt x="64" y="8"/>
                </ns1:cubicBezTo>
                <ns1:cubicBezTo>
                  <ns1:pt x="40" y="8"/>
                  <ns1:pt x="40" y="8"/>
                  <ns1:pt x="40" y="8"/>
                </ns1:cubicBezTo>
                <ns1:cubicBezTo>
                  <ns1:pt x="40" y="34"/>
                  <ns1:pt x="40" y="34"/>
                  <ns1:pt x="40" y="34"/>
                </ns1:cubicBezTo>
                <ns1:cubicBezTo>
                  <ns1:pt x="40" y="37"/>
                  <ns1:pt x="37" y="40"/>
                  <ns1:pt x="34" y="40"/>
                </ns1:cubicBezTo>
                <ns1:cubicBezTo>
                  <ns1:pt x="8" y="40"/>
                  <ns1:pt x="8" y="40"/>
                  <ns1:pt x="8" y="40"/>
                </ns1:cubicBezTo>
                <ns1:cubicBezTo>
                  <ns1:pt x="8" y="80"/>
                  <ns1:pt x="8" y="80"/>
                  <ns1:pt x="8" y="80"/>
                </ns1:cubicBezTo>
                <ns1:cubicBezTo>
                  <ns1:pt x="40" y="80"/>
                  <ns1:pt x="40" y="80"/>
                  <ns1:pt x="40" y="80"/>
                </ns1:cubicBezTo>
                <ns1:cubicBezTo>
                  <ns1:pt x="40" y="64"/>
                  <ns1:pt x="40" y="64"/>
                  <ns1:pt x="40" y="64"/>
                </ns1:cubicBezTo>
                <ns1:cubicBezTo>
                  <ns1:pt x="40" y="60"/>
                  <ns1:pt x="42" y="56"/>
                  <ns1:pt x="44" y="53"/>
                </ns1:cubicBezTo>
                <ns1:lnTo>
                  <ns1:pt x="64" y="34"/>
                </ns1:lnTo>
                <ns1:close/>
                <ns1:moveTo>
                  <ns1:pt x="13" y="32"/>
                </ns1:moveTo>
                <ns1:cubicBezTo>
                  <ns1:pt x="32" y="32"/>
                  <ns1:pt x="32" y="32"/>
                  <ns1:pt x="32" y="32"/>
                </ns1:cubicBezTo>
                <ns1:cubicBezTo>
                  <ns1:pt x="32" y="13"/>
                  <ns1:pt x="32" y="13"/>
                  <ns1:pt x="32" y="13"/>
                </ns1:cubicBezTo>
                <ns1:lnTo>
                  <ns1:pt x="13" y="32"/>
                </ns1:lnTo>
                <ns1:close/>
                <ns1:moveTo>
                  <ns1:pt x="104" y="32"/>
                </ns1:moveTo>
                <ns1:cubicBezTo>
                  <ns1:pt x="80" y="32"/>
                  <ns1:pt x="80" y="32"/>
                  <ns1:pt x="80" y="32"/>
                </ns1:cubicBezTo>
                <ns1:cubicBezTo>
                  <ns1:pt x="80" y="58"/>
                  <ns1:pt x="80" y="58"/>
                  <ns1:pt x="80" y="58"/>
                </ns1:cubicBezTo>
                <ns1:cubicBezTo>
                  <ns1:pt x="80" y="61"/>
                  <ns1:pt x="77" y="64"/>
                  <ns1:pt x="74" y="64"/>
                </ns1:cubicBezTo>
                <ns1:cubicBezTo>
                  <ns1:pt x="48" y="64"/>
                  <ns1:pt x="48" y="64"/>
                  <ns1:pt x="48" y="64"/>
                </ns1:cubicBezTo>
                <ns1:cubicBezTo>
                  <ns1:pt x="48" y="104"/>
                  <ns1:pt x="48" y="104"/>
                  <ns1:pt x="48" y="104"/>
                </ns1:cubicBezTo>
                <ns1:cubicBezTo>
                  <ns1:pt x="104" y="104"/>
                  <ns1:pt x="104" y="104"/>
                  <ns1:pt x="104" y="104"/>
                </ns1:cubicBezTo>
                <ns1:lnTo>
                  <ns1:pt x="104" y="32"/>
                </ns1:lnTo>
                <ns1:close/>
                <ns1:moveTo>
                  <ns1:pt x="53" y="56"/>
                </ns1:moveTo>
                <ns1:cubicBezTo>
                  <ns1:pt x="72" y="56"/>
                  <ns1:pt x="72" y="56"/>
                  <ns1:pt x="72" y="56"/>
                </ns1:cubicBezTo>
                <ns1:cubicBezTo>
                  <ns1:pt x="72" y="37"/>
                  <ns1:pt x="72" y="37"/>
                  <ns1:pt x="72" y="37"/>
                </ns1:cubicBezTo>
                <ns1:lnTo>
                  <ns1:pt x="53" y="56"/>
                </ns1:lnTo>
                <ns1:close/>
              </ns1:path>
            </ns1:pathLst>
          </ns1:custGeom>
          <ns1:solidFill>
            <ns1:srgbClr val="010101"/>
          </ns1:solidFill>
          <ns1:ln>
            <ns1:noFill/>
          </ns1:ln>
          <ns1:extLst>
            <ns1:ext uri="{91240B29-F687-4F45-9708-019B960494DF}">
              <ns2:hiddenLine w="9525">
                <ns1:solidFill>
                  <ns1:srgbClr val="000000"/>
                </ns1:solidFill>
                <ns1:round/>
                <ns1:headEnd/>
                <ns1:tailEnd/>
              </ns2:hiddenLine>
            </ns1:ext>
          </ns1:extLst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en-US" sz="2700"/>
          </ns1:p>
        </ns0:txBody>
      </ns0:sp>
      <ns0:sp>
        <ns0:nvSpPr>
          <ns0:cNvPr id="167" name="Freeform 165"/>
          <ns0:cNvSpPr>
            <ns1:spLocks/>
          </ns0:cNvSpPr>
          <ns0:nvPr/>
        </ns0:nvSpPr>
        <ns0:spPr bwMode="auto">
          <ns1:xfrm>
            <ns1:off x="1084264" y="5862638"/>
            <ns1:ext cx="327025" cy="357188"/>
          </ns1:xfrm>
          <ns1:custGeom>
            <ns1:avLst/>
            <ns1:gdLst>
              <ns1:gd name="T0" fmla="*/ 70 w 87"/>
              <ns1:gd name="T1" fmla="*/ 95 h 95"/>
              <ns1:gd name="T2" fmla="*/ 55 w 87"/>
              <ns1:gd name="T3" fmla="*/ 89 h 95"/>
              <ns1:gd name="T4" fmla="*/ 7 w 87"/>
              <ns1:gd name="T5" fmla="*/ 41 h 95"/>
              <ns1:gd name="T6" fmla="*/ 0 w 87"/>
              <ns1:gd name="T7" fmla="*/ 24 h 95"/>
              <ns1:gd name="T8" fmla="*/ 24 w 87"/>
              <ns1:gd name="T9" fmla="*/ 0 h 95"/>
              <ns1:gd name="T10" fmla="*/ 41 w 87"/>
              <ns1:gd name="T11" fmla="*/ 7 h 95"/>
              <ns1:gd name="T12" fmla="*/ 78 w 87"/>
              <ns1:gd name="T13" fmla="*/ 45 h 95"/>
              <ns1:gd name="T14" fmla="*/ 79 w 87"/>
              <ns1:gd name="T15" fmla="*/ 46 h 95"/>
              <ns1:gd name="T16" fmla="*/ 74 w 87"/>
              <ns1:gd name="T17" fmla="*/ 51 h 95"/>
              <ns1:gd name="T18" fmla="*/ 73 w 87"/>
              <ns1:gd name="T19" fmla="*/ 50 h 95"/>
              <ns1:gd name="T20" fmla="*/ 35 w 87"/>
              <ns1:gd name="T21" fmla="*/ 12 h 95"/>
              <ns1:gd name="T22" fmla="*/ 24 w 87"/>
              <ns1:gd name="T23" fmla="*/ 8 h 95"/>
              <ns1:gd name="T24" fmla="*/ 8 w 87"/>
              <ns1:gd name="T25" fmla="*/ 24 h 95"/>
              <ns1:gd name="T26" fmla="*/ 13 w 87"/>
              <ns1:gd name="T27" fmla="*/ 35 h 95"/>
              <ns1:gd name="T28" fmla="*/ 61 w 87"/>
              <ns1:gd name="T29" fmla="*/ 83 h 95"/>
              <ns1:gd name="T30" fmla="*/ 70 w 87"/>
              <ns1:gd name="T31" fmla="*/ 87 h 95"/>
              <ns1:gd name="T32" fmla="*/ 79 w 87"/>
              <ns1:gd name="T33" fmla="*/ 78 h 95"/>
              <ns1:gd name="T34" fmla="*/ 75 w 87"/>
              <ns1:gd name="T35" fmla="*/ 69 h 95"/>
              <ns1:gd name="T36" fmla="*/ 39 w 87"/>
              <ns1:gd name="T37" fmla="*/ 33 h 95"/>
              <ns1:gd name="T38" fmla="*/ 35 w 87"/>
              <ns1:gd name="T39" fmla="*/ 31 h 95"/>
              <ns1:gd name="T40" fmla="*/ 31 w 87"/>
              <ns1:gd name="T41" fmla="*/ 35 h 95"/>
              <ns1:gd name="T42" fmla="*/ 33 w 87"/>
              <ns1:gd name="T43" fmla="*/ 39 h 95"/>
              <ns1:gd name="T44" fmla="*/ 58 w 87"/>
              <ns1:gd name="T45" fmla="*/ 65 h 95"/>
              <ns1:gd name="T46" fmla="*/ 59 w 87"/>
              <ns1:gd name="T47" fmla="*/ 66 h 95"/>
              <ns1:gd name="T48" fmla="*/ 54 w 87"/>
              <ns1:gd name="T49" fmla="*/ 71 h 95"/>
              <ns1:gd name="T50" fmla="*/ 53 w 87"/>
              <ns1:gd name="T51" fmla="*/ 70 h 95"/>
              <ns1:gd name="T52" fmla="*/ 27 w 87"/>
              <ns1:gd name="T53" fmla="*/ 45 h 95"/>
              <ns1:gd name="T54" fmla="*/ 23 w 87"/>
              <ns1:gd name="T55" fmla="*/ 35 h 95"/>
              <ns1:gd name="T56" fmla="*/ 36 w 87"/>
              <ns1:gd name="T57" fmla="*/ 23 h 95"/>
              <ns1:gd name="T58" fmla="*/ 45 w 87"/>
              <ns1:gd name="T59" fmla="*/ 27 h 95"/>
              <ns1:gd name="T60" fmla="*/ 81 w 87"/>
              <ns1:gd name="T61" fmla="*/ 63 h 95"/>
              <ns1:gd name="T62" fmla="*/ 87 w 87"/>
              <ns1:gd name="T63" fmla="*/ 78 h 95"/>
              <ns1:gd name="T64" fmla="*/ 70 w 87"/>
              <ns1:gd name="T65" fmla="*/ 95 h 95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  <ns1:cxn ang="0">
                <ns1:pos x="T32" y="T33"/>
              </ns1:cxn>
              <ns1:cxn ang="0">
                <ns1:pos x="T34" y="T35"/>
              </ns1:cxn>
              <ns1:cxn ang="0">
                <ns1:pos x="T36" y="T37"/>
              </ns1:cxn>
              <ns1:cxn ang="0">
                <ns1:pos x="T38" y="T39"/>
              </ns1:cxn>
              <ns1:cxn ang="0">
                <ns1:pos x="T40" y="T41"/>
              </ns1:cxn>
              <ns1:cxn ang="0">
                <ns1:pos x="T42" y="T43"/>
              </ns1:cxn>
              <ns1:cxn ang="0">
                <ns1:pos x="T44" y="T45"/>
              </ns1:cxn>
              <ns1:cxn ang="0">
                <ns1:pos x="T46" y="T47"/>
              </ns1:cxn>
              <ns1:cxn ang="0">
                <ns1:pos x="T48" y="T49"/>
              </ns1:cxn>
              <ns1:cxn ang="0">
                <ns1:pos x="T50" y="T51"/>
              </ns1:cxn>
              <ns1:cxn ang="0">
                <ns1:pos x="T52" y="T53"/>
              </ns1:cxn>
              <ns1:cxn ang="0">
                <ns1:pos x="T54" y="T55"/>
              </ns1:cxn>
              <ns1:cxn ang="0">
                <ns1:pos x="T56" y="T57"/>
              </ns1:cxn>
              <ns1:cxn ang="0">
                <ns1:pos x="T58" y="T59"/>
              </ns1:cxn>
              <ns1:cxn ang="0">
                <ns1:pos x="T60" y="T61"/>
              </ns1:cxn>
              <ns1:cxn ang="0">
                <ns1:pos x="T62" y="T63"/>
              </ns1:cxn>
              <ns1:cxn ang="0">
                <ns1:pos x="T64" y="T65"/>
              </ns1:cxn>
            </ns1:cxnLst>
            <ns1:rect l="0" t="0" r="r" b="b"/>
            <ns1:pathLst>
              <ns1:path w="87" h="95">
                <ns1:moveTo>
                  <ns1:pt x="70" y="95"/>
                </ns1:moveTo>
                <ns1:cubicBezTo>
                  <ns1:pt x="65" y="95"/>
                  <ns1:pt x="59" y="93"/>
                  <ns1:pt x="55" y="89"/>
                </ns1:cubicBezTo>
                <ns1:cubicBezTo>
                  <ns1:pt x="7" y="41"/>
                  <ns1:pt x="7" y="41"/>
                  <ns1:pt x="7" y="41"/>
                </ns1:cubicBezTo>
                <ns1:cubicBezTo>
                  <ns1:pt x="3" y="36"/>
                  <ns1:pt x="0" y="30"/>
                  <ns1:pt x="0" y="24"/>
                </ns1:cubicBezTo>
                <ns1:cubicBezTo>
                  <ns1:pt x="0" y="10"/>
                  <ns1:pt x="10" y="0"/>
                  <ns1:pt x="24" y="0"/>
                </ns1:cubicBezTo>
                <ns1:cubicBezTo>
                  <ns1:pt x="30" y="0"/>
                  <ns1:pt x="36" y="2"/>
                  <ns1:pt x="41" y="7"/>
                </ns1:cubicBezTo>
                <ns1:cubicBezTo>
                  <ns1:pt x="78" y="45"/>
                  <ns1:pt x="78" y="45"/>
                  <ns1:pt x="78" y="45"/>
                </ns1:cubicBezTo>
                <ns1:cubicBezTo>
                  <ns1:pt x="79" y="45"/>
                  <ns1:pt x="79" y="46"/>
                  <ns1:pt x="79" y="46"/>
                </ns1:cubicBezTo>
                <ns1:cubicBezTo>
                  <ns1:pt x="79" y="47"/>
                  <ns1:pt x="76" y="51"/>
                  <ns1:pt x="74" y="51"/>
                </ns1:cubicBezTo>
                <ns1:cubicBezTo>
                  <ns1:pt x="74" y="51"/>
                  <ns1:pt x="73" y="51"/>
                  <ns1:pt x="73" y="50"/>
                </ns1:cubicBezTo>
                <ns1:cubicBezTo>
                  <ns1:pt x="35" y="12"/>
                  <ns1:pt x="35" y="12"/>
                  <ns1:pt x="35" y="12"/>
                </ns1:cubicBezTo>
                <ns1:cubicBezTo>
                  <ns1:pt x="32" y="9"/>
                  <ns1:pt x="28" y="8"/>
                  <ns1:pt x="24" y="8"/>
                </ns1:cubicBezTo>
                <ns1:cubicBezTo>
                  <ns1:pt x="15" y="8"/>
                  <ns1:pt x="8" y="15"/>
                  <ns1:pt x="8" y="24"/>
                </ns1:cubicBezTo>
                <ns1:cubicBezTo>
                  <ns1:pt x="8" y="28"/>
                  <ns1:pt x="10" y="32"/>
                  <ns1:pt x="13" y="35"/>
                </ns1:cubicBezTo>
                <ns1:cubicBezTo>
                  <ns1:pt x="61" y="83"/>
                  <ns1:pt x="61" y="83"/>
                  <ns1:pt x="61" y="83"/>
                </ns1:cubicBezTo>
                <ns1:cubicBezTo>
                  <ns1:pt x="63" y="86"/>
                  <ns1:pt x="67" y="87"/>
                  <ns1:pt x="70" y="87"/>
                </ns1:cubicBezTo>
                <ns1:cubicBezTo>
                  <ns1:pt x="75" y="87"/>
                  <ns1:pt x="79" y="83"/>
                  <ns1:pt x="79" y="78"/>
                </ns1:cubicBezTo>
                <ns1:cubicBezTo>
                  <ns1:pt x="79" y="75"/>
                  <ns1:pt x="78" y="71"/>
                  <ns1:pt x="75" y="69"/>
                </ns1:cubicBezTo>
                <ns1:cubicBezTo>
                  <ns1:pt x="39" y="33"/>
                  <ns1:pt x="39" y="33"/>
                  <ns1:pt x="39" y="33"/>
                </ns1:cubicBezTo>
                <ns1:cubicBezTo>
                  <ns1:pt x="38" y="32"/>
                  <ns1:pt x="37" y="31"/>
                  <ns1:pt x="35" y="31"/>
                </ns1:cubicBezTo>
                <ns1:cubicBezTo>
                  <ns1:pt x="33" y="31"/>
                  <ns1:pt x="31" y="33"/>
                  <ns1:pt x="31" y="35"/>
                </ns1:cubicBezTo>
                <ns1:cubicBezTo>
                  <ns1:pt x="31" y="37"/>
                  <ns1:pt x="32" y="38"/>
                  <ns1:pt x="33" y="39"/>
                </ns1:cubicBezTo>
                <ns1:cubicBezTo>
                  <ns1:pt x="58" y="65"/>
                  <ns1:pt x="58" y="65"/>
                  <ns1:pt x="58" y="65"/>
                </ns1:cubicBezTo>
                <ns1:cubicBezTo>
                  <ns1:pt x="59" y="65"/>
                  <ns1:pt x="59" y="66"/>
                  <ns1:pt x="59" y="66"/>
                </ns1:cubicBezTo>
                <ns1:cubicBezTo>
                  <ns1:pt x="59" y="67"/>
                  <ns1:pt x="55" y="71"/>
                  <ns1:pt x="54" y="71"/>
                </ns1:cubicBezTo>
                <ns1:cubicBezTo>
                  <ns1:pt x="54" y="71"/>
                  <ns1:pt x="53" y="71"/>
                  <ns1:pt x="53" y="70"/>
                </ns1:cubicBezTo>
                <ns1:cubicBezTo>
                  <ns1:pt x="27" y="45"/>
                  <ns1:pt x="27" y="45"/>
                  <ns1:pt x="27" y="45"/>
                </ns1:cubicBezTo>
                <ns1:cubicBezTo>
                  <ns1:pt x="25" y="42"/>
                  <ns1:pt x="23" y="39"/>
                  <ns1:pt x="23" y="35"/>
                </ns1:cubicBezTo>
                <ns1:cubicBezTo>
                  <ns1:pt x="23" y="29"/>
                  <ns1:pt x="29" y="23"/>
                  <ns1:pt x="36" y="23"/>
                </ns1:cubicBezTo>
                <ns1:cubicBezTo>
                  <ns1:pt x="39" y="23"/>
                  <ns1:pt x="42" y="25"/>
                  <ns1:pt x="45" y="27"/>
                </ns1:cubicBezTo>
                <ns1:cubicBezTo>
                  <ns1:pt x="81" y="63"/>
                  <ns1:pt x="81" y="63"/>
                  <ns1:pt x="81" y="63"/>
                </ns1:cubicBezTo>
                <ns1:cubicBezTo>
                  <ns1:pt x="85" y="67"/>
                  <ns1:pt x="87" y="73"/>
                  <ns1:pt x="87" y="78"/>
                </ns1:cubicBezTo>
                <ns1:cubicBezTo>
                  <ns1:pt x="87" y="88"/>
                  <ns1:pt x="80" y="95"/>
                  <ns1:pt x="70" y="95"/>
                </ns1:cubicBezTo>
                <ns1:close/>
              </ns1:path>
            </ns1:pathLst>
          </ns1:custGeom>
          <ns1:solidFill>
            <ns1:srgbClr val="010101"/>
          </ns1:solidFill>
          <ns1:ln>
            <ns1:noFill/>
          </ns1:ln>
          <ns1:extLst>
            <ns1:ext uri="{91240B29-F687-4F45-9708-019B960494DF}">
              <ns2:hiddenLine w="9525">
                <ns1:solidFill>
                  <ns1:srgbClr val="000000"/>
                </ns1:solidFill>
                <ns1:round/>
                <ns1:headEnd/>
                <ns1:tailEnd/>
              </ns2:hiddenLine>
            </ns1:ext>
          </ns1:extLst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en-US" sz="2700"/>
          </ns1:p>
        </ns0:txBody>
      </ns0:sp>
      <ns0:sp>
        <ns0:nvSpPr>
          <ns0:cNvPr id="168" name="Freeform 166"/>
          <ns0:cNvSpPr>
            <ns1:spLocks noEditPoints="1"/>
          </ns0:cNvSpPr>
          <ns0:nvPr/>
        </ns0:nvSpPr>
        <ns0:spPr bwMode="auto">
          <ns1:xfrm>
            <ns1:off x="1716089" y="5862638"/>
            <ns1:ext cx="360363" cy="357188"/>
          </ns1:xfrm>
          <ns1:custGeom>
            <ns1:avLst/>
            <ns1:gdLst>
              <ns1:gd name="T0" fmla="*/ 96 w 96"/>
              <ns1:gd name="T1" fmla="*/ 90 h 95"/>
              <ns1:gd name="T2" fmla="*/ 90 w 96"/>
              <ns1:gd name="T3" fmla="*/ 95 h 95"/>
              <ns1:gd name="T4" fmla="*/ 6 w 96"/>
              <ns1:gd name="T5" fmla="*/ 95 h 95"/>
              <ns1:gd name="T6" fmla="*/ 0 w 96"/>
              <ns1:gd name="T7" fmla="*/ 90 h 95"/>
              <ns1:gd name="T8" fmla="*/ 0 w 96"/>
              <ns1:gd name="T9" fmla="*/ 6 h 95"/>
              <ns1:gd name="T10" fmla="*/ 6 w 96"/>
              <ns1:gd name="T11" fmla="*/ 0 h 95"/>
              <ns1:gd name="T12" fmla="*/ 64 w 96"/>
              <ns1:gd name="T13" fmla="*/ 0 h 95"/>
              <ns1:gd name="T14" fmla="*/ 74 w 96"/>
              <ns1:gd name="T15" fmla="*/ 4 h 95"/>
              <ns1:gd name="T16" fmla="*/ 91 w 96"/>
              <ns1:gd name="T17" fmla="*/ 21 h 95"/>
              <ns1:gd name="T18" fmla="*/ 96 w 96"/>
              <ns1:gd name="T19" fmla="*/ 32 h 95"/>
              <ns1:gd name="T20" fmla="*/ 96 w 96"/>
              <ns1:gd name="T21" fmla="*/ 90 h 95"/>
              <ns1:gd name="T22" fmla="*/ 88 w 96"/>
              <ns1:gd name="T23" fmla="*/ 88 h 95"/>
              <ns1:gd name="T24" fmla="*/ 88 w 96"/>
              <ns1:gd name="T25" fmla="*/ 32 h 95"/>
              <ns1:gd name="T26" fmla="*/ 86 w 96"/>
              <ns1:gd name="T27" fmla="*/ 27 h 95"/>
              <ns1:gd name="T28" fmla="*/ 68 w 96"/>
              <ns1:gd name="T29" fmla="*/ 9 h 95"/>
              <ns1:gd name="T30" fmla="*/ 64 w 96"/>
              <ns1:gd name="T31" fmla="*/ 8 h 95"/>
              <ns1:gd name="T32" fmla="*/ 64 w 96"/>
              <ns1:gd name="T33" fmla="*/ 34 h 95"/>
              <ns1:gd name="T34" fmla="*/ 58 w 96"/>
              <ns1:gd name="T35" fmla="*/ 40 h 95"/>
              <ns1:gd name="T36" fmla="*/ 22 w 96"/>
              <ns1:gd name="T37" fmla="*/ 40 h 95"/>
              <ns1:gd name="T38" fmla="*/ 16 w 96"/>
              <ns1:gd name="T39" fmla="*/ 34 h 95"/>
              <ns1:gd name="T40" fmla="*/ 16 w 96"/>
              <ns1:gd name="T41" fmla="*/ 8 h 95"/>
              <ns1:gd name="T42" fmla="*/ 8 w 96"/>
              <ns1:gd name="T43" fmla="*/ 8 h 95"/>
              <ns1:gd name="T44" fmla="*/ 8 w 96"/>
              <ns1:gd name="T45" fmla="*/ 88 h 95"/>
              <ns1:gd name="T46" fmla="*/ 16 w 96"/>
              <ns1:gd name="T47" fmla="*/ 88 h 95"/>
              <ns1:gd name="T48" fmla="*/ 16 w 96"/>
              <ns1:gd name="T49" fmla="*/ 62 h 95"/>
              <ns1:gd name="T50" fmla="*/ 22 w 96"/>
              <ns1:gd name="T51" fmla="*/ 56 h 95"/>
              <ns1:gd name="T52" fmla="*/ 74 w 96"/>
              <ns1:gd name="T53" fmla="*/ 56 h 95"/>
              <ns1:gd name="T54" fmla="*/ 80 w 96"/>
              <ns1:gd name="T55" fmla="*/ 62 h 95"/>
              <ns1:gd name="T56" fmla="*/ 80 w 96"/>
              <ns1:gd name="T57" fmla="*/ 88 h 95"/>
              <ns1:gd name="T58" fmla="*/ 88 w 96"/>
              <ns1:gd name="T59" fmla="*/ 88 h 95"/>
              <ns1:gd name="T60" fmla="*/ 72 w 96"/>
              <ns1:gd name="T61" fmla="*/ 88 h 95"/>
              <ns1:gd name="T62" fmla="*/ 72 w 96"/>
              <ns1:gd name="T63" fmla="*/ 64 h 95"/>
              <ns1:gd name="T64" fmla="*/ 24 w 96"/>
              <ns1:gd name="T65" fmla="*/ 64 h 95"/>
              <ns1:gd name="T66" fmla="*/ 24 w 96"/>
              <ns1:gd name="T67" fmla="*/ 88 h 95"/>
              <ns1:gd name="T68" fmla="*/ 72 w 96"/>
              <ns1:gd name="T69" fmla="*/ 88 h 95"/>
              <ns1:gd name="T70" fmla="*/ 56 w 96"/>
              <ns1:gd name="T71" fmla="*/ 10 h 95"/>
              <ns1:gd name="T72" fmla="*/ 54 w 96"/>
              <ns1:gd name="T73" fmla="*/ 8 h 95"/>
              <ns1:gd name="T74" fmla="*/ 42 w 96"/>
              <ns1:gd name="T75" fmla="*/ 8 h 95"/>
              <ns1:gd name="T76" fmla="*/ 40 w 96"/>
              <ns1:gd name="T77" fmla="*/ 10 h 95"/>
              <ns1:gd name="T78" fmla="*/ 40 w 96"/>
              <ns1:gd name="T79" fmla="*/ 30 h 95"/>
              <ns1:gd name="T80" fmla="*/ 42 w 96"/>
              <ns1:gd name="T81" fmla="*/ 32 h 95"/>
              <ns1:gd name="T82" fmla="*/ 54 w 96"/>
              <ns1:gd name="T83" fmla="*/ 32 h 95"/>
              <ns1:gd name="T84" fmla="*/ 56 w 96"/>
              <ns1:gd name="T85" fmla="*/ 30 h 95"/>
              <ns1:gd name="T86" fmla="*/ 56 w 96"/>
              <ns1:gd name="T87" fmla="*/ 10 h 95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  <ns1:cxn ang="0">
                <ns1:pos x="T32" y="T33"/>
              </ns1:cxn>
              <ns1:cxn ang="0">
                <ns1:pos x="T34" y="T35"/>
              </ns1:cxn>
              <ns1:cxn ang="0">
                <ns1:pos x="T36" y="T37"/>
              </ns1:cxn>
              <ns1:cxn ang="0">
                <ns1:pos x="T38" y="T39"/>
              </ns1:cxn>
              <ns1:cxn ang="0">
                <ns1:pos x="T40" y="T41"/>
              </ns1:cxn>
              <ns1:cxn ang="0">
                <ns1:pos x="T42" y="T43"/>
              </ns1:cxn>
              <ns1:cxn ang="0">
                <ns1:pos x="T44" y="T45"/>
              </ns1:cxn>
              <ns1:cxn ang="0">
                <ns1:pos x="T46" y="T47"/>
              </ns1:cxn>
              <ns1:cxn ang="0">
                <ns1:pos x="T48" y="T49"/>
              </ns1:cxn>
              <ns1:cxn ang="0">
                <ns1:pos x="T50" y="T51"/>
              </ns1:cxn>
              <ns1:cxn ang="0">
                <ns1:pos x="T52" y="T53"/>
              </ns1:cxn>
              <ns1:cxn ang="0">
                <ns1:pos x="T54" y="T55"/>
              </ns1:cxn>
              <ns1:cxn ang="0">
                <ns1:pos x="T56" y="T57"/>
              </ns1:cxn>
              <ns1:cxn ang="0">
                <ns1:pos x="T58" y="T59"/>
              </ns1:cxn>
              <ns1:cxn ang="0">
                <ns1:pos x="T60" y="T61"/>
              </ns1:cxn>
              <ns1:cxn ang="0">
                <ns1:pos x="T62" y="T63"/>
              </ns1:cxn>
              <ns1:cxn ang="0">
                <ns1:pos x="T64" y="T65"/>
              </ns1:cxn>
              <ns1:cxn ang="0">
                <ns1:pos x="T66" y="T67"/>
              </ns1:cxn>
              <ns1:cxn ang="0">
                <ns1:pos x="T68" y="T69"/>
              </ns1:cxn>
              <ns1:cxn ang="0">
                <ns1:pos x="T70" y="T71"/>
              </ns1:cxn>
              <ns1:cxn ang="0">
                <ns1:pos x="T72" y="T73"/>
              </ns1:cxn>
              <ns1:cxn ang="0">
                <ns1:pos x="T74" y="T75"/>
              </ns1:cxn>
              <ns1:cxn ang="0">
                <ns1:pos x="T76" y="T77"/>
              </ns1:cxn>
              <ns1:cxn ang="0">
                <ns1:pos x="T78" y="T79"/>
              </ns1:cxn>
              <ns1:cxn ang="0">
                <ns1:pos x="T80" y="T81"/>
              </ns1:cxn>
              <ns1:cxn ang="0">
                <ns1:pos x="T82" y="T83"/>
              </ns1:cxn>
              <ns1:cxn ang="0">
                <ns1:pos x="T84" y="T85"/>
              </ns1:cxn>
              <ns1:cxn ang="0">
                <ns1:pos x="T86" y="T87"/>
              </ns1:cxn>
            </ns1:cxnLst>
            <ns1:rect l="0" t="0" r="r" b="b"/>
            <ns1:pathLst>
              <ns1:path w="96" h="95">
                <ns1:moveTo>
                  <ns1:pt x="96" y="90"/>
                </ns1:moveTo>
                <ns1:cubicBezTo>
                  <ns1:pt x="96" y="93"/>
                  <ns1:pt x="93" y="95"/>
                  <ns1:pt x="90" y="95"/>
                </ns1:cubicBezTo>
                <ns1:cubicBezTo>
                  <ns1:pt x="6" y="95"/>
                  <ns1:pt x="6" y="95"/>
                  <ns1:pt x="6" y="95"/>
                </ns1:cubicBezTo>
                <ns1:cubicBezTo>
                  <ns1:pt x="2" y="95"/>
                  <ns1:pt x="0" y="93"/>
                  <ns1:pt x="0" y="90"/>
                </ns1:cubicBezTo>
                <ns1:cubicBezTo>
                  <ns1:pt x="0" y="6"/>
                  <ns1:pt x="0" y="6"/>
                  <ns1:pt x="0" y="6"/>
                </ns1:cubicBezTo>
                <ns1:cubicBezTo>
                  <ns1:pt x="0" y="2"/>
                  <ns1:pt x="2" y="0"/>
                  <ns1:pt x="6" y="0"/>
                </ns1:cubicBezTo>
                <ns1:cubicBezTo>
                  <ns1:pt x="64" y="0"/>
                  <ns1:pt x="64" y="0"/>
                  <ns1:pt x="64" y="0"/>
                </ns1:cubicBezTo>
                <ns1:cubicBezTo>
                  <ns1:pt x="67" y="0"/>
                  <ns1:pt x="72" y="1"/>
                  <ns1:pt x="74" y="4"/>
                </ns1:cubicBezTo>
                <ns1:cubicBezTo>
                  <ns1:pt x="91" y="21"/>
                  <ns1:pt x="91" y="21"/>
                  <ns1:pt x="91" y="21"/>
                </ns1:cubicBezTo>
                <ns1:cubicBezTo>
                  <ns1:pt x="94" y="24"/>
                  <ns1:pt x="96" y="28"/>
                  <ns1:pt x="96" y="32"/>
                </ns1:cubicBezTo>
                <ns1:lnTo>
                  <ns1:pt x="96" y="90"/>
                </ns1:lnTo>
                <ns1:close/>
                <ns1:moveTo>
                  <ns1:pt x="88" y="88"/>
                </ns1:moveTo>
                <ns1:cubicBezTo>
                  <ns1:pt x="88" y="32"/>
                  <ns1:pt x="88" y="32"/>
                  <ns1:pt x="88" y="32"/>
                </ns1:cubicBezTo>
                <ns1:cubicBezTo>
                  <ns1:pt x="88" y="30"/>
                  <ns1:pt x="87" y="28"/>
                  <ns1:pt x="86" y="27"/>
                </ns1:cubicBezTo>
                <ns1:cubicBezTo>
                  <ns1:pt x="68" y="9"/>
                  <ns1:pt x="68" y="9"/>
                  <ns1:pt x="68" y="9"/>
                </ns1:cubicBezTo>
                <ns1:cubicBezTo>
                  <ns1:pt x="67" y="9"/>
                  <ns1:pt x="65" y="8"/>
                  <ns1:pt x="64" y="8"/>
                </ns1:cubicBezTo>
                <ns1:cubicBezTo>
                  <ns1:pt x="64" y="34"/>
                  <ns1:pt x="64" y="34"/>
                  <ns1:pt x="64" y="34"/>
                </ns1:cubicBezTo>
                <ns1:cubicBezTo>
                  <ns1:pt x="64" y="37"/>
                  <ns1:pt x="61" y="40"/>
                  <ns1:pt x="58" y="40"/>
                </ns1:cubicBezTo>
                <ns1:cubicBezTo>
                  <ns1:pt x="22" y="40"/>
                  <ns1:pt x="22" y="40"/>
                  <ns1:pt x="22" y="40"/>
                </ns1:cubicBezTo>
                <ns1:cubicBezTo>
                  <ns1:pt x="18" y="40"/>
                  <ns1:pt x="16" y="37"/>
                  <ns1:pt x="16" y="34"/>
                </ns1:cubicBezTo>
                <ns1:cubicBezTo>
                  <ns1:pt x="16" y="8"/>
                  <ns1:pt x="16" y="8"/>
                  <ns1:pt x="16" y="8"/>
                </ns1:cubicBezTo>
                <ns1:cubicBezTo>
                  <ns1:pt x="8" y="8"/>
                  <ns1:pt x="8" y="8"/>
                  <ns1:pt x="8" y="8"/>
                </ns1:cubicBezTo>
                <ns1:cubicBezTo>
                  <ns1:pt x="8" y="88"/>
                  <ns1:pt x="8" y="88"/>
                  <ns1:pt x="8" y="88"/>
                </ns1:cubicBezTo>
                <ns1:cubicBezTo>
                  <ns1:pt x="16" y="88"/>
                  <ns1:pt x="16" y="88"/>
                  <ns1:pt x="16" y="88"/>
                </ns1:cubicBezTo>
                <ns1:cubicBezTo>
                  <ns1:pt x="16" y="62"/>
                  <ns1:pt x="16" y="62"/>
                  <ns1:pt x="16" y="62"/>
                </ns1:cubicBezTo>
                <ns1:cubicBezTo>
                  <ns1:pt x="16" y="58"/>
                  <ns1:pt x="18" y="56"/>
                  <ns1:pt x="22" y="56"/>
                </ns1:cubicBezTo>
                <ns1:cubicBezTo>
                  <ns1:pt x="74" y="56"/>
                  <ns1:pt x="74" y="56"/>
                  <ns1:pt x="74" y="56"/>
                </ns1:cubicBezTo>
                <ns1:cubicBezTo>
                  <ns1:pt x="77" y="56"/>
                  <ns1:pt x="80" y="58"/>
                  <ns1:pt x="80" y="62"/>
                </ns1:cubicBezTo>
                <ns1:cubicBezTo>
                  <ns1:pt x="80" y="88"/>
                  <ns1:pt x="80" y="88"/>
                  <ns1:pt x="80" y="88"/>
                </ns1:cubicBezTo>
                <ns1:lnTo>
                  <ns1:pt x="88" y="88"/>
                </ns1:lnTo>
                <ns1:close/>
                <ns1:moveTo>
                  <ns1:pt x="72" y="88"/>
                </ns1:moveTo>
                <ns1:cubicBezTo>
                  <ns1:pt x="72" y="64"/>
                  <ns1:pt x="72" y="64"/>
                  <ns1:pt x="72" y="64"/>
                </ns1:cubicBezTo>
                <ns1:cubicBezTo>
                  <ns1:pt x="24" y="64"/>
                  <ns1:pt x="24" y="64"/>
                  <ns1:pt x="24" y="64"/>
                </ns1:cubicBezTo>
                <ns1:cubicBezTo>
                  <ns1:pt x="24" y="88"/>
                  <ns1:pt x="24" y="88"/>
                  <ns1:pt x="24" y="88"/>
                </ns1:cubicBezTo>
                <ns1:lnTo>
                  <ns1:pt x="72" y="88"/>
                </ns1:lnTo>
                <ns1:close/>
                <ns1:moveTo>
                  <ns1:pt x="56" y="10"/>
                </ns1:moveTo>
                <ns1:cubicBezTo>
                  <ns1:pt x="56" y="9"/>
                  <ns1:pt x="55" y="8"/>
                  <ns1:pt x="54" y="8"/>
                </ns1:cubicBezTo>
                <ns1:cubicBezTo>
                  <ns1:pt x="42" y="8"/>
                  <ns1:pt x="42" y="8"/>
                  <ns1:pt x="42" y="8"/>
                </ns1:cubicBezTo>
                <ns1:cubicBezTo>
                  <ns1:pt x="41" y="8"/>
                  <ns1:pt x="40" y="9"/>
                  <ns1:pt x="40" y="10"/>
                </ns1:cubicBezTo>
                <ns1:cubicBezTo>
                  <ns1:pt x="40" y="30"/>
                  <ns1:pt x="40" y="30"/>
                  <ns1:pt x="40" y="30"/>
                </ns1:cubicBezTo>
                <ns1:cubicBezTo>
                  <ns1:pt x="40" y="31"/>
                  <ns1:pt x="41" y="32"/>
                  <ns1:pt x="42" y="32"/>
                </ns1:cubicBezTo>
                <ns1:cubicBezTo>
                  <ns1:pt x="54" y="32"/>
                  <ns1:pt x="54" y="32"/>
                  <ns1:pt x="54" y="32"/>
                </ns1:cubicBezTo>
                <ns1:cubicBezTo>
                  <ns1:pt x="55" y="32"/>
                  <ns1:pt x="56" y="31"/>
                  <ns1:pt x="56" y="30"/>
                </ns1:cubicBezTo>
                <ns1:lnTo>
                  <ns1:pt x="56" y="10"/>
                </ns1:lnTo>
                <ns1:close/>
              </ns1:path>
            </ns1:pathLst>
          </ns1:custGeom>
          <ns1:solidFill>
            <ns1:srgbClr val="010101"/>
          </ns1:solidFill>
          <ns1:ln>
            <ns1:noFill/>
          </ns1:ln>
          <ns1:extLst>
            <ns1:ext uri="{91240B29-F687-4F45-9708-019B960494DF}">
              <ns2:hiddenLine w="9525">
                <ns1:solidFill>
                  <ns1:srgbClr val="000000"/>
                </ns1:solidFill>
                <ns1:round/>
                <ns1:headEnd/>
                <ns1:tailEnd/>
              </ns2:hiddenLine>
            </ns1:ext>
          </ns1:extLst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en-US" sz="2700"/>
          </ns1:p>
        </ns0:txBody>
      </ns0:sp>
      <ns0:sp>
        <ns0:nvSpPr>
          <ns0:cNvPr id="169" name="Freeform 167"/>
          <ns0:cNvSpPr>
            <ns1:spLocks noEditPoints="1"/>
          </ns0:cNvSpPr>
          <ns0:nvPr/>
        </ns0:nvSpPr>
        <ns0:spPr bwMode="auto">
          <ns1:xfrm>
            <ns1:off x="2354263" y="5832476"/>
            <ns1:ext cx="382588" cy="382588"/>
          </ns1:xfrm>
          <ns1:custGeom>
            <ns1:avLst/>
            <ns1:gdLst>
              <ns1:gd name="T0" fmla="*/ 99 w 102"/>
              <ns1:gd name="T1" fmla="*/ 20 h 102"/>
              <ns1:gd name="T2" fmla="*/ 19 w 102"/>
              <ns1:gd name="T3" fmla="*/ 101 h 102"/>
              <ns1:gd name="T4" fmla="*/ 16 w 102"/>
              <ns1:gd name="T5" fmla="*/ 102 h 102"/>
              <ns1:gd name="T6" fmla="*/ 13 w 102"/>
              <ns1:gd name="T7" fmla="*/ 101 h 102"/>
              <ns1:gd name="T8" fmla="*/ 1 w 102"/>
              <ns1:gd name="T9" fmla="*/ 88 h 102"/>
              <ns1:gd name="T10" fmla="*/ 0 w 102"/>
              <ns1:gd name="T11" fmla="*/ 86 h 102"/>
              <ns1:gd name="T12" fmla="*/ 1 w 102"/>
              <ns1:gd name="T13" fmla="*/ 83 h 102"/>
              <ns1:gd name="T14" fmla="*/ 81 w 102"/>
              <ns1:gd name="T15" fmla="*/ 2 h 102"/>
              <ns1:gd name="T16" fmla="*/ 84 w 102"/>
              <ns1:gd name="T17" fmla="*/ 1 h 102"/>
              <ns1:gd name="T18" fmla="*/ 87 w 102"/>
              <ns1:gd name="T19" fmla="*/ 2 h 102"/>
              <ns1:gd name="T20" fmla="*/ 99 w 102"/>
              <ns1:gd name="T21" fmla="*/ 15 h 102"/>
              <ns1:gd name="T22" fmla="*/ 100 w 102"/>
              <ns1:gd name="T23" fmla="*/ 18 h 102"/>
              <ns1:gd name="T24" fmla="*/ 99 w 102"/>
              <ns1:gd name="T25" fmla="*/ 20 h 102"/>
              <ns1:gd name="T26" fmla="*/ 22 w 102"/>
              <ns1:gd name="T27" fmla="*/ 8 h 102"/>
              <ns1:gd name="T28" fmla="*/ 16 w 102"/>
              <ns1:gd name="T29" fmla="*/ 9 h 102"/>
              <ns1:gd name="T30" fmla="*/ 14 w 102"/>
              <ns1:gd name="T31" fmla="*/ 16 h 102"/>
              <ns1:gd name="T32" fmla="*/ 12 w 102"/>
              <ns1:gd name="T33" fmla="*/ 9 h 102"/>
              <ns1:gd name="T34" fmla="*/ 6 w 102"/>
              <ns1:gd name="T35" fmla="*/ 8 h 102"/>
              <ns1:gd name="T36" fmla="*/ 12 w 102"/>
              <ns1:gd name="T37" fmla="*/ 6 h 102"/>
              <ns1:gd name="T38" fmla="*/ 14 w 102"/>
              <ns1:gd name="T39" fmla="*/ 0 h 102"/>
              <ns1:gd name="T40" fmla="*/ 16 w 102"/>
              <ns1:gd name="T41" fmla="*/ 6 h 102"/>
              <ns1:gd name="T42" fmla="*/ 22 w 102"/>
              <ns1:gd name="T43" fmla="*/ 8 h 102"/>
              <ns1:gd name="T44" fmla="*/ 50 w 102"/>
              <ns1:gd name="T45" fmla="*/ 20 h 102"/>
              <ns1:gd name="T46" fmla="*/ 38 w 102"/>
              <ns1:gd name="T47" fmla="*/ 23 h 102"/>
              <ns1:gd name="T48" fmla="*/ 34 w 102"/>
              <ns1:gd name="T49" fmla="*/ 36 h 102"/>
              <ns1:gd name="T50" fmla="*/ 30 w 102"/>
              <ns1:gd name="T51" fmla="*/ 23 h 102"/>
              <ns1:gd name="T52" fmla="*/ 18 w 102"/>
              <ns1:gd name="T53" fmla="*/ 20 h 102"/>
              <ns1:gd name="T54" fmla="*/ 30 w 102"/>
              <ns1:gd name="T55" fmla="*/ 16 h 102"/>
              <ns1:gd name="T56" fmla="*/ 34 w 102"/>
              <ns1:gd name="T57" fmla="*/ 4 h 102"/>
              <ns1:gd name="T58" fmla="*/ 38 w 102"/>
              <ns1:gd name="T59" fmla="*/ 16 h 102"/>
              <ns1:gd name="T60" fmla="*/ 50 w 102"/>
              <ns1:gd name="T61" fmla="*/ 20 h 102"/>
              <ns1:gd name="T62" fmla="*/ 62 w 102"/>
              <ns1:gd name="T63" fmla="*/ 8 h 102"/>
              <ns1:gd name="T64" fmla="*/ 56 w 102"/>
              <ns1:gd name="T65" fmla="*/ 9 h 102"/>
              <ns1:gd name="T66" fmla="*/ 54 w 102"/>
              <ns1:gd name="T67" fmla="*/ 16 h 102"/>
              <ns1:gd name="T68" fmla="*/ 52 w 102"/>
              <ns1:gd name="T69" fmla="*/ 9 h 102"/>
              <ns1:gd name="T70" fmla="*/ 46 w 102"/>
              <ns1:gd name="T71" fmla="*/ 8 h 102"/>
              <ns1:gd name="T72" fmla="*/ 52 w 102"/>
              <ns1:gd name="T73" fmla="*/ 6 h 102"/>
              <ns1:gd name="T74" fmla="*/ 54 w 102"/>
              <ns1:gd name="T75" fmla="*/ 0 h 102"/>
              <ns1:gd name="T76" fmla="*/ 56 w 102"/>
              <ns1:gd name="T77" fmla="*/ 6 h 102"/>
              <ns1:gd name="T78" fmla="*/ 62 w 102"/>
              <ns1:gd name="T79" fmla="*/ 8 h 102"/>
              <ns1:gd name="T80" fmla="*/ 90 w 102"/>
              <ns1:gd name="T81" fmla="*/ 18 h 102"/>
              <ns1:gd name="T82" fmla="*/ 84 w 102"/>
              <ns1:gd name="T83" fmla="*/ 11 h 102"/>
              <ns1:gd name="T84" fmla="*/ 65 w 102"/>
              <ns1:gd name="T85" fmla="*/ 29 h 102"/>
              <ns1:gd name="T86" fmla="*/ 72 w 102"/>
              <ns1:gd name="T87" fmla="*/ 36 h 102"/>
              <ns1:gd name="T88" fmla="*/ 90 w 102"/>
              <ns1:gd name="T89" fmla="*/ 18 h 102"/>
              <ns1:gd name="T90" fmla="*/ 102 w 102"/>
              <ns1:gd name="T91" fmla="*/ 48 h 102"/>
              <ns1:gd name="T92" fmla="*/ 96 w 102"/>
              <ns1:gd name="T93" fmla="*/ 49 h 102"/>
              <ns1:gd name="T94" fmla="*/ 94 w 102"/>
              <ns1:gd name="T95" fmla="*/ 56 h 102"/>
              <ns1:gd name="T96" fmla="*/ 92 w 102"/>
              <ns1:gd name="T97" fmla="*/ 49 h 102"/>
              <ns1:gd name="T98" fmla="*/ 86 w 102"/>
              <ns1:gd name="T99" fmla="*/ 48 h 102"/>
              <ns1:gd name="T100" fmla="*/ 92 w 102"/>
              <ns1:gd name="T101" fmla="*/ 46 h 102"/>
              <ns1:gd name="T102" fmla="*/ 94 w 102"/>
              <ns1:gd name="T103" fmla="*/ 40 h 102"/>
              <ns1:gd name="T104" fmla="*/ 96 w 102"/>
              <ns1:gd name="T105" fmla="*/ 46 h 102"/>
              <ns1:gd name="T106" fmla="*/ 102 w 102"/>
              <ns1:gd name="T107" fmla="*/ 48 h 102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  <ns1:cxn ang="0">
                <ns1:pos x="T32" y="T33"/>
              </ns1:cxn>
              <ns1:cxn ang="0">
                <ns1:pos x="T34" y="T35"/>
              </ns1:cxn>
              <ns1:cxn ang="0">
                <ns1:pos x="T36" y="T37"/>
              </ns1:cxn>
              <ns1:cxn ang="0">
                <ns1:pos x="T38" y="T39"/>
              </ns1:cxn>
              <ns1:cxn ang="0">
                <ns1:pos x="T40" y="T41"/>
              </ns1:cxn>
              <ns1:cxn ang="0">
                <ns1:pos x="T42" y="T43"/>
              </ns1:cxn>
              <ns1:cxn ang="0">
                <ns1:pos x="T44" y="T45"/>
              </ns1:cxn>
              <ns1:cxn ang="0">
                <ns1:pos x="T46" y="T47"/>
              </ns1:cxn>
              <ns1:cxn ang="0">
                <ns1:pos x="T48" y="T49"/>
              </ns1:cxn>
              <ns1:cxn ang="0">
                <ns1:pos x="T50" y="T51"/>
              </ns1:cxn>
              <ns1:cxn ang="0">
                <ns1:pos x="T52" y="T53"/>
              </ns1:cxn>
              <ns1:cxn ang="0">
                <ns1:pos x="T54" y="T55"/>
              </ns1:cxn>
              <ns1:cxn ang="0">
                <ns1:pos x="T56" y="T57"/>
              </ns1:cxn>
              <ns1:cxn ang="0">
                <ns1:pos x="T58" y="T59"/>
              </ns1:cxn>
              <ns1:cxn ang="0">
                <ns1:pos x="T60" y="T61"/>
              </ns1:cxn>
              <ns1:cxn ang="0">
                <ns1:pos x="T62" y="T63"/>
              </ns1:cxn>
              <ns1:cxn ang="0">
                <ns1:pos x="T64" y="T65"/>
              </ns1:cxn>
              <ns1:cxn ang="0">
                <ns1:pos x="T66" y="T67"/>
              </ns1:cxn>
              <ns1:cxn ang="0">
                <ns1:pos x="T68" y="T69"/>
              </ns1:cxn>
              <ns1:cxn ang="0">
                <ns1:pos x="T70" y="T71"/>
              </ns1:cxn>
              <ns1:cxn ang="0">
                <ns1:pos x="T72" y="T73"/>
              </ns1:cxn>
              <ns1:cxn ang="0">
                <ns1:pos x="T74" y="T75"/>
              </ns1:cxn>
              <ns1:cxn ang="0">
                <ns1:pos x="T76" y="T77"/>
              </ns1:cxn>
              <ns1:cxn ang="0">
                <ns1:pos x="T78" y="T79"/>
              </ns1:cxn>
              <ns1:cxn ang="0">
                <ns1:pos x="T80" y="T81"/>
              </ns1:cxn>
              <ns1:cxn ang="0">
                <ns1:pos x="T82" y="T83"/>
              </ns1:cxn>
              <ns1:cxn ang="0">
                <ns1:pos x="T84" y="T85"/>
              </ns1:cxn>
              <ns1:cxn ang="0">
                <ns1:pos x="T86" y="T87"/>
              </ns1:cxn>
              <ns1:cxn ang="0">
                <ns1:pos x="T88" y="T89"/>
              </ns1:cxn>
              <ns1:cxn ang="0">
                <ns1:pos x="T90" y="T91"/>
              </ns1:cxn>
              <ns1:cxn ang="0">
                <ns1:pos x="T92" y="T93"/>
              </ns1:cxn>
              <ns1:cxn ang="0">
                <ns1:pos x="T94" y="T95"/>
              </ns1:cxn>
              <ns1:cxn ang="0">
                <ns1:pos x="T96" y="T97"/>
              </ns1:cxn>
              <ns1:cxn ang="0">
                <ns1:pos x="T98" y="T99"/>
              </ns1:cxn>
              <ns1:cxn ang="0">
                <ns1:pos x="T100" y="T101"/>
              </ns1:cxn>
              <ns1:cxn ang="0">
                <ns1:pos x="T102" y="T103"/>
              </ns1:cxn>
              <ns1:cxn ang="0">
                <ns1:pos x="T104" y="T105"/>
              </ns1:cxn>
              <ns1:cxn ang="0">
                <ns1:pos x="T106" y="T107"/>
              </ns1:cxn>
            </ns1:cxnLst>
            <ns1:rect l="0" t="0" r="r" b="b"/>
            <ns1:pathLst>
              <ns1:path w="102" h="102">
                <ns1:moveTo>
                  <ns1:pt x="99" y="20"/>
                </ns1:moveTo>
                <ns1:cubicBezTo>
                  <ns1:pt x="19" y="101"/>
                  <ns1:pt x="19" y="101"/>
                  <ns1:pt x="19" y="101"/>
                </ns1:cubicBezTo>
                <ns1:cubicBezTo>
                  <ns1:pt x="18" y="101"/>
                  <ns1:pt x="17" y="102"/>
                  <ns1:pt x="16" y="102"/>
                </ns1:cubicBezTo>
                <ns1:cubicBezTo>
                  <ns1:pt x="15" y="102"/>
                  <ns1:pt x="14" y="101"/>
                  <ns1:pt x="13" y="101"/>
                </ns1:cubicBezTo>
                <ns1:cubicBezTo>
                  <ns1:pt x="1" y="88"/>
                  <ns1:pt x="1" y="88"/>
                  <ns1:pt x="1" y="88"/>
                </ns1:cubicBezTo>
                <ns1:cubicBezTo>
                  <ns1:pt x="0" y="88"/>
                  <ns1:pt x="0" y="87"/>
                  <ns1:pt x="0" y="86"/>
                </ns1:cubicBezTo>
                <ns1:cubicBezTo>
                  <ns1:pt x="0" y="84"/>
                  <ns1:pt x="0" y="83"/>
                  <ns1:pt x="1" y="83"/>
                </ns1:cubicBezTo>
                <ns1:cubicBezTo>
                  <ns1:pt x="81" y="2"/>
                  <ns1:pt x="81" y="2"/>
                  <ns1:pt x="81" y="2"/>
                </ns1:cubicBezTo>
                <ns1:cubicBezTo>
                  <ns1:pt x="82" y="2"/>
                  <ns1:pt x="83" y="1"/>
                  <ns1:pt x="84" y="1"/>
                </ns1:cubicBezTo>
                <ns1:cubicBezTo>
                  <ns1:pt x="85" y="1"/>
                  <ns1:pt x="86" y="2"/>
                  <ns1:pt x="87" y="2"/>
                </ns1:cubicBezTo>
                <ns1:cubicBezTo>
                  <ns1:pt x="99" y="15"/>
                  <ns1:pt x="99" y="15"/>
                  <ns1:pt x="99" y="15"/>
                </ns1:cubicBezTo>
                <ns1:cubicBezTo>
                  <ns1:pt x="100" y="16"/>
                  <ns1:pt x="100" y="17"/>
                  <ns1:pt x="100" y="18"/>
                </ns1:cubicBezTo>
                <ns1:cubicBezTo>
                  <ns1:pt x="100" y="19"/>
                  <ns1:pt x="100" y="20"/>
                  <ns1:pt x="99" y="20"/>
                </ns1:cubicBezTo>
                <ns1:close/>
                <ns1:moveTo>
                  <ns1:pt x="22" y="8"/>
                </ns1:moveTo>
                <ns1:cubicBezTo>
                  <ns1:pt x="16" y="9"/>
                  <ns1:pt x="16" y="9"/>
                  <ns1:pt x="16" y="9"/>
                </ns1:cubicBezTo>
                <ns1:cubicBezTo>
                  <ns1:pt x="14" y="16"/>
                  <ns1:pt x="14" y="16"/>
                  <ns1:pt x="14" y="16"/>
                </ns1:cubicBezTo>
                <ns1:cubicBezTo>
                  <ns1:pt x="12" y="9"/>
                  <ns1:pt x="12" y="9"/>
                  <ns1:pt x="12" y="9"/>
                </ns1:cubicBezTo>
                <ns1:cubicBezTo>
                  <ns1:pt x="6" y="8"/>
                  <ns1:pt x="6" y="8"/>
                  <ns1:pt x="6" y="8"/>
                </ns1:cubicBezTo>
                <ns1:cubicBezTo>
                  <ns1:pt x="12" y="6"/>
                  <ns1:pt x="12" y="6"/>
                  <ns1:pt x="12" y="6"/>
                </ns1:cubicBezTo>
                <ns1:cubicBezTo>
                  <ns1:pt x="14" y="0"/>
                  <ns1:pt x="14" y="0"/>
                  <ns1:pt x="14" y="0"/>
                </ns1:cubicBezTo>
                <ns1:cubicBezTo>
                  <ns1:pt x="16" y="6"/>
                  <ns1:pt x="16" y="6"/>
                  <ns1:pt x="16" y="6"/>
                </ns1:cubicBezTo>
                <ns1:lnTo>
                  <ns1:pt x="22" y="8"/>
                </ns1:lnTo>
                <ns1:close/>
                <ns1:moveTo>
                  <ns1:pt x="50" y="20"/>
                </ns1:moveTo>
                <ns1:cubicBezTo>
                  <ns1:pt x="38" y="23"/>
                  <ns1:pt x="38" y="23"/>
                  <ns1:pt x="38" y="23"/>
                </ns1:cubicBezTo>
                <ns1:cubicBezTo>
                  <ns1:pt x="34" y="36"/>
                  <ns1:pt x="34" y="36"/>
                  <ns1:pt x="34" y="36"/>
                </ns1:cubicBezTo>
                <ns1:cubicBezTo>
                  <ns1:pt x="30" y="23"/>
                  <ns1:pt x="30" y="23"/>
                  <ns1:pt x="30" y="23"/>
                </ns1:cubicBezTo>
                <ns1:cubicBezTo>
                  <ns1:pt x="18" y="20"/>
                  <ns1:pt x="18" y="20"/>
                  <ns1:pt x="18" y="20"/>
                </ns1:cubicBezTo>
                <ns1:cubicBezTo>
                  <ns1:pt x="30" y="16"/>
                  <ns1:pt x="30" y="16"/>
                  <ns1:pt x="30" y="16"/>
                </ns1:cubicBezTo>
                <ns1:cubicBezTo>
                  <ns1:pt x="34" y="4"/>
                  <ns1:pt x="34" y="4"/>
                  <ns1:pt x="34" y="4"/>
                </ns1:cubicBezTo>
                <ns1:cubicBezTo>
                  <ns1:pt x="38" y="16"/>
                  <ns1:pt x="38" y="16"/>
                  <ns1:pt x="38" y="16"/>
                </ns1:cubicBezTo>
                <ns1:lnTo>
                  <ns1:pt x="50" y="20"/>
                </ns1:lnTo>
                <ns1:close/>
                <ns1:moveTo>
                  <ns1:pt x="62" y="8"/>
                </ns1:moveTo>
                <ns1:cubicBezTo>
                  <ns1:pt x="56" y="9"/>
                  <ns1:pt x="56" y="9"/>
                  <ns1:pt x="56" y="9"/>
                </ns1:cubicBezTo>
                <ns1:cubicBezTo>
                  <ns1:pt x="54" y="16"/>
                  <ns1:pt x="54" y="16"/>
                  <ns1:pt x="54" y="16"/>
                </ns1:cubicBezTo>
                <ns1:cubicBezTo>
                  <ns1:pt x="52" y="9"/>
                  <ns1:pt x="52" y="9"/>
                  <ns1:pt x="52" y="9"/>
                </ns1:cubicBezTo>
                <ns1:cubicBezTo>
                  <ns1:pt x="46" y="8"/>
                  <ns1:pt x="46" y="8"/>
                  <ns1:pt x="46" y="8"/>
                </ns1:cubicBezTo>
                <ns1:cubicBezTo>
                  <ns1:pt x="52" y="6"/>
                  <ns1:pt x="52" y="6"/>
                  <ns1:pt x="52" y="6"/>
                </ns1:cubicBezTo>
                <ns1:cubicBezTo>
                  <ns1:pt x="54" y="0"/>
                  <ns1:pt x="54" y="0"/>
                  <ns1:pt x="54" y="0"/>
                </ns1:cubicBezTo>
                <ns1:cubicBezTo>
                  <ns1:pt x="56" y="6"/>
                  <ns1:pt x="56" y="6"/>
                  <ns1:pt x="56" y="6"/>
                </ns1:cubicBezTo>
                <ns1:lnTo>
                  <ns1:pt x="62" y="8"/>
                </ns1:lnTo>
                <ns1:close/>
                <ns1:moveTo>
                  <ns1:pt x="90" y="18"/>
                </ns1:moveTo>
                <ns1:cubicBezTo>
                  <ns1:pt x="84" y="11"/>
                  <ns1:pt x="84" y="11"/>
                  <ns1:pt x="84" y="11"/>
                </ns1:cubicBezTo>
                <ns1:cubicBezTo>
                  <ns1:pt x="65" y="29"/>
                  <ns1:pt x="65" y="29"/>
                  <ns1:pt x="65" y="29"/>
                </ns1:cubicBezTo>
                <ns1:cubicBezTo>
                  <ns1:pt x="72" y="36"/>
                  <ns1:pt x="72" y="36"/>
                  <ns1:pt x="72" y="36"/>
                </ns1:cubicBezTo>
                <ns1:lnTo>
                  <ns1:pt x="90" y="18"/>
                </ns1:lnTo>
                <ns1:close/>
                <ns1:moveTo>
                  <ns1:pt x="102" y="48"/>
                </ns1:moveTo>
                <ns1:cubicBezTo>
                  <ns1:pt x="96" y="49"/>
                  <ns1:pt x="96" y="49"/>
                  <ns1:pt x="96" y="49"/>
                </ns1:cubicBezTo>
                <ns1:cubicBezTo>
                  <ns1:pt x="94" y="56"/>
                  <ns1:pt x="94" y="56"/>
                  <ns1:pt x="94" y="56"/>
                </ns1:cubicBezTo>
                <ns1:cubicBezTo>
                  <ns1:pt x="92" y="49"/>
                  <ns1:pt x="92" y="49"/>
                  <ns1:pt x="92" y="49"/>
                </ns1:cubicBezTo>
                <ns1:cubicBezTo>
                  <ns1:pt x="86" y="48"/>
                  <ns1:pt x="86" y="48"/>
                  <ns1:pt x="86" y="48"/>
                </ns1:cubicBezTo>
                <ns1:cubicBezTo>
                  <ns1:pt x="92" y="46"/>
                  <ns1:pt x="92" y="46"/>
                  <ns1:pt x="92" y="46"/>
                </ns1:cubicBezTo>
                <ns1:cubicBezTo>
                  <ns1:pt x="94" y="40"/>
                  <ns1:pt x="94" y="40"/>
                  <ns1:pt x="94" y="40"/>
                </ns1:cubicBezTo>
                <ns1:cubicBezTo>
                  <ns1:pt x="96" y="46"/>
                  <ns1:pt x="96" y="46"/>
                  <ns1:pt x="96" y="46"/>
                </ns1:cubicBezTo>
                <ns1:lnTo>
                  <ns1:pt x="102" y="48"/>
                </ns1:lnTo>
                <ns1:close/>
              </ns1:path>
            </ns1:pathLst>
          </ns1:custGeom>
          <ns1:solidFill>
            <ns1:srgbClr val="010101"/>
          </ns1:solidFill>
          <ns1:ln>
            <ns1:noFill/>
          </ns1:ln>
          <ns1:extLst>
            <ns1:ext uri="{91240B29-F687-4F45-9708-019B960494DF}">
              <ns2:hiddenLine w="9525">
                <ns1:solidFill>
                  <ns1:srgbClr val="000000"/>
                </ns1:solidFill>
                <ns1:round/>
                <ns1:headEnd/>
                <ns1:tailEnd/>
              </ns2:hiddenLine>
            </ns1:ext>
          </ns1:extLst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en-US" sz="2700"/>
          </ns1:p>
        </ns0:txBody>
      </ns0:sp>
      <ns0:sp>
        <ns0:nvSpPr>
          <ns0:cNvPr id="170" name="Freeform 168"/>
          <ns0:cNvSpPr>
            <ns1:spLocks noEditPoints="1"/>
          </ns0:cNvSpPr>
          <ns0:nvPr/>
        </ns0:nvSpPr>
        <ns0:spPr bwMode="auto">
          <ns1:xfrm>
            <ns1:off x="2987676" y="5892802"/>
            <ns1:ext cx="406400" cy="327025"/>
          </ns1:xfrm>
          <ns1:custGeom>
            <ns1:avLst/>
            <ns1:gdLst>
              <ns1:gd name="T0" fmla="*/ 108 w 108"/>
              <ns1:gd name="T1" fmla="*/ 68 h 87"/>
              <ns1:gd name="T2" fmla="*/ 100 w 108"/>
              <ns1:gd name="T3" fmla="*/ 72 h 87"/>
              <ns1:gd name="T4" fmla="*/ 84 w 108"/>
              <ns1:gd name="T5" fmla="*/ 87 h 87"/>
              <ns1:gd name="T6" fmla="*/ 68 w 108"/>
              <ns1:gd name="T7" fmla="*/ 72 h 87"/>
              <ns1:gd name="T8" fmla="*/ 44 w 108"/>
              <ns1:gd name="T9" fmla="*/ 72 h 87"/>
              <ns1:gd name="T10" fmla="*/ 28 w 108"/>
              <ns1:gd name="T11" fmla="*/ 87 h 87"/>
              <ns1:gd name="T12" fmla="*/ 12 w 108"/>
              <ns1:gd name="T13" fmla="*/ 72 h 87"/>
              <ns1:gd name="T14" fmla="*/ 8 w 108"/>
              <ns1:gd name="T15" fmla="*/ 72 h 87"/>
              <ns1:gd name="T16" fmla="*/ 0 w 108"/>
              <ns1:gd name="T17" fmla="*/ 68 h 87"/>
              <ns1:gd name="T18" fmla="*/ 4 w 108"/>
              <ns1:gd name="T19" fmla="*/ 64 h 87"/>
              <ns1:gd name="T20" fmla="*/ 4 w 108"/>
              <ns1:gd name="T21" fmla="*/ 44 h 87"/>
              <ns1:gd name="T22" fmla="*/ 7 w 108"/>
              <ns1:gd name="T23" fmla="*/ 31 h 87"/>
              <ns1:gd name="T24" fmla="*/ 20 w 108"/>
              <ns1:gd name="T25" fmla="*/ 18 h 87"/>
              <ns1:gd name="T26" fmla="*/ 26 w 108"/>
              <ns1:gd name="T27" fmla="*/ 16 h 87"/>
              <ns1:gd name="T28" fmla="*/ 36 w 108"/>
              <ns1:gd name="T29" fmla="*/ 16 h 87"/>
              <ns1:gd name="T30" fmla="*/ 36 w 108"/>
              <ns1:gd name="T31" fmla="*/ 4 h 87"/>
              <ns1:gd name="T32" fmla="*/ 40 w 108"/>
              <ns1:gd name="T33" fmla="*/ 0 h 87"/>
              <ns1:gd name="T34" fmla="*/ 104 w 108"/>
              <ns1:gd name="T35" fmla="*/ 0 h 87"/>
              <ns1:gd name="T36" fmla="*/ 108 w 108"/>
              <ns1:gd name="T37" fmla="*/ 4 h 87"/>
              <ns1:gd name="T38" fmla="*/ 108 w 108"/>
              <ns1:gd name="T39" fmla="*/ 68 h 87"/>
              <ns1:gd name="T40" fmla="*/ 36 w 108"/>
              <ns1:gd name="T41" fmla="*/ 40 h 87"/>
              <ns1:gd name="T42" fmla="*/ 36 w 108"/>
              <ns1:gd name="T43" fmla="*/ 24 h 87"/>
              <ns1:gd name="T44" fmla="*/ 27 w 108"/>
              <ns1:gd name="T45" fmla="*/ 24 h 87"/>
              <ns1:gd name="T46" fmla="*/ 25 w 108"/>
              <ns1:gd name="T47" fmla="*/ 24 h 87"/>
              <ns1:gd name="T48" fmla="*/ 13 w 108"/>
              <ns1:gd name="T49" fmla="*/ 36 h 87"/>
              <ns1:gd name="T50" fmla="*/ 12 w 108"/>
              <ns1:gd name="T51" fmla="*/ 38 h 87"/>
              <ns1:gd name="T52" fmla="*/ 12 w 108"/>
              <ns1:gd name="T53" fmla="*/ 40 h 87"/>
              <ns1:gd name="T54" fmla="*/ 36 w 108"/>
              <ns1:gd name="T55" fmla="*/ 40 h 87"/>
              <ns1:gd name="T56" fmla="*/ 28 w 108"/>
              <ns1:gd name="T57" fmla="*/ 64 h 87"/>
              <ns1:gd name="T58" fmla="*/ 20 w 108"/>
              <ns1:gd name="T59" fmla="*/ 72 h 87"/>
              <ns1:gd name="T60" fmla="*/ 28 w 108"/>
              <ns1:gd name="T61" fmla="*/ 80 h 87"/>
              <ns1:gd name="T62" fmla="*/ 36 w 108"/>
              <ns1:gd name="T63" fmla="*/ 72 h 87"/>
              <ns1:gd name="T64" fmla="*/ 28 w 108"/>
              <ns1:gd name="T65" fmla="*/ 64 h 87"/>
              <ns1:gd name="T66" fmla="*/ 84 w 108"/>
              <ns1:gd name="T67" fmla="*/ 64 h 87"/>
              <ns1:gd name="T68" fmla="*/ 76 w 108"/>
              <ns1:gd name="T69" fmla="*/ 72 h 87"/>
              <ns1:gd name="T70" fmla="*/ 84 w 108"/>
              <ns1:gd name="T71" fmla="*/ 80 h 87"/>
              <ns1:gd name="T72" fmla="*/ 92 w 108"/>
              <ns1:gd name="T73" fmla="*/ 72 h 87"/>
              <ns1:gd name="T74" fmla="*/ 84 w 108"/>
              <ns1:gd name="T75" fmla="*/ 64 h 87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  <ns1:cxn ang="0">
                <ns1:pos x="T32" y="T33"/>
              </ns1:cxn>
              <ns1:cxn ang="0">
                <ns1:pos x="T34" y="T35"/>
              </ns1:cxn>
              <ns1:cxn ang="0">
                <ns1:pos x="T36" y="T37"/>
              </ns1:cxn>
              <ns1:cxn ang="0">
                <ns1:pos x="T38" y="T39"/>
              </ns1:cxn>
              <ns1:cxn ang="0">
                <ns1:pos x="T40" y="T41"/>
              </ns1:cxn>
              <ns1:cxn ang="0">
                <ns1:pos x="T42" y="T43"/>
              </ns1:cxn>
              <ns1:cxn ang="0">
                <ns1:pos x="T44" y="T45"/>
              </ns1:cxn>
              <ns1:cxn ang="0">
                <ns1:pos x="T46" y="T47"/>
              </ns1:cxn>
              <ns1:cxn ang="0">
                <ns1:pos x="T48" y="T49"/>
              </ns1:cxn>
              <ns1:cxn ang="0">
                <ns1:pos x="T50" y="T51"/>
              </ns1:cxn>
              <ns1:cxn ang="0">
                <ns1:pos x="T52" y="T53"/>
              </ns1:cxn>
              <ns1:cxn ang="0">
                <ns1:pos x="T54" y="T55"/>
              </ns1:cxn>
              <ns1:cxn ang="0">
                <ns1:pos x="T56" y="T57"/>
              </ns1:cxn>
              <ns1:cxn ang="0">
                <ns1:pos x="T58" y="T59"/>
              </ns1:cxn>
              <ns1:cxn ang="0">
                <ns1:pos x="T60" y="T61"/>
              </ns1:cxn>
              <ns1:cxn ang="0">
                <ns1:pos x="T62" y="T63"/>
              </ns1:cxn>
              <ns1:cxn ang="0">
                <ns1:pos x="T64" y="T65"/>
              </ns1:cxn>
              <ns1:cxn ang="0">
                <ns1:pos x="T66" y="T67"/>
              </ns1:cxn>
              <ns1:cxn ang="0">
                <ns1:pos x="T68" y="T69"/>
              </ns1:cxn>
              <ns1:cxn ang="0">
                <ns1:pos x="T70" y="T71"/>
              </ns1:cxn>
              <ns1:cxn ang="0">
                <ns1:pos x="T72" y="T73"/>
              </ns1:cxn>
              <ns1:cxn ang="0">
                <ns1:pos x="T74" y="T75"/>
              </ns1:cxn>
            </ns1:cxnLst>
            <ns1:rect l="0" t="0" r="r" b="b"/>
            <ns1:pathLst>
              <ns1:path w="108" h="87">
                <ns1:moveTo>
                  <ns1:pt x="108" y="68"/>
                </ns1:moveTo>
                <ns1:cubicBezTo>
                  <ns1:pt x="108" y="72"/>
                  <ns1:pt x="103" y="72"/>
                  <ns1:pt x="100" y="72"/>
                </ns1:cubicBezTo>
                <ns1:cubicBezTo>
                  <ns1:pt x="100" y="80"/>
                  <ns1:pt x="93" y="87"/>
                  <ns1:pt x="84" y="87"/>
                </ns1:cubicBezTo>
                <ns1:cubicBezTo>
                  <ns1:pt x="76" y="87"/>
                  <ns1:pt x="68" y="80"/>
                  <ns1:pt x="68" y="72"/>
                </ns1:cubicBezTo>
                <ns1:cubicBezTo>
                  <ns1:pt x="44" y="72"/>
                  <ns1:pt x="44" y="72"/>
                  <ns1:pt x="44" y="72"/>
                </ns1:cubicBezTo>
                <ns1:cubicBezTo>
                  <ns1:pt x="44" y="80"/>
                  <ns1:pt x="37" y="87"/>
                  <ns1:pt x="28" y="87"/>
                </ns1:cubicBezTo>
                <ns1:cubicBezTo>
                  <ns1:pt x="20" y="87"/>
                  <ns1:pt x="12" y="80"/>
                  <ns1:pt x="12" y="72"/>
                </ns1:cubicBezTo>
                <ns1:cubicBezTo>
                  <ns1:pt x="8" y="72"/>
                  <ns1:pt x="8" y="72"/>
                  <ns1:pt x="8" y="72"/>
                </ns1:cubicBezTo>
                <ns1:cubicBezTo>
                  <ns1:pt x="5" y="72"/>
                  <ns1:pt x="0" y="72"/>
                  <ns1:pt x="0" y="68"/>
                </ns1:cubicBezTo>
                <ns1:cubicBezTo>
                  <ns1:pt x="0" y="65"/>
                  <ns1:pt x="2" y="64"/>
                  <ns1:pt x="4" y="64"/>
                </ns1:cubicBezTo>
                <ns1:cubicBezTo>
                  <ns1:pt x="4" y="44"/>
                  <ns1:pt x="4" y="44"/>
                  <ns1:pt x="4" y="44"/>
                </ns1:cubicBezTo>
                <ns1:cubicBezTo>
                  <ns1:pt x="4" y="39"/>
                  <ns1:pt x="4" y="34"/>
                  <ns1:pt x="7" y="31"/>
                </ns1:cubicBezTo>
                <ns1:cubicBezTo>
                  <ns1:pt x="20" y="18"/>
                  <ns1:pt x="20" y="18"/>
                  <ns1:pt x="20" y="18"/>
                </ns1:cubicBezTo>
                <ns1:cubicBezTo>
                  <ns1:pt x="21" y="17"/>
                  <ns1:pt x="24" y="16"/>
                  <ns1:pt x="26" y="16"/>
                </ns1:cubicBezTo>
                <ns1:cubicBezTo>
                  <ns1:pt x="36" y="16"/>
                  <ns1:pt x="36" y="16"/>
                  <ns1:pt x="36" y="16"/>
                </ns1:cubicBezTo>
                <ns1:cubicBezTo>
                  <ns1:pt x="36" y="4"/>
                  <ns1:pt x="36" y="4"/>
                  <ns1:pt x="36" y="4"/>
                </ns1:cubicBezTo>
                <ns1:cubicBezTo>
                  <ns1:pt x="36" y="1"/>
                  <ns1:pt x="38" y="0"/>
                  <ns1:pt x="40" y="0"/>
                </ns1:cubicBezTo>
                <ns1:cubicBezTo>
                  <ns1:pt x="104" y="0"/>
                  <ns1:pt x="104" y="0"/>
                  <ns1:pt x="104" y="0"/>
                </ns1:cubicBezTo>
                <ns1:cubicBezTo>
                  <ns1:pt x="107" y="0"/>
                  <ns1:pt x="108" y="1"/>
                  <ns1:pt x="108" y="4"/>
                </ns1:cubicBezTo>
                <ns1:lnTo>
                  <ns1:pt x="108" y="68"/>
                </ns1:lnTo>
                <ns1:close/>
                <ns1:moveTo>
                  <ns1:pt x="36" y="40"/>
                </ns1:moveTo>
                <ns1:cubicBezTo>
                  <ns1:pt x="36" y="24"/>
                  <ns1:pt x="36" y="24"/>
                  <ns1:pt x="36" y="24"/>
                </ns1:cubicBezTo>
                <ns1:cubicBezTo>
                  <ns1:pt x="27" y="24"/>
                  <ns1:pt x="27" y="24"/>
                  <ns1:pt x="27" y="24"/>
                </ns1:cubicBezTo>
                <ns1:cubicBezTo>
                  <ns1:pt x="26" y="24"/>
                  <ns1:pt x="25" y="24"/>
                  <ns1:pt x="25" y="24"/>
                </ns1:cubicBezTo>
                <ns1:cubicBezTo>
                  <ns1:pt x="13" y="36"/>
                  <ns1:pt x="13" y="36"/>
                  <ns1:pt x="13" y="36"/>
                </ns1:cubicBezTo>
                <ns1:cubicBezTo>
                  <ns1:pt x="13" y="36"/>
                  <ns1:pt x="12" y="37"/>
                  <ns1:pt x="12" y="38"/>
                </ns1:cubicBezTo>
                <ns1:cubicBezTo>
                  <ns1:pt x="12" y="40"/>
                  <ns1:pt x="12" y="40"/>
                  <ns1:pt x="12" y="40"/>
                </ns1:cubicBezTo>
                <ns1:lnTo>
                  <ns1:pt x="36" y="40"/>
                </ns1:lnTo>
                <ns1:close/>
                <ns1:moveTo>
                  <ns1:pt x="28" y="64"/>
                </ns1:moveTo>
                <ns1:cubicBezTo>
                  <ns1:pt x="24" y="64"/>
                  <ns1:pt x="20" y="67"/>
                  <ns1:pt x="20" y="72"/>
                </ns1:cubicBezTo>
                <ns1:cubicBezTo>
                  <ns1:pt x="20" y="76"/>
                  <ns1:pt x="24" y="80"/>
                  <ns1:pt x="28" y="80"/>
                </ns1:cubicBezTo>
                <ns1:cubicBezTo>
                  <ns1:pt x="33" y="80"/>
                  <ns1:pt x="36" y="76"/>
                  <ns1:pt x="36" y="72"/>
                </ns1:cubicBezTo>
                <ns1:cubicBezTo>
                  <ns1:pt x="36" y="67"/>
                  <ns1:pt x="33" y="64"/>
                  <ns1:pt x="28" y="64"/>
                </ns1:cubicBezTo>
                <ns1:close/>
                <ns1:moveTo>
                  <ns1:pt x="84" y="64"/>
                </ns1:moveTo>
                <ns1:cubicBezTo>
                  <ns1:pt x="80" y="64"/>
                  <ns1:pt x="76" y="67"/>
                  <ns1:pt x="76" y="72"/>
                </ns1:cubicBezTo>
                <ns1:cubicBezTo>
                  <ns1:pt x="76" y="76"/>
                  <ns1:pt x="80" y="80"/>
                  <ns1:pt x="84" y="80"/>
                </ns1:cubicBezTo>
                <ns1:cubicBezTo>
                  <ns1:pt x="89" y="80"/>
                  <ns1:pt x="92" y="76"/>
                  <ns1:pt x="92" y="72"/>
                </ns1:cubicBezTo>
                <ns1:cubicBezTo>
                  <ns1:pt x="92" y="67"/>
                  <ns1:pt x="89" y="64"/>
                  <ns1:pt x="84" y="64"/>
                </ns1:cubicBezTo>
                <ns1:close/>
              </ns1:path>
            </ns1:pathLst>
          </ns1:custGeom>
          <ns1:solidFill>
            <ns1:srgbClr val="010101"/>
          </ns1:solidFill>
          <ns1:ln>
            <ns1:noFill/>
          </ns1:ln>
          <ns1:extLst>
            <ns1:ext uri="{91240B29-F687-4F45-9708-019B960494DF}">
              <ns2:hiddenLine w="9525">
                <ns1:solidFill>
                  <ns1:srgbClr val="000000"/>
                </ns1:solidFill>
                <ns1:round/>
                <ns1:headEnd/>
                <ns1:tailEnd/>
              </ns2:hiddenLine>
            </ns1:ext>
          </ns1:extLst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en-US" sz="2700"/>
          </ns1:p>
        </ns0:txBody>
      </ns0:sp>
      <ns0:sp>
        <ns0:nvSpPr>
          <ns0:cNvPr id="171" name="Freeform 169"/>
          <ns0:cNvSpPr>
            <ns1:spLocks/>
          </ns0:cNvSpPr>
          <ns0:nvPr/>
        </ns0:nvSpPr>
        <ns0:spPr bwMode="auto">
          <ns1:xfrm>
            <ns1:off x="3652839" y="5862638"/>
            <ns1:ext cx="360363" cy="357188"/>
          </ns1:xfrm>
          <ns1:custGeom>
            <ns1:avLst/>
            <ns1:gdLst>
              <ns1:gd name="T0" fmla="*/ 48 w 96"/>
              <ns1:gd name="T1" fmla="*/ 95 h 95"/>
              <ns1:gd name="T2" fmla="*/ 34 w 96"/>
              <ns1:gd name="T3" fmla="*/ 93 h 95"/>
              <ns1:gd name="T4" fmla="*/ 39 w 96"/>
              <ns1:gd name="T5" fmla="*/ 83 h 95"/>
              <ns1:gd name="T6" fmla="*/ 42 w 96"/>
              <ns1:gd name="T7" fmla="*/ 70 h 95"/>
              <ns1:gd name="T8" fmla="*/ 54 w 96"/>
              <ns1:gd name="T9" fmla="*/ 76 h 95"/>
              <ns1:gd name="T10" fmla="*/ 80 w 96"/>
              <ns1:gd name="T11" fmla="*/ 43 h 95"/>
              <ns1:gd name="T12" fmla="*/ 49 w 96"/>
              <ns1:gd name="T13" fmla="*/ 16 h 95"/>
              <ns1:gd name="T14" fmla="*/ 15 w 96"/>
              <ns1:gd name="T15" fmla="*/ 46 h 95"/>
              <ns1:gd name="T16" fmla="*/ 25 w 96"/>
              <ns1:gd name="T17" fmla="*/ 64 h 95"/>
              <ns1:gd name="T18" fmla="*/ 27 w 96"/>
              <ns1:gd name="T19" fmla="*/ 63 h 95"/>
              <ns1:gd name="T20" fmla="*/ 28 w 96"/>
              <ns1:gd name="T21" fmla="*/ 59 h 95"/>
              <ns1:gd name="T22" fmla="*/ 28 w 96"/>
              <ns1:gd name="T23" fmla="*/ 56 h 95"/>
              <ns1:gd name="T24" fmla="*/ 24 w 96"/>
              <ns1:gd name="T25" fmla="*/ 47 h 95"/>
              <ns1:gd name="T26" fmla="*/ 48 w 96"/>
              <ns1:gd name="T27" fmla="*/ 24 h 95"/>
              <ns1:gd name="T28" fmla="*/ 68 w 96"/>
              <ns1:gd name="T29" fmla="*/ 42 h 95"/>
              <ns1:gd name="T30" fmla="*/ 53 w 96"/>
              <ns1:gd name="T31" fmla="*/ 68 h 95"/>
              <ns1:gd name="T32" fmla="*/ 45 w 96"/>
              <ns1:gd name="T33" fmla="*/ 59 h 95"/>
              <ns1:gd name="T34" fmla="*/ 49 w 96"/>
              <ns1:gd name="T35" fmla="*/ 42 h 95"/>
              <ns1:gd name="T36" fmla="*/ 43 w 96"/>
              <ns1:gd name="T37" fmla="*/ 34 h 95"/>
              <ns1:gd name="T38" fmla="*/ 34 w 96"/>
              <ns1:gd name="T39" fmla="*/ 47 h 95"/>
              <ns1:gd name="T40" fmla="*/ 35 w 96"/>
              <ns1:gd name="T41" fmla="*/ 54 h 95"/>
              <ns1:gd name="T42" fmla="*/ 29 w 96"/>
              <ns1:gd name="T43" fmla="*/ 80 h 95"/>
              <ns1:gd name="T44" fmla="*/ 28 w 96"/>
              <ns1:gd name="T45" fmla="*/ 91 h 95"/>
              <ns1:gd name="T46" fmla="*/ 0 w 96"/>
              <ns1:gd name="T47" fmla="*/ 48 h 95"/>
              <ns1:gd name="T48" fmla="*/ 48 w 96"/>
              <ns1:gd name="T49" fmla="*/ 0 h 95"/>
              <ns1:gd name="T50" fmla="*/ 96 w 96"/>
              <ns1:gd name="T51" fmla="*/ 48 h 95"/>
              <ns1:gd name="T52" fmla="*/ 48 w 96"/>
              <ns1:gd name="T53" fmla="*/ 95 h 95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  <ns1:cxn ang="0">
                <ns1:pos x="T32" y="T33"/>
              </ns1:cxn>
              <ns1:cxn ang="0">
                <ns1:pos x="T34" y="T35"/>
              </ns1:cxn>
              <ns1:cxn ang="0">
                <ns1:pos x="T36" y="T37"/>
              </ns1:cxn>
              <ns1:cxn ang="0">
                <ns1:pos x="T38" y="T39"/>
              </ns1:cxn>
              <ns1:cxn ang="0">
                <ns1:pos x="T40" y="T41"/>
              </ns1:cxn>
              <ns1:cxn ang="0">
                <ns1:pos x="T42" y="T43"/>
              </ns1:cxn>
              <ns1:cxn ang="0">
                <ns1:pos x="T44" y="T45"/>
              </ns1:cxn>
              <ns1:cxn ang="0">
                <ns1:pos x="T46" y="T47"/>
              </ns1:cxn>
              <ns1:cxn ang="0">
                <ns1:pos x="T48" y="T49"/>
              </ns1:cxn>
              <ns1:cxn ang="0">
                <ns1:pos x="T50" y="T51"/>
              </ns1:cxn>
              <ns1:cxn ang="0">
                <ns1:pos x="T52" y="T53"/>
              </ns1:cxn>
            </ns1:cxnLst>
            <ns1:rect l="0" t="0" r="r" b="b"/>
            <ns1:pathLst>
              <ns1:path w="96" h="95">
                <ns1:moveTo>
                  <ns1:pt x="48" y="95"/>
                </ns1:moveTo>
                <ns1:cubicBezTo>
                  <ns1:pt x="43" y="95"/>
                  <ns1:pt x="38" y="95"/>
                  <ns1:pt x="34" y="93"/>
                </ns1:cubicBezTo>
                <ns1:cubicBezTo>
                  <ns1:pt x="36" y="91"/>
                  <ns1:pt x="38" y="87"/>
                  <ns1:pt x="39" y="83"/>
                </ns1:cubicBezTo>
                <ns1:cubicBezTo>
                  <ns1:pt x="39" y="83"/>
                  <ns1:pt x="39" y="81"/>
                  <ns1:pt x="42" y="70"/>
                </ns1:cubicBezTo>
                <ns1:cubicBezTo>
                  <ns1:pt x="44" y="73"/>
                  <ns1:pt x="49" y="76"/>
                  <ns1:pt x="54" y="76"/>
                </ns1:cubicBezTo>
                <ns1:cubicBezTo>
                  <ns1:pt x="69" y="76"/>
                  <ns1:pt x="80" y="62"/>
                  <ns1:pt x="80" y="43"/>
                </ns1:cubicBezTo>
                <ns1:cubicBezTo>
                  <ns1:pt x="80" y="29"/>
                  <ns1:pt x="68" y="16"/>
                  <ns1:pt x="49" y="16"/>
                </ns1:cubicBezTo>
                <ns1:cubicBezTo>
                  <ns1:pt x="27" y="16"/>
                  <ns1:pt x="15" y="32"/>
                  <ns1:pt x="15" y="46"/>
                </ns1:cubicBezTo>
                <ns1:cubicBezTo>
                  <ns1:pt x="15" y="54"/>
                  <ns1:pt x="18" y="61"/>
                  <ns1:pt x="25" y="64"/>
                </ns1:cubicBezTo>
                <ns1:cubicBezTo>
                  <ns1:pt x="26" y="64"/>
                  <ns1:pt x="27" y="64"/>
                  <ns1:pt x="27" y="63"/>
                </ns1:cubicBezTo>
                <ns1:cubicBezTo>
                  <ns1:pt x="28" y="62"/>
                  <ns1:pt x="28" y="60"/>
                  <ns1:pt x="28" y="59"/>
                </ns1:cubicBezTo>
                <ns1:cubicBezTo>
                  <ns1:pt x="29" y="58"/>
                  <ns1:pt x="29" y="57"/>
                  <ns1:pt x="28" y="56"/>
                </ns1:cubicBezTo>
                <ns1:cubicBezTo>
                  <ns1:pt x="26" y="54"/>
                  <ns1:pt x="24" y="51"/>
                  <ns1:pt x="24" y="47"/>
                </ns1:cubicBezTo>
                <ns1:cubicBezTo>
                  <ns1:pt x="24" y="35"/>
                  <ns1:pt x="33" y="24"/>
                  <ns1:pt x="48" y="24"/>
                </ns1:cubicBezTo>
                <ns1:cubicBezTo>
                  <ns1:pt x="61" y="24"/>
                  <ns1:pt x="68" y="32"/>
                  <ns1:pt x="68" y="42"/>
                </ns1:cubicBezTo>
                <ns1:cubicBezTo>
                  <ns1:pt x="68" y="56"/>
                  <ns1:pt x="62" y="68"/>
                  <ns1:pt x="53" y="68"/>
                </ns1:cubicBezTo>
                <ns1:cubicBezTo>
                  <ns1:pt x="48" y="68"/>
                  <ns1:pt x="44" y="64"/>
                  <ns1:pt x="45" y="59"/>
                </ns1:cubicBezTo>
                <ns1:cubicBezTo>
                  <ns1:pt x="47" y="52"/>
                  <ns1:pt x="49" y="46"/>
                  <ns1:pt x="49" y="42"/>
                </ns1:cubicBezTo>
                <ns1:cubicBezTo>
                  <ns1:pt x="49" y="38"/>
                  <ns1:pt x="47" y="34"/>
                  <ns1:pt x="43" y="34"/>
                </ns1:cubicBezTo>
                <ns1:cubicBezTo>
                  <ns1:pt x="38" y="34"/>
                  <ns1:pt x="34" y="40"/>
                  <ns1:pt x="34" y="47"/>
                </ns1:cubicBezTo>
                <ns1:cubicBezTo>
                  <ns1:pt x="34" y="47"/>
                  <ns1:pt x="34" y="51"/>
                  <ns1:pt x="35" y="54"/>
                </ns1:cubicBezTo>
                <ns1:cubicBezTo>
                  <ns1:pt x="30" y="77"/>
                  <ns1:pt x="29" y="80"/>
                  <ns1:pt x="29" y="80"/>
                </ns1:cubicBezTo>
                <ns1:cubicBezTo>
                  <ns1:pt x="28" y="84"/>
                  <ns1:pt x="28" y="88"/>
                  <ns1:pt x="28" y="91"/>
                </ns1:cubicBezTo>
                <ns1:cubicBezTo>
                  <ns1:pt x="11" y="84"/>
                  <ns1:pt x="0" y="67"/>
                  <ns1:pt x="0" y="48"/>
                </ns1:cubicBezTo>
                <ns1:cubicBezTo>
                  <ns1:pt x="0" y="21"/>
                  <ns1:pt x="21" y="0"/>
                  <ns1:pt x="48" y="0"/>
                </ns1:cubicBezTo>
                <ns1:cubicBezTo>
                  <ns1:pt x="74" y="0"/>
                  <ns1:pt x="96" y="21"/>
                  <ns1:pt x="96" y="48"/>
                </ns1:cubicBezTo>
                <ns1:cubicBezTo>
                  <ns1:pt x="96" y="74"/>
                  <ns1:pt x="74" y="95"/>
                  <ns1:pt x="48" y="95"/>
                </ns1:cubicBezTo>
                <ns1:close/>
              </ns1:path>
            </ns1:pathLst>
          </ns1:custGeom>
          <ns1:solidFill>
            <ns1:srgbClr val="010101"/>
          </ns1:solidFill>
          <ns1:ln>
            <ns1:noFill/>
          </ns1:ln>
          <ns1:extLst>
            <ns1:ext uri="{91240B29-F687-4F45-9708-019B960494DF}">
              <ns2:hiddenLine w="9525">
                <ns1:solidFill>
                  <ns1:srgbClr val="000000"/>
                </ns1:solidFill>
                <ns1:round/>
                <ns1:headEnd/>
                <ns1:tailEnd/>
              </ns2:hiddenLine>
            </ns1:ext>
          </ns1:extLst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en-US" sz="2700"/>
          </ns1:p>
        </ns0:txBody>
      </ns0:sp>
      <ns0:sp>
        <ns0:nvSpPr>
          <ns0:cNvPr id="172" name="Freeform 170"/>
          <ns0:cNvSpPr>
            <ns1:spLocks noEditPoints="1"/>
          </ns0:cNvSpPr>
          <ns0:nvPr/>
        </ns0:nvSpPr>
        <ns0:spPr bwMode="auto">
          <ns1:xfrm>
            <ns1:off x="4291014" y="5832476"/>
            <ns1:ext cx="366713" cy="387350"/>
          </ns1:xfrm>
          <ns1:custGeom>
            <ns1:avLst/>
            <ns1:gdLst>
              <ns1:gd name="T0" fmla="*/ 63 w 98"/>
              <ns1:gd name="T1" fmla="*/ 78 h 103"/>
              <ns1:gd name="T2" fmla="*/ 60 w 98"/>
              <ns1:gd name="T3" fmla="*/ 89 h 103"/>
              <ns1:gd name="T4" fmla="*/ 28 w 98"/>
              <ns1:gd name="T5" fmla="*/ 103 h 103"/>
              <ns1:gd name="T6" fmla="*/ 2 w 98"/>
              <ns1:gd name="T7" fmla="*/ 92 h 103"/>
              <ns1:gd name="T8" fmla="*/ 0 w 98"/>
              <ns1:gd name="T9" fmla="*/ 84 h 103"/>
              <ns1:gd name="T10" fmla="*/ 10 w 98"/>
              <ns1:gd name="T11" fmla="*/ 68 h 103"/>
              <ns1:gd name="T12" fmla="*/ 35 w 98"/>
              <ns1:gd name="T13" fmla="*/ 61 h 103"/>
              <ns1:gd name="T14" fmla="*/ 31 w 98"/>
              <ns1:gd name="T15" fmla="*/ 52 h 103"/>
              <ns1:gd name="T16" fmla="*/ 32 w 98"/>
              <ns1:gd name="T17" fmla="*/ 47 h 103"/>
              <ns1:gd name="T18" fmla="*/ 28 w 98"/>
              <ns1:gd name="T19" fmla="*/ 47 h 103"/>
              <ns1:gd name="T20" fmla="*/ 6 w 98"/>
              <ns1:gd name="T21" fmla="*/ 26 h 103"/>
              <ns1:gd name="T22" fmla="*/ 15 w 98"/>
              <ns1:gd name="T23" fmla="*/ 8 h 103"/>
              <ns1:gd name="T24" fmla="*/ 40 w 98"/>
              <ns1:gd name="T25" fmla="*/ 0 h 103"/>
              <ns1:gd name="T26" fmla="*/ 66 w 98"/>
              <ns1:gd name="T27" fmla="*/ 0 h 103"/>
              <ns1:gd name="T28" fmla="*/ 57 w 98"/>
              <ns1:gd name="T29" fmla="*/ 5 h 103"/>
              <ns1:gd name="T30" fmla="*/ 49 w 98"/>
              <ns1:gd name="T31" fmla="*/ 5 h 103"/>
              <ns1:gd name="T32" fmla="*/ 58 w 98"/>
              <ns1:gd name="T33" fmla="*/ 23 h 103"/>
              <ns1:gd name="T34" fmla="*/ 44 w 98"/>
              <ns1:gd name="T35" fmla="*/ 49 h 103"/>
              <ns1:gd name="T36" fmla="*/ 63 w 98"/>
              <ns1:gd name="T37" fmla="*/ 78 h 103"/>
              <ns1:gd name="T38" fmla="*/ 54 w 98"/>
              <ns1:gd name="T39" fmla="*/ 83 h 103"/>
              <ns1:gd name="T40" fmla="*/ 40 w 98"/>
              <ns1:gd name="T41" fmla="*/ 65 h 103"/>
              <ns1:gd name="T42" fmla="*/ 37 w 98"/>
              <ns1:gd name="T43" fmla="*/ 65 h 103"/>
              <ns1:gd name="T44" fmla="*/ 11 w 98"/>
              <ns1:gd name="T45" fmla="*/ 81 h 103"/>
              <ns1:gd name="T46" fmla="*/ 35 w 98"/>
              <ns1:gd name="T47" fmla="*/ 98 h 103"/>
              <ns1:gd name="T48" fmla="*/ 54 w 98"/>
              <ns1:gd name="T49" fmla="*/ 83 h 103"/>
              <ns1:gd name="T50" fmla="*/ 43 w 98"/>
              <ns1:gd name="T51" fmla="*/ 40 h 103"/>
              <ns1:gd name="T52" fmla="*/ 47 w 98"/>
              <ns1:gd name="T53" fmla="*/ 30 h 103"/>
              <ns1:gd name="T54" fmla="*/ 30 w 98"/>
              <ns1:gd name="T55" fmla="*/ 5 h 103"/>
              <ns1:gd name="T56" fmla="*/ 21 w 98"/>
              <ns1:gd name="T57" fmla="*/ 9 h 103"/>
              <ns1:gd name="T58" fmla="*/ 18 w 98"/>
              <ns1:gd name="T59" fmla="*/ 19 h 103"/>
              <ns1:gd name="T60" fmla="*/ 34 w 98"/>
              <ns1:gd name="T61" fmla="*/ 43 h 103"/>
              <ns1:gd name="T62" fmla="*/ 43 w 98"/>
              <ns1:gd name="T63" fmla="*/ 40 h 103"/>
              <ns1:gd name="T64" fmla="*/ 98 w 98"/>
              <ns1:gd name="T65" fmla="*/ 43 h 103"/>
              <ns1:gd name="T66" fmla="*/ 98 w 98"/>
              <ns1:gd name="T67" fmla="*/ 50 h 103"/>
              <ns1:gd name="T68" fmla="*/ 85 w 98"/>
              <ns1:gd name="T69" fmla="*/ 50 h 103"/>
              <ns1:gd name="T70" fmla="*/ 85 w 98"/>
              <ns1:gd name="T71" fmla="*/ 64 h 103"/>
              <ns1:gd name="T72" fmla="*/ 79 w 98"/>
              <ns1:gd name="T73" fmla="*/ 64 h 103"/>
              <ns1:gd name="T74" fmla="*/ 79 w 98"/>
              <ns1:gd name="T75" fmla="*/ 50 h 103"/>
              <ns1:gd name="T76" fmla="*/ 65 w 98"/>
              <ns1:gd name="T77" fmla="*/ 50 h 103"/>
              <ns1:gd name="T78" fmla="*/ 65 w 98"/>
              <ns1:gd name="T79" fmla="*/ 43 h 103"/>
              <ns1:gd name="T80" fmla="*/ 79 w 98"/>
              <ns1:gd name="T81" fmla="*/ 43 h 103"/>
              <ns1:gd name="T82" fmla="*/ 79 w 98"/>
              <ns1:gd name="T83" fmla="*/ 30 h 103"/>
              <ns1:gd name="T84" fmla="*/ 85 w 98"/>
              <ns1:gd name="T85" fmla="*/ 30 h 103"/>
              <ns1:gd name="T86" fmla="*/ 85 w 98"/>
              <ns1:gd name="T87" fmla="*/ 43 h 103"/>
              <ns1:gd name="T88" fmla="*/ 98 w 98"/>
              <ns1:gd name="T89" fmla="*/ 43 h 103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  <ns1:cxn ang="0">
                <ns1:pos x="T32" y="T33"/>
              </ns1:cxn>
              <ns1:cxn ang="0">
                <ns1:pos x="T34" y="T35"/>
              </ns1:cxn>
              <ns1:cxn ang="0">
                <ns1:pos x="T36" y="T37"/>
              </ns1:cxn>
              <ns1:cxn ang="0">
                <ns1:pos x="T38" y="T39"/>
              </ns1:cxn>
              <ns1:cxn ang="0">
                <ns1:pos x="T40" y="T41"/>
              </ns1:cxn>
              <ns1:cxn ang="0">
                <ns1:pos x="T42" y="T43"/>
              </ns1:cxn>
              <ns1:cxn ang="0">
                <ns1:pos x="T44" y="T45"/>
              </ns1:cxn>
              <ns1:cxn ang="0">
                <ns1:pos x="T46" y="T47"/>
              </ns1:cxn>
              <ns1:cxn ang="0">
                <ns1:pos x="T48" y="T49"/>
              </ns1:cxn>
              <ns1:cxn ang="0">
                <ns1:pos x="T50" y="T51"/>
              </ns1:cxn>
              <ns1:cxn ang="0">
                <ns1:pos x="T52" y="T53"/>
              </ns1:cxn>
              <ns1:cxn ang="0">
                <ns1:pos x="T54" y="T55"/>
              </ns1:cxn>
              <ns1:cxn ang="0">
                <ns1:pos x="T56" y="T57"/>
              </ns1:cxn>
              <ns1:cxn ang="0">
                <ns1:pos x="T58" y="T59"/>
              </ns1:cxn>
              <ns1:cxn ang="0">
                <ns1:pos x="T60" y="T61"/>
              </ns1:cxn>
              <ns1:cxn ang="0">
                <ns1:pos x="T62" y="T63"/>
              </ns1:cxn>
              <ns1:cxn ang="0">
                <ns1:pos x="T64" y="T65"/>
              </ns1:cxn>
              <ns1:cxn ang="0">
                <ns1:pos x="T66" y="T67"/>
              </ns1:cxn>
              <ns1:cxn ang="0">
                <ns1:pos x="T68" y="T69"/>
              </ns1:cxn>
              <ns1:cxn ang="0">
                <ns1:pos x="T70" y="T71"/>
              </ns1:cxn>
              <ns1:cxn ang="0">
                <ns1:pos x="T72" y="T73"/>
              </ns1:cxn>
              <ns1:cxn ang="0">
                <ns1:pos x="T74" y="T75"/>
              </ns1:cxn>
              <ns1:cxn ang="0">
                <ns1:pos x="T76" y="T77"/>
              </ns1:cxn>
              <ns1:cxn ang="0">
                <ns1:pos x="T78" y="T79"/>
              </ns1:cxn>
              <ns1:cxn ang="0">
                <ns1:pos x="T80" y="T81"/>
              </ns1:cxn>
              <ns1:cxn ang="0">
                <ns1:pos x="T82" y="T83"/>
              </ns1:cxn>
              <ns1:cxn ang="0">
                <ns1:pos x="T84" y="T85"/>
              </ns1:cxn>
              <ns1:cxn ang="0">
                <ns1:pos x="T86" y="T87"/>
              </ns1:cxn>
              <ns1:cxn ang="0">
                <ns1:pos x="T88" y="T89"/>
              </ns1:cxn>
            </ns1:cxnLst>
            <ns1:rect l="0" t="0" r="r" b="b"/>
            <ns1:pathLst>
              <ns1:path w="98" h="103">
                <ns1:moveTo>
                  <ns1:pt x="63" y="78"/>
                </ns1:moveTo>
                <ns1:cubicBezTo>
                  <ns1:pt x="63" y="82"/>
                  <ns1:pt x="62" y="85"/>
                  <ns1:pt x="60" y="89"/>
                </ns1:cubicBezTo>
                <ns1:cubicBezTo>
                  <ns1:pt x="53" y="100"/>
                  <ns1:pt x="40" y="103"/>
                  <ns1:pt x="28" y="103"/>
                </ns1:cubicBezTo>
                <ns1:cubicBezTo>
                  <ns1:pt x="19" y="103"/>
                  <ns1:pt x="7" y="101"/>
                  <ns1:pt x="2" y="92"/>
                </ns1:cubicBezTo>
                <ns1:cubicBezTo>
                  <ns1:pt x="0" y="90"/>
                  <ns1:pt x="0" y="87"/>
                  <ns1:pt x="0" y="84"/>
                </ns1:cubicBezTo>
                <ns1:cubicBezTo>
                  <ns1:pt x="0" y="77"/>
                  <ns1:pt x="4" y="71"/>
                  <ns1:pt x="10" y="68"/>
                </ns1:cubicBezTo>
                <ns1:cubicBezTo>
                  <ns1:pt x="17" y="63"/>
                  <ns1:pt x="27" y="62"/>
                  <ns1:pt x="35" y="61"/>
                </ns1:cubicBezTo>
                <ns1:cubicBezTo>
                  <ns1:pt x="33" y="58"/>
                  <ns1:pt x="31" y="56"/>
                  <ns1:pt x="31" y="52"/>
                </ns1:cubicBezTo>
                <ns1:cubicBezTo>
                  <ns1:pt x="31" y="50"/>
                  <ns1:pt x="32" y="49"/>
                  <ns1:pt x="32" y="47"/>
                </ns1:cubicBezTo>
                <ns1:cubicBezTo>
                  <ns1:pt x="31" y="47"/>
                  <ns1:pt x="30" y="47"/>
                  <ns1:pt x="28" y="47"/>
                </ns1:cubicBezTo>
                <ns1:cubicBezTo>
                  <ns1:pt x="16" y="47"/>
                  <ns1:pt x="6" y="38"/>
                  <ns1:pt x="6" y="26"/>
                </ns1:cubicBezTo>
                <ns1:cubicBezTo>
                  <ns1:pt x="6" y="19"/>
                  <ns1:pt x="9" y="12"/>
                  <ns1:pt x="15" y="8"/>
                </ns1:cubicBezTo>
                <ns1:cubicBezTo>
                  <ns1:pt x="21" y="2"/>
                  <ns1:pt x="31" y="0"/>
                  <ns1:pt x="40" y="0"/>
                </ns1:cubicBezTo>
                <ns1:cubicBezTo>
                  <ns1:pt x="66" y="0"/>
                  <ns1:pt x="66" y="0"/>
                  <ns1:pt x="66" y="0"/>
                </ns1:cubicBezTo>
                <ns1:cubicBezTo>
                  <ns1:pt x="57" y="5"/>
                  <ns1:pt x="57" y="5"/>
                  <ns1:pt x="57" y="5"/>
                </ns1:cubicBezTo>
                <ns1:cubicBezTo>
                  <ns1:pt x="49" y="5"/>
                  <ns1:pt x="49" y="5"/>
                  <ns1:pt x="49" y="5"/>
                </ns1:cubicBezTo>
                <ns1:cubicBezTo>
                  <ns1:pt x="55" y="10"/>
                  <ns1:pt x="58" y="16"/>
                  <ns1:pt x="58" y="23"/>
                </ns1:cubicBezTo>
                <ns1:cubicBezTo>
                  <ns1:pt x="58" y="40"/>
                  <ns1:pt x="44" y="41"/>
                  <ns1:pt x="44" y="49"/>
                </ns1:cubicBezTo>
                <ns1:cubicBezTo>
                  <ns1:pt x="44" y="58"/>
                  <ns1:pt x="63" y="60"/>
                  <ns1:pt x="63" y="78"/>
                </ns1:cubicBezTo>
                <ns1:close/>
                <ns1:moveTo>
                  <ns1:pt x="54" y="83"/>
                </ns1:moveTo>
                <ns1:cubicBezTo>
                  <ns1:pt x="54" y="75"/>
                  <ns1:pt x="46" y="70"/>
                  <ns1:pt x="40" y="65"/>
                </ns1:cubicBezTo>
                <ns1:cubicBezTo>
                  <ns1:pt x="39" y="65"/>
                  <ns1:pt x="38" y="65"/>
                  <ns1:pt x="37" y="65"/>
                </ns1:cubicBezTo>
                <ns1:cubicBezTo>
                  <ns1:pt x="26" y="65"/>
                  <ns1:pt x="11" y="68"/>
                  <ns1:pt x="11" y="81"/>
                </ns1:cubicBezTo>
                <ns1:cubicBezTo>
                  <ns1:pt x="11" y="93"/>
                  <ns1:pt x="24" y="98"/>
                  <ns1:pt x="35" y="98"/>
                </ns1:cubicBezTo>
                <ns1:cubicBezTo>
                  <ns1:pt x="44" y="98"/>
                  <ns1:pt x="54" y="94"/>
                  <ns1:pt x="54" y="83"/>
                </ns1:cubicBezTo>
                <ns1:close/>
                <ns1:moveTo>
                  <ns1:pt x="43" y="40"/>
                </ns1:moveTo>
                <ns1:cubicBezTo>
                  <ns1:pt x="46" y="37"/>
                  <ns1:pt x="47" y="33"/>
                  <ns1:pt x="47" y="30"/>
                </ns1:cubicBezTo>
                <ns1:cubicBezTo>
                  <ns1:pt x="47" y="20"/>
                  <ns1:pt x="41" y="5"/>
                  <ns1:pt x="30" y="5"/>
                </ns1:cubicBezTo>
                <ns1:cubicBezTo>
                  <ns1:pt x="27" y="5"/>
                  <ns1:pt x="23" y="6"/>
                  <ns1:pt x="21" y="9"/>
                </ns1:cubicBezTo>
                <ns1:cubicBezTo>
                  <ns1:pt x="19" y="12"/>
                  <ns1:pt x="18" y="16"/>
                  <ns1:pt x="18" y="19"/>
                </ns1:cubicBezTo>
                <ns1:cubicBezTo>
                  <ns1:pt x="18" y="29"/>
                  <ns1:pt x="23" y="43"/>
                  <ns1:pt x="34" y="43"/>
                </ns1:cubicBezTo>
                <ns1:cubicBezTo>
                  <ns1:pt x="38" y="43"/>
                  <ns1:pt x="41" y="42"/>
                  <ns1:pt x="43" y="40"/>
                </ns1:cubicBezTo>
                <ns1:close/>
                <ns1:moveTo>
                  <ns1:pt x="98" y="43"/>
                </ns1:moveTo>
                <ns1:cubicBezTo>
                  <ns1:pt x="98" y="50"/>
                  <ns1:pt x="98" y="50"/>
                  <ns1:pt x="98" y="50"/>
                </ns1:cubicBezTo>
                <ns1:cubicBezTo>
                  <ns1:pt x="85" y="50"/>
                  <ns1:pt x="85" y="50"/>
                  <ns1:pt x="85" y="50"/>
                </ns1:cubicBezTo>
                <ns1:cubicBezTo>
                  <ns1:pt x="85" y="64"/>
                  <ns1:pt x="85" y="64"/>
                  <ns1:pt x="85" y="64"/>
                </ns1:cubicBezTo>
                <ns1:cubicBezTo>
                  <ns1:pt x="79" y="64"/>
                  <ns1:pt x="79" y="64"/>
                  <ns1:pt x="79" y="64"/>
                </ns1:cubicBezTo>
                <ns1:cubicBezTo>
                  <ns1:pt x="79" y="50"/>
                  <ns1:pt x="79" y="50"/>
                  <ns1:pt x="79" y="50"/>
                </ns1:cubicBezTo>
                <ns1:cubicBezTo>
                  <ns1:pt x="65" y="50"/>
                  <ns1:pt x="65" y="50"/>
                  <ns1:pt x="65" y="50"/>
                </ns1:cubicBezTo>
                <ns1:cubicBezTo>
                  <ns1:pt x="65" y="43"/>
                  <ns1:pt x="65" y="43"/>
                  <ns1:pt x="65" y="43"/>
                </ns1:cubicBezTo>
                <ns1:cubicBezTo>
                  <ns1:pt x="79" y="43"/>
                  <ns1:pt x="79" y="43"/>
                  <ns1:pt x="79" y="43"/>
                </ns1:cubicBezTo>
                <ns1:cubicBezTo>
                  <ns1:pt x="79" y="30"/>
                  <ns1:pt x="79" y="30"/>
                  <ns1:pt x="79" y="30"/>
                </ns1:cubicBezTo>
                <ns1:cubicBezTo>
                  <ns1:pt x="85" y="30"/>
                  <ns1:pt x="85" y="30"/>
                  <ns1:pt x="85" y="30"/>
                </ns1:cubicBezTo>
                <ns1:cubicBezTo>
                  <ns1:pt x="85" y="43"/>
                  <ns1:pt x="85" y="43"/>
                  <ns1:pt x="85" y="43"/>
                </ns1:cubicBezTo>
                <ns1:lnTo>
                  <ns1:pt x="98" y="43"/>
                </ns1:lnTo>
                <ns1:close/>
              </ns1:path>
            </ns1:pathLst>
          </ns1:custGeom>
          <ns1:solidFill>
            <ns1:srgbClr val="010101"/>
          </ns1:solidFill>
          <ns1:ln>
            <ns1:noFill/>
          </ns1:ln>
          <ns1:extLst>
            <ns1:ext uri="{91240B29-F687-4F45-9708-019B960494DF}">
              <ns2:hiddenLine w="9525">
                <ns1:solidFill>
                  <ns1:srgbClr val="000000"/>
                </ns1:solidFill>
                <ns1:round/>
                <ns1:headEnd/>
                <ns1:tailEnd/>
              </ns2:hiddenLine>
            </ns1:ext>
          </ns1:extLst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en-US" sz="2700"/>
          </ns1:p>
        </ns0:txBody>
      </ns0:sp>
      <ns0:sp>
        <ns0:nvSpPr>
          <ns0:cNvPr id="173" name="Freeform 171"/>
          <ns0:cNvSpPr>
            <ns1:spLocks noEditPoints="1"/>
          </ns0:cNvSpPr>
          <ns0:nvPr/>
        </ns0:nvSpPr>
        <ns0:spPr bwMode="auto">
          <ns1:xfrm>
            <ns1:off x="4894264" y="5892802"/>
            <ns1:ext cx="450850" cy="300038"/>
          </ns1:xfrm>
          <ns1:custGeom>
            <ns1:avLst/>
            <ns1:gdLst>
              <ns1:gd name="T0" fmla="*/ 120 w 120"/>
              <ns1:gd name="T1" fmla="*/ 76 h 80"/>
              <ns1:gd name="T2" fmla="*/ 116 w 120"/>
              <ns1:gd name="T3" fmla="*/ 80 h 80"/>
              <ns1:gd name="T4" fmla="*/ 4 w 120"/>
              <ns1:gd name="T5" fmla="*/ 80 h 80"/>
              <ns1:gd name="T6" fmla="*/ 0 w 120"/>
              <ns1:gd name="T7" fmla="*/ 76 h 80"/>
              <ns1:gd name="T8" fmla="*/ 0 w 120"/>
              <ns1:gd name="T9" fmla="*/ 4 h 80"/>
              <ns1:gd name="T10" fmla="*/ 4 w 120"/>
              <ns1:gd name="T11" fmla="*/ 0 h 80"/>
              <ns1:gd name="T12" fmla="*/ 116 w 120"/>
              <ns1:gd name="T13" fmla="*/ 0 h 80"/>
              <ns1:gd name="T14" fmla="*/ 120 w 120"/>
              <ns1:gd name="T15" fmla="*/ 4 h 80"/>
              <ns1:gd name="T16" fmla="*/ 120 w 120"/>
              <ns1:gd name="T17" fmla="*/ 76 h 80"/>
              <ns1:gd name="T18" fmla="*/ 112 w 120"/>
              <ns1:gd name="T19" fmla="*/ 24 h 80"/>
              <ns1:gd name="T20" fmla="*/ 96 w 120"/>
              <ns1:gd name="T21" fmla="*/ 8 h 80"/>
              <ns1:gd name="T22" fmla="*/ 24 w 120"/>
              <ns1:gd name="T23" fmla="*/ 8 h 80"/>
              <ns1:gd name="T24" fmla="*/ 8 w 120"/>
              <ns1:gd name="T25" fmla="*/ 24 h 80"/>
              <ns1:gd name="T26" fmla="*/ 8 w 120"/>
              <ns1:gd name="T27" fmla="*/ 56 h 80"/>
              <ns1:gd name="T28" fmla="*/ 24 w 120"/>
              <ns1:gd name="T29" fmla="*/ 72 h 80"/>
              <ns1:gd name="T30" fmla="*/ 96 w 120"/>
              <ns1:gd name="T31" fmla="*/ 72 h 80"/>
              <ns1:gd name="T32" fmla="*/ 112 w 120"/>
              <ns1:gd name="T33" fmla="*/ 56 h 80"/>
              <ns1:gd name="T34" fmla="*/ 112 w 120"/>
              <ns1:gd name="T35" fmla="*/ 24 h 80"/>
              <ns1:gd name="T36" fmla="*/ 60 w 120"/>
              <ns1:gd name="T37" fmla="*/ 66 h 80"/>
              <ns1:gd name="T38" fmla="*/ 40 w 120"/>
              <ns1:gd name="T39" fmla="*/ 40 h 80"/>
              <ns1:gd name="T40" fmla="*/ 60 w 120"/>
              <ns1:gd name="T41" fmla="*/ 14 h 80"/>
              <ns1:gd name="T42" fmla="*/ 80 w 120"/>
              <ns1:gd name="T43" fmla="*/ 40 h 80"/>
              <ns1:gd name="T44" fmla="*/ 60 w 120"/>
              <ns1:gd name="T45" fmla="*/ 66 h 80"/>
              <ns1:gd name="T46" fmla="*/ 72 w 120"/>
              <ns1:gd name="T47" fmla="*/ 56 h 80"/>
              <ns1:gd name="T48" fmla="*/ 72 w 120"/>
              <ns1:gd name="T49" fmla="*/ 50 h 80"/>
              <ns1:gd name="T50" fmla="*/ 64 w 120"/>
              <ns1:gd name="T51" fmla="*/ 50 h 80"/>
              <ns1:gd name="T52" fmla="*/ 64 w 120"/>
              <ns1:gd name="T53" fmla="*/ 22 h 80"/>
              <ns1:gd name="T54" fmla="*/ 57 w 120"/>
              <ns1:gd name="T55" fmla="*/ 22 h 80"/>
              <ns1:gd name="T56" fmla="*/ 48 w 120"/>
              <ns1:gd name="T57" fmla="*/ 30 h 80"/>
              <ns1:gd name="T58" fmla="*/ 53 w 120"/>
              <ns1:gd name="T59" fmla="*/ 35 h 80"/>
              <ns1:gd name="T60" fmla="*/ 56 w 120"/>
              <ns1:gd name="T61" fmla="*/ 32 h 80"/>
              <ns1:gd name="T62" fmla="*/ 56 w 120"/>
              <ns1:gd name="T63" fmla="*/ 32 h 80"/>
              <ns1:gd name="T64" fmla="*/ 56 w 120"/>
              <ns1:gd name="T65" fmla="*/ 50 h 80"/>
              <ns1:gd name="T66" fmla="*/ 48 w 120"/>
              <ns1:gd name="T67" fmla="*/ 50 h 80"/>
              <ns1:gd name="T68" fmla="*/ 48 w 120"/>
              <ns1:gd name="T69" fmla="*/ 56 h 80"/>
              <ns1:gd name="T70" fmla="*/ 72 w 120"/>
              <ns1:gd name="T71" fmla="*/ 56 h 80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  <ns1:cxn ang="0">
                <ns1:pos x="T32" y="T33"/>
              </ns1:cxn>
              <ns1:cxn ang="0">
                <ns1:pos x="T34" y="T35"/>
              </ns1:cxn>
              <ns1:cxn ang="0">
                <ns1:pos x="T36" y="T37"/>
              </ns1:cxn>
              <ns1:cxn ang="0">
                <ns1:pos x="T38" y="T39"/>
              </ns1:cxn>
              <ns1:cxn ang="0">
                <ns1:pos x="T40" y="T41"/>
              </ns1:cxn>
              <ns1:cxn ang="0">
                <ns1:pos x="T42" y="T43"/>
              </ns1:cxn>
              <ns1:cxn ang="0">
                <ns1:pos x="T44" y="T45"/>
              </ns1:cxn>
              <ns1:cxn ang="0">
                <ns1:pos x="T46" y="T47"/>
              </ns1:cxn>
              <ns1:cxn ang="0">
                <ns1:pos x="T48" y="T49"/>
              </ns1:cxn>
              <ns1:cxn ang="0">
                <ns1:pos x="T50" y="T51"/>
              </ns1:cxn>
              <ns1:cxn ang="0">
                <ns1:pos x="T52" y="T53"/>
              </ns1:cxn>
              <ns1:cxn ang="0">
                <ns1:pos x="T54" y="T55"/>
              </ns1:cxn>
              <ns1:cxn ang="0">
                <ns1:pos x="T56" y="T57"/>
              </ns1:cxn>
              <ns1:cxn ang="0">
                <ns1:pos x="T58" y="T59"/>
              </ns1:cxn>
              <ns1:cxn ang="0">
                <ns1:pos x="T60" y="T61"/>
              </ns1:cxn>
              <ns1:cxn ang="0">
                <ns1:pos x="T62" y="T63"/>
              </ns1:cxn>
              <ns1:cxn ang="0">
                <ns1:pos x="T64" y="T65"/>
              </ns1:cxn>
              <ns1:cxn ang="0">
                <ns1:pos x="T66" y="T67"/>
              </ns1:cxn>
              <ns1:cxn ang="0">
                <ns1:pos x="T68" y="T69"/>
              </ns1:cxn>
              <ns1:cxn ang="0">
                <ns1:pos x="T70" y="T71"/>
              </ns1:cxn>
            </ns1:cxnLst>
            <ns1:rect l="0" t="0" r="r" b="b"/>
            <ns1:pathLst>
              <ns1:path w="120" h="80">
                <ns1:moveTo>
                  <ns1:pt x="120" y="76"/>
                </ns1:moveTo>
                <ns1:cubicBezTo>
                  <ns1:pt x="120" y="78"/>
                  <ns1:pt x="119" y="80"/>
                  <ns1:pt x="116" y="80"/>
                </ns1:cubicBezTo>
                <ns1:cubicBezTo>
                  <ns1:pt x="4" y="80"/>
                  <ns1:pt x="4" y="80"/>
                  <ns1:pt x="4" y="80"/>
                </ns1:cubicBezTo>
                <ns1:cubicBezTo>
                  <ns1:pt x="2" y="80"/>
                  <ns1:pt x="0" y="78"/>
                  <ns1:pt x="0" y="76"/>
                </ns1:cubicBezTo>
                <ns1:cubicBezTo>
                  <ns1:pt x="0" y="4"/>
                  <ns1:pt x="0" y="4"/>
                  <ns1:pt x="0" y="4"/>
                </ns1:cubicBezTo>
                <ns1:cubicBezTo>
                  <ns1:pt x="0" y="1"/>
                  <ns1:pt x="2" y="0"/>
                  <ns1:pt x="4" y="0"/>
                </ns1:cubicBezTo>
                <ns1:cubicBezTo>
                  <ns1:pt x="116" y="0"/>
                  <ns1:pt x="116" y="0"/>
                  <ns1:pt x="116" y="0"/>
                </ns1:cubicBezTo>
                <ns1:cubicBezTo>
                  <ns1:pt x="119" y="0"/>
                  <ns1:pt x="120" y="1"/>
                  <ns1:pt x="120" y="4"/>
                </ns1:cubicBezTo>
                <ns1:lnTo>
                  <ns1:pt x="120" y="76"/>
                </ns1:lnTo>
                <ns1:close/>
                <ns1:moveTo>
                  <ns1:pt x="112" y="24"/>
                </ns1:moveTo>
                <ns1:cubicBezTo>
                  <ns1:pt x="104" y="24"/>
                  <ns1:pt x="96" y="16"/>
                  <ns1:pt x="96" y="8"/>
                </ns1:cubicBezTo>
                <ns1:cubicBezTo>
                  <ns1:pt x="24" y="8"/>
                  <ns1:pt x="24" y="8"/>
                  <ns1:pt x="24" y="8"/>
                </ns1:cubicBezTo>
                <ns1:cubicBezTo>
                  <ns1:pt x="24" y="16"/>
                  <ns1:pt x="17" y="24"/>
                  <ns1:pt x="8" y="24"/>
                </ns1:cubicBezTo>
                <ns1:cubicBezTo>
                  <ns1:pt x="8" y="56"/>
                  <ns1:pt x="8" y="56"/>
                  <ns1:pt x="8" y="56"/>
                </ns1:cubicBezTo>
                <ns1:cubicBezTo>
                  <ns1:pt x="17" y="56"/>
                  <ns1:pt x="24" y="63"/>
                  <ns1:pt x="24" y="72"/>
                </ns1:cubicBezTo>
                <ns1:cubicBezTo>
                  <ns1:pt x="96" y="72"/>
                  <ns1:pt x="96" y="72"/>
                  <ns1:pt x="96" y="72"/>
                </ns1:cubicBezTo>
                <ns1:cubicBezTo>
                  <ns1:pt x="96" y="63"/>
                  <ns1:pt x="104" y="56"/>
                  <ns1:pt x="112" y="56"/>
                </ns1:cubicBezTo>
                <ns1:lnTo>
                  <ns1:pt x="112" y="24"/>
                </ns1:lnTo>
                <ns1:close/>
                <ns1:moveTo>
                  <ns1:pt x="60" y="66"/>
                </ns1:moveTo>
                <ns1:cubicBezTo>
                  <ns1:pt x="47" y="66"/>
                  <ns1:pt x="40" y="51"/>
                  <ns1:pt x="40" y="40"/>
                </ns1:cubicBezTo>
                <ns1:cubicBezTo>
                  <ns1:pt x="40" y="28"/>
                  <ns1:pt x="47" y="14"/>
                  <ns1:pt x="60" y="14"/>
                </ns1:cubicBezTo>
                <ns1:cubicBezTo>
                  <ns1:pt x="74" y="14"/>
                  <ns1:pt x="80" y="28"/>
                  <ns1:pt x="80" y="40"/>
                </ns1:cubicBezTo>
                <ns1:cubicBezTo>
                  <ns1:pt x="80" y="51"/>
                  <ns1:pt x="74" y="66"/>
                  <ns1:pt x="60" y="66"/>
                </ns1:cubicBezTo>
                <ns1:close/>
                <ns1:moveTo>
                  <ns1:pt x="72" y="56"/>
                </ns1:moveTo>
                <ns1:cubicBezTo>
                  <ns1:pt x="72" y="50"/>
                  <ns1:pt x="72" y="50"/>
                  <ns1:pt x="72" y="50"/>
                </ns1:cubicBezTo>
                <ns1:cubicBezTo>
                  <ns1:pt x="64" y="50"/>
                  <ns1:pt x="64" y="50"/>
                  <ns1:pt x="64" y="50"/>
                </ns1:cubicBezTo>
                <ns1:cubicBezTo>
                  <ns1:pt x="64" y="22"/>
                  <ns1:pt x="64" y="22"/>
                  <ns1:pt x="64" y="22"/>
                </ns1:cubicBezTo>
                <ns1:cubicBezTo>
                  <ns1:pt x="57" y="22"/>
                  <ns1:pt x="57" y="22"/>
                  <ns1:pt x="57" y="22"/>
                </ns1:cubicBezTo>
                <ns1:cubicBezTo>
                  <ns1:pt x="48" y="30"/>
                  <ns1:pt x="48" y="30"/>
                  <ns1:pt x="48" y="30"/>
                </ns1:cubicBezTo>
                <ns1:cubicBezTo>
                  <ns1:pt x="53" y="35"/>
                  <ns1:pt x="53" y="35"/>
                  <ns1:pt x="53" y="35"/>
                </ns1:cubicBezTo>
                <ns1:cubicBezTo>
                  <ns1:pt x="54" y="34"/>
                  <ns1:pt x="55" y="33"/>
                  <ns1:pt x="56" y="32"/>
                </ns1:cubicBezTo>
                <ns1:cubicBezTo>
                  <ns1:pt x="56" y="32"/>
                  <ns1:pt x="56" y="32"/>
                  <ns1:pt x="56" y="32"/>
                </ns1:cubicBezTo>
                <ns1:cubicBezTo>
                  <ns1:pt x="56" y="50"/>
                  <ns1:pt x="56" y="50"/>
                  <ns1:pt x="56" y="50"/>
                </ns1:cubicBezTo>
                <ns1:cubicBezTo>
                  <ns1:pt x="48" y="50"/>
                  <ns1:pt x="48" y="50"/>
                  <ns1:pt x="48" y="50"/>
                </ns1:cubicBezTo>
                <ns1:cubicBezTo>
                  <ns1:pt x="48" y="56"/>
                  <ns1:pt x="48" y="56"/>
                  <ns1:pt x="48" y="56"/>
                </ns1:cubicBezTo>
                <ns1:lnTo>
                  <ns1:pt x="72" y="56"/>
                </ns1:lnTo>
                <ns1:close/>
              </ns1:path>
            </ns1:pathLst>
          </ns1:custGeom>
          <ns1:solidFill>
            <ns1:srgbClr val="010101"/>
          </ns1:solidFill>
          <ns1:ln>
            <ns1:noFill/>
          </ns1:ln>
          <ns1:extLst>
            <ns1:ext uri="{91240B29-F687-4F45-9708-019B960494DF}">
              <ns2:hiddenLine w="9525">
                <ns1:solidFill>
                  <ns1:srgbClr val="000000"/>
                </ns1:solidFill>
                <ns1:round/>
                <ns1:headEnd/>
                <ns1:tailEnd/>
              </ns2:hiddenLine>
            </ns1:ext>
          </ns1:extLst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en-US" sz="2700"/>
          </ns1:p>
        </ns0:txBody>
      </ns0:sp>
      <ns0:sp>
        <ns0:nvSpPr>
          <ns0:cNvPr id="174" name="Freeform 172"/>
          <ns0:cNvSpPr>
            <ns1:spLocks noEditPoints="1"/>
          </ns0:cNvSpPr>
          <ns0:nvPr/>
        </ns0:nvSpPr>
        <ns0:spPr bwMode="auto">
          <ns1:xfrm>
            <ns1:off x="5556251" y="5892802"/>
            <ns1:ext cx="419100" cy="327025"/>
          </ns1:xfrm>
          <ns1:custGeom>
            <ns1:avLst/>
            <ns1:gdLst>
              <ns1:gd name="T0" fmla="*/ 101 w 112"/>
              <ns1:gd name="T1" fmla="*/ 27 h 87"/>
              <ns1:gd name="T2" fmla="*/ 72 w 112"/>
              <ns1:gd name="T3" fmla="*/ 47 h 87"/>
              <ns1:gd name="T4" fmla="*/ 56 w 112"/>
              <ns1:gd name="T5" fmla="*/ 56 h 87"/>
              <ns1:gd name="T6" fmla="*/ 56 w 112"/>
              <ns1:gd name="T7" fmla="*/ 56 h 87"/>
              <ns1:gd name="T8" fmla="*/ 56 w 112"/>
              <ns1:gd name="T9" fmla="*/ 56 h 87"/>
              <ns1:gd name="T10" fmla="*/ 40 w 112"/>
              <ns1:gd name="T11" fmla="*/ 47 h 87"/>
              <ns1:gd name="T12" fmla="*/ 11 w 112"/>
              <ns1:gd name="T13" fmla="*/ 27 h 87"/>
              <ns1:gd name="T14" fmla="*/ 0 w 112"/>
              <ns1:gd name="T15" fmla="*/ 11 h 87"/>
              <ns1:gd name="T16" fmla="*/ 10 w 112"/>
              <ns1:gd name="T17" fmla="*/ 0 h 87"/>
              <ns1:gd name="T18" fmla="*/ 102 w 112"/>
              <ns1:gd name="T19" fmla="*/ 0 h 87"/>
              <ns1:gd name="T20" fmla="*/ 112 w 112"/>
              <ns1:gd name="T21" fmla="*/ 10 h 87"/>
              <ns1:gd name="T22" fmla="*/ 101 w 112"/>
              <ns1:gd name="T23" fmla="*/ 27 h 87"/>
              <ns1:gd name="T24" fmla="*/ 112 w 112"/>
              <ns1:gd name="T25" fmla="*/ 78 h 87"/>
              <ns1:gd name="T26" fmla="*/ 102 w 112"/>
              <ns1:gd name="T27" fmla="*/ 87 h 87"/>
              <ns1:gd name="T28" fmla="*/ 10 w 112"/>
              <ns1:gd name="T29" fmla="*/ 87 h 87"/>
              <ns1:gd name="T30" fmla="*/ 0 w 112"/>
              <ns1:gd name="T31" fmla="*/ 78 h 87"/>
              <ns1:gd name="T32" fmla="*/ 0 w 112"/>
              <ns1:gd name="T33" fmla="*/ 28 h 87"/>
              <ns1:gd name="T34" fmla="*/ 7 w 112"/>
              <ns1:gd name="T35" fmla="*/ 33 h 87"/>
              <ns1:gd name="T36" fmla="*/ 38 w 112"/>
              <ns1:gd name="T37" fmla="*/ 55 h 87"/>
              <ns1:gd name="T38" fmla="*/ 56 w 112"/>
              <ns1:gd name="T39" fmla="*/ 64 h 87"/>
              <ns1:gd name="T40" fmla="*/ 56 w 112"/>
              <ns1:gd name="T41" fmla="*/ 64 h 87"/>
              <ns1:gd name="T42" fmla="*/ 56 w 112"/>
              <ns1:gd name="T43" fmla="*/ 64 h 87"/>
              <ns1:gd name="T44" fmla="*/ 75 w 112"/>
              <ns1:gd name="T45" fmla="*/ 55 h 87"/>
              <ns1:gd name="T46" fmla="*/ 106 w 112"/>
              <ns1:gd name="T47" fmla="*/ 33 h 87"/>
              <ns1:gd name="T48" fmla="*/ 112 w 112"/>
              <ns1:gd name="T49" fmla="*/ 28 h 87"/>
              <ns1:gd name="T50" fmla="*/ 112 w 112"/>
              <ns1:gd name="T51" fmla="*/ 78 h 87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  <ns1:cxn ang="0">
                <ns1:pos x="T32" y="T33"/>
              </ns1:cxn>
              <ns1:cxn ang="0">
                <ns1:pos x="T34" y="T35"/>
              </ns1:cxn>
              <ns1:cxn ang="0">
                <ns1:pos x="T36" y="T37"/>
              </ns1:cxn>
              <ns1:cxn ang="0">
                <ns1:pos x="T38" y="T39"/>
              </ns1:cxn>
              <ns1:cxn ang="0">
                <ns1:pos x="T40" y="T41"/>
              </ns1:cxn>
              <ns1:cxn ang="0">
                <ns1:pos x="T42" y="T43"/>
              </ns1:cxn>
              <ns1:cxn ang="0">
                <ns1:pos x="T44" y="T45"/>
              </ns1:cxn>
              <ns1:cxn ang="0">
                <ns1:pos x="T46" y="T47"/>
              </ns1:cxn>
              <ns1:cxn ang="0">
                <ns1:pos x="T48" y="T49"/>
              </ns1:cxn>
              <ns1:cxn ang="0">
                <ns1:pos x="T50" y="T51"/>
              </ns1:cxn>
            </ns1:cxnLst>
            <ns1:rect l="0" t="0" r="r" b="b"/>
            <ns1:pathLst>
              <ns1:path w="112" h="87">
                <ns1:moveTo>
                  <ns1:pt x="101" y="27"/>
                </ns1:moveTo>
                <ns1:cubicBezTo>
                  <ns1:pt x="92" y="33"/>
                  <ns1:pt x="82" y="40"/>
                  <ns1:pt x="72" y="47"/>
                </ns1:cubicBezTo>
                <ns1:cubicBezTo>
                  <ns1:pt x="68" y="50"/>
                  <ns1:pt x="61" y="56"/>
                  <ns1:pt x="56" y="56"/>
                </ns1:cubicBezTo>
                <ns1:cubicBezTo>
                  <ns1:pt x="56" y="56"/>
                  <ns1:pt x="56" y="56"/>
                  <ns1:pt x="56" y="56"/>
                </ns1:cubicBezTo>
                <ns1:cubicBezTo>
                  <ns1:pt x="56" y="56"/>
                  <ns1:pt x="56" y="56"/>
                  <ns1:pt x="56" y="56"/>
                </ns1:cubicBezTo>
                <ns1:cubicBezTo>
                  <ns1:pt x="51" y="56"/>
                  <ns1:pt x="44" y="50"/>
                  <ns1:pt x="40" y="47"/>
                </ns1:cubicBezTo>
                <ns1:cubicBezTo>
                  <ns1:pt x="30" y="40"/>
                  <ns1:pt x="21" y="33"/>
                  <ns1:pt x="11" y="27"/>
                </ns1:cubicBezTo>
                <ns1:cubicBezTo>
                  <ns1:pt x="7" y="24"/>
                  <ns1:pt x="0" y="17"/>
                  <ns1:pt x="0" y="11"/>
                </ns1:cubicBezTo>
                <ns1:cubicBezTo>
                  <ns1:pt x="0" y="5"/>
                  <ns1:pt x="4" y="0"/>
                  <ns1:pt x="10" y="0"/>
                </ns1:cubicBezTo>
                <ns1:cubicBezTo>
                  <ns1:pt x="102" y="0"/>
                  <ns1:pt x="102" y="0"/>
                  <ns1:pt x="102" y="0"/>
                </ns1:cubicBezTo>
                <ns1:cubicBezTo>
                  <ns1:pt x="108" y="0"/>
                  <ns1:pt x="112" y="4"/>
                  <ns1:pt x="112" y="10"/>
                </ns1:cubicBezTo>
                <ns1:cubicBezTo>
                  <ns1:pt x="112" y="17"/>
                  <ns1:pt x="107" y="23"/>
                  <ns1:pt x="101" y="27"/>
                </ns1:cubicBezTo>
                <ns1:close/>
                <ns1:moveTo>
                  <ns1:pt x="112" y="78"/>
                </ns1:moveTo>
                <ns1:cubicBezTo>
                  <ns1:pt x="112" y="83"/>
                  <ns1:pt x="108" y="87"/>
                  <ns1:pt x="102" y="87"/>
                </ns1:cubicBezTo>
                <ns1:cubicBezTo>
                  <ns1:pt x="10" y="87"/>
                  <ns1:pt x="10" y="87"/>
                  <ns1:pt x="10" y="87"/>
                </ns1:cubicBezTo>
                <ns1:cubicBezTo>
                  <ns1:pt x="5" y="87"/>
                  <ns1:pt x="0" y="83"/>
                  <ns1:pt x="0" y="78"/>
                </ns1:cubicBezTo>
                <ns1:cubicBezTo>
                  <ns1:pt x="0" y="28"/>
                  <ns1:pt x="0" y="28"/>
                  <ns1:pt x="0" y="28"/>
                </ns1:cubicBezTo>
                <ns1:cubicBezTo>
                  <ns1:pt x="2" y="30"/>
                  <ns1:pt x="4" y="32"/>
                  <ns1:pt x="7" y="33"/>
                </ns1:cubicBezTo>
                <ns1:cubicBezTo>
                  <ns1:pt x="17" y="40"/>
                  <ns1:pt x="27" y="47"/>
                  <ns1:pt x="38" y="55"/>
                </ns1:cubicBezTo>
                <ns1:cubicBezTo>
                  <ns1:pt x="43" y="59"/>
                  <ns1:pt x="49" y="64"/>
                  <ns1:pt x="56" y="64"/>
                </ns1:cubicBezTo>
                <ns1:cubicBezTo>
                  <ns1:pt x="56" y="64"/>
                  <ns1:pt x="56" y="64"/>
                  <ns1:pt x="56" y="64"/>
                </ns1:cubicBezTo>
                <ns1:cubicBezTo>
                  <ns1:pt x="56" y="64"/>
                  <ns1:pt x="56" y="64"/>
                  <ns1:pt x="56" y="64"/>
                </ns1:cubicBezTo>
                <ns1:cubicBezTo>
                  <ns1:pt x="63" y="64"/>
                  <ns1:pt x="70" y="59"/>
                  <ns1:pt x="75" y="55"/>
                </ns1:cubicBezTo>
                <ns1:cubicBezTo>
                  <ns1:pt x="85" y="48"/>
                  <ns1:pt x="95" y="40"/>
                  <ns1:pt x="106" y="33"/>
                </ns1:cubicBezTo>
                <ns1:cubicBezTo>
                  <ns1:pt x="108" y="32"/>
                  <ns1:pt x="110" y="30"/>
                  <ns1:pt x="112" y="28"/>
                </ns1:cubicBezTo>
                <ns1:lnTo>
                  <ns1:pt x="112" y="78"/>
                </ns1:lnTo>
                <ns1:close/>
              </ns1:path>
            </ns1:pathLst>
          </ns1:custGeom>
          <ns1:solidFill>
            <ns1:srgbClr val="010101"/>
          </ns1:solidFill>
          <ns1:ln>
            <ns1:noFill/>
          </ns1:ln>
          <ns1:extLst>
            <ns1:ext uri="{91240B29-F687-4F45-9708-019B960494DF}">
              <ns2:hiddenLine w="9525">
                <ns1:solidFill>
                  <ns1:srgbClr val="000000"/>
                </ns1:solidFill>
                <ns1:round/>
                <ns1:headEnd/>
                <ns1:tailEnd/>
              </ns2:hiddenLine>
            </ns1:ext>
          </ns1:extLst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en-US" sz="2700"/>
          </ns1:p>
        </ns0:txBody>
      </ns0:sp>
      <ns0:sp>
        <ns0:nvSpPr>
          <ns0:cNvPr id="175" name="Freeform 173"/>
          <ns0:cNvSpPr>
            <ns1:spLocks noEditPoints="1"/>
          </ns0:cNvSpPr>
          <ns0:nvPr/>
        </ns0:nvSpPr>
        <ns0:spPr bwMode="auto">
          <ns1:xfrm>
            <ns1:off x="6230939" y="5865813"/>
            <ns1:ext cx="360363" cy="342900"/>
          </ns1:xfrm>
          <ns1:custGeom>
            <ns1:avLst/>
            <ns1:gdLst>
              <ns1:gd name="T0" fmla="*/ 12 w 96"/>
              <ns1:gd name="T1" fmla="*/ 21 h 91"/>
              <ns1:gd name="T2" fmla="*/ 12 w 96"/>
              <ns1:gd name="T3" fmla="*/ 21 h 91"/>
              <ns1:gd name="T4" fmla="*/ 0 w 96"/>
              <ns1:gd name="T5" fmla="*/ 11 h 91"/>
              <ns1:gd name="T6" fmla="*/ 12 w 96"/>
              <ns1:gd name="T7" fmla="*/ 0 h 91"/>
              <ns1:gd name="T8" fmla="*/ 23 w 96"/>
              <ns1:gd name="T9" fmla="*/ 11 h 91"/>
              <ns1:gd name="T10" fmla="*/ 12 w 96"/>
              <ns1:gd name="T11" fmla="*/ 21 h 91"/>
              <ns1:gd name="T12" fmla="*/ 22 w 96"/>
              <ns1:gd name="T13" fmla="*/ 91 h 91"/>
              <ns1:gd name="T14" fmla="*/ 2 w 96"/>
              <ns1:gd name="T15" fmla="*/ 91 h 91"/>
              <ns1:gd name="T16" fmla="*/ 2 w 96"/>
              <ns1:gd name="T17" fmla="*/ 30 h 91"/>
              <ns1:gd name="T18" fmla="*/ 22 w 96"/>
              <ns1:gd name="T19" fmla="*/ 30 h 91"/>
              <ns1:gd name="T20" fmla="*/ 22 w 96"/>
              <ns1:gd name="T21" fmla="*/ 91 h 91"/>
              <ns1:gd name="T22" fmla="*/ 96 w 96"/>
              <ns1:gd name="T23" fmla="*/ 91 h 91"/>
              <ns1:gd name="T24" fmla="*/ 76 w 96"/>
              <ns1:gd name="T25" fmla="*/ 91 h 91"/>
              <ns1:gd name="T26" fmla="*/ 76 w 96"/>
              <ns1:gd name="T27" fmla="*/ 58 h 91"/>
              <ns1:gd name="T28" fmla="*/ 65 w 96"/>
              <ns1:gd name="T29" fmla="*/ 44 h 91"/>
              <ns1:gd name="T30" fmla="*/ 55 w 96"/>
              <ns1:gd name="T31" fmla="*/ 52 h 91"/>
              <ns1:gd name="T32" fmla="*/ 54 w 96"/>
              <ns1:gd name="T33" fmla="*/ 57 h 91"/>
              <ns1:gd name="T34" fmla="*/ 54 w 96"/>
              <ns1:gd name="T35" fmla="*/ 91 h 91"/>
              <ns1:gd name="T36" fmla="*/ 34 w 96"/>
              <ns1:gd name="T37" fmla="*/ 91 h 91"/>
              <ns1:gd name="T38" fmla="*/ 34 w 96"/>
              <ns1:gd name="T39" fmla="*/ 30 h 91"/>
              <ns1:gd name="T40" fmla="*/ 54 w 96"/>
              <ns1:gd name="T41" fmla="*/ 30 h 91"/>
              <ns1:gd name="T42" fmla="*/ 54 w 96"/>
              <ns1:gd name="T43" fmla="*/ 39 h 91"/>
              <ns1:gd name="T44" fmla="*/ 54 w 96"/>
              <ns1:gd name="T45" fmla="*/ 39 h 91"/>
              <ns1:gd name="T46" fmla="*/ 73 w 96"/>
              <ns1:gd name="T47" fmla="*/ 28 h 91"/>
              <ns1:gd name="T48" fmla="*/ 96 w 96"/>
              <ns1:gd name="T49" fmla="*/ 56 h 91"/>
              <ns1:gd name="T50" fmla="*/ 96 w 96"/>
              <ns1:gd name="T51" fmla="*/ 91 h 91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  <ns1:cxn ang="0">
                <ns1:pos x="T32" y="T33"/>
              </ns1:cxn>
              <ns1:cxn ang="0">
                <ns1:pos x="T34" y="T35"/>
              </ns1:cxn>
              <ns1:cxn ang="0">
                <ns1:pos x="T36" y="T37"/>
              </ns1:cxn>
              <ns1:cxn ang="0">
                <ns1:pos x="T38" y="T39"/>
              </ns1:cxn>
              <ns1:cxn ang="0">
                <ns1:pos x="T40" y="T41"/>
              </ns1:cxn>
              <ns1:cxn ang="0">
                <ns1:pos x="T42" y="T43"/>
              </ns1:cxn>
              <ns1:cxn ang="0">
                <ns1:pos x="T44" y="T45"/>
              </ns1:cxn>
              <ns1:cxn ang="0">
                <ns1:pos x="T46" y="T47"/>
              </ns1:cxn>
              <ns1:cxn ang="0">
                <ns1:pos x="T48" y="T49"/>
              </ns1:cxn>
              <ns1:cxn ang="0">
                <ns1:pos x="T50" y="T51"/>
              </ns1:cxn>
            </ns1:cxnLst>
            <ns1:rect l="0" t="0" r="r" b="b"/>
            <ns1:pathLst>
              <ns1:path w="96" h="91">
                <ns1:moveTo>
                  <ns1:pt x="12" y="21"/>
                </ns1:moveTo>
                <ns1:cubicBezTo>
                  <ns1:pt x="12" y="21"/>
                  <ns1:pt x="12" y="21"/>
                  <ns1:pt x="12" y="21"/>
                </ns1:cubicBezTo>
                <ns1:cubicBezTo>
                  <ns1:pt x="5" y="21"/>
                  <ns1:pt x="0" y="16"/>
                  <ns1:pt x="0" y="11"/>
                </ns1:cubicBezTo>
                <ns1:cubicBezTo>
                  <ns1:pt x="0" y="4"/>
                  <ns1:pt x="5" y="0"/>
                  <ns1:pt x="12" y="0"/>
                </ns1:cubicBezTo>
                <ns1:cubicBezTo>
                  <ns1:pt x="19" y="0"/>
                  <ns1:pt x="23" y="4"/>
                  <ns1:pt x="23" y="11"/>
                </ns1:cubicBezTo>
                <ns1:cubicBezTo>
                  <ns1:pt x="24" y="16"/>
                  <ns1:pt x="19" y="21"/>
                  <ns1:pt x="12" y="21"/>
                </ns1:cubicBezTo>
                <ns1:close/>
                <ns1:moveTo>
                  <ns1:pt x="22" y="91"/>
                </ns1:moveTo>
                <ns1:cubicBezTo>
                  <ns1:pt x="2" y="91"/>
                  <ns1:pt x="2" y="91"/>
                  <ns1:pt x="2" y="91"/>
                </ns1:cubicBezTo>
                <ns1:cubicBezTo>
                  <ns1:pt x="2" y="30"/>
                  <ns1:pt x="2" y="30"/>
                  <ns1:pt x="2" y="30"/>
                </ns1:cubicBezTo>
                <ns1:cubicBezTo>
                  <ns1:pt x="22" y="30"/>
                  <ns1:pt x="22" y="30"/>
                  <ns1:pt x="22" y="30"/>
                </ns1:cubicBezTo>
                <ns1:lnTo>
                  <ns1:pt x="22" y="91"/>
                </ns1:lnTo>
                <ns1:close/>
                <ns1:moveTo>
                  <ns1:pt x="96" y="91"/>
                </ns1:moveTo>
                <ns1:cubicBezTo>
                  <ns1:pt x="76" y="91"/>
                  <ns1:pt x="76" y="91"/>
                  <ns1:pt x="76" y="91"/>
                </ns1:cubicBezTo>
                <ns1:cubicBezTo>
                  <ns1:pt x="76" y="58"/>
                  <ns1:pt x="76" y="58"/>
                  <ns1:pt x="76" y="58"/>
                </ns1:cubicBezTo>
                <ns1:cubicBezTo>
                  <ns1:pt x="76" y="50"/>
                  <ns1:pt x="73" y="44"/>
                  <ns1:pt x="65" y="44"/>
                </ns1:cubicBezTo>
                <ns1:cubicBezTo>
                  <ns1:pt x="60" y="44"/>
                  <ns1:pt x="56" y="48"/>
                  <ns1:pt x="55" y="52"/>
                </ns1:cubicBezTo>
                <ns1:cubicBezTo>
                  <ns1:pt x="54" y="53"/>
                  <ns1:pt x="54" y="55"/>
                  <ns1:pt x="54" y="57"/>
                </ns1:cubicBezTo>
                <ns1:cubicBezTo>
                  <ns1:pt x="54" y="91"/>
                  <ns1:pt x="54" y="91"/>
                  <ns1:pt x="54" y="91"/>
                </ns1:cubicBezTo>
                <ns1:cubicBezTo>
                  <ns1:pt x="34" y="91"/>
                  <ns1:pt x="34" y="91"/>
                  <ns1:pt x="34" y="91"/>
                </ns1:cubicBezTo>
                <ns1:cubicBezTo>
                  <ns1:pt x="34" y="35"/>
                  <ns1:pt x="34" y="30"/>
                  <ns1:pt x="34" y="30"/>
                </ns1:cubicBezTo>
                <ns1:cubicBezTo>
                  <ns1:pt x="54" y="30"/>
                  <ns1:pt x="54" y="30"/>
                  <ns1:pt x="54" y="30"/>
                </ns1:cubicBezTo>
                <ns1:cubicBezTo>
                  <ns1:pt x="54" y="39"/>
                  <ns1:pt x="54" y="39"/>
                  <ns1:pt x="54" y="39"/>
                </ns1:cubicBezTo>
                <ns1:cubicBezTo>
                  <ns1:pt x="54" y="39"/>
                  <ns1:pt x="54" y="39"/>
                  <ns1:pt x="54" y="39"/>
                </ns1:cubicBezTo>
                <ns1:cubicBezTo>
                  <ns1:pt x="57" y="34"/>
                  <ns1:pt x="61" y="28"/>
                  <ns1:pt x="73" y="28"/>
                </ns1:cubicBezTo>
                <ns1:cubicBezTo>
                  <ns1:pt x="86" y="28"/>
                  <ns1:pt x="96" y="37"/>
                  <ns1:pt x="96" y="56"/>
                </ns1:cubicBezTo>
                <ns1:lnTo>
                  <ns1:pt x="96" y="91"/>
                </ns1:lnTo>
                <ns1:close/>
              </ns1:path>
            </ns1:pathLst>
          </ns1:custGeom>
          <ns1:solidFill>
            <ns1:srgbClr val="010101"/>
          </ns1:solidFill>
          <ns1:ln>
            <ns1:noFill/>
          </ns1:ln>
          <ns1:extLst>
            <ns1:ext uri="{91240B29-F687-4F45-9708-019B960494DF}">
              <ns2:hiddenLine w="9525">
                <ns1:solidFill>
                  <ns1:srgbClr val="000000"/>
                </ns1:solidFill>
                <ns1:round/>
                <ns1:headEnd/>
                <ns1:tailEnd/>
              </ns2:hiddenLine>
            </ns1:ext>
          </ns1:extLst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en-US" sz="2700"/>
          </ns1:p>
        </ns0:txBody>
      </ns0:sp>
      <ns0:sp>
        <ns0:nvSpPr>
          <ns0:cNvPr id="176" name="Freeform 174"/>
          <ns0:cNvSpPr>
            <ns1:spLocks/>
          </ns0:cNvSpPr>
          <ns0:nvPr/>
        </ns0:nvSpPr>
        <ns0:spPr bwMode="auto">
          <ns1:xfrm>
            <ns1:off x="6877052" y="5862638"/>
            <ns1:ext cx="360363" cy="357188"/>
          </ns1:xfrm>
          <ns1:custGeom>
            <ns1:avLst/>
            <ns1:gdLst>
              <ns1:gd name="T0" fmla="*/ 48 w 96"/>
              <ns1:gd name="T1" fmla="*/ 95 h 95"/>
              <ns1:gd name="T2" fmla="*/ 11 w 96"/>
              <ns1:gd name="T3" fmla="*/ 78 h 95"/>
              <ns1:gd name="T4" fmla="*/ 11 w 96"/>
              <ns1:gd name="T5" fmla="*/ 76 h 95"/>
              <ns1:gd name="T6" fmla="*/ 20 w 96"/>
              <ns1:gd name="T7" fmla="*/ 67 h 95"/>
              <ns1:gd name="T8" fmla="*/ 22 w 96"/>
              <ns1:gd name="T9" fmla="*/ 66 h 95"/>
              <ns1:gd name="T10" fmla="*/ 23 w 96"/>
              <ns1:gd name="T11" fmla="*/ 67 h 95"/>
              <ns1:gd name="T12" fmla="*/ 48 w 96"/>
              <ns1:gd name="T13" fmla="*/ 80 h 95"/>
              <ns1:gd name="T14" fmla="*/ 80 w 96"/>
              <ns1:gd name="T15" fmla="*/ 48 h 95"/>
              <ns1:gd name="T16" fmla="*/ 48 w 96"/>
              <ns1:gd name="T17" fmla="*/ 16 h 95"/>
              <ns1:gd name="T18" fmla="*/ 27 w 96"/>
              <ns1:gd name="T19" fmla="*/ 24 h 95"/>
              <ns1:gd name="T20" fmla="*/ 35 w 96"/>
              <ns1:gd name="T21" fmla="*/ 33 h 95"/>
              <ns1:gd name="T22" fmla="*/ 36 w 96"/>
              <ns1:gd name="T23" fmla="*/ 37 h 95"/>
              <ns1:gd name="T24" fmla="*/ 32 w 96"/>
              <ns1:gd name="T25" fmla="*/ 40 h 95"/>
              <ns1:gd name="T26" fmla="*/ 4 w 96"/>
              <ns1:gd name="T27" fmla="*/ 40 h 95"/>
              <ns1:gd name="T28" fmla="*/ 0 w 96"/>
              <ns1:gd name="T29" fmla="*/ 36 h 95"/>
              <ns1:gd name="T30" fmla="*/ 0 w 96"/>
              <ns1:gd name="T31" fmla="*/ 8 h 95"/>
              <ns1:gd name="T32" fmla="*/ 3 w 96"/>
              <ns1:gd name="T33" fmla="*/ 4 h 95"/>
              <ns1:gd name="T34" fmla="*/ 7 w 96"/>
              <ns1:gd name="T35" fmla="*/ 5 h 95"/>
              <ns1:gd name="T36" fmla="*/ 15 w 96"/>
              <ns1:gd name="T37" fmla="*/ 13 h 95"/>
              <ns1:gd name="T38" fmla="*/ 48 w 96"/>
              <ns1:gd name="T39" fmla="*/ 0 h 95"/>
              <ns1:gd name="T40" fmla="*/ 96 w 96"/>
              <ns1:gd name="T41" fmla="*/ 48 h 95"/>
              <ns1:gd name="T42" fmla="*/ 48 w 96"/>
              <ns1:gd name="T43" fmla="*/ 95 h 95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  <ns1:cxn ang="0">
                <ns1:pos x="T32" y="T33"/>
              </ns1:cxn>
              <ns1:cxn ang="0">
                <ns1:pos x="T34" y="T35"/>
              </ns1:cxn>
              <ns1:cxn ang="0">
                <ns1:pos x="T36" y="T37"/>
              </ns1:cxn>
              <ns1:cxn ang="0">
                <ns1:pos x="T38" y="T39"/>
              </ns1:cxn>
              <ns1:cxn ang="0">
                <ns1:pos x="T40" y="T41"/>
              </ns1:cxn>
              <ns1:cxn ang="0">
                <ns1:pos x="T42" y="T43"/>
              </ns1:cxn>
            </ns1:cxnLst>
            <ns1:rect l="0" t="0" r="r" b="b"/>
            <ns1:pathLst>
              <ns1:path w="96" h="95">
                <ns1:moveTo>
                  <ns1:pt x="48" y="95"/>
                </ns1:moveTo>
                <ns1:cubicBezTo>
                  <ns1:pt x="34" y="95"/>
                  <ns1:pt x="20" y="89"/>
                  <ns1:pt x="11" y="78"/>
                </ns1:cubicBezTo>
                <ns1:cubicBezTo>
                  <ns1:pt x="11" y="77"/>
                  <ns1:pt x="11" y="76"/>
                  <ns1:pt x="11" y="76"/>
                </ns1:cubicBezTo>
                <ns1:cubicBezTo>
                  <ns1:pt x="20" y="67"/>
                  <ns1:pt x="20" y="67"/>
                  <ns1:pt x="20" y="67"/>
                </ns1:cubicBezTo>
                <ns1:cubicBezTo>
                  <ns1:pt x="20" y="67"/>
                  <ns1:pt x="21" y="66"/>
                  <ns1:pt x="22" y="66"/>
                </ns1:cubicBezTo>
                <ns1:cubicBezTo>
                  <ns1:pt x="22" y="66"/>
                  <ns1:pt x="23" y="67"/>
                  <ns1:pt x="23" y="67"/>
                </ns1:cubicBezTo>
                <ns1:cubicBezTo>
                  <ns1:pt x="29" y="75"/>
                  <ns1:pt x="38" y="80"/>
                  <ns1:pt x="48" y="80"/>
                </ns1:cubicBezTo>
                <ns1:cubicBezTo>
                  <ns1:pt x="66" y="80"/>
                  <ns1:pt x="80" y="65"/>
                  <ns1:pt x="80" y="48"/>
                </ns1:cubicBezTo>
                <ns1:cubicBezTo>
                  <ns1:pt x="80" y="30"/>
                  <ns1:pt x="66" y="16"/>
                  <ns1:pt x="48" y="16"/>
                </ns1:cubicBezTo>
                <ns1:cubicBezTo>
                  <ns1:pt x="40" y="16"/>
                  <ns1:pt x="32" y="19"/>
                  <ns1:pt x="27" y="24"/>
                </ns1:cubicBezTo>
                <ns1:cubicBezTo>
                  <ns1:pt x="35" y="33"/>
                  <ns1:pt x="35" y="33"/>
                  <ns1:pt x="35" y="33"/>
                </ns1:cubicBezTo>
                <ns1:cubicBezTo>
                  <ns1:pt x="36" y="34"/>
                  <ns1:pt x="37" y="36"/>
                  <ns1:pt x="36" y="37"/>
                </ns1:cubicBezTo>
                <ns1:cubicBezTo>
                  <ns1:pt x="35" y="39"/>
                  <ns1:pt x="34" y="40"/>
                  <ns1:pt x="32" y="40"/>
                </ns1:cubicBezTo>
                <ns1:cubicBezTo>
                  <ns1:pt x="4" y="40"/>
                  <ns1:pt x="4" y="40"/>
                  <ns1:pt x="4" y="40"/>
                </ns1:cubicBezTo>
                <ns1:cubicBezTo>
                  <ns1:pt x="2" y="40"/>
                  <ns1:pt x="0" y="38"/>
                  <ns1:pt x="0" y="36"/>
                </ns1:cubicBezTo>
                <ns1:cubicBezTo>
                  <ns1:pt x="0" y="8"/>
                  <ns1:pt x="0" y="8"/>
                  <ns1:pt x="0" y="8"/>
                </ns1:cubicBezTo>
                <ns1:cubicBezTo>
                  <ns1:pt x="0" y="6"/>
                  <ns1:pt x="1" y="5"/>
                  <ns1:pt x="3" y="4"/>
                </ns1:cubicBezTo>
                <ns1:cubicBezTo>
                  <ns1:pt x="4" y="3"/>
                  <ns1:pt x="6" y="4"/>
                  <ns1:pt x="7" y="5"/>
                </ns1:cubicBezTo>
                <ns1:cubicBezTo>
                  <ns1:pt x="15" y="13"/>
                  <ns1:pt x="15" y="13"/>
                  <ns1:pt x="15" y="13"/>
                </ns1:cubicBezTo>
                <ns1:cubicBezTo>
                  <ns1:pt x="24" y="5"/>
                  <ns1:pt x="36" y="0"/>
                  <ns1:pt x="48" y="0"/>
                </ns1:cubicBezTo>
                <ns1:cubicBezTo>
                  <ns1:pt x="75" y="0"/>
                  <ns1:pt x="96" y="21"/>
                  <ns1:pt x="96" y="48"/>
                </ns1:cubicBezTo>
                <ns1:cubicBezTo>
                  <ns1:pt x="96" y="74"/>
                  <ns1:pt x="75" y="95"/>
                  <ns1:pt x="48" y="95"/>
                </ns1:cubicBezTo>
                <ns1:close/>
              </ns1:path>
            </ns1:pathLst>
          </ns1:custGeom>
          <ns1:solidFill>
            <ns1:srgbClr val="010101"/>
          </ns1:solidFill>
          <ns1:ln>
            <ns1:noFill/>
          </ns1:ln>
          <ns1:extLst>
            <ns1:ext uri="{91240B29-F687-4F45-9708-019B960494DF}">
              <ns2:hiddenLine w="9525">
                <ns1:solidFill>
                  <ns1:srgbClr val="000000"/>
                </ns1:solidFill>
                <ns1:round/>
                <ns1:headEnd/>
                <ns1:tailEnd/>
              </ns2:hiddenLine>
            </ns1:ext>
          </ns1:extLst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en-US" sz="2700"/>
          </ns1:p>
        </ns0:txBody>
      </ns0:sp>
      <ns0:sp>
        <ns0:nvSpPr>
          <ns0:cNvPr id="177" name="Freeform 175"/>
          <ns0:cNvSpPr>
            <ns1:spLocks/>
          </ns0:cNvSpPr>
          <ns0:nvPr/>
        </ns0:nvSpPr>
        <ns0:spPr bwMode="auto">
          <ns1:xfrm>
            <ns1:off x="7504114" y="5840414"/>
            <ns1:ext cx="404813" cy="404813"/>
          </ns1:xfrm>
          <ns1:custGeom>
            <ns1:avLst/>
            <ns1:gdLst>
              <ns1:gd name="T0" fmla="*/ 105 w 108"/>
              <ns1:gd name="T1" fmla="*/ 99 h 108"/>
              <ns1:gd name="T2" fmla="*/ 99 w 108"/>
              <ns1:gd name="T3" fmla="*/ 106 h 108"/>
              <ns1:gd name="T4" fmla="*/ 93 w 108"/>
              <ns1:gd name="T5" fmla="*/ 108 h 108"/>
              <ns1:gd name="T6" fmla="*/ 87 w 108"/>
              <ns1:gd name="T7" fmla="*/ 106 h 108"/>
              <ns1:gd name="T8" fmla="*/ 65 w 108"/>
              <ns1:gd name="T9" fmla="*/ 83 h 108"/>
              <ns1:gd name="T10" fmla="*/ 62 w 108"/>
              <ns1:gd name="T11" fmla="*/ 78 h 108"/>
              <ns1:gd name="T12" fmla="*/ 65 w 108"/>
              <ns1:gd name="T13" fmla="*/ 72 h 108"/>
              <ns1:gd name="T14" fmla="*/ 49 w 108"/>
              <ns1:gd name="T15" fmla="*/ 56 h 108"/>
              <ns1:gd name="T16" fmla="*/ 41 w 108"/>
              <ns1:gd name="T17" fmla="*/ 63 h 108"/>
              <ns1:gd name="T18" fmla="*/ 39 w 108"/>
              <ns1:gd name="T19" fmla="*/ 64 h 108"/>
              <ns1:gd name="T20" fmla="*/ 37 w 108"/>
              <ns1:gd name="T21" fmla="*/ 63 h 108"/>
              <ns1:gd name="T22" fmla="*/ 40 w 108"/>
              <ns1:gd name="T23" fmla="*/ 70 h 108"/>
              <ns1:gd name="T24" fmla="*/ 39 w 108"/>
              <ns1:gd name="T25" fmla="*/ 74 h 108"/>
              <ns1:gd name="T26" fmla="*/ 31 w 108"/>
              <ns1:gd name="T27" fmla="*/ 79 h 108"/>
              <ns1:gd name="T28" fmla="*/ 27 w 108"/>
              <ns1:gd name="T29" fmla="*/ 77 h 108"/>
              <ns1:gd name="T30" fmla="*/ 1 w 108"/>
              <ns1:gd name="T31" fmla="*/ 52 h 108"/>
              <ns1:gd name="T32" fmla="*/ 0 w 108"/>
              <ns1:gd name="T33" fmla="*/ 48 h 108"/>
              <ns1:gd name="T34" fmla="*/ 5 w 108"/>
              <ns1:gd name="T35" fmla="*/ 40 h 108"/>
              <ns1:gd name="T36" fmla="*/ 9 w 108"/>
              <ns1:gd name="T37" fmla="*/ 38 h 108"/>
              <ns1:gd name="T38" fmla="*/ 15 w 108"/>
              <ns1:gd name="T39" fmla="*/ 42 h 108"/>
              <ns1:gd name="T40" fmla="*/ 14 w 108"/>
              <ns1:gd name="T41" fmla="*/ 40 h 108"/>
              <ns1:gd name="T42" fmla="*/ 15 w 108"/>
              <ns1:gd name="T43" fmla="*/ 37 h 108"/>
              <ns1:gd name="T44" fmla="*/ 37 w 108"/>
              <ns1:gd name="T45" fmla="*/ 16 h 108"/>
              <ns1:gd name="T46" fmla="*/ 39 w 108"/>
              <ns1:gd name="T47" fmla="*/ 15 h 108"/>
              <ns1:gd name="T48" fmla="*/ 41 w 108"/>
              <ns1:gd name="T49" fmla="*/ 16 h 108"/>
              <ns1:gd name="T50" fmla="*/ 37 w 108"/>
              <ns1:gd name="T51" fmla="*/ 10 h 108"/>
              <ns1:gd name="T52" fmla="*/ 39 w 108"/>
              <ns1:gd name="T53" fmla="*/ 5 h 108"/>
              <ns1:gd name="T54" fmla="*/ 47 w 108"/>
              <ns1:gd name="T55" fmla="*/ 0 h 108"/>
              <ns1:gd name="T56" fmla="*/ 51 w 108"/>
              <ns1:gd name="T57" fmla="*/ 2 h 108"/>
              <ns1:gd name="T58" fmla="*/ 77 w 108"/>
              <ns1:gd name="T59" fmla="*/ 27 h 108"/>
              <ns1:gd name="T60" fmla="*/ 78 w 108"/>
              <ns1:gd name="T61" fmla="*/ 32 h 108"/>
              <ns1:gd name="T62" fmla="*/ 73 w 108"/>
              <ns1:gd name="T63" fmla="*/ 39 h 108"/>
              <ns1:gd name="T64" fmla="*/ 69 w 108"/>
              <ns1:gd name="T65" fmla="*/ 41 h 108"/>
              <ns1:gd name="T66" fmla="*/ 63 w 108"/>
              <ns1:gd name="T67" fmla="*/ 37 h 108"/>
              <ns1:gd name="T68" fmla="*/ 64 w 108"/>
              <ns1:gd name="T69" fmla="*/ 40 h 108"/>
              <ns1:gd name="T70" fmla="*/ 63 w 108"/>
              <ns1:gd name="T71" fmla="*/ 42 h 108"/>
              <ns1:gd name="T72" fmla="*/ 55 w 108"/>
              <ns1:gd name="T73" fmla="*/ 50 h 108"/>
              <ns1:gd name="T74" fmla="*/ 71 w 108"/>
              <ns1:gd name="T75" fmla="*/ 66 h 108"/>
              <ns1:gd name="T76" fmla="*/ 77 w 108"/>
              <ns1:gd name="T77" fmla="*/ 63 h 108"/>
              <ns1:gd name="T78" fmla="*/ 83 w 108"/>
              <ns1:gd name="T79" fmla="*/ 65 h 108"/>
              <ns1:gd name="T80" fmla="*/ 105 w 108"/>
              <ns1:gd name="T81" fmla="*/ 88 h 108"/>
              <ns1:gd name="T82" fmla="*/ 108 w 108"/>
              <ns1:gd name="T83" fmla="*/ 94 h 108"/>
              <ns1:gd name="T84" fmla="*/ 105 w 108"/>
              <ns1:gd name="T85" fmla="*/ 99 h 108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  <ns1:cxn ang="0">
                <ns1:pos x="T32" y="T33"/>
              </ns1:cxn>
              <ns1:cxn ang="0">
                <ns1:pos x="T34" y="T35"/>
              </ns1:cxn>
              <ns1:cxn ang="0">
                <ns1:pos x="T36" y="T37"/>
              </ns1:cxn>
              <ns1:cxn ang="0">
                <ns1:pos x="T38" y="T39"/>
              </ns1:cxn>
              <ns1:cxn ang="0">
                <ns1:pos x="T40" y="T41"/>
              </ns1:cxn>
              <ns1:cxn ang="0">
                <ns1:pos x="T42" y="T43"/>
              </ns1:cxn>
              <ns1:cxn ang="0">
                <ns1:pos x="T44" y="T45"/>
              </ns1:cxn>
              <ns1:cxn ang="0">
                <ns1:pos x="T46" y="T47"/>
              </ns1:cxn>
              <ns1:cxn ang="0">
                <ns1:pos x="T48" y="T49"/>
              </ns1:cxn>
              <ns1:cxn ang="0">
                <ns1:pos x="T50" y="T51"/>
              </ns1:cxn>
              <ns1:cxn ang="0">
                <ns1:pos x="T52" y="T53"/>
              </ns1:cxn>
              <ns1:cxn ang="0">
                <ns1:pos x="T54" y="T55"/>
              </ns1:cxn>
              <ns1:cxn ang="0">
                <ns1:pos x="T56" y="T57"/>
              </ns1:cxn>
              <ns1:cxn ang="0">
                <ns1:pos x="T58" y="T59"/>
              </ns1:cxn>
              <ns1:cxn ang="0">
                <ns1:pos x="T60" y="T61"/>
              </ns1:cxn>
              <ns1:cxn ang="0">
                <ns1:pos x="T62" y="T63"/>
              </ns1:cxn>
              <ns1:cxn ang="0">
                <ns1:pos x="T64" y="T65"/>
              </ns1:cxn>
              <ns1:cxn ang="0">
                <ns1:pos x="T66" y="T67"/>
              </ns1:cxn>
              <ns1:cxn ang="0">
                <ns1:pos x="T68" y="T69"/>
              </ns1:cxn>
              <ns1:cxn ang="0">
                <ns1:pos x="T70" y="T71"/>
              </ns1:cxn>
              <ns1:cxn ang="0">
                <ns1:pos x="T72" y="T73"/>
              </ns1:cxn>
              <ns1:cxn ang="0">
                <ns1:pos x="T74" y="T75"/>
              </ns1:cxn>
              <ns1:cxn ang="0">
                <ns1:pos x="T76" y="T77"/>
              </ns1:cxn>
              <ns1:cxn ang="0">
                <ns1:pos x="T78" y="T79"/>
              </ns1:cxn>
              <ns1:cxn ang="0">
                <ns1:pos x="T80" y="T81"/>
              </ns1:cxn>
              <ns1:cxn ang="0">
                <ns1:pos x="T82" y="T83"/>
              </ns1:cxn>
              <ns1:cxn ang="0">
                <ns1:pos x="T84" y="T85"/>
              </ns1:cxn>
            </ns1:cxnLst>
            <ns1:rect l="0" t="0" r="r" b="b"/>
            <ns1:pathLst>
              <ns1:path w="108" h="108">
                <ns1:moveTo>
                  <ns1:pt x="105" y="99"/>
                </ns1:moveTo>
                <ns1:cubicBezTo>
                  <ns1:pt x="99" y="106"/>
                  <ns1:pt x="99" y="106"/>
                  <ns1:pt x="99" y="106"/>
                </ns1:cubicBezTo>
                <ns1:cubicBezTo>
                  <ns1:pt x="97" y="107"/>
                  <ns1:pt x="95" y="108"/>
                  <ns1:pt x="93" y="108"/>
                </ns1:cubicBezTo>
                <ns1:cubicBezTo>
                  <ns1:pt x="91" y="108"/>
                  <ns1:pt x="89" y="107"/>
                  <ns1:pt x="87" y="106"/>
                </ns1:cubicBezTo>
                <ns1:cubicBezTo>
                  <ns1:pt x="65" y="83"/>
                  <ns1:pt x="65" y="83"/>
                  <ns1:pt x="65" y="83"/>
                </ns1:cubicBezTo>
                <ns1:cubicBezTo>
                  <ns1:pt x="63" y="82"/>
                  <ns1:pt x="62" y="80"/>
                  <ns1:pt x="62" y="78"/>
                </ns1:cubicBezTo>
                <ns1:cubicBezTo>
                  <ns1:pt x="62" y="75"/>
                  <ns1:pt x="63" y="73"/>
                  <ns1:pt x="65" y="72"/>
                </ns1:cubicBezTo>
                <ns1:cubicBezTo>
                  <ns1:pt x="49" y="56"/>
                  <ns1:pt x="49" y="56"/>
                  <ns1:pt x="49" y="56"/>
                </ns1:cubicBezTo>
                <ns1:cubicBezTo>
                  <ns1:pt x="41" y="63"/>
                  <ns1:pt x="41" y="63"/>
                  <ns1:pt x="41" y="63"/>
                </ns1:cubicBezTo>
                <ns1:cubicBezTo>
                  <ns1:pt x="41" y="64"/>
                  <ns1:pt x="40" y="64"/>
                  <ns1:pt x="39" y="64"/>
                </ns1:cubicBezTo>
                <ns1:cubicBezTo>
                  <ns1:pt x="38" y="64"/>
                  <ns1:pt x="37" y="64"/>
                  <ns1:pt x="37" y="63"/>
                </ns1:cubicBezTo>
                <ns1:cubicBezTo>
                  <ns1:pt x="39" y="65"/>
                  <ns1:pt x="40" y="67"/>
                  <ns1:pt x="40" y="70"/>
                </ns1:cubicBezTo>
                <ns1:cubicBezTo>
                  <ns1:pt x="40" y="71"/>
                  <ns1:pt x="40" y="73"/>
                  <ns1:pt x="39" y="74"/>
                </ns1:cubicBezTo>
                <ns1:cubicBezTo>
                  <ns1:pt x="37" y="76"/>
                  <ns1:pt x="34" y="79"/>
                  <ns1:pt x="31" y="79"/>
                </ns1:cubicBezTo>
                <ns1:cubicBezTo>
                  <ns1:pt x="29" y="79"/>
                  <ns1:pt x="28" y="78"/>
                  <ns1:pt x="27" y="77"/>
                </ns1:cubicBezTo>
                <ns1:cubicBezTo>
                  <ns1:pt x="1" y="52"/>
                  <ns1:pt x="1" y="52"/>
                  <ns1:pt x="1" y="52"/>
                </ns1:cubicBezTo>
                <ns1:cubicBezTo>
                  <ns1:pt x="0" y="51"/>
                  <ns1:pt x="0" y="49"/>
                  <ns1:pt x="0" y="48"/>
                </ns1:cubicBezTo>
                <ns1:cubicBezTo>
                  <ns1:pt x="0" y="44"/>
                  <ns1:pt x="3" y="42"/>
                  <ns1:pt x="5" y="40"/>
                </ns1:cubicBezTo>
                <ns1:cubicBezTo>
                  <ns1:pt x="6" y="39"/>
                  <ns1:pt x="7" y="38"/>
                  <ns1:pt x="9" y="38"/>
                </ns1:cubicBezTo>
                <ns1:cubicBezTo>
                  <ns1:pt x="12" y="38"/>
                  <ns1:pt x="13" y="40"/>
                  <ns1:pt x="15" y="42"/>
                </ns1:cubicBezTo>
                <ns1:cubicBezTo>
                  <ns1:pt x="15" y="41"/>
                  <ns1:pt x="14" y="40"/>
                  <ns1:pt x="14" y="40"/>
                </ns1:cubicBezTo>
                <ns1:cubicBezTo>
                  <ns1:pt x="14" y="39"/>
                  <ns1:pt x="15" y="38"/>
                  <ns1:pt x="15" y="37"/>
                </ns1:cubicBezTo>
                <ns1:cubicBezTo>
                  <ns1:pt x="37" y="16"/>
                  <ns1:pt x="37" y="16"/>
                  <ns1:pt x="37" y="16"/>
                </ns1:cubicBezTo>
                <ns1:cubicBezTo>
                  <ns1:pt x="37" y="15"/>
                  <ns1:pt x="38" y="15"/>
                  <ns1:pt x="39" y="15"/>
                </ns1:cubicBezTo>
                <ns1:cubicBezTo>
                  <ns1:pt x="40" y="15"/>
                  <ns1:pt x="41" y="15"/>
                  <ns1:pt x="41" y="16"/>
                </ns1:cubicBezTo>
                <ns1:cubicBezTo>
                  <ns1:pt x="39" y="14"/>
                  <ns1:pt x="37" y="12"/>
                  <ns1:pt x="37" y="10"/>
                </ns1:cubicBezTo>
                <ns1:cubicBezTo>
                  <ns1:pt x="37" y="8"/>
                  <ns1:pt x="38" y="7"/>
                  <ns1:pt x="39" y="5"/>
                </ns1:cubicBezTo>
                <ns1:cubicBezTo>
                  <ns1:pt x="41" y="3"/>
                  <ns1:pt x="44" y="0"/>
                  <ns1:pt x="47" y="0"/>
                </ns1:cubicBezTo>
                <ns1:cubicBezTo>
                  <ns1:pt x="49" y="0"/>
                  <ns1:pt x="50" y="1"/>
                  <ns1:pt x="51" y="2"/>
                </ns1:cubicBezTo>
                <ns1:cubicBezTo>
                  <ns1:pt x="77" y="27"/>
                  <ns1:pt x="77" y="27"/>
                  <ns1:pt x="77" y="27"/>
                </ns1:cubicBezTo>
                <ns1:cubicBezTo>
                  <ns1:pt x="78" y="28"/>
                  <ns1:pt x="78" y="30"/>
                  <ns1:pt x="78" y="32"/>
                </ns1:cubicBezTo>
                <ns1:cubicBezTo>
                  <ns1:pt x="78" y="35"/>
                  <ns1:pt x="75" y="37"/>
                  <ns1:pt x="73" y="39"/>
                </ns1:cubicBezTo>
                <ns1:cubicBezTo>
                  <ns1:pt x="72" y="40"/>
                  <ns1:pt x="71" y="41"/>
                  <ns1:pt x="69" y="41"/>
                </ns1:cubicBezTo>
                <ns1:cubicBezTo>
                  <ns1:pt x="66" y="41"/>
                  <ns1:pt x="65" y="39"/>
                  <ns1:pt x="63" y="37"/>
                </ns1:cubicBezTo>
                <ns1:cubicBezTo>
                  <ns1:pt x="63" y="38"/>
                  <ns1:pt x="64" y="39"/>
                  <ns1:pt x="64" y="40"/>
                </ns1:cubicBezTo>
                <ns1:cubicBezTo>
                  <ns1:pt x="64" y="40"/>
                  <ns1:pt x="63" y="41"/>
                  <ns1:pt x="63" y="42"/>
                </ns1:cubicBezTo>
                <ns1:cubicBezTo>
                  <ns1:pt x="55" y="50"/>
                  <ns1:pt x="55" y="50"/>
                  <ns1:pt x="55" y="50"/>
                </ns1:cubicBezTo>
                <ns1:cubicBezTo>
                  <ns1:pt x="71" y="66"/>
                  <ns1:pt x="71" y="66"/>
                  <ns1:pt x="71" y="66"/>
                </ns1:cubicBezTo>
                <ns1:cubicBezTo>
                  <ns1:pt x="73" y="64"/>
                  <ns1:pt x="75" y="63"/>
                  <ns1:pt x="77" y="63"/>
                </ns1:cubicBezTo>
                <ns1:cubicBezTo>
                  <ns1:pt x="79" y="63"/>
                  <ns1:pt x="81" y="64"/>
                  <ns1:pt x="83" y="65"/>
                </ns1:cubicBezTo>
                <ns1:cubicBezTo>
                  <ns1:pt x="105" y="88"/>
                  <ns1:pt x="105" y="88"/>
                  <ns1:pt x="105" y="88"/>
                </ns1:cubicBezTo>
                <ns1:cubicBezTo>
                  <ns1:pt x="107" y="89"/>
                  <ns1:pt x="108" y="91"/>
                  <ns1:pt x="108" y="94"/>
                </ns1:cubicBezTo>
                <ns1:cubicBezTo>
                  <ns1:pt x="108" y="96"/>
                  <ns1:pt x="107" y="98"/>
                  <ns1:pt x="105" y="99"/>
                </ns1:cubicBezTo>
                <ns1:close/>
              </ns1:path>
            </ns1:pathLst>
          </ns1:custGeom>
          <ns1:solidFill>
            <ns1:srgbClr val="010101"/>
          </ns1:solidFill>
          <ns1:ln>
            <ns1:noFill/>
          </ns1:ln>
          <ns1:extLst>
            <ns1:ext uri="{91240B29-F687-4F45-9708-019B960494DF}">
              <ns2:hiddenLine w="9525">
                <ns1:solidFill>
                  <ns1:srgbClr val="000000"/>
                </ns1:solidFill>
                <ns1:round/>
                <ns1:headEnd/>
                <ns1:tailEnd/>
              </ns2:hiddenLine>
            </ns1:ext>
          </ns1:extLst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en-US" sz="2700"/>
          </ns1:p>
        </ns0:txBody>
      </ns0:sp>
      <ns0:sp>
        <ns0:nvSpPr>
          <ns0:cNvPr id="178" name="Freeform 176"/>
          <ns0:cNvSpPr>
            <ns1:spLocks noEditPoints="1"/>
          </ns0:cNvSpPr>
          <ns0:nvPr/>
        </ns0:nvSpPr>
        <ns0:spPr bwMode="auto">
          <ns1:xfrm>
            <ns1:off x="8137526" y="5892802"/>
            <ns1:ext cx="420688" cy="327025"/>
          </ns1:xfrm>
          <ns1:custGeom>
            <ns1:avLst/>
            <ns1:gdLst>
              <ns1:gd name="T0" fmla="*/ 103 w 112"/>
              <ns1:gd name="T1" fmla="*/ 86 h 87"/>
              <ns1:gd name="T2" fmla="*/ 100 w 112"/>
              <ns1:gd name="T3" fmla="*/ 87 h 87"/>
              <ns1:gd name="T4" fmla="*/ 12 w 112"/>
              <ns1:gd name="T5" fmla="*/ 87 h 87"/>
              <ns1:gd name="T6" fmla="*/ 9 w 112"/>
              <ns1:gd name="T7" fmla="*/ 86 h 87"/>
              <ns1:gd name="T8" fmla="*/ 0 w 112"/>
              <ns1:gd name="T9" fmla="*/ 56 h 87"/>
              <ns1:gd name="T10" fmla="*/ 56 w 112"/>
              <ns1:gd name="T11" fmla="*/ 0 h 87"/>
              <ns1:gd name="T12" fmla="*/ 112 w 112"/>
              <ns1:gd name="T13" fmla="*/ 56 h 87"/>
              <ns1:gd name="T14" fmla="*/ 103 w 112"/>
              <ns1:gd name="T15" fmla="*/ 86 h 87"/>
              <ns1:gd name="T16" fmla="*/ 16 w 112"/>
              <ns1:gd name="T17" fmla="*/ 48 h 87"/>
              <ns1:gd name="T18" fmla="*/ 8 w 112"/>
              <ns1:gd name="T19" fmla="*/ 56 h 87"/>
              <ns1:gd name="T20" fmla="*/ 16 w 112"/>
              <ns1:gd name="T21" fmla="*/ 64 h 87"/>
              <ns1:gd name="T22" fmla="*/ 24 w 112"/>
              <ns1:gd name="T23" fmla="*/ 56 h 87"/>
              <ns1:gd name="T24" fmla="*/ 16 w 112"/>
              <ns1:gd name="T25" fmla="*/ 48 h 87"/>
              <ns1:gd name="T26" fmla="*/ 28 w 112"/>
              <ns1:gd name="T27" fmla="*/ 20 h 87"/>
              <ns1:gd name="T28" fmla="*/ 20 w 112"/>
              <ns1:gd name="T29" fmla="*/ 28 h 87"/>
              <ns1:gd name="T30" fmla="*/ 28 w 112"/>
              <ns1:gd name="T31" fmla="*/ 36 h 87"/>
              <ns1:gd name="T32" fmla="*/ 36 w 112"/>
              <ns1:gd name="T33" fmla="*/ 28 h 87"/>
              <ns1:gd name="T34" fmla="*/ 28 w 112"/>
              <ns1:gd name="T35" fmla="*/ 20 h 87"/>
              <ns1:gd name="T36" fmla="*/ 69 w 112"/>
              <ns1:gd name="T37" fmla="*/ 34 h 87"/>
              <ns1:gd name="T38" fmla="*/ 66 w 112"/>
              <ns1:gd name="T39" fmla="*/ 29 h 87"/>
              <ns1:gd name="T40" fmla="*/ 61 w 112"/>
              <ns1:gd name="T41" fmla="*/ 32 h 87"/>
              <ns1:gd name="T42" fmla="*/ 55 w 112"/>
              <ns1:gd name="T43" fmla="*/ 56 h 87"/>
              <ns1:gd name="T44" fmla="*/ 44 w 112"/>
              <ns1:gd name="T45" fmla="*/ 64 h 87"/>
              <ns1:gd name="T46" fmla="*/ 53 w 112"/>
              <ns1:gd name="T47" fmla="*/ 79 h 87"/>
              <ns1:gd name="T48" fmla="*/ 68 w 112"/>
              <ns1:gd name="T49" fmla="*/ 71 h 87"/>
              <ns1:gd name="T50" fmla="*/ 63 w 112"/>
              <ns1:gd name="T51" fmla="*/ 58 h 87"/>
              <ns1:gd name="T52" fmla="*/ 69 w 112"/>
              <ns1:gd name="T53" fmla="*/ 34 h 87"/>
              <ns1:gd name="T54" fmla="*/ 56 w 112"/>
              <ns1:gd name="T55" fmla="*/ 8 h 87"/>
              <ns1:gd name="T56" fmla="*/ 48 w 112"/>
              <ns1:gd name="T57" fmla="*/ 16 h 87"/>
              <ns1:gd name="T58" fmla="*/ 56 w 112"/>
              <ns1:gd name="T59" fmla="*/ 24 h 87"/>
              <ns1:gd name="T60" fmla="*/ 64 w 112"/>
              <ns1:gd name="T61" fmla="*/ 16 h 87"/>
              <ns1:gd name="T62" fmla="*/ 56 w 112"/>
              <ns1:gd name="T63" fmla="*/ 8 h 87"/>
              <ns1:gd name="T64" fmla="*/ 84 w 112"/>
              <ns1:gd name="T65" fmla="*/ 20 h 87"/>
              <ns1:gd name="T66" fmla="*/ 76 w 112"/>
              <ns1:gd name="T67" fmla="*/ 28 h 87"/>
              <ns1:gd name="T68" fmla="*/ 84 w 112"/>
              <ns1:gd name="T69" fmla="*/ 36 h 87"/>
              <ns1:gd name="T70" fmla="*/ 92 w 112"/>
              <ns1:gd name="T71" fmla="*/ 28 h 87"/>
              <ns1:gd name="T72" fmla="*/ 84 w 112"/>
              <ns1:gd name="T73" fmla="*/ 20 h 87"/>
              <ns1:gd name="T74" fmla="*/ 96 w 112"/>
              <ns1:gd name="T75" fmla="*/ 48 h 87"/>
              <ns1:gd name="T76" fmla="*/ 88 w 112"/>
              <ns1:gd name="T77" fmla="*/ 56 h 87"/>
              <ns1:gd name="T78" fmla="*/ 96 w 112"/>
              <ns1:gd name="T79" fmla="*/ 64 h 87"/>
              <ns1:gd name="T80" fmla="*/ 104 w 112"/>
              <ns1:gd name="T81" fmla="*/ 56 h 87"/>
              <ns1:gd name="T82" fmla="*/ 96 w 112"/>
              <ns1:gd name="T83" fmla="*/ 48 h 87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  <ns1:cxn ang="0">
                <ns1:pos x="T32" y="T33"/>
              </ns1:cxn>
              <ns1:cxn ang="0">
                <ns1:pos x="T34" y="T35"/>
              </ns1:cxn>
              <ns1:cxn ang="0">
                <ns1:pos x="T36" y="T37"/>
              </ns1:cxn>
              <ns1:cxn ang="0">
                <ns1:pos x="T38" y="T39"/>
              </ns1:cxn>
              <ns1:cxn ang="0">
                <ns1:pos x="T40" y="T41"/>
              </ns1:cxn>
              <ns1:cxn ang="0">
                <ns1:pos x="T42" y="T43"/>
              </ns1:cxn>
              <ns1:cxn ang="0">
                <ns1:pos x="T44" y="T45"/>
              </ns1:cxn>
              <ns1:cxn ang="0">
                <ns1:pos x="T46" y="T47"/>
              </ns1:cxn>
              <ns1:cxn ang="0">
                <ns1:pos x="T48" y="T49"/>
              </ns1:cxn>
              <ns1:cxn ang="0">
                <ns1:pos x="T50" y="T51"/>
              </ns1:cxn>
              <ns1:cxn ang="0">
                <ns1:pos x="T52" y="T53"/>
              </ns1:cxn>
              <ns1:cxn ang="0">
                <ns1:pos x="T54" y="T55"/>
              </ns1:cxn>
              <ns1:cxn ang="0">
                <ns1:pos x="T56" y="T57"/>
              </ns1:cxn>
              <ns1:cxn ang="0">
                <ns1:pos x="T58" y="T59"/>
              </ns1:cxn>
              <ns1:cxn ang="0">
                <ns1:pos x="T60" y="T61"/>
              </ns1:cxn>
              <ns1:cxn ang="0">
                <ns1:pos x="T62" y="T63"/>
              </ns1:cxn>
              <ns1:cxn ang="0">
                <ns1:pos x="T64" y="T65"/>
              </ns1:cxn>
              <ns1:cxn ang="0">
                <ns1:pos x="T66" y="T67"/>
              </ns1:cxn>
              <ns1:cxn ang="0">
                <ns1:pos x="T68" y="T69"/>
              </ns1:cxn>
              <ns1:cxn ang="0">
                <ns1:pos x="T70" y="T71"/>
              </ns1:cxn>
              <ns1:cxn ang="0">
                <ns1:pos x="T72" y="T73"/>
              </ns1:cxn>
              <ns1:cxn ang="0">
                <ns1:pos x="T74" y="T75"/>
              </ns1:cxn>
              <ns1:cxn ang="0">
                <ns1:pos x="T76" y="T77"/>
              </ns1:cxn>
              <ns1:cxn ang="0">
                <ns1:pos x="T78" y="T79"/>
              </ns1:cxn>
              <ns1:cxn ang="0">
                <ns1:pos x="T80" y="T81"/>
              </ns1:cxn>
              <ns1:cxn ang="0">
                <ns1:pos x="T82" y="T83"/>
              </ns1:cxn>
            </ns1:cxnLst>
            <ns1:rect l="0" t="0" r="r" b="b"/>
            <ns1:pathLst>
              <ns1:path w="112" h="87">
                <ns1:moveTo>
                  <ns1:pt x="103" y="86"/>
                </ns1:moveTo>
                <ns1:cubicBezTo>
                  <ns1:pt x="102" y="87"/>
                  <ns1:pt x="101" y="87"/>
                  <ns1:pt x="100" y="87"/>
                </ns1:cubicBezTo>
                <ns1:cubicBezTo>
                  <ns1:pt x="12" y="87"/>
                  <ns1:pt x="12" y="87"/>
                  <ns1:pt x="12" y="87"/>
                </ns1:cubicBezTo>
                <ns1:cubicBezTo>
                  <ns1:pt x="11" y="87"/>
                  <ns1:pt x="10" y="87"/>
                  <ns1:pt x="9" y="86"/>
                </ns1:cubicBezTo>
                <ns1:cubicBezTo>
                  <ns1:pt x="3" y="77"/>
                  <ns1:pt x="0" y="66"/>
                  <ns1:pt x="0" y="56"/>
                </ns1:cubicBezTo>
                <ns1:cubicBezTo>
                  <ns1:pt x="0" y="25"/>
                  <ns1:pt x="25" y="0"/>
                  <ns1:pt x="56" y="0"/>
                </ns1:cubicBezTo>
                <ns1:cubicBezTo>
                  <ns1:pt x="87" y="0"/>
                  <ns1:pt x="112" y="25"/>
                  <ns1:pt x="112" y="56"/>
                </ns1:cubicBezTo>
                <ns1:cubicBezTo>
                  <ns1:pt x="112" y="66"/>
                  <ns1:pt x="109" y="77"/>
                  <ns1:pt x="103" y="86"/>
                </ns1:cubicBezTo>
                <ns1:close/>
                <ns1:moveTo>
                  <ns1:pt x="16" y="48"/>
                </ns1:moveTo>
                <ns1:cubicBezTo>
                  <ns1:pt x="12" y="48"/>
                  <ns1:pt x="8" y="51"/>
                  <ns1:pt x="8" y="56"/>
                </ns1:cubicBezTo>
                <ns1:cubicBezTo>
                  <ns1:pt x="8" y="60"/>
                  <ns1:pt x="12" y="64"/>
                  <ns1:pt x="16" y="64"/>
                </ns1:cubicBezTo>
                <ns1:cubicBezTo>
                  <ns1:pt x="20" y="64"/>
                  <ns1:pt x="24" y="60"/>
                  <ns1:pt x="24" y="56"/>
                </ns1:cubicBezTo>
                <ns1:cubicBezTo>
                  <ns1:pt x="24" y="51"/>
                  <ns1:pt x="20" y="48"/>
                  <ns1:pt x="16" y="48"/>
                </ns1:cubicBezTo>
                <ns1:close/>
                <ns1:moveTo>
                  <ns1:pt x="28" y="20"/>
                </ns1:moveTo>
                <ns1:cubicBezTo>
                  <ns1:pt x="24" y="20"/>
                  <ns1:pt x="20" y="23"/>
                  <ns1:pt x="20" y="28"/>
                </ns1:cubicBezTo>
                <ns1:cubicBezTo>
                  <ns1:pt x="20" y="32"/>
                  <ns1:pt x="24" y="36"/>
                  <ns1:pt x="28" y="36"/>
                </ns1:cubicBezTo>
                <ns1:cubicBezTo>
                  <ns1:pt x="32" y="36"/>
                  <ns1:pt x="36" y="32"/>
                  <ns1:pt x="36" y="28"/>
                </ns1:cubicBezTo>
                <ns1:cubicBezTo>
                  <ns1:pt x="36" y="23"/>
                  <ns1:pt x="32" y="20"/>
                  <ns1:pt x="28" y="20"/>
                </ns1:cubicBezTo>
                <ns1:close/>
                <ns1:moveTo>
                  <ns1:pt x="69" y="34"/>
                </ns1:moveTo>
                <ns1:cubicBezTo>
                  <ns1:pt x="69" y="32"/>
                  <ns1:pt x="68" y="29"/>
                  <ns1:pt x="66" y="29"/>
                </ns1:cubicBezTo>
                <ns1:cubicBezTo>
                  <ns1:pt x="64" y="28"/>
                  <ns1:pt x="62" y="30"/>
                  <ns1:pt x="61" y="32"/>
                </ns1:cubicBezTo>
                <ns1:cubicBezTo>
                  <ns1:pt x="55" y="56"/>
                  <ns1:pt x="55" y="56"/>
                  <ns1:pt x="55" y="56"/>
                </ns1:cubicBezTo>
                <ns1:cubicBezTo>
                  <ns1:pt x="50" y="56"/>
                  <ns1:pt x="46" y="59"/>
                  <ns1:pt x="44" y="64"/>
                </ns1:cubicBezTo>
                <ns1:cubicBezTo>
                  <ns1:pt x="43" y="71"/>
                  <ns1:pt x="47" y="77"/>
                  <ns1:pt x="53" y="79"/>
                </ns1:cubicBezTo>
                <ns1:cubicBezTo>
                  <ns1:pt x="59" y="81"/>
                  <ns1:pt x="66" y="77"/>
                  <ns1:pt x="68" y="71"/>
                </ns1:cubicBezTo>
                <ns1:cubicBezTo>
                  <ns1:pt x="69" y="66"/>
                  <ns1:pt x="67" y="60"/>
                  <ns1:pt x="63" y="58"/>
                </ns1:cubicBezTo>
                <ns1:lnTo>
                  <ns1:pt x="69" y="34"/>
                </ns1:lnTo>
                <ns1:close/>
                <ns1:moveTo>
                  <ns1:pt x="56" y="8"/>
                </ns1:moveTo>
                <ns1:cubicBezTo>
                  <ns1:pt x="52" y="8"/>
                  <ns1:pt x="48" y="11"/>
                  <ns1:pt x="48" y="16"/>
                </ns1:cubicBezTo>
                <ns1:cubicBezTo>
                  <ns1:pt x="48" y="20"/>
                  <ns1:pt x="52" y="24"/>
                  <ns1:pt x="56" y="24"/>
                </ns1:cubicBezTo>
                <ns1:cubicBezTo>
                  <ns1:pt x="60" y="24"/>
                  <ns1:pt x="64" y="20"/>
                  <ns1:pt x="64" y="16"/>
                </ns1:cubicBezTo>
                <ns1:cubicBezTo>
                  <ns1:pt x="64" y="11"/>
                  <ns1:pt x="60" y="8"/>
                  <ns1:pt x="56" y="8"/>
                </ns1:cubicBezTo>
                <ns1:close/>
                <ns1:moveTo>
                  <ns1:pt x="84" y="20"/>
                </ns1:moveTo>
                <ns1:cubicBezTo>
                  <ns1:pt x="79" y="20"/>
                  <ns1:pt x="76" y="23"/>
                  <ns1:pt x="76" y="28"/>
                </ns1:cubicBezTo>
                <ns1:cubicBezTo>
                  <ns1:pt x="76" y="32"/>
                  <ns1:pt x="79" y="36"/>
                  <ns1:pt x="84" y="36"/>
                </ns1:cubicBezTo>
                <ns1:cubicBezTo>
                  <ns1:pt x="88" y="36"/>
                  <ns1:pt x="92" y="32"/>
                  <ns1:pt x="92" y="28"/>
                </ns1:cubicBezTo>
                <ns1:cubicBezTo>
                  <ns1:pt x="92" y="23"/>
                  <ns1:pt x="88" y="20"/>
                  <ns1:pt x="84" y="20"/>
                </ns1:cubicBezTo>
                <ns1:close/>
                <ns1:moveTo>
                  <ns1:pt x="96" y="48"/>
                </ns1:moveTo>
                <ns1:cubicBezTo>
                  <ns1:pt x="91" y="48"/>
                  <ns1:pt x="88" y="51"/>
                  <ns1:pt x="88" y="56"/>
                </ns1:cubicBezTo>
                <ns1:cubicBezTo>
                  <ns1:pt x="88" y="60"/>
                  <ns1:pt x="91" y="64"/>
                  <ns1:pt x="96" y="64"/>
                </ns1:cubicBezTo>
                <ns1:cubicBezTo>
                  <ns1:pt x="100" y="64"/>
                  <ns1:pt x="104" y="60"/>
                  <ns1:pt x="104" y="56"/>
                </ns1:cubicBezTo>
                <ns1:cubicBezTo>
                  <ns1:pt x="104" y="51"/>
                  <ns1:pt x="100" y="48"/>
                  <ns1:pt x="96" y="48"/>
                </ns1:cubicBezTo>
                <ns1:close/>
              </ns1:path>
            </ns1:pathLst>
          </ns1:custGeom>
          <ns1:solidFill>
            <ns1:srgbClr val="010101"/>
          </ns1:solidFill>
          <ns1:ln>
            <ns1:noFill/>
          </ns1:ln>
          <ns1:extLst>
            <ns1:ext uri="{91240B29-F687-4F45-9708-019B960494DF}">
              <ns2:hiddenLine w="9525">
                <ns1:solidFill>
                  <ns1:srgbClr val="000000"/>
                </ns1:solidFill>
                <ns1:round/>
                <ns1:headEnd/>
                <ns1:tailEnd/>
              </ns2:hiddenLine>
            </ns1:ext>
          </ns1:extLst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en-US" sz="2700"/>
          </ns1:p>
        </ns0:txBody>
      </ns0:sp>
      <ns0:sp>
        <ns0:nvSpPr>
          <ns0:cNvPr id="179" name="Freeform 177"/>
          <ns0:cNvSpPr>
            <ns1:spLocks noEditPoints="1"/>
          </ns0:cNvSpPr>
          <ns0:nvPr/>
        </ns0:nvSpPr>
        <ns0:spPr bwMode="auto">
          <ns1:xfrm>
            <ns1:off x="8783638" y="5892801"/>
            <ns1:ext cx="420688" cy="357188"/>
          </ns1:xfrm>
          <ns1:custGeom>
            <ns1:avLst/>
            <ns1:gdLst>
              <ns1:gd name="T0" fmla="*/ 56 w 112"/>
              <ns1:gd name="T1" fmla="*/ 80 h 95"/>
              <ns1:gd name="T2" fmla="*/ 47 w 112"/>
              <ns1:gd name="T3" fmla="*/ 79 h 95"/>
              <ns1:gd name="T4" fmla="*/ 18 w 112"/>
              <ns1:gd name="T5" fmla="*/ 94 h 95"/>
              <ns1:gd name="T6" fmla="*/ 11 w 112"/>
              <ns1:gd name="T7" fmla="*/ 95 h 95"/>
              <ns1:gd name="T8" fmla="*/ 11 w 112"/>
              <ns1:gd name="T9" fmla="*/ 95 h 95"/>
              <ns1:gd name="T10" fmla="*/ 8 w 112"/>
              <ns1:gd name="T11" fmla="*/ 93 h 95"/>
              <ns1:gd name="T12" fmla="*/ 8 w 112"/>
              <ns1:gd name="T13" fmla="*/ 93 h 95"/>
              <ns1:gd name="T14" fmla="*/ 10 w 112"/>
              <ns1:gd name="T15" fmla="*/ 89 h 95"/>
              <ns1:gd name="T16" fmla="*/ 21 w 112"/>
              <ns1:gd name="T17" fmla="*/ 71 h 95"/>
              <ns1:gd name="T18" fmla="*/ 0 w 112"/>
              <ns1:gd name="T19" fmla="*/ 40 h 95"/>
              <ns1:gd name="T20" fmla="*/ 56 w 112"/>
              <ns1:gd name="T21" fmla="*/ 0 h 95"/>
              <ns1:gd name="T22" fmla="*/ 112 w 112"/>
              <ns1:gd name="T23" fmla="*/ 40 h 95"/>
              <ns1:gd name="T24" fmla="*/ 56 w 112"/>
              <ns1:gd name="T25" fmla="*/ 80 h 95"/>
              <ns1:gd name="T26" fmla="*/ 8 w 112"/>
              <ns1:gd name="T27" fmla="*/ 40 h 95"/>
              <ns1:gd name="T28" fmla="*/ 25 w 112"/>
              <ns1:gd name="T29" fmla="*/ 64 h 95"/>
              <ns1:gd name="T30" fmla="*/ 30 w 112"/>
              <ns1:gd name="T31" fmla="*/ 67 h 95"/>
              <ns1:gd name="T32" fmla="*/ 29 w 112"/>
              <ns1:gd name="T33" fmla="*/ 73 h 95"/>
              <ns1:gd name="T34" fmla="*/ 24 w 112"/>
              <ns1:gd name="T35" fmla="*/ 84 h 95"/>
              <ns1:gd name="T36" fmla="*/ 42 w 112"/>
              <ns1:gd name="T37" fmla="*/ 73 h 95"/>
              <ns1:gd name="T38" fmla="*/ 44 w 112"/>
              <ns1:gd name="T39" fmla="*/ 71 h 95"/>
              <ns1:gd name="T40" fmla="*/ 48 w 112"/>
              <ns1:gd name="T41" fmla="*/ 71 h 95"/>
              <ns1:gd name="T42" fmla="*/ 56 w 112"/>
              <ns1:gd name="T43" fmla="*/ 72 h 95"/>
              <ns1:gd name="T44" fmla="*/ 104 w 112"/>
              <ns1:gd name="T45" fmla="*/ 40 h 95"/>
              <ns1:gd name="T46" fmla="*/ 56 w 112"/>
              <ns1:gd name="T47" fmla="*/ 8 h 95"/>
              <ns1:gd name="T48" fmla="*/ 8 w 112"/>
              <ns1:gd name="T49" fmla="*/ 40 h 95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  <ns1:cxn ang="0">
                <ns1:pos x="T32" y="T33"/>
              </ns1:cxn>
              <ns1:cxn ang="0">
                <ns1:pos x="T34" y="T35"/>
              </ns1:cxn>
              <ns1:cxn ang="0">
                <ns1:pos x="T36" y="T37"/>
              </ns1:cxn>
              <ns1:cxn ang="0">
                <ns1:pos x="T38" y="T39"/>
              </ns1:cxn>
              <ns1:cxn ang="0">
                <ns1:pos x="T40" y="T41"/>
              </ns1:cxn>
              <ns1:cxn ang="0">
                <ns1:pos x="T42" y="T43"/>
              </ns1:cxn>
              <ns1:cxn ang="0">
                <ns1:pos x="T44" y="T45"/>
              </ns1:cxn>
              <ns1:cxn ang="0">
                <ns1:pos x="T46" y="T47"/>
              </ns1:cxn>
              <ns1:cxn ang="0">
                <ns1:pos x="T48" y="T49"/>
              </ns1:cxn>
            </ns1:cxnLst>
            <ns1:rect l="0" t="0" r="r" b="b"/>
            <ns1:pathLst>
              <ns1:path w="112" h="95">
                <ns1:moveTo>
                  <ns1:pt x="56" y="80"/>
                </ns1:moveTo>
                <ns1:cubicBezTo>
                  <ns1:pt x="53" y="80"/>
                  <ns1:pt x="50" y="79"/>
                  <ns1:pt x="47" y="79"/>
                </ns1:cubicBezTo>
                <ns1:cubicBezTo>
                  <ns1:pt x="39" y="86"/>
                  <ns1:pt x="29" y="91"/>
                  <ns1:pt x="18" y="94"/>
                </ns1:cubicBezTo>
                <ns1:cubicBezTo>
                  <ns1:pt x="16" y="95"/>
                  <ns1:pt x="13" y="95"/>
                  <ns1:pt x="11" y="95"/>
                </ns1:cubicBezTo>
                <ns1:cubicBezTo>
                  <ns1:pt x="11" y="95"/>
                  <ns1:pt x="11" y="95"/>
                  <ns1:pt x="11" y="95"/>
                </ns1:cubicBezTo>
                <ns1:cubicBezTo>
                  <ns1:pt x="9" y="95"/>
                  <ns1:pt x="8" y="94"/>
                  <ns1:pt x="8" y="93"/>
                </ns1:cubicBezTo>
                <ns1:cubicBezTo>
                  <ns1:pt x="8" y="93"/>
                  <ns1:pt x="8" y="93"/>
                  <ns1:pt x="8" y="93"/>
                </ns1:cubicBezTo>
                <ns1:cubicBezTo>
                  <ns1:pt x="8" y="91"/>
                  <ns1:pt x="9" y="91"/>
                  <ns1:pt x="10" y="89"/>
                </ns1:cubicBezTo>
                <ns1:cubicBezTo>
                  <ns1:pt x="14" y="85"/>
                  <ns1:pt x="18" y="81"/>
                  <ns1:pt x="21" y="71"/>
                </ns1:cubicBezTo>
                <ns1:cubicBezTo>
                  <ns1:pt x="8" y="64"/>
                  <ns1:pt x="0" y="52"/>
                  <ns1:pt x="0" y="40"/>
                </ns1:cubicBezTo>
                <ns1:cubicBezTo>
                  <ns1:pt x="0" y="17"/>
                  <ns1:pt x="25" y="0"/>
                  <ns1:pt x="56" y="0"/>
                </ns1:cubicBezTo>
                <ns1:cubicBezTo>
                  <ns1:pt x="87" y="0"/>
                  <ns1:pt x="112" y="17"/>
                  <ns1:pt x="112" y="40"/>
                </ns1:cubicBezTo>
                <ns1:cubicBezTo>
                  <ns1:pt x="112" y="62"/>
                  <ns1:pt x="87" y="80"/>
                  <ns1:pt x="56" y="80"/>
                </ns1:cubicBezTo>
                <ns1:close/>
                <ns1:moveTo>
                  <ns1:pt x="8" y="40"/>
                </ns1:moveTo>
                <ns1:cubicBezTo>
                  <ns1:pt x="8" y="49"/>
                  <ns1:pt x="14" y="58"/>
                  <ns1:pt x="25" y="64"/>
                </ns1:cubicBezTo>
                <ns1:cubicBezTo>
                  <ns1:pt x="30" y="67"/>
                  <ns1:pt x="30" y="67"/>
                  <ns1:pt x="30" y="67"/>
                </ns1:cubicBezTo>
                <ns1:cubicBezTo>
                  <ns1:pt x="29" y="73"/>
                  <ns1:pt x="29" y="73"/>
                  <ns1:pt x="29" y="73"/>
                </ns1:cubicBezTo>
                <ns1:cubicBezTo>
                  <ns1:pt x="28" y="77"/>
                  <ns1:pt x="26" y="81"/>
                  <ns1:pt x="24" y="84"/>
                </ns1:cubicBezTo>
                <ns1:cubicBezTo>
                  <ns1:pt x="31" y="81"/>
                  <ns1:pt x="36" y="78"/>
                  <ns1:pt x="42" y="73"/>
                </ns1:cubicBezTo>
                <ns1:cubicBezTo>
                  <ns1:pt x="44" y="71"/>
                  <ns1:pt x="44" y="71"/>
                  <ns1:pt x="44" y="71"/>
                </ns1:cubicBezTo>
                <ns1:cubicBezTo>
                  <ns1:pt x="48" y="71"/>
                  <ns1:pt x="48" y="71"/>
                  <ns1:pt x="48" y="71"/>
                </ns1:cubicBezTo>
                <ns1:cubicBezTo>
                  <ns1:pt x="50" y="71"/>
                  <ns1:pt x="53" y="72"/>
                  <ns1:pt x="56" y="72"/>
                </ns1:cubicBezTo>
                <ns1:cubicBezTo>
                  <ns1:pt x="82" y="72"/>
                  <ns1:pt x="104" y="57"/>
                  <ns1:pt x="104" y="40"/>
                </ns1:cubicBezTo>
                <ns1:cubicBezTo>
                  <ns1:pt x="104" y="22"/>
                  <ns1:pt x="82" y="8"/>
                  <ns1:pt x="56" y="8"/>
                </ns1:cubicBezTo>
                <ns1:cubicBezTo>
                  <ns1:pt x="30" y="8"/>
                  <ns1:pt x="8" y="22"/>
                  <ns1:pt x="8" y="40"/>
                </ns1:cubicBezTo>
                <ns1:close/>
              </ns1:path>
            </ns1:pathLst>
          </ns1:custGeom>
          <ns1:solidFill>
            <ns1:srgbClr val="010101"/>
          </ns1:solidFill>
          <ns1:ln>
            <ns1:noFill/>
          </ns1:ln>
          <ns1:extLst>
            <ns1:ext uri="{91240B29-F687-4F45-9708-019B960494DF}">
              <ns2:hiddenLine w="9525">
                <ns1:solidFill>
                  <ns1:srgbClr val="000000"/>
                </ns1:solidFill>
                <ns1:round/>
                <ns1:headEnd/>
                <ns1:tailEnd/>
              </ns2:hiddenLine>
            </ns1:ext>
          </ns1:extLst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en-US" sz="2700"/>
          </ns1:p>
        </ns0:txBody>
      </ns0:sp>
      <ns0:sp>
        <ns0:nvSpPr>
          <ns0:cNvPr id="180" name="Freeform 178"/>
          <ns0:cNvSpPr>
            <ns1:spLocks noEditPoints="1"/>
          </ns0:cNvSpPr>
          <ns0:nvPr/>
        </ns0:nvSpPr>
        <ns0:spPr bwMode="auto">
          <ns1:xfrm>
            <ns1:off x="9429751" y="5892801"/>
            <ns1:ext cx="420688" cy="330200"/>
          </ns1:xfrm>
          <ns1:custGeom>
            <ns1:avLst/>
            <ns1:gdLst>
              <ns1:gd name="T0" fmla="*/ 88 w 112"/>
              <ns1:gd name="T1" fmla="*/ 32 h 88"/>
              <ns1:gd name="T2" fmla="*/ 44 w 112"/>
              <ns1:gd name="T3" fmla="*/ 64 h 88"/>
              <ns1:gd name="T4" fmla="*/ 33 w 112"/>
              <ns1:gd name="T5" fmla="*/ 63 h 88"/>
              <ns1:gd name="T6" fmla="*/ 15 w 112"/>
              <ns1:gd name="T7" fmla="*/ 71 h 88"/>
              <ns1:gd name="T8" fmla="*/ 10 w 112"/>
              <ns1:gd name="T9" fmla="*/ 72 h 88"/>
              <ns1:gd name="T10" fmla="*/ 10 w 112"/>
              <ns1:gd name="T11" fmla="*/ 72 h 88"/>
              <ns1:gd name="T12" fmla="*/ 8 w 112"/>
              <ns1:gd name="T13" fmla="*/ 70 h 88"/>
              <ns1:gd name="T14" fmla="*/ 9 w 112"/>
              <ns1:gd name="T15" fmla="*/ 67 h 88"/>
              <ns1:gd name="T16" fmla="*/ 16 w 112"/>
              <ns1:gd name="T17" fmla="*/ 57 h 88"/>
              <ns1:gd name="T18" fmla="*/ 0 w 112"/>
              <ns1:gd name="T19" fmla="*/ 32 h 88"/>
              <ns1:gd name="T20" fmla="*/ 44 w 112"/>
              <ns1:gd name="T21" fmla="*/ 0 h 88"/>
              <ns1:gd name="T22" fmla="*/ 88 w 112"/>
              <ns1:gd name="T23" fmla="*/ 32 h 88"/>
              <ns1:gd name="T24" fmla="*/ 8 w 112"/>
              <ns1:gd name="T25" fmla="*/ 32 h 88"/>
              <ns1:gd name="T26" fmla="*/ 20 w 112"/>
              <ns1:gd name="T27" fmla="*/ 50 h 88"/>
              <ns1:gd name="T28" fmla="*/ 27 w 112"/>
              <ns1:gd name="T29" fmla="*/ 53 h 88"/>
              <ns1:gd name="T30" fmla="*/ 24 w 112"/>
              <ns1:gd name="T31" fmla="*/ 58 h 88"/>
              <ns1:gd name="T32" fmla="*/ 28 w 112"/>
              <ns1:gd name="T33" fmla="*/ 56 h 88"/>
              <ns1:gd name="T34" fmla="*/ 31 w 112"/>
              <ns1:gd name="T35" fmla="*/ 54 h 88"/>
              <ns1:gd name="T36" fmla="*/ 34 w 112"/>
              <ns1:gd name="T37" fmla="*/ 55 h 88"/>
              <ns1:gd name="T38" fmla="*/ 44 w 112"/>
              <ns1:gd name="T39" fmla="*/ 56 h 88"/>
              <ns1:gd name="T40" fmla="*/ 80 w 112"/>
              <ns1:gd name="T41" fmla="*/ 32 h 88"/>
              <ns1:gd name="T42" fmla="*/ 44 w 112"/>
              <ns1:gd name="T43" fmla="*/ 8 h 88"/>
              <ns1:gd name="T44" fmla="*/ 8 w 112"/>
              <ns1:gd name="T45" fmla="*/ 32 h 88"/>
              <ns1:gd name="T46" fmla="*/ 102 w 112"/>
              <ns1:gd name="T47" fmla="*/ 83 h 88"/>
              <ns1:gd name="T48" fmla="*/ 104 w 112"/>
              <ns1:gd name="T49" fmla="*/ 86 h 88"/>
              <ns1:gd name="T50" fmla="*/ 102 w 112"/>
              <ns1:gd name="T51" fmla="*/ 87 h 88"/>
              <ns1:gd name="T52" fmla="*/ 96 w 112"/>
              <ns1:gd name="T53" fmla="*/ 86 h 88"/>
              <ns1:gd name="T54" fmla="*/ 79 w 112"/>
              <ns1:gd name="T55" fmla="*/ 79 h 88"/>
              <ns1:gd name="T56" fmla="*/ 68 w 112"/>
              <ns1:gd name="T57" fmla="*/ 80 h 88"/>
              <ns1:gd name="T58" fmla="*/ 38 w 112"/>
              <ns1:gd name="T59" fmla="*/ 71 h 88"/>
              <ns1:gd name="T60" fmla="*/ 44 w 112"/>
              <ns1:gd name="T61" fmla="*/ 72 h 88"/>
              <ns1:gd name="T62" fmla="*/ 80 w 112"/>
              <ns1:gd name="T63" fmla="*/ 61 h 88"/>
              <ns1:gd name="T64" fmla="*/ 96 w 112"/>
              <ns1:gd name="T65" fmla="*/ 32 h 88"/>
              <ns1:gd name="T66" fmla="*/ 94 w 112"/>
              <ns1:gd name="T67" fmla="*/ 22 h 88"/>
              <ns1:gd name="T68" fmla="*/ 112 w 112"/>
              <ns1:gd name="T69" fmla="*/ 48 h 88"/>
              <ns1:gd name="T70" fmla="*/ 95 w 112"/>
              <ns1:gd name="T71" fmla="*/ 73 h 88"/>
              <ns1:gd name="T72" fmla="*/ 102 w 112"/>
              <ns1:gd name="T73" fmla="*/ 83 h 88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  <ns1:cxn ang="0">
                <ns1:pos x="T32" y="T33"/>
              </ns1:cxn>
              <ns1:cxn ang="0">
                <ns1:pos x="T34" y="T35"/>
              </ns1:cxn>
              <ns1:cxn ang="0">
                <ns1:pos x="T36" y="T37"/>
              </ns1:cxn>
              <ns1:cxn ang="0">
                <ns1:pos x="T38" y="T39"/>
              </ns1:cxn>
              <ns1:cxn ang="0">
                <ns1:pos x="T40" y="T41"/>
              </ns1:cxn>
              <ns1:cxn ang="0">
                <ns1:pos x="T42" y="T43"/>
              </ns1:cxn>
              <ns1:cxn ang="0">
                <ns1:pos x="T44" y="T45"/>
              </ns1:cxn>
              <ns1:cxn ang="0">
                <ns1:pos x="T46" y="T47"/>
              </ns1:cxn>
              <ns1:cxn ang="0">
                <ns1:pos x="T48" y="T49"/>
              </ns1:cxn>
              <ns1:cxn ang="0">
                <ns1:pos x="T50" y="T51"/>
              </ns1:cxn>
              <ns1:cxn ang="0">
                <ns1:pos x="T52" y="T53"/>
              </ns1:cxn>
              <ns1:cxn ang="0">
                <ns1:pos x="T54" y="T55"/>
              </ns1:cxn>
              <ns1:cxn ang="0">
                <ns1:pos x="T56" y="T57"/>
              </ns1:cxn>
              <ns1:cxn ang="0">
                <ns1:pos x="T58" y="T59"/>
              </ns1:cxn>
              <ns1:cxn ang="0">
                <ns1:pos x="T60" y="T61"/>
              </ns1:cxn>
              <ns1:cxn ang="0">
                <ns1:pos x="T62" y="T63"/>
              </ns1:cxn>
              <ns1:cxn ang="0">
                <ns1:pos x="T64" y="T65"/>
              </ns1:cxn>
              <ns1:cxn ang="0">
                <ns1:pos x="T66" y="T67"/>
              </ns1:cxn>
              <ns1:cxn ang="0">
                <ns1:pos x="T68" y="T69"/>
              </ns1:cxn>
              <ns1:cxn ang="0">
                <ns1:pos x="T70" y="T71"/>
              </ns1:cxn>
              <ns1:cxn ang="0">
                <ns1:pos x="T72" y="T73"/>
              </ns1:cxn>
            </ns1:cxnLst>
            <ns1:rect l="0" t="0" r="r" b="b"/>
            <ns1:pathLst>
              <ns1:path w="112" h="88">
                <ns1:moveTo>
                  <ns1:pt x="88" y="32"/>
                </ns1:moveTo>
                <ns1:cubicBezTo>
                  <ns1:pt x="88" y="49"/>
                  <ns1:pt x="68" y="64"/>
                  <ns1:pt x="44" y="64"/>
                </ns1:cubicBezTo>
                <ns1:cubicBezTo>
                  <ns1:pt x="40" y="64"/>
                  <ns1:pt x="36" y="63"/>
                  <ns1:pt x="33" y="63"/>
                </ns1:cubicBezTo>
                <ns1:cubicBezTo>
                  <ns1:pt x="28" y="66"/>
                  <ns1:pt x="22" y="69"/>
                  <ns1:pt x="15" y="71"/>
                </ns1:cubicBezTo>
                <ns1:cubicBezTo>
                  <ns1:pt x="14" y="71"/>
                  <ns1:pt x="12" y="71"/>
                  <ns1:pt x="10" y="72"/>
                </ns1:cubicBezTo>
                <ns1:cubicBezTo>
                  <ns1:pt x="10" y="72"/>
                  <ns1:pt x="10" y="72"/>
                  <ns1:pt x="10" y="72"/>
                </ns1:cubicBezTo>
                <ns1:cubicBezTo>
                  <ns1:pt x="9" y="72"/>
                  <ns1:pt x="8" y="71"/>
                  <ns1:pt x="8" y="70"/>
                </ns1:cubicBezTo>
                <ns1:cubicBezTo>
                  <ns1:pt x="8" y="69"/>
                  <ns1:pt x="8" y="68"/>
                  <ns1:pt x="9" y="67"/>
                </ns1:cubicBezTo>
                <ns1:cubicBezTo>
                  <ns1:pt x="12" y="64"/>
                  <ns1:pt x="14" y="62"/>
                  <ns1:pt x="16" y="57"/>
                </ns1:cubicBezTo>
                <ns1:cubicBezTo>
                  <ns1:pt x="6" y="51"/>
                  <ns1:pt x="0" y="42"/>
                  <ns1:pt x="0" y="32"/>
                </ns1:cubicBezTo>
                <ns1:cubicBezTo>
                  <ns1:pt x="0" y="14"/>
                  <ns1:pt x="20" y="0"/>
                  <ns1:pt x="44" y="0"/>
                </ns1:cubicBezTo>
                <ns1:cubicBezTo>
                  <ns1:pt x="68" y="0"/>
                  <ns1:pt x="88" y="14"/>
                  <ns1:pt x="88" y="32"/>
                </ns1:cubicBezTo>
                <ns1:close/>
                <ns1:moveTo>
                  <ns1:pt x="8" y="32"/>
                </ns1:moveTo>
                <ns1:cubicBezTo>
                  <ns1:pt x="8" y="38"/>
                  <ns1:pt x="12" y="45"/>
                  <ns1:pt x="20" y="50"/>
                </ns1:cubicBezTo>
                <ns1:cubicBezTo>
                  <ns1:pt x="27" y="53"/>
                  <ns1:pt x="27" y="53"/>
                  <ns1:pt x="27" y="53"/>
                </ns1:cubicBezTo>
                <ns1:cubicBezTo>
                  <ns1:pt x="24" y="58"/>
                  <ns1:pt x="24" y="58"/>
                  <ns1:pt x="24" y="58"/>
                </ns1:cubicBezTo>
                <ns1:cubicBezTo>
                  <ns1:pt x="26" y="58"/>
                  <ns1:pt x="27" y="57"/>
                  <ns1:pt x="28" y="56"/>
                </ns1:cubicBezTo>
                <ns1:cubicBezTo>
                  <ns1:pt x="31" y="54"/>
                  <ns1:pt x="31" y="54"/>
                  <ns1:pt x="31" y="54"/>
                </ns1:cubicBezTo>
                <ns1:cubicBezTo>
                  <ns1:pt x="34" y="55"/>
                  <ns1:pt x="34" y="55"/>
                  <ns1:pt x="34" y="55"/>
                </ns1:cubicBezTo>
                <ns1:cubicBezTo>
                  <ns1:pt x="37" y="55"/>
                  <ns1:pt x="41" y="56"/>
                  <ns1:pt x="44" y="56"/>
                </ns1:cubicBezTo>
                <ns1:cubicBezTo>
                  <ns1:pt x="63" y="56"/>
                  <ns1:pt x="80" y="45"/>
                  <ns1:pt x="80" y="32"/>
                </ns1:cubicBezTo>
                <ns1:cubicBezTo>
                  <ns1:pt x="80" y="19"/>
                  <ns1:pt x="63" y="8"/>
                  <ns1:pt x="44" y="8"/>
                </ns1:cubicBezTo>
                <ns1:cubicBezTo>
                  <ns1:pt x="24" y="8"/>
                  <ns1:pt x="8" y="19"/>
                  <ns1:pt x="8" y="32"/>
                </ns1:cubicBezTo>
                <ns1:close/>
                <ns1:moveTo>
                  <ns1:pt x="102" y="83"/>
                </ns1:moveTo>
                <ns1:cubicBezTo>
                  <ns1:pt x="103" y="84"/>
                  <ns1:pt x="104" y="84"/>
                  <ns1:pt x="104" y="86"/>
                </ns1:cubicBezTo>
                <ns1:cubicBezTo>
                  <ns1:pt x="103" y="87"/>
                  <ns1:pt x="103" y="88"/>
                  <ns1:pt x="102" y="87"/>
                </ns1:cubicBezTo>
                <ns1:cubicBezTo>
                  <ns1:pt x="100" y="87"/>
                  <ns1:pt x="98" y="87"/>
                  <ns1:pt x="96" y="86"/>
                </ns1:cubicBezTo>
                <ns1:cubicBezTo>
                  <ns1:pt x="90" y="85"/>
                  <ns1:pt x="84" y="82"/>
                  <ns1:pt x="79" y="79"/>
                </ns1:cubicBezTo>
                <ns1:cubicBezTo>
                  <ns1:pt x="75" y="79"/>
                  <ns1:pt x="72" y="80"/>
                  <ns1:pt x="68" y="80"/>
                </ns1:cubicBezTo>
                <ns1:cubicBezTo>
                  <ns1:pt x="56" y="80"/>
                  <ns1:pt x="46" y="76"/>
                  <ns1:pt x="38" y="71"/>
                </ns1:cubicBezTo>
                <ns1:cubicBezTo>
                  <ns1:pt x="40" y="71"/>
                  <ns1:pt x="42" y="72"/>
                  <ns1:pt x="44" y="72"/>
                </ns1:cubicBezTo>
                <ns1:cubicBezTo>
                  <ns1:pt x="57" y="72"/>
                  <ns1:pt x="70" y="68"/>
                  <ns1:pt x="80" y="61"/>
                </ns1:cubicBezTo>
                <ns1:cubicBezTo>
                  <ns1:pt x="90" y="53"/>
                  <ns1:pt x="96" y="43"/>
                  <ns1:pt x="96" y="32"/>
                </ns1:cubicBezTo>
                <ns1:cubicBezTo>
                  <ns1:pt x="96" y="28"/>
                  <ns1:pt x="95" y="25"/>
                  <ns1:pt x="94" y="22"/>
                </ns1:cubicBezTo>
                <ns1:cubicBezTo>
                  <ns1:pt x="105" y="28"/>
                  <ns1:pt x="112" y="37"/>
                  <ns1:pt x="112" y="48"/>
                </ns1:cubicBezTo>
                <ns1:cubicBezTo>
                  <ns1:pt x="112" y="58"/>
                  <ns1:pt x="105" y="67"/>
                  <ns1:pt x="95" y="73"/>
                </ns1:cubicBezTo>
                <ns1:cubicBezTo>
                  <ns1:pt x="97" y="78"/>
                  <ns1:pt x="100" y="80"/>
                  <ns1:pt x="102" y="83"/>
                </ns1:cubicBezTo>
                <ns1:close/>
              </ns1:path>
            </ns1:pathLst>
          </ns1:custGeom>
          <ns1:solidFill>
            <ns1:srgbClr val="010101"/>
          </ns1:solidFill>
          <ns1:ln>
            <ns1:noFill/>
          </ns1:ln>
          <ns1:extLst>
            <ns1:ext uri="{91240B29-F687-4F45-9708-019B960494DF}">
              <ns2:hiddenLine w="9525">
                <ns1:solidFill>
                  <ns1:srgbClr val="000000"/>
                </ns1:solidFill>
                <ns1:round/>
                <ns1:headEnd/>
                <ns1:tailEnd/>
              </ns2:hiddenLine>
            </ns1:ext>
          </ns1:extLst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en-US" sz="2700"/>
          </ns1:p>
        </ns0:txBody>
      </ns0:sp>
      <ns0:sp>
        <ns0:nvSpPr>
          <ns0:cNvPr id="181" name="Freeform 179"/>
          <ns0:cNvSpPr>
            <ns1:spLocks/>
          </ns0:cNvSpPr>
          <ns0:nvPr/>
        </ns0:nvSpPr>
        <ns0:spPr bwMode="auto">
          <ns1:xfrm>
            <ns1:off x="10180638" y="5862638"/>
            <ns1:ext cx="209550" cy="387350"/>
          </ns1:xfrm>
          <ns1:custGeom>
            <ns1:avLst/>
            <ns1:gdLst>
              <ns1:gd name="T0" fmla="*/ 56 w 56"/>
              <ns1:gd name="T1" fmla="*/ 30 h 103"/>
              <ns1:gd name="T2" fmla="*/ 22 w 56"/>
              <ns1:gd name="T3" fmla="*/ 102 h 103"/>
              <ns1:gd name="T4" fmla="*/ 19 w 56"/>
              <ns1:gd name="T5" fmla="*/ 103 h 103"/>
              <ns1:gd name="T6" fmla="*/ 19 w 56"/>
              <ns1:gd name="T7" fmla="*/ 103 h 103"/>
              <ns1:gd name="T8" fmla="*/ 17 w 56"/>
              <ns1:gd name="T9" fmla="*/ 100 h 103"/>
              <ns1:gd name="T10" fmla="*/ 29 w 56"/>
              <ns1:gd name="T11" fmla="*/ 50 h 103"/>
              <ns1:gd name="T12" fmla="*/ 4 w 56"/>
              <ns1:gd name="T13" fmla="*/ 56 h 103"/>
              <ns1:gd name="T14" fmla="*/ 3 w 56"/>
              <ns1:gd name="T15" fmla="*/ 56 h 103"/>
              <ns1:gd name="T16" fmla="*/ 1 w 56"/>
              <ns1:gd name="T17" fmla="*/ 56 h 103"/>
              <ns1:gd name="T18" fmla="*/ 0 w 56"/>
              <ns1:gd name="T19" fmla="*/ 53 h 103"/>
              <ns1:gd name="T20" fmla="*/ 13 w 56"/>
              <ns1:gd name="T21" fmla="*/ 2 h 103"/>
              <ns1:gd name="T22" fmla="*/ 15 w 56"/>
              <ns1:gd name="T23" fmla="*/ 0 h 103"/>
              <ns1:gd name="T24" fmla="*/ 36 w 56"/>
              <ns1:gd name="T25" fmla="*/ 0 h 103"/>
              <ns1:gd name="T26" fmla="*/ 39 w 56"/>
              <ns1:gd name="T27" fmla="*/ 2 h 103"/>
              <ns1:gd name="T28" fmla="*/ 38 w 56"/>
              <ns1:gd name="T29" fmla="*/ 3 h 103"/>
              <ns1:gd name="T30" fmla="*/ 28 w 56"/>
              <ns1:gd name="T31" fmla="*/ 32 h 103"/>
              <ns1:gd name="T32" fmla="*/ 53 w 56"/>
              <ns1:gd name="T33" fmla="*/ 26 h 103"/>
              <ns1:gd name="T34" fmla="*/ 53 w 56"/>
              <ns1:gd name="T35" fmla="*/ 26 h 103"/>
              <ns1:gd name="T36" fmla="*/ 55 w 56"/>
              <ns1:gd name="T37" fmla="*/ 27 h 103"/>
              <ns1:gd name="T38" fmla="*/ 56 w 56"/>
              <ns1:gd name="T39" fmla="*/ 30 h 103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  <ns1:cxn ang="0">
                <ns1:pos x="T32" y="T33"/>
              </ns1:cxn>
              <ns1:cxn ang="0">
                <ns1:pos x="T34" y="T35"/>
              </ns1:cxn>
              <ns1:cxn ang="0">
                <ns1:pos x="T36" y="T37"/>
              </ns1:cxn>
              <ns1:cxn ang="0">
                <ns1:pos x="T38" y="T39"/>
              </ns1:cxn>
            </ns1:cxnLst>
            <ns1:rect l="0" t="0" r="r" b="b"/>
            <ns1:pathLst>
              <ns1:path w="56" h="103">
                <ns1:moveTo>
                  <ns1:pt x="56" y="30"/>
                </ns1:moveTo>
                <ns1:cubicBezTo>
                  <ns1:pt x="22" y="102"/>
                  <ns1:pt x="22" y="102"/>
                  <ns1:pt x="22" y="102"/>
                </ns1:cubicBezTo>
                <ns1:cubicBezTo>
                  <ns1:pt x="22" y="103"/>
                  <ns1:pt x="21" y="103"/>
                  <ns1:pt x="19" y="103"/>
                </ns1:cubicBezTo>
                <ns1:cubicBezTo>
                  <ns1:pt x="19" y="103"/>
                  <ns1:pt x="19" y="103"/>
                  <ns1:pt x="19" y="103"/>
                </ns1:cubicBezTo>
                <ns1:cubicBezTo>
                  <ns1:pt x="17" y="103"/>
                  <ns1:pt x="16" y="102"/>
                  <ns1:pt x="17" y="100"/>
                </ns1:cubicBezTo>
                <ns1:cubicBezTo>
                  <ns1:pt x="29" y="50"/>
                  <ns1:pt x="29" y="50"/>
                  <ns1:pt x="29" y="50"/>
                </ns1:cubicBezTo>
                <ns1:cubicBezTo>
                  <ns1:pt x="4" y="56"/>
                  <ns1:pt x="4" y="56"/>
                  <ns1:pt x="4" y="56"/>
                </ns1:cubicBezTo>
                <ns1:cubicBezTo>
                  <ns1:pt x="3" y="56"/>
                  <ns1:pt x="3" y="56"/>
                  <ns1:pt x="3" y="56"/>
                </ns1:cubicBezTo>
                <ns1:cubicBezTo>
                  <ns1:pt x="2" y="56"/>
                  <ns1:pt x="2" y="56"/>
                  <ns1:pt x="1" y="56"/>
                </ns1:cubicBezTo>
                <ns1:cubicBezTo>
                  <ns1:pt x="0" y="55"/>
                  <ns1:pt x="0" y="54"/>
                  <ns1:pt x="0" y="53"/>
                </ns1:cubicBezTo>
                <ns1:cubicBezTo>
                  <ns1:pt x="13" y="2"/>
                  <ns1:pt x="13" y="2"/>
                  <ns1:pt x="13" y="2"/>
                </ns1:cubicBezTo>
                <ns1:cubicBezTo>
                  <ns1:pt x="13" y="0"/>
                  <ns1:pt x="14" y="0"/>
                  <ns1:pt x="15" y="0"/>
                </ns1:cubicBezTo>
                <ns1:cubicBezTo>
                  <ns1:pt x="36" y="0"/>
                  <ns1:pt x="36" y="0"/>
                  <ns1:pt x="36" y="0"/>
                </ns1:cubicBezTo>
                <ns1:cubicBezTo>
                  <ns1:pt x="38" y="0"/>
                  <ns1:pt x="39" y="1"/>
                  <ns1:pt x="39" y="2"/>
                </ns1:cubicBezTo>
                <ns1:cubicBezTo>
                  <ns1:pt x="39" y="3"/>
                  <ns1:pt x="39" y="3"/>
                  <ns1:pt x="38" y="3"/>
                </ns1:cubicBezTo>
                <ns1:cubicBezTo>
                  <ns1:pt x="28" y="32"/>
                  <ns1:pt x="28" y="32"/>
                  <ns1:pt x="28" y="32"/>
                </ns1:cubicBezTo>
                <ns1:cubicBezTo>
                  <ns1:pt x="53" y="26"/>
                  <ns1:pt x="53" y="26"/>
                  <ns1:pt x="53" y="26"/>
                </ns1:cubicBezTo>
                <ns1:cubicBezTo>
                  <ns1:pt x="53" y="26"/>
                  <ns1:pt x="53" y="26"/>
                  <ns1:pt x="53" y="26"/>
                </ns1:cubicBezTo>
                <ns1:cubicBezTo>
                  <ns1:pt x="54" y="26"/>
                  <ns1:pt x="55" y="26"/>
                  <ns1:pt x="55" y="27"/>
                </ns1:cubicBezTo>
                <ns1:cubicBezTo>
                  <ns1:pt x="56" y="28"/>
                  <ns1:pt x="56" y="29"/>
                  <ns1:pt x="56" y="30"/>
                </ns1:cubicBezTo>
                <ns1:close/>
              </ns1:path>
            </ns1:pathLst>
          </ns1:custGeom>
          <ns1:solidFill>
            <ns1:srgbClr val="010101"/>
          </ns1:solidFill>
          <ns1:ln>
            <ns1:noFill/>
          </ns1:ln>
          <ns1:extLst>
            <ns1:ext uri="{91240B29-F687-4F45-9708-019B960494DF}">
              <ns2:hiddenLine w="9525">
                <ns1:solidFill>
                  <ns1:srgbClr val="000000"/>
                </ns1:solidFill>
                <ns1:round/>
                <ns1:headEnd/>
                <ns1:tailEnd/>
              </ns2:hiddenLine>
            </ns1:ext>
          </ns1:extLst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en-US" sz="2700"/>
          </ns1:p>
        </ns0:txBody>
      </ns0:sp>
      <ns0:sp>
        <ns0:nvSpPr>
          <ns0:cNvPr id="182" name="Freeform 180"/>
          <ns0:cNvSpPr>
            <ns1:spLocks/>
          </ns0:cNvSpPr>
          <ns0:nvPr/>
        </ns0:nvSpPr>
        <ns0:spPr bwMode="auto">
          <ns1:xfrm>
            <ns1:off x="10720388" y="5862638"/>
            <ns1:ext cx="420688" cy="357188"/>
          </ns1:xfrm>
          <ns1:custGeom>
            <ns1:avLst/>
            <ns1:gdLst>
              <ns1:gd name="T0" fmla="*/ 112 w 112"/>
              <ns1:gd name="T1" fmla="*/ 90 h 95"/>
              <ns1:gd name="T2" fmla="*/ 106 w 112"/>
              <ns1:gd name="T3" fmla="*/ 95 h 95"/>
              <ns1:gd name="T4" fmla="*/ 86 w 112"/>
              <ns1:gd name="T5" fmla="*/ 95 h 95"/>
              <ns1:gd name="T6" fmla="*/ 80 w 112"/>
              <ns1:gd name="T7" fmla="*/ 90 h 95"/>
              <ns1:gd name="T8" fmla="*/ 80 w 112"/>
              <ns1:gd name="T9" fmla="*/ 70 h 95"/>
              <ns1:gd name="T10" fmla="*/ 86 w 112"/>
              <ns1:gd name="T11" fmla="*/ 64 h 95"/>
              <ns1:gd name="T12" fmla="*/ 92 w 112"/>
              <ns1:gd name="T13" fmla="*/ 64 h 95"/>
              <ns1:gd name="T14" fmla="*/ 92 w 112"/>
              <ns1:gd name="T15" fmla="*/ 52 h 95"/>
              <ns1:gd name="T16" fmla="*/ 60 w 112"/>
              <ns1:gd name="T17" fmla="*/ 52 h 95"/>
              <ns1:gd name="T18" fmla="*/ 60 w 112"/>
              <ns1:gd name="T19" fmla="*/ 64 h 95"/>
              <ns1:gd name="T20" fmla="*/ 66 w 112"/>
              <ns1:gd name="T21" fmla="*/ 64 h 95"/>
              <ns1:gd name="T22" fmla="*/ 72 w 112"/>
              <ns1:gd name="T23" fmla="*/ 70 h 95"/>
              <ns1:gd name="T24" fmla="*/ 72 w 112"/>
              <ns1:gd name="T25" fmla="*/ 90 h 95"/>
              <ns1:gd name="T26" fmla="*/ 66 w 112"/>
              <ns1:gd name="T27" fmla="*/ 95 h 95"/>
              <ns1:gd name="T28" fmla="*/ 46 w 112"/>
              <ns1:gd name="T29" fmla="*/ 95 h 95"/>
              <ns1:gd name="T30" fmla="*/ 40 w 112"/>
              <ns1:gd name="T31" fmla="*/ 90 h 95"/>
              <ns1:gd name="T32" fmla="*/ 40 w 112"/>
              <ns1:gd name="T33" fmla="*/ 70 h 95"/>
              <ns1:gd name="T34" fmla="*/ 46 w 112"/>
              <ns1:gd name="T35" fmla="*/ 64 h 95"/>
              <ns1:gd name="T36" fmla="*/ 52 w 112"/>
              <ns1:gd name="T37" fmla="*/ 64 h 95"/>
              <ns1:gd name="T38" fmla="*/ 52 w 112"/>
              <ns1:gd name="T39" fmla="*/ 52 h 95"/>
              <ns1:gd name="T40" fmla="*/ 20 w 112"/>
              <ns1:gd name="T41" fmla="*/ 52 h 95"/>
              <ns1:gd name="T42" fmla="*/ 20 w 112"/>
              <ns1:gd name="T43" fmla="*/ 64 h 95"/>
              <ns1:gd name="T44" fmla="*/ 26 w 112"/>
              <ns1:gd name="T45" fmla="*/ 64 h 95"/>
              <ns1:gd name="T46" fmla="*/ 32 w 112"/>
              <ns1:gd name="T47" fmla="*/ 70 h 95"/>
              <ns1:gd name="T48" fmla="*/ 32 w 112"/>
              <ns1:gd name="T49" fmla="*/ 90 h 95"/>
              <ns1:gd name="T50" fmla="*/ 26 w 112"/>
              <ns1:gd name="T51" fmla="*/ 95 h 95"/>
              <ns1:gd name="T52" fmla="*/ 6 w 112"/>
              <ns1:gd name="T53" fmla="*/ 95 h 95"/>
              <ns1:gd name="T54" fmla="*/ 0 w 112"/>
              <ns1:gd name="T55" fmla="*/ 90 h 95"/>
              <ns1:gd name="T56" fmla="*/ 0 w 112"/>
              <ns1:gd name="T57" fmla="*/ 70 h 95"/>
              <ns1:gd name="T58" fmla="*/ 6 w 112"/>
              <ns1:gd name="T59" fmla="*/ 64 h 95"/>
              <ns1:gd name="T60" fmla="*/ 12 w 112"/>
              <ns1:gd name="T61" fmla="*/ 64 h 95"/>
              <ns1:gd name="T62" fmla="*/ 12 w 112"/>
              <ns1:gd name="T63" fmla="*/ 52 h 95"/>
              <ns1:gd name="T64" fmla="*/ 20 w 112"/>
              <ns1:gd name="T65" fmla="*/ 44 h 95"/>
              <ns1:gd name="T66" fmla="*/ 52 w 112"/>
              <ns1:gd name="T67" fmla="*/ 44 h 95"/>
              <ns1:gd name="T68" fmla="*/ 52 w 112"/>
              <ns1:gd name="T69" fmla="*/ 32 h 95"/>
              <ns1:gd name="T70" fmla="*/ 46 w 112"/>
              <ns1:gd name="T71" fmla="*/ 32 h 95"/>
              <ns1:gd name="T72" fmla="*/ 40 w 112"/>
              <ns1:gd name="T73" fmla="*/ 26 h 95"/>
              <ns1:gd name="T74" fmla="*/ 40 w 112"/>
              <ns1:gd name="T75" fmla="*/ 6 h 95"/>
              <ns1:gd name="T76" fmla="*/ 46 w 112"/>
              <ns1:gd name="T77" fmla="*/ 0 h 95"/>
              <ns1:gd name="T78" fmla="*/ 66 w 112"/>
              <ns1:gd name="T79" fmla="*/ 0 h 95"/>
              <ns1:gd name="T80" fmla="*/ 72 w 112"/>
              <ns1:gd name="T81" fmla="*/ 6 h 95"/>
              <ns1:gd name="T82" fmla="*/ 72 w 112"/>
              <ns1:gd name="T83" fmla="*/ 26 h 95"/>
              <ns1:gd name="T84" fmla="*/ 66 w 112"/>
              <ns1:gd name="T85" fmla="*/ 32 h 95"/>
              <ns1:gd name="T86" fmla="*/ 60 w 112"/>
              <ns1:gd name="T87" fmla="*/ 32 h 95"/>
              <ns1:gd name="T88" fmla="*/ 60 w 112"/>
              <ns1:gd name="T89" fmla="*/ 44 h 95"/>
              <ns1:gd name="T90" fmla="*/ 92 w 112"/>
              <ns1:gd name="T91" fmla="*/ 44 h 95"/>
              <ns1:gd name="T92" fmla="*/ 100 w 112"/>
              <ns1:gd name="T93" fmla="*/ 52 h 95"/>
              <ns1:gd name="T94" fmla="*/ 100 w 112"/>
              <ns1:gd name="T95" fmla="*/ 64 h 95"/>
              <ns1:gd name="T96" fmla="*/ 106 w 112"/>
              <ns1:gd name="T97" fmla="*/ 64 h 95"/>
              <ns1:gd name="T98" fmla="*/ 112 w 112"/>
              <ns1:gd name="T99" fmla="*/ 70 h 95"/>
              <ns1:gd name="T100" fmla="*/ 112 w 112"/>
              <ns1:gd name="T101" fmla="*/ 90 h 95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  <ns1:cxn ang="0">
                <ns1:pos x="T32" y="T33"/>
              </ns1:cxn>
              <ns1:cxn ang="0">
                <ns1:pos x="T34" y="T35"/>
              </ns1:cxn>
              <ns1:cxn ang="0">
                <ns1:pos x="T36" y="T37"/>
              </ns1:cxn>
              <ns1:cxn ang="0">
                <ns1:pos x="T38" y="T39"/>
              </ns1:cxn>
              <ns1:cxn ang="0">
                <ns1:pos x="T40" y="T41"/>
              </ns1:cxn>
              <ns1:cxn ang="0">
                <ns1:pos x="T42" y="T43"/>
              </ns1:cxn>
              <ns1:cxn ang="0">
                <ns1:pos x="T44" y="T45"/>
              </ns1:cxn>
              <ns1:cxn ang="0">
                <ns1:pos x="T46" y="T47"/>
              </ns1:cxn>
              <ns1:cxn ang="0">
                <ns1:pos x="T48" y="T49"/>
              </ns1:cxn>
              <ns1:cxn ang="0">
                <ns1:pos x="T50" y="T51"/>
              </ns1:cxn>
              <ns1:cxn ang="0">
                <ns1:pos x="T52" y="T53"/>
              </ns1:cxn>
              <ns1:cxn ang="0">
                <ns1:pos x="T54" y="T55"/>
              </ns1:cxn>
              <ns1:cxn ang="0">
                <ns1:pos x="T56" y="T57"/>
              </ns1:cxn>
              <ns1:cxn ang="0">
                <ns1:pos x="T58" y="T59"/>
              </ns1:cxn>
              <ns1:cxn ang="0">
                <ns1:pos x="T60" y="T61"/>
              </ns1:cxn>
              <ns1:cxn ang="0">
                <ns1:pos x="T62" y="T63"/>
              </ns1:cxn>
              <ns1:cxn ang="0">
                <ns1:pos x="T64" y="T65"/>
              </ns1:cxn>
              <ns1:cxn ang="0">
                <ns1:pos x="T66" y="T67"/>
              </ns1:cxn>
              <ns1:cxn ang="0">
                <ns1:pos x="T68" y="T69"/>
              </ns1:cxn>
              <ns1:cxn ang="0">
                <ns1:pos x="T70" y="T71"/>
              </ns1:cxn>
              <ns1:cxn ang="0">
                <ns1:pos x="T72" y="T73"/>
              </ns1:cxn>
              <ns1:cxn ang="0">
                <ns1:pos x="T74" y="T75"/>
              </ns1:cxn>
              <ns1:cxn ang="0">
                <ns1:pos x="T76" y="T77"/>
              </ns1:cxn>
              <ns1:cxn ang="0">
                <ns1:pos x="T78" y="T79"/>
              </ns1:cxn>
              <ns1:cxn ang="0">
                <ns1:pos x="T80" y="T81"/>
              </ns1:cxn>
              <ns1:cxn ang="0">
                <ns1:pos x="T82" y="T83"/>
              </ns1:cxn>
              <ns1:cxn ang="0">
                <ns1:pos x="T84" y="T85"/>
              </ns1:cxn>
              <ns1:cxn ang="0">
                <ns1:pos x="T86" y="T87"/>
              </ns1:cxn>
              <ns1:cxn ang="0">
                <ns1:pos x="T88" y="T89"/>
              </ns1:cxn>
              <ns1:cxn ang="0">
                <ns1:pos x="T90" y="T91"/>
              </ns1:cxn>
              <ns1:cxn ang="0">
                <ns1:pos x="T92" y="T93"/>
              </ns1:cxn>
              <ns1:cxn ang="0">
                <ns1:pos x="T94" y="T95"/>
              </ns1:cxn>
              <ns1:cxn ang="0">
                <ns1:pos x="T96" y="T97"/>
              </ns1:cxn>
              <ns1:cxn ang="0">
                <ns1:pos x="T98" y="T99"/>
              </ns1:cxn>
              <ns1:cxn ang="0">
                <ns1:pos x="T100" y="T101"/>
              </ns1:cxn>
            </ns1:cxnLst>
            <ns1:rect l="0" t="0" r="r" b="b"/>
            <ns1:pathLst>
              <ns1:path w="112" h="95">
                <ns1:moveTo>
                  <ns1:pt x="112" y="90"/>
                </ns1:moveTo>
                <ns1:cubicBezTo>
                  <ns1:pt x="112" y="93"/>
                  <ns1:pt x="109" y="95"/>
                  <ns1:pt x="106" y="95"/>
                </ns1:cubicBezTo>
                <ns1:cubicBezTo>
                  <ns1:pt x="86" y="95"/>
                  <ns1:pt x="86" y="95"/>
                  <ns1:pt x="86" y="95"/>
                </ns1:cubicBezTo>
                <ns1:cubicBezTo>
                  <ns1:pt x="82" y="95"/>
                  <ns1:pt x="80" y="93"/>
                  <ns1:pt x="80" y="90"/>
                </ns1:cubicBezTo>
                <ns1:cubicBezTo>
                  <ns1:pt x="80" y="70"/>
                  <ns1:pt x="80" y="70"/>
                  <ns1:pt x="80" y="70"/>
                </ns1:cubicBezTo>
                <ns1:cubicBezTo>
                  <ns1:pt x="80" y="66"/>
                  <ns1:pt x="82" y="64"/>
                  <ns1:pt x="86" y="64"/>
                </ns1:cubicBezTo>
                <ns1:cubicBezTo>
                  <ns1:pt x="92" y="64"/>
                  <ns1:pt x="92" y="64"/>
                  <ns1:pt x="92" y="64"/>
                </ns1:cubicBezTo>
                <ns1:cubicBezTo>
                  <ns1:pt x="92" y="52"/>
                  <ns1:pt x="92" y="52"/>
                  <ns1:pt x="92" y="52"/>
                </ns1:cubicBezTo>
                <ns1:cubicBezTo>
                  <ns1:pt x="60" y="52"/>
                  <ns1:pt x="60" y="52"/>
                  <ns1:pt x="60" y="52"/>
                </ns1:cubicBezTo>
                <ns1:cubicBezTo>
                  <ns1:pt x="60" y="64"/>
                  <ns1:pt x="60" y="64"/>
                  <ns1:pt x="60" y="64"/>
                </ns1:cubicBezTo>
                <ns1:cubicBezTo>
                  <ns1:pt x="66" y="64"/>
                  <ns1:pt x="66" y="64"/>
                  <ns1:pt x="66" y="64"/>
                </ns1:cubicBezTo>
                <ns1:cubicBezTo>
                  <ns1:pt x="69" y="64"/>
                  <ns1:pt x="72" y="66"/>
                  <ns1:pt x="72" y="70"/>
                </ns1:cubicBezTo>
                <ns1:cubicBezTo>
                  <ns1:pt x="72" y="90"/>
                  <ns1:pt x="72" y="90"/>
                  <ns1:pt x="72" y="90"/>
                </ns1:cubicBezTo>
                <ns1:cubicBezTo>
                  <ns1:pt x="72" y="93"/>
                  <ns1:pt x="69" y="95"/>
                  <ns1:pt x="66" y="95"/>
                </ns1:cubicBezTo>
                <ns1:cubicBezTo>
                  <ns1:pt x="46" y="95"/>
                  <ns1:pt x="46" y="95"/>
                  <ns1:pt x="46" y="95"/>
                </ns1:cubicBezTo>
                <ns1:cubicBezTo>
                  <ns1:pt x="42" y="95"/>
                  <ns1:pt x="40" y="93"/>
                  <ns1:pt x="40" y="90"/>
                </ns1:cubicBezTo>
                <ns1:cubicBezTo>
                  <ns1:pt x="40" y="70"/>
                  <ns1:pt x="40" y="70"/>
                  <ns1:pt x="40" y="70"/>
                </ns1:cubicBezTo>
                <ns1:cubicBezTo>
                  <ns1:pt x="40" y="66"/>
                  <ns1:pt x="42" y="64"/>
                  <ns1:pt x="46" y="64"/>
                </ns1:cubicBezTo>
                <ns1:cubicBezTo>
                  <ns1:pt x="52" y="64"/>
                  <ns1:pt x="52" y="64"/>
                  <ns1:pt x="52" y="64"/>
                </ns1:cubicBezTo>
                <ns1:cubicBezTo>
                  <ns1:pt x="52" y="52"/>
                  <ns1:pt x="52" y="52"/>
                  <ns1:pt x="52" y="52"/>
                </ns1:cubicBezTo>
                <ns1:cubicBezTo>
                  <ns1:pt x="20" y="52"/>
                  <ns1:pt x="20" y="52"/>
                  <ns1:pt x="20" y="52"/>
                </ns1:cubicBezTo>
                <ns1:cubicBezTo>
                  <ns1:pt x="20" y="64"/>
                  <ns1:pt x="20" y="64"/>
                  <ns1:pt x="20" y="64"/>
                </ns1:cubicBezTo>
                <ns1:cubicBezTo>
                  <ns1:pt x="26" y="64"/>
                  <ns1:pt x="26" y="64"/>
                  <ns1:pt x="26" y="64"/>
                </ns1:cubicBezTo>
                <ns1:cubicBezTo>
                  <ns1:pt x="29" y="64"/>
                  <ns1:pt x="32" y="66"/>
                  <ns1:pt x="32" y="70"/>
                </ns1:cubicBezTo>
                <ns1:cubicBezTo>
                  <ns1:pt x="32" y="90"/>
                  <ns1:pt x="32" y="90"/>
                  <ns1:pt x="32" y="90"/>
                </ns1:cubicBezTo>
                <ns1:cubicBezTo>
                  <ns1:pt x="32" y="93"/>
                  <ns1:pt x="29" y="95"/>
                  <ns1:pt x="26" y="95"/>
                </ns1:cubicBezTo>
                <ns1:cubicBezTo>
                  <ns1:pt x="6" y="95"/>
                  <ns1:pt x="6" y="95"/>
                  <ns1:pt x="6" y="95"/>
                </ns1:cubicBezTo>
                <ns1:cubicBezTo>
                  <ns1:pt x="2" y="95"/>
                  <ns1:pt x="0" y="93"/>
                  <ns1:pt x="0" y="90"/>
                </ns1:cubicBezTo>
                <ns1:cubicBezTo>
                  <ns1:pt x="0" y="70"/>
                  <ns1:pt x="0" y="70"/>
                  <ns1:pt x="0" y="70"/>
                </ns1:cubicBezTo>
                <ns1:cubicBezTo>
                  <ns1:pt x="0" y="66"/>
                  <ns1:pt x="2" y="64"/>
                  <ns1:pt x="6" y="64"/>
                </ns1:cubicBezTo>
                <ns1:cubicBezTo>
                  <ns1:pt x="12" y="64"/>
                  <ns1:pt x="12" y="64"/>
                  <ns1:pt x="12" y="64"/>
                </ns1:cubicBezTo>
                <ns1:cubicBezTo>
                  <ns1:pt x="12" y="52"/>
                  <ns1:pt x="12" y="52"/>
                  <ns1:pt x="12" y="52"/>
                </ns1:cubicBezTo>
                <ns1:cubicBezTo>
                  <ns1:pt x="12" y="47"/>
                  <ns1:pt x="15" y="44"/>
                  <ns1:pt x="20" y="44"/>
                </ns1:cubicBezTo>
                <ns1:cubicBezTo>
                  <ns1:pt x="52" y="44"/>
                  <ns1:pt x="52" y="44"/>
                  <ns1:pt x="52" y="44"/>
                </ns1:cubicBezTo>
                <ns1:cubicBezTo>
                  <ns1:pt x="52" y="32"/>
                  <ns1:pt x="52" y="32"/>
                  <ns1:pt x="52" y="32"/>
                </ns1:cubicBezTo>
                <ns1:cubicBezTo>
                  <ns1:pt x="46" y="32"/>
                  <ns1:pt x="46" y="32"/>
                  <ns1:pt x="46" y="32"/>
                </ns1:cubicBezTo>
                <ns1:cubicBezTo>
                  <ns1:pt x="42" y="32"/>
                  <ns1:pt x="40" y="29"/>
                  <ns1:pt x="40" y="26"/>
                </ns1:cubicBezTo>
                <ns1:cubicBezTo>
                  <ns1:pt x="40" y="6"/>
                  <ns1:pt x="40" y="6"/>
                  <ns1:pt x="40" y="6"/>
                </ns1:cubicBezTo>
                <ns1:cubicBezTo>
                  <ns1:pt x="40" y="2"/>
                  <ns1:pt x="42" y="0"/>
                  <ns1:pt x="46" y="0"/>
                </ns1:cubicBezTo>
                <ns1:cubicBezTo>
                  <ns1:pt x="66" y="0"/>
                  <ns1:pt x="66" y="0"/>
                  <ns1:pt x="66" y="0"/>
                </ns1:cubicBezTo>
                <ns1:cubicBezTo>
                  <ns1:pt x="69" y="0"/>
                  <ns1:pt x="72" y="2"/>
                  <ns1:pt x="72" y="6"/>
                </ns1:cubicBezTo>
                <ns1:cubicBezTo>
                  <ns1:pt x="72" y="26"/>
                  <ns1:pt x="72" y="26"/>
                  <ns1:pt x="72" y="26"/>
                </ns1:cubicBezTo>
                <ns1:cubicBezTo>
                  <ns1:pt x="72" y="29"/>
                  <ns1:pt x="69" y="32"/>
                  <ns1:pt x="66" y="32"/>
                </ns1:cubicBezTo>
                <ns1:cubicBezTo>
                  <ns1:pt x="60" y="32"/>
                  <ns1:pt x="60" y="32"/>
                  <ns1:pt x="60" y="32"/>
                </ns1:cubicBezTo>
                <ns1:cubicBezTo>
                  <ns1:pt x="60" y="44"/>
                  <ns1:pt x="60" y="44"/>
                  <ns1:pt x="60" y="44"/>
                </ns1:cubicBezTo>
                <ns1:cubicBezTo>
                  <ns1:pt x="92" y="44"/>
                  <ns1:pt x="92" y="44"/>
                  <ns1:pt x="92" y="44"/>
                </ns1:cubicBezTo>
                <ns1:cubicBezTo>
                  <ns1:pt x="96" y="44"/>
                  <ns1:pt x="100" y="47"/>
                  <ns1:pt x="100" y="52"/>
                </ns1:cubicBezTo>
                <ns1:cubicBezTo>
                  <ns1:pt x="100" y="64"/>
                  <ns1:pt x="100" y="64"/>
                  <ns1:pt x="100" y="64"/>
                </ns1:cubicBezTo>
                <ns1:cubicBezTo>
                  <ns1:pt x="106" y="64"/>
                  <ns1:pt x="106" y="64"/>
                  <ns1:pt x="106" y="64"/>
                </ns1:cubicBezTo>
                <ns1:cubicBezTo>
                  <ns1:pt x="109" y="64"/>
                  <ns1:pt x="112" y="66"/>
                  <ns1:pt x="112" y="70"/>
                </ns1:cubicBezTo>
                <ns1:lnTo>
                  <ns1:pt x="112" y="90"/>
                </ns1:lnTo>
                <ns1:close/>
              </ns1:path>
            </ns1:pathLst>
          </ns1:custGeom>
          <ns1:solidFill>
            <ns1:srgbClr val="010101"/>
          </ns1:solidFill>
          <ns1:ln>
            <ns1:noFill/>
          </ns1:ln>
          <ns1:extLst>
            <ns1:ext uri="{91240B29-F687-4F45-9708-019B960494DF}">
              <ns2:hiddenLine w="9525">
                <ns1:solidFill>
                  <ns1:srgbClr val="000000"/>
                </ns1:solidFill>
                <ns1:round/>
                <ns1:headEnd/>
                <ns1:tailEnd/>
              </ns2:hiddenLine>
            </ns1:ext>
          </ns1:extLst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en-US" sz="2700"/>
          </ns1:p>
        </ns0:txBody>
      </ns0:sp>
    </ns0:spTree>
    <ns0:extLst>
      <ns0:ext uri="{BB962C8B-B14F-4D97-AF65-F5344CB8AC3E}">
        <ns3:creationId val="2654828131"/>
      </ns0:ext>
    </ns0:extLst>
  </ns0:cSld>
  <ns0:clrMapOvr>
    <ns1:masterClrMapping/>
  </ns0:clrMapOvr>
</ns0:sld>
</file>

<file path=ppt/slides/slide34.xml><?xml version="1.0" encoding="utf-8"?>
<ns0:sld xmlns:ns0="http://schemas.openxmlformats.org/presentationml/2006/main" xmlns:ns1="http://schemas.openxmlformats.org/drawingml/2006/main" xmlns:ns2="http://schemas.microsoft.com/office/powerpoint/2010/main">
  <ns0:cSld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9" name="Freeform 5"/>
          <ns0:cNvSpPr>
            <ns1:spLocks noEditPoints="1"/>
          </ns0:cNvSpPr>
          <ns0:nvPr/>
        </ns0:nvSpPr>
        <ns0:spPr bwMode="auto">
          <ns1:xfrm>
            <ns1:off x="1239838" y="490538"/>
            <ns1:ext cx="404812" cy="557213"/>
          </ns1:xfrm>
          <ns1:custGeom>
            <ns1:avLst/>
            <ns1:gdLst>
              <ns1:gd name="T0" fmla="*/ 32 w 128"/>
              <ns1:gd name="T1" fmla="*/ 104 h 176"/>
              <ns1:gd name="T2" fmla="*/ 28 w 128"/>
              <ns1:gd name="T3" fmla="*/ 108 h 176"/>
              <ns1:gd name="T4" fmla="*/ 29 w 128"/>
              <ns1:gd name="T5" fmla="*/ 111 h 176"/>
              <ns1:gd name="T6" fmla="*/ 61 w 128"/>
              <ns1:gd name="T7" fmla="*/ 143 h 176"/>
              <ns1:gd name="T8" fmla="*/ 64 w 128"/>
              <ns1:gd name="T9" fmla="*/ 144 h 176"/>
              <ns1:gd name="T10" fmla="*/ 67 w 128"/>
              <ns1:gd name="T11" fmla="*/ 143 h 176"/>
              <ns1:gd name="T12" fmla="*/ 99 w 128"/>
              <ns1:gd name="T13" fmla="*/ 111 h 176"/>
              <ns1:gd name="T14" fmla="*/ 100 w 128"/>
              <ns1:gd name="T15" fmla="*/ 108 h 176"/>
              <ns1:gd name="T16" fmla="*/ 96 w 128"/>
              <ns1:gd name="T17" fmla="*/ 104 h 176"/>
              <ns1:gd name="T18" fmla="*/ 93 w 128"/>
              <ns1:gd name="T19" fmla="*/ 105 h 176"/>
              <ns1:gd name="T20" fmla="*/ 68 w 128"/>
              <ns1:gd name="T21" fmla="*/ 130 h 176"/>
              <ns1:gd name="T22" fmla="*/ 68 w 128"/>
              <ns1:gd name="T23" fmla="*/ 4 h 176"/>
              <ns1:gd name="T24" fmla="*/ 64 w 128"/>
              <ns1:gd name="T25" fmla="*/ 0 h 176"/>
              <ns1:gd name="T26" fmla="*/ 60 w 128"/>
              <ns1:gd name="T27" fmla="*/ 4 h 176"/>
              <ns1:gd name="T28" fmla="*/ 60 w 128"/>
              <ns1:gd name="T29" fmla="*/ 130 h 176"/>
              <ns1:gd name="T30" fmla="*/ 35 w 128"/>
              <ns1:gd name="T31" fmla="*/ 105 h 176"/>
              <ns1:gd name="T32" fmla="*/ 32 w 128"/>
              <ns1:gd name="T33" fmla="*/ 104 h 176"/>
              <ns1:gd name="T34" fmla="*/ 124 w 128"/>
              <ns1:gd name="T35" fmla="*/ 56 h 176"/>
              <ns1:gd name="T36" fmla="*/ 80 w 128"/>
              <ns1:gd name="T37" fmla="*/ 56 h 176"/>
              <ns1:gd name="T38" fmla="*/ 76 w 128"/>
              <ns1:gd name="T39" fmla="*/ 60 h 176"/>
              <ns1:gd name="T40" fmla="*/ 80 w 128"/>
              <ns1:gd name="T41" fmla="*/ 64 h 176"/>
              <ns1:gd name="T42" fmla="*/ 120 w 128"/>
              <ns1:gd name="T43" fmla="*/ 64 h 176"/>
              <ns1:gd name="T44" fmla="*/ 120 w 128"/>
              <ns1:gd name="T45" fmla="*/ 168 h 176"/>
              <ns1:gd name="T46" fmla="*/ 8 w 128"/>
              <ns1:gd name="T47" fmla="*/ 168 h 176"/>
              <ns1:gd name="T48" fmla="*/ 8 w 128"/>
              <ns1:gd name="T49" fmla="*/ 64 h 176"/>
              <ns1:gd name="T50" fmla="*/ 48 w 128"/>
              <ns1:gd name="T51" fmla="*/ 64 h 176"/>
              <ns1:gd name="T52" fmla="*/ 52 w 128"/>
              <ns1:gd name="T53" fmla="*/ 60 h 176"/>
              <ns1:gd name="T54" fmla="*/ 48 w 128"/>
              <ns1:gd name="T55" fmla="*/ 56 h 176"/>
              <ns1:gd name="T56" fmla="*/ 4 w 128"/>
              <ns1:gd name="T57" fmla="*/ 56 h 176"/>
              <ns1:gd name="T58" fmla="*/ 0 w 128"/>
              <ns1:gd name="T59" fmla="*/ 60 h 176"/>
              <ns1:gd name="T60" fmla="*/ 0 w 128"/>
              <ns1:gd name="T61" fmla="*/ 172 h 176"/>
              <ns1:gd name="T62" fmla="*/ 4 w 128"/>
              <ns1:gd name="T63" fmla="*/ 176 h 176"/>
              <ns1:gd name="T64" fmla="*/ 124 w 128"/>
              <ns1:gd name="T65" fmla="*/ 176 h 176"/>
              <ns1:gd name="T66" fmla="*/ 128 w 128"/>
              <ns1:gd name="T67" fmla="*/ 172 h 176"/>
              <ns1:gd name="T68" fmla="*/ 128 w 128"/>
              <ns1:gd name="T69" fmla="*/ 60 h 176"/>
              <ns1:gd name="T70" fmla="*/ 124 w 128"/>
              <ns1:gd name="T71" fmla="*/ 56 h 176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  <ns1:cxn ang="0">
                <ns1:pos x="T32" y="T33"/>
              </ns1:cxn>
              <ns1:cxn ang="0">
                <ns1:pos x="T34" y="T35"/>
              </ns1:cxn>
              <ns1:cxn ang="0">
                <ns1:pos x="T36" y="T37"/>
              </ns1:cxn>
              <ns1:cxn ang="0">
                <ns1:pos x="T38" y="T39"/>
              </ns1:cxn>
              <ns1:cxn ang="0">
                <ns1:pos x="T40" y="T41"/>
              </ns1:cxn>
              <ns1:cxn ang="0">
                <ns1:pos x="T42" y="T43"/>
              </ns1:cxn>
              <ns1:cxn ang="0">
                <ns1:pos x="T44" y="T45"/>
              </ns1:cxn>
              <ns1:cxn ang="0">
                <ns1:pos x="T46" y="T47"/>
              </ns1:cxn>
              <ns1:cxn ang="0">
                <ns1:pos x="T48" y="T49"/>
              </ns1:cxn>
              <ns1:cxn ang="0">
                <ns1:pos x="T50" y="T51"/>
              </ns1:cxn>
              <ns1:cxn ang="0">
                <ns1:pos x="T52" y="T53"/>
              </ns1:cxn>
              <ns1:cxn ang="0">
                <ns1:pos x="T54" y="T55"/>
              </ns1:cxn>
              <ns1:cxn ang="0">
                <ns1:pos x="T56" y="T57"/>
              </ns1:cxn>
              <ns1:cxn ang="0">
                <ns1:pos x="T58" y="T59"/>
              </ns1:cxn>
              <ns1:cxn ang="0">
                <ns1:pos x="T60" y="T61"/>
              </ns1:cxn>
              <ns1:cxn ang="0">
                <ns1:pos x="T62" y="T63"/>
              </ns1:cxn>
              <ns1:cxn ang="0">
                <ns1:pos x="T64" y="T65"/>
              </ns1:cxn>
              <ns1:cxn ang="0">
                <ns1:pos x="T66" y="T67"/>
              </ns1:cxn>
              <ns1:cxn ang="0">
                <ns1:pos x="T68" y="T69"/>
              </ns1:cxn>
              <ns1:cxn ang="0">
                <ns1:pos x="T70" y="T71"/>
              </ns1:cxn>
            </ns1:cxnLst>
            <ns1:rect l="0" t="0" r="r" b="b"/>
            <ns1:pathLst>
              <ns1:path w="128" h="176">
                <ns1:moveTo>
                  <ns1:pt x="32" y="104"/>
                </ns1:moveTo>
                <ns1:cubicBezTo>
                  <ns1:pt x="30" y="104"/>
                  <ns1:pt x="28" y="106"/>
                  <ns1:pt x="28" y="108"/>
                </ns1:cubicBezTo>
                <ns1:cubicBezTo>
                  <ns1:pt x="28" y="109"/>
                  <ns1:pt x="28" y="110"/>
                  <ns1:pt x="29" y="111"/>
                </ns1:cubicBezTo>
                <ns1:cubicBezTo>
                  <ns1:pt x="61" y="143"/>
                  <ns1:pt x="61" y="143"/>
                  <ns1:pt x="61" y="143"/>
                </ns1:cubicBezTo>
                <ns1:cubicBezTo>
                  <ns1:pt x="62" y="144"/>
                  <ns1:pt x="63" y="144"/>
                  <ns1:pt x="64" y="144"/>
                </ns1:cubicBezTo>
                <ns1:cubicBezTo>
                  <ns1:pt x="65" y="144"/>
                  <ns1:pt x="66" y="144"/>
                  <ns1:pt x="67" y="143"/>
                </ns1:cubicBezTo>
                <ns1:cubicBezTo>
                  <ns1:pt x="99" y="111"/>
                  <ns1:pt x="99" y="111"/>
                  <ns1:pt x="99" y="111"/>
                </ns1:cubicBezTo>
                <ns1:cubicBezTo>
                  <ns1:pt x="100" y="110"/>
                  <ns1:pt x="100" y="109"/>
                  <ns1:pt x="100" y="108"/>
                </ns1:cubicBezTo>
                <ns1:cubicBezTo>
                  <ns1:pt x="100" y="106"/>
                  <ns1:pt x="98" y="104"/>
                  <ns1:pt x="96" y="104"/>
                </ns1:cubicBezTo>
                <ns1:cubicBezTo>
                  <ns1:pt x="95" y="104"/>
                  <ns1:pt x="94" y="104"/>
                  <ns1:pt x="93" y="105"/>
                </ns1:cubicBezTo>
                <ns1:cubicBezTo>
                  <ns1:pt x="68" y="130"/>
                  <ns1:pt x="68" y="130"/>
                  <ns1:pt x="68" y="130"/>
                </ns1:cubicBezTo>
                <ns1:cubicBezTo>
                  <ns1:pt x="68" y="4"/>
                  <ns1:pt x="68" y="4"/>
                  <ns1:pt x="68" y="4"/>
                </ns1:cubicBezTo>
                <ns1:cubicBezTo>
                  <ns1:pt x="68" y="2"/>
                  <ns1:pt x="66" y="0"/>
                  <ns1:pt x="64" y="0"/>
                </ns1:cubicBezTo>
                <ns1:cubicBezTo>
                  <ns1:pt x="62" y="0"/>
                  <ns1:pt x="60" y="2"/>
                  <ns1:pt x="60" y="4"/>
                </ns1:cubicBezTo>
                <ns1:cubicBezTo>
                  <ns1:pt x="60" y="130"/>
                  <ns1:pt x="60" y="130"/>
                  <ns1:pt x="60" y="130"/>
                </ns1:cubicBezTo>
                <ns1:cubicBezTo>
                  <ns1:pt x="35" y="105"/>
                  <ns1:pt x="35" y="105"/>
                  <ns1:pt x="35" y="105"/>
                </ns1:cubicBezTo>
                <ns1:cubicBezTo>
                  <ns1:pt x="34" y="104"/>
                  <ns1:pt x="33" y="104"/>
                  <ns1:pt x="32" y="104"/>
                </ns1:cubicBezTo>
                <ns1:moveTo>
                  <ns1:pt x="124" y="56"/>
                </ns1:moveTo>
                <ns1:cubicBezTo>
                  <ns1:pt x="80" y="56"/>
                  <ns1:pt x="80" y="56"/>
                  <ns1:pt x="80" y="56"/>
                </ns1:cubicBezTo>
                <ns1:cubicBezTo>
                  <ns1:pt x="78" y="56"/>
                  <ns1:pt x="76" y="58"/>
                  <ns1:pt x="76" y="60"/>
                </ns1:cubicBezTo>
                <ns1:cubicBezTo>
                  <ns1:pt x="76" y="62"/>
                  <ns1:pt x="78" y="64"/>
                  <ns1:pt x="80" y="64"/>
                </ns1:cubicBezTo>
                <ns1:cubicBezTo>
                  <ns1:pt x="120" y="64"/>
                  <ns1:pt x="120" y="64"/>
                  <ns1:pt x="120" y="64"/>
                </ns1:cubicBezTo>
                <ns1:cubicBezTo>
                  <ns1:pt x="120" y="168"/>
                  <ns1:pt x="120" y="168"/>
                  <ns1:pt x="120" y="168"/>
                </ns1:cubicBezTo>
                <ns1:cubicBezTo>
                  <ns1:pt x="8" y="168"/>
                  <ns1:pt x="8" y="168"/>
                  <ns1:pt x="8" y="168"/>
                </ns1:cubicBezTo>
                <ns1:cubicBezTo>
                  <ns1:pt x="8" y="64"/>
                  <ns1:pt x="8" y="64"/>
                  <ns1:pt x="8" y="64"/>
                </ns1:cubicBezTo>
                <ns1:cubicBezTo>
                  <ns1:pt x="48" y="64"/>
                  <ns1:pt x="48" y="64"/>
                  <ns1:pt x="48" y="64"/>
                </ns1:cubicBezTo>
                <ns1:cubicBezTo>
                  <ns1:pt x="50" y="64"/>
                  <ns1:pt x="52" y="62"/>
                  <ns1:pt x="52" y="60"/>
                </ns1:cubicBezTo>
                <ns1:cubicBezTo>
                  <ns1:pt x="52" y="58"/>
                  <ns1:pt x="50" y="56"/>
                  <ns1:pt x="48" y="56"/>
                </ns1:cubicBezTo>
                <ns1:cubicBezTo>
                  <ns1:pt x="4" y="56"/>
                  <ns1:pt x="4" y="56"/>
                  <ns1:pt x="4" y="56"/>
                </ns1:cubicBezTo>
                <ns1:cubicBezTo>
                  <ns1:pt x="2" y="56"/>
                  <ns1:pt x="0" y="58"/>
                  <ns1:pt x="0" y="60"/>
                </ns1:cubicBezTo>
                <ns1:cubicBezTo>
                  <ns1:pt x="0" y="172"/>
                  <ns1:pt x="0" y="172"/>
                  <ns1:pt x="0" y="172"/>
                </ns1:cubicBezTo>
                <ns1:cubicBezTo>
                  <ns1:pt x="0" y="174"/>
                  <ns1:pt x="2" y="176"/>
                  <ns1:pt x="4" y="176"/>
                </ns1:cubicBezTo>
                <ns1:cubicBezTo>
                  <ns1:pt x="124" y="176"/>
                  <ns1:pt x="124" y="176"/>
                  <ns1:pt x="124" y="176"/>
                </ns1:cubicBezTo>
                <ns1:cubicBezTo>
                  <ns1:pt x="126" y="176"/>
                  <ns1:pt x="128" y="174"/>
                  <ns1:pt x="128" y="172"/>
                </ns1:cubicBezTo>
                <ns1:cubicBezTo>
                  <ns1:pt x="128" y="60"/>
                  <ns1:pt x="128" y="60"/>
                  <ns1:pt x="128" y="60"/>
                </ns1:cubicBezTo>
                <ns1:cubicBezTo>
                  <ns1:pt x="128" y="58"/>
                  <ns1:pt x="126" y="56"/>
                  <ns1:pt x="124" y="56"/>
                </ns1:cubicBezTo>
              </ns1:path>
            </ns1:pathLst>
          </ns1:custGeom>
          <ns1:solidFill>
            <ns1:schemeClr val="tx1"/>
          </ns1:solidFill>
          <ns1:ln>
            <ns1:noFill/>
          </ns1:ln>
          <ns1:extLst/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en-US"/>
          </ns1:p>
        </ns0:txBody>
      </ns0:sp>
      <ns0:sp>
        <ns0:nvSpPr>
          <ns0:cNvPr id="10" name="Freeform 6"/>
          <ns0:cNvSpPr>
            <ns1:spLocks noEditPoints="1"/>
          </ns0:cNvSpPr>
          <ns0:nvPr/>
        </ns0:nvSpPr>
        <ns0:spPr bwMode="auto">
          <ns1:xfrm>
            <ns1:off x="2303463" y="490538"/>
            <ns1:ext cx="404812" cy="557213"/>
          </ns1:xfrm>
          <ns1:custGeom>
            <ns1:avLst/>
            <ns1:gdLst>
              <ns1:gd name="T0" fmla="*/ 124 w 128"/>
              <ns1:gd name="T1" fmla="*/ 56 h 176"/>
              <ns1:gd name="T2" fmla="*/ 80 w 128"/>
              <ns1:gd name="T3" fmla="*/ 56 h 176"/>
              <ns1:gd name="T4" fmla="*/ 76 w 128"/>
              <ns1:gd name="T5" fmla="*/ 60 h 176"/>
              <ns1:gd name="T6" fmla="*/ 80 w 128"/>
              <ns1:gd name="T7" fmla="*/ 64 h 176"/>
              <ns1:gd name="T8" fmla="*/ 120 w 128"/>
              <ns1:gd name="T9" fmla="*/ 64 h 176"/>
              <ns1:gd name="T10" fmla="*/ 120 w 128"/>
              <ns1:gd name="T11" fmla="*/ 168 h 176"/>
              <ns1:gd name="T12" fmla="*/ 8 w 128"/>
              <ns1:gd name="T13" fmla="*/ 168 h 176"/>
              <ns1:gd name="T14" fmla="*/ 8 w 128"/>
              <ns1:gd name="T15" fmla="*/ 64 h 176"/>
              <ns1:gd name="T16" fmla="*/ 48 w 128"/>
              <ns1:gd name="T17" fmla="*/ 64 h 176"/>
              <ns1:gd name="T18" fmla="*/ 52 w 128"/>
              <ns1:gd name="T19" fmla="*/ 60 h 176"/>
              <ns1:gd name="T20" fmla="*/ 48 w 128"/>
              <ns1:gd name="T21" fmla="*/ 56 h 176"/>
              <ns1:gd name="T22" fmla="*/ 4 w 128"/>
              <ns1:gd name="T23" fmla="*/ 56 h 176"/>
              <ns1:gd name="T24" fmla="*/ 0 w 128"/>
              <ns1:gd name="T25" fmla="*/ 60 h 176"/>
              <ns1:gd name="T26" fmla="*/ 0 w 128"/>
              <ns1:gd name="T27" fmla="*/ 172 h 176"/>
              <ns1:gd name="T28" fmla="*/ 4 w 128"/>
              <ns1:gd name="T29" fmla="*/ 176 h 176"/>
              <ns1:gd name="T30" fmla="*/ 124 w 128"/>
              <ns1:gd name="T31" fmla="*/ 176 h 176"/>
              <ns1:gd name="T32" fmla="*/ 128 w 128"/>
              <ns1:gd name="T33" fmla="*/ 172 h 176"/>
              <ns1:gd name="T34" fmla="*/ 128 w 128"/>
              <ns1:gd name="T35" fmla="*/ 60 h 176"/>
              <ns1:gd name="T36" fmla="*/ 124 w 128"/>
              <ns1:gd name="T37" fmla="*/ 56 h 176"/>
              <ns1:gd name="T38" fmla="*/ 32 w 128"/>
              <ns1:gd name="T39" fmla="*/ 40 h 176"/>
              <ns1:gd name="T40" fmla="*/ 35 w 128"/>
              <ns1:gd name="T41" fmla="*/ 39 h 176"/>
              <ns1:gd name="T42" fmla="*/ 60 w 128"/>
              <ns1:gd name="T43" fmla="*/ 14 h 176"/>
              <ns1:gd name="T44" fmla="*/ 60 w 128"/>
              <ns1:gd name="T45" fmla="*/ 140 h 176"/>
              <ns1:gd name="T46" fmla="*/ 64 w 128"/>
              <ns1:gd name="T47" fmla="*/ 144 h 176"/>
              <ns1:gd name="T48" fmla="*/ 68 w 128"/>
              <ns1:gd name="T49" fmla="*/ 140 h 176"/>
              <ns1:gd name="T50" fmla="*/ 68 w 128"/>
              <ns1:gd name="T51" fmla="*/ 14 h 176"/>
              <ns1:gd name="T52" fmla="*/ 93 w 128"/>
              <ns1:gd name="T53" fmla="*/ 39 h 176"/>
              <ns1:gd name="T54" fmla="*/ 96 w 128"/>
              <ns1:gd name="T55" fmla="*/ 40 h 176"/>
              <ns1:gd name="T56" fmla="*/ 100 w 128"/>
              <ns1:gd name="T57" fmla="*/ 36 h 176"/>
              <ns1:gd name="T58" fmla="*/ 99 w 128"/>
              <ns1:gd name="T59" fmla="*/ 33 h 176"/>
              <ns1:gd name="T60" fmla="*/ 67 w 128"/>
              <ns1:gd name="T61" fmla="*/ 1 h 176"/>
              <ns1:gd name="T62" fmla="*/ 64 w 128"/>
              <ns1:gd name="T63" fmla="*/ 0 h 176"/>
              <ns1:gd name="T64" fmla="*/ 61 w 128"/>
              <ns1:gd name="T65" fmla="*/ 1 h 176"/>
              <ns1:gd name="T66" fmla="*/ 29 w 128"/>
              <ns1:gd name="T67" fmla="*/ 33 h 176"/>
              <ns1:gd name="T68" fmla="*/ 28 w 128"/>
              <ns1:gd name="T69" fmla="*/ 36 h 176"/>
              <ns1:gd name="T70" fmla="*/ 32 w 128"/>
              <ns1:gd name="T71" fmla="*/ 40 h 176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  <ns1:cxn ang="0">
                <ns1:pos x="T32" y="T33"/>
              </ns1:cxn>
              <ns1:cxn ang="0">
                <ns1:pos x="T34" y="T35"/>
              </ns1:cxn>
              <ns1:cxn ang="0">
                <ns1:pos x="T36" y="T37"/>
              </ns1:cxn>
              <ns1:cxn ang="0">
                <ns1:pos x="T38" y="T39"/>
              </ns1:cxn>
              <ns1:cxn ang="0">
                <ns1:pos x="T40" y="T41"/>
              </ns1:cxn>
              <ns1:cxn ang="0">
                <ns1:pos x="T42" y="T43"/>
              </ns1:cxn>
              <ns1:cxn ang="0">
                <ns1:pos x="T44" y="T45"/>
              </ns1:cxn>
              <ns1:cxn ang="0">
                <ns1:pos x="T46" y="T47"/>
              </ns1:cxn>
              <ns1:cxn ang="0">
                <ns1:pos x="T48" y="T49"/>
              </ns1:cxn>
              <ns1:cxn ang="0">
                <ns1:pos x="T50" y="T51"/>
              </ns1:cxn>
              <ns1:cxn ang="0">
                <ns1:pos x="T52" y="T53"/>
              </ns1:cxn>
              <ns1:cxn ang="0">
                <ns1:pos x="T54" y="T55"/>
              </ns1:cxn>
              <ns1:cxn ang="0">
                <ns1:pos x="T56" y="T57"/>
              </ns1:cxn>
              <ns1:cxn ang="0">
                <ns1:pos x="T58" y="T59"/>
              </ns1:cxn>
              <ns1:cxn ang="0">
                <ns1:pos x="T60" y="T61"/>
              </ns1:cxn>
              <ns1:cxn ang="0">
                <ns1:pos x="T62" y="T63"/>
              </ns1:cxn>
              <ns1:cxn ang="0">
                <ns1:pos x="T64" y="T65"/>
              </ns1:cxn>
              <ns1:cxn ang="0">
                <ns1:pos x="T66" y="T67"/>
              </ns1:cxn>
              <ns1:cxn ang="0">
                <ns1:pos x="T68" y="T69"/>
              </ns1:cxn>
              <ns1:cxn ang="0">
                <ns1:pos x="T70" y="T71"/>
              </ns1:cxn>
            </ns1:cxnLst>
            <ns1:rect l="0" t="0" r="r" b="b"/>
            <ns1:pathLst>
              <ns1:path w="128" h="176">
                <ns1:moveTo>
                  <ns1:pt x="124" y="56"/>
                </ns1:moveTo>
                <ns1:cubicBezTo>
                  <ns1:pt x="80" y="56"/>
                  <ns1:pt x="80" y="56"/>
                  <ns1:pt x="80" y="56"/>
                </ns1:cubicBezTo>
                <ns1:cubicBezTo>
                  <ns1:pt x="78" y="56"/>
                  <ns1:pt x="76" y="58"/>
                  <ns1:pt x="76" y="60"/>
                </ns1:cubicBezTo>
                <ns1:cubicBezTo>
                  <ns1:pt x="76" y="62"/>
                  <ns1:pt x="78" y="64"/>
                  <ns1:pt x="80" y="64"/>
                </ns1:cubicBezTo>
                <ns1:cubicBezTo>
                  <ns1:pt x="120" y="64"/>
                  <ns1:pt x="120" y="64"/>
                  <ns1:pt x="120" y="64"/>
                </ns1:cubicBezTo>
                <ns1:cubicBezTo>
                  <ns1:pt x="120" y="168"/>
                  <ns1:pt x="120" y="168"/>
                  <ns1:pt x="120" y="168"/>
                </ns1:cubicBezTo>
                <ns1:cubicBezTo>
                  <ns1:pt x="8" y="168"/>
                  <ns1:pt x="8" y="168"/>
                  <ns1:pt x="8" y="168"/>
                </ns1:cubicBezTo>
                <ns1:cubicBezTo>
                  <ns1:pt x="8" y="64"/>
                  <ns1:pt x="8" y="64"/>
                  <ns1:pt x="8" y="64"/>
                </ns1:cubicBezTo>
                <ns1:cubicBezTo>
                  <ns1:pt x="48" y="64"/>
                  <ns1:pt x="48" y="64"/>
                  <ns1:pt x="48" y="64"/>
                </ns1:cubicBezTo>
                <ns1:cubicBezTo>
                  <ns1:pt x="50" y="64"/>
                  <ns1:pt x="52" y="62"/>
                  <ns1:pt x="52" y="60"/>
                </ns1:cubicBezTo>
                <ns1:cubicBezTo>
                  <ns1:pt x="52" y="58"/>
                  <ns1:pt x="50" y="56"/>
                  <ns1:pt x="48" y="56"/>
                </ns1:cubicBezTo>
                <ns1:cubicBezTo>
                  <ns1:pt x="4" y="56"/>
                  <ns1:pt x="4" y="56"/>
                  <ns1:pt x="4" y="56"/>
                </ns1:cubicBezTo>
                <ns1:cubicBezTo>
                  <ns1:pt x="2" y="56"/>
                  <ns1:pt x="0" y="58"/>
                  <ns1:pt x="0" y="60"/>
                </ns1:cubicBezTo>
                <ns1:cubicBezTo>
                  <ns1:pt x="0" y="172"/>
                  <ns1:pt x="0" y="172"/>
                  <ns1:pt x="0" y="172"/>
                </ns1:cubicBezTo>
                <ns1:cubicBezTo>
                  <ns1:pt x="0" y="174"/>
                  <ns1:pt x="2" y="176"/>
                  <ns1:pt x="4" y="176"/>
                </ns1:cubicBezTo>
                <ns1:cubicBezTo>
                  <ns1:pt x="124" y="176"/>
                  <ns1:pt x="124" y="176"/>
                  <ns1:pt x="124" y="176"/>
                </ns1:cubicBezTo>
                <ns1:cubicBezTo>
                  <ns1:pt x="126" y="176"/>
                  <ns1:pt x="128" y="174"/>
                  <ns1:pt x="128" y="172"/>
                </ns1:cubicBezTo>
                <ns1:cubicBezTo>
                  <ns1:pt x="128" y="60"/>
                  <ns1:pt x="128" y="60"/>
                  <ns1:pt x="128" y="60"/>
                </ns1:cubicBezTo>
                <ns1:cubicBezTo>
                  <ns1:pt x="128" y="58"/>
                  <ns1:pt x="126" y="56"/>
                  <ns1:pt x="124" y="56"/>
                </ns1:cubicBezTo>
                <ns1:moveTo>
                  <ns1:pt x="32" y="40"/>
                </ns1:moveTo>
                <ns1:cubicBezTo>
                  <ns1:pt x="33" y="40"/>
                  <ns1:pt x="34" y="40"/>
                  <ns1:pt x="35" y="39"/>
                </ns1:cubicBezTo>
                <ns1:cubicBezTo>
                  <ns1:pt x="60" y="14"/>
                  <ns1:pt x="60" y="14"/>
                  <ns1:pt x="60" y="14"/>
                </ns1:cubicBezTo>
                <ns1:cubicBezTo>
                  <ns1:pt x="60" y="140"/>
                  <ns1:pt x="60" y="140"/>
                  <ns1:pt x="60" y="140"/>
                </ns1:cubicBezTo>
                <ns1:cubicBezTo>
                  <ns1:pt x="60" y="142"/>
                  <ns1:pt x="62" y="144"/>
                  <ns1:pt x="64" y="144"/>
                </ns1:cubicBezTo>
                <ns1:cubicBezTo>
                  <ns1:pt x="66" y="144"/>
                  <ns1:pt x="68" y="142"/>
                  <ns1:pt x="68" y="140"/>
                </ns1:cubicBezTo>
                <ns1:cubicBezTo>
                  <ns1:pt x="68" y="14"/>
                  <ns1:pt x="68" y="14"/>
                  <ns1:pt x="68" y="14"/>
                </ns1:cubicBezTo>
                <ns1:cubicBezTo>
                  <ns1:pt x="93" y="39"/>
                  <ns1:pt x="93" y="39"/>
                  <ns1:pt x="93" y="39"/>
                </ns1:cubicBezTo>
                <ns1:cubicBezTo>
                  <ns1:pt x="94" y="40"/>
                  <ns1:pt x="95" y="40"/>
                  <ns1:pt x="96" y="40"/>
                </ns1:cubicBezTo>
                <ns1:cubicBezTo>
                  <ns1:pt x="98" y="40"/>
                  <ns1:pt x="100" y="38"/>
                  <ns1:pt x="100" y="36"/>
                </ns1:cubicBezTo>
                <ns1:cubicBezTo>
                  <ns1:pt x="100" y="35"/>
                  <ns1:pt x="100" y="34"/>
                  <ns1:pt x="99" y="33"/>
                </ns1:cubicBezTo>
                <ns1:cubicBezTo>
                  <ns1:pt x="67" y="1"/>
                  <ns1:pt x="67" y="1"/>
                  <ns1:pt x="67" y="1"/>
                </ns1:cubicBezTo>
                <ns1:cubicBezTo>
                  <ns1:pt x="66" y="0"/>
                  <ns1:pt x="65" y="0"/>
                  <ns1:pt x="64" y="0"/>
                </ns1:cubicBezTo>
                <ns1:cubicBezTo>
                  <ns1:pt x="63" y="0"/>
                  <ns1:pt x="62" y="0"/>
                  <ns1:pt x="61" y="1"/>
                </ns1:cubicBezTo>
                <ns1:cubicBezTo>
                  <ns1:pt x="29" y="33"/>
                  <ns1:pt x="29" y="33"/>
                  <ns1:pt x="29" y="33"/>
                </ns1:cubicBezTo>
                <ns1:cubicBezTo>
                  <ns1:pt x="28" y="34"/>
                  <ns1:pt x="28" y="35"/>
                  <ns1:pt x="28" y="36"/>
                </ns1:cubicBezTo>
                <ns1:cubicBezTo>
                  <ns1:pt x="28" y="38"/>
                  <ns1:pt x="30" y="40"/>
                  <ns1:pt x="32" y="40"/>
                </ns1:cubicBezTo>
              </ns1:path>
            </ns1:pathLst>
          </ns1:custGeom>
          <ns1:solidFill>
            <ns1:schemeClr val="tx1"/>
          </ns1:solidFill>
          <ns1:ln>
            <ns1:noFill/>
          </ns1:ln>
          <ns1:extLst/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en-US"/>
          </ns1:p>
        </ns0:txBody>
      </ns0:sp>
      <ns0:sp>
        <ns0:nvSpPr>
          <ns0:cNvPr id="11" name="Freeform 7"/>
          <ns0:cNvSpPr>
            <ns1:spLocks noEditPoints="1"/>
          </ns0:cNvSpPr>
          <ns0:nvPr/>
        </ns0:nvSpPr>
        <ns0:spPr bwMode="auto">
          <ns1:xfrm>
            <ns1:off x="3290888" y="490538"/>
            <ns1:ext cx="555625" cy="557213"/>
          </ns1:xfrm>
          <ns1:custGeom>
            <ns1:avLst/>
            <ns1:gdLst>
              <ns1:gd name="T0" fmla="*/ 96 w 176"/>
              <ns1:gd name="T1" fmla="*/ 112 h 176"/>
              <ns1:gd name="T2" fmla="*/ 80 w 176"/>
              <ns1:gd name="T3" fmla="*/ 96 h 176"/>
              <ns1:gd name="T4" fmla="*/ 85 w 176"/>
              <ns1:gd name="T5" fmla="*/ 101 h 176"/>
              <ns1:gd name="T6" fmla="*/ 91 w 176"/>
              <ns1:gd name="T7" fmla="*/ 107 h 176"/>
              <ns1:gd name="T8" fmla="*/ 85 w 176"/>
              <ns1:gd name="T9" fmla="*/ 101 h 176"/>
              <ns1:gd name="T10" fmla="*/ 120 w 176"/>
              <ns1:gd name="T11" fmla="*/ 104 h 176"/>
              <ns1:gd name="T12" fmla="*/ 76 w 176"/>
              <ns1:gd name="T13" fmla="*/ 134 h 176"/>
              <ns1:gd name="T14" fmla="*/ 88 w 176"/>
              <ns1:gd name="T15" fmla="*/ 144 h 176"/>
              <ns1:gd name="T16" fmla="*/ 123 w 176"/>
              <ns1:gd name="T17" fmla="*/ 84 h 176"/>
              <ns1:gd name="T18" fmla="*/ 58 w 176"/>
              <ns1:gd name="T19" fmla="*/ 116 h 176"/>
              <ns1:gd name="T20" fmla="*/ 88 w 176"/>
              <ns1:gd name="T21" fmla="*/ 72 h 176"/>
              <ns1:gd name="T22" fmla="*/ 108 w 176"/>
              <ns1:gd name="T23" fmla="*/ 69 h 176"/>
              <ns1:gd name="T24" fmla="*/ 48 w 176"/>
              <ns1:gd name="T25" fmla="*/ 104 h 176"/>
              <ns1:gd name="T26" fmla="*/ 58 w 176"/>
              <ns1:gd name="T27" fmla="*/ 116 h 176"/>
              <ns1:gd name="T28" fmla="*/ 16 w 176"/>
              <ns1:gd name="T29" fmla="*/ 20 h 176"/>
              <ns1:gd name="T30" fmla="*/ 24 w 176"/>
              <ns1:gd name="T31" fmla="*/ 20 h 176"/>
              <ns1:gd name="T32" fmla="*/ 160 w 176"/>
              <ns1:gd name="T33" fmla="*/ 0 h 176"/>
              <ns1:gd name="T34" fmla="*/ 0 w 176"/>
              <ns1:gd name="T35" fmla="*/ 16 h 176"/>
              <ns1:gd name="T36" fmla="*/ 16 w 176"/>
              <ns1:gd name="T37" fmla="*/ 176 h 176"/>
              <ns1:gd name="T38" fmla="*/ 176 w 176"/>
              <ns1:gd name="T39" fmla="*/ 160 h 176"/>
              <ns1:gd name="T40" fmla="*/ 160 w 176"/>
              <ns1:gd name="T41" fmla="*/ 0 h 176"/>
              <ns1:gd name="T42" fmla="*/ 160 w 176"/>
              <ns1:gd name="T43" fmla="*/ 168 h 176"/>
              <ns1:gd name="T44" fmla="*/ 8 w 176"/>
              <ns1:gd name="T45" fmla="*/ 160 h 176"/>
              <ns1:gd name="T46" fmla="*/ 168 w 176"/>
              <ns1:gd name="T47" fmla="*/ 40 h 176"/>
              <ns1:gd name="T48" fmla="*/ 168 w 176"/>
              <ns1:gd name="T49" fmla="*/ 32 h 176"/>
              <ns1:gd name="T50" fmla="*/ 8 w 176"/>
              <ns1:gd name="T51" fmla="*/ 16 h 176"/>
              <ns1:gd name="T52" fmla="*/ 160 w 176"/>
              <ns1:gd name="T53" fmla="*/ 8 h 176"/>
              <ns1:gd name="T54" fmla="*/ 168 w 176"/>
              <ns1:gd name="T55" fmla="*/ 32 h 176"/>
              <ns1:gd name="T56" fmla="*/ 68 w 176"/>
              <ns1:gd name="T57" fmla="*/ 16 h 176"/>
              <ns1:gd name="T58" fmla="*/ 68 w 176"/>
              <ns1:gd name="T59" fmla="*/ 24 h 176"/>
              <ns1:gd name="T60" fmla="*/ 160 w 176"/>
              <ns1:gd name="T61" fmla="*/ 20 h 176"/>
              <ns1:gd name="T62" fmla="*/ 36 w 176"/>
              <ns1:gd name="T63" fmla="*/ 16 h 176"/>
              <ns1:gd name="T64" fmla="*/ 36 w 176"/>
              <ns1:gd name="T65" fmla="*/ 24 h 176"/>
              <ns1:gd name="T66" fmla="*/ 36 w 176"/>
              <ns1:gd name="T67" fmla="*/ 16 h 176"/>
              <ns1:gd name="T68" fmla="*/ 48 w 176"/>
              <ns1:gd name="T69" fmla="*/ 20 h 176"/>
              <ns1:gd name="T70" fmla="*/ 56 w 176"/>
              <ns1:gd name="T71" fmla="*/ 20 h 176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  <ns1:cxn ang="0">
                <ns1:pos x="T32" y="T33"/>
              </ns1:cxn>
              <ns1:cxn ang="0">
                <ns1:pos x="T34" y="T35"/>
              </ns1:cxn>
              <ns1:cxn ang="0">
                <ns1:pos x="T36" y="T37"/>
              </ns1:cxn>
              <ns1:cxn ang="0">
                <ns1:pos x="T38" y="T39"/>
              </ns1:cxn>
              <ns1:cxn ang="0">
                <ns1:pos x="T40" y="T41"/>
              </ns1:cxn>
              <ns1:cxn ang="0">
                <ns1:pos x="T42" y="T43"/>
              </ns1:cxn>
              <ns1:cxn ang="0">
                <ns1:pos x="T44" y="T45"/>
              </ns1:cxn>
              <ns1:cxn ang="0">
                <ns1:pos x="T46" y="T47"/>
              </ns1:cxn>
              <ns1:cxn ang="0">
                <ns1:pos x="T48" y="T49"/>
              </ns1:cxn>
              <ns1:cxn ang="0">
                <ns1:pos x="T50" y="T51"/>
              </ns1:cxn>
              <ns1:cxn ang="0">
                <ns1:pos x="T52" y="T53"/>
              </ns1:cxn>
              <ns1:cxn ang="0">
                <ns1:pos x="T54" y="T55"/>
              </ns1:cxn>
              <ns1:cxn ang="0">
                <ns1:pos x="T56" y="T57"/>
              </ns1:cxn>
              <ns1:cxn ang="0">
                <ns1:pos x="T58" y="T59"/>
              </ns1:cxn>
              <ns1:cxn ang="0">
                <ns1:pos x="T60" y="T61"/>
              </ns1:cxn>
              <ns1:cxn ang="0">
                <ns1:pos x="T62" y="T63"/>
              </ns1:cxn>
              <ns1:cxn ang="0">
                <ns1:pos x="T64" y="T65"/>
              </ns1:cxn>
              <ns1:cxn ang="0">
                <ns1:pos x="T66" y="T67"/>
              </ns1:cxn>
              <ns1:cxn ang="0">
                <ns1:pos x="T68" y="T69"/>
              </ns1:cxn>
              <ns1:cxn ang="0">
                <ns1:pos x="T70" y="T71"/>
              </ns1:cxn>
            </ns1:cxnLst>
            <ns1:rect l="0" t="0" r="r" b="b"/>
            <ns1:pathLst>
              <ns1:path w="176" h="176">
                <ns1:moveTo>
                  <ns1:pt x="50" y="142"/>
                </ns1:moveTo>
                <ns1:cubicBezTo>
                  <ns1:pt x="96" y="112"/>
                  <ns1:pt x="96" y="112"/>
                  <ns1:pt x="96" y="112"/>
                </ns1:cubicBezTo>
                <ns1:cubicBezTo>
                  <ns1:pt x="126" y="66"/>
                  <ns1:pt x="126" y="66"/>
                  <ns1:pt x="126" y="66"/>
                </ns1:cubicBezTo>
                <ns1:cubicBezTo>
                  <ns1:pt x="80" y="96"/>
                  <ns1:pt x="80" y="96"/>
                  <ns1:pt x="80" y="96"/>
                </ns1:cubicBezTo>
                <ns1:lnTo>
                  <ns1:pt x="50" y="142"/>
                </ns1:lnTo>
                <ns1:close/>
                <ns1:moveTo>
                  <ns1:pt x="85" y="101"/>
                </ns1:moveTo>
                <ns1:cubicBezTo>
                  <ns1:pt x="87" y="100"/>
                  <ns1:pt x="89" y="100"/>
                  <ns1:pt x="91" y="101"/>
                </ns1:cubicBezTo>
                <ns1:cubicBezTo>
                  <ns1:pt x="92" y="103"/>
                  <ns1:pt x="92" y="105"/>
                  <ns1:pt x="91" y="107"/>
                </ns1:cubicBezTo>
                <ns1:cubicBezTo>
                  <ns1:pt x="89" y="108"/>
                  <ns1:pt x="87" y="108"/>
                  <ns1:pt x="85" y="107"/>
                </ns1:cubicBezTo>
                <ns1:cubicBezTo>
                  <ns1:pt x="84" y="105"/>
                  <ns1:pt x="84" y="103"/>
                  <ns1:pt x="85" y="101"/>
                </ns1:cubicBezTo>
                <ns1:moveTo>
                  <ns1:pt x="118" y="92"/>
                </ns1:moveTo>
                <ns1:cubicBezTo>
                  <ns1:pt x="119" y="96"/>
                  <ns1:pt x="120" y="100"/>
                  <ns1:pt x="120" y="104"/>
                </ns1:cubicBezTo>
                <ns1:cubicBezTo>
                  <ns1:pt x="120" y="122"/>
                  <ns1:pt x="106" y="136"/>
                  <ns1:pt x="88" y="136"/>
                </ns1:cubicBezTo>
                <ns1:cubicBezTo>
                  <ns1:pt x="84" y="136"/>
                  <ns1:pt x="80" y="135"/>
                  <ns1:pt x="76" y="134"/>
                </ns1:cubicBezTo>
                <ns1:cubicBezTo>
                  <ns1:pt x="68" y="139"/>
                  <ns1:pt x="68" y="139"/>
                  <ns1:pt x="68" y="139"/>
                </ns1:cubicBezTo>
                <ns1:cubicBezTo>
                  <ns1:pt x="74" y="142"/>
                  <ns1:pt x="81" y="144"/>
                  <ns1:pt x="88" y="144"/>
                </ns1:cubicBezTo>
                <ns1:cubicBezTo>
                  <ns1:pt x="110" y="144"/>
                  <ns1:pt x="128" y="126"/>
                  <ns1:pt x="128" y="104"/>
                </ns1:cubicBezTo>
                <ns1:cubicBezTo>
                  <ns1:pt x="128" y="97"/>
                  <ns1:pt x="126" y="90"/>
                  <ns1:pt x="123" y="84"/>
                </ns1:cubicBezTo>
                <ns1:lnTo>
                  <ns1:pt x="118" y="92"/>
                </ns1:lnTo>
                <ns1:close/>
                <ns1:moveTo>
                  <ns1:pt x="58" y="116"/>
                </ns1:moveTo>
                <ns1:cubicBezTo>
                  <ns1:pt x="57" y="112"/>
                  <ns1:pt x="56" y="108"/>
                  <ns1:pt x="56" y="104"/>
                </ns1:cubicBezTo>
                <ns1:cubicBezTo>
                  <ns1:pt x="56" y="86"/>
                  <ns1:pt x="70" y="72"/>
                  <ns1:pt x="88" y="72"/>
                </ns1:cubicBezTo>
                <ns1:cubicBezTo>
                  <ns1:pt x="92" y="72"/>
                  <ns1:pt x="96" y="73"/>
                  <ns1:pt x="100" y="74"/>
                </ns1:cubicBezTo>
                <ns1:cubicBezTo>
                  <ns1:pt x="108" y="69"/>
                  <ns1:pt x="108" y="69"/>
                  <ns1:pt x="108" y="69"/>
                </ns1:cubicBezTo>
                <ns1:cubicBezTo>
                  <ns1:pt x="102" y="66"/>
                  <ns1:pt x="95" y="64"/>
                  <ns1:pt x="88" y="64"/>
                </ns1:cubicBezTo>
                <ns1:cubicBezTo>
                  <ns1:pt x="66" y="64"/>
                  <ns1:pt x="48" y="82"/>
                  <ns1:pt x="48" y="104"/>
                </ns1:cubicBezTo>
                <ns1:cubicBezTo>
                  <ns1:pt x="48" y="111"/>
                  <ns1:pt x="50" y="118"/>
                  <ns1:pt x="53" y="124"/>
                </ns1:cubicBezTo>
                <ns1:lnTo>
                  <ns1:pt x="58" y="116"/>
                </ns1:lnTo>
                <ns1:close/>
                <ns1:moveTo>
                  <ns1:pt x="20" y="16"/>
                </ns1:moveTo>
                <ns1:cubicBezTo>
                  <ns1:pt x="18" y="16"/>
                  <ns1:pt x="16" y="18"/>
                  <ns1:pt x="16" y="20"/>
                </ns1:cubicBezTo>
                <ns1:cubicBezTo>
                  <ns1:pt x="16" y="22"/>
                  <ns1:pt x="18" y="24"/>
                  <ns1:pt x="20" y="24"/>
                </ns1:cubicBezTo>
                <ns1:cubicBezTo>
                  <ns1:pt x="22" y="24"/>
                  <ns1:pt x="24" y="22"/>
                  <ns1:pt x="24" y="20"/>
                </ns1:cubicBezTo>
                <ns1:cubicBezTo>
                  <ns1:pt x="24" y="18"/>
                  <ns1:pt x="22" y="16"/>
                  <ns1:pt x="20" y="16"/>
                </ns1:cubicBezTo>
                <ns1:moveTo>
                  <ns1:pt x="160" y="0"/>
                </ns1:moveTo>
                <ns1:cubicBezTo>
                  <ns1:pt x="16" y="0"/>
                  <ns1:pt x="16" y="0"/>
                  <ns1:pt x="16" y="0"/>
                </ns1:cubicBezTo>
                <ns1:cubicBezTo>
                  <ns1:pt x="7" y="0"/>
                  <ns1:pt x="0" y="7"/>
                  <ns1:pt x="0" y="16"/>
                </ns1:cubicBezTo>
                <ns1:cubicBezTo>
                  <ns1:pt x="0" y="160"/>
                  <ns1:pt x="0" y="160"/>
                  <ns1:pt x="0" y="160"/>
                </ns1:cubicBezTo>
                <ns1:cubicBezTo>
                  <ns1:pt x="0" y="169"/>
                  <ns1:pt x="7" y="176"/>
                  <ns1:pt x="16" y="176"/>
                </ns1:cubicBezTo>
                <ns1:cubicBezTo>
                  <ns1:pt x="160" y="176"/>
                  <ns1:pt x="160" y="176"/>
                  <ns1:pt x="160" y="176"/>
                </ns1:cubicBezTo>
                <ns1:cubicBezTo>
                  <ns1:pt x="169" y="176"/>
                  <ns1:pt x="176" y="169"/>
                  <ns1:pt x="176" y="160"/>
                </ns1:cubicBezTo>
                <ns1:cubicBezTo>
                  <ns1:pt x="176" y="16"/>
                  <ns1:pt x="176" y="16"/>
                  <ns1:pt x="176" y="16"/>
                </ns1:cubicBezTo>
                <ns1:cubicBezTo>
                  <ns1:pt x="176" y="7"/>
                  <ns1:pt x="169" y="0"/>
                  <ns1:pt x="160" y="0"/>
                </ns1:cubicBezTo>
                <ns1:moveTo>
                  <ns1:pt x="168" y="160"/>
                </ns1:moveTo>
                <ns1:cubicBezTo>
                  <ns1:pt x="168" y="164"/>
                  <ns1:pt x="164" y="168"/>
                  <ns1:pt x="160" y="168"/>
                </ns1:cubicBezTo>
                <ns1:cubicBezTo>
                  <ns1:pt x="16" y="168"/>
                  <ns1:pt x="16" y="168"/>
                  <ns1:pt x="16" y="168"/>
                </ns1:cubicBezTo>
                <ns1:cubicBezTo>
                  <ns1:pt x="12" y="168"/>
                  <ns1:pt x="8" y="164"/>
                  <ns1:pt x="8" y="160"/>
                </ns1:cubicBezTo>
                <ns1:cubicBezTo>
                  <ns1:pt x="8" y="40"/>
                  <ns1:pt x="8" y="40"/>
                  <ns1:pt x="8" y="40"/>
                </ns1:cubicBezTo>
                <ns1:cubicBezTo>
                  <ns1:pt x="168" y="40"/>
                  <ns1:pt x="168" y="40"/>
                  <ns1:pt x="168" y="40"/>
                </ns1:cubicBezTo>
                <ns1:lnTo>
                  <ns1:pt x="168" y="160"/>
                </ns1:lnTo>
                <ns1:close/>
                <ns1:moveTo>
                  <ns1:pt x="168" y="32"/>
                </ns1:moveTo>
                <ns1:cubicBezTo>
                  <ns1:pt x="8" y="32"/>
                  <ns1:pt x="8" y="32"/>
                  <ns1:pt x="8" y="32"/>
                </ns1:cubicBezTo>
                <ns1:cubicBezTo>
                  <ns1:pt x="8" y="16"/>
                  <ns1:pt x="8" y="16"/>
                  <ns1:pt x="8" y="16"/>
                </ns1:cubicBezTo>
                <ns1:cubicBezTo>
                  <ns1:pt x="8" y="12"/>
                  <ns1:pt x="12" y="8"/>
                  <ns1:pt x="16" y="8"/>
                </ns1:cubicBezTo>
                <ns1:cubicBezTo>
                  <ns1:pt x="160" y="8"/>
                  <ns1:pt x="160" y="8"/>
                  <ns1:pt x="160" y="8"/>
                </ns1:cubicBezTo>
                <ns1:cubicBezTo>
                  <ns1:pt x="164" y="8"/>
                  <ns1:pt x="168" y="12"/>
                  <ns1:pt x="168" y="16"/>
                </ns1:cubicBezTo>
                <ns1:lnTo>
                  <ns1:pt x="168" y="32"/>
                </ns1:lnTo>
                <ns1:close/>
                <ns1:moveTo>
                  <ns1:pt x="156" y="16"/>
                </ns1:moveTo>
                <ns1:cubicBezTo>
                  <ns1:pt x="68" y="16"/>
                  <ns1:pt x="68" y="16"/>
                  <ns1:pt x="68" y="16"/>
                </ns1:cubicBezTo>
                <ns1:cubicBezTo>
                  <ns1:pt x="66" y="16"/>
                  <ns1:pt x="64" y="18"/>
                  <ns1:pt x="64" y="20"/>
                </ns1:cubicBezTo>
                <ns1:cubicBezTo>
                  <ns1:pt x="64" y="22"/>
                  <ns1:pt x="66" y="24"/>
                  <ns1:pt x="68" y="24"/>
                </ns1:cubicBezTo>
                <ns1:cubicBezTo>
                  <ns1:pt x="156" y="24"/>
                  <ns1:pt x="156" y="24"/>
                  <ns1:pt x="156" y="24"/>
                </ns1:cubicBezTo>
                <ns1:cubicBezTo>
                  <ns1:pt x="158" y="24"/>
                  <ns1:pt x="160" y="22"/>
                  <ns1:pt x="160" y="20"/>
                </ns1:cubicBezTo>
                <ns1:cubicBezTo>
                  <ns1:pt x="160" y="18"/>
                  <ns1:pt x="158" y="16"/>
                  <ns1:pt x="156" y="16"/>
                </ns1:cubicBezTo>
                <ns1:moveTo>
                  <ns1:pt x="36" y="16"/>
                </ns1:moveTo>
                <ns1:cubicBezTo>
                  <ns1:pt x="34" y="16"/>
                  <ns1:pt x="32" y="18"/>
                  <ns1:pt x="32" y="20"/>
                </ns1:cubicBezTo>
                <ns1:cubicBezTo>
                  <ns1:pt x="32" y="22"/>
                  <ns1:pt x="34" y="24"/>
                  <ns1:pt x="36" y="24"/>
                </ns1:cubicBezTo>
                <ns1:cubicBezTo>
                  <ns1:pt x="38" y="24"/>
                  <ns1:pt x="40" y="22"/>
                  <ns1:pt x="40" y="20"/>
                </ns1:cubicBezTo>
                <ns1:cubicBezTo>
                  <ns1:pt x="40" y="18"/>
                  <ns1:pt x="38" y="16"/>
                  <ns1:pt x="36" y="16"/>
                </ns1:cubicBezTo>
                <ns1:moveTo>
                  <ns1:pt x="52" y="16"/>
                </ns1:moveTo>
                <ns1:cubicBezTo>
                  <ns1:pt x="50" y="16"/>
                  <ns1:pt x="48" y="18"/>
                  <ns1:pt x="48" y="20"/>
                </ns1:cubicBezTo>
                <ns1:cubicBezTo>
                  <ns1:pt x="48" y="22"/>
                  <ns1:pt x="50" y="24"/>
                  <ns1:pt x="52" y="24"/>
                </ns1:cubicBezTo>
                <ns1:cubicBezTo>
                  <ns1:pt x="54" y="24"/>
                  <ns1:pt x="56" y="22"/>
                  <ns1:pt x="56" y="20"/>
                </ns1:cubicBezTo>
                <ns1:cubicBezTo>
                  <ns1:pt x="56" y="18"/>
                  <ns1:pt x="54" y="16"/>
                  <ns1:pt x="52" y="16"/>
                </ns1:cubicBezTo>
              </ns1:path>
            </ns1:pathLst>
          </ns1:custGeom>
          <ns1:solidFill>
            <ns1:schemeClr val="tx1"/>
          </ns1:solidFill>
          <ns1:ln>
            <ns1:noFill/>
          </ns1:ln>
          <ns1:extLst/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en-US"/>
          </ns1:p>
        </ns0:txBody>
      </ns0:sp>
      <ns0:sp>
        <ns0:nvSpPr>
          <ns0:cNvPr id="12" name="Freeform 8"/>
          <ns0:cNvSpPr>
            <ns1:spLocks noEditPoints="1"/>
          </ns0:cNvSpPr>
          <ns0:nvPr/>
        </ns0:nvSpPr>
        <ns0:spPr bwMode="auto">
          <ns1:xfrm>
            <ns1:off x="4352925" y="490538"/>
            <ns1:ext cx="557212" cy="557213"/>
          </ns1:xfrm>
          <ns1:custGeom>
            <ns1:avLst/>
            <ns1:gdLst>
              <ns1:gd name="T0" fmla="*/ 20 w 176"/>
              <ns1:gd name="T1" fmla="*/ 16 h 176"/>
              <ns1:gd name="T2" fmla="*/ 16 w 176"/>
              <ns1:gd name="T3" fmla="*/ 20 h 176"/>
              <ns1:gd name="T4" fmla="*/ 20 w 176"/>
              <ns1:gd name="T5" fmla="*/ 24 h 176"/>
              <ns1:gd name="T6" fmla="*/ 24 w 176"/>
              <ns1:gd name="T7" fmla="*/ 20 h 176"/>
              <ns1:gd name="T8" fmla="*/ 20 w 176"/>
              <ns1:gd name="T9" fmla="*/ 16 h 176"/>
              <ns1:gd name="T10" fmla="*/ 36 w 176"/>
              <ns1:gd name="T11" fmla="*/ 16 h 176"/>
              <ns1:gd name="T12" fmla="*/ 32 w 176"/>
              <ns1:gd name="T13" fmla="*/ 20 h 176"/>
              <ns1:gd name="T14" fmla="*/ 36 w 176"/>
              <ns1:gd name="T15" fmla="*/ 24 h 176"/>
              <ns1:gd name="T16" fmla="*/ 40 w 176"/>
              <ns1:gd name="T17" fmla="*/ 20 h 176"/>
              <ns1:gd name="T18" fmla="*/ 36 w 176"/>
              <ns1:gd name="T19" fmla="*/ 16 h 176"/>
              <ns1:gd name="T20" fmla="*/ 52 w 176"/>
              <ns1:gd name="T21" fmla="*/ 16 h 176"/>
              <ns1:gd name="T22" fmla="*/ 48 w 176"/>
              <ns1:gd name="T23" fmla="*/ 20 h 176"/>
              <ns1:gd name="T24" fmla="*/ 52 w 176"/>
              <ns1:gd name="T25" fmla="*/ 24 h 176"/>
              <ns1:gd name="T26" fmla="*/ 56 w 176"/>
              <ns1:gd name="T27" fmla="*/ 20 h 176"/>
              <ns1:gd name="T28" fmla="*/ 52 w 176"/>
              <ns1:gd name="T29" fmla="*/ 16 h 176"/>
              <ns1:gd name="T30" fmla="*/ 160 w 176"/>
              <ns1:gd name="T31" fmla="*/ 0 h 176"/>
              <ns1:gd name="T32" fmla="*/ 16 w 176"/>
              <ns1:gd name="T33" fmla="*/ 0 h 176"/>
              <ns1:gd name="T34" fmla="*/ 0 w 176"/>
              <ns1:gd name="T35" fmla="*/ 16 h 176"/>
              <ns1:gd name="T36" fmla="*/ 0 w 176"/>
              <ns1:gd name="T37" fmla="*/ 160 h 176"/>
              <ns1:gd name="T38" fmla="*/ 16 w 176"/>
              <ns1:gd name="T39" fmla="*/ 176 h 176"/>
              <ns1:gd name="T40" fmla="*/ 160 w 176"/>
              <ns1:gd name="T41" fmla="*/ 176 h 176"/>
              <ns1:gd name="T42" fmla="*/ 176 w 176"/>
              <ns1:gd name="T43" fmla="*/ 160 h 176"/>
              <ns1:gd name="T44" fmla="*/ 176 w 176"/>
              <ns1:gd name="T45" fmla="*/ 16 h 176"/>
              <ns1:gd name="T46" fmla="*/ 160 w 176"/>
              <ns1:gd name="T47" fmla="*/ 0 h 176"/>
              <ns1:gd name="T48" fmla="*/ 168 w 176"/>
              <ns1:gd name="T49" fmla="*/ 160 h 176"/>
              <ns1:gd name="T50" fmla="*/ 160 w 176"/>
              <ns1:gd name="T51" fmla="*/ 168 h 176"/>
              <ns1:gd name="T52" fmla="*/ 16 w 176"/>
              <ns1:gd name="T53" fmla="*/ 168 h 176"/>
              <ns1:gd name="T54" fmla="*/ 8 w 176"/>
              <ns1:gd name="T55" fmla="*/ 160 h 176"/>
              <ns1:gd name="T56" fmla="*/ 8 w 176"/>
              <ns1:gd name="T57" fmla="*/ 40 h 176"/>
              <ns1:gd name="T58" fmla="*/ 168 w 176"/>
              <ns1:gd name="T59" fmla="*/ 40 h 176"/>
              <ns1:gd name="T60" fmla="*/ 168 w 176"/>
              <ns1:gd name="T61" fmla="*/ 160 h 176"/>
              <ns1:gd name="T62" fmla="*/ 168 w 176"/>
              <ns1:gd name="T63" fmla="*/ 32 h 176"/>
              <ns1:gd name="T64" fmla="*/ 8 w 176"/>
              <ns1:gd name="T65" fmla="*/ 32 h 176"/>
              <ns1:gd name="T66" fmla="*/ 8 w 176"/>
              <ns1:gd name="T67" fmla="*/ 16 h 176"/>
              <ns1:gd name="T68" fmla="*/ 16 w 176"/>
              <ns1:gd name="T69" fmla="*/ 8 h 176"/>
              <ns1:gd name="T70" fmla="*/ 160 w 176"/>
              <ns1:gd name="T71" fmla="*/ 8 h 176"/>
              <ns1:gd name="T72" fmla="*/ 168 w 176"/>
              <ns1:gd name="T73" fmla="*/ 16 h 176"/>
              <ns1:gd name="T74" fmla="*/ 168 w 176"/>
              <ns1:gd name="T75" fmla="*/ 32 h 176"/>
              <ns1:gd name="T76" fmla="*/ 156 w 176"/>
              <ns1:gd name="T77" fmla="*/ 16 h 176"/>
              <ns1:gd name="T78" fmla="*/ 68 w 176"/>
              <ns1:gd name="T79" fmla="*/ 16 h 176"/>
              <ns1:gd name="T80" fmla="*/ 64 w 176"/>
              <ns1:gd name="T81" fmla="*/ 20 h 176"/>
              <ns1:gd name="T82" fmla="*/ 68 w 176"/>
              <ns1:gd name="T83" fmla="*/ 24 h 176"/>
              <ns1:gd name="T84" fmla="*/ 156 w 176"/>
              <ns1:gd name="T85" fmla="*/ 24 h 176"/>
              <ns1:gd name="T86" fmla="*/ 160 w 176"/>
              <ns1:gd name="T87" fmla="*/ 20 h 176"/>
              <ns1:gd name="T88" fmla="*/ 156 w 176"/>
              <ns1:gd name="T89" fmla="*/ 16 h 176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  <ns1:cxn ang="0">
                <ns1:pos x="T32" y="T33"/>
              </ns1:cxn>
              <ns1:cxn ang="0">
                <ns1:pos x="T34" y="T35"/>
              </ns1:cxn>
              <ns1:cxn ang="0">
                <ns1:pos x="T36" y="T37"/>
              </ns1:cxn>
              <ns1:cxn ang="0">
                <ns1:pos x="T38" y="T39"/>
              </ns1:cxn>
              <ns1:cxn ang="0">
                <ns1:pos x="T40" y="T41"/>
              </ns1:cxn>
              <ns1:cxn ang="0">
                <ns1:pos x="T42" y="T43"/>
              </ns1:cxn>
              <ns1:cxn ang="0">
                <ns1:pos x="T44" y="T45"/>
              </ns1:cxn>
              <ns1:cxn ang="0">
                <ns1:pos x="T46" y="T47"/>
              </ns1:cxn>
              <ns1:cxn ang="0">
                <ns1:pos x="T48" y="T49"/>
              </ns1:cxn>
              <ns1:cxn ang="0">
                <ns1:pos x="T50" y="T51"/>
              </ns1:cxn>
              <ns1:cxn ang="0">
                <ns1:pos x="T52" y="T53"/>
              </ns1:cxn>
              <ns1:cxn ang="0">
                <ns1:pos x="T54" y="T55"/>
              </ns1:cxn>
              <ns1:cxn ang="0">
                <ns1:pos x="T56" y="T57"/>
              </ns1:cxn>
              <ns1:cxn ang="0">
                <ns1:pos x="T58" y="T59"/>
              </ns1:cxn>
              <ns1:cxn ang="0">
                <ns1:pos x="T60" y="T61"/>
              </ns1:cxn>
              <ns1:cxn ang="0">
                <ns1:pos x="T62" y="T63"/>
              </ns1:cxn>
              <ns1:cxn ang="0">
                <ns1:pos x="T64" y="T65"/>
              </ns1:cxn>
              <ns1:cxn ang="0">
                <ns1:pos x="T66" y="T67"/>
              </ns1:cxn>
              <ns1:cxn ang="0">
                <ns1:pos x="T68" y="T69"/>
              </ns1:cxn>
              <ns1:cxn ang="0">
                <ns1:pos x="T70" y="T71"/>
              </ns1:cxn>
              <ns1:cxn ang="0">
                <ns1:pos x="T72" y="T73"/>
              </ns1:cxn>
              <ns1:cxn ang="0">
                <ns1:pos x="T74" y="T75"/>
              </ns1:cxn>
              <ns1:cxn ang="0">
                <ns1:pos x="T76" y="T77"/>
              </ns1:cxn>
              <ns1:cxn ang="0">
                <ns1:pos x="T78" y="T79"/>
              </ns1:cxn>
              <ns1:cxn ang="0">
                <ns1:pos x="T80" y="T81"/>
              </ns1:cxn>
              <ns1:cxn ang="0">
                <ns1:pos x="T82" y="T83"/>
              </ns1:cxn>
              <ns1:cxn ang="0">
                <ns1:pos x="T84" y="T85"/>
              </ns1:cxn>
              <ns1:cxn ang="0">
                <ns1:pos x="T86" y="T87"/>
              </ns1:cxn>
              <ns1:cxn ang="0">
                <ns1:pos x="T88" y="T89"/>
              </ns1:cxn>
            </ns1:cxnLst>
            <ns1:rect l="0" t="0" r="r" b="b"/>
            <ns1:pathLst>
              <ns1:path w="176" h="176">
                <ns1:moveTo>
                  <ns1:pt x="20" y="16"/>
                </ns1:moveTo>
                <ns1:cubicBezTo>
                  <ns1:pt x="18" y="16"/>
                  <ns1:pt x="16" y="18"/>
                  <ns1:pt x="16" y="20"/>
                </ns1:cubicBezTo>
                <ns1:cubicBezTo>
                  <ns1:pt x="16" y="22"/>
                  <ns1:pt x="18" y="24"/>
                  <ns1:pt x="20" y="24"/>
                </ns1:cubicBezTo>
                <ns1:cubicBezTo>
                  <ns1:pt x="22" y="24"/>
                  <ns1:pt x="24" y="22"/>
                  <ns1:pt x="24" y="20"/>
                </ns1:cubicBezTo>
                <ns1:cubicBezTo>
                  <ns1:pt x="24" y="18"/>
                  <ns1:pt x="22" y="16"/>
                  <ns1:pt x="20" y="16"/>
                </ns1:cubicBezTo>
                <ns1:moveTo>
                  <ns1:pt x="36" y="16"/>
                </ns1:moveTo>
                <ns1:cubicBezTo>
                  <ns1:pt x="34" y="16"/>
                  <ns1:pt x="32" y="18"/>
                  <ns1:pt x="32" y="20"/>
                </ns1:cubicBezTo>
                <ns1:cubicBezTo>
                  <ns1:pt x="32" y="22"/>
                  <ns1:pt x="34" y="24"/>
                  <ns1:pt x="36" y="24"/>
                </ns1:cubicBezTo>
                <ns1:cubicBezTo>
                  <ns1:pt x="38" y="24"/>
                  <ns1:pt x="40" y="22"/>
                  <ns1:pt x="40" y="20"/>
                </ns1:cubicBezTo>
                <ns1:cubicBezTo>
                  <ns1:pt x="40" y="18"/>
                  <ns1:pt x="38" y="16"/>
                  <ns1:pt x="36" y="16"/>
                </ns1:cubicBezTo>
                <ns1:moveTo>
                  <ns1:pt x="52" y="16"/>
                </ns1:moveTo>
                <ns1:cubicBezTo>
                  <ns1:pt x="50" y="16"/>
                  <ns1:pt x="48" y="18"/>
                  <ns1:pt x="48" y="20"/>
                </ns1:cubicBezTo>
                <ns1:cubicBezTo>
                  <ns1:pt x="48" y="22"/>
                  <ns1:pt x="50" y="24"/>
                  <ns1:pt x="52" y="24"/>
                </ns1:cubicBezTo>
                <ns1:cubicBezTo>
                  <ns1:pt x="54" y="24"/>
                  <ns1:pt x="56" y="22"/>
                  <ns1:pt x="56" y="20"/>
                </ns1:cubicBezTo>
                <ns1:cubicBezTo>
                  <ns1:pt x="56" y="18"/>
                  <ns1:pt x="54" y="16"/>
                  <ns1:pt x="52" y="16"/>
                </ns1:cubicBezTo>
                <ns1:moveTo>
                  <ns1:pt x="160" y="0"/>
                </ns1:moveTo>
                <ns1:cubicBezTo>
                  <ns1:pt x="16" y="0"/>
                  <ns1:pt x="16" y="0"/>
                  <ns1:pt x="16" y="0"/>
                </ns1:cubicBezTo>
                <ns1:cubicBezTo>
                  <ns1:pt x="7" y="0"/>
                  <ns1:pt x="0" y="7"/>
                  <ns1:pt x="0" y="16"/>
                </ns1:cubicBezTo>
                <ns1:cubicBezTo>
                  <ns1:pt x="0" y="160"/>
                  <ns1:pt x="0" y="160"/>
                  <ns1:pt x="0" y="160"/>
                </ns1:cubicBezTo>
                <ns1:cubicBezTo>
                  <ns1:pt x="0" y="169"/>
                  <ns1:pt x="7" y="176"/>
                  <ns1:pt x="16" y="176"/>
                </ns1:cubicBezTo>
                <ns1:cubicBezTo>
                  <ns1:pt x="160" y="176"/>
                  <ns1:pt x="160" y="176"/>
                  <ns1:pt x="160" y="176"/>
                </ns1:cubicBezTo>
                <ns1:cubicBezTo>
                  <ns1:pt x="169" y="176"/>
                  <ns1:pt x="176" y="169"/>
                  <ns1:pt x="176" y="160"/>
                </ns1:cubicBezTo>
                <ns1:cubicBezTo>
                  <ns1:pt x="176" y="16"/>
                  <ns1:pt x="176" y="16"/>
                  <ns1:pt x="176" y="16"/>
                </ns1:cubicBezTo>
                <ns1:cubicBezTo>
                  <ns1:pt x="176" y="7"/>
                  <ns1:pt x="169" y="0"/>
                  <ns1:pt x="160" y="0"/>
                </ns1:cubicBezTo>
                <ns1:moveTo>
                  <ns1:pt x="168" y="160"/>
                </ns1:moveTo>
                <ns1:cubicBezTo>
                  <ns1:pt x="168" y="164"/>
                  <ns1:pt x="164" y="168"/>
                  <ns1:pt x="160" y="168"/>
                </ns1:cubicBezTo>
                <ns1:cubicBezTo>
                  <ns1:pt x="16" y="168"/>
                  <ns1:pt x="16" y="168"/>
                  <ns1:pt x="16" y="168"/>
                </ns1:cubicBezTo>
                <ns1:cubicBezTo>
                  <ns1:pt x="12" y="168"/>
                  <ns1:pt x="8" y="164"/>
                  <ns1:pt x="8" y="160"/>
                </ns1:cubicBezTo>
                <ns1:cubicBezTo>
                  <ns1:pt x="8" y="40"/>
                  <ns1:pt x="8" y="40"/>
                  <ns1:pt x="8" y="40"/>
                </ns1:cubicBezTo>
                <ns1:cubicBezTo>
                  <ns1:pt x="168" y="40"/>
                  <ns1:pt x="168" y="40"/>
                  <ns1:pt x="168" y="40"/>
                </ns1:cubicBezTo>
                <ns1:lnTo>
                  <ns1:pt x="168" y="160"/>
                </ns1:lnTo>
                <ns1:close/>
                <ns1:moveTo>
                  <ns1:pt x="168" y="32"/>
                </ns1:moveTo>
                <ns1:cubicBezTo>
                  <ns1:pt x="8" y="32"/>
                  <ns1:pt x="8" y="32"/>
                  <ns1:pt x="8" y="32"/>
                </ns1:cubicBezTo>
                <ns1:cubicBezTo>
                  <ns1:pt x="8" y="16"/>
                  <ns1:pt x="8" y="16"/>
                  <ns1:pt x="8" y="16"/>
                </ns1:cubicBezTo>
                <ns1:cubicBezTo>
                  <ns1:pt x="8" y="12"/>
                  <ns1:pt x="12" y="8"/>
                  <ns1:pt x="16" y="8"/>
                </ns1:cubicBezTo>
                <ns1:cubicBezTo>
                  <ns1:pt x="160" y="8"/>
                  <ns1:pt x="160" y="8"/>
                  <ns1:pt x="160" y="8"/>
                </ns1:cubicBezTo>
                <ns1:cubicBezTo>
                  <ns1:pt x="164" y="8"/>
                  <ns1:pt x="168" y="12"/>
                  <ns1:pt x="168" y="16"/>
                </ns1:cubicBezTo>
                <ns1:lnTo>
                  <ns1:pt x="168" y="32"/>
                </ns1:lnTo>
                <ns1:close/>
                <ns1:moveTo>
                  <ns1:pt x="156" y="16"/>
                </ns1:moveTo>
                <ns1:cubicBezTo>
                  <ns1:pt x="68" y="16"/>
                  <ns1:pt x="68" y="16"/>
                  <ns1:pt x="68" y="16"/>
                </ns1:cubicBezTo>
                <ns1:cubicBezTo>
                  <ns1:pt x="66" y="16"/>
                  <ns1:pt x="64" y="18"/>
                  <ns1:pt x="64" y="20"/>
                </ns1:cubicBezTo>
                <ns1:cubicBezTo>
                  <ns1:pt x="64" y="22"/>
                  <ns1:pt x="66" y="24"/>
                  <ns1:pt x="68" y="24"/>
                </ns1:cubicBezTo>
                <ns1:cubicBezTo>
                  <ns1:pt x="156" y="24"/>
                  <ns1:pt x="156" y="24"/>
                  <ns1:pt x="156" y="24"/>
                </ns1:cubicBezTo>
                <ns1:cubicBezTo>
                  <ns1:pt x="158" y="24"/>
                  <ns1:pt x="160" y="22"/>
                  <ns1:pt x="160" y="20"/>
                </ns1:cubicBezTo>
                <ns1:cubicBezTo>
                  <ns1:pt x="160" y="18"/>
                  <ns1:pt x="158" y="16"/>
                  <ns1:pt x="156" y="16"/>
                </ns1:cubicBezTo>
              </ns1:path>
            </ns1:pathLst>
          </ns1:custGeom>
          <ns1:solidFill>
            <ns1:schemeClr val="tx1"/>
          </ns1:solidFill>
          <ns1:ln>
            <ns1:noFill/>
          </ns1:ln>
          <ns1:extLst/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en-US"/>
          </ns1:p>
        </ns0:txBody>
      </ns0:sp>
      <ns0:sp>
        <ns0:nvSpPr>
          <ns0:cNvPr id="13" name="Freeform 9"/>
          <ns0:cNvSpPr>
            <ns1:spLocks noEditPoints="1"/>
          </ns0:cNvSpPr>
          <ns0:nvPr/>
        </ns0:nvSpPr>
        <ns0:spPr bwMode="auto">
          <ns1:xfrm>
            <ns1:off x="5416550" y="490538"/>
            <ns1:ext cx="557212" cy="557213"/>
          </ns1:xfrm>
          <ns1:custGeom>
            <ns1:avLst/>
            <ns1:gdLst>
              <ns1:gd name="T0" fmla="*/ 16 w 176"/>
              <ns1:gd name="T1" fmla="*/ 32 h 176"/>
              <ns1:gd name="T2" fmla="*/ 0 w 176"/>
              <ns1:gd name="T3" fmla="*/ 160 h 176"/>
              <ns1:gd name="T4" fmla="*/ 128 w 176"/>
              <ns1:gd name="T5" fmla="*/ 176 h 176"/>
              <ns1:gd name="T6" fmla="*/ 144 w 176"/>
              <ns1:gd name="T7" fmla="*/ 48 h 176"/>
              <ns1:gd name="T8" fmla="*/ 136 w 176"/>
              <ns1:gd name="T9" fmla="*/ 160 h 176"/>
              <ns1:gd name="T10" fmla="*/ 16 w 176"/>
              <ns1:gd name="T11" fmla="*/ 168 h 176"/>
              <ns1:gd name="T12" fmla="*/ 8 w 176"/>
              <ns1:gd name="T13" fmla="*/ 72 h 176"/>
              <ns1:gd name="T14" fmla="*/ 136 w 176"/>
              <ns1:gd name="T15" fmla="*/ 160 h 176"/>
              <ns1:gd name="T16" fmla="*/ 8 w 176"/>
              <ns1:gd name="T17" fmla="*/ 64 h 176"/>
              <ns1:gd name="T18" fmla="*/ 16 w 176"/>
              <ns1:gd name="T19" fmla="*/ 40 h 176"/>
              <ns1:gd name="T20" fmla="*/ 136 w 176"/>
              <ns1:gd name="T21" fmla="*/ 48 h 176"/>
              <ns1:gd name="T22" fmla="*/ 36 w 176"/>
              <ns1:gd name="T23" fmla="*/ 48 h 176"/>
              <ns1:gd name="T24" fmla="*/ 36 w 176"/>
              <ns1:gd name="T25" fmla="*/ 56 h 176"/>
              <ns1:gd name="T26" fmla="*/ 36 w 176"/>
              <ns1:gd name="T27" fmla="*/ 48 h 176"/>
              <ns1:gd name="T28" fmla="*/ 16 w 176"/>
              <ns1:gd name="T29" fmla="*/ 52 h 176"/>
              <ns1:gd name="T30" fmla="*/ 24 w 176"/>
              <ns1:gd name="T31" fmla="*/ 52 h 176"/>
              <ns1:gd name="T32" fmla="*/ 160 w 176"/>
              <ns1:gd name="T33" fmla="*/ 0 h 176"/>
              <ns1:gd name="T34" fmla="*/ 32 w 176"/>
              <ns1:gd name="T35" fmla="*/ 16 h 176"/>
              <ns1:gd name="T36" fmla="*/ 36 w 176"/>
              <ns1:gd name="T37" fmla="*/ 24 h 176"/>
              <ns1:gd name="T38" fmla="*/ 40 w 176"/>
              <ns1:gd name="T39" fmla="*/ 16 h 176"/>
              <ns1:gd name="T40" fmla="*/ 160 w 176"/>
              <ns1:gd name="T41" fmla="*/ 8 h 176"/>
              <ns1:gd name="T42" fmla="*/ 168 w 176"/>
              <ns1:gd name="T43" fmla="*/ 128 h 176"/>
              <ns1:gd name="T44" fmla="*/ 156 w 176"/>
              <ns1:gd name="T45" fmla="*/ 136 h 176"/>
              <ns1:gd name="T46" fmla="*/ 156 w 176"/>
              <ns1:gd name="T47" fmla="*/ 144 h 176"/>
              <ns1:gd name="T48" fmla="*/ 176 w 176"/>
              <ns1:gd name="T49" fmla="*/ 128 h 176"/>
              <ns1:gd name="T50" fmla="*/ 160 w 176"/>
              <ns1:gd name="T51" fmla="*/ 0 h 176"/>
              <ns1:gd name="T52" fmla="*/ 48 w 176"/>
              <ns1:gd name="T53" fmla="*/ 52 h 176"/>
              <ns1:gd name="T54" fmla="*/ 56 w 176"/>
              <ns1:gd name="T55" fmla="*/ 52 h 176"/>
              <ns1:gd name="T56" fmla="*/ 124 w 176"/>
              <ns1:gd name="T57" fmla="*/ 48 h 176"/>
              <ns1:gd name="T58" fmla="*/ 64 w 176"/>
              <ns1:gd name="T59" fmla="*/ 52 h 176"/>
              <ns1:gd name="T60" fmla="*/ 124 w 176"/>
              <ns1:gd name="T61" fmla="*/ 56 h 176"/>
              <ns1:gd name="T62" fmla="*/ 124 w 176"/>
              <ns1:gd name="T63" fmla="*/ 48 h 176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  <ns1:cxn ang="0">
                <ns1:pos x="T32" y="T33"/>
              </ns1:cxn>
              <ns1:cxn ang="0">
                <ns1:pos x="T34" y="T35"/>
              </ns1:cxn>
              <ns1:cxn ang="0">
                <ns1:pos x="T36" y="T37"/>
              </ns1:cxn>
              <ns1:cxn ang="0">
                <ns1:pos x="T38" y="T39"/>
              </ns1:cxn>
              <ns1:cxn ang="0">
                <ns1:pos x="T40" y="T41"/>
              </ns1:cxn>
              <ns1:cxn ang="0">
                <ns1:pos x="T42" y="T43"/>
              </ns1:cxn>
              <ns1:cxn ang="0">
                <ns1:pos x="T44" y="T45"/>
              </ns1:cxn>
              <ns1:cxn ang="0">
                <ns1:pos x="T46" y="T47"/>
              </ns1:cxn>
              <ns1:cxn ang="0">
                <ns1:pos x="T48" y="T49"/>
              </ns1:cxn>
              <ns1:cxn ang="0">
                <ns1:pos x="T50" y="T51"/>
              </ns1:cxn>
              <ns1:cxn ang="0">
                <ns1:pos x="T52" y="T53"/>
              </ns1:cxn>
              <ns1:cxn ang="0">
                <ns1:pos x="T54" y="T55"/>
              </ns1:cxn>
              <ns1:cxn ang="0">
                <ns1:pos x="T56" y="T57"/>
              </ns1:cxn>
              <ns1:cxn ang="0">
                <ns1:pos x="T58" y="T59"/>
              </ns1:cxn>
              <ns1:cxn ang="0">
                <ns1:pos x="T60" y="T61"/>
              </ns1:cxn>
              <ns1:cxn ang="0">
                <ns1:pos x="T62" y="T63"/>
              </ns1:cxn>
            </ns1:cxnLst>
            <ns1:rect l="0" t="0" r="r" b="b"/>
            <ns1:pathLst>
              <ns1:path w="176" h="176">
                <ns1:moveTo>
                  <ns1:pt x="128" y="32"/>
                </ns1:moveTo>
                <ns1:cubicBezTo>
                  <ns1:pt x="16" y="32"/>
                  <ns1:pt x="16" y="32"/>
                  <ns1:pt x="16" y="32"/>
                </ns1:cubicBezTo>
                <ns1:cubicBezTo>
                  <ns1:pt x="7" y="32"/>
                  <ns1:pt x="0" y="39"/>
                  <ns1:pt x="0" y="48"/>
                </ns1:cubicBezTo>
                <ns1:cubicBezTo>
                  <ns1:pt x="0" y="160"/>
                  <ns1:pt x="0" y="160"/>
                  <ns1:pt x="0" y="160"/>
                </ns1:cubicBezTo>
                <ns1:cubicBezTo>
                  <ns1:pt x="0" y="169"/>
                  <ns1:pt x="7" y="176"/>
                  <ns1:pt x="16" y="176"/>
                </ns1:cubicBezTo>
                <ns1:cubicBezTo>
                  <ns1:pt x="128" y="176"/>
                  <ns1:pt x="128" y="176"/>
                  <ns1:pt x="128" y="176"/>
                </ns1:cubicBezTo>
                <ns1:cubicBezTo>
                  <ns1:pt x="137" y="176"/>
                  <ns1:pt x="144" y="169"/>
                  <ns1:pt x="144" y="160"/>
                </ns1:cubicBezTo>
                <ns1:cubicBezTo>
                  <ns1:pt x="144" y="48"/>
                  <ns1:pt x="144" y="48"/>
                  <ns1:pt x="144" y="48"/>
                </ns1:cubicBezTo>
                <ns1:cubicBezTo>
                  <ns1:pt x="144" y="39"/>
                  <ns1:pt x="137" y="32"/>
                  <ns1:pt x="128" y="32"/>
                </ns1:cubicBezTo>
                <ns1:moveTo>
                  <ns1:pt x="136" y="160"/>
                </ns1:moveTo>
                <ns1:cubicBezTo>
                  <ns1:pt x="136" y="164"/>
                  <ns1:pt x="132" y="168"/>
                  <ns1:pt x="128" y="168"/>
                </ns1:cubicBezTo>
                <ns1:cubicBezTo>
                  <ns1:pt x="16" y="168"/>
                  <ns1:pt x="16" y="168"/>
                  <ns1:pt x="16" y="168"/>
                </ns1:cubicBezTo>
                <ns1:cubicBezTo>
                  <ns1:pt x="12" y="168"/>
                  <ns1:pt x="8" y="164"/>
                  <ns1:pt x="8" y="160"/>
                </ns1:cubicBezTo>
                <ns1:cubicBezTo>
                  <ns1:pt x="8" y="72"/>
                  <ns1:pt x="8" y="72"/>
                  <ns1:pt x="8" y="72"/>
                </ns1:cubicBezTo>
                <ns1:cubicBezTo>
                  <ns1:pt x="136" y="72"/>
                  <ns1:pt x="136" y="72"/>
                  <ns1:pt x="136" y="72"/>
                </ns1:cubicBezTo>
                <ns1:lnTo>
                  <ns1:pt x="136" y="160"/>
                </ns1:lnTo>
                <ns1:close/>
                <ns1:moveTo>
                  <ns1:pt x="136" y="64"/>
                </ns1:moveTo>
                <ns1:cubicBezTo>
                  <ns1:pt x="8" y="64"/>
                  <ns1:pt x="8" y="64"/>
                  <ns1:pt x="8" y="64"/>
                </ns1:cubicBezTo>
                <ns1:cubicBezTo>
                  <ns1:pt x="8" y="48"/>
                  <ns1:pt x="8" y="48"/>
                  <ns1:pt x="8" y="48"/>
                </ns1:cubicBezTo>
                <ns1:cubicBezTo>
                  <ns1:pt x="8" y="44"/>
                  <ns1:pt x="12" y="40"/>
                  <ns1:pt x="16" y="40"/>
                </ns1:cubicBezTo>
                <ns1:cubicBezTo>
                  <ns1:pt x="128" y="40"/>
                  <ns1:pt x="128" y="40"/>
                  <ns1:pt x="128" y="40"/>
                </ns1:cubicBezTo>
                <ns1:cubicBezTo>
                  <ns1:pt x="132" y="40"/>
                  <ns1:pt x="136" y="44"/>
                  <ns1:pt x="136" y="48"/>
                </ns1:cubicBezTo>
                <ns1:lnTo>
                  <ns1:pt x="136" y="64"/>
                </ns1:lnTo>
                <ns1:close/>
                <ns1:moveTo>
                  <ns1:pt x="36" y="48"/>
                </ns1:moveTo>
                <ns1:cubicBezTo>
                  <ns1:pt x="34" y="48"/>
                  <ns1:pt x="32" y="50"/>
                  <ns1:pt x="32" y="52"/>
                </ns1:cubicBezTo>
                <ns1:cubicBezTo>
                  <ns1:pt x="32" y="54"/>
                  <ns1:pt x="34" y="56"/>
                  <ns1:pt x="36" y="56"/>
                </ns1:cubicBezTo>
                <ns1:cubicBezTo>
                  <ns1:pt x="38" y="56"/>
                  <ns1:pt x="40" y="54"/>
                  <ns1:pt x="40" y="52"/>
                </ns1:cubicBezTo>
                <ns1:cubicBezTo>
                  <ns1:pt x="40" y="50"/>
                  <ns1:pt x="38" y="48"/>
                  <ns1:pt x="36" y="48"/>
                </ns1:cubicBezTo>
                <ns1:moveTo>
                  <ns1:pt x="20" y="48"/>
                </ns1:moveTo>
                <ns1:cubicBezTo>
                  <ns1:pt x="18" y="48"/>
                  <ns1:pt x="16" y="50"/>
                  <ns1:pt x="16" y="52"/>
                </ns1:cubicBezTo>
                <ns1:cubicBezTo>
                  <ns1:pt x="16" y="54"/>
                  <ns1:pt x="18" y="56"/>
                  <ns1:pt x="20" y="56"/>
                </ns1:cubicBezTo>
                <ns1:cubicBezTo>
                  <ns1:pt x="22" y="56"/>
                  <ns1:pt x="24" y="54"/>
                  <ns1:pt x="24" y="52"/>
                </ns1:cubicBezTo>
                <ns1:cubicBezTo>
                  <ns1:pt x="24" y="50"/>
                  <ns1:pt x="22" y="48"/>
                  <ns1:pt x="20" y="48"/>
                </ns1:cubicBezTo>
                <ns1:moveTo>
                  <ns1:pt x="160" y="0"/>
                </ns1:moveTo>
                <ns1:cubicBezTo>
                  <ns1:pt x="48" y="0"/>
                  <ns1:pt x="48" y="0"/>
                  <ns1:pt x="48" y="0"/>
                </ns1:cubicBezTo>
                <ns1:cubicBezTo>
                  <ns1:pt x="39" y="0"/>
                  <ns1:pt x="32" y="7"/>
                  <ns1:pt x="32" y="16"/>
                </ns1:cubicBezTo>
                <ns1:cubicBezTo>
                  <ns1:pt x="32" y="20"/>
                  <ns1:pt x="32" y="20"/>
                  <ns1:pt x="32" y="20"/>
                </ns1:cubicBezTo>
                <ns1:cubicBezTo>
                  <ns1:pt x="32" y="22"/>
                  <ns1:pt x="34" y="24"/>
                  <ns1:pt x="36" y="24"/>
                </ns1:cubicBezTo>
                <ns1:cubicBezTo>
                  <ns1:pt x="38" y="24"/>
                  <ns1:pt x="40" y="22"/>
                  <ns1:pt x="40" y="20"/>
                </ns1:cubicBezTo>
                <ns1:cubicBezTo>
                  <ns1:pt x="40" y="16"/>
                  <ns1:pt x="40" y="16"/>
                  <ns1:pt x="40" y="16"/>
                </ns1:cubicBezTo>
                <ns1:cubicBezTo>
                  <ns1:pt x="40" y="12"/>
                  <ns1:pt x="44" y="8"/>
                  <ns1:pt x="48" y="8"/>
                </ns1:cubicBezTo>
                <ns1:cubicBezTo>
                  <ns1:pt x="160" y="8"/>
                  <ns1:pt x="160" y="8"/>
                  <ns1:pt x="160" y="8"/>
                </ns1:cubicBezTo>
                <ns1:cubicBezTo>
                  <ns1:pt x="164" y="8"/>
                  <ns1:pt x="168" y="12"/>
                  <ns1:pt x="168" y="16"/>
                </ns1:cubicBezTo>
                <ns1:cubicBezTo>
                  <ns1:pt x="168" y="128"/>
                  <ns1:pt x="168" y="128"/>
                  <ns1:pt x="168" y="128"/>
                </ns1:cubicBezTo>
                <ns1:cubicBezTo>
                  <ns1:pt x="168" y="132"/>
                  <ns1:pt x="164" y="136"/>
                  <ns1:pt x="160" y="136"/>
                </ns1:cubicBezTo>
                <ns1:cubicBezTo>
                  <ns1:pt x="156" y="136"/>
                  <ns1:pt x="156" y="136"/>
                  <ns1:pt x="156" y="136"/>
                </ns1:cubicBezTo>
                <ns1:cubicBezTo>
                  <ns1:pt x="154" y="136"/>
                  <ns1:pt x="152" y="138"/>
                  <ns1:pt x="152" y="140"/>
                </ns1:cubicBezTo>
                <ns1:cubicBezTo>
                  <ns1:pt x="152" y="142"/>
                  <ns1:pt x="154" y="144"/>
                  <ns1:pt x="156" y="144"/>
                </ns1:cubicBezTo>
                <ns1:cubicBezTo>
                  <ns1:pt x="160" y="144"/>
                  <ns1:pt x="160" y="144"/>
                  <ns1:pt x="160" y="144"/>
                </ns1:cubicBezTo>
                <ns1:cubicBezTo>
                  <ns1:pt x="169" y="144"/>
                  <ns1:pt x="176" y="137"/>
                  <ns1:pt x="176" y="128"/>
                </ns1:cubicBezTo>
                <ns1:cubicBezTo>
                  <ns1:pt x="176" y="16"/>
                  <ns1:pt x="176" y="16"/>
                  <ns1:pt x="176" y="16"/>
                </ns1:cubicBezTo>
                <ns1:cubicBezTo>
                  <ns1:pt x="176" y="7"/>
                  <ns1:pt x="169" y="0"/>
                  <ns1:pt x="160" y="0"/>
                </ns1:cubicBezTo>
                <ns1:moveTo>
                  <ns1:pt x="52" y="48"/>
                </ns1:moveTo>
                <ns1:cubicBezTo>
                  <ns1:pt x="50" y="48"/>
                  <ns1:pt x="48" y="50"/>
                  <ns1:pt x="48" y="52"/>
                </ns1:cubicBezTo>
                <ns1:cubicBezTo>
                  <ns1:pt x="48" y="54"/>
                  <ns1:pt x="50" y="56"/>
                  <ns1:pt x="52" y="56"/>
                </ns1:cubicBezTo>
                <ns1:cubicBezTo>
                  <ns1:pt x="54" y="56"/>
                  <ns1:pt x="56" y="54"/>
                  <ns1:pt x="56" y="52"/>
                </ns1:cubicBezTo>
                <ns1:cubicBezTo>
                  <ns1:pt x="56" y="50"/>
                  <ns1:pt x="54" y="48"/>
                  <ns1:pt x="52" y="48"/>
                </ns1:cubicBezTo>
                <ns1:moveTo>
                  <ns1:pt x="124" y="48"/>
                </ns1:moveTo>
                <ns1:cubicBezTo>
                  <ns1:pt x="68" y="48"/>
                  <ns1:pt x="68" y="48"/>
                  <ns1:pt x="68" y="48"/>
                </ns1:cubicBezTo>
                <ns1:cubicBezTo>
                  <ns1:pt x="66" y="48"/>
                  <ns1:pt x="64" y="50"/>
                  <ns1:pt x="64" y="52"/>
                </ns1:cubicBezTo>
                <ns1:cubicBezTo>
                  <ns1:pt x="64" y="54"/>
                  <ns1:pt x="66" y="56"/>
                  <ns1:pt x="68" y="56"/>
                </ns1:cubicBezTo>
                <ns1:cubicBezTo>
                  <ns1:pt x="124" y="56"/>
                  <ns1:pt x="124" y="56"/>
                  <ns1:pt x="124" y="56"/>
                </ns1:cubicBezTo>
                <ns1:cubicBezTo>
                  <ns1:pt x="126" y="56"/>
                  <ns1:pt x="128" y="54"/>
                  <ns1:pt x="128" y="52"/>
                </ns1:cubicBezTo>
                <ns1:cubicBezTo>
                  <ns1:pt x="128" y="50"/>
                  <ns1:pt x="126" y="48"/>
                  <ns1:pt x="124" y="48"/>
                </ns1:cubicBezTo>
              </ns1:path>
            </ns1:pathLst>
          </ns1:custGeom>
          <ns1:solidFill>
            <ns1:schemeClr val="tx1"/>
          </ns1:solidFill>
          <ns1:ln>
            <ns1:noFill/>
          </ns1:ln>
          <ns1:extLst/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en-US"/>
          </ns1:p>
        </ns0:txBody>
      </ns0:sp>
      <ns0:sp>
        <ns0:nvSpPr>
          <ns0:cNvPr id="14" name="Freeform 10"/>
          <ns0:cNvSpPr>
            <ns1:spLocks noEditPoints="1"/>
          </ns0:cNvSpPr>
          <ns0:nvPr/>
        </ns0:nvSpPr>
        <ns0:spPr bwMode="auto">
          <ns1:xfrm>
            <ns1:off x="6480175" y="566738"/>
            <ns1:ext cx="557212" cy="404813"/>
          </ns1:xfrm>
          <ns1:custGeom>
            <ns1:avLst/>
            <ns1:gdLst>
              <ns1:gd name="T0" fmla="*/ 160 w 176"/>
              <ns1:gd name="T1" fmla="*/ 0 h 128"/>
              <ns1:gd name="T2" fmla="*/ 16 w 176"/>
              <ns1:gd name="T3" fmla="*/ 0 h 128"/>
              <ns1:gd name="T4" fmla="*/ 0 w 176"/>
              <ns1:gd name="T5" fmla="*/ 16 h 128"/>
              <ns1:gd name="T6" fmla="*/ 0 w 176"/>
              <ns1:gd name="T7" fmla="*/ 112 h 128"/>
              <ns1:gd name="T8" fmla="*/ 16 w 176"/>
              <ns1:gd name="T9" fmla="*/ 128 h 128"/>
              <ns1:gd name="T10" fmla="*/ 160 w 176"/>
              <ns1:gd name="T11" fmla="*/ 128 h 128"/>
              <ns1:gd name="T12" fmla="*/ 176 w 176"/>
              <ns1:gd name="T13" fmla="*/ 112 h 128"/>
              <ns1:gd name="T14" fmla="*/ 176 w 176"/>
              <ns1:gd name="T15" fmla="*/ 16 h 128"/>
              <ns1:gd name="T16" fmla="*/ 160 w 176"/>
              <ns1:gd name="T17" fmla="*/ 0 h 128"/>
              <ns1:gd name="T18" fmla="*/ 16 w 176"/>
              <ns1:gd name="T19" fmla="*/ 8 h 128"/>
              <ns1:gd name="T20" fmla="*/ 160 w 176"/>
              <ns1:gd name="T21" fmla="*/ 8 h 128"/>
              <ns1:gd name="T22" fmla="*/ 163 w 176"/>
              <ns1:gd name="T23" fmla="*/ 8 h 128"/>
              <ns1:gd name="T24" fmla="*/ 93 w 176"/>
              <ns1:gd name="T25" fmla="*/ 78 h 128"/>
              <ns1:gd name="T26" fmla="*/ 88 w 176"/>
              <ns1:gd name="T27" fmla="*/ 80 h 128"/>
              <ns1:gd name="T28" fmla="*/ 83 w 176"/>
              <ns1:gd name="T29" fmla="*/ 78 h 128"/>
              <ns1:gd name="T30" fmla="*/ 13 w 176"/>
              <ns1:gd name="T31" fmla="*/ 8 h 128"/>
              <ns1:gd name="T32" fmla="*/ 16 w 176"/>
              <ns1:gd name="T33" fmla="*/ 8 h 128"/>
              <ns1:gd name="T34" fmla="*/ 8 w 176"/>
              <ns1:gd name="T35" fmla="*/ 112 h 128"/>
              <ns1:gd name="T36" fmla="*/ 8 w 176"/>
              <ns1:gd name="T37" fmla="*/ 16 h 128"/>
              <ns1:gd name="T38" fmla="*/ 8 w 176"/>
              <ns1:gd name="T39" fmla="*/ 15 h 128"/>
              <ns1:gd name="T40" fmla="*/ 58 w 176"/>
              <ns1:gd name="T41" fmla="*/ 64 h 128"/>
              <ns1:gd name="T42" fmla="*/ 8 w 176"/>
              <ns1:gd name="T43" fmla="*/ 113 h 128"/>
              <ns1:gd name="T44" fmla="*/ 8 w 176"/>
              <ns1:gd name="T45" fmla="*/ 112 h 128"/>
              <ns1:gd name="T46" fmla="*/ 160 w 176"/>
              <ns1:gd name="T47" fmla="*/ 120 h 128"/>
              <ns1:gd name="T48" fmla="*/ 16 w 176"/>
              <ns1:gd name="T49" fmla="*/ 120 h 128"/>
              <ns1:gd name="T50" fmla="*/ 13 w 176"/>
              <ns1:gd name="T51" fmla="*/ 120 h 128"/>
              <ns1:gd name="T52" fmla="*/ 63 w 176"/>
              <ns1:gd name="T53" fmla="*/ 70 h 128"/>
              <ns1:gd name="T54" fmla="*/ 77 w 176"/>
              <ns1:gd name="T55" fmla="*/ 83 h 128"/>
              <ns1:gd name="T56" fmla="*/ 88 w 176"/>
              <ns1:gd name="T57" fmla="*/ 88 h 128"/>
              <ns1:gd name="T58" fmla="*/ 99 w 176"/>
              <ns1:gd name="T59" fmla="*/ 83 h 128"/>
              <ns1:gd name="T60" fmla="*/ 113 w 176"/>
              <ns1:gd name="T61" fmla="*/ 70 h 128"/>
              <ns1:gd name="T62" fmla="*/ 163 w 176"/>
              <ns1:gd name="T63" fmla="*/ 120 h 128"/>
              <ns1:gd name="T64" fmla="*/ 160 w 176"/>
              <ns1:gd name="T65" fmla="*/ 120 h 128"/>
              <ns1:gd name="T66" fmla="*/ 168 w 176"/>
              <ns1:gd name="T67" fmla="*/ 112 h 128"/>
              <ns1:gd name="T68" fmla="*/ 168 w 176"/>
              <ns1:gd name="T69" fmla="*/ 113 h 128"/>
              <ns1:gd name="T70" fmla="*/ 118 w 176"/>
              <ns1:gd name="T71" fmla="*/ 64 h 128"/>
              <ns1:gd name="T72" fmla="*/ 168 w 176"/>
              <ns1:gd name="T73" fmla="*/ 15 h 128"/>
              <ns1:gd name="T74" fmla="*/ 168 w 176"/>
              <ns1:gd name="T75" fmla="*/ 16 h 128"/>
              <ns1:gd name="T76" fmla="*/ 168 w 176"/>
              <ns1:gd name="T77" fmla="*/ 112 h 128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  <ns1:cxn ang="0">
                <ns1:pos x="T32" y="T33"/>
              </ns1:cxn>
              <ns1:cxn ang="0">
                <ns1:pos x="T34" y="T35"/>
              </ns1:cxn>
              <ns1:cxn ang="0">
                <ns1:pos x="T36" y="T37"/>
              </ns1:cxn>
              <ns1:cxn ang="0">
                <ns1:pos x="T38" y="T39"/>
              </ns1:cxn>
              <ns1:cxn ang="0">
                <ns1:pos x="T40" y="T41"/>
              </ns1:cxn>
              <ns1:cxn ang="0">
                <ns1:pos x="T42" y="T43"/>
              </ns1:cxn>
              <ns1:cxn ang="0">
                <ns1:pos x="T44" y="T45"/>
              </ns1:cxn>
              <ns1:cxn ang="0">
                <ns1:pos x="T46" y="T47"/>
              </ns1:cxn>
              <ns1:cxn ang="0">
                <ns1:pos x="T48" y="T49"/>
              </ns1:cxn>
              <ns1:cxn ang="0">
                <ns1:pos x="T50" y="T51"/>
              </ns1:cxn>
              <ns1:cxn ang="0">
                <ns1:pos x="T52" y="T53"/>
              </ns1:cxn>
              <ns1:cxn ang="0">
                <ns1:pos x="T54" y="T55"/>
              </ns1:cxn>
              <ns1:cxn ang="0">
                <ns1:pos x="T56" y="T57"/>
              </ns1:cxn>
              <ns1:cxn ang="0">
                <ns1:pos x="T58" y="T59"/>
              </ns1:cxn>
              <ns1:cxn ang="0">
                <ns1:pos x="T60" y="T61"/>
              </ns1:cxn>
              <ns1:cxn ang="0">
                <ns1:pos x="T62" y="T63"/>
              </ns1:cxn>
              <ns1:cxn ang="0">
                <ns1:pos x="T64" y="T65"/>
              </ns1:cxn>
              <ns1:cxn ang="0">
                <ns1:pos x="T66" y="T67"/>
              </ns1:cxn>
              <ns1:cxn ang="0">
                <ns1:pos x="T68" y="T69"/>
              </ns1:cxn>
              <ns1:cxn ang="0">
                <ns1:pos x="T70" y="T71"/>
              </ns1:cxn>
              <ns1:cxn ang="0">
                <ns1:pos x="T72" y="T73"/>
              </ns1:cxn>
              <ns1:cxn ang="0">
                <ns1:pos x="T74" y="T75"/>
              </ns1:cxn>
              <ns1:cxn ang="0">
                <ns1:pos x="T76" y="T77"/>
              </ns1:cxn>
            </ns1:cxnLst>
            <ns1:rect l="0" t="0" r="r" b="b"/>
            <ns1:pathLst>
              <ns1:path w="176" h="128">
                <ns1:moveTo>
                  <ns1:pt x="160" y="0"/>
                </ns1:moveTo>
                <ns1:cubicBezTo>
                  <ns1:pt x="16" y="0"/>
                  <ns1:pt x="16" y="0"/>
                  <ns1:pt x="16" y="0"/>
                </ns1:cubicBezTo>
                <ns1:cubicBezTo>
                  <ns1:pt x="7" y="0"/>
                  <ns1:pt x="0" y="7"/>
                  <ns1:pt x="0" y="16"/>
                </ns1:cubicBezTo>
                <ns1:cubicBezTo>
                  <ns1:pt x="0" y="112"/>
                  <ns1:pt x="0" y="112"/>
                  <ns1:pt x="0" y="112"/>
                </ns1:cubicBezTo>
                <ns1:cubicBezTo>
                  <ns1:pt x="0" y="121"/>
                  <ns1:pt x="7" y="128"/>
                  <ns1:pt x="16" y="128"/>
                </ns1:cubicBezTo>
                <ns1:cubicBezTo>
                  <ns1:pt x="160" y="128"/>
                  <ns1:pt x="160" y="128"/>
                  <ns1:pt x="160" y="128"/>
                </ns1:cubicBezTo>
                <ns1:cubicBezTo>
                  <ns1:pt x="169" y="128"/>
                  <ns1:pt x="176" y="121"/>
                  <ns1:pt x="176" y="112"/>
                </ns1:cubicBezTo>
                <ns1:cubicBezTo>
                  <ns1:pt x="176" y="16"/>
                  <ns1:pt x="176" y="16"/>
                  <ns1:pt x="176" y="16"/>
                </ns1:cubicBezTo>
                <ns1:cubicBezTo>
                  <ns1:pt x="176" y="7"/>
                  <ns1:pt x="169" y="0"/>
                  <ns1:pt x="160" y="0"/>
                </ns1:cubicBezTo>
                <ns1:moveTo>
                  <ns1:pt x="16" y="8"/>
                </ns1:moveTo>
                <ns1:cubicBezTo>
                  <ns1:pt x="160" y="8"/>
                  <ns1:pt x="160" y="8"/>
                  <ns1:pt x="160" y="8"/>
                </ns1:cubicBezTo>
                <ns1:cubicBezTo>
                  <ns1:pt x="161" y="8"/>
                  <ns1:pt x="162" y="8"/>
                  <ns1:pt x="163" y="8"/>
                </ns1:cubicBezTo>
                <ns1:cubicBezTo>
                  <ns1:pt x="93" y="78"/>
                  <ns1:pt x="93" y="78"/>
                  <ns1:pt x="93" y="78"/>
                </ns1:cubicBezTo>
                <ns1:cubicBezTo>
                  <ns1:pt x="92" y="79"/>
                  <ns1:pt x="90" y="80"/>
                  <ns1:pt x="88" y="80"/>
                </ns1:cubicBezTo>
                <ns1:cubicBezTo>
                  <ns1:pt x="86" y="80"/>
                  <ns1:pt x="84" y="79"/>
                  <ns1:pt x="83" y="78"/>
                </ns1:cubicBezTo>
                <ns1:cubicBezTo>
                  <ns1:pt x="13" y="8"/>
                  <ns1:pt x="13" y="8"/>
                  <ns1:pt x="13" y="8"/>
                </ns1:cubicBezTo>
                <ns1:cubicBezTo>
                  <ns1:pt x="14" y="8"/>
                  <ns1:pt x="15" y="8"/>
                  <ns1:pt x="16" y="8"/>
                </ns1:cubicBezTo>
                <ns1:moveTo>
                  <ns1:pt x="8" y="112"/>
                </ns1:moveTo>
                <ns1:cubicBezTo>
                  <ns1:pt x="8" y="16"/>
                  <ns1:pt x="8" y="16"/>
                  <ns1:pt x="8" y="16"/>
                </ns1:cubicBezTo>
                <ns1:cubicBezTo>
                  <ns1:pt x="8" y="16"/>
                  <ns1:pt x="8" y="15"/>
                  <ns1:pt x="8" y="15"/>
                </ns1:cubicBezTo>
                <ns1:cubicBezTo>
                  <ns1:pt x="58" y="64"/>
                  <ns1:pt x="58" y="64"/>
                  <ns1:pt x="58" y="64"/>
                </ns1:cubicBezTo>
                <ns1:cubicBezTo>
                  <ns1:pt x="8" y="113"/>
                  <ns1:pt x="8" y="113"/>
                  <ns1:pt x="8" y="113"/>
                </ns1:cubicBezTo>
                <ns1:cubicBezTo>
                  <ns1:pt x="8" y="113"/>
                  <ns1:pt x="8" y="112"/>
                  <ns1:pt x="8" y="112"/>
                </ns1:cubicBezTo>
                <ns1:moveTo>
                  <ns1:pt x="160" y="120"/>
                </ns1:moveTo>
                <ns1:cubicBezTo>
                  <ns1:pt x="16" y="120"/>
                  <ns1:pt x="16" y="120"/>
                  <ns1:pt x="16" y="120"/>
                </ns1:cubicBezTo>
                <ns1:cubicBezTo>
                  <ns1:pt x="15" y="120"/>
                  <ns1:pt x="14" y="120"/>
                  <ns1:pt x="13" y="120"/>
                </ns1:cubicBezTo>
                <ns1:cubicBezTo>
                  <ns1:pt x="63" y="70"/>
                  <ns1:pt x="63" y="70"/>
                  <ns1:pt x="63" y="70"/>
                </ns1:cubicBezTo>
                <ns1:cubicBezTo>
                  <ns1:pt x="77" y="83"/>
                  <ns1:pt x="77" y="83"/>
                  <ns1:pt x="77" y="83"/>
                </ns1:cubicBezTo>
                <ns1:cubicBezTo>
                  <ns1:pt x="80" y="86"/>
                  <ns1:pt x="84" y="88"/>
                  <ns1:pt x="88" y="88"/>
                </ns1:cubicBezTo>
                <ns1:cubicBezTo>
                  <ns1:pt x="92" y="88"/>
                  <ns1:pt x="96" y="86"/>
                  <ns1:pt x="99" y="83"/>
                </ns1:cubicBezTo>
                <ns1:cubicBezTo>
                  <ns1:pt x="113" y="70"/>
                  <ns1:pt x="113" y="70"/>
                  <ns1:pt x="113" y="70"/>
                </ns1:cubicBezTo>
                <ns1:cubicBezTo>
                  <ns1:pt x="163" y="120"/>
                  <ns1:pt x="163" y="120"/>
                  <ns1:pt x="163" y="120"/>
                </ns1:cubicBezTo>
                <ns1:cubicBezTo>
                  <ns1:pt x="162" y="120"/>
                  <ns1:pt x="161" y="120"/>
                  <ns1:pt x="160" y="120"/>
                </ns1:cubicBezTo>
                <ns1:moveTo>
                  <ns1:pt x="168" y="112"/>
                </ns1:moveTo>
                <ns1:cubicBezTo>
                  <ns1:pt x="168" y="112"/>
                  <ns1:pt x="168" y="113"/>
                  <ns1:pt x="168" y="113"/>
                </ns1:cubicBezTo>
                <ns1:cubicBezTo>
                  <ns1:pt x="118" y="64"/>
                  <ns1:pt x="118" y="64"/>
                  <ns1:pt x="118" y="64"/>
                </ns1:cubicBezTo>
                <ns1:cubicBezTo>
                  <ns1:pt x="168" y="15"/>
                  <ns1:pt x="168" y="15"/>
                  <ns1:pt x="168" y="15"/>
                </ns1:cubicBezTo>
                <ns1:cubicBezTo>
                  <ns1:pt x="168" y="15"/>
                  <ns1:pt x="168" y="16"/>
                  <ns1:pt x="168" y="16"/>
                </ns1:cubicBezTo>
                <ns1:lnTo>
                  <ns1:pt x="168" y="112"/>
                </ns1:lnTo>
                <ns1:close/>
              </ns1:path>
            </ns1:pathLst>
          </ns1:custGeom>
          <ns1:solidFill>
            <ns1:schemeClr val="tx1"/>
          </ns1:solidFill>
          <ns1:ln>
            <ns1:noFill/>
          </ns1:ln>
          <ns1:extLst/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en-US"/>
          </ns1:p>
        </ns0:txBody>
      </ns0:sp>
      <ns0:sp>
        <ns0:nvSpPr>
          <ns0:cNvPr id="15" name="Freeform 11"/>
          <ns0:cNvSpPr>
            <ns1:spLocks noEditPoints="1"/>
          </ns0:cNvSpPr>
          <ns0:nvPr/>
        </ns0:nvSpPr>
        <ns0:spPr bwMode="auto">
          <ns1:xfrm>
            <ns1:off x="7543800" y="554038"/>
            <ns1:ext cx="557212" cy="430213"/>
          </ns1:xfrm>
          <ns1:custGeom>
            <ns1:avLst/>
            <ns1:gdLst>
              <ns1:gd name="T0" fmla="*/ 160 w 176"/>
              <ns1:gd name="T1" fmla="*/ 0 h 136"/>
              <ns1:gd name="T2" fmla="*/ 48 w 176"/>
              <ns1:gd name="T3" fmla="*/ 0 h 136"/>
              <ns1:gd name="T4" fmla="*/ 32 w 176"/>
              <ns1:gd name="T5" fmla="*/ 16 h 136"/>
              <ns1:gd name="T6" fmla="*/ 32 w 176"/>
              <ns1:gd name="T7" fmla="*/ 20 h 136"/>
              <ns1:gd name="T8" fmla="*/ 36 w 176"/>
              <ns1:gd name="T9" fmla="*/ 24 h 136"/>
              <ns1:gd name="T10" fmla="*/ 40 w 176"/>
              <ns1:gd name="T11" fmla="*/ 20 h 136"/>
              <ns1:gd name="T12" fmla="*/ 40 w 176"/>
              <ns1:gd name="T13" fmla="*/ 16 h 136"/>
              <ns1:gd name="T14" fmla="*/ 48 w 176"/>
              <ns1:gd name="T15" fmla="*/ 8 h 136"/>
              <ns1:gd name="T16" fmla="*/ 160 w 176"/>
              <ns1:gd name="T17" fmla="*/ 8 h 136"/>
              <ns1:gd name="T18" fmla="*/ 168 w 176"/>
              <ns1:gd name="T19" fmla="*/ 16 h 136"/>
              <ns1:gd name="T20" fmla="*/ 168 w 176"/>
              <ns1:gd name="T21" fmla="*/ 88 h 136"/>
              <ns1:gd name="T22" fmla="*/ 160 w 176"/>
              <ns1:gd name="T23" fmla="*/ 96 h 136"/>
              <ns1:gd name="T24" fmla="*/ 156 w 176"/>
              <ns1:gd name="T25" fmla="*/ 96 h 136"/>
              <ns1:gd name="T26" fmla="*/ 152 w 176"/>
              <ns1:gd name="T27" fmla="*/ 100 h 136"/>
              <ns1:gd name="T28" fmla="*/ 156 w 176"/>
              <ns1:gd name="T29" fmla="*/ 104 h 136"/>
              <ns1:gd name="T30" fmla="*/ 160 w 176"/>
              <ns1:gd name="T31" fmla="*/ 104 h 136"/>
              <ns1:gd name="T32" fmla="*/ 176 w 176"/>
              <ns1:gd name="T33" fmla="*/ 88 h 136"/>
              <ns1:gd name="T34" fmla="*/ 176 w 176"/>
              <ns1:gd name="T35" fmla="*/ 16 h 136"/>
              <ns1:gd name="T36" fmla="*/ 160 w 176"/>
              <ns1:gd name="T37" fmla="*/ 0 h 136"/>
              <ns1:gd name="T38" fmla="*/ 128 w 176"/>
              <ns1:gd name="T39" fmla="*/ 32 h 136"/>
              <ns1:gd name="T40" fmla="*/ 16 w 176"/>
              <ns1:gd name="T41" fmla="*/ 32 h 136"/>
              <ns1:gd name="T42" fmla="*/ 0 w 176"/>
              <ns1:gd name="T43" fmla="*/ 48 h 136"/>
              <ns1:gd name="T44" fmla="*/ 0 w 176"/>
              <ns1:gd name="T45" fmla="*/ 120 h 136"/>
              <ns1:gd name="T46" fmla="*/ 16 w 176"/>
              <ns1:gd name="T47" fmla="*/ 136 h 136"/>
              <ns1:gd name="T48" fmla="*/ 128 w 176"/>
              <ns1:gd name="T49" fmla="*/ 136 h 136"/>
              <ns1:gd name="T50" fmla="*/ 144 w 176"/>
              <ns1:gd name="T51" fmla="*/ 120 h 136"/>
              <ns1:gd name="T52" fmla="*/ 144 w 176"/>
              <ns1:gd name="T53" fmla="*/ 48 h 136"/>
              <ns1:gd name="T54" fmla="*/ 128 w 176"/>
              <ns1:gd name="T55" fmla="*/ 32 h 136"/>
              <ns1:gd name="T56" fmla="*/ 16 w 176"/>
              <ns1:gd name="T57" fmla="*/ 40 h 136"/>
              <ns1:gd name="T58" fmla="*/ 128 w 176"/>
              <ns1:gd name="T59" fmla="*/ 40 h 136"/>
              <ns1:gd name="T60" fmla="*/ 133 w 176"/>
              <ns1:gd name="T61" fmla="*/ 42 h 136"/>
              <ns1:gd name="T62" fmla="*/ 77 w 176"/>
              <ns1:gd name="T63" fmla="*/ 98 h 136"/>
              <ns1:gd name="T64" fmla="*/ 72 w 176"/>
              <ns1:gd name="T65" fmla="*/ 100 h 136"/>
              <ns1:gd name="T66" fmla="*/ 67 w 176"/>
              <ns1:gd name="T67" fmla="*/ 98 h 136"/>
              <ns1:gd name="T68" fmla="*/ 11 w 176"/>
              <ns1:gd name="T69" fmla="*/ 42 h 136"/>
              <ns1:gd name="T70" fmla="*/ 16 w 176"/>
              <ns1:gd name="T71" fmla="*/ 40 h 136"/>
              <ns1:gd name="T72" fmla="*/ 8 w 176"/>
              <ns1:gd name="T73" fmla="*/ 50 h 136"/>
              <ns1:gd name="T74" fmla="*/ 42 w 176"/>
              <ns1:gd name="T75" fmla="*/ 84 h 136"/>
              <ns1:gd name="T76" fmla="*/ 8 w 176"/>
              <ns1:gd name="T77" fmla="*/ 118 h 136"/>
              <ns1:gd name="T78" fmla="*/ 8 w 176"/>
              <ns1:gd name="T79" fmla="*/ 50 h 136"/>
              <ns1:gd name="T80" fmla="*/ 128 w 176"/>
              <ns1:gd name="T81" fmla="*/ 128 h 136"/>
              <ns1:gd name="T82" fmla="*/ 16 w 176"/>
              <ns1:gd name="T83" fmla="*/ 128 h 136"/>
              <ns1:gd name="T84" fmla="*/ 11 w 176"/>
              <ns1:gd name="T85" fmla="*/ 126 h 136"/>
              <ns1:gd name="T86" fmla="*/ 47 w 176"/>
              <ns1:gd name="T87" fmla="*/ 90 h 136"/>
              <ns1:gd name="T88" fmla="*/ 61 w 176"/>
              <ns1:gd name="T89" fmla="*/ 103 h 136"/>
              <ns1:gd name="T90" fmla="*/ 72 w 176"/>
              <ns1:gd name="T91" fmla="*/ 108 h 136"/>
              <ns1:gd name="T92" fmla="*/ 83 w 176"/>
              <ns1:gd name="T93" fmla="*/ 103 h 136"/>
              <ns1:gd name="T94" fmla="*/ 97 w 176"/>
              <ns1:gd name="T95" fmla="*/ 90 h 136"/>
              <ns1:gd name="T96" fmla="*/ 133 w 176"/>
              <ns1:gd name="T97" fmla="*/ 126 h 136"/>
              <ns1:gd name="T98" fmla="*/ 128 w 176"/>
              <ns1:gd name="T99" fmla="*/ 128 h 136"/>
              <ns1:gd name="T100" fmla="*/ 136 w 176"/>
              <ns1:gd name="T101" fmla="*/ 118 h 136"/>
              <ns1:gd name="T102" fmla="*/ 102 w 176"/>
              <ns1:gd name="T103" fmla="*/ 84 h 136"/>
              <ns1:gd name="T104" fmla="*/ 136 w 176"/>
              <ns1:gd name="T105" fmla="*/ 50 h 136"/>
              <ns1:gd name="T106" fmla="*/ 136 w 176"/>
              <ns1:gd name="T107" fmla="*/ 118 h 136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  <ns1:cxn ang="0">
                <ns1:pos x="T32" y="T33"/>
              </ns1:cxn>
              <ns1:cxn ang="0">
                <ns1:pos x="T34" y="T35"/>
              </ns1:cxn>
              <ns1:cxn ang="0">
                <ns1:pos x="T36" y="T37"/>
              </ns1:cxn>
              <ns1:cxn ang="0">
                <ns1:pos x="T38" y="T39"/>
              </ns1:cxn>
              <ns1:cxn ang="0">
                <ns1:pos x="T40" y="T41"/>
              </ns1:cxn>
              <ns1:cxn ang="0">
                <ns1:pos x="T42" y="T43"/>
              </ns1:cxn>
              <ns1:cxn ang="0">
                <ns1:pos x="T44" y="T45"/>
              </ns1:cxn>
              <ns1:cxn ang="0">
                <ns1:pos x="T46" y="T47"/>
              </ns1:cxn>
              <ns1:cxn ang="0">
                <ns1:pos x="T48" y="T49"/>
              </ns1:cxn>
              <ns1:cxn ang="0">
                <ns1:pos x="T50" y="T51"/>
              </ns1:cxn>
              <ns1:cxn ang="0">
                <ns1:pos x="T52" y="T53"/>
              </ns1:cxn>
              <ns1:cxn ang="0">
                <ns1:pos x="T54" y="T55"/>
              </ns1:cxn>
              <ns1:cxn ang="0">
                <ns1:pos x="T56" y="T57"/>
              </ns1:cxn>
              <ns1:cxn ang="0">
                <ns1:pos x="T58" y="T59"/>
              </ns1:cxn>
              <ns1:cxn ang="0">
                <ns1:pos x="T60" y="T61"/>
              </ns1:cxn>
              <ns1:cxn ang="0">
                <ns1:pos x="T62" y="T63"/>
              </ns1:cxn>
              <ns1:cxn ang="0">
                <ns1:pos x="T64" y="T65"/>
              </ns1:cxn>
              <ns1:cxn ang="0">
                <ns1:pos x="T66" y="T67"/>
              </ns1:cxn>
              <ns1:cxn ang="0">
                <ns1:pos x="T68" y="T69"/>
              </ns1:cxn>
              <ns1:cxn ang="0">
                <ns1:pos x="T70" y="T71"/>
              </ns1:cxn>
              <ns1:cxn ang="0">
                <ns1:pos x="T72" y="T73"/>
              </ns1:cxn>
              <ns1:cxn ang="0">
                <ns1:pos x="T74" y="T75"/>
              </ns1:cxn>
              <ns1:cxn ang="0">
                <ns1:pos x="T76" y="T77"/>
              </ns1:cxn>
              <ns1:cxn ang="0">
                <ns1:pos x="T78" y="T79"/>
              </ns1:cxn>
              <ns1:cxn ang="0">
                <ns1:pos x="T80" y="T81"/>
              </ns1:cxn>
              <ns1:cxn ang="0">
                <ns1:pos x="T82" y="T83"/>
              </ns1:cxn>
              <ns1:cxn ang="0">
                <ns1:pos x="T84" y="T85"/>
              </ns1:cxn>
              <ns1:cxn ang="0">
                <ns1:pos x="T86" y="T87"/>
              </ns1:cxn>
              <ns1:cxn ang="0">
                <ns1:pos x="T88" y="T89"/>
              </ns1:cxn>
              <ns1:cxn ang="0">
                <ns1:pos x="T90" y="T91"/>
              </ns1:cxn>
              <ns1:cxn ang="0">
                <ns1:pos x="T92" y="T93"/>
              </ns1:cxn>
              <ns1:cxn ang="0">
                <ns1:pos x="T94" y="T95"/>
              </ns1:cxn>
              <ns1:cxn ang="0">
                <ns1:pos x="T96" y="T97"/>
              </ns1:cxn>
              <ns1:cxn ang="0">
                <ns1:pos x="T98" y="T99"/>
              </ns1:cxn>
              <ns1:cxn ang="0">
                <ns1:pos x="T100" y="T101"/>
              </ns1:cxn>
              <ns1:cxn ang="0">
                <ns1:pos x="T102" y="T103"/>
              </ns1:cxn>
              <ns1:cxn ang="0">
                <ns1:pos x="T104" y="T105"/>
              </ns1:cxn>
              <ns1:cxn ang="0">
                <ns1:pos x="T106" y="T107"/>
              </ns1:cxn>
            </ns1:cxnLst>
            <ns1:rect l="0" t="0" r="r" b="b"/>
            <ns1:pathLst>
              <ns1:path w="176" h="136">
                <ns1:moveTo>
                  <ns1:pt x="160" y="0"/>
                </ns1:moveTo>
                <ns1:cubicBezTo>
                  <ns1:pt x="48" y="0"/>
                  <ns1:pt x="48" y="0"/>
                  <ns1:pt x="48" y="0"/>
                </ns1:cubicBezTo>
                <ns1:cubicBezTo>
                  <ns1:pt x="39" y="0"/>
                  <ns1:pt x="32" y="7"/>
                  <ns1:pt x="32" y="16"/>
                </ns1:cubicBezTo>
                <ns1:cubicBezTo>
                  <ns1:pt x="32" y="20"/>
                  <ns1:pt x="32" y="20"/>
                  <ns1:pt x="32" y="20"/>
                </ns1:cubicBezTo>
                <ns1:cubicBezTo>
                  <ns1:pt x="32" y="22"/>
                  <ns1:pt x="34" y="24"/>
                  <ns1:pt x="36" y="24"/>
                </ns1:cubicBezTo>
                <ns1:cubicBezTo>
                  <ns1:pt x="38" y="24"/>
                  <ns1:pt x="40" y="22"/>
                  <ns1:pt x="40" y="20"/>
                </ns1:cubicBezTo>
                <ns1:cubicBezTo>
                  <ns1:pt x="40" y="16"/>
                  <ns1:pt x="40" y="16"/>
                  <ns1:pt x="40" y="16"/>
                </ns1:cubicBezTo>
                <ns1:cubicBezTo>
                  <ns1:pt x="40" y="12"/>
                  <ns1:pt x="44" y="8"/>
                  <ns1:pt x="48" y="8"/>
                </ns1:cubicBezTo>
                <ns1:cubicBezTo>
                  <ns1:pt x="160" y="8"/>
                  <ns1:pt x="160" y="8"/>
                  <ns1:pt x="160" y="8"/>
                </ns1:cubicBezTo>
                <ns1:cubicBezTo>
                  <ns1:pt x="164" y="8"/>
                  <ns1:pt x="168" y="12"/>
                  <ns1:pt x="168" y="16"/>
                </ns1:cubicBezTo>
                <ns1:cubicBezTo>
                  <ns1:pt x="168" y="88"/>
                  <ns1:pt x="168" y="88"/>
                  <ns1:pt x="168" y="88"/>
                </ns1:cubicBezTo>
                <ns1:cubicBezTo>
                  <ns1:pt x="168" y="92"/>
                  <ns1:pt x="164" y="96"/>
                  <ns1:pt x="160" y="96"/>
                </ns1:cubicBezTo>
                <ns1:cubicBezTo>
                  <ns1:pt x="156" y="96"/>
                  <ns1:pt x="156" y="96"/>
                  <ns1:pt x="156" y="96"/>
                </ns1:cubicBezTo>
                <ns1:cubicBezTo>
                  <ns1:pt x="154" y="96"/>
                  <ns1:pt x="152" y="98"/>
                  <ns1:pt x="152" y="100"/>
                </ns1:cubicBezTo>
                <ns1:cubicBezTo>
                  <ns1:pt x="152" y="102"/>
                  <ns1:pt x="154" y="104"/>
                  <ns1:pt x="156" y="104"/>
                </ns1:cubicBezTo>
                <ns1:cubicBezTo>
                  <ns1:pt x="160" y="104"/>
                  <ns1:pt x="160" y="104"/>
                  <ns1:pt x="160" y="104"/>
                </ns1:cubicBezTo>
                <ns1:cubicBezTo>
                  <ns1:pt x="169" y="104"/>
                  <ns1:pt x="176" y="97"/>
                  <ns1:pt x="176" y="88"/>
                </ns1:cubicBezTo>
                <ns1:cubicBezTo>
                  <ns1:pt x="176" y="16"/>
                  <ns1:pt x="176" y="16"/>
                  <ns1:pt x="176" y="16"/>
                </ns1:cubicBezTo>
                <ns1:cubicBezTo>
                  <ns1:pt x="176" y="7"/>
                  <ns1:pt x="169" y="0"/>
                  <ns1:pt x="160" y="0"/>
                </ns1:cubicBezTo>
                <ns1:moveTo>
                  <ns1:pt x="128" y="32"/>
                </ns1:moveTo>
                <ns1:cubicBezTo>
                  <ns1:pt x="16" y="32"/>
                  <ns1:pt x="16" y="32"/>
                  <ns1:pt x="16" y="32"/>
                </ns1:cubicBezTo>
                <ns1:cubicBezTo>
                  <ns1:pt x="7" y="32"/>
                  <ns1:pt x="0" y="39"/>
                  <ns1:pt x="0" y="48"/>
                </ns1:cubicBezTo>
                <ns1:cubicBezTo>
                  <ns1:pt x="0" y="120"/>
                  <ns1:pt x="0" y="120"/>
                  <ns1:pt x="0" y="120"/>
                </ns1:cubicBezTo>
                <ns1:cubicBezTo>
                  <ns1:pt x="0" y="129"/>
                  <ns1:pt x="7" y="136"/>
                  <ns1:pt x="16" y="136"/>
                </ns1:cubicBezTo>
                <ns1:cubicBezTo>
                  <ns1:pt x="128" y="136"/>
                  <ns1:pt x="128" y="136"/>
                  <ns1:pt x="128" y="136"/>
                </ns1:cubicBezTo>
                <ns1:cubicBezTo>
                  <ns1:pt x="137" y="136"/>
                  <ns1:pt x="144" y="129"/>
                  <ns1:pt x="144" y="120"/>
                </ns1:cubicBezTo>
                <ns1:cubicBezTo>
                  <ns1:pt x="144" y="48"/>
                  <ns1:pt x="144" y="48"/>
                  <ns1:pt x="144" y="48"/>
                </ns1:cubicBezTo>
                <ns1:cubicBezTo>
                  <ns1:pt x="144" y="39"/>
                  <ns1:pt x="137" y="32"/>
                  <ns1:pt x="128" y="32"/>
                </ns1:cubicBezTo>
                <ns1:moveTo>
                  <ns1:pt x="16" y="40"/>
                </ns1:moveTo>
                <ns1:cubicBezTo>
                  <ns1:pt x="128" y="40"/>
                  <ns1:pt x="128" y="40"/>
                  <ns1:pt x="128" y="40"/>
                </ns1:cubicBezTo>
                <ns1:cubicBezTo>
                  <ns1:pt x="130" y="40"/>
                  <ns1:pt x="132" y="41"/>
                  <ns1:pt x="133" y="42"/>
                </ns1:cubicBezTo>
                <ns1:cubicBezTo>
                  <ns1:pt x="77" y="98"/>
                  <ns1:pt x="77" y="98"/>
                  <ns1:pt x="77" y="98"/>
                </ns1:cubicBezTo>
                <ns1:cubicBezTo>
                  <ns1:pt x="76" y="99"/>
                  <ns1:pt x="74" y="100"/>
                  <ns1:pt x="72" y="100"/>
                </ns1:cubicBezTo>
                <ns1:cubicBezTo>
                  <ns1:pt x="70" y="100"/>
                  <ns1:pt x="68" y="99"/>
                  <ns1:pt x="67" y="98"/>
                </ns1:cubicBezTo>
                <ns1:cubicBezTo>
                  <ns1:pt x="11" y="42"/>
                  <ns1:pt x="11" y="42"/>
                  <ns1:pt x="11" y="42"/>
                </ns1:cubicBezTo>
                <ns1:cubicBezTo>
                  <ns1:pt x="12" y="41"/>
                  <ns1:pt x="14" y="40"/>
                  <ns1:pt x="16" y="40"/>
                </ns1:cubicBezTo>
                <ns1:moveTo>
                  <ns1:pt x="8" y="50"/>
                </ns1:moveTo>
                <ns1:cubicBezTo>
                  <ns1:pt x="42" y="84"/>
                  <ns1:pt x="42" y="84"/>
                  <ns1:pt x="42" y="84"/>
                </ns1:cubicBezTo>
                <ns1:cubicBezTo>
                  <ns1:pt x="8" y="118"/>
                  <ns1:pt x="8" y="118"/>
                  <ns1:pt x="8" y="118"/>
                </ns1:cubicBezTo>
                <ns1:lnTo>
                  <ns1:pt x="8" y="50"/>
                </ns1:lnTo>
                <ns1:close/>
                <ns1:moveTo>
                  <ns1:pt x="128" y="128"/>
                </ns1:moveTo>
                <ns1:cubicBezTo>
                  <ns1:pt x="16" y="128"/>
                  <ns1:pt x="16" y="128"/>
                  <ns1:pt x="16" y="128"/>
                </ns1:cubicBezTo>
                <ns1:cubicBezTo>
                  <ns1:pt x="14" y="128"/>
                  <ns1:pt x="12" y="127"/>
                  <ns1:pt x="11" y="126"/>
                </ns1:cubicBezTo>
                <ns1:cubicBezTo>
                  <ns1:pt x="47" y="90"/>
                  <ns1:pt x="47" y="90"/>
                  <ns1:pt x="47" y="90"/>
                </ns1:cubicBezTo>
                <ns1:cubicBezTo>
                  <ns1:pt x="61" y="103"/>
                  <ns1:pt x="61" y="103"/>
                  <ns1:pt x="61" y="103"/>
                </ns1:cubicBezTo>
                <ns1:cubicBezTo>
                  <ns1:pt x="64" y="106"/>
                  <ns1:pt x="68" y="108"/>
                  <ns1:pt x="72" y="108"/>
                </ns1:cubicBezTo>
                <ns1:cubicBezTo>
                  <ns1:pt x="76" y="108"/>
                  <ns1:pt x="80" y="106"/>
                  <ns1:pt x="83" y="103"/>
                </ns1:cubicBezTo>
                <ns1:cubicBezTo>
                  <ns1:pt x="97" y="90"/>
                  <ns1:pt x="97" y="90"/>
                  <ns1:pt x="97" y="90"/>
                </ns1:cubicBezTo>
                <ns1:cubicBezTo>
                  <ns1:pt x="133" y="126"/>
                  <ns1:pt x="133" y="126"/>
                  <ns1:pt x="133" y="126"/>
                </ns1:cubicBezTo>
                <ns1:cubicBezTo>
                  <ns1:pt x="132" y="127"/>
                  <ns1:pt x="130" y="128"/>
                  <ns1:pt x="128" y="128"/>
                </ns1:cubicBezTo>
                <ns1:moveTo>
                  <ns1:pt x="136" y="118"/>
                </ns1:moveTo>
                <ns1:cubicBezTo>
                  <ns1:pt x="102" y="84"/>
                  <ns1:pt x="102" y="84"/>
                  <ns1:pt x="102" y="84"/>
                </ns1:cubicBezTo>
                <ns1:cubicBezTo>
                  <ns1:pt x="136" y="50"/>
                  <ns1:pt x="136" y="50"/>
                  <ns1:pt x="136" y="50"/>
                </ns1:cubicBezTo>
                <ns1:lnTo>
                  <ns1:pt x="136" y="118"/>
                </ns1:lnTo>
                <ns1:close/>
              </ns1:path>
            </ns1:pathLst>
          </ns1:custGeom>
          <ns1:solidFill>
            <ns1:schemeClr val="tx1"/>
          </ns1:solidFill>
          <ns1:ln>
            <ns1:noFill/>
          </ns1:ln>
          <ns1:extLst/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en-US"/>
          </ns1:p>
        </ns0:txBody>
      </ns0:sp>
      <ns0:sp>
        <ns0:nvSpPr>
          <ns0:cNvPr id="16" name="Freeform 12"/>
          <ns0:cNvSpPr>
            <ns1:spLocks noEditPoints="1"/>
          </ns0:cNvSpPr>
          <ns0:nvPr/>
        </ns0:nvSpPr>
        <ns0:spPr bwMode="auto">
          <ns1:xfrm>
            <ns1:off x="8607425" y="541338"/>
            <ns1:ext cx="555625" cy="455613"/>
          </ns1:xfrm>
          <ns1:custGeom>
            <ns1:avLst/>
            <ns1:gdLst>
              <ns1:gd name="T0" fmla="*/ 176 w 176"/>
              <ns1:gd name="T1" fmla="*/ 82 h 144"/>
              <ns1:gd name="T2" fmla="*/ 176 w 176"/>
              <ns1:gd name="T3" fmla="*/ 82 h 144"/>
              <ns1:gd name="T4" fmla="*/ 136 w 176"/>
              <ns1:gd name="T5" fmla="*/ 2 h 144"/>
              <ns1:gd name="T6" fmla="*/ 136 w 176"/>
              <ns1:gd name="T7" fmla="*/ 2 h 144"/>
              <ns1:gd name="T8" fmla="*/ 132 w 176"/>
              <ns1:gd name="T9" fmla="*/ 0 h 144"/>
              <ns1:gd name="T10" fmla="*/ 44 w 176"/>
              <ns1:gd name="T11" fmla="*/ 0 h 144"/>
              <ns1:gd name="T12" fmla="*/ 40 w 176"/>
              <ns1:gd name="T13" fmla="*/ 2 h 144"/>
              <ns1:gd name="T14" fmla="*/ 40 w 176"/>
              <ns1:gd name="T15" fmla="*/ 2 h 144"/>
              <ns1:gd name="T16" fmla="*/ 0 w 176"/>
              <ns1:gd name="T17" fmla="*/ 82 h 144"/>
              <ns1:gd name="T18" fmla="*/ 0 w 176"/>
              <ns1:gd name="T19" fmla="*/ 82 h 144"/>
              <ns1:gd name="T20" fmla="*/ 0 w 176"/>
              <ns1:gd name="T21" fmla="*/ 84 h 144"/>
              <ns1:gd name="T22" fmla="*/ 0 w 176"/>
              <ns1:gd name="T23" fmla="*/ 140 h 144"/>
              <ns1:gd name="T24" fmla="*/ 4 w 176"/>
              <ns1:gd name="T25" fmla="*/ 144 h 144"/>
              <ns1:gd name="T26" fmla="*/ 172 w 176"/>
              <ns1:gd name="T27" fmla="*/ 144 h 144"/>
              <ns1:gd name="T28" fmla="*/ 176 w 176"/>
              <ns1:gd name="T29" fmla="*/ 140 h 144"/>
              <ns1:gd name="T30" fmla="*/ 176 w 176"/>
              <ns1:gd name="T31" fmla="*/ 84 h 144"/>
              <ns1:gd name="T32" fmla="*/ 176 w 176"/>
              <ns1:gd name="T33" fmla="*/ 82 h 144"/>
              <ns1:gd name="T34" fmla="*/ 46 w 176"/>
              <ns1:gd name="T35" fmla="*/ 8 h 144"/>
              <ns1:gd name="T36" fmla="*/ 130 w 176"/>
              <ns1:gd name="T37" fmla="*/ 8 h 144"/>
              <ns1:gd name="T38" fmla="*/ 166 w 176"/>
              <ns1:gd name="T39" fmla="*/ 80 h 144"/>
              <ns1:gd name="T40" fmla="*/ 116 w 176"/>
              <ns1:gd name="T41" fmla="*/ 80 h 144"/>
              <ns1:gd name="T42" fmla="*/ 112 w 176"/>
              <ns1:gd name="T43" fmla="*/ 84 h 144"/>
              <ns1:gd name="T44" fmla="*/ 88 w 176"/>
              <ns1:gd name="T45" fmla="*/ 108 h 144"/>
              <ns1:gd name="T46" fmla="*/ 64 w 176"/>
              <ns1:gd name="T47" fmla="*/ 84 h 144"/>
              <ns1:gd name="T48" fmla="*/ 60 w 176"/>
              <ns1:gd name="T49" fmla="*/ 80 h 144"/>
              <ns1:gd name="T50" fmla="*/ 10 w 176"/>
              <ns1:gd name="T51" fmla="*/ 80 h 144"/>
              <ns1:gd name="T52" fmla="*/ 46 w 176"/>
              <ns1:gd name="T53" fmla="*/ 8 h 144"/>
              <ns1:gd name="T54" fmla="*/ 168 w 176"/>
              <ns1:gd name="T55" fmla="*/ 136 h 144"/>
              <ns1:gd name="T56" fmla="*/ 8 w 176"/>
              <ns1:gd name="T57" fmla="*/ 136 h 144"/>
              <ns1:gd name="T58" fmla="*/ 8 w 176"/>
              <ns1:gd name="T59" fmla="*/ 88 h 144"/>
              <ns1:gd name="T60" fmla="*/ 56 w 176"/>
              <ns1:gd name="T61" fmla="*/ 88 h 144"/>
              <ns1:gd name="T62" fmla="*/ 88 w 176"/>
              <ns1:gd name="T63" fmla="*/ 116 h 144"/>
              <ns1:gd name="T64" fmla="*/ 120 w 176"/>
              <ns1:gd name="T65" fmla="*/ 88 h 144"/>
              <ns1:gd name="T66" fmla="*/ 168 w 176"/>
              <ns1:gd name="T67" fmla="*/ 88 h 144"/>
              <ns1:gd name="T68" fmla="*/ 168 w 176"/>
              <ns1:gd name="T69" fmla="*/ 136 h 144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  <ns1:cxn ang="0">
                <ns1:pos x="T32" y="T33"/>
              </ns1:cxn>
              <ns1:cxn ang="0">
                <ns1:pos x="T34" y="T35"/>
              </ns1:cxn>
              <ns1:cxn ang="0">
                <ns1:pos x="T36" y="T37"/>
              </ns1:cxn>
              <ns1:cxn ang="0">
                <ns1:pos x="T38" y="T39"/>
              </ns1:cxn>
              <ns1:cxn ang="0">
                <ns1:pos x="T40" y="T41"/>
              </ns1:cxn>
              <ns1:cxn ang="0">
                <ns1:pos x="T42" y="T43"/>
              </ns1:cxn>
              <ns1:cxn ang="0">
                <ns1:pos x="T44" y="T45"/>
              </ns1:cxn>
              <ns1:cxn ang="0">
                <ns1:pos x="T46" y="T47"/>
              </ns1:cxn>
              <ns1:cxn ang="0">
                <ns1:pos x="T48" y="T49"/>
              </ns1:cxn>
              <ns1:cxn ang="0">
                <ns1:pos x="T50" y="T51"/>
              </ns1:cxn>
              <ns1:cxn ang="0">
                <ns1:pos x="T52" y="T53"/>
              </ns1:cxn>
              <ns1:cxn ang="0">
                <ns1:pos x="T54" y="T55"/>
              </ns1:cxn>
              <ns1:cxn ang="0">
                <ns1:pos x="T56" y="T57"/>
              </ns1:cxn>
              <ns1:cxn ang="0">
                <ns1:pos x="T58" y="T59"/>
              </ns1:cxn>
              <ns1:cxn ang="0">
                <ns1:pos x="T60" y="T61"/>
              </ns1:cxn>
              <ns1:cxn ang="0">
                <ns1:pos x="T62" y="T63"/>
              </ns1:cxn>
              <ns1:cxn ang="0">
                <ns1:pos x="T64" y="T65"/>
              </ns1:cxn>
              <ns1:cxn ang="0">
                <ns1:pos x="T66" y="T67"/>
              </ns1:cxn>
              <ns1:cxn ang="0">
                <ns1:pos x="T68" y="T69"/>
              </ns1:cxn>
            </ns1:cxnLst>
            <ns1:rect l="0" t="0" r="r" b="b"/>
            <ns1:pathLst>
              <ns1:path w="176" h="144">
                <ns1:moveTo>
                  <ns1:pt x="176" y="82"/>
                </ns1:moveTo>
                <ns1:cubicBezTo>
                  <ns1:pt x="176" y="82"/>
                  <ns1:pt x="176" y="82"/>
                  <ns1:pt x="176" y="82"/>
                </ns1:cubicBezTo>
                <ns1:cubicBezTo>
                  <ns1:pt x="136" y="2"/>
                  <ns1:pt x="136" y="2"/>
                  <ns1:pt x="136" y="2"/>
                </ns1:cubicBezTo>
                <ns1:cubicBezTo>
                  <ns1:pt x="136" y="2"/>
                  <ns1:pt x="136" y="2"/>
                  <ns1:pt x="136" y="2"/>
                </ns1:cubicBezTo>
                <ns1:cubicBezTo>
                  <ns1:pt x="135" y="1"/>
                  <ns1:pt x="134" y="0"/>
                  <ns1:pt x="132" y="0"/>
                </ns1:cubicBezTo>
                <ns1:cubicBezTo>
                  <ns1:pt x="44" y="0"/>
                  <ns1:pt x="44" y="0"/>
                  <ns1:pt x="44" y="0"/>
                </ns1:cubicBezTo>
                <ns1:cubicBezTo>
                  <ns1:pt x="42" y="0"/>
                  <ns1:pt x="41" y="1"/>
                  <ns1:pt x="40" y="2"/>
                </ns1:cubicBezTo>
                <ns1:cubicBezTo>
                  <ns1:pt x="40" y="2"/>
                  <ns1:pt x="40" y="2"/>
                  <ns1:pt x="40" y="2"/>
                </ns1:cubicBezTo>
                <ns1:cubicBezTo>
                  <ns1:pt x="0" y="82"/>
                  <ns1:pt x="0" y="82"/>
                  <ns1:pt x="0" y="82"/>
                </ns1:cubicBezTo>
                <ns1:cubicBezTo>
                  <ns1:pt x="0" y="82"/>
                  <ns1:pt x="0" y="82"/>
                  <ns1:pt x="0" y="82"/>
                </ns1:cubicBezTo>
                <ns1:cubicBezTo>
                  <ns1:pt x="0" y="83"/>
                  <ns1:pt x="0" y="83"/>
                  <ns1:pt x="0" y="84"/>
                </ns1:cubicBezTo>
                <ns1:cubicBezTo>
                  <ns1:pt x="0" y="140"/>
                  <ns1:pt x="0" y="140"/>
                  <ns1:pt x="0" y="140"/>
                </ns1:cubicBezTo>
                <ns1:cubicBezTo>
                  <ns1:pt x="0" y="142"/>
                  <ns1:pt x="2" y="144"/>
                  <ns1:pt x="4" y="144"/>
                </ns1:cubicBezTo>
                <ns1:cubicBezTo>
                  <ns1:pt x="172" y="144"/>
                  <ns1:pt x="172" y="144"/>
                  <ns1:pt x="172" y="144"/>
                </ns1:cubicBezTo>
                <ns1:cubicBezTo>
                  <ns1:pt x="174" y="144"/>
                  <ns1:pt x="176" y="142"/>
                  <ns1:pt x="176" y="140"/>
                </ns1:cubicBezTo>
                <ns1:cubicBezTo>
                  <ns1:pt x="176" y="84"/>
                  <ns1:pt x="176" y="84"/>
                  <ns1:pt x="176" y="84"/>
                </ns1:cubicBezTo>
                <ns1:cubicBezTo>
                  <ns1:pt x="176" y="83"/>
                  <ns1:pt x="176" y="83"/>
                  <ns1:pt x="176" y="82"/>
                </ns1:cubicBezTo>
                <ns1:moveTo>
                  <ns1:pt x="46" y="8"/>
                </ns1:moveTo>
                <ns1:cubicBezTo>
                  <ns1:pt x="130" y="8"/>
                  <ns1:pt x="130" y="8"/>
                  <ns1:pt x="130" y="8"/>
                </ns1:cubicBezTo>
                <ns1:cubicBezTo>
                  <ns1:pt x="166" y="80"/>
                  <ns1:pt x="166" y="80"/>
                  <ns1:pt x="166" y="80"/>
                </ns1:cubicBezTo>
                <ns1:cubicBezTo>
                  <ns1:pt x="116" y="80"/>
                  <ns1:pt x="116" y="80"/>
                  <ns1:pt x="116" y="80"/>
                </ns1:cubicBezTo>
                <ns1:cubicBezTo>
                  <ns1:pt x="114" y="80"/>
                  <ns1:pt x="112" y="82"/>
                  <ns1:pt x="112" y="84"/>
                </ns1:cubicBezTo>
                <ns1:cubicBezTo>
                  <ns1:pt x="112" y="97"/>
                  <ns1:pt x="101" y="108"/>
                  <ns1:pt x="88" y="108"/>
                </ns1:cubicBezTo>
                <ns1:cubicBezTo>
                  <ns1:pt x="75" y="108"/>
                  <ns1:pt x="64" y="97"/>
                  <ns1:pt x="64" y="84"/>
                </ns1:cubicBezTo>
                <ns1:cubicBezTo>
                  <ns1:pt x="64" y="82"/>
                  <ns1:pt x="62" y="80"/>
                  <ns1:pt x="60" y="80"/>
                </ns1:cubicBezTo>
                <ns1:cubicBezTo>
                  <ns1:pt x="10" y="80"/>
                  <ns1:pt x="10" y="80"/>
                  <ns1:pt x="10" y="80"/>
                </ns1:cubicBezTo>
                <ns1:lnTo>
                  <ns1:pt x="46" y="8"/>
                </ns1:lnTo>
                <ns1:close/>
                <ns1:moveTo>
                  <ns1:pt x="168" y="136"/>
                </ns1:moveTo>
                <ns1:cubicBezTo>
                  <ns1:pt x="8" y="136"/>
                  <ns1:pt x="8" y="136"/>
                  <ns1:pt x="8" y="136"/>
                </ns1:cubicBezTo>
                <ns1:cubicBezTo>
                  <ns1:pt x="8" y="88"/>
                  <ns1:pt x="8" y="88"/>
                  <ns1:pt x="8" y="88"/>
                </ns1:cubicBezTo>
                <ns1:cubicBezTo>
                  <ns1:pt x="56" y="88"/>
                  <ns1:pt x="56" y="88"/>
                  <ns1:pt x="56" y="88"/>
                </ns1:cubicBezTo>
                <ns1:cubicBezTo>
                  <ns1:pt x="58" y="104"/>
                  <ns1:pt x="72" y="116"/>
                  <ns1:pt x="88" y="116"/>
                </ns1:cubicBezTo>
                <ns1:cubicBezTo>
                  <ns1:pt x="104" y="116"/>
                  <ns1:pt x="118" y="104"/>
                  <ns1:pt x="120" y="88"/>
                </ns1:cubicBezTo>
                <ns1:cubicBezTo>
                  <ns1:pt x="168" y="88"/>
                  <ns1:pt x="168" y="88"/>
                  <ns1:pt x="168" y="88"/>
                </ns1:cubicBezTo>
                <ns1:lnTo>
                  <ns1:pt x="168" y="136"/>
                </ns1:lnTo>
                <ns1:close/>
              </ns1:path>
            </ns1:pathLst>
          </ns1:custGeom>
          <ns1:solidFill>
            <ns1:schemeClr val="tx1"/>
          </ns1:solidFill>
          <ns1:ln>
            <ns1:noFill/>
          </ns1:ln>
          <ns1:extLst/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en-US"/>
          </ns1:p>
        </ns0:txBody>
      </ns0:sp>
      <ns0:sp>
        <ns0:nvSpPr>
          <ns0:cNvPr id="17" name="Freeform 13"/>
          <ns0:cNvSpPr>
            <ns1:spLocks noEditPoints="1"/>
          </ns0:cNvSpPr>
          <ns0:nvPr/>
        </ns0:nvSpPr>
        <ns0:spPr bwMode="auto">
          <ns1:xfrm>
            <ns1:off x="9669463" y="515938"/>
            <ns1:ext cx="557212" cy="506413"/>
          </ns1:xfrm>
          <ns1:custGeom>
            <ns1:avLst/>
            <ns1:gdLst>
              <ns1:gd name="T0" fmla="*/ 64 w 176"/>
              <ns1:gd name="T1" fmla="*/ 64 h 160"/>
              <ns1:gd name="T2" fmla="*/ 60 w 176"/>
              <ns1:gd name="T3" fmla="*/ 68 h 160"/>
              <ns1:gd name="T4" fmla="*/ 61 w 176"/>
              <ns1:gd name="T5" fmla="*/ 71 h 160"/>
              <ns1:gd name="T6" fmla="*/ 85 w 176"/>
              <ns1:gd name="T7" fmla="*/ 95 h 160"/>
              <ns1:gd name="T8" fmla="*/ 88 w 176"/>
              <ns1:gd name="T9" fmla="*/ 96 h 160"/>
              <ns1:gd name="T10" fmla="*/ 91 w 176"/>
              <ns1:gd name="T11" fmla="*/ 95 h 160"/>
              <ns1:gd name="T12" fmla="*/ 115 w 176"/>
              <ns1:gd name="T13" fmla="*/ 71 h 160"/>
              <ns1:gd name="T14" fmla="*/ 116 w 176"/>
              <ns1:gd name="T15" fmla="*/ 68 h 160"/>
              <ns1:gd name="T16" fmla="*/ 112 w 176"/>
              <ns1:gd name="T17" fmla="*/ 64 h 160"/>
              <ns1:gd name="T18" fmla="*/ 109 w 176"/>
              <ns1:gd name="T19" fmla="*/ 65 h 160"/>
              <ns1:gd name="T20" fmla="*/ 92 w 176"/>
              <ns1:gd name="T21" fmla="*/ 82 h 160"/>
              <ns1:gd name="T22" fmla="*/ 92 w 176"/>
              <ns1:gd name="T23" fmla="*/ 4 h 160"/>
              <ns1:gd name="T24" fmla="*/ 88 w 176"/>
              <ns1:gd name="T25" fmla="*/ 0 h 160"/>
              <ns1:gd name="T26" fmla="*/ 84 w 176"/>
              <ns1:gd name="T27" fmla="*/ 4 h 160"/>
              <ns1:gd name="T28" fmla="*/ 84 w 176"/>
              <ns1:gd name="T29" fmla="*/ 82 h 160"/>
              <ns1:gd name="T30" fmla="*/ 67 w 176"/>
              <ns1:gd name="T31" fmla="*/ 65 h 160"/>
              <ns1:gd name="T32" fmla="*/ 64 w 176"/>
              <ns1:gd name="T33" fmla="*/ 64 h 160"/>
              <ns1:gd name="T34" fmla="*/ 176 w 176"/>
              <ns1:gd name="T35" fmla="*/ 98 h 160"/>
              <ns1:gd name="T36" fmla="*/ 176 w 176"/>
              <ns1:gd name="T37" fmla="*/ 98 h 160"/>
              <ns1:gd name="T38" fmla="*/ 136 w 176"/>
              <ns1:gd name="T39" fmla="*/ 18 h 160"/>
              <ns1:gd name="T40" fmla="*/ 136 w 176"/>
              <ns1:gd name="T41" fmla="*/ 18 h 160"/>
              <ns1:gd name="T42" fmla="*/ 132 w 176"/>
              <ns1:gd name="T43" fmla="*/ 16 h 160"/>
              <ns1:gd name="T44" fmla="*/ 104 w 176"/>
              <ns1:gd name="T45" fmla="*/ 16 h 160"/>
              <ns1:gd name="T46" fmla="*/ 100 w 176"/>
              <ns1:gd name="T47" fmla="*/ 20 h 160"/>
              <ns1:gd name="T48" fmla="*/ 104 w 176"/>
              <ns1:gd name="T49" fmla="*/ 24 h 160"/>
              <ns1:gd name="T50" fmla="*/ 130 w 176"/>
              <ns1:gd name="T51" fmla="*/ 24 h 160"/>
              <ns1:gd name="T52" fmla="*/ 166 w 176"/>
              <ns1:gd name="T53" fmla="*/ 96 h 160"/>
              <ns1:gd name="T54" fmla="*/ 116 w 176"/>
              <ns1:gd name="T55" fmla="*/ 96 h 160"/>
              <ns1:gd name="T56" fmla="*/ 112 w 176"/>
              <ns1:gd name="T57" fmla="*/ 100 h 160"/>
              <ns1:gd name="T58" fmla="*/ 88 w 176"/>
              <ns1:gd name="T59" fmla="*/ 124 h 160"/>
              <ns1:gd name="T60" fmla="*/ 64 w 176"/>
              <ns1:gd name="T61" fmla="*/ 100 h 160"/>
              <ns1:gd name="T62" fmla="*/ 60 w 176"/>
              <ns1:gd name="T63" fmla="*/ 96 h 160"/>
              <ns1:gd name="T64" fmla="*/ 10 w 176"/>
              <ns1:gd name="T65" fmla="*/ 96 h 160"/>
              <ns1:gd name="T66" fmla="*/ 46 w 176"/>
              <ns1:gd name="T67" fmla="*/ 24 h 160"/>
              <ns1:gd name="T68" fmla="*/ 72 w 176"/>
              <ns1:gd name="T69" fmla="*/ 24 h 160"/>
              <ns1:gd name="T70" fmla="*/ 76 w 176"/>
              <ns1:gd name="T71" fmla="*/ 20 h 160"/>
              <ns1:gd name="T72" fmla="*/ 72 w 176"/>
              <ns1:gd name="T73" fmla="*/ 16 h 160"/>
              <ns1:gd name="T74" fmla="*/ 44 w 176"/>
              <ns1:gd name="T75" fmla="*/ 16 h 160"/>
              <ns1:gd name="T76" fmla="*/ 40 w 176"/>
              <ns1:gd name="T77" fmla="*/ 18 h 160"/>
              <ns1:gd name="T78" fmla="*/ 40 w 176"/>
              <ns1:gd name="T79" fmla="*/ 18 h 160"/>
              <ns1:gd name="T80" fmla="*/ 0 w 176"/>
              <ns1:gd name="T81" fmla="*/ 98 h 160"/>
              <ns1:gd name="T82" fmla="*/ 0 w 176"/>
              <ns1:gd name="T83" fmla="*/ 98 h 160"/>
              <ns1:gd name="T84" fmla="*/ 0 w 176"/>
              <ns1:gd name="T85" fmla="*/ 100 h 160"/>
              <ns1:gd name="T86" fmla="*/ 0 w 176"/>
              <ns1:gd name="T87" fmla="*/ 156 h 160"/>
              <ns1:gd name="T88" fmla="*/ 4 w 176"/>
              <ns1:gd name="T89" fmla="*/ 160 h 160"/>
              <ns1:gd name="T90" fmla="*/ 172 w 176"/>
              <ns1:gd name="T91" fmla="*/ 160 h 160"/>
              <ns1:gd name="T92" fmla="*/ 176 w 176"/>
              <ns1:gd name="T93" fmla="*/ 156 h 160"/>
              <ns1:gd name="T94" fmla="*/ 176 w 176"/>
              <ns1:gd name="T95" fmla="*/ 100 h 160"/>
              <ns1:gd name="T96" fmla="*/ 176 w 176"/>
              <ns1:gd name="T97" fmla="*/ 98 h 160"/>
              <ns1:gd name="T98" fmla="*/ 168 w 176"/>
              <ns1:gd name="T99" fmla="*/ 152 h 160"/>
              <ns1:gd name="T100" fmla="*/ 8 w 176"/>
              <ns1:gd name="T101" fmla="*/ 152 h 160"/>
              <ns1:gd name="T102" fmla="*/ 8 w 176"/>
              <ns1:gd name="T103" fmla="*/ 104 h 160"/>
              <ns1:gd name="T104" fmla="*/ 56 w 176"/>
              <ns1:gd name="T105" fmla="*/ 104 h 160"/>
              <ns1:gd name="T106" fmla="*/ 88 w 176"/>
              <ns1:gd name="T107" fmla="*/ 132 h 160"/>
              <ns1:gd name="T108" fmla="*/ 120 w 176"/>
              <ns1:gd name="T109" fmla="*/ 104 h 160"/>
              <ns1:gd name="T110" fmla="*/ 168 w 176"/>
              <ns1:gd name="T111" fmla="*/ 104 h 160"/>
              <ns1:gd name="T112" fmla="*/ 168 w 176"/>
              <ns1:gd name="T113" fmla="*/ 152 h 160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  <ns1:cxn ang="0">
                <ns1:pos x="T32" y="T33"/>
              </ns1:cxn>
              <ns1:cxn ang="0">
                <ns1:pos x="T34" y="T35"/>
              </ns1:cxn>
              <ns1:cxn ang="0">
                <ns1:pos x="T36" y="T37"/>
              </ns1:cxn>
              <ns1:cxn ang="0">
                <ns1:pos x="T38" y="T39"/>
              </ns1:cxn>
              <ns1:cxn ang="0">
                <ns1:pos x="T40" y="T41"/>
              </ns1:cxn>
              <ns1:cxn ang="0">
                <ns1:pos x="T42" y="T43"/>
              </ns1:cxn>
              <ns1:cxn ang="0">
                <ns1:pos x="T44" y="T45"/>
              </ns1:cxn>
              <ns1:cxn ang="0">
                <ns1:pos x="T46" y="T47"/>
              </ns1:cxn>
              <ns1:cxn ang="0">
                <ns1:pos x="T48" y="T49"/>
              </ns1:cxn>
              <ns1:cxn ang="0">
                <ns1:pos x="T50" y="T51"/>
              </ns1:cxn>
              <ns1:cxn ang="0">
                <ns1:pos x="T52" y="T53"/>
              </ns1:cxn>
              <ns1:cxn ang="0">
                <ns1:pos x="T54" y="T55"/>
              </ns1:cxn>
              <ns1:cxn ang="0">
                <ns1:pos x="T56" y="T57"/>
              </ns1:cxn>
              <ns1:cxn ang="0">
                <ns1:pos x="T58" y="T59"/>
              </ns1:cxn>
              <ns1:cxn ang="0">
                <ns1:pos x="T60" y="T61"/>
              </ns1:cxn>
              <ns1:cxn ang="0">
                <ns1:pos x="T62" y="T63"/>
              </ns1:cxn>
              <ns1:cxn ang="0">
                <ns1:pos x="T64" y="T65"/>
              </ns1:cxn>
              <ns1:cxn ang="0">
                <ns1:pos x="T66" y="T67"/>
              </ns1:cxn>
              <ns1:cxn ang="0">
                <ns1:pos x="T68" y="T69"/>
              </ns1:cxn>
              <ns1:cxn ang="0">
                <ns1:pos x="T70" y="T71"/>
              </ns1:cxn>
              <ns1:cxn ang="0">
                <ns1:pos x="T72" y="T73"/>
              </ns1:cxn>
              <ns1:cxn ang="0">
                <ns1:pos x="T74" y="T75"/>
              </ns1:cxn>
              <ns1:cxn ang="0">
                <ns1:pos x="T76" y="T77"/>
              </ns1:cxn>
              <ns1:cxn ang="0">
                <ns1:pos x="T78" y="T79"/>
              </ns1:cxn>
              <ns1:cxn ang="0">
                <ns1:pos x="T80" y="T81"/>
              </ns1:cxn>
              <ns1:cxn ang="0">
                <ns1:pos x="T82" y="T83"/>
              </ns1:cxn>
              <ns1:cxn ang="0">
                <ns1:pos x="T84" y="T85"/>
              </ns1:cxn>
              <ns1:cxn ang="0">
                <ns1:pos x="T86" y="T87"/>
              </ns1:cxn>
              <ns1:cxn ang="0">
                <ns1:pos x="T88" y="T89"/>
              </ns1:cxn>
              <ns1:cxn ang="0">
                <ns1:pos x="T90" y="T91"/>
              </ns1:cxn>
              <ns1:cxn ang="0">
                <ns1:pos x="T92" y="T93"/>
              </ns1:cxn>
              <ns1:cxn ang="0">
                <ns1:pos x="T94" y="T95"/>
              </ns1:cxn>
              <ns1:cxn ang="0">
                <ns1:pos x="T96" y="T97"/>
              </ns1:cxn>
              <ns1:cxn ang="0">
                <ns1:pos x="T98" y="T99"/>
              </ns1:cxn>
              <ns1:cxn ang="0">
                <ns1:pos x="T100" y="T101"/>
              </ns1:cxn>
              <ns1:cxn ang="0">
                <ns1:pos x="T102" y="T103"/>
              </ns1:cxn>
              <ns1:cxn ang="0">
                <ns1:pos x="T104" y="T105"/>
              </ns1:cxn>
              <ns1:cxn ang="0">
                <ns1:pos x="T106" y="T107"/>
              </ns1:cxn>
              <ns1:cxn ang="0">
                <ns1:pos x="T108" y="T109"/>
              </ns1:cxn>
              <ns1:cxn ang="0">
                <ns1:pos x="T110" y="T111"/>
              </ns1:cxn>
              <ns1:cxn ang="0">
                <ns1:pos x="T112" y="T113"/>
              </ns1:cxn>
            </ns1:cxnLst>
            <ns1:rect l="0" t="0" r="r" b="b"/>
            <ns1:pathLst>
              <ns1:path w="176" h="160">
                <ns1:moveTo>
                  <ns1:pt x="64" y="64"/>
                </ns1:moveTo>
                <ns1:cubicBezTo>
                  <ns1:pt x="62" y="64"/>
                  <ns1:pt x="60" y="66"/>
                  <ns1:pt x="60" y="68"/>
                </ns1:cubicBezTo>
                <ns1:cubicBezTo>
                  <ns1:pt x="60" y="69"/>
                  <ns1:pt x="60" y="70"/>
                  <ns1:pt x="61" y="71"/>
                </ns1:cubicBezTo>
                <ns1:cubicBezTo>
                  <ns1:pt x="85" y="95"/>
                  <ns1:pt x="85" y="95"/>
                  <ns1:pt x="85" y="95"/>
                </ns1:cubicBezTo>
                <ns1:cubicBezTo>
                  <ns1:pt x="86" y="96"/>
                  <ns1:pt x="87" y="96"/>
                  <ns1:pt x="88" y="96"/>
                </ns1:cubicBezTo>
                <ns1:cubicBezTo>
                  <ns1:pt x="89" y="96"/>
                  <ns1:pt x="90" y="96"/>
                  <ns1:pt x="91" y="95"/>
                </ns1:cubicBezTo>
                <ns1:cubicBezTo>
                  <ns1:pt x="115" y="71"/>
                  <ns1:pt x="115" y="71"/>
                  <ns1:pt x="115" y="71"/>
                </ns1:cubicBezTo>
                <ns1:cubicBezTo>
                  <ns1:pt x="116" y="70"/>
                  <ns1:pt x="116" y="69"/>
                  <ns1:pt x="116" y="68"/>
                </ns1:cubicBezTo>
                <ns1:cubicBezTo>
                  <ns1:pt x="116" y="66"/>
                  <ns1:pt x="114" y="64"/>
                  <ns1:pt x="112" y="64"/>
                </ns1:cubicBezTo>
                <ns1:cubicBezTo>
                  <ns1:pt x="111" y="64"/>
                  <ns1:pt x="110" y="64"/>
                  <ns1:pt x="109" y="65"/>
                </ns1:cubicBezTo>
                <ns1:cubicBezTo>
                  <ns1:pt x="92" y="82"/>
                  <ns1:pt x="92" y="82"/>
                  <ns1:pt x="92" y="82"/>
                </ns1:cubicBezTo>
                <ns1:cubicBezTo>
                  <ns1:pt x="92" y="4"/>
                  <ns1:pt x="92" y="4"/>
                  <ns1:pt x="92" y="4"/>
                </ns1:cubicBezTo>
                <ns1:cubicBezTo>
                  <ns1:pt x="92" y="2"/>
                  <ns1:pt x="90" y="0"/>
                  <ns1:pt x="88" y="0"/>
                </ns1:cubicBezTo>
                <ns1:cubicBezTo>
                  <ns1:pt x="86" y="0"/>
                  <ns1:pt x="84" y="2"/>
                  <ns1:pt x="84" y="4"/>
                </ns1:cubicBezTo>
                <ns1:cubicBezTo>
                  <ns1:pt x="84" y="82"/>
                  <ns1:pt x="84" y="82"/>
                  <ns1:pt x="84" y="82"/>
                </ns1:cubicBezTo>
                <ns1:cubicBezTo>
                  <ns1:pt x="67" y="65"/>
                  <ns1:pt x="67" y="65"/>
                  <ns1:pt x="67" y="65"/>
                </ns1:cubicBezTo>
                <ns1:cubicBezTo>
                  <ns1:pt x="66" y="64"/>
                  <ns1:pt x="65" y="64"/>
                  <ns1:pt x="64" y="64"/>
                </ns1:cubicBezTo>
                <ns1:moveTo>
                  <ns1:pt x="176" y="98"/>
                </ns1:moveTo>
                <ns1:cubicBezTo>
                  <ns1:pt x="176" y="98"/>
                  <ns1:pt x="176" y="98"/>
                  <ns1:pt x="176" y="98"/>
                </ns1:cubicBezTo>
                <ns1:cubicBezTo>
                  <ns1:pt x="136" y="18"/>
                  <ns1:pt x="136" y="18"/>
                  <ns1:pt x="136" y="18"/>
                </ns1:cubicBezTo>
                <ns1:cubicBezTo>
                  <ns1:pt x="136" y="18"/>
                  <ns1:pt x="136" y="18"/>
                  <ns1:pt x="136" y="18"/>
                </ns1:cubicBezTo>
                <ns1:cubicBezTo>
                  <ns1:pt x="135" y="17"/>
                  <ns1:pt x="134" y="16"/>
                  <ns1:pt x="132" y="16"/>
                </ns1:cubicBezTo>
                <ns1:cubicBezTo>
                  <ns1:pt x="104" y="16"/>
                  <ns1:pt x="104" y="16"/>
                  <ns1:pt x="104" y="16"/>
                </ns1:cubicBezTo>
                <ns1:cubicBezTo>
                  <ns1:pt x="102" y="16"/>
                  <ns1:pt x="100" y="18"/>
                  <ns1:pt x="100" y="20"/>
                </ns1:cubicBezTo>
                <ns1:cubicBezTo>
                  <ns1:pt x="100" y="22"/>
                  <ns1:pt x="102" y="24"/>
                  <ns1:pt x="104" y="24"/>
                </ns1:cubicBezTo>
                <ns1:cubicBezTo>
                  <ns1:pt x="130" y="24"/>
                  <ns1:pt x="130" y="24"/>
                  <ns1:pt x="130" y="24"/>
                </ns1:cubicBezTo>
                <ns1:cubicBezTo>
                  <ns1:pt x="166" y="96"/>
                  <ns1:pt x="166" y="96"/>
                  <ns1:pt x="166" y="96"/>
                </ns1:cubicBezTo>
                <ns1:cubicBezTo>
                  <ns1:pt x="116" y="96"/>
                  <ns1:pt x="116" y="96"/>
                  <ns1:pt x="116" y="96"/>
                </ns1:cubicBezTo>
                <ns1:cubicBezTo>
                  <ns1:pt x="114" y="96"/>
                  <ns1:pt x="112" y="98"/>
                  <ns1:pt x="112" y="100"/>
                </ns1:cubicBezTo>
                <ns1:cubicBezTo>
                  <ns1:pt x="112" y="113"/>
                  <ns1:pt x="101" y="124"/>
                  <ns1:pt x="88" y="124"/>
                </ns1:cubicBezTo>
                <ns1:cubicBezTo>
                  <ns1:pt x="75" y="124"/>
                  <ns1:pt x="64" y="113"/>
                  <ns1:pt x="64" y="100"/>
                </ns1:cubicBezTo>
                <ns1:cubicBezTo>
                  <ns1:pt x="64" y="98"/>
                  <ns1:pt x="62" y="96"/>
                  <ns1:pt x="60" y="96"/>
                </ns1:cubicBezTo>
                <ns1:cubicBezTo>
                  <ns1:pt x="10" y="96"/>
                  <ns1:pt x="10" y="96"/>
                  <ns1:pt x="10" y="96"/>
                </ns1:cubicBezTo>
                <ns1:cubicBezTo>
                  <ns1:pt x="46" y="24"/>
                  <ns1:pt x="46" y="24"/>
                  <ns1:pt x="46" y="24"/>
                </ns1:cubicBezTo>
                <ns1:cubicBezTo>
                  <ns1:pt x="72" y="24"/>
                  <ns1:pt x="72" y="24"/>
                  <ns1:pt x="72" y="24"/>
                </ns1:cubicBezTo>
                <ns1:cubicBezTo>
                  <ns1:pt x="74" y="24"/>
                  <ns1:pt x="76" y="22"/>
                  <ns1:pt x="76" y="20"/>
                </ns1:cubicBezTo>
                <ns1:cubicBezTo>
                  <ns1:pt x="76" y="18"/>
                  <ns1:pt x="74" y="16"/>
                  <ns1:pt x="72" y="16"/>
                </ns1:cubicBezTo>
                <ns1:cubicBezTo>
                  <ns1:pt x="44" y="16"/>
                  <ns1:pt x="44" y="16"/>
                  <ns1:pt x="44" y="16"/>
                </ns1:cubicBezTo>
                <ns1:cubicBezTo>
                  <ns1:pt x="42" y="16"/>
                  <ns1:pt x="41" y="17"/>
                  <ns1:pt x="40" y="18"/>
                </ns1:cubicBezTo>
                <ns1:cubicBezTo>
                  <ns1:pt x="40" y="18"/>
                  <ns1:pt x="40" y="18"/>
                  <ns1:pt x="40" y="18"/>
                </ns1:cubicBezTo>
                <ns1:cubicBezTo>
                  <ns1:pt x="0" y="98"/>
                  <ns1:pt x="0" y="98"/>
                  <ns1:pt x="0" y="98"/>
                </ns1:cubicBezTo>
                <ns1:cubicBezTo>
                  <ns1:pt x="0" y="98"/>
                  <ns1:pt x="0" y="98"/>
                  <ns1:pt x="0" y="98"/>
                </ns1:cubicBezTo>
                <ns1:cubicBezTo>
                  <ns1:pt x="0" y="99"/>
                  <ns1:pt x="0" y="99"/>
                  <ns1:pt x="0" y="100"/>
                </ns1:cubicBezTo>
                <ns1:cubicBezTo>
                  <ns1:pt x="0" y="156"/>
                  <ns1:pt x="0" y="156"/>
                  <ns1:pt x="0" y="156"/>
                </ns1:cubicBezTo>
                <ns1:cubicBezTo>
                  <ns1:pt x="0" y="158"/>
                  <ns1:pt x="2" y="160"/>
                  <ns1:pt x="4" y="160"/>
                </ns1:cubicBezTo>
                <ns1:cubicBezTo>
                  <ns1:pt x="172" y="160"/>
                  <ns1:pt x="172" y="160"/>
                  <ns1:pt x="172" y="160"/>
                </ns1:cubicBezTo>
                <ns1:cubicBezTo>
                  <ns1:pt x="174" y="160"/>
                  <ns1:pt x="176" y="158"/>
                  <ns1:pt x="176" y="156"/>
                </ns1:cubicBezTo>
                <ns1:cubicBezTo>
                  <ns1:pt x="176" y="100"/>
                  <ns1:pt x="176" y="100"/>
                  <ns1:pt x="176" y="100"/>
                </ns1:cubicBezTo>
                <ns1:cubicBezTo>
                  <ns1:pt x="176" y="99"/>
                  <ns1:pt x="176" y="99"/>
                  <ns1:pt x="176" y="98"/>
                </ns1:cubicBezTo>
                <ns1:moveTo>
                  <ns1:pt x="168" y="152"/>
                </ns1:moveTo>
                <ns1:cubicBezTo>
                  <ns1:pt x="8" y="152"/>
                  <ns1:pt x="8" y="152"/>
                  <ns1:pt x="8" y="152"/>
                </ns1:cubicBezTo>
                <ns1:cubicBezTo>
                  <ns1:pt x="8" y="104"/>
                  <ns1:pt x="8" y="104"/>
                  <ns1:pt x="8" y="104"/>
                </ns1:cubicBezTo>
                <ns1:cubicBezTo>
                  <ns1:pt x="56" y="104"/>
                  <ns1:pt x="56" y="104"/>
                  <ns1:pt x="56" y="104"/>
                </ns1:cubicBezTo>
                <ns1:cubicBezTo>
                  <ns1:pt x="58" y="120"/>
                  <ns1:pt x="72" y="132"/>
                  <ns1:pt x="88" y="132"/>
                </ns1:cubicBezTo>
                <ns1:cubicBezTo>
                  <ns1:pt x="104" y="132"/>
                  <ns1:pt x="118" y="120"/>
                  <ns1:pt x="120" y="104"/>
                </ns1:cubicBezTo>
                <ns1:cubicBezTo>
                  <ns1:pt x="168" y="104"/>
                  <ns1:pt x="168" y="104"/>
                  <ns1:pt x="168" y="104"/>
                </ns1:cubicBezTo>
                <ns1:lnTo>
                  <ns1:pt x="168" y="152"/>
                </ns1:lnTo>
                <ns1:close/>
              </ns1:path>
            </ns1:pathLst>
          </ns1:custGeom>
          <ns1:solidFill>
            <ns1:schemeClr val="tx1"/>
          </ns1:solidFill>
          <ns1:ln>
            <ns1:noFill/>
          </ns1:ln>
          <ns1:extLst/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en-US"/>
          </ns1:p>
        </ns0:txBody>
      </ns0:sp>
      <ns0:sp>
        <ns0:nvSpPr>
          <ns0:cNvPr id="18" name="Freeform 14"/>
          <ns0:cNvSpPr>
            <ns1:spLocks noEditPoints="1"/>
          </ns0:cNvSpPr>
          <ns0:nvPr/>
        </ns0:nvSpPr>
        <ns0:spPr bwMode="auto">
          <ns1:xfrm>
            <ns1:off x="10733088" y="515938"/>
            <ns1:ext cx="557212" cy="506413"/>
          </ns1:xfrm>
          <ns1:custGeom>
            <ns1:avLst/>
            <ns1:gdLst>
              <ns1:gd name="T0" fmla="*/ 64 w 176"/>
              <ns1:gd name="T1" fmla="*/ 32 h 160"/>
              <ns1:gd name="T2" fmla="*/ 67 w 176"/>
              <ns1:gd name="T3" fmla="*/ 31 h 160"/>
              <ns1:gd name="T4" fmla="*/ 84 w 176"/>
              <ns1:gd name="T5" fmla="*/ 14 h 160"/>
              <ns1:gd name="T6" fmla="*/ 84 w 176"/>
              <ns1:gd name="T7" fmla="*/ 92 h 160"/>
              <ns1:gd name="T8" fmla="*/ 88 w 176"/>
              <ns1:gd name="T9" fmla="*/ 96 h 160"/>
              <ns1:gd name="T10" fmla="*/ 92 w 176"/>
              <ns1:gd name="T11" fmla="*/ 92 h 160"/>
              <ns1:gd name="T12" fmla="*/ 92 w 176"/>
              <ns1:gd name="T13" fmla="*/ 14 h 160"/>
              <ns1:gd name="T14" fmla="*/ 109 w 176"/>
              <ns1:gd name="T15" fmla="*/ 31 h 160"/>
              <ns1:gd name="T16" fmla="*/ 112 w 176"/>
              <ns1:gd name="T17" fmla="*/ 32 h 160"/>
              <ns1:gd name="T18" fmla="*/ 116 w 176"/>
              <ns1:gd name="T19" fmla="*/ 28 h 160"/>
              <ns1:gd name="T20" fmla="*/ 115 w 176"/>
              <ns1:gd name="T21" fmla="*/ 25 h 160"/>
              <ns1:gd name="T22" fmla="*/ 91 w 176"/>
              <ns1:gd name="T23" fmla="*/ 1 h 160"/>
              <ns1:gd name="T24" fmla="*/ 88 w 176"/>
              <ns1:gd name="T25" fmla="*/ 0 h 160"/>
              <ns1:gd name="T26" fmla="*/ 85 w 176"/>
              <ns1:gd name="T27" fmla="*/ 1 h 160"/>
              <ns1:gd name="T28" fmla="*/ 61 w 176"/>
              <ns1:gd name="T29" fmla="*/ 25 h 160"/>
              <ns1:gd name="T30" fmla="*/ 60 w 176"/>
              <ns1:gd name="T31" fmla="*/ 28 h 160"/>
              <ns1:gd name="T32" fmla="*/ 64 w 176"/>
              <ns1:gd name="T33" fmla="*/ 32 h 160"/>
              <ns1:gd name="T34" fmla="*/ 176 w 176"/>
              <ns1:gd name="T35" fmla="*/ 98 h 160"/>
              <ns1:gd name="T36" fmla="*/ 176 w 176"/>
              <ns1:gd name="T37" fmla="*/ 98 h 160"/>
              <ns1:gd name="T38" fmla="*/ 136 w 176"/>
              <ns1:gd name="T39" fmla="*/ 18 h 160"/>
              <ns1:gd name="T40" fmla="*/ 136 w 176"/>
              <ns1:gd name="T41" fmla="*/ 18 h 160"/>
              <ns1:gd name="T42" fmla="*/ 132 w 176"/>
              <ns1:gd name="T43" fmla="*/ 16 h 160"/>
              <ns1:gd name="T44" fmla="*/ 128 w 176"/>
              <ns1:gd name="T45" fmla="*/ 16 h 160"/>
              <ns1:gd name="T46" fmla="*/ 124 w 176"/>
              <ns1:gd name="T47" fmla="*/ 20 h 160"/>
              <ns1:gd name="T48" fmla="*/ 128 w 176"/>
              <ns1:gd name="T49" fmla="*/ 24 h 160"/>
              <ns1:gd name="T50" fmla="*/ 130 w 176"/>
              <ns1:gd name="T51" fmla="*/ 24 h 160"/>
              <ns1:gd name="T52" fmla="*/ 166 w 176"/>
              <ns1:gd name="T53" fmla="*/ 96 h 160"/>
              <ns1:gd name="T54" fmla="*/ 116 w 176"/>
              <ns1:gd name="T55" fmla="*/ 96 h 160"/>
              <ns1:gd name="T56" fmla="*/ 112 w 176"/>
              <ns1:gd name="T57" fmla="*/ 100 h 160"/>
              <ns1:gd name="T58" fmla="*/ 88 w 176"/>
              <ns1:gd name="T59" fmla="*/ 124 h 160"/>
              <ns1:gd name="T60" fmla="*/ 64 w 176"/>
              <ns1:gd name="T61" fmla="*/ 100 h 160"/>
              <ns1:gd name="T62" fmla="*/ 60 w 176"/>
              <ns1:gd name="T63" fmla="*/ 96 h 160"/>
              <ns1:gd name="T64" fmla="*/ 10 w 176"/>
              <ns1:gd name="T65" fmla="*/ 96 h 160"/>
              <ns1:gd name="T66" fmla="*/ 46 w 176"/>
              <ns1:gd name="T67" fmla="*/ 24 h 160"/>
              <ns1:gd name="T68" fmla="*/ 48 w 176"/>
              <ns1:gd name="T69" fmla="*/ 24 h 160"/>
              <ns1:gd name="T70" fmla="*/ 52 w 176"/>
              <ns1:gd name="T71" fmla="*/ 20 h 160"/>
              <ns1:gd name="T72" fmla="*/ 48 w 176"/>
              <ns1:gd name="T73" fmla="*/ 16 h 160"/>
              <ns1:gd name="T74" fmla="*/ 44 w 176"/>
              <ns1:gd name="T75" fmla="*/ 16 h 160"/>
              <ns1:gd name="T76" fmla="*/ 40 w 176"/>
              <ns1:gd name="T77" fmla="*/ 18 h 160"/>
              <ns1:gd name="T78" fmla="*/ 40 w 176"/>
              <ns1:gd name="T79" fmla="*/ 18 h 160"/>
              <ns1:gd name="T80" fmla="*/ 0 w 176"/>
              <ns1:gd name="T81" fmla="*/ 98 h 160"/>
              <ns1:gd name="T82" fmla="*/ 0 w 176"/>
              <ns1:gd name="T83" fmla="*/ 98 h 160"/>
              <ns1:gd name="T84" fmla="*/ 0 w 176"/>
              <ns1:gd name="T85" fmla="*/ 100 h 160"/>
              <ns1:gd name="T86" fmla="*/ 0 w 176"/>
              <ns1:gd name="T87" fmla="*/ 156 h 160"/>
              <ns1:gd name="T88" fmla="*/ 4 w 176"/>
              <ns1:gd name="T89" fmla="*/ 160 h 160"/>
              <ns1:gd name="T90" fmla="*/ 172 w 176"/>
              <ns1:gd name="T91" fmla="*/ 160 h 160"/>
              <ns1:gd name="T92" fmla="*/ 176 w 176"/>
              <ns1:gd name="T93" fmla="*/ 156 h 160"/>
              <ns1:gd name="T94" fmla="*/ 176 w 176"/>
              <ns1:gd name="T95" fmla="*/ 100 h 160"/>
              <ns1:gd name="T96" fmla="*/ 176 w 176"/>
              <ns1:gd name="T97" fmla="*/ 98 h 160"/>
              <ns1:gd name="T98" fmla="*/ 168 w 176"/>
              <ns1:gd name="T99" fmla="*/ 152 h 160"/>
              <ns1:gd name="T100" fmla="*/ 8 w 176"/>
              <ns1:gd name="T101" fmla="*/ 152 h 160"/>
              <ns1:gd name="T102" fmla="*/ 8 w 176"/>
              <ns1:gd name="T103" fmla="*/ 104 h 160"/>
              <ns1:gd name="T104" fmla="*/ 56 w 176"/>
              <ns1:gd name="T105" fmla="*/ 104 h 160"/>
              <ns1:gd name="T106" fmla="*/ 88 w 176"/>
              <ns1:gd name="T107" fmla="*/ 132 h 160"/>
              <ns1:gd name="T108" fmla="*/ 120 w 176"/>
              <ns1:gd name="T109" fmla="*/ 104 h 160"/>
              <ns1:gd name="T110" fmla="*/ 168 w 176"/>
              <ns1:gd name="T111" fmla="*/ 104 h 160"/>
              <ns1:gd name="T112" fmla="*/ 168 w 176"/>
              <ns1:gd name="T113" fmla="*/ 152 h 160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  <ns1:cxn ang="0">
                <ns1:pos x="T32" y="T33"/>
              </ns1:cxn>
              <ns1:cxn ang="0">
                <ns1:pos x="T34" y="T35"/>
              </ns1:cxn>
              <ns1:cxn ang="0">
                <ns1:pos x="T36" y="T37"/>
              </ns1:cxn>
              <ns1:cxn ang="0">
                <ns1:pos x="T38" y="T39"/>
              </ns1:cxn>
              <ns1:cxn ang="0">
                <ns1:pos x="T40" y="T41"/>
              </ns1:cxn>
              <ns1:cxn ang="0">
                <ns1:pos x="T42" y="T43"/>
              </ns1:cxn>
              <ns1:cxn ang="0">
                <ns1:pos x="T44" y="T45"/>
              </ns1:cxn>
              <ns1:cxn ang="0">
                <ns1:pos x="T46" y="T47"/>
              </ns1:cxn>
              <ns1:cxn ang="0">
                <ns1:pos x="T48" y="T49"/>
              </ns1:cxn>
              <ns1:cxn ang="0">
                <ns1:pos x="T50" y="T51"/>
              </ns1:cxn>
              <ns1:cxn ang="0">
                <ns1:pos x="T52" y="T53"/>
              </ns1:cxn>
              <ns1:cxn ang="0">
                <ns1:pos x="T54" y="T55"/>
              </ns1:cxn>
              <ns1:cxn ang="0">
                <ns1:pos x="T56" y="T57"/>
              </ns1:cxn>
              <ns1:cxn ang="0">
                <ns1:pos x="T58" y="T59"/>
              </ns1:cxn>
              <ns1:cxn ang="0">
                <ns1:pos x="T60" y="T61"/>
              </ns1:cxn>
              <ns1:cxn ang="0">
                <ns1:pos x="T62" y="T63"/>
              </ns1:cxn>
              <ns1:cxn ang="0">
                <ns1:pos x="T64" y="T65"/>
              </ns1:cxn>
              <ns1:cxn ang="0">
                <ns1:pos x="T66" y="T67"/>
              </ns1:cxn>
              <ns1:cxn ang="0">
                <ns1:pos x="T68" y="T69"/>
              </ns1:cxn>
              <ns1:cxn ang="0">
                <ns1:pos x="T70" y="T71"/>
              </ns1:cxn>
              <ns1:cxn ang="0">
                <ns1:pos x="T72" y="T73"/>
              </ns1:cxn>
              <ns1:cxn ang="0">
                <ns1:pos x="T74" y="T75"/>
              </ns1:cxn>
              <ns1:cxn ang="0">
                <ns1:pos x="T76" y="T77"/>
              </ns1:cxn>
              <ns1:cxn ang="0">
                <ns1:pos x="T78" y="T79"/>
              </ns1:cxn>
              <ns1:cxn ang="0">
                <ns1:pos x="T80" y="T81"/>
              </ns1:cxn>
              <ns1:cxn ang="0">
                <ns1:pos x="T82" y="T83"/>
              </ns1:cxn>
              <ns1:cxn ang="0">
                <ns1:pos x="T84" y="T85"/>
              </ns1:cxn>
              <ns1:cxn ang="0">
                <ns1:pos x="T86" y="T87"/>
              </ns1:cxn>
              <ns1:cxn ang="0">
                <ns1:pos x="T88" y="T89"/>
              </ns1:cxn>
              <ns1:cxn ang="0">
                <ns1:pos x="T90" y="T91"/>
              </ns1:cxn>
              <ns1:cxn ang="0">
                <ns1:pos x="T92" y="T93"/>
              </ns1:cxn>
              <ns1:cxn ang="0">
                <ns1:pos x="T94" y="T95"/>
              </ns1:cxn>
              <ns1:cxn ang="0">
                <ns1:pos x="T96" y="T97"/>
              </ns1:cxn>
              <ns1:cxn ang="0">
                <ns1:pos x="T98" y="T99"/>
              </ns1:cxn>
              <ns1:cxn ang="0">
                <ns1:pos x="T100" y="T101"/>
              </ns1:cxn>
              <ns1:cxn ang="0">
                <ns1:pos x="T102" y="T103"/>
              </ns1:cxn>
              <ns1:cxn ang="0">
                <ns1:pos x="T104" y="T105"/>
              </ns1:cxn>
              <ns1:cxn ang="0">
                <ns1:pos x="T106" y="T107"/>
              </ns1:cxn>
              <ns1:cxn ang="0">
                <ns1:pos x="T108" y="T109"/>
              </ns1:cxn>
              <ns1:cxn ang="0">
                <ns1:pos x="T110" y="T111"/>
              </ns1:cxn>
              <ns1:cxn ang="0">
                <ns1:pos x="T112" y="T113"/>
              </ns1:cxn>
            </ns1:cxnLst>
            <ns1:rect l="0" t="0" r="r" b="b"/>
            <ns1:pathLst>
              <ns1:path w="176" h="160">
                <ns1:moveTo>
                  <ns1:pt x="64" y="32"/>
                </ns1:moveTo>
                <ns1:cubicBezTo>
                  <ns1:pt x="65" y="32"/>
                  <ns1:pt x="66" y="32"/>
                  <ns1:pt x="67" y="31"/>
                </ns1:cubicBezTo>
                <ns1:cubicBezTo>
                  <ns1:pt x="84" y="14"/>
                  <ns1:pt x="84" y="14"/>
                  <ns1:pt x="84" y="14"/>
                </ns1:cubicBezTo>
                <ns1:cubicBezTo>
                  <ns1:pt x="84" y="92"/>
                  <ns1:pt x="84" y="92"/>
                  <ns1:pt x="84" y="92"/>
                </ns1:cubicBezTo>
                <ns1:cubicBezTo>
                  <ns1:pt x="84" y="94"/>
                  <ns1:pt x="86" y="96"/>
                  <ns1:pt x="88" y="96"/>
                </ns1:cubicBezTo>
                <ns1:cubicBezTo>
                  <ns1:pt x="90" y="96"/>
                  <ns1:pt x="92" y="94"/>
                  <ns1:pt x="92" y="92"/>
                </ns1:cubicBezTo>
                <ns1:cubicBezTo>
                  <ns1:pt x="92" y="14"/>
                  <ns1:pt x="92" y="14"/>
                  <ns1:pt x="92" y="14"/>
                </ns1:cubicBezTo>
                <ns1:cubicBezTo>
                  <ns1:pt x="109" y="31"/>
                  <ns1:pt x="109" y="31"/>
                  <ns1:pt x="109" y="31"/>
                </ns1:cubicBezTo>
                <ns1:cubicBezTo>
                  <ns1:pt x="110" y="32"/>
                  <ns1:pt x="111" y="32"/>
                  <ns1:pt x="112" y="32"/>
                </ns1:cubicBezTo>
                <ns1:cubicBezTo>
                  <ns1:pt x="114" y="32"/>
                  <ns1:pt x="116" y="30"/>
                  <ns1:pt x="116" y="28"/>
                </ns1:cubicBezTo>
                <ns1:cubicBezTo>
                  <ns1:pt x="116" y="27"/>
                  <ns1:pt x="116" y="26"/>
                  <ns1:pt x="115" y="25"/>
                </ns1:cubicBezTo>
                <ns1:cubicBezTo>
                  <ns1:pt x="91" y="1"/>
                  <ns1:pt x="91" y="1"/>
                  <ns1:pt x="91" y="1"/>
                </ns1:cubicBezTo>
                <ns1:cubicBezTo>
                  <ns1:pt x="90" y="0"/>
                  <ns1:pt x="89" y="0"/>
                  <ns1:pt x="88" y="0"/>
                </ns1:cubicBezTo>
                <ns1:cubicBezTo>
                  <ns1:pt x="87" y="0"/>
                  <ns1:pt x="86" y="0"/>
                  <ns1:pt x="85" y="1"/>
                </ns1:cubicBezTo>
                <ns1:cubicBezTo>
                  <ns1:pt x="61" y="25"/>
                  <ns1:pt x="61" y="25"/>
                  <ns1:pt x="61" y="25"/>
                </ns1:cubicBezTo>
                <ns1:cubicBezTo>
                  <ns1:pt x="60" y="26"/>
                  <ns1:pt x="60" y="27"/>
                  <ns1:pt x="60" y="28"/>
                </ns1:cubicBezTo>
                <ns1:cubicBezTo>
                  <ns1:pt x="60" y="30"/>
                  <ns1:pt x="62" y="32"/>
                  <ns1:pt x="64" y="32"/>
                </ns1:cubicBezTo>
                <ns1:moveTo>
                  <ns1:pt x="176" y="98"/>
                </ns1:moveTo>
                <ns1:cubicBezTo>
                  <ns1:pt x="176" y="98"/>
                  <ns1:pt x="176" y="98"/>
                  <ns1:pt x="176" y="98"/>
                </ns1:cubicBezTo>
                <ns1:cubicBezTo>
                  <ns1:pt x="136" y="18"/>
                  <ns1:pt x="136" y="18"/>
                  <ns1:pt x="136" y="18"/>
                </ns1:cubicBezTo>
                <ns1:cubicBezTo>
                  <ns1:pt x="136" y="18"/>
                  <ns1:pt x="136" y="18"/>
                  <ns1:pt x="136" y="18"/>
                </ns1:cubicBezTo>
                <ns1:cubicBezTo>
                  <ns1:pt x="135" y="17"/>
                  <ns1:pt x="134" y="16"/>
                  <ns1:pt x="132" y="16"/>
                </ns1:cubicBezTo>
                <ns1:cubicBezTo>
                  <ns1:pt x="128" y="16"/>
                  <ns1:pt x="128" y="16"/>
                  <ns1:pt x="128" y="16"/>
                </ns1:cubicBezTo>
                <ns1:cubicBezTo>
                  <ns1:pt x="126" y="16"/>
                  <ns1:pt x="124" y="18"/>
                  <ns1:pt x="124" y="20"/>
                </ns1:cubicBezTo>
                <ns1:cubicBezTo>
                  <ns1:pt x="124" y="22"/>
                  <ns1:pt x="126" y="24"/>
                  <ns1:pt x="128" y="24"/>
                </ns1:cubicBezTo>
                <ns1:cubicBezTo>
                  <ns1:pt x="130" y="24"/>
                  <ns1:pt x="130" y="24"/>
                  <ns1:pt x="130" y="24"/>
                </ns1:cubicBezTo>
                <ns1:cubicBezTo>
                  <ns1:pt x="166" y="96"/>
                  <ns1:pt x="166" y="96"/>
                  <ns1:pt x="166" y="96"/>
                </ns1:cubicBezTo>
                <ns1:cubicBezTo>
                  <ns1:pt x="116" y="96"/>
                  <ns1:pt x="116" y="96"/>
                  <ns1:pt x="116" y="96"/>
                </ns1:cubicBezTo>
                <ns1:cubicBezTo>
                  <ns1:pt x="114" y="96"/>
                  <ns1:pt x="112" y="98"/>
                  <ns1:pt x="112" y="100"/>
                </ns1:cubicBezTo>
                <ns1:cubicBezTo>
                  <ns1:pt x="112" y="113"/>
                  <ns1:pt x="101" y="124"/>
                  <ns1:pt x="88" y="124"/>
                </ns1:cubicBezTo>
                <ns1:cubicBezTo>
                  <ns1:pt x="75" y="124"/>
                  <ns1:pt x="64" y="113"/>
                  <ns1:pt x="64" y="100"/>
                </ns1:cubicBezTo>
                <ns1:cubicBezTo>
                  <ns1:pt x="64" y="98"/>
                  <ns1:pt x="62" y="96"/>
                  <ns1:pt x="60" y="96"/>
                </ns1:cubicBezTo>
                <ns1:cubicBezTo>
                  <ns1:pt x="10" y="96"/>
                  <ns1:pt x="10" y="96"/>
                  <ns1:pt x="10" y="96"/>
                </ns1:cubicBezTo>
                <ns1:cubicBezTo>
                  <ns1:pt x="46" y="24"/>
                  <ns1:pt x="46" y="24"/>
                  <ns1:pt x="46" y="24"/>
                </ns1:cubicBezTo>
                <ns1:cubicBezTo>
                  <ns1:pt x="48" y="24"/>
                  <ns1:pt x="48" y="24"/>
                  <ns1:pt x="48" y="24"/>
                </ns1:cubicBezTo>
                <ns1:cubicBezTo>
                  <ns1:pt x="50" y="24"/>
                  <ns1:pt x="52" y="22"/>
                  <ns1:pt x="52" y="20"/>
                </ns1:cubicBezTo>
                <ns1:cubicBezTo>
                  <ns1:pt x="52" y="18"/>
                  <ns1:pt x="50" y="16"/>
                  <ns1:pt x="48" y="16"/>
                </ns1:cubicBezTo>
                <ns1:cubicBezTo>
                  <ns1:pt x="44" y="16"/>
                  <ns1:pt x="44" y="16"/>
                  <ns1:pt x="44" y="16"/>
                </ns1:cubicBezTo>
                <ns1:cubicBezTo>
                  <ns1:pt x="42" y="16"/>
                  <ns1:pt x="41" y="17"/>
                  <ns1:pt x="40" y="18"/>
                </ns1:cubicBezTo>
                <ns1:cubicBezTo>
                  <ns1:pt x="40" y="18"/>
                  <ns1:pt x="40" y="18"/>
                  <ns1:pt x="40" y="18"/>
                </ns1:cubicBezTo>
                <ns1:cubicBezTo>
                  <ns1:pt x="0" y="98"/>
                  <ns1:pt x="0" y="98"/>
                  <ns1:pt x="0" y="98"/>
                </ns1:cubicBezTo>
                <ns1:cubicBezTo>
                  <ns1:pt x="0" y="98"/>
                  <ns1:pt x="0" y="98"/>
                  <ns1:pt x="0" y="98"/>
                </ns1:cubicBezTo>
                <ns1:cubicBezTo>
                  <ns1:pt x="0" y="99"/>
                  <ns1:pt x="0" y="99"/>
                  <ns1:pt x="0" y="100"/>
                </ns1:cubicBezTo>
                <ns1:cubicBezTo>
                  <ns1:pt x="0" y="156"/>
                  <ns1:pt x="0" y="156"/>
                  <ns1:pt x="0" y="156"/>
                </ns1:cubicBezTo>
                <ns1:cubicBezTo>
                  <ns1:pt x="0" y="158"/>
                  <ns1:pt x="2" y="160"/>
                  <ns1:pt x="4" y="160"/>
                </ns1:cubicBezTo>
                <ns1:cubicBezTo>
                  <ns1:pt x="172" y="160"/>
                  <ns1:pt x="172" y="160"/>
                  <ns1:pt x="172" y="160"/>
                </ns1:cubicBezTo>
                <ns1:cubicBezTo>
                  <ns1:pt x="174" y="160"/>
                  <ns1:pt x="176" y="158"/>
                  <ns1:pt x="176" y="156"/>
                </ns1:cubicBezTo>
                <ns1:cubicBezTo>
                  <ns1:pt x="176" y="100"/>
                  <ns1:pt x="176" y="100"/>
                  <ns1:pt x="176" y="100"/>
                </ns1:cubicBezTo>
                <ns1:cubicBezTo>
                  <ns1:pt x="176" y="99"/>
                  <ns1:pt x="176" y="99"/>
                  <ns1:pt x="176" y="98"/>
                </ns1:cubicBezTo>
                <ns1:moveTo>
                  <ns1:pt x="168" y="152"/>
                </ns1:moveTo>
                <ns1:cubicBezTo>
                  <ns1:pt x="8" y="152"/>
                  <ns1:pt x="8" y="152"/>
                  <ns1:pt x="8" y="152"/>
                </ns1:cubicBezTo>
                <ns1:cubicBezTo>
                  <ns1:pt x="8" y="104"/>
                  <ns1:pt x="8" y="104"/>
                  <ns1:pt x="8" y="104"/>
                </ns1:cubicBezTo>
                <ns1:cubicBezTo>
                  <ns1:pt x="56" y="104"/>
                  <ns1:pt x="56" y="104"/>
                  <ns1:pt x="56" y="104"/>
                </ns1:cubicBezTo>
                <ns1:cubicBezTo>
                  <ns1:pt x="58" y="120"/>
                  <ns1:pt x="72" y="132"/>
                  <ns1:pt x="88" y="132"/>
                </ns1:cubicBezTo>
                <ns1:cubicBezTo>
                  <ns1:pt x="104" y="132"/>
                  <ns1:pt x="118" y="120"/>
                  <ns1:pt x="120" y="104"/>
                </ns1:cubicBezTo>
                <ns1:cubicBezTo>
                  <ns1:pt x="168" y="104"/>
                  <ns1:pt x="168" y="104"/>
                  <ns1:pt x="168" y="104"/>
                </ns1:cubicBezTo>
                <ns1:lnTo>
                  <ns1:pt x="168" y="152"/>
                </ns1:lnTo>
                <ns1:close/>
              </ns1:path>
            </ns1:pathLst>
          </ns1:custGeom>
          <ns1:solidFill>
            <ns1:schemeClr val="tx1"/>
          </ns1:solidFill>
          <ns1:ln>
            <ns1:noFill/>
          </ns1:ln>
          <ns1:extLst/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en-US"/>
          </ns1:p>
        </ns0:txBody>
      </ns0:sp>
      <ns0:sp>
        <ns0:nvSpPr>
          <ns0:cNvPr id="19" name="Freeform 15"/>
          <ns0:cNvSpPr>
            <ns1:spLocks noEditPoints="1"/>
          </ns0:cNvSpPr>
          <ns0:nvPr/>
        </ns0:nvSpPr>
        <ns0:spPr bwMode="auto">
          <ns1:xfrm>
            <ns1:off x="1163638" y="1604963"/>
            <ns1:ext cx="557212" cy="455613"/>
          </ns1:xfrm>
          <ns1:custGeom>
            <ns1:avLst/>
            <ns1:gdLst>
              <ns1:gd name="T0" fmla="*/ 60 w 176"/>
              <ns1:gd name="T1" fmla="*/ 32 h 144"/>
              <ns1:gd name="T2" fmla="*/ 116 w 176"/>
              <ns1:gd name="T3" fmla="*/ 32 h 144"/>
              <ns1:gd name="T4" fmla="*/ 120 w 176"/>
              <ns1:gd name="T5" fmla="*/ 28 h 144"/>
              <ns1:gd name="T6" fmla="*/ 116 w 176"/>
              <ns1:gd name="T7" fmla="*/ 24 h 144"/>
              <ns1:gd name="T8" fmla="*/ 60 w 176"/>
              <ns1:gd name="T9" fmla="*/ 24 h 144"/>
              <ns1:gd name="T10" fmla="*/ 56 w 176"/>
              <ns1:gd name="T11" fmla="*/ 28 h 144"/>
              <ns1:gd name="T12" fmla="*/ 60 w 176"/>
              <ns1:gd name="T13" fmla="*/ 32 h 144"/>
              <ns1:gd name="T14" fmla="*/ 52 w 176"/>
              <ns1:gd name="T15" fmla="*/ 48 h 144"/>
              <ns1:gd name="T16" fmla="*/ 124 w 176"/>
              <ns1:gd name="T17" fmla="*/ 48 h 144"/>
              <ns1:gd name="T18" fmla="*/ 128 w 176"/>
              <ns1:gd name="T19" fmla="*/ 44 h 144"/>
              <ns1:gd name="T20" fmla="*/ 124 w 176"/>
              <ns1:gd name="T21" fmla="*/ 40 h 144"/>
              <ns1:gd name="T22" fmla="*/ 52 w 176"/>
              <ns1:gd name="T23" fmla="*/ 40 h 144"/>
              <ns1:gd name="T24" fmla="*/ 48 w 176"/>
              <ns1:gd name="T25" fmla="*/ 44 h 144"/>
              <ns1:gd name="T26" fmla="*/ 52 w 176"/>
              <ns1:gd name="T27" fmla="*/ 48 h 144"/>
              <ns1:gd name="T28" fmla="*/ 136 w 176"/>
              <ns1:gd name="T29" fmla="*/ 60 h 144"/>
              <ns1:gd name="T30" fmla="*/ 132 w 176"/>
              <ns1:gd name="T31" fmla="*/ 56 h 144"/>
              <ns1:gd name="T32" fmla="*/ 44 w 176"/>
              <ns1:gd name="T33" fmla="*/ 56 h 144"/>
              <ns1:gd name="T34" fmla="*/ 40 w 176"/>
              <ns1:gd name="T35" fmla="*/ 60 h 144"/>
              <ns1:gd name="T36" fmla="*/ 44 w 176"/>
              <ns1:gd name="T37" fmla="*/ 64 h 144"/>
              <ns1:gd name="T38" fmla="*/ 132 w 176"/>
              <ns1:gd name="T39" fmla="*/ 64 h 144"/>
              <ns1:gd name="T40" fmla="*/ 136 w 176"/>
              <ns1:gd name="T41" fmla="*/ 60 h 144"/>
              <ns1:gd name="T42" fmla="*/ 176 w 176"/>
              <ns1:gd name="T43" fmla="*/ 82 h 144"/>
              <ns1:gd name="T44" fmla="*/ 176 w 176"/>
              <ns1:gd name="T45" fmla="*/ 82 h 144"/>
              <ns1:gd name="T46" fmla="*/ 136 w 176"/>
              <ns1:gd name="T47" fmla="*/ 2 h 144"/>
              <ns1:gd name="T48" fmla="*/ 136 w 176"/>
              <ns1:gd name="T49" fmla="*/ 2 h 144"/>
              <ns1:gd name="T50" fmla="*/ 132 w 176"/>
              <ns1:gd name="T51" fmla="*/ 0 h 144"/>
              <ns1:gd name="T52" fmla="*/ 44 w 176"/>
              <ns1:gd name="T53" fmla="*/ 0 h 144"/>
              <ns1:gd name="T54" fmla="*/ 40 w 176"/>
              <ns1:gd name="T55" fmla="*/ 2 h 144"/>
              <ns1:gd name="T56" fmla="*/ 40 w 176"/>
              <ns1:gd name="T57" fmla="*/ 2 h 144"/>
              <ns1:gd name="T58" fmla="*/ 0 w 176"/>
              <ns1:gd name="T59" fmla="*/ 82 h 144"/>
              <ns1:gd name="T60" fmla="*/ 0 w 176"/>
              <ns1:gd name="T61" fmla="*/ 82 h 144"/>
              <ns1:gd name="T62" fmla="*/ 0 w 176"/>
              <ns1:gd name="T63" fmla="*/ 84 h 144"/>
              <ns1:gd name="T64" fmla="*/ 0 w 176"/>
              <ns1:gd name="T65" fmla="*/ 140 h 144"/>
              <ns1:gd name="T66" fmla="*/ 4 w 176"/>
              <ns1:gd name="T67" fmla="*/ 144 h 144"/>
              <ns1:gd name="T68" fmla="*/ 172 w 176"/>
              <ns1:gd name="T69" fmla="*/ 144 h 144"/>
              <ns1:gd name="T70" fmla="*/ 176 w 176"/>
              <ns1:gd name="T71" fmla="*/ 140 h 144"/>
              <ns1:gd name="T72" fmla="*/ 176 w 176"/>
              <ns1:gd name="T73" fmla="*/ 84 h 144"/>
              <ns1:gd name="T74" fmla="*/ 176 w 176"/>
              <ns1:gd name="T75" fmla="*/ 82 h 144"/>
              <ns1:gd name="T76" fmla="*/ 46 w 176"/>
              <ns1:gd name="T77" fmla="*/ 8 h 144"/>
              <ns1:gd name="T78" fmla="*/ 130 w 176"/>
              <ns1:gd name="T79" fmla="*/ 8 h 144"/>
              <ns1:gd name="T80" fmla="*/ 166 w 176"/>
              <ns1:gd name="T81" fmla="*/ 80 h 144"/>
              <ns1:gd name="T82" fmla="*/ 116 w 176"/>
              <ns1:gd name="T83" fmla="*/ 80 h 144"/>
              <ns1:gd name="T84" fmla="*/ 112 w 176"/>
              <ns1:gd name="T85" fmla="*/ 84 h 144"/>
              <ns1:gd name="T86" fmla="*/ 88 w 176"/>
              <ns1:gd name="T87" fmla="*/ 108 h 144"/>
              <ns1:gd name="T88" fmla="*/ 64 w 176"/>
              <ns1:gd name="T89" fmla="*/ 84 h 144"/>
              <ns1:gd name="T90" fmla="*/ 60 w 176"/>
              <ns1:gd name="T91" fmla="*/ 80 h 144"/>
              <ns1:gd name="T92" fmla="*/ 10 w 176"/>
              <ns1:gd name="T93" fmla="*/ 80 h 144"/>
              <ns1:gd name="T94" fmla="*/ 46 w 176"/>
              <ns1:gd name="T95" fmla="*/ 8 h 144"/>
              <ns1:gd name="T96" fmla="*/ 168 w 176"/>
              <ns1:gd name="T97" fmla="*/ 136 h 144"/>
              <ns1:gd name="T98" fmla="*/ 8 w 176"/>
              <ns1:gd name="T99" fmla="*/ 136 h 144"/>
              <ns1:gd name="T100" fmla="*/ 8 w 176"/>
              <ns1:gd name="T101" fmla="*/ 88 h 144"/>
              <ns1:gd name="T102" fmla="*/ 56 w 176"/>
              <ns1:gd name="T103" fmla="*/ 88 h 144"/>
              <ns1:gd name="T104" fmla="*/ 88 w 176"/>
              <ns1:gd name="T105" fmla="*/ 116 h 144"/>
              <ns1:gd name="T106" fmla="*/ 120 w 176"/>
              <ns1:gd name="T107" fmla="*/ 88 h 144"/>
              <ns1:gd name="T108" fmla="*/ 168 w 176"/>
              <ns1:gd name="T109" fmla="*/ 88 h 144"/>
              <ns1:gd name="T110" fmla="*/ 168 w 176"/>
              <ns1:gd name="T111" fmla="*/ 136 h 144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  <ns1:cxn ang="0">
                <ns1:pos x="T32" y="T33"/>
              </ns1:cxn>
              <ns1:cxn ang="0">
                <ns1:pos x="T34" y="T35"/>
              </ns1:cxn>
              <ns1:cxn ang="0">
                <ns1:pos x="T36" y="T37"/>
              </ns1:cxn>
              <ns1:cxn ang="0">
                <ns1:pos x="T38" y="T39"/>
              </ns1:cxn>
              <ns1:cxn ang="0">
                <ns1:pos x="T40" y="T41"/>
              </ns1:cxn>
              <ns1:cxn ang="0">
                <ns1:pos x="T42" y="T43"/>
              </ns1:cxn>
              <ns1:cxn ang="0">
                <ns1:pos x="T44" y="T45"/>
              </ns1:cxn>
              <ns1:cxn ang="0">
                <ns1:pos x="T46" y="T47"/>
              </ns1:cxn>
              <ns1:cxn ang="0">
                <ns1:pos x="T48" y="T49"/>
              </ns1:cxn>
              <ns1:cxn ang="0">
                <ns1:pos x="T50" y="T51"/>
              </ns1:cxn>
              <ns1:cxn ang="0">
                <ns1:pos x="T52" y="T53"/>
              </ns1:cxn>
              <ns1:cxn ang="0">
                <ns1:pos x="T54" y="T55"/>
              </ns1:cxn>
              <ns1:cxn ang="0">
                <ns1:pos x="T56" y="T57"/>
              </ns1:cxn>
              <ns1:cxn ang="0">
                <ns1:pos x="T58" y="T59"/>
              </ns1:cxn>
              <ns1:cxn ang="0">
                <ns1:pos x="T60" y="T61"/>
              </ns1:cxn>
              <ns1:cxn ang="0">
                <ns1:pos x="T62" y="T63"/>
              </ns1:cxn>
              <ns1:cxn ang="0">
                <ns1:pos x="T64" y="T65"/>
              </ns1:cxn>
              <ns1:cxn ang="0">
                <ns1:pos x="T66" y="T67"/>
              </ns1:cxn>
              <ns1:cxn ang="0">
                <ns1:pos x="T68" y="T69"/>
              </ns1:cxn>
              <ns1:cxn ang="0">
                <ns1:pos x="T70" y="T71"/>
              </ns1:cxn>
              <ns1:cxn ang="0">
                <ns1:pos x="T72" y="T73"/>
              </ns1:cxn>
              <ns1:cxn ang="0">
                <ns1:pos x="T74" y="T75"/>
              </ns1:cxn>
              <ns1:cxn ang="0">
                <ns1:pos x="T76" y="T77"/>
              </ns1:cxn>
              <ns1:cxn ang="0">
                <ns1:pos x="T78" y="T79"/>
              </ns1:cxn>
              <ns1:cxn ang="0">
                <ns1:pos x="T80" y="T81"/>
              </ns1:cxn>
              <ns1:cxn ang="0">
                <ns1:pos x="T82" y="T83"/>
              </ns1:cxn>
              <ns1:cxn ang="0">
                <ns1:pos x="T84" y="T85"/>
              </ns1:cxn>
              <ns1:cxn ang="0">
                <ns1:pos x="T86" y="T87"/>
              </ns1:cxn>
              <ns1:cxn ang="0">
                <ns1:pos x="T88" y="T89"/>
              </ns1:cxn>
              <ns1:cxn ang="0">
                <ns1:pos x="T90" y="T91"/>
              </ns1:cxn>
              <ns1:cxn ang="0">
                <ns1:pos x="T92" y="T93"/>
              </ns1:cxn>
              <ns1:cxn ang="0">
                <ns1:pos x="T94" y="T95"/>
              </ns1:cxn>
              <ns1:cxn ang="0">
                <ns1:pos x="T96" y="T97"/>
              </ns1:cxn>
              <ns1:cxn ang="0">
                <ns1:pos x="T98" y="T99"/>
              </ns1:cxn>
              <ns1:cxn ang="0">
                <ns1:pos x="T100" y="T101"/>
              </ns1:cxn>
              <ns1:cxn ang="0">
                <ns1:pos x="T102" y="T103"/>
              </ns1:cxn>
              <ns1:cxn ang="0">
                <ns1:pos x="T104" y="T105"/>
              </ns1:cxn>
              <ns1:cxn ang="0">
                <ns1:pos x="T106" y="T107"/>
              </ns1:cxn>
              <ns1:cxn ang="0">
                <ns1:pos x="T108" y="T109"/>
              </ns1:cxn>
              <ns1:cxn ang="0">
                <ns1:pos x="T110" y="T111"/>
              </ns1:cxn>
            </ns1:cxnLst>
            <ns1:rect l="0" t="0" r="r" b="b"/>
            <ns1:pathLst>
              <ns1:path w="176" h="144">
                <ns1:moveTo>
                  <ns1:pt x="60" y="32"/>
                </ns1:moveTo>
                <ns1:cubicBezTo>
                  <ns1:pt x="116" y="32"/>
                  <ns1:pt x="116" y="32"/>
                  <ns1:pt x="116" y="32"/>
                </ns1:cubicBezTo>
                <ns1:cubicBezTo>
                  <ns1:pt x="118" y="32"/>
                  <ns1:pt x="120" y="30"/>
                  <ns1:pt x="120" y="28"/>
                </ns1:cubicBezTo>
                <ns1:cubicBezTo>
                  <ns1:pt x="120" y="26"/>
                  <ns1:pt x="118" y="24"/>
                  <ns1:pt x="116" y="24"/>
                </ns1:cubicBezTo>
                <ns1:cubicBezTo>
                  <ns1:pt x="60" y="24"/>
                  <ns1:pt x="60" y="24"/>
                  <ns1:pt x="60" y="24"/>
                </ns1:cubicBezTo>
                <ns1:cubicBezTo>
                  <ns1:pt x="58" y="24"/>
                  <ns1:pt x="56" y="26"/>
                  <ns1:pt x="56" y="28"/>
                </ns1:cubicBezTo>
                <ns1:cubicBezTo>
                  <ns1:pt x="56" y="30"/>
                  <ns1:pt x="58" y="32"/>
                  <ns1:pt x="60" y="32"/>
                </ns1:cubicBezTo>
                <ns1:moveTo>
                  <ns1:pt x="52" y="48"/>
                </ns1:moveTo>
                <ns1:cubicBezTo>
                  <ns1:pt x="124" y="48"/>
                  <ns1:pt x="124" y="48"/>
                  <ns1:pt x="124" y="48"/>
                </ns1:cubicBezTo>
                <ns1:cubicBezTo>
                  <ns1:pt x="126" y="48"/>
                  <ns1:pt x="128" y="46"/>
                  <ns1:pt x="128" y="44"/>
                </ns1:cubicBezTo>
                <ns1:cubicBezTo>
                  <ns1:pt x="128" y="42"/>
                  <ns1:pt x="126" y="40"/>
                  <ns1:pt x="124" y="40"/>
                </ns1:cubicBezTo>
                <ns1:cubicBezTo>
                  <ns1:pt x="52" y="40"/>
                  <ns1:pt x="52" y="40"/>
                  <ns1:pt x="52" y="40"/>
                </ns1:cubicBezTo>
                <ns1:cubicBezTo>
                  <ns1:pt x="50" y="40"/>
                  <ns1:pt x="48" y="42"/>
                  <ns1:pt x="48" y="44"/>
                </ns1:cubicBezTo>
                <ns1:cubicBezTo>
                  <ns1:pt x="48" y="46"/>
                  <ns1:pt x="50" y="48"/>
                  <ns1:pt x="52" y="48"/>
                </ns1:cubicBezTo>
                <ns1:moveTo>
                  <ns1:pt x="136" y="60"/>
                </ns1:moveTo>
                <ns1:cubicBezTo>
                  <ns1:pt x="136" y="58"/>
                  <ns1:pt x="134" y="56"/>
                  <ns1:pt x="132" y="56"/>
                </ns1:cubicBezTo>
                <ns1:cubicBezTo>
                  <ns1:pt x="44" y="56"/>
                  <ns1:pt x="44" y="56"/>
                  <ns1:pt x="44" y="56"/>
                </ns1:cubicBezTo>
                <ns1:cubicBezTo>
                  <ns1:pt x="42" y="56"/>
                  <ns1:pt x="40" y="58"/>
                  <ns1:pt x="40" y="60"/>
                </ns1:cubicBezTo>
                <ns1:cubicBezTo>
                  <ns1:pt x="40" y="62"/>
                  <ns1:pt x="42" y="64"/>
                  <ns1:pt x="44" y="64"/>
                </ns1:cubicBezTo>
                <ns1:cubicBezTo>
                  <ns1:pt x="132" y="64"/>
                  <ns1:pt x="132" y="64"/>
                  <ns1:pt x="132" y="64"/>
                </ns1:cubicBezTo>
                <ns1:cubicBezTo>
                  <ns1:pt x="134" y="64"/>
                  <ns1:pt x="136" y="62"/>
                  <ns1:pt x="136" y="60"/>
                </ns1:cubicBezTo>
                <ns1:moveTo>
                  <ns1:pt x="176" y="82"/>
                </ns1:moveTo>
                <ns1:cubicBezTo>
                  <ns1:pt x="176" y="82"/>
                  <ns1:pt x="176" y="82"/>
                  <ns1:pt x="176" y="82"/>
                </ns1:cubicBezTo>
                <ns1:cubicBezTo>
                  <ns1:pt x="136" y="2"/>
                  <ns1:pt x="136" y="2"/>
                  <ns1:pt x="136" y="2"/>
                </ns1:cubicBezTo>
                <ns1:cubicBezTo>
                  <ns1:pt x="136" y="2"/>
                  <ns1:pt x="136" y="2"/>
                  <ns1:pt x="136" y="2"/>
                </ns1:cubicBezTo>
                <ns1:cubicBezTo>
                  <ns1:pt x="135" y="1"/>
                  <ns1:pt x="134" y="0"/>
                  <ns1:pt x="132" y="0"/>
                </ns1:cubicBezTo>
                <ns1:cubicBezTo>
                  <ns1:pt x="44" y="0"/>
                  <ns1:pt x="44" y="0"/>
                  <ns1:pt x="44" y="0"/>
                </ns1:cubicBezTo>
                <ns1:cubicBezTo>
                  <ns1:pt x="42" y="0"/>
                  <ns1:pt x="41" y="1"/>
                  <ns1:pt x="40" y="2"/>
                </ns1:cubicBezTo>
                <ns1:cubicBezTo>
                  <ns1:pt x="40" y="2"/>
                  <ns1:pt x="40" y="2"/>
                  <ns1:pt x="40" y="2"/>
                </ns1:cubicBezTo>
                <ns1:cubicBezTo>
                  <ns1:pt x="0" y="82"/>
                  <ns1:pt x="0" y="82"/>
                  <ns1:pt x="0" y="82"/>
                </ns1:cubicBezTo>
                <ns1:cubicBezTo>
                  <ns1:pt x="0" y="82"/>
                  <ns1:pt x="0" y="82"/>
                  <ns1:pt x="0" y="82"/>
                </ns1:cubicBezTo>
                <ns1:cubicBezTo>
                  <ns1:pt x="0" y="83"/>
                  <ns1:pt x="0" y="83"/>
                  <ns1:pt x="0" y="84"/>
                </ns1:cubicBezTo>
                <ns1:cubicBezTo>
                  <ns1:pt x="0" y="140"/>
                  <ns1:pt x="0" y="140"/>
                  <ns1:pt x="0" y="140"/>
                </ns1:cubicBezTo>
                <ns1:cubicBezTo>
                  <ns1:pt x="0" y="142"/>
                  <ns1:pt x="2" y="144"/>
                  <ns1:pt x="4" y="144"/>
                </ns1:cubicBezTo>
                <ns1:cubicBezTo>
                  <ns1:pt x="172" y="144"/>
                  <ns1:pt x="172" y="144"/>
                  <ns1:pt x="172" y="144"/>
                </ns1:cubicBezTo>
                <ns1:cubicBezTo>
                  <ns1:pt x="174" y="144"/>
                  <ns1:pt x="176" y="142"/>
                  <ns1:pt x="176" y="140"/>
                </ns1:cubicBezTo>
                <ns1:cubicBezTo>
                  <ns1:pt x="176" y="84"/>
                  <ns1:pt x="176" y="84"/>
                  <ns1:pt x="176" y="84"/>
                </ns1:cubicBezTo>
                <ns1:cubicBezTo>
                  <ns1:pt x="176" y="83"/>
                  <ns1:pt x="176" y="83"/>
                  <ns1:pt x="176" y="82"/>
                </ns1:cubicBezTo>
                <ns1:moveTo>
                  <ns1:pt x="46" y="8"/>
                </ns1:moveTo>
                <ns1:cubicBezTo>
                  <ns1:pt x="130" y="8"/>
                  <ns1:pt x="130" y="8"/>
                  <ns1:pt x="130" y="8"/>
                </ns1:cubicBezTo>
                <ns1:cubicBezTo>
                  <ns1:pt x="166" y="80"/>
                  <ns1:pt x="166" y="80"/>
                  <ns1:pt x="166" y="80"/>
                </ns1:cubicBezTo>
                <ns1:cubicBezTo>
                  <ns1:pt x="116" y="80"/>
                  <ns1:pt x="116" y="80"/>
                  <ns1:pt x="116" y="80"/>
                </ns1:cubicBezTo>
                <ns1:cubicBezTo>
                  <ns1:pt x="114" y="80"/>
                  <ns1:pt x="112" y="82"/>
                  <ns1:pt x="112" y="84"/>
                </ns1:cubicBezTo>
                <ns1:cubicBezTo>
                  <ns1:pt x="112" y="97"/>
                  <ns1:pt x="101" y="108"/>
                  <ns1:pt x="88" y="108"/>
                </ns1:cubicBezTo>
                <ns1:cubicBezTo>
                  <ns1:pt x="75" y="108"/>
                  <ns1:pt x="64" y="97"/>
                  <ns1:pt x="64" y="84"/>
                </ns1:cubicBezTo>
                <ns1:cubicBezTo>
                  <ns1:pt x="64" y="82"/>
                  <ns1:pt x="62" y="80"/>
                  <ns1:pt x="60" y="80"/>
                </ns1:cubicBezTo>
                <ns1:cubicBezTo>
                  <ns1:pt x="10" y="80"/>
                  <ns1:pt x="10" y="80"/>
                  <ns1:pt x="10" y="80"/>
                </ns1:cubicBezTo>
                <ns1:lnTo>
                  <ns1:pt x="46" y="8"/>
                </ns1:lnTo>
                <ns1:close/>
                <ns1:moveTo>
                  <ns1:pt x="168" y="136"/>
                </ns1:moveTo>
                <ns1:cubicBezTo>
                  <ns1:pt x="8" y="136"/>
                  <ns1:pt x="8" y="136"/>
                  <ns1:pt x="8" y="136"/>
                </ns1:cubicBezTo>
                <ns1:cubicBezTo>
                  <ns1:pt x="8" y="88"/>
                  <ns1:pt x="8" y="88"/>
                  <ns1:pt x="8" y="88"/>
                </ns1:cubicBezTo>
                <ns1:cubicBezTo>
                  <ns1:pt x="56" y="88"/>
                  <ns1:pt x="56" y="88"/>
                  <ns1:pt x="56" y="88"/>
                </ns1:cubicBezTo>
                <ns1:cubicBezTo>
                  <ns1:pt x="58" y="104"/>
                  <ns1:pt x="72" y="116"/>
                  <ns1:pt x="88" y="116"/>
                </ns1:cubicBezTo>
                <ns1:cubicBezTo>
                  <ns1:pt x="104" y="116"/>
                  <ns1:pt x="118" y="104"/>
                  <ns1:pt x="120" y="88"/>
                </ns1:cubicBezTo>
                <ns1:cubicBezTo>
                  <ns1:pt x="168" y="88"/>
                  <ns1:pt x="168" y="88"/>
                  <ns1:pt x="168" y="88"/>
                </ns1:cubicBezTo>
                <ns1:lnTo>
                  <ns1:pt x="168" y="136"/>
                </ns1:lnTo>
                <ns1:close/>
              </ns1:path>
            </ns1:pathLst>
          </ns1:custGeom>
          <ns1:solidFill>
            <ns1:schemeClr val="tx1"/>
          </ns1:solidFill>
          <ns1:ln>
            <ns1:noFill/>
          </ns1:ln>
          <ns1:extLst/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en-US"/>
          </ns1:p>
        </ns0:txBody>
      </ns0:sp>
      <ns0:sp>
        <ns0:nvSpPr>
          <ns0:cNvPr id="20" name="Freeform 16"/>
          <ns0:cNvSpPr>
            <ns1:spLocks noEditPoints="1"/>
          </ns0:cNvSpPr>
          <ns0:nvPr/>
        </ns0:nvSpPr>
        <ns0:spPr bwMode="auto">
          <ns1:xfrm>
            <ns1:off x="2227263" y="1554163"/>
            <ns1:ext cx="557212" cy="557213"/>
          </ns1:xfrm>
          <ns1:custGeom>
            <ns1:avLst/>
            <ns1:gdLst>
              <ns1:gd name="T0" fmla="*/ 176 w 176"/>
              <ns1:gd name="T1" fmla="*/ 52 h 176"/>
              <ns1:gd name="T2" fmla="*/ 176 w 176"/>
              <ns1:gd name="T3" fmla="*/ 50 h 176"/>
              <ns1:gd name="T4" fmla="*/ 144 w 176"/>
              <ns1:gd name="T5" fmla="*/ 2 h 176"/>
              <ns1:gd name="T6" fmla="*/ 36 w 176"/>
              <ns1:gd name="T7" fmla="*/ 0 h 176"/>
              <ns1:gd name="T8" fmla="*/ 32 w 176"/>
              <ns1:gd name="T9" fmla="*/ 2 h 176"/>
              <ns1:gd name="T10" fmla="*/ 0 w 176"/>
              <ns1:gd name="T11" fmla="*/ 50 h 176"/>
              <ns1:gd name="T12" fmla="*/ 0 w 176"/>
              <ns1:gd name="T13" fmla="*/ 100 h 176"/>
              <ns1:gd name="T14" fmla="*/ 13 w 176"/>
              <ns1:gd name="T15" fmla="*/ 104 h 176"/>
              <ns1:gd name="T16" fmla="*/ 0 w 176"/>
              <ns1:gd name="T17" fmla="*/ 122 h 176"/>
              <ns1:gd name="T18" fmla="*/ 0 w 176"/>
              <ns1:gd name="T19" fmla="*/ 172 h 176"/>
              <ns1:gd name="T20" fmla="*/ 172 w 176"/>
              <ns1:gd name="T21" fmla="*/ 176 h 176"/>
              <ns1:gd name="T22" fmla="*/ 176 w 176"/>
              <ns1:gd name="T23" fmla="*/ 124 h 176"/>
              <ns1:gd name="T24" fmla="*/ 176 w 176"/>
              <ns1:gd name="T25" fmla="*/ 122 h 176"/>
              <ns1:gd name="T26" fmla="*/ 172 w 176"/>
              <ns1:gd name="T27" fmla="*/ 104 h 176"/>
              <ns1:gd name="T28" fmla="*/ 38 w 176"/>
              <ns1:gd name="T29" fmla="*/ 8 h 176"/>
              <ns1:gd name="T30" fmla="*/ 165 w 176"/>
              <ns1:gd name="T31" fmla="*/ 48 h 176"/>
              <ns1:gd name="T32" fmla="*/ 112 w 176"/>
              <ns1:gd name="T33" fmla="*/ 52 h 176"/>
              <ns1:gd name="T34" fmla="*/ 64 w 176"/>
              <ns1:gd name="T35" fmla="*/ 52 h 176"/>
              <ns1:gd name="T36" fmla="*/ 11 w 176"/>
              <ns1:gd name="T37" fmla="*/ 48 h 176"/>
              <ns1:gd name="T38" fmla="*/ 168 w 176"/>
              <ns1:gd name="T39" fmla="*/ 168 h 176"/>
              <ns1:gd name="T40" fmla="*/ 8 w 176"/>
              <ns1:gd name="T41" fmla="*/ 128 h 176"/>
              <ns1:gd name="T42" fmla="*/ 88 w 176"/>
              <ns1:gd name="T43" fmla="*/ 156 h 176"/>
              <ns1:gd name="T44" fmla="*/ 168 w 176"/>
              <ns1:gd name="T45" fmla="*/ 128 h 176"/>
              <ns1:gd name="T46" fmla="*/ 165 w 176"/>
              <ns1:gd name="T47" fmla="*/ 120 h 176"/>
              <ns1:gd name="T48" fmla="*/ 112 w 176"/>
              <ns1:gd name="T49" fmla="*/ 124 h 176"/>
              <ns1:gd name="T50" fmla="*/ 64 w 176"/>
              <ns1:gd name="T51" fmla="*/ 124 h 176"/>
              <ns1:gd name="T52" fmla="*/ 11 w 176"/>
              <ns1:gd name="T53" fmla="*/ 120 h 176"/>
              <ns1:gd name="T54" fmla="*/ 154 w 176"/>
              <ns1:gd name="T55" fmla="*/ 104 h 176"/>
              <ns1:gd name="T56" fmla="*/ 168 w 176"/>
              <ns1:gd name="T57" fmla="*/ 96 h 176"/>
              <ns1:gd name="T58" fmla="*/ 8 w 176"/>
              <ns1:gd name="T59" fmla="*/ 56 h 176"/>
              <ns1:gd name="T60" fmla="*/ 88 w 176"/>
              <ns1:gd name="T61" fmla="*/ 84 h 176"/>
              <ns1:gd name="T62" fmla="*/ 168 w 176"/>
              <ns1:gd name="T63" fmla="*/ 56 h 176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  <ns1:cxn ang="0">
                <ns1:pos x="T32" y="T33"/>
              </ns1:cxn>
              <ns1:cxn ang="0">
                <ns1:pos x="T34" y="T35"/>
              </ns1:cxn>
              <ns1:cxn ang="0">
                <ns1:pos x="T36" y="T37"/>
              </ns1:cxn>
              <ns1:cxn ang="0">
                <ns1:pos x="T38" y="T39"/>
              </ns1:cxn>
              <ns1:cxn ang="0">
                <ns1:pos x="T40" y="T41"/>
              </ns1:cxn>
              <ns1:cxn ang="0">
                <ns1:pos x="T42" y="T43"/>
              </ns1:cxn>
              <ns1:cxn ang="0">
                <ns1:pos x="T44" y="T45"/>
              </ns1:cxn>
              <ns1:cxn ang="0">
                <ns1:pos x="T46" y="T47"/>
              </ns1:cxn>
              <ns1:cxn ang="0">
                <ns1:pos x="T48" y="T49"/>
              </ns1:cxn>
              <ns1:cxn ang="0">
                <ns1:pos x="T50" y="T51"/>
              </ns1:cxn>
              <ns1:cxn ang="0">
                <ns1:pos x="T52" y="T53"/>
              </ns1:cxn>
              <ns1:cxn ang="0">
                <ns1:pos x="T54" y="T55"/>
              </ns1:cxn>
              <ns1:cxn ang="0">
                <ns1:pos x="T56" y="T57"/>
              </ns1:cxn>
              <ns1:cxn ang="0">
                <ns1:pos x="T58" y="T59"/>
              </ns1:cxn>
              <ns1:cxn ang="0">
                <ns1:pos x="T60" y="T61"/>
              </ns1:cxn>
              <ns1:cxn ang="0">
                <ns1:pos x="T62" y="T63"/>
              </ns1:cxn>
            </ns1:cxnLst>
            <ns1:rect l="0" t="0" r="r" b="b"/>
            <ns1:pathLst>
              <ns1:path w="176" h="176">
                <ns1:moveTo>
                  <ns1:pt x="176" y="100"/>
                </ns1:moveTo>
                <ns1:cubicBezTo>
                  <ns1:pt x="176" y="52"/>
                  <ns1:pt x="176" y="52"/>
                  <ns1:pt x="176" y="52"/>
                </ns1:cubicBezTo>
                <ns1:cubicBezTo>
                  <ns1:pt x="176" y="51"/>
                  <ns1:pt x="176" y="51"/>
                  <ns1:pt x="176" y="50"/>
                </ns1:cubicBezTo>
                <ns1:cubicBezTo>
                  <ns1:pt x="176" y="50"/>
                  <ns1:pt x="176" y="50"/>
                  <ns1:pt x="176" y="50"/>
                </ns1:cubicBezTo>
                <ns1:cubicBezTo>
                  <ns1:pt x="144" y="2"/>
                  <ns1:pt x="144" y="2"/>
                  <ns1:pt x="144" y="2"/>
                </ns1:cubicBezTo>
                <ns1:cubicBezTo>
                  <ns1:pt x="144" y="2"/>
                  <ns1:pt x="144" y="2"/>
                  <ns1:pt x="144" y="2"/>
                </ns1:cubicBezTo>
                <ns1:cubicBezTo>
                  <ns1:pt x="143" y="1"/>
                  <ns1:pt x="142" y="0"/>
                  <ns1:pt x="140" y="0"/>
                </ns1:cubicBezTo>
                <ns1:cubicBezTo>
                  <ns1:pt x="36" y="0"/>
                  <ns1:pt x="36" y="0"/>
                  <ns1:pt x="36" y="0"/>
                </ns1:cubicBezTo>
                <ns1:cubicBezTo>
                  <ns1:pt x="34" y="0"/>
                  <ns1:pt x="33" y="1"/>
                  <ns1:pt x="32" y="2"/>
                </ns1:cubicBezTo>
                <ns1:cubicBezTo>
                  <ns1:pt x="32" y="2"/>
                  <ns1:pt x="32" y="2"/>
                  <ns1:pt x="32" y="2"/>
                </ns1:cubicBezTo>
                <ns1:cubicBezTo>
                  <ns1:pt x="0" y="50"/>
                  <ns1:pt x="0" y="50"/>
                  <ns1:pt x="0" y="50"/>
                </ns1:cubicBezTo>
                <ns1:cubicBezTo>
                  <ns1:pt x="0" y="50"/>
                  <ns1:pt x="0" y="50"/>
                  <ns1:pt x="0" y="50"/>
                </ns1:cubicBezTo>
                <ns1:cubicBezTo>
                  <ns1:pt x="0" y="51"/>
                  <ns1:pt x="0" y="51"/>
                  <ns1:pt x="0" y="52"/>
                </ns1:cubicBezTo>
                <ns1:cubicBezTo>
                  <ns1:pt x="0" y="100"/>
                  <ns1:pt x="0" y="100"/>
                  <ns1:pt x="0" y="100"/>
                </ns1:cubicBezTo>
                <ns1:cubicBezTo>
                  <ns1:pt x="0" y="102"/>
                  <ns1:pt x="2" y="104"/>
                  <ns1:pt x="4" y="104"/>
                </ns1:cubicBezTo>
                <ns1:cubicBezTo>
                  <ns1:pt x="13" y="104"/>
                  <ns1:pt x="13" y="104"/>
                  <ns1:pt x="13" y="104"/>
                </ns1:cubicBezTo>
                <ns1:cubicBezTo>
                  <ns1:pt x="0" y="122"/>
                  <ns1:pt x="0" y="122"/>
                  <ns1:pt x="0" y="122"/>
                </ns1:cubicBezTo>
                <ns1:cubicBezTo>
                  <ns1:pt x="0" y="122"/>
                  <ns1:pt x="0" y="122"/>
                  <ns1:pt x="0" y="122"/>
                </ns1:cubicBezTo>
                <ns1:cubicBezTo>
                  <ns1:pt x="0" y="123"/>
                  <ns1:pt x="0" y="123"/>
                  <ns1:pt x="0" y="124"/>
                </ns1:cubicBezTo>
                <ns1:cubicBezTo>
                  <ns1:pt x="0" y="172"/>
                  <ns1:pt x="0" y="172"/>
                  <ns1:pt x="0" y="172"/>
                </ns1:cubicBezTo>
                <ns1:cubicBezTo>
                  <ns1:pt x="0" y="174"/>
                  <ns1:pt x="2" y="176"/>
                  <ns1:pt x="4" y="176"/>
                </ns1:cubicBezTo>
                <ns1:cubicBezTo>
                  <ns1:pt x="172" y="176"/>
                  <ns1:pt x="172" y="176"/>
                  <ns1:pt x="172" y="176"/>
                </ns1:cubicBezTo>
                <ns1:cubicBezTo>
                  <ns1:pt x="174" y="176"/>
                  <ns1:pt x="176" y="174"/>
                  <ns1:pt x="176" y="172"/>
                </ns1:cubicBezTo>
                <ns1:cubicBezTo>
                  <ns1:pt x="176" y="124"/>
                  <ns1:pt x="176" y="124"/>
                  <ns1:pt x="176" y="124"/>
                </ns1:cubicBezTo>
                <ns1:cubicBezTo>
                  <ns1:pt x="176" y="123"/>
                  <ns1:pt x="176" y="123"/>
                  <ns1:pt x="176" y="122"/>
                </ns1:cubicBezTo>
                <ns1:cubicBezTo>
                  <ns1:pt x="176" y="122"/>
                  <ns1:pt x="176" y="122"/>
                  <ns1:pt x="176" y="122"/>
                </ns1:cubicBezTo>
                <ns1:cubicBezTo>
                  <ns1:pt x="163" y="104"/>
                  <ns1:pt x="163" y="104"/>
                  <ns1:pt x="163" y="104"/>
                </ns1:cubicBezTo>
                <ns1:cubicBezTo>
                  <ns1:pt x="172" y="104"/>
                  <ns1:pt x="172" y="104"/>
                  <ns1:pt x="172" y="104"/>
                </ns1:cubicBezTo>
                <ns1:cubicBezTo>
                  <ns1:pt x="174" y="104"/>
                  <ns1:pt x="176" y="102"/>
                  <ns1:pt x="176" y="100"/>
                </ns1:cubicBezTo>
                <ns1:moveTo>
                  <ns1:pt x="38" y="8"/>
                </ns1:moveTo>
                <ns1:cubicBezTo>
                  <ns1:pt x="138" y="8"/>
                  <ns1:pt x="138" y="8"/>
                  <ns1:pt x="138" y="8"/>
                </ns1:cubicBezTo>
                <ns1:cubicBezTo>
                  <ns1:pt x="165" y="48"/>
                  <ns1:pt x="165" y="48"/>
                  <ns1:pt x="165" y="48"/>
                </ns1:cubicBezTo>
                <ns1:cubicBezTo>
                  <ns1:pt x="116" y="48"/>
                  <ns1:pt x="116" y="48"/>
                  <ns1:pt x="116" y="48"/>
                </ns1:cubicBezTo>
                <ns1:cubicBezTo>
                  <ns1:pt x="114" y="48"/>
                  <ns1:pt x="112" y="50"/>
                  <ns1:pt x="112" y="52"/>
                </ns1:cubicBezTo>
                <ns1:cubicBezTo>
                  <ns1:pt x="112" y="65"/>
                  <ns1:pt x="101" y="76"/>
                  <ns1:pt x="88" y="76"/>
                </ns1:cubicBezTo>
                <ns1:cubicBezTo>
                  <ns1:pt x="75" y="76"/>
                  <ns1:pt x="64" y="65"/>
                  <ns1:pt x="64" y="52"/>
                </ns1:cubicBezTo>
                <ns1:cubicBezTo>
                  <ns1:pt x="64" y="50"/>
                  <ns1:pt x="62" y="48"/>
                  <ns1:pt x="60" y="48"/>
                </ns1:cubicBezTo>
                <ns1:cubicBezTo>
                  <ns1:pt x="11" y="48"/>
                  <ns1:pt x="11" y="48"/>
                  <ns1:pt x="11" y="48"/>
                </ns1:cubicBezTo>
                <ns1:lnTo>
                  <ns1:pt x="38" y="8"/>
                </ns1:lnTo>
                <ns1:close/>
                <ns1:moveTo>
                  <ns1:pt x="168" y="168"/>
                </ns1:moveTo>
                <ns1:cubicBezTo>
                  <ns1:pt x="8" y="168"/>
                  <ns1:pt x="8" y="168"/>
                  <ns1:pt x="8" y="168"/>
                </ns1:cubicBezTo>
                <ns1:cubicBezTo>
                  <ns1:pt x="8" y="128"/>
                  <ns1:pt x="8" y="128"/>
                  <ns1:pt x="8" y="128"/>
                </ns1:cubicBezTo>
                <ns1:cubicBezTo>
                  <ns1:pt x="56" y="128"/>
                  <ns1:pt x="56" y="128"/>
                  <ns1:pt x="56" y="128"/>
                </ns1:cubicBezTo>
                <ns1:cubicBezTo>
                  <ns1:pt x="58" y="144"/>
                  <ns1:pt x="72" y="156"/>
                  <ns1:pt x="88" y="156"/>
                </ns1:cubicBezTo>
                <ns1:cubicBezTo>
                  <ns1:pt x="104" y="156"/>
                  <ns1:pt x="118" y="144"/>
                  <ns1:pt x="120" y="128"/>
                </ns1:cubicBezTo>
                <ns1:cubicBezTo>
                  <ns1:pt x="168" y="128"/>
                  <ns1:pt x="168" y="128"/>
                  <ns1:pt x="168" y="128"/>
                </ns1:cubicBezTo>
                <ns1:lnTo>
                  <ns1:pt x="168" y="168"/>
                </ns1:lnTo>
                <ns1:close/>
                <ns1:moveTo>
                  <ns1:pt x="165" y="120"/>
                </ns1:moveTo>
                <ns1:cubicBezTo>
                  <ns1:pt x="116" y="120"/>
                  <ns1:pt x="116" y="120"/>
                  <ns1:pt x="116" y="120"/>
                </ns1:cubicBezTo>
                <ns1:cubicBezTo>
                  <ns1:pt x="114" y="120"/>
                  <ns1:pt x="112" y="122"/>
                  <ns1:pt x="112" y="124"/>
                </ns1:cubicBezTo>
                <ns1:cubicBezTo>
                  <ns1:pt x="112" y="137"/>
                  <ns1:pt x="101" y="148"/>
                  <ns1:pt x="88" y="148"/>
                </ns1:cubicBezTo>
                <ns1:cubicBezTo>
                  <ns1:pt x="75" y="148"/>
                  <ns1:pt x="64" y="137"/>
                  <ns1:pt x="64" y="124"/>
                </ns1:cubicBezTo>
                <ns1:cubicBezTo>
                  <ns1:pt x="64" y="122"/>
                  <ns1:pt x="62" y="120"/>
                  <ns1:pt x="60" y="120"/>
                </ns1:cubicBezTo>
                <ns1:cubicBezTo>
                  <ns1:pt x="11" y="120"/>
                  <ns1:pt x="11" y="120"/>
                  <ns1:pt x="11" y="120"/>
                </ns1:cubicBezTo>
                <ns1:cubicBezTo>
                  <ns1:pt x="22" y="104"/>
                  <ns1:pt x="22" y="104"/>
                  <ns1:pt x="22" y="104"/>
                </ns1:cubicBezTo>
                <ns1:cubicBezTo>
                  <ns1:pt x="154" y="104"/>
                  <ns1:pt x="154" y="104"/>
                  <ns1:pt x="154" y="104"/>
                </ns1:cubicBezTo>
                <ns1:lnTo>
                  <ns1:pt x="165" y="120"/>
                </ns1:lnTo>
                <ns1:close/>
                <ns1:moveTo>
                  <ns1:pt x="168" y="96"/>
                </ns1:moveTo>
                <ns1:cubicBezTo>
                  <ns1:pt x="8" y="96"/>
                  <ns1:pt x="8" y="96"/>
                  <ns1:pt x="8" y="96"/>
                </ns1:cubicBezTo>
                <ns1:cubicBezTo>
                  <ns1:pt x="8" y="56"/>
                  <ns1:pt x="8" y="56"/>
                  <ns1:pt x="8" y="56"/>
                </ns1:cubicBezTo>
                <ns1:cubicBezTo>
                  <ns1:pt x="56" y="56"/>
                  <ns1:pt x="56" y="56"/>
                  <ns1:pt x="56" y="56"/>
                </ns1:cubicBezTo>
                <ns1:cubicBezTo>
                  <ns1:pt x="58" y="72"/>
                  <ns1:pt x="72" y="84"/>
                  <ns1:pt x="88" y="84"/>
                </ns1:cubicBezTo>
                <ns1:cubicBezTo>
                  <ns1:pt x="104" y="84"/>
                  <ns1:pt x="118" y="72"/>
                  <ns1:pt x="120" y="56"/>
                </ns1:cubicBezTo>
                <ns1:cubicBezTo>
                  <ns1:pt x="168" y="56"/>
                  <ns1:pt x="168" y="56"/>
                  <ns1:pt x="168" y="56"/>
                </ns1:cubicBezTo>
                <ns1:lnTo>
                  <ns1:pt x="168" y="96"/>
                </ns1:lnTo>
                <ns1:close/>
              </ns1:path>
            </ns1:pathLst>
          </ns1:custGeom>
          <ns1:solidFill>
            <ns1:schemeClr val="tx1"/>
          </ns1:solidFill>
          <ns1:ln>
            <ns1:noFill/>
          </ns1:ln>
          <ns1:extLst/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en-US"/>
          </ns1:p>
        </ns0:txBody>
      </ns0:sp>
      <ns0:sp>
        <ns0:nvSpPr>
          <ns0:cNvPr id="21" name="Freeform 17"/>
          <ns0:cNvSpPr>
            <ns1:spLocks/>
          </ns0:cNvSpPr>
          <ns0:nvPr/>
        </ns0:nvSpPr>
        <ns0:spPr bwMode="auto">
          <ns1:xfrm>
            <ns1:off x="3290888" y="1554163"/>
            <ns1:ext cx="555625" cy="557213"/>
          </ns1:xfrm>
          <ns1:custGeom>
            <ns1:avLst/>
            <ns1:gdLst>
              <ns1:gd name="T0" fmla="*/ 172 w 176"/>
              <ns1:gd name="T1" fmla="*/ 84 h 176"/>
              <ns1:gd name="T2" fmla="*/ 168 w 176"/>
              <ns1:gd name="T3" fmla="*/ 88 h 176"/>
              <ns1:gd name="T4" fmla="*/ 88 w 176"/>
              <ns1:gd name="T5" fmla="*/ 168 h 176"/>
              <ns1:gd name="T6" fmla="*/ 8 w 176"/>
              <ns1:gd name="T7" fmla="*/ 88 h 176"/>
              <ns1:gd name="T8" fmla="*/ 88 w 176"/>
              <ns1:gd name="T9" fmla="*/ 8 h 176"/>
              <ns1:gd name="T10" fmla="*/ 152 w 176"/>
              <ns1:gd name="T11" fmla="*/ 40 h 176"/>
              <ns1:gd name="T12" fmla="*/ 120 w 176"/>
              <ns1:gd name="T13" fmla="*/ 40 h 176"/>
              <ns1:gd name="T14" fmla="*/ 116 w 176"/>
              <ns1:gd name="T15" fmla="*/ 44 h 176"/>
              <ns1:gd name="T16" fmla="*/ 120 w 176"/>
              <ns1:gd name="T17" fmla="*/ 48 h 176"/>
              <ns1:gd name="T18" fmla="*/ 160 w 176"/>
              <ns1:gd name="T19" fmla="*/ 48 h 176"/>
              <ns1:gd name="T20" fmla="*/ 164 w 176"/>
              <ns1:gd name="T21" fmla="*/ 44 h 176"/>
              <ns1:gd name="T22" fmla="*/ 164 w 176"/>
              <ns1:gd name="T23" fmla="*/ 4 h 176"/>
              <ns1:gd name="T24" fmla="*/ 160 w 176"/>
              <ns1:gd name="T25" fmla="*/ 0 h 176"/>
              <ns1:gd name="T26" fmla="*/ 156 w 176"/>
              <ns1:gd name="T27" fmla="*/ 4 h 176"/>
              <ns1:gd name="T28" fmla="*/ 156 w 176"/>
              <ns1:gd name="T29" fmla="*/ 32 h 176"/>
              <ns1:gd name="T30" fmla="*/ 88 w 176"/>
              <ns1:gd name="T31" fmla="*/ 0 h 176"/>
              <ns1:gd name="T32" fmla="*/ 0 w 176"/>
              <ns1:gd name="T33" fmla="*/ 88 h 176"/>
              <ns1:gd name="T34" fmla="*/ 88 w 176"/>
              <ns1:gd name="T35" fmla="*/ 176 h 176"/>
              <ns1:gd name="T36" fmla="*/ 176 w 176"/>
              <ns1:gd name="T37" fmla="*/ 88 h 176"/>
              <ns1:gd name="T38" fmla="*/ 172 w 176"/>
              <ns1:gd name="T39" fmla="*/ 84 h 176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  <ns1:cxn ang="0">
                <ns1:pos x="T32" y="T33"/>
              </ns1:cxn>
              <ns1:cxn ang="0">
                <ns1:pos x="T34" y="T35"/>
              </ns1:cxn>
              <ns1:cxn ang="0">
                <ns1:pos x="T36" y="T37"/>
              </ns1:cxn>
              <ns1:cxn ang="0">
                <ns1:pos x="T38" y="T39"/>
              </ns1:cxn>
            </ns1:cxnLst>
            <ns1:rect l="0" t="0" r="r" b="b"/>
            <ns1:pathLst>
              <ns1:path w="176" h="176">
                <ns1:moveTo>
                  <ns1:pt x="172" y="84"/>
                </ns1:moveTo>
                <ns1:cubicBezTo>
                  <ns1:pt x="170" y="84"/>
                  <ns1:pt x="168" y="86"/>
                  <ns1:pt x="168" y="88"/>
                </ns1:cubicBezTo>
                <ns1:cubicBezTo>
                  <ns1:pt x="168" y="132"/>
                  <ns1:pt x="132" y="168"/>
                  <ns1:pt x="88" y="168"/>
                </ns1:cubicBezTo>
                <ns1:cubicBezTo>
                  <ns1:pt x="44" y="168"/>
                  <ns1:pt x="8" y="132"/>
                  <ns1:pt x="8" y="88"/>
                </ns1:cubicBezTo>
                <ns1:cubicBezTo>
                  <ns1:pt x="8" y="44"/>
                  <ns1:pt x="44" y="8"/>
                  <ns1:pt x="88" y="8"/>
                </ns1:cubicBezTo>
                <ns1:cubicBezTo>
                  <ns1:pt x="114" y="8"/>
                  <ns1:pt x="137" y="21"/>
                  <ns1:pt x="152" y="40"/>
                </ns1:cubicBezTo>
                <ns1:cubicBezTo>
                  <ns1:pt x="120" y="40"/>
                  <ns1:pt x="120" y="40"/>
                  <ns1:pt x="120" y="40"/>
                </ns1:cubicBezTo>
                <ns1:cubicBezTo>
                  <ns1:pt x="118" y="40"/>
                  <ns1:pt x="116" y="42"/>
                  <ns1:pt x="116" y="44"/>
                </ns1:cubicBezTo>
                <ns1:cubicBezTo>
                  <ns1:pt x="116" y="46"/>
                  <ns1:pt x="118" y="48"/>
                  <ns1:pt x="120" y="48"/>
                </ns1:cubicBezTo>
                <ns1:cubicBezTo>
                  <ns1:pt x="160" y="48"/>
                  <ns1:pt x="160" y="48"/>
                  <ns1:pt x="160" y="48"/>
                </ns1:cubicBezTo>
                <ns1:cubicBezTo>
                  <ns1:pt x="162" y="48"/>
                  <ns1:pt x="164" y="46"/>
                  <ns1:pt x="164" y="44"/>
                </ns1:cubicBezTo>
                <ns1:cubicBezTo>
                  <ns1:pt x="164" y="4"/>
                  <ns1:pt x="164" y="4"/>
                  <ns1:pt x="164" y="4"/>
                </ns1:cubicBezTo>
                <ns1:cubicBezTo>
                  <ns1:pt x="164" y="2"/>
                  <ns1:pt x="162" y="0"/>
                  <ns1:pt x="160" y="0"/>
                </ns1:cubicBezTo>
                <ns1:cubicBezTo>
                  <ns1:pt x="158" y="0"/>
                  <ns1:pt x="156" y="2"/>
                  <ns1:pt x="156" y="4"/>
                </ns1:cubicBezTo>
                <ns1:cubicBezTo>
                  <ns1:pt x="156" y="32"/>
                  <ns1:pt x="156" y="32"/>
                  <ns1:pt x="156" y="32"/>
                </ns1:cubicBezTo>
                <ns1:cubicBezTo>
                  <ns1:pt x="140" y="13"/>
                  <ns1:pt x="115" y="0"/>
                  <ns1:pt x="88" y="0"/>
                </ns1:cubicBezTo>
                <ns1:cubicBezTo>
                  <ns1:pt x="39" y="0"/>
                  <ns1:pt x="0" y="39"/>
                  <ns1:pt x="0" y="88"/>
                </ns1:cubicBezTo>
                <ns1:cubicBezTo>
                  <ns1:pt x="0" y="137"/>
                  <ns1:pt x="39" y="176"/>
                  <ns1:pt x="88" y="176"/>
                </ns1:cubicBezTo>
                <ns1:cubicBezTo>
                  <ns1:pt x="137" y="176"/>
                  <ns1:pt x="176" y="137"/>
                  <ns1:pt x="176" y="88"/>
                </ns1:cubicBezTo>
                <ns1:cubicBezTo>
                  <ns1:pt x="176" y="86"/>
                  <ns1:pt x="174" y="84"/>
                  <ns1:pt x="172" y="84"/>
                </ns1:cubicBezTo>
              </ns1:path>
            </ns1:pathLst>
          </ns1:custGeom>
          <ns1:solidFill>
            <ns1:schemeClr val="tx1"/>
          </ns1:solidFill>
          <ns1:ln>
            <ns1:noFill/>
          </ns1:ln>
          <ns1:extLst/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en-US"/>
          </ns1:p>
        </ns0:txBody>
      </ns0:sp>
      <ns0:sp>
        <ns0:nvSpPr>
          <ns0:cNvPr id="22" name="Freeform 18"/>
          <ns0:cNvSpPr>
            <ns1:spLocks noEditPoints="1"/>
          </ns0:cNvSpPr>
          <ns0:nvPr/>
        </ns0:nvSpPr>
        <ns0:spPr bwMode="auto">
          <ns1:xfrm>
            <ns1:off x="4352925" y="1554163"/>
            <ns1:ext cx="557212" cy="557213"/>
          </ns1:xfrm>
          <ns1:custGeom>
            <ns1:avLst/>
            <ns1:gdLst>
              <ns1:gd name="T0" fmla="*/ 172 w 176"/>
              <ns1:gd name="T1" fmla="*/ 84 h 176"/>
              <ns1:gd name="T2" fmla="*/ 168 w 176"/>
              <ns1:gd name="T3" fmla="*/ 88 h 176"/>
              <ns1:gd name="T4" fmla="*/ 88 w 176"/>
              <ns1:gd name="T5" fmla="*/ 168 h 176"/>
              <ns1:gd name="T6" fmla="*/ 24 w 176"/>
              <ns1:gd name="T7" fmla="*/ 136 h 176"/>
              <ns1:gd name="T8" fmla="*/ 56 w 176"/>
              <ns1:gd name="T9" fmla="*/ 136 h 176"/>
              <ns1:gd name="T10" fmla="*/ 60 w 176"/>
              <ns1:gd name="T11" fmla="*/ 132 h 176"/>
              <ns1:gd name="T12" fmla="*/ 56 w 176"/>
              <ns1:gd name="T13" fmla="*/ 128 h 176"/>
              <ns1:gd name="T14" fmla="*/ 16 w 176"/>
              <ns1:gd name="T15" fmla="*/ 128 h 176"/>
              <ns1:gd name="T16" fmla="*/ 12 w 176"/>
              <ns1:gd name="T17" fmla="*/ 132 h 176"/>
              <ns1:gd name="T18" fmla="*/ 12 w 176"/>
              <ns1:gd name="T19" fmla="*/ 172 h 176"/>
              <ns1:gd name="T20" fmla="*/ 16 w 176"/>
              <ns1:gd name="T21" fmla="*/ 176 h 176"/>
              <ns1:gd name="T22" fmla="*/ 20 w 176"/>
              <ns1:gd name="T23" fmla="*/ 172 h 176"/>
              <ns1:gd name="T24" fmla="*/ 20 w 176"/>
              <ns1:gd name="T25" fmla="*/ 144 h 176"/>
              <ns1:gd name="T26" fmla="*/ 88 w 176"/>
              <ns1:gd name="T27" fmla="*/ 176 h 176"/>
              <ns1:gd name="T28" fmla="*/ 176 w 176"/>
              <ns1:gd name="T29" fmla="*/ 88 h 176"/>
              <ns1:gd name="T30" fmla="*/ 172 w 176"/>
              <ns1:gd name="T31" fmla="*/ 84 h 176"/>
              <ns1:gd name="T32" fmla="*/ 88 w 176"/>
              <ns1:gd name="T33" fmla="*/ 8 h 176"/>
              <ns1:gd name="T34" fmla="*/ 152 w 176"/>
              <ns1:gd name="T35" fmla="*/ 40 h 176"/>
              <ns1:gd name="T36" fmla="*/ 120 w 176"/>
              <ns1:gd name="T37" fmla="*/ 40 h 176"/>
              <ns1:gd name="T38" fmla="*/ 116 w 176"/>
              <ns1:gd name="T39" fmla="*/ 44 h 176"/>
              <ns1:gd name="T40" fmla="*/ 120 w 176"/>
              <ns1:gd name="T41" fmla="*/ 48 h 176"/>
              <ns1:gd name="T42" fmla="*/ 160 w 176"/>
              <ns1:gd name="T43" fmla="*/ 48 h 176"/>
              <ns1:gd name="T44" fmla="*/ 164 w 176"/>
              <ns1:gd name="T45" fmla="*/ 44 h 176"/>
              <ns1:gd name="T46" fmla="*/ 164 w 176"/>
              <ns1:gd name="T47" fmla="*/ 4 h 176"/>
              <ns1:gd name="T48" fmla="*/ 160 w 176"/>
              <ns1:gd name="T49" fmla="*/ 0 h 176"/>
              <ns1:gd name="T50" fmla="*/ 156 w 176"/>
              <ns1:gd name="T51" fmla="*/ 4 h 176"/>
              <ns1:gd name="T52" fmla="*/ 156 w 176"/>
              <ns1:gd name="T53" fmla="*/ 32 h 176"/>
              <ns1:gd name="T54" fmla="*/ 88 w 176"/>
              <ns1:gd name="T55" fmla="*/ 0 h 176"/>
              <ns1:gd name="T56" fmla="*/ 0 w 176"/>
              <ns1:gd name="T57" fmla="*/ 88 h 176"/>
              <ns1:gd name="T58" fmla="*/ 4 w 176"/>
              <ns1:gd name="T59" fmla="*/ 92 h 176"/>
              <ns1:gd name="T60" fmla="*/ 8 w 176"/>
              <ns1:gd name="T61" fmla="*/ 88 h 176"/>
              <ns1:gd name="T62" fmla="*/ 88 w 176"/>
              <ns1:gd name="T63" fmla="*/ 8 h 176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  <ns1:cxn ang="0">
                <ns1:pos x="T32" y="T33"/>
              </ns1:cxn>
              <ns1:cxn ang="0">
                <ns1:pos x="T34" y="T35"/>
              </ns1:cxn>
              <ns1:cxn ang="0">
                <ns1:pos x="T36" y="T37"/>
              </ns1:cxn>
              <ns1:cxn ang="0">
                <ns1:pos x="T38" y="T39"/>
              </ns1:cxn>
              <ns1:cxn ang="0">
                <ns1:pos x="T40" y="T41"/>
              </ns1:cxn>
              <ns1:cxn ang="0">
                <ns1:pos x="T42" y="T43"/>
              </ns1:cxn>
              <ns1:cxn ang="0">
                <ns1:pos x="T44" y="T45"/>
              </ns1:cxn>
              <ns1:cxn ang="0">
                <ns1:pos x="T46" y="T47"/>
              </ns1:cxn>
              <ns1:cxn ang="0">
                <ns1:pos x="T48" y="T49"/>
              </ns1:cxn>
              <ns1:cxn ang="0">
                <ns1:pos x="T50" y="T51"/>
              </ns1:cxn>
              <ns1:cxn ang="0">
                <ns1:pos x="T52" y="T53"/>
              </ns1:cxn>
              <ns1:cxn ang="0">
                <ns1:pos x="T54" y="T55"/>
              </ns1:cxn>
              <ns1:cxn ang="0">
                <ns1:pos x="T56" y="T57"/>
              </ns1:cxn>
              <ns1:cxn ang="0">
                <ns1:pos x="T58" y="T59"/>
              </ns1:cxn>
              <ns1:cxn ang="0">
                <ns1:pos x="T60" y="T61"/>
              </ns1:cxn>
              <ns1:cxn ang="0">
                <ns1:pos x="T62" y="T63"/>
              </ns1:cxn>
            </ns1:cxnLst>
            <ns1:rect l="0" t="0" r="r" b="b"/>
            <ns1:pathLst>
              <ns1:path w="176" h="176">
                <ns1:moveTo>
                  <ns1:pt x="172" y="84"/>
                </ns1:moveTo>
                <ns1:cubicBezTo>
                  <ns1:pt x="170" y="84"/>
                  <ns1:pt x="168" y="86"/>
                  <ns1:pt x="168" y="88"/>
                </ns1:cubicBezTo>
                <ns1:cubicBezTo>
                  <ns1:pt x="168" y="132"/>
                  <ns1:pt x="132" y="168"/>
                  <ns1:pt x="88" y="168"/>
                </ns1:cubicBezTo>
                <ns1:cubicBezTo>
                  <ns1:pt x="62" y="168"/>
                  <ns1:pt x="39" y="155"/>
                  <ns1:pt x="24" y="136"/>
                </ns1:cubicBezTo>
                <ns1:cubicBezTo>
                  <ns1:pt x="56" y="136"/>
                  <ns1:pt x="56" y="136"/>
                  <ns1:pt x="56" y="136"/>
                </ns1:cubicBezTo>
                <ns1:cubicBezTo>
                  <ns1:pt x="58" y="136"/>
                  <ns1:pt x="60" y="134"/>
                  <ns1:pt x="60" y="132"/>
                </ns1:cubicBezTo>
                <ns1:cubicBezTo>
                  <ns1:pt x="60" y="130"/>
                  <ns1:pt x="58" y="128"/>
                  <ns1:pt x="56" y="128"/>
                </ns1:cubicBezTo>
                <ns1:cubicBezTo>
                  <ns1:pt x="16" y="128"/>
                  <ns1:pt x="16" y="128"/>
                  <ns1:pt x="16" y="128"/>
                </ns1:cubicBezTo>
                <ns1:cubicBezTo>
                  <ns1:pt x="14" y="128"/>
                  <ns1:pt x="12" y="130"/>
                  <ns1:pt x="12" y="132"/>
                </ns1:cubicBezTo>
                <ns1:cubicBezTo>
                  <ns1:pt x="12" y="172"/>
                  <ns1:pt x="12" y="172"/>
                  <ns1:pt x="12" y="172"/>
                </ns1:cubicBezTo>
                <ns1:cubicBezTo>
                  <ns1:pt x="12" y="174"/>
                  <ns1:pt x="14" y="176"/>
                  <ns1:pt x="16" y="176"/>
                </ns1:cubicBezTo>
                <ns1:cubicBezTo>
                  <ns1:pt x="18" y="176"/>
                  <ns1:pt x="20" y="174"/>
                  <ns1:pt x="20" y="172"/>
                </ns1:cubicBezTo>
                <ns1:cubicBezTo>
                  <ns1:pt x="20" y="144"/>
                  <ns1:pt x="20" y="144"/>
                  <ns1:pt x="20" y="144"/>
                </ns1:cubicBezTo>
                <ns1:cubicBezTo>
                  <ns1:pt x="36" y="163"/>
                  <ns1:pt x="61" y="176"/>
                  <ns1:pt x="88" y="176"/>
                </ns1:cubicBezTo>
                <ns1:cubicBezTo>
                  <ns1:pt x="137" y="176"/>
                  <ns1:pt x="176" y="137"/>
                  <ns1:pt x="176" y="88"/>
                </ns1:cubicBezTo>
                <ns1:cubicBezTo>
                  <ns1:pt x="176" y="86"/>
                  <ns1:pt x="174" y="84"/>
                  <ns1:pt x="172" y="84"/>
                </ns1:cubicBezTo>
                <ns1:moveTo>
                  <ns1:pt x="88" y="8"/>
                </ns1:moveTo>
                <ns1:cubicBezTo>
                  <ns1:pt x="114" y="8"/>
                  <ns1:pt x="137" y="21"/>
                  <ns1:pt x="152" y="40"/>
                </ns1:cubicBezTo>
                <ns1:cubicBezTo>
                  <ns1:pt x="120" y="40"/>
                  <ns1:pt x="120" y="40"/>
                  <ns1:pt x="120" y="40"/>
                </ns1:cubicBezTo>
                <ns1:cubicBezTo>
                  <ns1:pt x="118" y="40"/>
                  <ns1:pt x="116" y="42"/>
                  <ns1:pt x="116" y="44"/>
                </ns1:cubicBezTo>
                <ns1:cubicBezTo>
                  <ns1:pt x="116" y="46"/>
                  <ns1:pt x="118" y="48"/>
                  <ns1:pt x="120" y="48"/>
                </ns1:cubicBezTo>
                <ns1:cubicBezTo>
                  <ns1:pt x="160" y="48"/>
                  <ns1:pt x="160" y="48"/>
                  <ns1:pt x="160" y="48"/>
                </ns1:cubicBezTo>
                <ns1:cubicBezTo>
                  <ns1:pt x="162" y="48"/>
                  <ns1:pt x="164" y="46"/>
                  <ns1:pt x="164" y="44"/>
                </ns1:cubicBezTo>
                <ns1:cubicBezTo>
                  <ns1:pt x="164" y="4"/>
                  <ns1:pt x="164" y="4"/>
                  <ns1:pt x="164" y="4"/>
                </ns1:cubicBezTo>
                <ns1:cubicBezTo>
                  <ns1:pt x="164" y="2"/>
                  <ns1:pt x="162" y="0"/>
                  <ns1:pt x="160" y="0"/>
                </ns1:cubicBezTo>
                <ns1:cubicBezTo>
                  <ns1:pt x="158" y="0"/>
                  <ns1:pt x="156" y="2"/>
                  <ns1:pt x="156" y="4"/>
                </ns1:cubicBezTo>
                <ns1:cubicBezTo>
                  <ns1:pt x="156" y="32"/>
                  <ns1:pt x="156" y="32"/>
                  <ns1:pt x="156" y="32"/>
                </ns1:cubicBezTo>
                <ns1:cubicBezTo>
                  <ns1:pt x="140" y="13"/>
                  <ns1:pt x="115" y="0"/>
                  <ns1:pt x="88" y="0"/>
                </ns1:cubicBezTo>
                <ns1:cubicBezTo>
                  <ns1:pt x="39" y="0"/>
                  <ns1:pt x="0" y="39"/>
                  <ns1:pt x="0" y="88"/>
                </ns1:cubicBezTo>
                <ns1:cubicBezTo>
                  <ns1:pt x="0" y="90"/>
                  <ns1:pt x="2" y="92"/>
                  <ns1:pt x="4" y="92"/>
                </ns1:cubicBezTo>
                <ns1:cubicBezTo>
                  <ns1:pt x="6" y="92"/>
                  <ns1:pt x="8" y="90"/>
                  <ns1:pt x="8" y="88"/>
                </ns1:cubicBezTo>
                <ns1:cubicBezTo>
                  <ns1:pt x="8" y="44"/>
                  <ns1:pt x="44" y="8"/>
                  <ns1:pt x="88" y="8"/>
                </ns1:cubicBezTo>
              </ns1:path>
            </ns1:pathLst>
          </ns1:custGeom>
          <ns1:solidFill>
            <ns1:schemeClr val="tx1"/>
          </ns1:solidFill>
          <ns1:ln>
            <ns1:noFill/>
          </ns1:ln>
          <ns1:extLst/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en-US"/>
          </ns1:p>
        </ns0:txBody>
      </ns0:sp>
      <ns0:sp>
        <ns0:nvSpPr>
          <ns0:cNvPr id="23" name="Freeform 19"/>
          <ns0:cNvSpPr>
            <ns1:spLocks noEditPoints="1"/>
          </ns0:cNvSpPr>
          <ns0:nvPr/>
        </ns0:nvSpPr>
        <ns0:spPr bwMode="auto">
          <ns1:xfrm>
            <ns1:off x="5467350" y="1554163"/>
            <ns1:ext cx="455612" cy="557213"/>
          </ns1:xfrm>
          <ns1:custGeom>
            <ns1:avLst/>
            <ns1:gdLst>
              <ns1:gd name="T0" fmla="*/ 140 w 144"/>
              <ns1:gd name="T1" fmla="*/ 100 h 176"/>
              <ns1:gd name="T2" fmla="*/ 136 w 144"/>
              <ns1:gd name="T3" fmla="*/ 104 h 176"/>
              <ns1:gd name="T4" fmla="*/ 72 w 144"/>
              <ns1:gd name="T5" fmla="*/ 168 h 176"/>
              <ns1:gd name="T6" fmla="*/ 8 w 144"/>
              <ns1:gd name="T7" fmla="*/ 104 h 176"/>
              <ns1:gd name="T8" fmla="*/ 72 w 144"/>
              <ns1:gd name="T9" fmla="*/ 40 h 176"/>
              <ns1:gd name="T10" fmla="*/ 72 w 144"/>
              <ns1:gd name="T11" fmla="*/ 68 h 176"/>
              <ns1:gd name="T12" fmla="*/ 76 w 144"/>
              <ns1:gd name="T13" fmla="*/ 72 h 176"/>
              <ns1:gd name="T14" fmla="*/ 78 w 144"/>
              <ns1:gd name="T15" fmla="*/ 71 h 176"/>
              <ns1:gd name="T16" fmla="*/ 78 w 144"/>
              <ns1:gd name="T17" fmla="*/ 71 h 176"/>
              <ns1:gd name="T18" fmla="*/ 126 w 144"/>
              <ns1:gd name="T19" fmla="*/ 39 h 176"/>
              <ns1:gd name="T20" fmla="*/ 126 w 144"/>
              <ns1:gd name="T21" fmla="*/ 39 h 176"/>
              <ns1:gd name="T22" fmla="*/ 128 w 144"/>
              <ns1:gd name="T23" fmla="*/ 36 h 176"/>
              <ns1:gd name="T24" fmla="*/ 126 w 144"/>
              <ns1:gd name="T25" fmla="*/ 33 h 176"/>
              <ns1:gd name="T26" fmla="*/ 126 w 144"/>
              <ns1:gd name="T27" fmla="*/ 33 h 176"/>
              <ns1:gd name="T28" fmla="*/ 78 w 144"/>
              <ns1:gd name="T29" fmla="*/ 1 h 176"/>
              <ns1:gd name="T30" fmla="*/ 78 w 144"/>
              <ns1:gd name="T31" fmla="*/ 1 h 176"/>
              <ns1:gd name="T32" fmla="*/ 76 w 144"/>
              <ns1:gd name="T33" fmla="*/ 0 h 176"/>
              <ns1:gd name="T34" fmla="*/ 72 w 144"/>
              <ns1:gd name="T35" fmla="*/ 4 h 176"/>
              <ns1:gd name="T36" fmla="*/ 72 w 144"/>
              <ns1:gd name="T37" fmla="*/ 32 h 176"/>
              <ns1:gd name="T38" fmla="*/ 0 w 144"/>
              <ns1:gd name="T39" fmla="*/ 104 h 176"/>
              <ns1:gd name="T40" fmla="*/ 72 w 144"/>
              <ns1:gd name="T41" fmla="*/ 176 h 176"/>
              <ns1:gd name="T42" fmla="*/ 144 w 144"/>
              <ns1:gd name="T43" fmla="*/ 104 h 176"/>
              <ns1:gd name="T44" fmla="*/ 140 w 144"/>
              <ns1:gd name="T45" fmla="*/ 100 h 176"/>
              <ns1:gd name="T46" fmla="*/ 80 w 144"/>
              <ns1:gd name="T47" fmla="*/ 11 h 176"/>
              <ns1:gd name="T48" fmla="*/ 117 w 144"/>
              <ns1:gd name="T49" fmla="*/ 36 h 176"/>
              <ns1:gd name="T50" fmla="*/ 80 w 144"/>
              <ns1:gd name="T51" fmla="*/ 61 h 176"/>
              <ns1:gd name="T52" fmla="*/ 80 w 144"/>
              <ns1:gd name="T53" fmla="*/ 11 h 176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  <ns1:cxn ang="0">
                <ns1:pos x="T32" y="T33"/>
              </ns1:cxn>
              <ns1:cxn ang="0">
                <ns1:pos x="T34" y="T35"/>
              </ns1:cxn>
              <ns1:cxn ang="0">
                <ns1:pos x="T36" y="T37"/>
              </ns1:cxn>
              <ns1:cxn ang="0">
                <ns1:pos x="T38" y="T39"/>
              </ns1:cxn>
              <ns1:cxn ang="0">
                <ns1:pos x="T40" y="T41"/>
              </ns1:cxn>
              <ns1:cxn ang="0">
                <ns1:pos x="T42" y="T43"/>
              </ns1:cxn>
              <ns1:cxn ang="0">
                <ns1:pos x="T44" y="T45"/>
              </ns1:cxn>
              <ns1:cxn ang="0">
                <ns1:pos x="T46" y="T47"/>
              </ns1:cxn>
              <ns1:cxn ang="0">
                <ns1:pos x="T48" y="T49"/>
              </ns1:cxn>
              <ns1:cxn ang="0">
                <ns1:pos x="T50" y="T51"/>
              </ns1:cxn>
              <ns1:cxn ang="0">
                <ns1:pos x="T52" y="T53"/>
              </ns1:cxn>
            </ns1:cxnLst>
            <ns1:rect l="0" t="0" r="r" b="b"/>
            <ns1:pathLst>
              <ns1:path w="144" h="176">
                <ns1:moveTo>
                  <ns1:pt x="140" y="100"/>
                </ns1:moveTo>
                <ns1:cubicBezTo>
                  <ns1:pt x="138" y="100"/>
                  <ns1:pt x="136" y="102"/>
                  <ns1:pt x="136" y="104"/>
                </ns1:cubicBezTo>
                <ns1:cubicBezTo>
                  <ns1:pt x="136" y="139"/>
                  <ns1:pt x="107" y="168"/>
                  <ns1:pt x="72" y="168"/>
                </ns1:cubicBezTo>
                <ns1:cubicBezTo>
                  <ns1:pt x="37" y="168"/>
                  <ns1:pt x="8" y="139"/>
                  <ns1:pt x="8" y="104"/>
                </ns1:cubicBezTo>
                <ns1:cubicBezTo>
                  <ns1:pt x="8" y="69"/>
                  <ns1:pt x="37" y="40"/>
                  <ns1:pt x="72" y="40"/>
                </ns1:cubicBezTo>
                <ns1:cubicBezTo>
                  <ns1:pt x="72" y="68"/>
                  <ns1:pt x="72" y="68"/>
                  <ns1:pt x="72" y="68"/>
                </ns1:cubicBezTo>
                <ns1:cubicBezTo>
                  <ns1:pt x="72" y="70"/>
                  <ns1:pt x="74" y="72"/>
                  <ns1:pt x="76" y="72"/>
                </ns1:cubicBezTo>
                <ns1:cubicBezTo>
                  <ns1:pt x="77" y="72"/>
                  <ns1:pt x="78" y="72"/>
                  <ns1:pt x="78" y="71"/>
                </ns1:cubicBezTo>
                <ns1:cubicBezTo>
                  <ns1:pt x="78" y="71"/>
                  <ns1:pt x="78" y="71"/>
                  <ns1:pt x="78" y="71"/>
                </ns1:cubicBezTo>
                <ns1:cubicBezTo>
                  <ns1:pt x="126" y="39"/>
                  <ns1:pt x="126" y="39"/>
                  <ns1:pt x="126" y="39"/>
                </ns1:cubicBezTo>
                <ns1:cubicBezTo>
                  <ns1:pt x="126" y="39"/>
                  <ns1:pt x="126" y="39"/>
                  <ns1:pt x="126" y="39"/>
                </ns1:cubicBezTo>
                <ns1:cubicBezTo>
                  <ns1:pt x="127" y="39"/>
                  <ns1:pt x="128" y="37"/>
                  <ns1:pt x="128" y="36"/>
                </ns1:cubicBezTo>
                <ns1:cubicBezTo>
                  <ns1:pt x="128" y="35"/>
                  <ns1:pt x="127" y="33"/>
                  <ns1:pt x="126" y="33"/>
                </ns1:cubicBezTo>
                <ns1:cubicBezTo>
                  <ns1:pt x="126" y="33"/>
                  <ns1:pt x="126" y="33"/>
                  <ns1:pt x="126" y="33"/>
                </ns1:cubicBezTo>
                <ns1:cubicBezTo>
                  <ns1:pt x="78" y="1"/>
                  <ns1:pt x="78" y="1"/>
                  <ns1:pt x="78" y="1"/>
                </ns1:cubicBezTo>
                <ns1:cubicBezTo>
                  <ns1:pt x="78" y="1"/>
                  <ns1:pt x="78" y="1"/>
                  <ns1:pt x="78" y="1"/>
                </ns1:cubicBezTo>
                <ns1:cubicBezTo>
                  <ns1:pt x="78" y="0"/>
                  <ns1:pt x="77" y="0"/>
                  <ns1:pt x="76" y="0"/>
                </ns1:cubicBezTo>
                <ns1:cubicBezTo>
                  <ns1:pt x="74" y="0"/>
                  <ns1:pt x="72" y="2"/>
                  <ns1:pt x="72" y="4"/>
                </ns1:cubicBezTo>
                <ns1:cubicBezTo>
                  <ns1:pt x="72" y="32"/>
                  <ns1:pt x="72" y="32"/>
                  <ns1:pt x="72" y="32"/>
                </ns1:cubicBezTo>
                <ns1:cubicBezTo>
                  <ns1:pt x="32" y="32"/>
                  <ns1:pt x="0" y="64"/>
                  <ns1:pt x="0" y="104"/>
                </ns1:cubicBezTo>
                <ns1:cubicBezTo>
                  <ns1:pt x="0" y="144"/>
                  <ns1:pt x="32" y="176"/>
                  <ns1:pt x="72" y="176"/>
                </ns1:cubicBezTo>
                <ns1:cubicBezTo>
                  <ns1:pt x="112" y="176"/>
                  <ns1:pt x="144" y="144"/>
                  <ns1:pt x="144" y="104"/>
                </ns1:cubicBezTo>
                <ns1:cubicBezTo>
                  <ns1:pt x="144" y="102"/>
                  <ns1:pt x="142" y="100"/>
                  <ns1:pt x="140" y="100"/>
                </ns1:cubicBezTo>
                <ns1:moveTo>
                  <ns1:pt x="80" y="11"/>
                </ns1:moveTo>
                <ns1:cubicBezTo>
                  <ns1:pt x="117" y="36"/>
                  <ns1:pt x="117" y="36"/>
                  <ns1:pt x="117" y="36"/>
                </ns1:cubicBezTo>
                <ns1:cubicBezTo>
                  <ns1:pt x="80" y="61"/>
                  <ns1:pt x="80" y="61"/>
                  <ns1:pt x="80" y="61"/>
                </ns1:cubicBezTo>
                <ns1:lnTo>
                  <ns1:pt x="80" y="11"/>
                </ns1:lnTo>
                <ns1:close/>
              </ns1:path>
            </ns1:pathLst>
          </ns1:custGeom>
          <ns1:solidFill>
            <ns1:schemeClr val="tx1"/>
          </ns1:solidFill>
          <ns1:ln>
            <ns1:noFill/>
          </ns1:ln>
          <ns1:extLst/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en-US"/>
          </ns1:p>
        </ns0:txBody>
      </ns0:sp>
      <ns0:sp>
        <ns0:nvSpPr>
          <ns0:cNvPr id="24" name="Freeform 20"/>
          <ns0:cNvSpPr>
            <ns1:spLocks/>
          </ns0:cNvSpPr>
          <ns0:nvPr/>
        </ns0:nvSpPr>
        <ns0:spPr bwMode="auto">
          <ns1:xfrm>
            <ns1:off x="6530975" y="1554163"/>
            <ns1:ext cx="455612" cy="557213"/>
          </ns1:xfrm>
          <ns1:custGeom>
            <ns1:avLst/>
            <ns1:gdLst>
              <ns1:gd name="T0" fmla="*/ 140 w 144"/>
              <ns1:gd name="T1" fmla="*/ 100 h 176"/>
              <ns1:gd name="T2" fmla="*/ 136 w 144"/>
              <ns1:gd name="T3" fmla="*/ 104 h 176"/>
              <ns1:gd name="T4" fmla="*/ 72 w 144"/>
              <ns1:gd name="T5" fmla="*/ 168 h 176"/>
              <ns1:gd name="T6" fmla="*/ 8 w 144"/>
              <ns1:gd name="T7" fmla="*/ 104 h 176"/>
              <ns1:gd name="T8" fmla="*/ 72 w 144"/>
              <ns1:gd name="T9" fmla="*/ 40 h 176"/>
              <ns1:gd name="T10" fmla="*/ 98 w 144"/>
              <ns1:gd name="T11" fmla="*/ 40 h 176"/>
              <ns1:gd name="T12" fmla="*/ 74 w 144"/>
              <ns1:gd name="T13" fmla="*/ 65 h 176"/>
              <ns1:gd name="T14" fmla="*/ 74 w 144"/>
              <ns1:gd name="T15" fmla="*/ 65 h 176"/>
              <ns1:gd name="T16" fmla="*/ 72 w 144"/>
              <ns1:gd name="T17" fmla="*/ 68 h 176"/>
              <ns1:gd name="T18" fmla="*/ 76 w 144"/>
              <ns1:gd name="T19" fmla="*/ 72 h 176"/>
              <ns1:gd name="T20" fmla="*/ 78 w 144"/>
              <ns1:gd name="T21" fmla="*/ 71 h 176"/>
              <ns1:gd name="T22" fmla="*/ 78 w 144"/>
              <ns1:gd name="T23" fmla="*/ 71 h 176"/>
              <ns1:gd name="T24" fmla="*/ 78 w 144"/>
              <ns1:gd name="T25" fmla="*/ 71 h 176"/>
              <ns1:gd name="T26" fmla="*/ 79 w 144"/>
              <ns1:gd name="T27" fmla="*/ 70 h 176"/>
              <ns1:gd name="T28" fmla="*/ 110 w 144"/>
              <ns1:gd name="T29" fmla="*/ 39 h 176"/>
              <ns1:gd name="T30" fmla="*/ 110 w 144"/>
              <ns1:gd name="T31" fmla="*/ 39 h 176"/>
              <ns1:gd name="T32" fmla="*/ 112 w 144"/>
              <ns1:gd name="T33" fmla="*/ 36 h 176"/>
              <ns1:gd name="T34" fmla="*/ 110 w 144"/>
              <ns1:gd name="T35" fmla="*/ 33 h 176"/>
              <ns1:gd name="T36" fmla="*/ 110 w 144"/>
              <ns1:gd name="T37" fmla="*/ 33 h 176"/>
              <ns1:gd name="T38" fmla="*/ 79 w 144"/>
              <ns1:gd name="T39" fmla="*/ 2 h 176"/>
              <ns1:gd name="T40" fmla="*/ 78 w 144"/>
              <ns1:gd name="T41" fmla="*/ 1 h 176"/>
              <ns1:gd name="T42" fmla="*/ 78 w 144"/>
              <ns1:gd name="T43" fmla="*/ 1 h 176"/>
              <ns1:gd name="T44" fmla="*/ 78 w 144"/>
              <ns1:gd name="T45" fmla="*/ 1 h 176"/>
              <ns1:gd name="T46" fmla="*/ 76 w 144"/>
              <ns1:gd name="T47" fmla="*/ 0 h 176"/>
              <ns1:gd name="T48" fmla="*/ 72 w 144"/>
              <ns1:gd name="T49" fmla="*/ 4 h 176"/>
              <ns1:gd name="T50" fmla="*/ 74 w 144"/>
              <ns1:gd name="T51" fmla="*/ 7 h 176"/>
              <ns1:gd name="T52" fmla="*/ 74 w 144"/>
              <ns1:gd name="T53" fmla="*/ 7 h 176"/>
              <ns1:gd name="T54" fmla="*/ 98 w 144"/>
              <ns1:gd name="T55" fmla="*/ 32 h 176"/>
              <ns1:gd name="T56" fmla="*/ 72 w 144"/>
              <ns1:gd name="T57" fmla="*/ 32 h 176"/>
              <ns1:gd name="T58" fmla="*/ 0 w 144"/>
              <ns1:gd name="T59" fmla="*/ 104 h 176"/>
              <ns1:gd name="T60" fmla="*/ 72 w 144"/>
              <ns1:gd name="T61" fmla="*/ 176 h 176"/>
              <ns1:gd name="T62" fmla="*/ 144 w 144"/>
              <ns1:gd name="T63" fmla="*/ 104 h 176"/>
              <ns1:gd name="T64" fmla="*/ 140 w 144"/>
              <ns1:gd name="T65" fmla="*/ 100 h 176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  <ns1:cxn ang="0">
                <ns1:pos x="T32" y="T33"/>
              </ns1:cxn>
              <ns1:cxn ang="0">
                <ns1:pos x="T34" y="T35"/>
              </ns1:cxn>
              <ns1:cxn ang="0">
                <ns1:pos x="T36" y="T37"/>
              </ns1:cxn>
              <ns1:cxn ang="0">
                <ns1:pos x="T38" y="T39"/>
              </ns1:cxn>
              <ns1:cxn ang="0">
                <ns1:pos x="T40" y="T41"/>
              </ns1:cxn>
              <ns1:cxn ang="0">
                <ns1:pos x="T42" y="T43"/>
              </ns1:cxn>
              <ns1:cxn ang="0">
                <ns1:pos x="T44" y="T45"/>
              </ns1:cxn>
              <ns1:cxn ang="0">
                <ns1:pos x="T46" y="T47"/>
              </ns1:cxn>
              <ns1:cxn ang="0">
                <ns1:pos x="T48" y="T49"/>
              </ns1:cxn>
              <ns1:cxn ang="0">
                <ns1:pos x="T50" y="T51"/>
              </ns1:cxn>
              <ns1:cxn ang="0">
                <ns1:pos x="T52" y="T53"/>
              </ns1:cxn>
              <ns1:cxn ang="0">
                <ns1:pos x="T54" y="T55"/>
              </ns1:cxn>
              <ns1:cxn ang="0">
                <ns1:pos x="T56" y="T57"/>
              </ns1:cxn>
              <ns1:cxn ang="0">
                <ns1:pos x="T58" y="T59"/>
              </ns1:cxn>
              <ns1:cxn ang="0">
                <ns1:pos x="T60" y="T61"/>
              </ns1:cxn>
              <ns1:cxn ang="0">
                <ns1:pos x="T62" y="T63"/>
              </ns1:cxn>
              <ns1:cxn ang="0">
                <ns1:pos x="T64" y="T65"/>
              </ns1:cxn>
            </ns1:cxnLst>
            <ns1:rect l="0" t="0" r="r" b="b"/>
            <ns1:pathLst>
              <ns1:path w="144" h="176">
                <ns1:moveTo>
                  <ns1:pt x="140" y="100"/>
                </ns1:moveTo>
                <ns1:cubicBezTo>
                  <ns1:pt x="138" y="100"/>
                  <ns1:pt x="136" y="102"/>
                  <ns1:pt x="136" y="104"/>
                </ns1:cubicBezTo>
                <ns1:cubicBezTo>
                  <ns1:pt x="136" y="139"/>
                  <ns1:pt x="107" y="168"/>
                  <ns1:pt x="72" y="168"/>
                </ns1:cubicBezTo>
                <ns1:cubicBezTo>
                  <ns1:pt x="37" y="168"/>
                  <ns1:pt x="8" y="139"/>
                  <ns1:pt x="8" y="104"/>
                </ns1:cubicBezTo>
                <ns1:cubicBezTo>
                  <ns1:pt x="8" y="69"/>
                  <ns1:pt x="37" y="40"/>
                  <ns1:pt x="72" y="40"/>
                </ns1:cubicBezTo>
                <ns1:cubicBezTo>
                  <ns1:pt x="98" y="40"/>
                  <ns1:pt x="98" y="40"/>
                  <ns1:pt x="98" y="40"/>
                </ns1:cubicBezTo>
                <ns1:cubicBezTo>
                  <ns1:pt x="74" y="65"/>
                  <ns1:pt x="74" y="65"/>
                  <ns1:pt x="74" y="65"/>
                </ns1:cubicBezTo>
                <ns1:cubicBezTo>
                  <ns1:pt x="74" y="65"/>
                  <ns1:pt x="74" y="65"/>
                  <ns1:pt x="74" y="65"/>
                </ns1:cubicBezTo>
                <ns1:cubicBezTo>
                  <ns1:pt x="73" y="65"/>
                  <ns1:pt x="72" y="67"/>
                  <ns1:pt x="72" y="68"/>
                </ns1:cubicBezTo>
                <ns1:cubicBezTo>
                  <ns1:pt x="72" y="70"/>
                  <ns1:pt x="74" y="72"/>
                  <ns1:pt x="76" y="72"/>
                </ns1:cubicBezTo>
                <ns1:cubicBezTo>
                  <ns1:pt x="77" y="72"/>
                  <ns1:pt x="78" y="72"/>
                  <ns1:pt x="78" y="71"/>
                </ns1:cubicBezTo>
                <ns1:cubicBezTo>
                  <ns1:pt x="78" y="71"/>
                  <ns1:pt x="78" y="71"/>
                  <ns1:pt x="78" y="71"/>
                </ns1:cubicBezTo>
                <ns1:cubicBezTo>
                  <ns1:pt x="78" y="71"/>
                  <ns1:pt x="78" y="71"/>
                  <ns1:pt x="78" y="71"/>
                </ns1:cubicBezTo>
                <ns1:cubicBezTo>
                  <ns1:pt x="79" y="71"/>
                  <ns1:pt x="79" y="71"/>
                  <ns1:pt x="79" y="70"/>
                </ns1:cubicBezTo>
                <ns1:cubicBezTo>
                  <ns1:pt x="110" y="39"/>
                  <ns1:pt x="110" y="39"/>
                  <ns1:pt x="110" y="39"/>
                </ns1:cubicBezTo>
                <ns1:cubicBezTo>
                  <ns1:pt x="110" y="39"/>
                  <ns1:pt x="110" y="39"/>
                  <ns1:pt x="110" y="39"/>
                </ns1:cubicBezTo>
                <ns1:cubicBezTo>
                  <ns1:pt x="111" y="39"/>
                  <ns1:pt x="112" y="37"/>
                  <ns1:pt x="112" y="36"/>
                </ns1:cubicBezTo>
                <ns1:cubicBezTo>
                  <ns1:pt x="112" y="35"/>
                  <ns1:pt x="111" y="33"/>
                  <ns1:pt x="110" y="33"/>
                </ns1:cubicBezTo>
                <ns1:cubicBezTo>
                  <ns1:pt x="110" y="33"/>
                  <ns1:pt x="110" y="33"/>
                  <ns1:pt x="110" y="33"/>
                </ns1:cubicBezTo>
                <ns1:cubicBezTo>
                  <ns1:pt x="79" y="2"/>
                  <ns1:pt x="79" y="2"/>
                  <ns1:pt x="79" y="2"/>
                </ns1:cubicBezTo>
                <ns1:cubicBezTo>
                  <ns1:pt x="79" y="1"/>
                  <ns1:pt x="79" y="1"/>
                  <ns1:pt x="78" y="1"/>
                </ns1:cubicBezTo>
                <ns1:cubicBezTo>
                  <ns1:pt x="78" y="1"/>
                  <ns1:pt x="78" y="1"/>
                  <ns1:pt x="78" y="1"/>
                </ns1:cubicBezTo>
                <ns1:cubicBezTo>
                  <ns1:pt x="78" y="1"/>
                  <ns1:pt x="78" y="1"/>
                  <ns1:pt x="78" y="1"/>
                </ns1:cubicBezTo>
                <ns1:cubicBezTo>
                  <ns1:pt x="78" y="0"/>
                  <ns1:pt x="77" y="0"/>
                  <ns1:pt x="76" y="0"/>
                </ns1:cubicBezTo>
                <ns1:cubicBezTo>
                  <ns1:pt x="74" y="0"/>
                  <ns1:pt x="72" y="2"/>
                  <ns1:pt x="72" y="4"/>
                </ns1:cubicBezTo>
                <ns1:cubicBezTo>
                  <ns1:pt x="72" y="5"/>
                  <ns1:pt x="73" y="7"/>
                  <ns1:pt x="74" y="7"/>
                </ns1:cubicBezTo>
                <ns1:cubicBezTo>
                  <ns1:pt x="74" y="7"/>
                  <ns1:pt x="74" y="7"/>
                  <ns1:pt x="74" y="7"/>
                </ns1:cubicBezTo>
                <ns1:cubicBezTo>
                  <ns1:pt x="98" y="32"/>
                  <ns1:pt x="98" y="32"/>
                  <ns1:pt x="98" y="32"/>
                </ns1:cubicBezTo>
                <ns1:cubicBezTo>
                  <ns1:pt x="72" y="32"/>
                  <ns1:pt x="72" y="32"/>
                  <ns1:pt x="72" y="32"/>
                </ns1:cubicBezTo>
                <ns1:cubicBezTo>
                  <ns1:pt x="32" y="32"/>
                  <ns1:pt x="0" y="64"/>
                  <ns1:pt x="0" y="104"/>
                </ns1:cubicBezTo>
                <ns1:cubicBezTo>
                  <ns1:pt x="0" y="144"/>
                  <ns1:pt x="32" y="176"/>
                  <ns1:pt x="72" y="176"/>
                </ns1:cubicBezTo>
                <ns1:cubicBezTo>
                  <ns1:pt x="112" y="176"/>
                  <ns1:pt x="144" y="144"/>
                  <ns1:pt x="144" y="104"/>
                </ns1:cubicBezTo>
                <ns1:cubicBezTo>
                  <ns1:pt x="144" y="102"/>
                  <ns1:pt x="142" y="100"/>
                  <ns1:pt x="140" y="100"/>
                </ns1:cubicBezTo>
              </ns1:path>
            </ns1:pathLst>
          </ns1:custGeom>
          <ns1:solidFill>
            <ns1:schemeClr val="tx1"/>
          </ns1:solidFill>
          <ns1:ln>
            <ns1:noFill/>
          </ns1:ln>
          <ns1:extLst/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en-US"/>
          </ns1:p>
        </ns0:txBody>
      </ns0:sp>
      <ns0:sp>
        <ns0:nvSpPr>
          <ns0:cNvPr id="25" name="Freeform 21"/>
          <ns0:cNvSpPr>
            <ns1:spLocks noEditPoints="1"/>
          </ns0:cNvSpPr>
          <ns0:nvPr/>
        </ns0:nvSpPr>
        <ns0:spPr bwMode="auto">
          <ns1:xfrm>
            <ns1:off x="7543800" y="1554163"/>
            <ns1:ext cx="557212" cy="557213"/>
          </ns1:xfrm>
          <ns1:custGeom>
            <ns1:avLst/>
            <ns1:gdLst>
              <ns1:gd name="T0" fmla="*/ 112 w 176"/>
              <ns1:gd name="T1" fmla="*/ 144 h 176"/>
              <ns1:gd name="T2" fmla="*/ 109 w 176"/>
              <ns1:gd name="T3" fmla="*/ 145 h 176"/>
              <ns1:gd name="T4" fmla="*/ 92 w 176"/>
              <ns1:gd name="T5" fmla="*/ 162 h 176"/>
              <ns1:gd name="T6" fmla="*/ 92 w 176"/>
              <ns1:gd name="T7" fmla="*/ 68 h 176"/>
              <ns1:gd name="T8" fmla="*/ 88 w 176"/>
              <ns1:gd name="T9" fmla="*/ 64 h 176"/>
              <ns1:gd name="T10" fmla="*/ 84 w 176"/>
              <ns1:gd name="T11" fmla="*/ 68 h 176"/>
              <ns1:gd name="T12" fmla="*/ 84 w 176"/>
              <ns1:gd name="T13" fmla="*/ 162 h 176"/>
              <ns1:gd name="T14" fmla="*/ 67 w 176"/>
              <ns1:gd name="T15" fmla="*/ 145 h 176"/>
              <ns1:gd name="T16" fmla="*/ 64 w 176"/>
              <ns1:gd name="T17" fmla="*/ 144 h 176"/>
              <ns1:gd name="T18" fmla="*/ 60 w 176"/>
              <ns1:gd name="T19" fmla="*/ 148 h 176"/>
              <ns1:gd name="T20" fmla="*/ 61 w 176"/>
              <ns1:gd name="T21" fmla="*/ 151 h 176"/>
              <ns1:gd name="T22" fmla="*/ 85 w 176"/>
              <ns1:gd name="T23" fmla="*/ 175 h 176"/>
              <ns1:gd name="T24" fmla="*/ 88 w 176"/>
              <ns1:gd name="T25" fmla="*/ 176 h 176"/>
              <ns1:gd name="T26" fmla="*/ 91 w 176"/>
              <ns1:gd name="T27" fmla="*/ 175 h 176"/>
              <ns1:gd name="T28" fmla="*/ 115 w 176"/>
              <ns1:gd name="T29" fmla="*/ 151 h 176"/>
              <ns1:gd name="T30" fmla="*/ 116 w 176"/>
              <ns1:gd name="T31" fmla="*/ 148 h 176"/>
              <ns1:gd name="T32" fmla="*/ 112 w 176"/>
              <ns1:gd name="T33" fmla="*/ 144 h 176"/>
              <ns1:gd name="T34" fmla="*/ 152 w 176"/>
              <ns1:gd name="T35" fmla="*/ 51 h 176"/>
              <ns1:gd name="T36" fmla="*/ 152 w 176"/>
              <ns1:gd name="T37" fmla="*/ 48 h 176"/>
              <ns1:gd name="T38" fmla="*/ 104 w 176"/>
              <ns1:gd name="T39" fmla="*/ 0 h 176"/>
              <ns1:gd name="T40" fmla="*/ 62 w 176"/>
              <ns1:gd name="T41" fmla="*/ 26 h 176"/>
              <ns1:gd name="T42" fmla="*/ 52 w 176"/>
              <ns1:gd name="T43" fmla="*/ 24 h 176"/>
              <ns1:gd name="T44" fmla="*/ 24 w 176"/>
              <ns1:gd name="T45" fmla="*/ 52 h 176"/>
              <ns1:gd name="T46" fmla="*/ 25 w 176"/>
              <ns1:gd name="T47" fmla="*/ 58 h 176"/>
              <ns1:gd name="T48" fmla="*/ 0 w 176"/>
              <ns1:gd name="T49" fmla="*/ 92 h 176"/>
              <ns1:gd name="T50" fmla="*/ 36 w 176"/>
              <ns1:gd name="T51" fmla="*/ 128 h 176"/>
              <ns1:gd name="T52" fmla="*/ 72 w 176"/>
              <ns1:gd name="T53" fmla="*/ 128 h 176"/>
              <ns1:gd name="T54" fmla="*/ 76 w 176"/>
              <ns1:gd name="T55" fmla="*/ 124 h 176"/>
              <ns1:gd name="T56" fmla="*/ 72 w 176"/>
              <ns1:gd name="T57" fmla="*/ 120 h 176"/>
              <ns1:gd name="T58" fmla="*/ 36 w 176"/>
              <ns1:gd name="T59" fmla="*/ 120 h 176"/>
              <ns1:gd name="T60" fmla="*/ 8 w 176"/>
              <ns1:gd name="T61" fmla="*/ 92 h 176"/>
              <ns1:gd name="T62" fmla="*/ 27 w 176"/>
              <ns1:gd name="T63" fmla="*/ 65 h 176"/>
              <ns1:gd name="T64" fmla="*/ 34 w 176"/>
              <ns1:gd name="T65" fmla="*/ 63 h 176"/>
              <ns1:gd name="T66" fmla="*/ 32 w 176"/>
              <ns1:gd name="T67" fmla="*/ 56 h 176"/>
              <ns1:gd name="T68" fmla="*/ 32 w 176"/>
              <ns1:gd name="T69" fmla="*/ 52 h 176"/>
              <ns1:gd name="T70" fmla="*/ 52 w 176"/>
              <ns1:gd name="T71" fmla="*/ 32 h 176"/>
              <ns1:gd name="T72" fmla="*/ 59 w 176"/>
              <ns1:gd name="T73" fmla="*/ 33 h 176"/>
              <ns1:gd name="T74" fmla="*/ 65 w 176"/>
              <ns1:gd name="T75" fmla="*/ 36 h 176"/>
              <ns1:gd name="T76" fmla="*/ 69 w 176"/>
              <ns1:gd name="T77" fmla="*/ 29 h 176"/>
              <ns1:gd name="T78" fmla="*/ 104 w 176"/>
              <ns1:gd name="T79" fmla="*/ 8 h 176"/>
              <ns1:gd name="T80" fmla="*/ 144 w 176"/>
              <ns1:gd name="T81" fmla="*/ 48 h 176"/>
              <ns1:gd name="T82" fmla="*/ 144 w 176"/>
              <ns1:gd name="T83" fmla="*/ 50 h 176"/>
              <ns1:gd name="T84" fmla="*/ 144 w 176"/>
              <ns1:gd name="T85" fmla="*/ 51 h 176"/>
              <ns1:gd name="T86" fmla="*/ 143 w 176"/>
              <ns1:gd name="T87" fmla="*/ 56 h 176"/>
              <ns1:gd name="T88" fmla="*/ 149 w 176"/>
              <ns1:gd name="T89" fmla="*/ 59 h 176"/>
              <ns1:gd name="T90" fmla="*/ 168 w 176"/>
              <ns1:gd name="T91" fmla="*/ 88 h 176"/>
              <ns1:gd name="T92" fmla="*/ 136 w 176"/>
              <ns1:gd name="T93" fmla="*/ 120 h 176"/>
              <ns1:gd name="T94" fmla="*/ 104 w 176"/>
              <ns1:gd name="T95" fmla="*/ 120 h 176"/>
              <ns1:gd name="T96" fmla="*/ 100 w 176"/>
              <ns1:gd name="T97" fmla="*/ 124 h 176"/>
              <ns1:gd name="T98" fmla="*/ 104 w 176"/>
              <ns1:gd name="T99" fmla="*/ 128 h 176"/>
              <ns1:gd name="T100" fmla="*/ 136 w 176"/>
              <ns1:gd name="T101" fmla="*/ 128 h 176"/>
              <ns1:gd name="T102" fmla="*/ 176 w 176"/>
              <ns1:gd name="T103" fmla="*/ 88 h 176"/>
              <ns1:gd name="T104" fmla="*/ 152 w 176"/>
              <ns1:gd name="T105" fmla="*/ 51 h 176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  <ns1:cxn ang="0">
                <ns1:pos x="T32" y="T33"/>
              </ns1:cxn>
              <ns1:cxn ang="0">
                <ns1:pos x="T34" y="T35"/>
              </ns1:cxn>
              <ns1:cxn ang="0">
                <ns1:pos x="T36" y="T37"/>
              </ns1:cxn>
              <ns1:cxn ang="0">
                <ns1:pos x="T38" y="T39"/>
              </ns1:cxn>
              <ns1:cxn ang="0">
                <ns1:pos x="T40" y="T41"/>
              </ns1:cxn>
              <ns1:cxn ang="0">
                <ns1:pos x="T42" y="T43"/>
              </ns1:cxn>
              <ns1:cxn ang="0">
                <ns1:pos x="T44" y="T45"/>
              </ns1:cxn>
              <ns1:cxn ang="0">
                <ns1:pos x="T46" y="T47"/>
              </ns1:cxn>
              <ns1:cxn ang="0">
                <ns1:pos x="T48" y="T49"/>
              </ns1:cxn>
              <ns1:cxn ang="0">
                <ns1:pos x="T50" y="T51"/>
              </ns1:cxn>
              <ns1:cxn ang="0">
                <ns1:pos x="T52" y="T53"/>
              </ns1:cxn>
              <ns1:cxn ang="0">
                <ns1:pos x="T54" y="T55"/>
              </ns1:cxn>
              <ns1:cxn ang="0">
                <ns1:pos x="T56" y="T57"/>
              </ns1:cxn>
              <ns1:cxn ang="0">
                <ns1:pos x="T58" y="T59"/>
              </ns1:cxn>
              <ns1:cxn ang="0">
                <ns1:pos x="T60" y="T61"/>
              </ns1:cxn>
              <ns1:cxn ang="0">
                <ns1:pos x="T62" y="T63"/>
              </ns1:cxn>
              <ns1:cxn ang="0">
                <ns1:pos x="T64" y="T65"/>
              </ns1:cxn>
              <ns1:cxn ang="0">
                <ns1:pos x="T66" y="T67"/>
              </ns1:cxn>
              <ns1:cxn ang="0">
                <ns1:pos x="T68" y="T69"/>
              </ns1:cxn>
              <ns1:cxn ang="0">
                <ns1:pos x="T70" y="T71"/>
              </ns1:cxn>
              <ns1:cxn ang="0">
                <ns1:pos x="T72" y="T73"/>
              </ns1:cxn>
              <ns1:cxn ang="0">
                <ns1:pos x="T74" y="T75"/>
              </ns1:cxn>
              <ns1:cxn ang="0">
                <ns1:pos x="T76" y="T77"/>
              </ns1:cxn>
              <ns1:cxn ang="0">
                <ns1:pos x="T78" y="T79"/>
              </ns1:cxn>
              <ns1:cxn ang="0">
                <ns1:pos x="T80" y="T81"/>
              </ns1:cxn>
              <ns1:cxn ang="0">
                <ns1:pos x="T82" y="T83"/>
              </ns1:cxn>
              <ns1:cxn ang="0">
                <ns1:pos x="T84" y="T85"/>
              </ns1:cxn>
              <ns1:cxn ang="0">
                <ns1:pos x="T86" y="T87"/>
              </ns1:cxn>
              <ns1:cxn ang="0">
                <ns1:pos x="T88" y="T89"/>
              </ns1:cxn>
              <ns1:cxn ang="0">
                <ns1:pos x="T90" y="T91"/>
              </ns1:cxn>
              <ns1:cxn ang="0">
                <ns1:pos x="T92" y="T93"/>
              </ns1:cxn>
              <ns1:cxn ang="0">
                <ns1:pos x="T94" y="T95"/>
              </ns1:cxn>
              <ns1:cxn ang="0">
                <ns1:pos x="T96" y="T97"/>
              </ns1:cxn>
              <ns1:cxn ang="0">
                <ns1:pos x="T98" y="T99"/>
              </ns1:cxn>
              <ns1:cxn ang="0">
                <ns1:pos x="T100" y="T101"/>
              </ns1:cxn>
              <ns1:cxn ang="0">
                <ns1:pos x="T102" y="T103"/>
              </ns1:cxn>
              <ns1:cxn ang="0">
                <ns1:pos x="T104" y="T105"/>
              </ns1:cxn>
            </ns1:cxnLst>
            <ns1:rect l="0" t="0" r="r" b="b"/>
            <ns1:pathLst>
              <ns1:path w="176" h="176">
                <ns1:moveTo>
                  <ns1:pt x="112" y="144"/>
                </ns1:moveTo>
                <ns1:cubicBezTo>
                  <ns1:pt x="111" y="144"/>
                  <ns1:pt x="110" y="144"/>
                  <ns1:pt x="109" y="145"/>
                </ns1:cubicBezTo>
                <ns1:cubicBezTo>
                  <ns1:pt x="92" y="162"/>
                  <ns1:pt x="92" y="162"/>
                  <ns1:pt x="92" y="162"/>
                </ns1:cubicBezTo>
                <ns1:cubicBezTo>
                  <ns1:pt x="92" y="68"/>
                  <ns1:pt x="92" y="68"/>
                  <ns1:pt x="92" y="68"/>
                </ns1:cubicBezTo>
                <ns1:cubicBezTo>
                  <ns1:pt x="92" y="66"/>
                  <ns1:pt x="90" y="64"/>
                  <ns1:pt x="88" y="64"/>
                </ns1:cubicBezTo>
                <ns1:cubicBezTo>
                  <ns1:pt x="86" y="64"/>
                  <ns1:pt x="84" y="66"/>
                  <ns1:pt x="84" y="68"/>
                </ns1:cubicBezTo>
                <ns1:cubicBezTo>
                  <ns1:pt x="84" y="162"/>
                  <ns1:pt x="84" y="162"/>
                  <ns1:pt x="84" y="162"/>
                </ns1:cubicBezTo>
                <ns1:cubicBezTo>
                  <ns1:pt x="67" y="145"/>
                  <ns1:pt x="67" y="145"/>
                  <ns1:pt x="67" y="145"/>
                </ns1:cubicBezTo>
                <ns1:cubicBezTo>
                  <ns1:pt x="66" y="144"/>
                  <ns1:pt x="65" y="144"/>
                  <ns1:pt x="64" y="144"/>
                </ns1:cubicBezTo>
                <ns1:cubicBezTo>
                  <ns1:pt x="62" y="144"/>
                  <ns1:pt x="60" y="146"/>
                  <ns1:pt x="60" y="148"/>
                </ns1:cubicBezTo>
                <ns1:cubicBezTo>
                  <ns1:pt x="60" y="149"/>
                  <ns1:pt x="60" y="150"/>
                  <ns1:pt x="61" y="151"/>
                </ns1:cubicBezTo>
                <ns1:cubicBezTo>
                  <ns1:pt x="85" y="175"/>
                  <ns1:pt x="85" y="175"/>
                  <ns1:pt x="85" y="175"/>
                </ns1:cubicBezTo>
                <ns1:cubicBezTo>
                  <ns1:pt x="86" y="176"/>
                  <ns1:pt x="87" y="176"/>
                  <ns1:pt x="88" y="176"/>
                </ns1:cubicBezTo>
                <ns1:cubicBezTo>
                  <ns1:pt x="89" y="176"/>
                  <ns1:pt x="90" y="176"/>
                  <ns1:pt x="91" y="175"/>
                </ns1:cubicBezTo>
                <ns1:cubicBezTo>
                  <ns1:pt x="115" y="151"/>
                  <ns1:pt x="115" y="151"/>
                  <ns1:pt x="115" y="151"/>
                </ns1:cubicBezTo>
                <ns1:cubicBezTo>
                  <ns1:pt x="116" y="150"/>
                  <ns1:pt x="116" y="149"/>
                  <ns1:pt x="116" y="148"/>
                </ns1:cubicBezTo>
                <ns1:cubicBezTo>
                  <ns1:pt x="116" y="146"/>
                  <ns1:pt x="114" y="144"/>
                  <ns1:pt x="112" y="144"/>
                </ns1:cubicBezTo>
                <ns1:moveTo>
                  <ns1:pt x="152" y="51"/>
                </ns1:moveTo>
                <ns1:cubicBezTo>
                  <ns1:pt x="152" y="50"/>
                  <ns1:pt x="152" y="49"/>
                  <ns1:pt x="152" y="48"/>
                </ns1:cubicBezTo>
                <ns1:cubicBezTo>
                  <ns1:pt x="152" y="21"/>
                  <ns1:pt x="131" y="0"/>
                  <ns1:pt x="104" y="0"/>
                </ns1:cubicBezTo>
                <ns1:cubicBezTo>
                  <ns1:pt x="86" y="0"/>
                  <ns1:pt x="70" y="10"/>
                  <ns1:pt x="62" y="26"/>
                </ns1:cubicBezTo>
                <ns1:cubicBezTo>
                  <ns1:pt x="59" y="25"/>
                  <ns1:pt x="55" y="24"/>
                  <ns1:pt x="52" y="24"/>
                </ns1:cubicBezTo>
                <ns1:cubicBezTo>
                  <ns1:pt x="37" y="24"/>
                  <ns1:pt x="24" y="37"/>
                  <ns1:pt x="24" y="52"/>
                </ns1:cubicBezTo>
                <ns1:cubicBezTo>
                  <ns1:pt x="24" y="54"/>
                  <ns1:pt x="24" y="56"/>
                  <ns1:pt x="25" y="58"/>
                </ns1:cubicBezTo>
                <ns1:cubicBezTo>
                  <ns1:pt x="10" y="63"/>
                  <ns1:pt x="0" y="76"/>
                  <ns1:pt x="0" y="92"/>
                </ns1:cubicBezTo>
                <ns1:cubicBezTo>
                  <ns1:pt x="0" y="112"/>
                  <ns1:pt x="16" y="128"/>
                  <ns1:pt x="36" y="128"/>
                </ns1:cubicBezTo>
                <ns1:cubicBezTo>
                  <ns1:pt x="72" y="128"/>
                  <ns1:pt x="72" y="128"/>
                  <ns1:pt x="72" y="128"/>
                </ns1:cubicBezTo>
                <ns1:cubicBezTo>
                  <ns1:pt x="74" y="128"/>
                  <ns1:pt x="76" y="126"/>
                  <ns1:pt x="76" y="124"/>
                </ns1:cubicBezTo>
                <ns1:cubicBezTo>
                  <ns1:pt x="76" y="122"/>
                  <ns1:pt x="74" y="120"/>
                  <ns1:pt x="72" y="120"/>
                </ns1:cubicBezTo>
                <ns1:cubicBezTo>
                  <ns1:pt x="36" y="120"/>
                  <ns1:pt x="36" y="120"/>
                  <ns1:pt x="36" y="120"/>
                </ns1:cubicBezTo>
                <ns1:cubicBezTo>
                  <ns1:pt x="21" y="120"/>
                  <ns1:pt x="8" y="107"/>
                  <ns1:pt x="8" y="92"/>
                </ns1:cubicBezTo>
                <ns1:cubicBezTo>
                  <ns1:pt x="8" y="80"/>
                  <ns1:pt x="16" y="69"/>
                  <ns1:pt x="27" y="65"/>
                </ns1:cubicBezTo>
                <ns1:cubicBezTo>
                  <ns1:pt x="34" y="63"/>
                  <ns1:pt x="34" y="63"/>
                  <ns1:pt x="34" y="63"/>
                </ns1:cubicBezTo>
                <ns1:cubicBezTo>
                  <ns1:pt x="32" y="56"/>
                  <ns1:pt x="32" y="56"/>
                  <ns1:pt x="32" y="56"/>
                </ns1:cubicBezTo>
                <ns1:cubicBezTo>
                  <ns1:pt x="32" y="55"/>
                  <ns1:pt x="32" y="53"/>
                  <ns1:pt x="32" y="52"/>
                </ns1:cubicBezTo>
                <ns1:cubicBezTo>
                  <ns1:pt x="32" y="41"/>
                  <ns1:pt x="41" y="32"/>
                  <ns1:pt x="52" y="32"/>
                </ns1:cubicBezTo>
                <ns1:cubicBezTo>
                  <ns1:pt x="54" y="32"/>
                  <ns1:pt x="57" y="32"/>
                  <ns1:pt x="59" y="33"/>
                </ns1:cubicBezTo>
                <ns1:cubicBezTo>
                  <ns1:pt x="65" y="36"/>
                  <ns1:pt x="65" y="36"/>
                  <ns1:pt x="65" y="36"/>
                </ns1:cubicBezTo>
                <ns1:cubicBezTo>
                  <ns1:pt x="69" y="29"/>
                  <ns1:pt x="69" y="29"/>
                  <ns1:pt x="69" y="29"/>
                </ns1:cubicBezTo>
                <ns1:cubicBezTo>
                  <ns1:pt x="76" y="16"/>
                  <ns1:pt x="89" y="8"/>
                  <ns1:pt x="104" y="8"/>
                </ns1:cubicBezTo>
                <ns1:cubicBezTo>
                  <ns1:pt x="126" y="8"/>
                  <ns1:pt x="144" y="26"/>
                  <ns1:pt x="144" y="48"/>
                </ns1:cubicBezTo>
                <ns1:cubicBezTo>
                  <ns1:pt x="144" y="49"/>
                  <ns1:pt x="144" y="49"/>
                  <ns1:pt x="144" y="50"/>
                </ns1:cubicBezTo>
                <ns1:cubicBezTo>
                  <ns1:pt x="144" y="51"/>
                  <ns1:pt x="144" y="51"/>
                  <ns1:pt x="144" y="51"/>
                </ns1:cubicBezTo>
                <ns1:cubicBezTo>
                  <ns1:pt x="143" y="56"/>
                  <ns1:pt x="143" y="56"/>
                  <ns1:pt x="143" y="56"/>
                </ns1:cubicBezTo>
                <ns1:cubicBezTo>
                  <ns1:pt x="149" y="59"/>
                  <ns1:pt x="149" y="59"/>
                  <ns1:pt x="149" y="59"/>
                </ns1:cubicBezTo>
                <ns1:cubicBezTo>
                  <ns1:pt x="160" y="64"/>
                  <ns1:pt x="168" y="75"/>
                  <ns1:pt x="168" y="88"/>
                </ns1:cubicBezTo>
                <ns1:cubicBezTo>
                  <ns1:pt x="168" y="106"/>
                  <ns1:pt x="154" y="120"/>
                  <ns1:pt x="136" y="120"/>
                </ns1:cubicBezTo>
                <ns1:cubicBezTo>
                  <ns1:pt x="104" y="120"/>
                  <ns1:pt x="104" y="120"/>
                  <ns1:pt x="104" y="120"/>
                </ns1:cubicBezTo>
                <ns1:cubicBezTo>
                  <ns1:pt x="102" y="120"/>
                  <ns1:pt x="100" y="122"/>
                  <ns1:pt x="100" y="124"/>
                </ns1:cubicBezTo>
                <ns1:cubicBezTo>
                  <ns1:pt x="100" y="126"/>
                  <ns1:pt x="102" y="128"/>
                  <ns1:pt x="104" y="128"/>
                </ns1:cubicBezTo>
                <ns1:cubicBezTo>
                  <ns1:pt x="136" y="128"/>
                  <ns1:pt x="136" y="128"/>
                  <ns1:pt x="136" y="128"/>
                </ns1:cubicBezTo>
                <ns1:cubicBezTo>
                  <ns1:pt x="158" y="128"/>
                  <ns1:pt x="176" y="110"/>
                  <ns1:pt x="176" y="88"/>
                </ns1:cubicBezTo>
                <ns1:cubicBezTo>
                  <ns1:pt x="176" y="72"/>
                  <ns1:pt x="166" y="57"/>
                  <ns1:pt x="152" y="51"/>
                </ns1:cubicBezTo>
              </ns1:path>
            </ns1:pathLst>
          </ns1:custGeom>
          <ns1:solidFill>
            <ns1:schemeClr val="tx1"/>
          </ns1:solidFill>
          <ns1:ln>
            <ns1:noFill/>
          </ns1:ln>
          <ns1:extLst/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en-US"/>
          </ns1:p>
        </ns0:txBody>
      </ns0:sp>
      <ns0:sp>
        <ns0:nvSpPr>
          <ns0:cNvPr id="26" name="Freeform 22"/>
          <ns0:cNvSpPr>
            <ns1:spLocks noEditPoints="1"/>
          </ns0:cNvSpPr>
          <ns0:nvPr/>
        </ns0:nvSpPr>
        <ns0:spPr bwMode="auto">
          <ns1:xfrm>
            <ns1:off x="8607425" y="1554163"/>
            <ns1:ext cx="555625" cy="557213"/>
          </ns1:xfrm>
          <ns1:custGeom>
            <ns1:avLst/>
            <ns1:gdLst>
              <ns1:gd name="T0" fmla="*/ 112 w 176"/>
              <ns1:gd name="T1" fmla="*/ 96 h 176"/>
              <ns1:gd name="T2" fmla="*/ 116 w 176"/>
              <ns1:gd name="T3" fmla="*/ 92 h 176"/>
              <ns1:gd name="T4" fmla="*/ 115 w 176"/>
              <ns1:gd name="T5" fmla="*/ 89 h 176"/>
              <ns1:gd name="T6" fmla="*/ 91 w 176"/>
              <ns1:gd name="T7" fmla="*/ 65 h 176"/>
              <ns1:gd name="T8" fmla="*/ 88 w 176"/>
              <ns1:gd name="T9" fmla="*/ 64 h 176"/>
              <ns1:gd name="T10" fmla="*/ 85 w 176"/>
              <ns1:gd name="T11" fmla="*/ 65 h 176"/>
              <ns1:gd name="T12" fmla="*/ 61 w 176"/>
              <ns1:gd name="T13" fmla="*/ 89 h 176"/>
              <ns1:gd name="T14" fmla="*/ 60 w 176"/>
              <ns1:gd name="T15" fmla="*/ 92 h 176"/>
              <ns1:gd name="T16" fmla="*/ 64 w 176"/>
              <ns1:gd name="T17" fmla="*/ 96 h 176"/>
              <ns1:gd name="T18" fmla="*/ 67 w 176"/>
              <ns1:gd name="T19" fmla="*/ 95 h 176"/>
              <ns1:gd name="T20" fmla="*/ 84 w 176"/>
              <ns1:gd name="T21" fmla="*/ 78 h 176"/>
              <ns1:gd name="T22" fmla="*/ 84 w 176"/>
              <ns1:gd name="T23" fmla="*/ 172 h 176"/>
              <ns1:gd name="T24" fmla="*/ 88 w 176"/>
              <ns1:gd name="T25" fmla="*/ 176 h 176"/>
              <ns1:gd name="T26" fmla="*/ 92 w 176"/>
              <ns1:gd name="T27" fmla="*/ 172 h 176"/>
              <ns1:gd name="T28" fmla="*/ 92 w 176"/>
              <ns1:gd name="T29" fmla="*/ 78 h 176"/>
              <ns1:gd name="T30" fmla="*/ 109 w 176"/>
              <ns1:gd name="T31" fmla="*/ 95 h 176"/>
              <ns1:gd name="T32" fmla="*/ 112 w 176"/>
              <ns1:gd name="T33" fmla="*/ 96 h 176"/>
              <ns1:gd name="T34" fmla="*/ 152 w 176"/>
              <ns1:gd name="T35" fmla="*/ 51 h 176"/>
              <ns1:gd name="T36" fmla="*/ 152 w 176"/>
              <ns1:gd name="T37" fmla="*/ 48 h 176"/>
              <ns1:gd name="T38" fmla="*/ 104 w 176"/>
              <ns1:gd name="T39" fmla="*/ 0 h 176"/>
              <ns1:gd name="T40" fmla="*/ 62 w 176"/>
              <ns1:gd name="T41" fmla="*/ 26 h 176"/>
              <ns1:gd name="T42" fmla="*/ 52 w 176"/>
              <ns1:gd name="T43" fmla="*/ 24 h 176"/>
              <ns1:gd name="T44" fmla="*/ 24 w 176"/>
              <ns1:gd name="T45" fmla="*/ 52 h 176"/>
              <ns1:gd name="T46" fmla="*/ 25 w 176"/>
              <ns1:gd name="T47" fmla="*/ 58 h 176"/>
              <ns1:gd name="T48" fmla="*/ 0 w 176"/>
              <ns1:gd name="T49" fmla="*/ 92 h 176"/>
              <ns1:gd name="T50" fmla="*/ 36 w 176"/>
              <ns1:gd name="T51" fmla="*/ 128 h 176"/>
              <ns1:gd name="T52" fmla="*/ 72 w 176"/>
              <ns1:gd name="T53" fmla="*/ 128 h 176"/>
              <ns1:gd name="T54" fmla="*/ 76 w 176"/>
              <ns1:gd name="T55" fmla="*/ 124 h 176"/>
              <ns1:gd name="T56" fmla="*/ 72 w 176"/>
              <ns1:gd name="T57" fmla="*/ 120 h 176"/>
              <ns1:gd name="T58" fmla="*/ 36 w 176"/>
              <ns1:gd name="T59" fmla="*/ 120 h 176"/>
              <ns1:gd name="T60" fmla="*/ 8 w 176"/>
              <ns1:gd name="T61" fmla="*/ 92 h 176"/>
              <ns1:gd name="T62" fmla="*/ 27 w 176"/>
              <ns1:gd name="T63" fmla="*/ 65 h 176"/>
              <ns1:gd name="T64" fmla="*/ 34 w 176"/>
              <ns1:gd name="T65" fmla="*/ 63 h 176"/>
              <ns1:gd name="T66" fmla="*/ 32 w 176"/>
              <ns1:gd name="T67" fmla="*/ 56 h 176"/>
              <ns1:gd name="T68" fmla="*/ 32 w 176"/>
              <ns1:gd name="T69" fmla="*/ 52 h 176"/>
              <ns1:gd name="T70" fmla="*/ 52 w 176"/>
              <ns1:gd name="T71" fmla="*/ 32 h 176"/>
              <ns1:gd name="T72" fmla="*/ 59 w 176"/>
              <ns1:gd name="T73" fmla="*/ 33 h 176"/>
              <ns1:gd name="T74" fmla="*/ 65 w 176"/>
              <ns1:gd name="T75" fmla="*/ 36 h 176"/>
              <ns1:gd name="T76" fmla="*/ 69 w 176"/>
              <ns1:gd name="T77" fmla="*/ 29 h 176"/>
              <ns1:gd name="T78" fmla="*/ 104 w 176"/>
              <ns1:gd name="T79" fmla="*/ 8 h 176"/>
              <ns1:gd name="T80" fmla="*/ 144 w 176"/>
              <ns1:gd name="T81" fmla="*/ 48 h 176"/>
              <ns1:gd name="T82" fmla="*/ 144 w 176"/>
              <ns1:gd name="T83" fmla="*/ 50 h 176"/>
              <ns1:gd name="T84" fmla="*/ 144 w 176"/>
              <ns1:gd name="T85" fmla="*/ 51 h 176"/>
              <ns1:gd name="T86" fmla="*/ 143 w 176"/>
              <ns1:gd name="T87" fmla="*/ 56 h 176"/>
              <ns1:gd name="T88" fmla="*/ 149 w 176"/>
              <ns1:gd name="T89" fmla="*/ 59 h 176"/>
              <ns1:gd name="T90" fmla="*/ 168 w 176"/>
              <ns1:gd name="T91" fmla="*/ 88 h 176"/>
              <ns1:gd name="T92" fmla="*/ 136 w 176"/>
              <ns1:gd name="T93" fmla="*/ 120 h 176"/>
              <ns1:gd name="T94" fmla="*/ 104 w 176"/>
              <ns1:gd name="T95" fmla="*/ 120 h 176"/>
              <ns1:gd name="T96" fmla="*/ 100 w 176"/>
              <ns1:gd name="T97" fmla="*/ 124 h 176"/>
              <ns1:gd name="T98" fmla="*/ 104 w 176"/>
              <ns1:gd name="T99" fmla="*/ 128 h 176"/>
              <ns1:gd name="T100" fmla="*/ 136 w 176"/>
              <ns1:gd name="T101" fmla="*/ 128 h 176"/>
              <ns1:gd name="T102" fmla="*/ 176 w 176"/>
              <ns1:gd name="T103" fmla="*/ 88 h 176"/>
              <ns1:gd name="T104" fmla="*/ 152 w 176"/>
              <ns1:gd name="T105" fmla="*/ 51 h 176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  <ns1:cxn ang="0">
                <ns1:pos x="T32" y="T33"/>
              </ns1:cxn>
              <ns1:cxn ang="0">
                <ns1:pos x="T34" y="T35"/>
              </ns1:cxn>
              <ns1:cxn ang="0">
                <ns1:pos x="T36" y="T37"/>
              </ns1:cxn>
              <ns1:cxn ang="0">
                <ns1:pos x="T38" y="T39"/>
              </ns1:cxn>
              <ns1:cxn ang="0">
                <ns1:pos x="T40" y="T41"/>
              </ns1:cxn>
              <ns1:cxn ang="0">
                <ns1:pos x="T42" y="T43"/>
              </ns1:cxn>
              <ns1:cxn ang="0">
                <ns1:pos x="T44" y="T45"/>
              </ns1:cxn>
              <ns1:cxn ang="0">
                <ns1:pos x="T46" y="T47"/>
              </ns1:cxn>
              <ns1:cxn ang="0">
                <ns1:pos x="T48" y="T49"/>
              </ns1:cxn>
              <ns1:cxn ang="0">
                <ns1:pos x="T50" y="T51"/>
              </ns1:cxn>
              <ns1:cxn ang="0">
                <ns1:pos x="T52" y="T53"/>
              </ns1:cxn>
              <ns1:cxn ang="0">
                <ns1:pos x="T54" y="T55"/>
              </ns1:cxn>
              <ns1:cxn ang="0">
                <ns1:pos x="T56" y="T57"/>
              </ns1:cxn>
              <ns1:cxn ang="0">
                <ns1:pos x="T58" y="T59"/>
              </ns1:cxn>
              <ns1:cxn ang="0">
                <ns1:pos x="T60" y="T61"/>
              </ns1:cxn>
              <ns1:cxn ang="0">
                <ns1:pos x="T62" y="T63"/>
              </ns1:cxn>
              <ns1:cxn ang="0">
                <ns1:pos x="T64" y="T65"/>
              </ns1:cxn>
              <ns1:cxn ang="0">
                <ns1:pos x="T66" y="T67"/>
              </ns1:cxn>
              <ns1:cxn ang="0">
                <ns1:pos x="T68" y="T69"/>
              </ns1:cxn>
              <ns1:cxn ang="0">
                <ns1:pos x="T70" y="T71"/>
              </ns1:cxn>
              <ns1:cxn ang="0">
                <ns1:pos x="T72" y="T73"/>
              </ns1:cxn>
              <ns1:cxn ang="0">
                <ns1:pos x="T74" y="T75"/>
              </ns1:cxn>
              <ns1:cxn ang="0">
                <ns1:pos x="T76" y="T77"/>
              </ns1:cxn>
              <ns1:cxn ang="0">
                <ns1:pos x="T78" y="T79"/>
              </ns1:cxn>
              <ns1:cxn ang="0">
                <ns1:pos x="T80" y="T81"/>
              </ns1:cxn>
              <ns1:cxn ang="0">
                <ns1:pos x="T82" y="T83"/>
              </ns1:cxn>
              <ns1:cxn ang="0">
                <ns1:pos x="T84" y="T85"/>
              </ns1:cxn>
              <ns1:cxn ang="0">
                <ns1:pos x="T86" y="T87"/>
              </ns1:cxn>
              <ns1:cxn ang="0">
                <ns1:pos x="T88" y="T89"/>
              </ns1:cxn>
              <ns1:cxn ang="0">
                <ns1:pos x="T90" y="T91"/>
              </ns1:cxn>
              <ns1:cxn ang="0">
                <ns1:pos x="T92" y="T93"/>
              </ns1:cxn>
              <ns1:cxn ang="0">
                <ns1:pos x="T94" y="T95"/>
              </ns1:cxn>
              <ns1:cxn ang="0">
                <ns1:pos x="T96" y="T97"/>
              </ns1:cxn>
              <ns1:cxn ang="0">
                <ns1:pos x="T98" y="T99"/>
              </ns1:cxn>
              <ns1:cxn ang="0">
                <ns1:pos x="T100" y="T101"/>
              </ns1:cxn>
              <ns1:cxn ang="0">
                <ns1:pos x="T102" y="T103"/>
              </ns1:cxn>
              <ns1:cxn ang="0">
                <ns1:pos x="T104" y="T105"/>
              </ns1:cxn>
            </ns1:cxnLst>
            <ns1:rect l="0" t="0" r="r" b="b"/>
            <ns1:pathLst>
              <ns1:path w="176" h="176">
                <ns1:moveTo>
                  <ns1:pt x="112" y="96"/>
                </ns1:moveTo>
                <ns1:cubicBezTo>
                  <ns1:pt x="114" y="96"/>
                  <ns1:pt x="116" y="94"/>
                  <ns1:pt x="116" y="92"/>
                </ns1:cubicBezTo>
                <ns1:cubicBezTo>
                  <ns1:pt x="116" y="91"/>
                  <ns1:pt x="116" y="90"/>
                  <ns1:pt x="115" y="89"/>
                </ns1:cubicBezTo>
                <ns1:cubicBezTo>
                  <ns1:pt x="91" y="65"/>
                  <ns1:pt x="91" y="65"/>
                  <ns1:pt x="91" y="65"/>
                </ns1:cubicBezTo>
                <ns1:cubicBezTo>
                  <ns1:pt x="90" y="64"/>
                  <ns1:pt x="89" y="64"/>
                  <ns1:pt x="88" y="64"/>
                </ns1:cubicBezTo>
                <ns1:cubicBezTo>
                  <ns1:pt x="87" y="64"/>
                  <ns1:pt x="86" y="64"/>
                  <ns1:pt x="85" y="65"/>
                </ns1:cubicBezTo>
                <ns1:cubicBezTo>
                  <ns1:pt x="61" y="89"/>
                  <ns1:pt x="61" y="89"/>
                  <ns1:pt x="61" y="89"/>
                </ns1:cubicBezTo>
                <ns1:cubicBezTo>
                  <ns1:pt x="60" y="90"/>
                  <ns1:pt x="60" y="91"/>
                  <ns1:pt x="60" y="92"/>
                </ns1:cubicBezTo>
                <ns1:cubicBezTo>
                  <ns1:pt x="60" y="94"/>
                  <ns1:pt x="62" y="96"/>
                  <ns1:pt x="64" y="96"/>
                </ns1:cubicBezTo>
                <ns1:cubicBezTo>
                  <ns1:pt x="65" y="96"/>
                  <ns1:pt x="66" y="96"/>
                  <ns1:pt x="67" y="95"/>
                </ns1:cubicBezTo>
                <ns1:cubicBezTo>
                  <ns1:pt x="84" y="78"/>
                  <ns1:pt x="84" y="78"/>
                  <ns1:pt x="84" y="78"/>
                </ns1:cubicBezTo>
                <ns1:cubicBezTo>
                  <ns1:pt x="84" y="172"/>
                  <ns1:pt x="84" y="172"/>
                  <ns1:pt x="84" y="172"/>
                </ns1:cubicBezTo>
                <ns1:cubicBezTo>
                  <ns1:pt x="84" y="174"/>
                  <ns1:pt x="86" y="176"/>
                  <ns1:pt x="88" y="176"/>
                </ns1:cubicBezTo>
                <ns1:cubicBezTo>
                  <ns1:pt x="90" y="176"/>
                  <ns1:pt x="92" y="174"/>
                  <ns1:pt x="92" y="172"/>
                </ns1:cubicBezTo>
                <ns1:cubicBezTo>
                  <ns1:pt x="92" y="78"/>
                  <ns1:pt x="92" y="78"/>
                  <ns1:pt x="92" y="78"/>
                </ns1:cubicBezTo>
                <ns1:cubicBezTo>
                  <ns1:pt x="109" y="95"/>
                  <ns1:pt x="109" y="95"/>
                  <ns1:pt x="109" y="95"/>
                </ns1:cubicBezTo>
                <ns1:cubicBezTo>
                  <ns1:pt x="110" y="96"/>
                  <ns1:pt x="111" y="96"/>
                  <ns1:pt x="112" y="96"/>
                </ns1:cubicBezTo>
                <ns1:moveTo>
                  <ns1:pt x="152" y="51"/>
                </ns1:moveTo>
                <ns1:cubicBezTo>
                  <ns1:pt x="152" y="50"/>
                  <ns1:pt x="152" y="49"/>
                  <ns1:pt x="152" y="48"/>
                </ns1:cubicBezTo>
                <ns1:cubicBezTo>
                  <ns1:pt x="152" y="21"/>
                  <ns1:pt x="131" y="0"/>
                  <ns1:pt x="104" y="0"/>
                </ns1:cubicBezTo>
                <ns1:cubicBezTo>
                  <ns1:pt x="86" y="0"/>
                  <ns1:pt x="70" y="10"/>
                  <ns1:pt x="62" y="26"/>
                </ns1:cubicBezTo>
                <ns1:cubicBezTo>
                  <ns1:pt x="59" y="25"/>
                  <ns1:pt x="55" y="24"/>
                  <ns1:pt x="52" y="24"/>
                </ns1:cubicBezTo>
                <ns1:cubicBezTo>
                  <ns1:pt x="37" y="24"/>
                  <ns1:pt x="24" y="37"/>
                  <ns1:pt x="24" y="52"/>
                </ns1:cubicBezTo>
                <ns1:cubicBezTo>
                  <ns1:pt x="24" y="54"/>
                  <ns1:pt x="24" y="56"/>
                  <ns1:pt x="25" y="58"/>
                </ns1:cubicBezTo>
                <ns1:cubicBezTo>
                  <ns1:pt x="10" y="63"/>
                  <ns1:pt x="0" y="76"/>
                  <ns1:pt x="0" y="92"/>
                </ns1:cubicBezTo>
                <ns1:cubicBezTo>
                  <ns1:pt x="0" y="112"/>
                  <ns1:pt x="16" y="128"/>
                  <ns1:pt x="36" y="128"/>
                </ns1:cubicBezTo>
                <ns1:cubicBezTo>
                  <ns1:pt x="72" y="128"/>
                  <ns1:pt x="72" y="128"/>
                  <ns1:pt x="72" y="128"/>
                </ns1:cubicBezTo>
                <ns1:cubicBezTo>
                  <ns1:pt x="74" y="128"/>
                  <ns1:pt x="76" y="126"/>
                  <ns1:pt x="76" y="124"/>
                </ns1:cubicBezTo>
                <ns1:cubicBezTo>
                  <ns1:pt x="76" y="122"/>
                  <ns1:pt x="74" y="120"/>
                  <ns1:pt x="72" y="120"/>
                </ns1:cubicBezTo>
                <ns1:cubicBezTo>
                  <ns1:pt x="36" y="120"/>
                  <ns1:pt x="36" y="120"/>
                  <ns1:pt x="36" y="120"/>
                </ns1:cubicBezTo>
                <ns1:cubicBezTo>
                  <ns1:pt x="21" y="120"/>
                  <ns1:pt x="8" y="107"/>
                  <ns1:pt x="8" y="92"/>
                </ns1:cubicBezTo>
                <ns1:cubicBezTo>
                  <ns1:pt x="8" y="80"/>
                  <ns1:pt x="16" y="69"/>
                  <ns1:pt x="27" y="65"/>
                </ns1:cubicBezTo>
                <ns1:cubicBezTo>
                  <ns1:pt x="34" y="63"/>
                  <ns1:pt x="34" y="63"/>
                  <ns1:pt x="34" y="63"/>
                </ns1:cubicBezTo>
                <ns1:cubicBezTo>
                  <ns1:pt x="32" y="56"/>
                  <ns1:pt x="32" y="56"/>
                  <ns1:pt x="32" y="56"/>
                </ns1:cubicBezTo>
                <ns1:cubicBezTo>
                  <ns1:pt x="32" y="55"/>
                  <ns1:pt x="32" y="53"/>
                  <ns1:pt x="32" y="52"/>
                </ns1:cubicBezTo>
                <ns1:cubicBezTo>
                  <ns1:pt x="32" y="41"/>
                  <ns1:pt x="41" y="32"/>
                  <ns1:pt x="52" y="32"/>
                </ns1:cubicBezTo>
                <ns1:cubicBezTo>
                  <ns1:pt x="54" y="32"/>
                  <ns1:pt x="57" y="32"/>
                  <ns1:pt x="59" y="33"/>
                </ns1:cubicBezTo>
                <ns1:cubicBezTo>
                  <ns1:pt x="65" y="36"/>
                  <ns1:pt x="65" y="36"/>
                  <ns1:pt x="65" y="36"/>
                </ns1:cubicBezTo>
                <ns1:cubicBezTo>
                  <ns1:pt x="69" y="29"/>
                  <ns1:pt x="69" y="29"/>
                  <ns1:pt x="69" y="29"/>
                </ns1:cubicBezTo>
                <ns1:cubicBezTo>
                  <ns1:pt x="76" y="16"/>
                  <ns1:pt x="89" y="8"/>
                  <ns1:pt x="104" y="8"/>
                </ns1:cubicBezTo>
                <ns1:cubicBezTo>
                  <ns1:pt x="126" y="8"/>
                  <ns1:pt x="144" y="26"/>
                  <ns1:pt x="144" y="48"/>
                </ns1:cubicBezTo>
                <ns1:cubicBezTo>
                  <ns1:pt x="144" y="49"/>
                  <ns1:pt x="144" y="49"/>
                  <ns1:pt x="144" y="50"/>
                </ns1:cubicBezTo>
                <ns1:cubicBezTo>
                  <ns1:pt x="144" y="51"/>
                  <ns1:pt x="144" y="51"/>
                  <ns1:pt x="144" y="51"/>
                </ns1:cubicBezTo>
                <ns1:cubicBezTo>
                  <ns1:pt x="143" y="56"/>
                  <ns1:pt x="143" y="56"/>
                  <ns1:pt x="143" y="56"/>
                </ns1:cubicBezTo>
                <ns1:cubicBezTo>
                  <ns1:pt x="149" y="59"/>
                  <ns1:pt x="149" y="59"/>
                  <ns1:pt x="149" y="59"/>
                </ns1:cubicBezTo>
                <ns1:cubicBezTo>
                  <ns1:pt x="160" y="64"/>
                  <ns1:pt x="168" y="75"/>
                  <ns1:pt x="168" y="88"/>
                </ns1:cubicBezTo>
                <ns1:cubicBezTo>
                  <ns1:pt x="168" y="106"/>
                  <ns1:pt x="154" y="120"/>
                  <ns1:pt x="136" y="120"/>
                </ns1:cubicBezTo>
                <ns1:cubicBezTo>
                  <ns1:pt x="104" y="120"/>
                  <ns1:pt x="104" y="120"/>
                  <ns1:pt x="104" y="120"/>
                </ns1:cubicBezTo>
                <ns1:cubicBezTo>
                  <ns1:pt x="102" y="120"/>
                  <ns1:pt x="100" y="122"/>
                  <ns1:pt x="100" y="124"/>
                </ns1:cubicBezTo>
                <ns1:cubicBezTo>
                  <ns1:pt x="100" y="126"/>
                  <ns1:pt x="102" y="128"/>
                  <ns1:pt x="104" y="128"/>
                </ns1:cubicBezTo>
                <ns1:cubicBezTo>
                  <ns1:pt x="136" y="128"/>
                  <ns1:pt x="136" y="128"/>
                  <ns1:pt x="136" y="128"/>
                </ns1:cubicBezTo>
                <ns1:cubicBezTo>
                  <ns1:pt x="158" y="128"/>
                  <ns1:pt x="176" y="110"/>
                  <ns1:pt x="176" y="88"/>
                </ns1:cubicBezTo>
                <ns1:cubicBezTo>
                  <ns1:pt x="176" y="72"/>
                  <ns1:pt x="166" y="57"/>
                  <ns1:pt x="152" y="51"/>
                </ns1:cubicBezTo>
              </ns1:path>
            </ns1:pathLst>
          </ns1:custGeom>
          <ns1:solidFill>
            <ns1:schemeClr val="tx1"/>
          </ns1:solidFill>
          <ns1:ln>
            <ns1:noFill/>
          </ns1:ln>
          <ns1:extLst/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en-US"/>
          </ns1:p>
        </ns0:txBody>
      </ns0:sp>
      <ns0:sp>
        <ns0:nvSpPr>
          <ns0:cNvPr id="27" name="Freeform 23"/>
          <ns0:cNvSpPr>
            <ns1:spLocks noEditPoints="1"/>
          </ns0:cNvSpPr>
          <ns0:nvPr/>
        </ns0:nvSpPr>
        <ns0:spPr bwMode="auto">
          <ns1:xfrm>
            <ns1:off x="9669463" y="1592263"/>
            <ns1:ext cx="557212" cy="481013"/>
          </ns1:xfrm>
          <ns1:custGeom>
            <ns1:avLst/>
            <ns1:gdLst>
              <ns1:gd name="T0" fmla="*/ 86 w 176"/>
              <ns1:gd name="T1" fmla="*/ 101 h 152"/>
              <ns1:gd name="T2" fmla="*/ 85 w 176"/>
              <ns1:gd name="T3" fmla="*/ 100 h 152"/>
              <ns1:gd name="T4" fmla="*/ 69 w 176"/>
              <ns1:gd name="T5" fmla="*/ 96 h 152"/>
              <ns1:gd name="T6" fmla="*/ 64 w 176"/>
              <ns1:gd name="T7" fmla="*/ 102 h 152"/>
              <ns1:gd name="T8" fmla="*/ 73 w 176"/>
              <ns1:gd name="T9" fmla="*/ 105 h 152"/>
              <ns1:gd name="T10" fmla="*/ 79 w 176"/>
              <ns1:gd name="T11" fmla="*/ 146 h 152"/>
              <ns1:gd name="T12" fmla="*/ 72 w 176"/>
              <ns1:gd name="T13" fmla="*/ 124 h 152"/>
              <ns1:gd name="T14" fmla="*/ 76 w 176"/>
              <ns1:gd name="T15" fmla="*/ 120 h 152"/>
              <ns1:gd name="T16" fmla="*/ 82 w 176"/>
              <ns1:gd name="T17" fmla="*/ 124 h 152"/>
              <ns1:gd name="T18" fmla="*/ 88 w 176"/>
              <ns1:gd name="T19" fmla="*/ 105 h 152"/>
              <ns1:gd name="T20" fmla="*/ 152 w 176"/>
              <ns1:gd name="T21" fmla="*/ 51 h 152"/>
              <ns1:gd name="T22" fmla="*/ 104 w 176"/>
              <ns1:gd name="T23" fmla="*/ 0 h 152"/>
              <ns1:gd name="T24" fmla="*/ 52 w 176"/>
              <ns1:gd name="T25" fmla="*/ 24 h 152"/>
              <ns1:gd name="T26" fmla="*/ 25 w 176"/>
              <ns1:gd name="T27" fmla="*/ 58 h 152"/>
              <ns1:gd name="T28" fmla="*/ 36 w 176"/>
              <ns1:gd name="T29" fmla="*/ 128 h 152"/>
              <ns1:gd name="T30" fmla="*/ 56 w 176"/>
              <ns1:gd name="T31" fmla="*/ 124 h 152"/>
              <ns1:gd name="T32" fmla="*/ 36 w 176"/>
              <ns1:gd name="T33" fmla="*/ 120 h 152"/>
              <ns1:gd name="T34" fmla="*/ 27 w 176"/>
              <ns1:gd name="T35" fmla="*/ 65 h 152"/>
              <ns1:gd name="T36" fmla="*/ 32 w 176"/>
              <ns1:gd name="T37" fmla="*/ 56 h 152"/>
              <ns1:gd name="T38" fmla="*/ 52 w 176"/>
              <ns1:gd name="T39" fmla="*/ 32 h 152"/>
              <ns1:gd name="T40" fmla="*/ 65 w 176"/>
              <ns1:gd name="T41" fmla="*/ 36 h 152"/>
              <ns1:gd name="T42" fmla="*/ 104 w 176"/>
              <ns1:gd name="T43" fmla="*/ 8 h 152"/>
              <ns1:gd name="T44" fmla="*/ 144 w 176"/>
              <ns1:gd name="T45" fmla="*/ 50 h 152"/>
              <ns1:gd name="T46" fmla="*/ 143 w 176"/>
              <ns1:gd name="T47" fmla="*/ 56 h 152"/>
              <ns1:gd name="T48" fmla="*/ 168 w 176"/>
              <ns1:gd name="T49" fmla="*/ 88 h 152"/>
              <ns1:gd name="T50" fmla="*/ 124 w 176"/>
              <ns1:gd name="T51" fmla="*/ 120 h 152"/>
              <ns1:gd name="T52" fmla="*/ 124 w 176"/>
              <ns1:gd name="T53" fmla="*/ 128 h 152"/>
              <ns1:gd name="T54" fmla="*/ 176 w 176"/>
              <ns1:gd name="T55" fmla="*/ 88 h 152"/>
              <ns1:gd name="T56" fmla="*/ 109 w 176"/>
              <ns1:gd name="T57" fmla="*/ 144 h 152"/>
              <ns1:gd name="T58" fmla="*/ 112 w 176"/>
              <ns1:gd name="T59" fmla="*/ 124 h 152"/>
              <ns1:gd name="T60" fmla="*/ 95 w 176"/>
              <ns1:gd name="T61" fmla="*/ 110 h 152"/>
              <ns1:gd name="T62" fmla="*/ 98 w 176"/>
              <ns1:gd name="T63" fmla="*/ 136 h 152"/>
              <ns1:gd name="T64" fmla="*/ 100 w 176"/>
              <ns1:gd name="T65" fmla="*/ 125 h 152"/>
              <ns1:gd name="T66" fmla="*/ 92 w 176"/>
              <ns1:gd name="T67" fmla="*/ 126 h 152"/>
              <ns1:gd name="T68" fmla="*/ 88 w 176"/>
              <ns1:gd name="T69" fmla="*/ 146 h 152"/>
              <ns1:gd name="T70" fmla="*/ 91 w 176"/>
              <ns1:gd name="T71" fmla="*/ 148 h 152"/>
              <ns1:gd name="T72" fmla="*/ 107 w 176"/>
              <ns1:gd name="T73" fmla="*/ 152 h 152"/>
              <ns1:gd name="T74" fmla="*/ 112 w 176"/>
              <ns1:gd name="T75" fmla="*/ 146 h 152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  <ns1:cxn ang="0">
                <ns1:pos x="T32" y="T33"/>
              </ns1:cxn>
              <ns1:cxn ang="0">
                <ns1:pos x="T34" y="T35"/>
              </ns1:cxn>
              <ns1:cxn ang="0">
                <ns1:pos x="T36" y="T37"/>
              </ns1:cxn>
              <ns1:cxn ang="0">
                <ns1:pos x="T38" y="T39"/>
              </ns1:cxn>
              <ns1:cxn ang="0">
                <ns1:pos x="T40" y="T41"/>
              </ns1:cxn>
              <ns1:cxn ang="0">
                <ns1:pos x="T42" y="T43"/>
              </ns1:cxn>
              <ns1:cxn ang="0">
                <ns1:pos x="T44" y="T45"/>
              </ns1:cxn>
              <ns1:cxn ang="0">
                <ns1:pos x="T46" y="T47"/>
              </ns1:cxn>
              <ns1:cxn ang="0">
                <ns1:pos x="T48" y="T49"/>
              </ns1:cxn>
              <ns1:cxn ang="0">
                <ns1:pos x="T50" y="T51"/>
              </ns1:cxn>
              <ns1:cxn ang="0">
                <ns1:pos x="T52" y="T53"/>
              </ns1:cxn>
              <ns1:cxn ang="0">
                <ns1:pos x="T54" y="T55"/>
              </ns1:cxn>
              <ns1:cxn ang="0">
                <ns1:pos x="T56" y="T57"/>
              </ns1:cxn>
              <ns1:cxn ang="0">
                <ns1:pos x="T58" y="T59"/>
              </ns1:cxn>
              <ns1:cxn ang="0">
                <ns1:pos x="T60" y="T61"/>
              </ns1:cxn>
              <ns1:cxn ang="0">
                <ns1:pos x="T62" y="T63"/>
              </ns1:cxn>
              <ns1:cxn ang="0">
                <ns1:pos x="T64" y="T65"/>
              </ns1:cxn>
              <ns1:cxn ang="0">
                <ns1:pos x="T66" y="T67"/>
              </ns1:cxn>
              <ns1:cxn ang="0">
                <ns1:pos x="T68" y="T69"/>
              </ns1:cxn>
              <ns1:cxn ang="0">
                <ns1:pos x="T70" y="T71"/>
              </ns1:cxn>
              <ns1:cxn ang="0">
                <ns1:pos x="T72" y="T73"/>
              </ns1:cxn>
              <ns1:cxn ang="0">
                <ns1:pos x="T74" y="T75"/>
              </ns1:cxn>
            </ns1:cxnLst>
            <ns1:rect l="0" t="0" r="r" b="b"/>
            <ns1:pathLst>
              <ns1:path w="176" h="152">
                <ns1:moveTo>
                  <ns1:pt x="88" y="102"/>
                </ns1:moveTo>
                <ns1:cubicBezTo>
                  <ns1:pt x="87" y="101"/>
                  <ns1:pt x="86" y="101"/>
                  <ns1:pt x="86" y="101"/>
                </ns1:cubicBezTo>
                <ns1:cubicBezTo>
                  <ns1:pt x="86" y="100"/>
                  <ns1:pt x="86" y="100"/>
                  <ns1:pt x="86" y="100"/>
                </ns1:cubicBezTo>
                <ns1:cubicBezTo>
                  <ns1:pt x="85" y="100"/>
                  <ns1:pt x="85" y="100"/>
                  <ns1:pt x="85" y="100"/>
                </ns1:cubicBezTo>
                <ns1:cubicBezTo>
                  <ns1:pt x="69" y="96"/>
                  <ns1:pt x="69" y="96"/>
                  <ns1:pt x="69" y="96"/>
                </ns1:cubicBezTo>
                <ns1:cubicBezTo>
                  <ns1:pt x="69" y="96"/>
                  <ns1:pt x="69" y="96"/>
                  <ns1:pt x="69" y="96"/>
                </ns1:cubicBezTo>
                <ns1:cubicBezTo>
                  <ns1:pt x="68" y="96"/>
                  <ns1:pt x="67" y="96"/>
                  <ns1:pt x="66" y="97"/>
                </ns1:cubicBezTo>
                <ns1:cubicBezTo>
                  <ns1:pt x="64" y="98"/>
                  <ns1:pt x="63" y="100"/>
                  <ns1:pt x="64" y="102"/>
                </ns1:cubicBezTo>
                <ns1:cubicBezTo>
                  <ns1:pt x="65" y="103"/>
                  <ns1:pt x="66" y="104"/>
                  <ns1:pt x="67" y="104"/>
                </ns1:cubicBezTo>
                <ns1:cubicBezTo>
                  <ns1:pt x="73" y="105"/>
                  <ns1:pt x="73" y="105"/>
                  <ns1:pt x="73" y="105"/>
                </ns1:cubicBezTo>
                <ns1:cubicBezTo>
                  <ns1:pt x="68" y="110"/>
                  <ns1:pt x="64" y="116"/>
                  <ns1:pt x="64" y="124"/>
                </ns1:cubicBezTo>
                <ns1:cubicBezTo>
                  <ns1:pt x="64" y="134"/>
                  <ns1:pt x="70" y="143"/>
                  <ns1:pt x="79" y="146"/>
                </ns1:cubicBezTo>
                <ns1:cubicBezTo>
                  <ns1:pt x="81" y="138"/>
                  <ns1:pt x="81" y="138"/>
                  <ns1:pt x="81" y="138"/>
                </ns1:cubicBezTo>
                <ns1:cubicBezTo>
                  <ns1:pt x="76" y="136"/>
                  <ns1:pt x="72" y="130"/>
                  <ns1:pt x="72" y="124"/>
                </ns1:cubicBezTo>
                <ns1:cubicBezTo>
                  <ns1:pt x="72" y="119"/>
                  <ns1:pt x="74" y="114"/>
                  <ns1:pt x="78" y="111"/>
                </ns1:cubicBezTo>
                <ns1:cubicBezTo>
                  <ns1:pt x="76" y="120"/>
                  <ns1:pt x="76" y="120"/>
                  <ns1:pt x="76" y="120"/>
                </ns1:cubicBezTo>
                <ns1:cubicBezTo>
                  <ns1:pt x="76" y="121"/>
                  <ns1:pt x="76" y="122"/>
                  <ns1:pt x="76" y="123"/>
                </ns1:cubicBezTo>
                <ns1:cubicBezTo>
                  <ns1:pt x="78" y="125"/>
                  <ns1:pt x="80" y="125"/>
                  <ns1:pt x="82" y="124"/>
                </ns1:cubicBezTo>
                <ns1:cubicBezTo>
                  <ns1:pt x="83" y="124"/>
                  <ns1:pt x="84" y="123"/>
                  <ns1:pt x="84" y="122"/>
                </ns1:cubicBezTo>
                <ns1:cubicBezTo>
                  <ns1:pt x="88" y="105"/>
                  <ns1:pt x="88" y="105"/>
                  <ns1:pt x="88" y="105"/>
                </ns1:cubicBezTo>
                <ns1:cubicBezTo>
                  <ns1:pt x="88" y="104"/>
                  <ns1:pt x="88" y="103"/>
                  <ns1:pt x="88" y="102"/>
                </ns1:cubicBezTo>
                <ns1:moveTo>
                  <ns1:pt x="152" y="51"/>
                </ns1:moveTo>
                <ns1:cubicBezTo>
                  <ns1:pt x="152" y="50"/>
                  <ns1:pt x="152" y="49"/>
                  <ns1:pt x="152" y="48"/>
                </ns1:cubicBezTo>
                <ns1:cubicBezTo>
                  <ns1:pt x="152" y="21"/>
                  <ns1:pt x="131" y="0"/>
                  <ns1:pt x="104" y="0"/>
                </ns1:cubicBezTo>
                <ns1:cubicBezTo>
                  <ns1:pt x="86" y="0"/>
                  <ns1:pt x="70" y="10"/>
                  <ns1:pt x="62" y="26"/>
                </ns1:cubicBezTo>
                <ns1:cubicBezTo>
                  <ns1:pt x="59" y="25"/>
                  <ns1:pt x="55" y="24"/>
                  <ns1:pt x="52" y="24"/>
                </ns1:cubicBezTo>
                <ns1:cubicBezTo>
                  <ns1:pt x="37" y="24"/>
                  <ns1:pt x="24" y="37"/>
                  <ns1:pt x="24" y="52"/>
                </ns1:cubicBezTo>
                <ns1:cubicBezTo>
                  <ns1:pt x="24" y="54"/>
                  <ns1:pt x="24" y="56"/>
                  <ns1:pt x="25" y="58"/>
                </ns1:cubicBezTo>
                <ns1:cubicBezTo>
                  <ns1:pt x="10" y="63"/>
                  <ns1:pt x="0" y="76"/>
                  <ns1:pt x="0" y="92"/>
                </ns1:cubicBezTo>
                <ns1:cubicBezTo>
                  <ns1:pt x="0" y="112"/>
                  <ns1:pt x="16" y="128"/>
                  <ns1:pt x="36" y="128"/>
                </ns1:cubicBezTo>
                <ns1:cubicBezTo>
                  <ns1:pt x="52" y="128"/>
                  <ns1:pt x="52" y="128"/>
                  <ns1:pt x="52" y="128"/>
                </ns1:cubicBezTo>
                <ns1:cubicBezTo>
                  <ns1:pt x="54" y="128"/>
                  <ns1:pt x="56" y="126"/>
                  <ns1:pt x="56" y="124"/>
                </ns1:cubicBezTo>
                <ns1:cubicBezTo>
                  <ns1:pt x="56" y="122"/>
                  <ns1:pt x="54" y="120"/>
                  <ns1:pt x="52" y="120"/>
                </ns1:cubicBezTo>
                <ns1:cubicBezTo>
                  <ns1:pt x="36" y="120"/>
                  <ns1:pt x="36" y="120"/>
                  <ns1:pt x="36" y="120"/>
                </ns1:cubicBezTo>
                <ns1:cubicBezTo>
                  <ns1:pt x="21" y="120"/>
                  <ns1:pt x="8" y="107"/>
                  <ns1:pt x="8" y="92"/>
                </ns1:cubicBezTo>
                <ns1:cubicBezTo>
                  <ns1:pt x="8" y="80"/>
                  <ns1:pt x="16" y="69"/>
                  <ns1:pt x="27" y="65"/>
                </ns1:cubicBezTo>
                <ns1:cubicBezTo>
                  <ns1:pt x="34" y="63"/>
                  <ns1:pt x="34" y="63"/>
                  <ns1:pt x="34" y="63"/>
                </ns1:cubicBezTo>
                <ns1:cubicBezTo>
                  <ns1:pt x="32" y="56"/>
                  <ns1:pt x="32" y="56"/>
                  <ns1:pt x="32" y="56"/>
                </ns1:cubicBezTo>
                <ns1:cubicBezTo>
                  <ns1:pt x="32" y="55"/>
                  <ns1:pt x="32" y="53"/>
                  <ns1:pt x="32" y="52"/>
                </ns1:cubicBezTo>
                <ns1:cubicBezTo>
                  <ns1:pt x="32" y="41"/>
                  <ns1:pt x="41" y="32"/>
                  <ns1:pt x="52" y="32"/>
                </ns1:cubicBezTo>
                <ns1:cubicBezTo>
                  <ns1:pt x="54" y="32"/>
                  <ns1:pt x="57" y="32"/>
                  <ns1:pt x="59" y="33"/>
                </ns1:cubicBezTo>
                <ns1:cubicBezTo>
                  <ns1:pt x="65" y="36"/>
                  <ns1:pt x="65" y="36"/>
                  <ns1:pt x="65" y="36"/>
                </ns1:cubicBezTo>
                <ns1:cubicBezTo>
                  <ns1:pt x="69" y="29"/>
                  <ns1:pt x="69" y="29"/>
                  <ns1:pt x="69" y="29"/>
                </ns1:cubicBezTo>
                <ns1:cubicBezTo>
                  <ns1:pt x="76" y="16"/>
                  <ns1:pt x="89" y="8"/>
                  <ns1:pt x="104" y="8"/>
                </ns1:cubicBezTo>
                <ns1:cubicBezTo>
                  <ns1:pt x="126" y="8"/>
                  <ns1:pt x="144" y="26"/>
                  <ns1:pt x="144" y="48"/>
                </ns1:cubicBezTo>
                <ns1:cubicBezTo>
                  <ns1:pt x="144" y="49"/>
                  <ns1:pt x="144" y="49"/>
                  <ns1:pt x="144" y="50"/>
                </ns1:cubicBezTo>
                <ns1:cubicBezTo>
                  <ns1:pt x="144" y="51"/>
                  <ns1:pt x="144" y="51"/>
                  <ns1:pt x="144" y="51"/>
                </ns1:cubicBezTo>
                <ns1:cubicBezTo>
                  <ns1:pt x="143" y="56"/>
                  <ns1:pt x="143" y="56"/>
                  <ns1:pt x="143" y="56"/>
                </ns1:cubicBezTo>
                <ns1:cubicBezTo>
                  <ns1:pt x="149" y="59"/>
                  <ns1:pt x="149" y="59"/>
                  <ns1:pt x="149" y="59"/>
                </ns1:cubicBezTo>
                <ns1:cubicBezTo>
                  <ns1:pt x="160" y="64"/>
                  <ns1:pt x="168" y="75"/>
                  <ns1:pt x="168" y="88"/>
                </ns1:cubicBezTo>
                <ns1:cubicBezTo>
                  <ns1:pt x="168" y="106"/>
                  <ns1:pt x="154" y="120"/>
                  <ns1:pt x="136" y="120"/>
                </ns1:cubicBezTo>
                <ns1:cubicBezTo>
                  <ns1:pt x="124" y="120"/>
                  <ns1:pt x="124" y="120"/>
                  <ns1:pt x="124" y="120"/>
                </ns1:cubicBezTo>
                <ns1:cubicBezTo>
                  <ns1:pt x="122" y="120"/>
                  <ns1:pt x="120" y="122"/>
                  <ns1:pt x="120" y="124"/>
                </ns1:cubicBezTo>
                <ns1:cubicBezTo>
                  <ns1:pt x="120" y="126"/>
                  <ns1:pt x="122" y="128"/>
                  <ns1:pt x="124" y="128"/>
                </ns1:cubicBezTo>
                <ns1:cubicBezTo>
                  <ns1:pt x="136" y="128"/>
                  <ns1:pt x="136" y="128"/>
                  <ns1:pt x="136" y="128"/>
                </ns1:cubicBezTo>
                <ns1:cubicBezTo>
                  <ns1:pt x="158" y="128"/>
                  <ns1:pt x="176" y="110"/>
                  <ns1:pt x="176" y="88"/>
                </ns1:cubicBezTo>
                <ns1:cubicBezTo>
                  <ns1:pt x="176" y="72"/>
                  <ns1:pt x="166" y="57"/>
                  <ns1:pt x="152" y="51"/>
                </ns1:cubicBezTo>
                <ns1:moveTo>
                  <ns1:pt x="109" y="144"/>
                </ns1:moveTo>
                <ns1:cubicBezTo>
                  <ns1:pt x="103" y="143"/>
                  <ns1:pt x="103" y="143"/>
                  <ns1:pt x="103" y="143"/>
                </ns1:cubicBezTo>
                <ns1:cubicBezTo>
                  <ns1:pt x="108" y="138"/>
                  <ns1:pt x="112" y="132"/>
                  <ns1:pt x="112" y="124"/>
                </ns1:cubicBezTo>
                <ns1:cubicBezTo>
                  <ns1:pt x="112" y="114"/>
                  <ns1:pt x="106" y="106"/>
                  <ns1:pt x="98" y="102"/>
                </ns1:cubicBezTo>
                <ns1:cubicBezTo>
                  <ns1:pt x="95" y="110"/>
                  <ns1:pt x="95" y="110"/>
                  <ns1:pt x="95" y="110"/>
                </ns1:cubicBezTo>
                <ns1:cubicBezTo>
                  <ns1:pt x="100" y="113"/>
                  <ns1:pt x="104" y="118"/>
                  <ns1:pt x="104" y="124"/>
                </ns1:cubicBezTo>
                <ns1:cubicBezTo>
                  <ns1:pt x="104" y="129"/>
                  <ns1:pt x="102" y="133"/>
                  <ns1:pt x="98" y="136"/>
                </ns1:cubicBezTo>
                <ns1:cubicBezTo>
                  <ns1:pt x="100" y="128"/>
                  <ns1:pt x="100" y="128"/>
                  <ns1:pt x="100" y="128"/>
                </ns1:cubicBezTo>
                <ns1:cubicBezTo>
                  <ns1:pt x="100" y="127"/>
                  <ns1:pt x="100" y="126"/>
                  <ns1:pt x="100" y="125"/>
                </ns1:cubicBezTo>
                <ns1:cubicBezTo>
                  <ns1:pt x="99" y="123"/>
                  <ns1:pt x="96" y="123"/>
                  <ns1:pt x="94" y="124"/>
                </ns1:cubicBezTo>
                <ns1:cubicBezTo>
                  <ns1:pt x="93" y="124"/>
                  <ns1:pt x="93" y="125"/>
                  <ns1:pt x="92" y="126"/>
                </ns1:cubicBezTo>
                <ns1:cubicBezTo>
                  <ns1:pt x="88" y="143"/>
                  <ns1:pt x="88" y="143"/>
                  <ns1:pt x="88" y="143"/>
                </ns1:cubicBezTo>
                <ns1:cubicBezTo>
                  <ns1:pt x="88" y="144"/>
                  <ns1:pt x="88" y="145"/>
                  <ns1:pt x="88" y="146"/>
                </ns1:cubicBezTo>
                <ns1:cubicBezTo>
                  <ns1:pt x="89" y="147"/>
                  <ns1:pt x="90" y="147"/>
                  <ns1:pt x="91" y="148"/>
                </ns1:cubicBezTo>
                <ns1:cubicBezTo>
                  <ns1:pt x="91" y="148"/>
                  <ns1:pt x="91" y="148"/>
                  <ns1:pt x="91" y="148"/>
                </ns1:cubicBezTo>
                <ns1:cubicBezTo>
                  <ns1:pt x="91" y="148"/>
                  <ns1:pt x="91" y="148"/>
                  <ns1:pt x="91" y="148"/>
                </ns1:cubicBezTo>
                <ns1:cubicBezTo>
                  <ns1:pt x="107" y="152"/>
                  <ns1:pt x="107" y="152"/>
                  <ns1:pt x="107" y="152"/>
                </ns1:cubicBezTo>
                <ns1:cubicBezTo>
                  <ns1:pt x="108" y="152"/>
                  <ns1:pt x="109" y="152"/>
                  <ns1:pt x="110" y="152"/>
                </ns1:cubicBezTo>
                <ns1:cubicBezTo>
                  <ns1:pt x="112" y="151"/>
                  <ns1:pt x="113" y="148"/>
                  <ns1:pt x="112" y="146"/>
                </ns1:cubicBezTo>
                <ns1:cubicBezTo>
                  <ns1:pt x="111" y="145"/>
                  <ns1:pt x="110" y="145"/>
                  <ns1:pt x="109" y="144"/>
                </ns1:cubicBezTo>
              </ns1:path>
            </ns1:pathLst>
          </ns1:custGeom>
          <ns1:solidFill>
            <ns1:schemeClr val="tx1"/>
          </ns1:solidFill>
          <ns1:ln>
            <ns1:noFill/>
          </ns1:ln>
          <ns1:extLst/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en-US"/>
          </ns1:p>
        </ns0:txBody>
      </ns0:sp>
      <ns0:sp>
        <ns0:nvSpPr>
          <ns0:cNvPr id="28" name="Freeform 24"/>
          <ns0:cNvSpPr>
            <ns1:spLocks noEditPoints="1"/>
          </ns0:cNvSpPr>
          <ns0:nvPr/>
        </ns0:nvSpPr>
        <ns0:spPr bwMode="auto">
          <ns1:xfrm>
            <ns1:off x="10733088" y="1554163"/>
            <ns1:ext cx="557212" cy="557213"/>
          </ns1:xfrm>
          <ns1:custGeom>
            <ns1:avLst/>
            <ns1:gdLst>
              <ns1:gd name="T0" fmla="*/ 24 w 176"/>
              <ns1:gd name="T1" fmla="*/ 128 h 176"/>
              <ns1:gd name="T2" fmla="*/ 0 w 176"/>
              <ns1:gd name="T3" fmla="*/ 152 h 176"/>
              <ns1:gd name="T4" fmla="*/ 24 w 176"/>
              <ns1:gd name="T5" fmla="*/ 176 h 176"/>
              <ns1:gd name="T6" fmla="*/ 48 w 176"/>
              <ns1:gd name="T7" fmla="*/ 152 h 176"/>
              <ns1:gd name="T8" fmla="*/ 24 w 176"/>
              <ns1:gd name="T9" fmla="*/ 128 h 176"/>
              <ns1:gd name="T10" fmla="*/ 24 w 176"/>
              <ns1:gd name="T11" fmla="*/ 168 h 176"/>
              <ns1:gd name="T12" fmla="*/ 8 w 176"/>
              <ns1:gd name="T13" fmla="*/ 152 h 176"/>
              <ns1:gd name="T14" fmla="*/ 24 w 176"/>
              <ns1:gd name="T15" fmla="*/ 136 h 176"/>
              <ns1:gd name="T16" fmla="*/ 40 w 176"/>
              <ns1:gd name="T17" fmla="*/ 152 h 176"/>
              <ns1:gd name="T18" fmla="*/ 24 w 176"/>
              <ns1:gd name="T19" fmla="*/ 168 h 176"/>
              <ns1:gd name="T20" fmla="*/ 4 w 176"/>
              <ns1:gd name="T21" fmla="*/ 40 h 176"/>
              <ns1:gd name="T22" fmla="*/ 0 w 176"/>
              <ns1:gd name="T23" fmla="*/ 44 h 176"/>
              <ns1:gd name="T24" fmla="*/ 4 w 176"/>
              <ns1:gd name="T25" fmla="*/ 48 h 176"/>
              <ns1:gd name="T26" fmla="*/ 128 w 176"/>
              <ns1:gd name="T27" fmla="*/ 172 h 176"/>
              <ns1:gd name="T28" fmla="*/ 132 w 176"/>
              <ns1:gd name="T29" fmla="*/ 176 h 176"/>
              <ns1:gd name="T30" fmla="*/ 136 w 176"/>
              <ns1:gd name="T31" fmla="*/ 172 h 176"/>
              <ns1:gd name="T32" fmla="*/ 4 w 176"/>
              <ns1:gd name="T33" fmla="*/ 40 h 176"/>
              <ns1:gd name="T34" fmla="*/ 4 w 176"/>
              <ns1:gd name="T35" fmla="*/ 80 h 176"/>
              <ns1:gd name="T36" fmla="*/ 0 w 176"/>
              <ns1:gd name="T37" fmla="*/ 84 h 176"/>
              <ns1:gd name="T38" fmla="*/ 4 w 176"/>
              <ns1:gd name="T39" fmla="*/ 88 h 176"/>
              <ns1:gd name="T40" fmla="*/ 88 w 176"/>
              <ns1:gd name="T41" fmla="*/ 172 h 176"/>
              <ns1:gd name="T42" fmla="*/ 92 w 176"/>
              <ns1:gd name="T43" fmla="*/ 176 h 176"/>
              <ns1:gd name="T44" fmla="*/ 96 w 176"/>
              <ns1:gd name="T45" fmla="*/ 172 h 176"/>
              <ns1:gd name="T46" fmla="*/ 4 w 176"/>
              <ns1:gd name="T47" fmla="*/ 80 h 176"/>
              <ns1:gd name="T48" fmla="*/ 4 w 176"/>
              <ns1:gd name="T49" fmla="*/ 0 h 176"/>
              <ns1:gd name="T50" fmla="*/ 0 w 176"/>
              <ns1:gd name="T51" fmla="*/ 4 h 176"/>
              <ns1:gd name="T52" fmla="*/ 4 w 176"/>
              <ns1:gd name="T53" fmla="*/ 8 h 176"/>
              <ns1:gd name="T54" fmla="*/ 168 w 176"/>
              <ns1:gd name="T55" fmla="*/ 172 h 176"/>
              <ns1:gd name="T56" fmla="*/ 172 w 176"/>
              <ns1:gd name="T57" fmla="*/ 176 h 176"/>
              <ns1:gd name="T58" fmla="*/ 176 w 176"/>
              <ns1:gd name="T59" fmla="*/ 172 h 176"/>
              <ns1:gd name="T60" fmla="*/ 4 w 176"/>
              <ns1:gd name="T61" fmla="*/ 0 h 176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  <ns1:cxn ang="0">
                <ns1:pos x="T32" y="T33"/>
              </ns1:cxn>
              <ns1:cxn ang="0">
                <ns1:pos x="T34" y="T35"/>
              </ns1:cxn>
              <ns1:cxn ang="0">
                <ns1:pos x="T36" y="T37"/>
              </ns1:cxn>
              <ns1:cxn ang="0">
                <ns1:pos x="T38" y="T39"/>
              </ns1:cxn>
              <ns1:cxn ang="0">
                <ns1:pos x="T40" y="T41"/>
              </ns1:cxn>
              <ns1:cxn ang="0">
                <ns1:pos x="T42" y="T43"/>
              </ns1:cxn>
              <ns1:cxn ang="0">
                <ns1:pos x="T44" y="T45"/>
              </ns1:cxn>
              <ns1:cxn ang="0">
                <ns1:pos x="T46" y="T47"/>
              </ns1:cxn>
              <ns1:cxn ang="0">
                <ns1:pos x="T48" y="T49"/>
              </ns1:cxn>
              <ns1:cxn ang="0">
                <ns1:pos x="T50" y="T51"/>
              </ns1:cxn>
              <ns1:cxn ang="0">
                <ns1:pos x="T52" y="T53"/>
              </ns1:cxn>
              <ns1:cxn ang="0">
                <ns1:pos x="T54" y="T55"/>
              </ns1:cxn>
              <ns1:cxn ang="0">
                <ns1:pos x="T56" y="T57"/>
              </ns1:cxn>
              <ns1:cxn ang="0">
                <ns1:pos x="T58" y="T59"/>
              </ns1:cxn>
              <ns1:cxn ang="0">
                <ns1:pos x="T60" y="T61"/>
              </ns1:cxn>
            </ns1:cxnLst>
            <ns1:rect l="0" t="0" r="r" b="b"/>
            <ns1:pathLst>
              <ns1:path w="176" h="176">
                <ns1:moveTo>
                  <ns1:pt x="24" y="128"/>
                </ns1:moveTo>
                <ns1:cubicBezTo>
                  <ns1:pt x="11" y="128"/>
                  <ns1:pt x="0" y="139"/>
                  <ns1:pt x="0" y="152"/>
                </ns1:cubicBezTo>
                <ns1:cubicBezTo>
                  <ns1:pt x="0" y="165"/>
                  <ns1:pt x="11" y="176"/>
                  <ns1:pt x="24" y="176"/>
                </ns1:cubicBezTo>
                <ns1:cubicBezTo>
                  <ns1:pt x="37" y="176"/>
                  <ns1:pt x="48" y="165"/>
                  <ns1:pt x="48" y="152"/>
                </ns1:cubicBezTo>
                <ns1:cubicBezTo>
                  <ns1:pt x="48" y="139"/>
                  <ns1:pt x="37" y="128"/>
                  <ns1:pt x="24" y="128"/>
                </ns1:cubicBezTo>
                <ns1:moveTo>
                  <ns1:pt x="24" y="168"/>
                </ns1:moveTo>
                <ns1:cubicBezTo>
                  <ns1:pt x="15" y="168"/>
                  <ns1:pt x="8" y="161"/>
                  <ns1:pt x="8" y="152"/>
                </ns1:cubicBezTo>
                <ns1:cubicBezTo>
                  <ns1:pt x="8" y="143"/>
                  <ns1:pt x="15" y="136"/>
                  <ns1:pt x="24" y="136"/>
                </ns1:cubicBezTo>
                <ns1:cubicBezTo>
                  <ns1:pt x="33" y="136"/>
                  <ns1:pt x="40" y="143"/>
                  <ns1:pt x="40" y="152"/>
                </ns1:cubicBezTo>
                <ns1:cubicBezTo>
                  <ns1:pt x="40" y="161"/>
                  <ns1:pt x="33" y="168"/>
                  <ns1:pt x="24" y="168"/>
                </ns1:cubicBezTo>
                <ns1:moveTo>
                  <ns1:pt x="4" y="40"/>
                </ns1:moveTo>
                <ns1:cubicBezTo>
                  <ns1:pt x="2" y="40"/>
                  <ns1:pt x="0" y="42"/>
                  <ns1:pt x="0" y="44"/>
                </ns1:cubicBezTo>
                <ns1:cubicBezTo>
                  <ns1:pt x="0" y="46"/>
                  <ns1:pt x="2" y="48"/>
                  <ns1:pt x="4" y="48"/>
                </ns1:cubicBezTo>
                <ns1:cubicBezTo>
                  <ns1:pt x="72" y="48"/>
                  <ns1:pt x="128" y="104"/>
                  <ns1:pt x="128" y="172"/>
                </ns1:cubicBezTo>
                <ns1:cubicBezTo>
                  <ns1:pt x="128" y="174"/>
                  <ns1:pt x="130" y="176"/>
                  <ns1:pt x="132" y="176"/>
                </ns1:cubicBezTo>
                <ns1:cubicBezTo>
                  <ns1:pt x="134" y="176"/>
                  <ns1:pt x="136" y="174"/>
                  <ns1:pt x="136" y="172"/>
                </ns1:cubicBezTo>
                <ns1:cubicBezTo>
                  <ns1:pt x="136" y="99"/>
                  <ns1:pt x="77" y="40"/>
                  <ns1:pt x="4" y="40"/>
                </ns1:cubicBezTo>
                <ns1:moveTo>
                  <ns1:pt x="4" y="80"/>
                </ns1:moveTo>
                <ns1:cubicBezTo>
                  <ns1:pt x="2" y="80"/>
                  <ns1:pt x="0" y="82"/>
                  <ns1:pt x="0" y="84"/>
                </ns1:cubicBezTo>
                <ns1:cubicBezTo>
                  <ns1:pt x="0" y="86"/>
                  <ns1:pt x="2" y="88"/>
                  <ns1:pt x="4" y="88"/>
                </ns1:cubicBezTo>
                <ns1:cubicBezTo>
                  <ns1:pt x="50" y="88"/>
                  <ns1:pt x="88" y="126"/>
                  <ns1:pt x="88" y="172"/>
                </ns1:cubicBezTo>
                <ns1:cubicBezTo>
                  <ns1:pt x="88" y="174"/>
                  <ns1:pt x="90" y="176"/>
                  <ns1:pt x="92" y="176"/>
                </ns1:cubicBezTo>
                <ns1:cubicBezTo>
                  <ns1:pt x="94" y="176"/>
                  <ns1:pt x="96" y="174"/>
                  <ns1:pt x="96" y="172"/>
                </ns1:cubicBezTo>
                <ns1:cubicBezTo>
                  <ns1:pt x="96" y="121"/>
                  <ns1:pt x="55" y="80"/>
                  <ns1:pt x="4" y="80"/>
                </ns1:cubicBezTo>
                <ns1:moveTo>
                  <ns1:pt x="4" y="0"/>
                </ns1:moveTo>
                <ns1:cubicBezTo>
                  <ns1:pt x="2" y="0"/>
                  <ns1:pt x="0" y="2"/>
                  <ns1:pt x="0" y="4"/>
                </ns1:cubicBezTo>
                <ns1:cubicBezTo>
                  <ns1:pt x="0" y="6"/>
                  <ns1:pt x="2" y="8"/>
                  <ns1:pt x="4" y="8"/>
                </ns1:cubicBezTo>
                <ns1:cubicBezTo>
                  <ns1:pt x="95" y="8"/>
                  <ns1:pt x="168" y="81"/>
                  <ns1:pt x="168" y="172"/>
                </ns1:cubicBezTo>
                <ns1:cubicBezTo>
                  <ns1:pt x="168" y="174"/>
                  <ns1:pt x="170" y="176"/>
                  <ns1:pt x="172" y="176"/>
                </ns1:cubicBezTo>
                <ns1:cubicBezTo>
                  <ns1:pt x="174" y="176"/>
                  <ns1:pt x="176" y="174"/>
                  <ns1:pt x="176" y="172"/>
                </ns1:cubicBezTo>
                <ns1:cubicBezTo>
                  <ns1:pt x="176" y="77"/>
                  <ns1:pt x="99" y="0"/>
                  <ns1:pt x="4" y="0"/>
                </ns1:cubicBezTo>
              </ns1:path>
            </ns1:pathLst>
          </ns1:custGeom>
          <ns1:solidFill>
            <ns1:schemeClr val="tx1"/>
          </ns1:solidFill>
          <ns1:ln>
            <ns1:noFill/>
          </ns1:ln>
          <ns1:extLst/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en-US"/>
          </ns1:p>
        </ns0:txBody>
      </ns0:sp>
      <ns0:sp>
        <ns0:nvSpPr>
          <ns0:cNvPr id="29" name="Freeform 25"/>
          <ns0:cNvSpPr>
            <ns1:spLocks noEditPoints="1"/>
          </ns0:cNvSpPr>
          <ns0:nvPr/>
        </ns0:nvSpPr>
        <ns0:spPr bwMode="auto">
          <ns1:xfrm>
            <ns1:off x="1163638" y="2617788"/>
            <ns1:ext cx="557212" cy="557213"/>
          </ns1:xfrm>
          <ns1:custGeom>
            <ns1:avLst/>
            <ns1:gdLst>
              <ns1:gd name="T0" fmla="*/ 160 w 176"/>
              <ns1:gd name="T1" fmla="*/ 0 h 176"/>
              <ns1:gd name="T2" fmla="*/ 16 w 176"/>
              <ns1:gd name="T3" fmla="*/ 0 h 176"/>
              <ns1:gd name="T4" fmla="*/ 0 w 176"/>
              <ns1:gd name="T5" fmla="*/ 16 h 176"/>
              <ns1:gd name="T6" fmla="*/ 0 w 176"/>
              <ns1:gd name="T7" fmla="*/ 160 h 176"/>
              <ns1:gd name="T8" fmla="*/ 16 w 176"/>
              <ns1:gd name="T9" fmla="*/ 176 h 176"/>
              <ns1:gd name="T10" fmla="*/ 160 w 176"/>
              <ns1:gd name="T11" fmla="*/ 176 h 176"/>
              <ns1:gd name="T12" fmla="*/ 176 w 176"/>
              <ns1:gd name="T13" fmla="*/ 160 h 176"/>
              <ns1:gd name="T14" fmla="*/ 176 w 176"/>
              <ns1:gd name="T15" fmla="*/ 16 h 176"/>
              <ns1:gd name="T16" fmla="*/ 160 w 176"/>
              <ns1:gd name="T17" fmla="*/ 0 h 176"/>
              <ns1:gd name="T18" fmla="*/ 168 w 176"/>
              <ns1:gd name="T19" fmla="*/ 160 h 176"/>
              <ns1:gd name="T20" fmla="*/ 160 w 176"/>
              <ns1:gd name="T21" fmla="*/ 168 h 176"/>
              <ns1:gd name="T22" fmla="*/ 16 w 176"/>
              <ns1:gd name="T23" fmla="*/ 168 h 176"/>
              <ns1:gd name="T24" fmla="*/ 8 w 176"/>
              <ns1:gd name="T25" fmla="*/ 160 h 176"/>
              <ns1:gd name="T26" fmla="*/ 8 w 176"/>
              <ns1:gd name="T27" fmla="*/ 16 h 176"/>
              <ns1:gd name="T28" fmla="*/ 16 w 176"/>
              <ns1:gd name="T29" fmla="*/ 8 h 176"/>
              <ns1:gd name="T30" fmla="*/ 160 w 176"/>
              <ns1:gd name="T31" fmla="*/ 8 h 176"/>
              <ns1:gd name="T32" fmla="*/ 168 w 176"/>
              <ns1:gd name="T33" fmla="*/ 16 h 176"/>
              <ns1:gd name="T34" fmla="*/ 168 w 176"/>
              <ns1:gd name="T35" fmla="*/ 160 h 176"/>
              <ns1:gd name="T36" fmla="*/ 48 w 176"/>
              <ns1:gd name="T37" fmla="*/ 36 h 176"/>
              <ns1:gd name="T38" fmla="*/ 40 w 176"/>
              <ns1:gd name="T39" fmla="*/ 36 h 176"/>
              <ns1:gd name="T40" fmla="*/ 36 w 176"/>
              <ns1:gd name="T41" fmla="*/ 40 h 176"/>
              <ns1:gd name="T42" fmla="*/ 40 w 176"/>
              <ns1:gd name="T43" fmla="*/ 44 h 176"/>
              <ns1:gd name="T44" fmla="*/ 48 w 176"/>
              <ns1:gd name="T45" fmla="*/ 44 h 176"/>
              <ns1:gd name="T46" fmla="*/ 132 w 176"/>
              <ns1:gd name="T47" fmla="*/ 128 h 176"/>
              <ns1:gd name="T48" fmla="*/ 132 w 176"/>
              <ns1:gd name="T49" fmla="*/ 136 h 176"/>
              <ns1:gd name="T50" fmla="*/ 136 w 176"/>
              <ns1:gd name="T51" fmla="*/ 140 h 176"/>
              <ns1:gd name="T52" fmla="*/ 140 w 176"/>
              <ns1:gd name="T53" fmla="*/ 136 h 176"/>
              <ns1:gd name="T54" fmla="*/ 140 w 176"/>
              <ns1:gd name="T55" fmla="*/ 128 h 176"/>
              <ns1:gd name="T56" fmla="*/ 48 w 176"/>
              <ns1:gd name="T57" fmla="*/ 36 h 176"/>
              <ns1:gd name="T58" fmla="*/ 52 w 176"/>
              <ns1:gd name="T59" fmla="*/ 108 h 176"/>
              <ns1:gd name="T60" fmla="*/ 36 w 176"/>
              <ns1:gd name="T61" fmla="*/ 124 h 176"/>
              <ns1:gd name="T62" fmla="*/ 52 w 176"/>
              <ns1:gd name="T63" fmla="*/ 140 h 176"/>
              <ns1:gd name="T64" fmla="*/ 68 w 176"/>
              <ns1:gd name="T65" fmla="*/ 124 h 176"/>
              <ns1:gd name="T66" fmla="*/ 52 w 176"/>
              <ns1:gd name="T67" fmla="*/ 108 h 176"/>
              <ns1:gd name="T68" fmla="*/ 52 w 176"/>
              <ns1:gd name="T69" fmla="*/ 132 h 176"/>
              <ns1:gd name="T70" fmla="*/ 44 w 176"/>
              <ns1:gd name="T71" fmla="*/ 124 h 176"/>
              <ns1:gd name="T72" fmla="*/ 52 w 176"/>
              <ns1:gd name="T73" fmla="*/ 116 h 176"/>
              <ns1:gd name="T74" fmla="*/ 60 w 176"/>
              <ns1:gd name="T75" fmla="*/ 124 h 176"/>
              <ns1:gd name="T76" fmla="*/ 52 w 176"/>
              <ns1:gd name="T77" fmla="*/ 132 h 176"/>
              <ns1:gd name="T78" fmla="*/ 48 w 176"/>
              <ns1:gd name="T79" fmla="*/ 60 h 176"/>
              <ns1:gd name="T80" fmla="*/ 40 w 176"/>
              <ns1:gd name="T81" fmla="*/ 60 h 176"/>
              <ns1:gd name="T82" fmla="*/ 36 w 176"/>
              <ns1:gd name="T83" fmla="*/ 64 h 176"/>
              <ns1:gd name="T84" fmla="*/ 40 w 176"/>
              <ns1:gd name="T85" fmla="*/ 68 h 176"/>
              <ns1:gd name="T86" fmla="*/ 48 w 176"/>
              <ns1:gd name="T87" fmla="*/ 68 h 176"/>
              <ns1:gd name="T88" fmla="*/ 108 w 176"/>
              <ns1:gd name="T89" fmla="*/ 128 h 176"/>
              <ns1:gd name="T90" fmla="*/ 108 w 176"/>
              <ns1:gd name="T91" fmla="*/ 136 h 176"/>
              <ns1:gd name="T92" fmla="*/ 112 w 176"/>
              <ns1:gd name="T93" fmla="*/ 140 h 176"/>
              <ns1:gd name="T94" fmla="*/ 116 w 176"/>
              <ns1:gd name="T95" fmla="*/ 136 h 176"/>
              <ns1:gd name="T96" fmla="*/ 116 w 176"/>
              <ns1:gd name="T97" fmla="*/ 128 h 176"/>
              <ns1:gd name="T98" fmla="*/ 48 w 176"/>
              <ns1:gd name="T99" fmla="*/ 60 h 176"/>
              <ns1:gd name="T100" fmla="*/ 48 w 176"/>
              <ns1:gd name="T101" fmla="*/ 84 h 176"/>
              <ns1:gd name="T102" fmla="*/ 40 w 176"/>
              <ns1:gd name="T103" fmla="*/ 84 h 176"/>
              <ns1:gd name="T104" fmla="*/ 36 w 176"/>
              <ns1:gd name="T105" fmla="*/ 88 h 176"/>
              <ns1:gd name="T106" fmla="*/ 40 w 176"/>
              <ns1:gd name="T107" fmla="*/ 92 h 176"/>
              <ns1:gd name="T108" fmla="*/ 48 w 176"/>
              <ns1:gd name="T109" fmla="*/ 92 h 176"/>
              <ns1:gd name="T110" fmla="*/ 84 w 176"/>
              <ns1:gd name="T111" fmla="*/ 128 h 176"/>
              <ns1:gd name="T112" fmla="*/ 84 w 176"/>
              <ns1:gd name="T113" fmla="*/ 136 h 176"/>
              <ns1:gd name="T114" fmla="*/ 88 w 176"/>
              <ns1:gd name="T115" fmla="*/ 140 h 176"/>
              <ns1:gd name="T116" fmla="*/ 92 w 176"/>
              <ns1:gd name="T117" fmla="*/ 136 h 176"/>
              <ns1:gd name="T118" fmla="*/ 92 w 176"/>
              <ns1:gd name="T119" fmla="*/ 128 h 176"/>
              <ns1:gd name="T120" fmla="*/ 48 w 176"/>
              <ns1:gd name="T121" fmla="*/ 84 h 176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  <ns1:cxn ang="0">
                <ns1:pos x="T32" y="T33"/>
              </ns1:cxn>
              <ns1:cxn ang="0">
                <ns1:pos x="T34" y="T35"/>
              </ns1:cxn>
              <ns1:cxn ang="0">
                <ns1:pos x="T36" y="T37"/>
              </ns1:cxn>
              <ns1:cxn ang="0">
                <ns1:pos x="T38" y="T39"/>
              </ns1:cxn>
              <ns1:cxn ang="0">
                <ns1:pos x="T40" y="T41"/>
              </ns1:cxn>
              <ns1:cxn ang="0">
                <ns1:pos x="T42" y="T43"/>
              </ns1:cxn>
              <ns1:cxn ang="0">
                <ns1:pos x="T44" y="T45"/>
              </ns1:cxn>
              <ns1:cxn ang="0">
                <ns1:pos x="T46" y="T47"/>
              </ns1:cxn>
              <ns1:cxn ang="0">
                <ns1:pos x="T48" y="T49"/>
              </ns1:cxn>
              <ns1:cxn ang="0">
                <ns1:pos x="T50" y="T51"/>
              </ns1:cxn>
              <ns1:cxn ang="0">
                <ns1:pos x="T52" y="T53"/>
              </ns1:cxn>
              <ns1:cxn ang="0">
                <ns1:pos x="T54" y="T55"/>
              </ns1:cxn>
              <ns1:cxn ang="0">
                <ns1:pos x="T56" y="T57"/>
              </ns1:cxn>
              <ns1:cxn ang="0">
                <ns1:pos x="T58" y="T59"/>
              </ns1:cxn>
              <ns1:cxn ang="0">
                <ns1:pos x="T60" y="T61"/>
              </ns1:cxn>
              <ns1:cxn ang="0">
                <ns1:pos x="T62" y="T63"/>
              </ns1:cxn>
              <ns1:cxn ang="0">
                <ns1:pos x="T64" y="T65"/>
              </ns1:cxn>
              <ns1:cxn ang="0">
                <ns1:pos x="T66" y="T67"/>
              </ns1:cxn>
              <ns1:cxn ang="0">
                <ns1:pos x="T68" y="T69"/>
              </ns1:cxn>
              <ns1:cxn ang="0">
                <ns1:pos x="T70" y="T71"/>
              </ns1:cxn>
              <ns1:cxn ang="0">
                <ns1:pos x="T72" y="T73"/>
              </ns1:cxn>
              <ns1:cxn ang="0">
                <ns1:pos x="T74" y="T75"/>
              </ns1:cxn>
              <ns1:cxn ang="0">
                <ns1:pos x="T76" y="T77"/>
              </ns1:cxn>
              <ns1:cxn ang="0">
                <ns1:pos x="T78" y="T79"/>
              </ns1:cxn>
              <ns1:cxn ang="0">
                <ns1:pos x="T80" y="T81"/>
              </ns1:cxn>
              <ns1:cxn ang="0">
                <ns1:pos x="T82" y="T83"/>
              </ns1:cxn>
              <ns1:cxn ang="0">
                <ns1:pos x="T84" y="T85"/>
              </ns1:cxn>
              <ns1:cxn ang="0">
                <ns1:pos x="T86" y="T87"/>
              </ns1:cxn>
              <ns1:cxn ang="0">
                <ns1:pos x="T88" y="T89"/>
              </ns1:cxn>
              <ns1:cxn ang="0">
                <ns1:pos x="T90" y="T91"/>
              </ns1:cxn>
              <ns1:cxn ang="0">
                <ns1:pos x="T92" y="T93"/>
              </ns1:cxn>
              <ns1:cxn ang="0">
                <ns1:pos x="T94" y="T95"/>
              </ns1:cxn>
              <ns1:cxn ang="0">
                <ns1:pos x="T96" y="T97"/>
              </ns1:cxn>
              <ns1:cxn ang="0">
                <ns1:pos x="T98" y="T99"/>
              </ns1:cxn>
              <ns1:cxn ang="0">
                <ns1:pos x="T100" y="T101"/>
              </ns1:cxn>
              <ns1:cxn ang="0">
                <ns1:pos x="T102" y="T103"/>
              </ns1:cxn>
              <ns1:cxn ang="0">
                <ns1:pos x="T104" y="T105"/>
              </ns1:cxn>
              <ns1:cxn ang="0">
                <ns1:pos x="T106" y="T107"/>
              </ns1:cxn>
              <ns1:cxn ang="0">
                <ns1:pos x="T108" y="T109"/>
              </ns1:cxn>
              <ns1:cxn ang="0">
                <ns1:pos x="T110" y="T111"/>
              </ns1:cxn>
              <ns1:cxn ang="0">
                <ns1:pos x="T112" y="T113"/>
              </ns1:cxn>
              <ns1:cxn ang="0">
                <ns1:pos x="T114" y="T115"/>
              </ns1:cxn>
              <ns1:cxn ang="0">
                <ns1:pos x="T116" y="T117"/>
              </ns1:cxn>
              <ns1:cxn ang="0">
                <ns1:pos x="T118" y="T119"/>
              </ns1:cxn>
              <ns1:cxn ang="0">
                <ns1:pos x="T120" y="T121"/>
              </ns1:cxn>
            </ns1:cxnLst>
            <ns1:rect l="0" t="0" r="r" b="b"/>
            <ns1:pathLst>
              <ns1:path w="176" h="176">
                <ns1:moveTo>
                  <ns1:pt x="160" y="0"/>
                </ns1:moveTo>
                <ns1:cubicBezTo>
                  <ns1:pt x="16" y="0"/>
                  <ns1:pt x="16" y="0"/>
                  <ns1:pt x="16" y="0"/>
                </ns1:cubicBezTo>
                <ns1:cubicBezTo>
                  <ns1:pt x="7" y="0"/>
                  <ns1:pt x="0" y="7"/>
                  <ns1:pt x="0" y="16"/>
                </ns1:cubicBezTo>
                <ns1:cubicBezTo>
                  <ns1:pt x="0" y="160"/>
                  <ns1:pt x="0" y="160"/>
                  <ns1:pt x="0" y="160"/>
                </ns1:cubicBezTo>
                <ns1:cubicBezTo>
                  <ns1:pt x="0" y="169"/>
                  <ns1:pt x="7" y="176"/>
                  <ns1:pt x="16" y="176"/>
                </ns1:cubicBezTo>
                <ns1:cubicBezTo>
                  <ns1:pt x="160" y="176"/>
                  <ns1:pt x="160" y="176"/>
                  <ns1:pt x="160" y="176"/>
                </ns1:cubicBezTo>
                <ns1:cubicBezTo>
                  <ns1:pt x="169" y="176"/>
                  <ns1:pt x="176" y="169"/>
                  <ns1:pt x="176" y="160"/>
                </ns1:cubicBezTo>
                <ns1:cubicBezTo>
                  <ns1:pt x="176" y="16"/>
                  <ns1:pt x="176" y="16"/>
                  <ns1:pt x="176" y="16"/>
                </ns1:cubicBezTo>
                <ns1:cubicBezTo>
                  <ns1:pt x="176" y="7"/>
                  <ns1:pt x="169" y="0"/>
                  <ns1:pt x="160" y="0"/>
                </ns1:cubicBezTo>
                <ns1:moveTo>
                  <ns1:pt x="168" y="160"/>
                </ns1:moveTo>
                <ns1:cubicBezTo>
                  <ns1:pt x="168" y="164"/>
                  <ns1:pt x="164" y="168"/>
                  <ns1:pt x="160" y="168"/>
                </ns1:cubicBezTo>
                <ns1:cubicBezTo>
                  <ns1:pt x="16" y="168"/>
                  <ns1:pt x="16" y="168"/>
                  <ns1:pt x="16" y="168"/>
                </ns1:cubicBezTo>
                <ns1:cubicBezTo>
                  <ns1:pt x="12" y="168"/>
                  <ns1:pt x="8" y="164"/>
                  <ns1:pt x="8" y="160"/>
                </ns1:cubicBezTo>
                <ns1:cubicBezTo>
                  <ns1:pt x="8" y="16"/>
                  <ns1:pt x="8" y="16"/>
                  <ns1:pt x="8" y="16"/>
                </ns1:cubicBezTo>
                <ns1:cubicBezTo>
                  <ns1:pt x="8" y="12"/>
                  <ns1:pt x="12" y="8"/>
                  <ns1:pt x="16" y="8"/>
                </ns1:cubicBezTo>
                <ns1:cubicBezTo>
                  <ns1:pt x="160" y="8"/>
                  <ns1:pt x="160" y="8"/>
                  <ns1:pt x="160" y="8"/>
                </ns1:cubicBezTo>
                <ns1:cubicBezTo>
                  <ns1:pt x="164" y="8"/>
                  <ns1:pt x="168" y="12"/>
                  <ns1:pt x="168" y="16"/>
                </ns1:cubicBezTo>
                <ns1:lnTo>
                  <ns1:pt x="168" y="160"/>
                </ns1:lnTo>
                <ns1:close/>
                <ns1:moveTo>
                  <ns1:pt x="48" y="36"/>
                </ns1:moveTo>
                <ns1:cubicBezTo>
                  <ns1:pt x="40" y="36"/>
                  <ns1:pt x="40" y="36"/>
                  <ns1:pt x="40" y="36"/>
                </ns1:cubicBezTo>
                <ns1:cubicBezTo>
                  <ns1:pt x="38" y="36"/>
                  <ns1:pt x="36" y="38"/>
                  <ns1:pt x="36" y="40"/>
                </ns1:cubicBezTo>
                <ns1:cubicBezTo>
                  <ns1:pt x="36" y="42"/>
                  <ns1:pt x="38" y="44"/>
                  <ns1:pt x="40" y="44"/>
                </ns1:cubicBezTo>
                <ns1:cubicBezTo>
                  <ns1:pt x="48" y="44"/>
                  <ns1:pt x="48" y="44"/>
                  <ns1:pt x="48" y="44"/>
                </ns1:cubicBezTo>
                <ns1:cubicBezTo>
                  <ns1:pt x="94" y="44"/>
                  <ns1:pt x="132" y="82"/>
                  <ns1:pt x="132" y="128"/>
                </ns1:cubicBezTo>
                <ns1:cubicBezTo>
                  <ns1:pt x="132" y="136"/>
                  <ns1:pt x="132" y="136"/>
                  <ns1:pt x="132" y="136"/>
                </ns1:cubicBezTo>
                <ns1:cubicBezTo>
                  <ns1:pt x="132" y="138"/>
                  <ns1:pt x="134" y="140"/>
                  <ns1:pt x="136" y="140"/>
                </ns1:cubicBezTo>
                <ns1:cubicBezTo>
                  <ns1:pt x="138" y="140"/>
                  <ns1:pt x="140" y="138"/>
                  <ns1:pt x="140" y="136"/>
                </ns1:cubicBezTo>
                <ns1:cubicBezTo>
                  <ns1:pt x="140" y="128"/>
                  <ns1:pt x="140" y="128"/>
                  <ns1:pt x="140" y="128"/>
                </ns1:cubicBezTo>
                <ns1:cubicBezTo>
                  <ns1:pt x="140" y="77"/>
                  <ns1:pt x="99" y="36"/>
                  <ns1:pt x="48" y="36"/>
                </ns1:cubicBezTo>
                <ns1:moveTo>
                  <ns1:pt x="52" y="108"/>
                </ns1:moveTo>
                <ns1:cubicBezTo>
                  <ns1:pt x="43" y="108"/>
                  <ns1:pt x="36" y="115"/>
                  <ns1:pt x="36" y="124"/>
                </ns1:cubicBezTo>
                <ns1:cubicBezTo>
                  <ns1:pt x="36" y="133"/>
                  <ns1:pt x="43" y="140"/>
                  <ns1:pt x="52" y="140"/>
                </ns1:cubicBezTo>
                <ns1:cubicBezTo>
                  <ns1:pt x="61" y="140"/>
                  <ns1:pt x="68" y="133"/>
                  <ns1:pt x="68" y="124"/>
                </ns1:cubicBezTo>
                <ns1:cubicBezTo>
                  <ns1:pt x="68" y="115"/>
                  <ns1:pt x="61" y="108"/>
                  <ns1:pt x="52" y="108"/>
                </ns1:cubicBezTo>
                <ns1:moveTo>
                  <ns1:pt x="52" y="132"/>
                </ns1:moveTo>
                <ns1:cubicBezTo>
                  <ns1:pt x="48" y="132"/>
                  <ns1:pt x="44" y="128"/>
                  <ns1:pt x="44" y="124"/>
                </ns1:cubicBezTo>
                <ns1:cubicBezTo>
                  <ns1:pt x="44" y="120"/>
                  <ns1:pt x="48" y="116"/>
                  <ns1:pt x="52" y="116"/>
                </ns1:cubicBezTo>
                <ns1:cubicBezTo>
                  <ns1:pt x="56" y="116"/>
                  <ns1:pt x="60" y="120"/>
                  <ns1:pt x="60" y="124"/>
                </ns1:cubicBezTo>
                <ns1:cubicBezTo>
                  <ns1:pt x="60" y="128"/>
                  <ns1:pt x="56" y="132"/>
                  <ns1:pt x="52" y="132"/>
                </ns1:cubicBezTo>
                <ns1:moveTo>
                  <ns1:pt x="48" y="60"/>
                </ns1:moveTo>
                <ns1:cubicBezTo>
                  <ns1:pt x="40" y="60"/>
                  <ns1:pt x="40" y="60"/>
                  <ns1:pt x="40" y="60"/>
                </ns1:cubicBezTo>
                <ns1:cubicBezTo>
                  <ns1:pt x="38" y="60"/>
                  <ns1:pt x="36" y="62"/>
                  <ns1:pt x="36" y="64"/>
                </ns1:cubicBezTo>
                <ns1:cubicBezTo>
                  <ns1:pt x="36" y="66"/>
                  <ns1:pt x="38" y="68"/>
                  <ns1:pt x="40" y="68"/>
                </ns1:cubicBezTo>
                <ns1:cubicBezTo>
                  <ns1:pt x="48" y="68"/>
                  <ns1:pt x="48" y="68"/>
                  <ns1:pt x="48" y="68"/>
                </ns1:cubicBezTo>
                <ns1:cubicBezTo>
                  <ns1:pt x="81" y="68"/>
                  <ns1:pt x="108" y="95"/>
                  <ns1:pt x="108" y="128"/>
                </ns1:cubicBezTo>
                <ns1:cubicBezTo>
                  <ns1:pt x="108" y="136"/>
                  <ns1:pt x="108" y="136"/>
                  <ns1:pt x="108" y="136"/>
                </ns1:cubicBezTo>
                <ns1:cubicBezTo>
                  <ns1:pt x="108" y="138"/>
                  <ns1:pt x="110" y="140"/>
                  <ns1:pt x="112" y="140"/>
                </ns1:cubicBezTo>
                <ns1:cubicBezTo>
                  <ns1:pt x="114" y="140"/>
                  <ns1:pt x="116" y="138"/>
                  <ns1:pt x="116" y="136"/>
                </ns1:cubicBezTo>
                <ns1:cubicBezTo>
                  <ns1:pt x="116" y="128"/>
                  <ns1:pt x="116" y="128"/>
                  <ns1:pt x="116" y="128"/>
                </ns1:cubicBezTo>
                <ns1:cubicBezTo>
                  <ns1:pt x="116" y="90"/>
                  <ns1:pt x="86" y="60"/>
                  <ns1:pt x="48" y="60"/>
                </ns1:cubicBezTo>
                <ns1:moveTo>
                  <ns1:pt x="48" y="84"/>
                </ns1:moveTo>
                <ns1:cubicBezTo>
                  <ns1:pt x="40" y="84"/>
                  <ns1:pt x="40" y="84"/>
                  <ns1:pt x="40" y="84"/>
                </ns1:cubicBezTo>
                <ns1:cubicBezTo>
                  <ns1:pt x="38" y="84"/>
                  <ns1:pt x="36" y="86"/>
                  <ns1:pt x="36" y="88"/>
                </ns1:cubicBezTo>
                <ns1:cubicBezTo>
                  <ns1:pt x="36" y="90"/>
                  <ns1:pt x="38" y="92"/>
                  <ns1:pt x="40" y="92"/>
                </ns1:cubicBezTo>
                <ns1:cubicBezTo>
                  <ns1:pt x="48" y="92"/>
                  <ns1:pt x="48" y="92"/>
                  <ns1:pt x="48" y="92"/>
                </ns1:cubicBezTo>
                <ns1:cubicBezTo>
                  <ns1:pt x="68" y="92"/>
                  <ns1:pt x="84" y="108"/>
                  <ns1:pt x="84" y="128"/>
                </ns1:cubicBezTo>
                <ns1:cubicBezTo>
                  <ns1:pt x="84" y="136"/>
                  <ns1:pt x="84" y="136"/>
                  <ns1:pt x="84" y="136"/>
                </ns1:cubicBezTo>
                <ns1:cubicBezTo>
                  <ns1:pt x="84" y="138"/>
                  <ns1:pt x="86" y="140"/>
                  <ns1:pt x="88" y="140"/>
                </ns1:cubicBezTo>
                <ns1:cubicBezTo>
                  <ns1:pt x="90" y="140"/>
                  <ns1:pt x="92" y="138"/>
                  <ns1:pt x="92" y="136"/>
                </ns1:cubicBezTo>
                <ns1:cubicBezTo>
                  <ns1:pt x="92" y="128"/>
                  <ns1:pt x="92" y="128"/>
                  <ns1:pt x="92" y="128"/>
                </ns1:cubicBezTo>
                <ns1:cubicBezTo>
                  <ns1:pt x="92" y="104"/>
                  <ns1:pt x="72" y="84"/>
                  <ns1:pt x="48" y="84"/>
                </ns1:cubicBezTo>
              </ns1:path>
            </ns1:pathLst>
          </ns1:custGeom>
          <ns1:solidFill>
            <ns1:schemeClr val="tx1"/>
          </ns1:solidFill>
          <ns1:ln>
            <ns1:noFill/>
          </ns1:ln>
          <ns1:extLst/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en-US"/>
          </ns1:p>
        </ns0:txBody>
      </ns0:sp>
      <ns0:sp>
        <ns0:nvSpPr>
          <ns0:cNvPr id="30" name="Freeform 26"/>
          <ns0:cNvSpPr>
            <ns1:spLocks noEditPoints="1"/>
          </ns0:cNvSpPr>
          <ns0:nvPr/>
        </ns0:nvSpPr>
        <ns0:spPr bwMode="auto">
          <ns1:xfrm>
            <ns1:off x="2252663" y="2617788"/>
            <ns1:ext cx="506412" cy="557213"/>
          </ns1:xfrm>
          <ns1:custGeom>
            <ns1:avLst/>
            <ns1:gdLst>
              <ns1:gd name="T0" fmla="*/ 80 w 160"/>
              <ns1:gd name="T1" fmla="*/ 100 h 176"/>
              <ns1:gd name="T2" fmla="*/ 56 w 160"/>
              <ns1:gd name="T3" fmla="*/ 124 h 176"/>
              <ns1:gd name="T4" fmla="*/ 64 w 160"/>
              <ns1:gd name="T5" fmla="*/ 168 h 176"/>
              <ns1:gd name="T6" fmla="*/ 72 w 160"/>
              <ns1:gd name="T7" fmla="*/ 176 h 176"/>
              <ns1:gd name="T8" fmla="*/ 88 w 160"/>
              <ns1:gd name="T9" fmla="*/ 176 h 176"/>
              <ns1:gd name="T10" fmla="*/ 96 w 160"/>
              <ns1:gd name="T11" fmla="*/ 168 h 176"/>
              <ns1:gd name="T12" fmla="*/ 104 w 160"/>
              <ns1:gd name="T13" fmla="*/ 124 h 176"/>
              <ns1:gd name="T14" fmla="*/ 80 w 160"/>
              <ns1:gd name="T15" fmla="*/ 100 h 176"/>
              <ns1:gd name="T16" fmla="*/ 89 w 160"/>
              <ns1:gd name="T17" fmla="*/ 164 h 176"/>
              <ns1:gd name="T18" fmla="*/ 86 w 160"/>
              <ns1:gd name="T19" fmla="*/ 168 h 176"/>
              <ns1:gd name="T20" fmla="*/ 74 w 160"/>
              <ns1:gd name="T21" fmla="*/ 168 h 176"/>
              <ns1:gd name="T22" fmla="*/ 71 w 160"/>
              <ns1:gd name="T23" fmla="*/ 164 h 176"/>
              <ns1:gd name="T24" fmla="*/ 64 w 160"/>
              <ns1:gd name="T25" fmla="*/ 124 h 176"/>
              <ns1:gd name="T26" fmla="*/ 80 w 160"/>
              <ns1:gd name="T27" fmla="*/ 108 h 176"/>
              <ns1:gd name="T28" fmla="*/ 96 w 160"/>
              <ns1:gd name="T29" fmla="*/ 124 h 176"/>
              <ns1:gd name="T30" fmla="*/ 89 w 160"/>
              <ns1:gd name="T31" fmla="*/ 164 h 176"/>
              <ns1:gd name="T32" fmla="*/ 80 w 160"/>
              <ns1:gd name="T33" fmla="*/ 92 h 176"/>
              <ns1:gd name="T34" fmla="*/ 100 w 160"/>
              <ns1:gd name="T35" fmla="*/ 72 h 176"/>
              <ns1:gd name="T36" fmla="*/ 80 w 160"/>
              <ns1:gd name="T37" fmla="*/ 52 h 176"/>
              <ns1:gd name="T38" fmla="*/ 60 w 160"/>
              <ns1:gd name="T39" fmla="*/ 72 h 176"/>
              <ns1:gd name="T40" fmla="*/ 80 w 160"/>
              <ns1:gd name="T41" fmla="*/ 92 h 176"/>
              <ns1:gd name="T42" fmla="*/ 80 w 160"/>
              <ns1:gd name="T43" fmla="*/ 60 h 176"/>
              <ns1:gd name="T44" fmla="*/ 92 w 160"/>
              <ns1:gd name="T45" fmla="*/ 72 h 176"/>
              <ns1:gd name="T46" fmla="*/ 80 w 160"/>
              <ns1:gd name="T47" fmla="*/ 84 h 176"/>
              <ns1:gd name="T48" fmla="*/ 68 w 160"/>
              <ns1:gd name="T49" fmla="*/ 72 h 176"/>
              <ns1:gd name="T50" fmla="*/ 80 w 160"/>
              <ns1:gd name="T51" fmla="*/ 60 h 176"/>
              <ns1:gd name="T52" fmla="*/ 80 w 160"/>
              <ns1:gd name="T53" fmla="*/ 0 h 176"/>
              <ns1:gd name="T54" fmla="*/ 0 w 160"/>
              <ns1:gd name="T55" fmla="*/ 80 h 176"/>
              <ns1:gd name="T56" fmla="*/ 52 w 160"/>
              <ns1:gd name="T57" fmla="*/ 155 h 176"/>
              <ns1:gd name="T58" fmla="*/ 50 w 160"/>
              <ns1:gd name="T59" fmla="*/ 145 h 176"/>
              <ns1:gd name="T60" fmla="*/ 8 w 160"/>
              <ns1:gd name="T61" fmla="*/ 80 h 176"/>
              <ns1:gd name="T62" fmla="*/ 80 w 160"/>
              <ns1:gd name="T63" fmla="*/ 8 h 176"/>
              <ns1:gd name="T64" fmla="*/ 152 w 160"/>
              <ns1:gd name="T65" fmla="*/ 80 h 176"/>
              <ns1:gd name="T66" fmla="*/ 110 w 160"/>
              <ns1:gd name="T67" fmla="*/ 145 h 176"/>
              <ns1:gd name="T68" fmla="*/ 109 w 160"/>
              <ns1:gd name="T69" fmla="*/ 155 h 176"/>
              <ns1:gd name="T70" fmla="*/ 160 w 160"/>
              <ns1:gd name="T71" fmla="*/ 80 h 176"/>
              <ns1:gd name="T72" fmla="*/ 80 w 160"/>
              <ns1:gd name="T73" fmla="*/ 0 h 176"/>
              <ns1:gd name="T74" fmla="*/ 106 w 160"/>
              <ns1:gd name="T75" fmla="*/ 103 h 176"/>
              <ns1:gd name="T76" fmla="*/ 109 w 160"/>
              <ns1:gd name="T77" fmla="*/ 110 h 176"/>
              <ns1:gd name="T78" fmla="*/ 128 w 160"/>
              <ns1:gd name="T79" fmla="*/ 72 h 176"/>
              <ns1:gd name="T80" fmla="*/ 80 w 160"/>
              <ns1:gd name="T81" fmla="*/ 24 h 176"/>
              <ns1:gd name="T82" fmla="*/ 32 w 160"/>
              <ns1:gd name="T83" fmla="*/ 72 h 176"/>
              <ns1:gd name="T84" fmla="*/ 50 w 160"/>
              <ns1:gd name="T85" fmla="*/ 110 h 176"/>
              <ns1:gd name="T86" fmla="*/ 54 w 160"/>
              <ns1:gd name="T87" fmla="*/ 103 h 176"/>
              <ns1:gd name="T88" fmla="*/ 40 w 160"/>
              <ns1:gd name="T89" fmla="*/ 72 h 176"/>
              <ns1:gd name="T90" fmla="*/ 80 w 160"/>
              <ns1:gd name="T91" fmla="*/ 32 h 176"/>
              <ns1:gd name="T92" fmla="*/ 120 w 160"/>
              <ns1:gd name="T93" fmla="*/ 72 h 176"/>
              <ns1:gd name="T94" fmla="*/ 106 w 160"/>
              <ns1:gd name="T95" fmla="*/ 103 h 176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  <ns1:cxn ang="0">
                <ns1:pos x="T32" y="T33"/>
              </ns1:cxn>
              <ns1:cxn ang="0">
                <ns1:pos x="T34" y="T35"/>
              </ns1:cxn>
              <ns1:cxn ang="0">
                <ns1:pos x="T36" y="T37"/>
              </ns1:cxn>
              <ns1:cxn ang="0">
                <ns1:pos x="T38" y="T39"/>
              </ns1:cxn>
              <ns1:cxn ang="0">
                <ns1:pos x="T40" y="T41"/>
              </ns1:cxn>
              <ns1:cxn ang="0">
                <ns1:pos x="T42" y="T43"/>
              </ns1:cxn>
              <ns1:cxn ang="0">
                <ns1:pos x="T44" y="T45"/>
              </ns1:cxn>
              <ns1:cxn ang="0">
                <ns1:pos x="T46" y="T47"/>
              </ns1:cxn>
              <ns1:cxn ang="0">
                <ns1:pos x="T48" y="T49"/>
              </ns1:cxn>
              <ns1:cxn ang="0">
                <ns1:pos x="T50" y="T51"/>
              </ns1:cxn>
              <ns1:cxn ang="0">
                <ns1:pos x="T52" y="T53"/>
              </ns1:cxn>
              <ns1:cxn ang="0">
                <ns1:pos x="T54" y="T55"/>
              </ns1:cxn>
              <ns1:cxn ang="0">
                <ns1:pos x="T56" y="T57"/>
              </ns1:cxn>
              <ns1:cxn ang="0">
                <ns1:pos x="T58" y="T59"/>
              </ns1:cxn>
              <ns1:cxn ang="0">
                <ns1:pos x="T60" y="T61"/>
              </ns1:cxn>
              <ns1:cxn ang="0">
                <ns1:pos x="T62" y="T63"/>
              </ns1:cxn>
              <ns1:cxn ang="0">
                <ns1:pos x="T64" y="T65"/>
              </ns1:cxn>
              <ns1:cxn ang="0">
                <ns1:pos x="T66" y="T67"/>
              </ns1:cxn>
              <ns1:cxn ang="0">
                <ns1:pos x="T68" y="T69"/>
              </ns1:cxn>
              <ns1:cxn ang="0">
                <ns1:pos x="T70" y="T71"/>
              </ns1:cxn>
              <ns1:cxn ang="0">
                <ns1:pos x="T72" y="T73"/>
              </ns1:cxn>
              <ns1:cxn ang="0">
                <ns1:pos x="T74" y="T75"/>
              </ns1:cxn>
              <ns1:cxn ang="0">
                <ns1:pos x="T76" y="T77"/>
              </ns1:cxn>
              <ns1:cxn ang="0">
                <ns1:pos x="T78" y="T79"/>
              </ns1:cxn>
              <ns1:cxn ang="0">
                <ns1:pos x="T80" y="T81"/>
              </ns1:cxn>
              <ns1:cxn ang="0">
                <ns1:pos x="T82" y="T83"/>
              </ns1:cxn>
              <ns1:cxn ang="0">
                <ns1:pos x="T84" y="T85"/>
              </ns1:cxn>
              <ns1:cxn ang="0">
                <ns1:pos x="T86" y="T87"/>
              </ns1:cxn>
              <ns1:cxn ang="0">
                <ns1:pos x="T88" y="T89"/>
              </ns1:cxn>
              <ns1:cxn ang="0">
                <ns1:pos x="T90" y="T91"/>
              </ns1:cxn>
              <ns1:cxn ang="0">
                <ns1:pos x="T92" y="T93"/>
              </ns1:cxn>
              <ns1:cxn ang="0">
                <ns1:pos x="T94" y="T95"/>
              </ns1:cxn>
            </ns1:cxnLst>
            <ns1:rect l="0" t="0" r="r" b="b"/>
            <ns1:pathLst>
              <ns1:path w="160" h="176">
                <ns1:moveTo>
                  <ns1:pt x="80" y="100"/>
                </ns1:moveTo>
                <ns1:cubicBezTo>
                  <ns1:pt x="60" y="100"/>
                  <ns1:pt x="56" y="112"/>
                  <ns1:pt x="56" y="124"/>
                </ns1:cubicBezTo>
                <ns1:cubicBezTo>
                  <ns1:pt x="56" y="136"/>
                  <ns1:pt x="60" y="160"/>
                  <ns1:pt x="64" y="168"/>
                </ns1:cubicBezTo>
                <ns1:cubicBezTo>
                  <ns1:pt x="68" y="176"/>
                  <ns1:pt x="72" y="176"/>
                  <ns1:pt x="72" y="176"/>
                </ns1:cubicBezTo>
                <ns1:cubicBezTo>
                  <ns1:pt x="88" y="176"/>
                  <ns1:pt x="88" y="176"/>
                  <ns1:pt x="88" y="176"/>
                </ns1:cubicBezTo>
                <ns1:cubicBezTo>
                  <ns1:pt x="88" y="176"/>
                  <ns1:pt x="92" y="176"/>
                  <ns1:pt x="96" y="168"/>
                </ns1:cubicBezTo>
                <ns1:cubicBezTo>
                  <ns1:pt x="100" y="160"/>
                  <ns1:pt x="104" y="136"/>
                  <ns1:pt x="104" y="124"/>
                </ns1:cubicBezTo>
                <ns1:cubicBezTo>
                  <ns1:pt x="104" y="112"/>
                  <ns1:pt x="100" y="100"/>
                  <ns1:pt x="80" y="100"/>
                </ns1:cubicBezTo>
                <ns1:moveTo>
                  <ns1:pt x="89" y="164"/>
                </ns1:moveTo>
                <ns1:cubicBezTo>
                  <ns1:pt x="88" y="166"/>
                  <ns1:pt x="87" y="168"/>
                  <ns1:pt x="86" y="168"/>
                </ns1:cubicBezTo>
                <ns1:cubicBezTo>
                  <ns1:pt x="74" y="168"/>
                  <ns1:pt x="74" y="168"/>
                  <ns1:pt x="74" y="168"/>
                </ns1:cubicBezTo>
                <ns1:cubicBezTo>
                  <ns1:pt x="73" y="168"/>
                  <ns1:pt x="72" y="166"/>
                  <ns1:pt x="71" y="164"/>
                </ns1:cubicBezTo>
                <ns1:cubicBezTo>
                  <ns1:pt x="68" y="158"/>
                  <ns1:pt x="64" y="135"/>
                  <ns1:pt x="64" y="124"/>
                </ns1:cubicBezTo>
                <ns1:cubicBezTo>
                  <ns1:pt x="64" y="112"/>
                  <ns1:pt x="68" y="108"/>
                  <ns1:pt x="80" y="108"/>
                </ns1:cubicBezTo>
                <ns1:cubicBezTo>
                  <ns1:pt x="92" y="108"/>
                  <ns1:pt x="96" y="112"/>
                  <ns1:pt x="96" y="124"/>
                </ns1:cubicBezTo>
                <ns1:cubicBezTo>
                  <ns1:pt x="96" y="135"/>
                  <ns1:pt x="92" y="158"/>
                  <ns1:pt x="89" y="164"/>
                </ns1:cubicBezTo>
                <ns1:moveTo>
                  <ns1:pt x="80" y="92"/>
                </ns1:moveTo>
                <ns1:cubicBezTo>
                  <ns1:pt x="91" y="92"/>
                  <ns1:pt x="100" y="83"/>
                  <ns1:pt x="100" y="72"/>
                </ns1:cubicBezTo>
                <ns1:cubicBezTo>
                  <ns1:pt x="100" y="61"/>
                  <ns1:pt x="91" y="52"/>
                  <ns1:pt x="80" y="52"/>
                </ns1:cubicBezTo>
                <ns1:cubicBezTo>
                  <ns1:pt x="69" y="52"/>
                  <ns1:pt x="60" y="61"/>
                  <ns1:pt x="60" y="72"/>
                </ns1:cubicBezTo>
                <ns1:cubicBezTo>
                  <ns1:pt x="60" y="83"/>
                  <ns1:pt x="69" y="92"/>
                  <ns1:pt x="80" y="92"/>
                </ns1:cubicBezTo>
                <ns1:moveTo>
                  <ns1:pt x="80" y="60"/>
                </ns1:moveTo>
                <ns1:cubicBezTo>
                  <ns1:pt x="87" y="60"/>
                  <ns1:pt x="92" y="65"/>
                  <ns1:pt x="92" y="72"/>
                </ns1:cubicBezTo>
                <ns1:cubicBezTo>
                  <ns1:pt x="92" y="79"/>
                  <ns1:pt x="87" y="84"/>
                  <ns1:pt x="80" y="84"/>
                </ns1:cubicBezTo>
                <ns1:cubicBezTo>
                  <ns1:pt x="73" y="84"/>
                  <ns1:pt x="68" y="79"/>
                  <ns1:pt x="68" y="72"/>
                </ns1:cubicBezTo>
                <ns1:cubicBezTo>
                  <ns1:pt x="68" y="65"/>
                  <ns1:pt x="73" y="60"/>
                  <ns1:pt x="80" y="60"/>
                </ns1:cubicBezTo>
                <ns1:moveTo>
                  <ns1:pt x="80" y="0"/>
                </ns1:moveTo>
                <ns1:cubicBezTo>
                  <ns1:pt x="36" y="0"/>
                  <ns1:pt x="0" y="36"/>
                  <ns1:pt x="0" y="80"/>
                </ns1:cubicBezTo>
                <ns1:cubicBezTo>
                  <ns1:pt x="0" y="114"/>
                  <ns1:pt x="21" y="143"/>
                  <ns1:pt x="52" y="155"/>
                </ns1:cubicBezTo>
                <ns1:cubicBezTo>
                  <ns1:pt x="51" y="152"/>
                  <ns1:pt x="50" y="148"/>
                  <ns1:pt x="50" y="145"/>
                </ns1:cubicBezTo>
                <ns1:cubicBezTo>
                  <ns1:pt x="25" y="134"/>
                  <ns1:pt x="8" y="109"/>
                  <ns1:pt x="8" y="80"/>
                </ns1:cubicBezTo>
                <ns1:cubicBezTo>
                  <ns1:pt x="8" y="40"/>
                  <ns1:pt x="40" y="8"/>
                  <ns1:pt x="80" y="8"/>
                </ns1:cubicBezTo>
                <ns1:cubicBezTo>
                  <ns1:pt x="120" y="8"/>
                  <ns1:pt x="152" y="40"/>
                  <ns1:pt x="152" y="80"/>
                </ns1:cubicBezTo>
                <ns1:cubicBezTo>
                  <ns1:pt x="152" y="109"/>
                  <ns1:pt x="135" y="134"/>
                  <ns1:pt x="110" y="145"/>
                </ns1:cubicBezTo>
                <ns1:cubicBezTo>
                  <ns1:pt x="110" y="148"/>
                  <ns1:pt x="109" y="152"/>
                  <ns1:pt x="109" y="155"/>
                </ns1:cubicBezTo>
                <ns1:cubicBezTo>
                  <ns1:pt x="139" y="143"/>
                  <ns1:pt x="160" y="114"/>
                  <ns1:pt x="160" y="80"/>
                </ns1:cubicBezTo>
                <ns1:cubicBezTo>
                  <ns1:pt x="160" y="36"/>
                  <ns1:pt x="124" y="0"/>
                  <ns1:pt x="80" y="0"/>
                </ns1:cubicBezTo>
                <ns1:moveTo>
                  <ns1:pt x="106" y="103"/>
                </ns1:moveTo>
                <ns1:cubicBezTo>
                  <ns1:pt x="107" y="105"/>
                  <ns1:pt x="108" y="107"/>
                  <ns1:pt x="109" y="110"/>
                </ns1:cubicBezTo>
                <ns1:cubicBezTo>
                  <ns1:pt x="121" y="101"/>
                  <ns1:pt x="128" y="87"/>
                  <ns1:pt x="128" y="72"/>
                </ns1:cubicBezTo>
                <ns1:cubicBezTo>
                  <ns1:pt x="128" y="45"/>
                  <ns1:pt x="107" y="24"/>
                  <ns1:pt x="80" y="24"/>
                </ns1:cubicBezTo>
                <ns1:cubicBezTo>
                  <ns1:pt x="53" y="24"/>
                  <ns1:pt x="32" y="45"/>
                  <ns1:pt x="32" y="72"/>
                </ns1:cubicBezTo>
                <ns1:cubicBezTo>
                  <ns1:pt x="32" y="87"/>
                  <ns1:pt x="39" y="101"/>
                  <ns1:pt x="50" y="110"/>
                </ns1:cubicBezTo>
                <ns1:cubicBezTo>
                  <ns1:pt x="51" y="107"/>
                  <ns1:pt x="53" y="105"/>
                  <ns1:pt x="54" y="103"/>
                </ns1:cubicBezTo>
                <ns1:cubicBezTo>
                  <ns1:pt x="46" y="95"/>
                  <ns1:pt x="40" y="84"/>
                  <ns1:pt x="40" y="72"/>
                </ns1:cubicBezTo>
                <ns1:cubicBezTo>
                  <ns1:pt x="40" y="50"/>
                  <ns1:pt x="58" y="32"/>
                  <ns1:pt x="80" y="32"/>
                </ns1:cubicBezTo>
                <ns1:cubicBezTo>
                  <ns1:pt x="102" y="32"/>
                  <ns1:pt x="120" y="50"/>
                  <ns1:pt x="120" y="72"/>
                </ns1:cubicBezTo>
                <ns1:cubicBezTo>
                  <ns1:pt x="120" y="84"/>
                  <ns1:pt x="114" y="95"/>
                  <ns1:pt x="106" y="103"/>
                </ns1:cubicBezTo>
              </ns1:path>
            </ns1:pathLst>
          </ns1:custGeom>
          <ns1:solidFill>
            <ns1:schemeClr val="tx1"/>
          </ns1:solidFill>
          <ns1:ln>
            <ns1:noFill/>
          </ns1:ln>
          <ns1:extLst/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en-US"/>
          </ns1:p>
        </ns0:txBody>
      </ns0:sp>
      <ns0:sp>
        <ns0:nvSpPr>
          <ns0:cNvPr id="31" name="Freeform 27"/>
          <ns0:cNvSpPr>
            <ns1:spLocks noEditPoints="1"/>
          </ns0:cNvSpPr>
          <ns0:nvPr/>
        </ns0:nvSpPr>
        <ns0:spPr bwMode="auto">
          <ns1:xfrm>
            <ns1:off x="3341688" y="2617788"/>
            <ns1:ext cx="455612" cy="557213"/>
          </ns1:xfrm>
          <ns1:custGeom>
            <ns1:avLst/>
            <ns1:gdLst>
              <ns1:gd name="T0" fmla="*/ 72 w 144"/>
              <ns1:gd name="T1" fmla="*/ 96 h 176"/>
              <ns1:gd name="T2" fmla="*/ 48 w 144"/>
              <ns1:gd name="T3" fmla="*/ 120 h 176"/>
              <ns1:gd name="T4" fmla="*/ 56 w 144"/>
              <ns1:gd name="T5" fmla="*/ 168 h 176"/>
              <ns1:gd name="T6" fmla="*/ 64 w 144"/>
              <ns1:gd name="T7" fmla="*/ 176 h 176"/>
              <ns1:gd name="T8" fmla="*/ 80 w 144"/>
              <ns1:gd name="T9" fmla="*/ 176 h 176"/>
              <ns1:gd name="T10" fmla="*/ 88 w 144"/>
              <ns1:gd name="T11" fmla="*/ 168 h 176"/>
              <ns1:gd name="T12" fmla="*/ 96 w 144"/>
              <ns1:gd name="T13" fmla="*/ 120 h 176"/>
              <ns1:gd name="T14" fmla="*/ 72 w 144"/>
              <ns1:gd name="T15" fmla="*/ 96 h 176"/>
              <ns1:gd name="T16" fmla="*/ 81 w 144"/>
              <ns1:gd name="T17" fmla="*/ 164 h 176"/>
              <ns1:gd name="T18" fmla="*/ 78 w 144"/>
              <ns1:gd name="T19" fmla="*/ 168 h 176"/>
              <ns1:gd name="T20" fmla="*/ 66 w 144"/>
              <ns1:gd name="T21" fmla="*/ 168 h 176"/>
              <ns1:gd name="T22" fmla="*/ 63 w 144"/>
              <ns1:gd name="T23" fmla="*/ 164 h 176"/>
              <ns1:gd name="T24" fmla="*/ 56 w 144"/>
              <ns1:gd name="T25" fmla="*/ 120 h 176"/>
              <ns1:gd name="T26" fmla="*/ 72 w 144"/>
              <ns1:gd name="T27" fmla="*/ 104 h 176"/>
              <ns1:gd name="T28" fmla="*/ 88 w 144"/>
              <ns1:gd name="T29" fmla="*/ 120 h 176"/>
              <ns1:gd name="T30" fmla="*/ 81 w 144"/>
              <ns1:gd name="T31" fmla="*/ 164 h 176"/>
              <ns1:gd name="T32" fmla="*/ 72 w 144"/>
              <ns1:gd name="T33" fmla="*/ 0 h 176"/>
              <ns1:gd name="T34" fmla="*/ 0 w 144"/>
              <ns1:gd name="T35" fmla="*/ 72 h 176"/>
              <ns1:gd name="T36" fmla="*/ 41 w 144"/>
              <ns1:gd name="T37" fmla="*/ 137 h 176"/>
              <ns1:gd name="T38" fmla="*/ 40 w 144"/>
              <ns1:gd name="T39" fmla="*/ 128 h 176"/>
              <ns1:gd name="T40" fmla="*/ 8 w 144"/>
              <ns1:gd name="T41" fmla="*/ 72 h 176"/>
              <ns1:gd name="T42" fmla="*/ 72 w 144"/>
              <ns1:gd name="T43" fmla="*/ 8 h 176"/>
              <ns1:gd name="T44" fmla="*/ 136 w 144"/>
              <ns1:gd name="T45" fmla="*/ 72 h 176"/>
              <ns1:gd name="T46" fmla="*/ 104 w 144"/>
              <ns1:gd name="T47" fmla="*/ 128 h 176"/>
              <ns1:gd name="T48" fmla="*/ 103 w 144"/>
              <ns1:gd name="T49" fmla="*/ 137 h 176"/>
              <ns1:gd name="T50" fmla="*/ 144 w 144"/>
              <ns1:gd name="T51" fmla="*/ 72 h 176"/>
              <ns1:gd name="T52" fmla="*/ 72 w 144"/>
              <ns1:gd name="T53" fmla="*/ 0 h 176"/>
              <ns1:gd name="T54" fmla="*/ 116 w 144"/>
              <ns1:gd name="T55" fmla="*/ 72 h 176"/>
              <ns1:gd name="T56" fmla="*/ 72 w 144"/>
              <ns1:gd name="T57" fmla="*/ 28 h 176"/>
              <ns1:gd name="T58" fmla="*/ 28 w 144"/>
              <ns1:gd name="T59" fmla="*/ 72 h 176"/>
              <ns1:gd name="T60" fmla="*/ 43 w 144"/>
              <ns1:gd name="T61" fmla="*/ 105 h 176"/>
              <ns1:gd name="T62" fmla="*/ 47 w 144"/>
              <ns1:gd name="T63" fmla="*/ 98 h 176"/>
              <ns1:gd name="T64" fmla="*/ 36 w 144"/>
              <ns1:gd name="T65" fmla="*/ 72 h 176"/>
              <ns1:gd name="T66" fmla="*/ 72 w 144"/>
              <ns1:gd name="T67" fmla="*/ 36 h 176"/>
              <ns1:gd name="T68" fmla="*/ 108 w 144"/>
              <ns1:gd name="T69" fmla="*/ 72 h 176"/>
              <ns1:gd name="T70" fmla="*/ 97 w 144"/>
              <ns1:gd name="T71" fmla="*/ 98 h 176"/>
              <ns1:gd name="T72" fmla="*/ 101 w 144"/>
              <ns1:gd name="T73" fmla="*/ 105 h 176"/>
              <ns1:gd name="T74" fmla="*/ 116 w 144"/>
              <ns1:gd name="T75" fmla="*/ 72 h 176"/>
              <ns1:gd name="T76" fmla="*/ 88 w 144"/>
              <ns1:gd name="T77" fmla="*/ 72 h 176"/>
              <ns1:gd name="T78" fmla="*/ 72 w 144"/>
              <ns1:gd name="T79" fmla="*/ 56 h 176"/>
              <ns1:gd name="T80" fmla="*/ 56 w 144"/>
              <ns1:gd name="T81" fmla="*/ 72 h 176"/>
              <ns1:gd name="T82" fmla="*/ 72 w 144"/>
              <ns1:gd name="T83" fmla="*/ 88 h 176"/>
              <ns1:gd name="T84" fmla="*/ 88 w 144"/>
              <ns1:gd name="T85" fmla="*/ 72 h 176"/>
              <ns1:gd name="T86" fmla="*/ 64 w 144"/>
              <ns1:gd name="T87" fmla="*/ 72 h 176"/>
              <ns1:gd name="T88" fmla="*/ 72 w 144"/>
              <ns1:gd name="T89" fmla="*/ 64 h 176"/>
              <ns1:gd name="T90" fmla="*/ 80 w 144"/>
              <ns1:gd name="T91" fmla="*/ 72 h 176"/>
              <ns1:gd name="T92" fmla="*/ 72 w 144"/>
              <ns1:gd name="T93" fmla="*/ 80 h 176"/>
              <ns1:gd name="T94" fmla="*/ 64 w 144"/>
              <ns1:gd name="T95" fmla="*/ 72 h 176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  <ns1:cxn ang="0">
                <ns1:pos x="T32" y="T33"/>
              </ns1:cxn>
              <ns1:cxn ang="0">
                <ns1:pos x="T34" y="T35"/>
              </ns1:cxn>
              <ns1:cxn ang="0">
                <ns1:pos x="T36" y="T37"/>
              </ns1:cxn>
              <ns1:cxn ang="0">
                <ns1:pos x="T38" y="T39"/>
              </ns1:cxn>
              <ns1:cxn ang="0">
                <ns1:pos x="T40" y="T41"/>
              </ns1:cxn>
              <ns1:cxn ang="0">
                <ns1:pos x="T42" y="T43"/>
              </ns1:cxn>
              <ns1:cxn ang="0">
                <ns1:pos x="T44" y="T45"/>
              </ns1:cxn>
              <ns1:cxn ang="0">
                <ns1:pos x="T46" y="T47"/>
              </ns1:cxn>
              <ns1:cxn ang="0">
                <ns1:pos x="T48" y="T49"/>
              </ns1:cxn>
              <ns1:cxn ang="0">
                <ns1:pos x="T50" y="T51"/>
              </ns1:cxn>
              <ns1:cxn ang="0">
                <ns1:pos x="T52" y="T53"/>
              </ns1:cxn>
              <ns1:cxn ang="0">
                <ns1:pos x="T54" y="T55"/>
              </ns1:cxn>
              <ns1:cxn ang="0">
                <ns1:pos x="T56" y="T57"/>
              </ns1:cxn>
              <ns1:cxn ang="0">
                <ns1:pos x="T58" y="T59"/>
              </ns1:cxn>
              <ns1:cxn ang="0">
                <ns1:pos x="T60" y="T61"/>
              </ns1:cxn>
              <ns1:cxn ang="0">
                <ns1:pos x="T62" y="T63"/>
              </ns1:cxn>
              <ns1:cxn ang="0">
                <ns1:pos x="T64" y="T65"/>
              </ns1:cxn>
              <ns1:cxn ang="0">
                <ns1:pos x="T66" y="T67"/>
              </ns1:cxn>
              <ns1:cxn ang="0">
                <ns1:pos x="T68" y="T69"/>
              </ns1:cxn>
              <ns1:cxn ang="0">
                <ns1:pos x="T70" y="T71"/>
              </ns1:cxn>
              <ns1:cxn ang="0">
                <ns1:pos x="T72" y="T73"/>
              </ns1:cxn>
              <ns1:cxn ang="0">
                <ns1:pos x="T74" y="T75"/>
              </ns1:cxn>
              <ns1:cxn ang="0">
                <ns1:pos x="T76" y="T77"/>
              </ns1:cxn>
              <ns1:cxn ang="0">
                <ns1:pos x="T78" y="T79"/>
              </ns1:cxn>
              <ns1:cxn ang="0">
                <ns1:pos x="T80" y="T81"/>
              </ns1:cxn>
              <ns1:cxn ang="0">
                <ns1:pos x="T82" y="T83"/>
              </ns1:cxn>
              <ns1:cxn ang="0">
                <ns1:pos x="T84" y="T85"/>
              </ns1:cxn>
              <ns1:cxn ang="0">
                <ns1:pos x="T86" y="T87"/>
              </ns1:cxn>
              <ns1:cxn ang="0">
                <ns1:pos x="T88" y="T89"/>
              </ns1:cxn>
              <ns1:cxn ang="0">
                <ns1:pos x="T90" y="T91"/>
              </ns1:cxn>
              <ns1:cxn ang="0">
                <ns1:pos x="T92" y="T93"/>
              </ns1:cxn>
              <ns1:cxn ang="0">
                <ns1:pos x="T94" y="T95"/>
              </ns1:cxn>
            </ns1:cxnLst>
            <ns1:rect l="0" t="0" r="r" b="b"/>
            <ns1:pathLst>
              <ns1:path w="144" h="176">
                <ns1:moveTo>
                  <ns1:pt x="72" y="96"/>
                </ns1:moveTo>
                <ns1:cubicBezTo>
                  <ns1:pt x="52" y="96"/>
                  <ns1:pt x="48" y="108"/>
                  <ns1:pt x="48" y="120"/>
                </ns1:cubicBezTo>
                <ns1:cubicBezTo>
                  <ns1:pt x="48" y="132"/>
                  <ns1:pt x="52" y="160"/>
                  <ns1:pt x="56" y="168"/>
                </ns1:cubicBezTo>
                <ns1:cubicBezTo>
                  <ns1:pt x="60" y="176"/>
                  <ns1:pt x="64" y="176"/>
                  <ns1:pt x="64" y="176"/>
                </ns1:cubicBezTo>
                <ns1:cubicBezTo>
                  <ns1:pt x="80" y="176"/>
                  <ns1:pt x="80" y="176"/>
                  <ns1:pt x="80" y="176"/>
                </ns1:cubicBezTo>
                <ns1:cubicBezTo>
                  <ns1:pt x="80" y="176"/>
                  <ns1:pt x="84" y="176"/>
                  <ns1:pt x="88" y="168"/>
                </ns1:cubicBezTo>
                <ns1:cubicBezTo>
                  <ns1:pt x="92" y="160"/>
                  <ns1:pt x="96" y="132"/>
                  <ns1:pt x="96" y="120"/>
                </ns1:cubicBezTo>
                <ns1:cubicBezTo>
                  <ns1:pt x="96" y="108"/>
                  <ns1:pt x="92" y="96"/>
                  <ns1:pt x="72" y="96"/>
                </ns1:cubicBezTo>
                <ns1:moveTo>
                  <ns1:pt x="81" y="164"/>
                </ns1:moveTo>
                <ns1:cubicBezTo>
                  <ns1:pt x="80" y="166"/>
                  <ns1:pt x="79" y="168"/>
                  <ns1:pt x="78" y="168"/>
                </ns1:cubicBezTo>
                <ns1:cubicBezTo>
                  <ns1:pt x="66" y="168"/>
                  <ns1:pt x="66" y="168"/>
                  <ns1:pt x="66" y="168"/>
                </ns1:cubicBezTo>
                <ns1:cubicBezTo>
                  <ns1:pt x="65" y="168"/>
                  <ns1:pt x="64" y="166"/>
                  <ns1:pt x="63" y="164"/>
                </ns1:cubicBezTo>
                <ns1:cubicBezTo>
                  <ns1:pt x="60" y="159"/>
                  <ns1:pt x="56" y="132"/>
                  <ns1:pt x="56" y="120"/>
                </ns1:cubicBezTo>
                <ns1:cubicBezTo>
                  <ns1:pt x="56" y="108"/>
                  <ns1:pt x="60" y="104"/>
                  <ns1:pt x="72" y="104"/>
                </ns1:cubicBezTo>
                <ns1:cubicBezTo>
                  <ns1:pt x="84" y="104"/>
                  <ns1:pt x="88" y="108"/>
                  <ns1:pt x="88" y="120"/>
                </ns1:cubicBezTo>
                <ns1:cubicBezTo>
                  <ns1:pt x="88" y="132"/>
                  <ns1:pt x="84" y="159"/>
                  <ns1:pt x="81" y="164"/>
                </ns1:cubicBezTo>
                <ns1:moveTo>
                  <ns1:pt x="72" y="0"/>
                </ns1:moveTo>
                <ns1:cubicBezTo>
                  <ns1:pt x="32" y="0"/>
                  <ns1:pt x="0" y="32"/>
                  <ns1:pt x="0" y="72"/>
                </ns1:cubicBezTo>
                <ns1:cubicBezTo>
                  <ns1:pt x="0" y="101"/>
                  <ns1:pt x="17" y="125"/>
                  <ns1:pt x="41" y="137"/>
                </ns1:cubicBezTo>
                <ns1:cubicBezTo>
                  <ns1:pt x="41" y="134"/>
                  <ns1:pt x="41" y="130"/>
                  <ns1:pt x="40" y="128"/>
                </ns1:cubicBezTo>
                <ns1:cubicBezTo>
                  <ns1:pt x="21" y="117"/>
                  <ns1:pt x="8" y="96"/>
                  <ns1:pt x="8" y="72"/>
                </ns1:cubicBezTo>
                <ns1:cubicBezTo>
                  <ns1:pt x="8" y="37"/>
                  <ns1:pt x="37" y="8"/>
                  <ns1:pt x="72" y="8"/>
                </ns1:cubicBezTo>
                <ns1:cubicBezTo>
                  <ns1:pt x="107" y="8"/>
                  <ns1:pt x="136" y="37"/>
                  <ns1:pt x="136" y="72"/>
                </ns1:cubicBezTo>
                <ns1:cubicBezTo>
                  <ns1:pt x="136" y="96"/>
                  <ns1:pt x="123" y="116"/>
                  <ns1:pt x="104" y="128"/>
                </ns1:cubicBezTo>
                <ns1:cubicBezTo>
                  <ns1:pt x="104" y="130"/>
                  <ns1:pt x="103" y="134"/>
                  <ns1:pt x="103" y="137"/>
                </ns1:cubicBezTo>
                <ns1:cubicBezTo>
                  <ns1:pt x="127" y="125"/>
                  <ns1:pt x="144" y="101"/>
                  <ns1:pt x="144" y="72"/>
                </ns1:cubicBezTo>
                <ns1:cubicBezTo>
                  <ns1:pt x="144" y="32"/>
                  <ns1:pt x="112" y="0"/>
                  <ns1:pt x="72" y="0"/>
                </ns1:cubicBezTo>
                <ns1:moveTo>
                  <ns1:pt x="116" y="72"/>
                </ns1:moveTo>
                <ns1:cubicBezTo>
                  <ns1:pt x="116" y="48"/>
                  <ns1:pt x="96" y="28"/>
                  <ns1:pt x="72" y="28"/>
                </ns1:cubicBezTo>
                <ns1:cubicBezTo>
                  <ns1:pt x="48" y="28"/>
                  <ns1:pt x="28" y="48"/>
                  <ns1:pt x="28" y="72"/>
                </ns1:cubicBezTo>
                <ns1:cubicBezTo>
                  <ns1:pt x="28" y="85"/>
                  <ns1:pt x="34" y="97"/>
                  <ns1:pt x="43" y="105"/>
                </ns1:cubicBezTo>
                <ns1:cubicBezTo>
                  <ns1:pt x="44" y="102"/>
                  <ns1:pt x="45" y="100"/>
                  <ns1:pt x="47" y="98"/>
                </ns1:cubicBezTo>
                <ns1:cubicBezTo>
                  <ns1:pt x="40" y="91"/>
                  <ns1:pt x="36" y="82"/>
                  <ns1:pt x="36" y="72"/>
                </ns1:cubicBezTo>
                <ns1:cubicBezTo>
                  <ns1:pt x="36" y="52"/>
                  <ns1:pt x="52" y="36"/>
                  <ns1:pt x="72" y="36"/>
                </ns1:cubicBezTo>
                <ns1:cubicBezTo>
                  <ns1:pt x="92" y="36"/>
                  <ns1:pt x="108" y="52"/>
                  <ns1:pt x="108" y="72"/>
                </ns1:cubicBezTo>
                <ns1:cubicBezTo>
                  <ns1:pt x="108" y="82"/>
                  <ns1:pt x="104" y="91"/>
                  <ns1:pt x="97" y="98"/>
                </ns1:cubicBezTo>
                <ns1:cubicBezTo>
                  <ns1:pt x="99" y="100"/>
                  <ns1:pt x="100" y="102"/>
                  <ns1:pt x="101" y="105"/>
                </ns1:cubicBezTo>
                <ns1:cubicBezTo>
                  <ns1:pt x="110" y="97"/>
                  <ns1:pt x="116" y="85"/>
                  <ns1:pt x="116" y="72"/>
                </ns1:cubicBezTo>
                <ns1:moveTo>
                  <ns1:pt x="88" y="72"/>
                </ns1:moveTo>
                <ns1:cubicBezTo>
                  <ns1:pt x="88" y="63"/>
                  <ns1:pt x="81" y="56"/>
                  <ns1:pt x="72" y="56"/>
                </ns1:cubicBezTo>
                <ns1:cubicBezTo>
                  <ns1:pt x="63" y="56"/>
                  <ns1:pt x="56" y="63"/>
                  <ns1:pt x="56" y="72"/>
                </ns1:cubicBezTo>
                <ns1:cubicBezTo>
                  <ns1:pt x="56" y="81"/>
                  <ns1:pt x="63" y="88"/>
                  <ns1:pt x="72" y="88"/>
                </ns1:cubicBezTo>
                <ns1:cubicBezTo>
                  <ns1:pt x="81" y="88"/>
                  <ns1:pt x="88" y="81"/>
                  <ns1:pt x="88" y="72"/>
                </ns1:cubicBezTo>
                <ns1:moveTo>
                  <ns1:pt x="64" y="72"/>
                </ns1:moveTo>
                <ns1:cubicBezTo>
                  <ns1:pt x="64" y="68"/>
                  <ns1:pt x="68" y="64"/>
                  <ns1:pt x="72" y="64"/>
                </ns1:cubicBezTo>
                <ns1:cubicBezTo>
                  <ns1:pt x="76" y="64"/>
                  <ns1:pt x="80" y="68"/>
                  <ns1:pt x="80" y="72"/>
                </ns1:cubicBezTo>
                <ns1:cubicBezTo>
                  <ns1:pt x="80" y="76"/>
                  <ns1:pt x="76" y="80"/>
                  <ns1:pt x="72" y="80"/>
                </ns1:cubicBezTo>
                <ns1:cubicBezTo>
                  <ns1:pt x="68" y="80"/>
                  <ns1:pt x="64" y="76"/>
                  <ns1:pt x="64" y="72"/>
                </ns1:cubicBezTo>
              </ns1:path>
            </ns1:pathLst>
          </ns1:custGeom>
          <ns1:solidFill>
            <ns1:schemeClr val="tx1"/>
          </ns1:solidFill>
          <ns1:ln>
            <ns1:noFill/>
          </ns1:ln>
          <ns1:extLst/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en-US"/>
          </ns1:p>
        </ns0:txBody>
      </ns0:sp>
      <ns0:sp>
        <ns0:nvSpPr>
          <ns0:cNvPr id="32" name="Freeform 28"/>
          <ns0:cNvSpPr>
            <ns1:spLocks noEditPoints="1"/>
          </ns0:cNvSpPr>
          <ns0:nvPr/>
        </ns0:nvSpPr>
        <ns0:spPr bwMode="auto">
          <ns1:xfrm>
            <ns1:off x="4352925" y="2617788"/>
            <ns1:ext cx="557212" cy="557213"/>
          </ns1:xfrm>
          <ns1:custGeom>
            <ns1:avLst/>
            <ns1:gdLst>
              <ns1:gd name="T0" fmla="*/ 156 w 176"/>
              <ns1:gd name="T1" fmla="*/ 0 h 176"/>
              <ns1:gd name="T2" fmla="*/ 136 w 176"/>
              <ns1:gd name="T3" fmla="*/ 20 h 176"/>
              <ns1:gd name="T4" fmla="*/ 152 w 176"/>
              <ns1:gd name="T5" fmla="*/ 40 h 176"/>
              <ns1:gd name="T6" fmla="*/ 152 w 176"/>
              <ns1:gd name="T7" fmla="*/ 84 h 176"/>
              <ns1:gd name="T8" fmla="*/ 108 w 176"/>
              <ns1:gd name="T9" fmla="*/ 84 h 176"/>
              <ns1:gd name="T10" fmla="*/ 88 w 176"/>
              <ns1:gd name="T11" fmla="*/ 68 h 176"/>
              <ns1:gd name="T12" fmla="*/ 68 w 176"/>
              <ns1:gd name="T13" fmla="*/ 84 h 176"/>
              <ns1:gd name="T14" fmla="*/ 20 w 176"/>
              <ns1:gd name="T15" fmla="*/ 84 h 176"/>
              <ns1:gd name="T16" fmla="*/ 16 w 176"/>
              <ns1:gd name="T17" fmla="*/ 88 h 176"/>
              <ns1:gd name="T18" fmla="*/ 16 w 176"/>
              <ns1:gd name="T19" fmla="*/ 136 h 176"/>
              <ns1:gd name="T20" fmla="*/ 0 w 176"/>
              <ns1:gd name="T21" fmla="*/ 156 h 176"/>
              <ns1:gd name="T22" fmla="*/ 20 w 176"/>
              <ns1:gd name="T23" fmla="*/ 176 h 176"/>
              <ns1:gd name="T24" fmla="*/ 40 w 176"/>
              <ns1:gd name="T25" fmla="*/ 156 h 176"/>
              <ns1:gd name="T26" fmla="*/ 24 w 176"/>
              <ns1:gd name="T27" fmla="*/ 136 h 176"/>
              <ns1:gd name="T28" fmla="*/ 24 w 176"/>
              <ns1:gd name="T29" fmla="*/ 92 h 176"/>
              <ns1:gd name="T30" fmla="*/ 68 w 176"/>
              <ns1:gd name="T31" fmla="*/ 92 h 176"/>
              <ns1:gd name="T32" fmla="*/ 88 w 176"/>
              <ns1:gd name="T33" fmla="*/ 108 h 176"/>
              <ns1:gd name="T34" fmla="*/ 108 w 176"/>
              <ns1:gd name="T35" fmla="*/ 92 h 176"/>
              <ns1:gd name="T36" fmla="*/ 156 w 176"/>
              <ns1:gd name="T37" fmla="*/ 92 h 176"/>
              <ns1:gd name="T38" fmla="*/ 160 w 176"/>
              <ns1:gd name="T39" fmla="*/ 88 h 176"/>
              <ns1:gd name="T40" fmla="*/ 160 w 176"/>
              <ns1:gd name="T41" fmla="*/ 40 h 176"/>
              <ns1:gd name="T42" fmla="*/ 176 w 176"/>
              <ns1:gd name="T43" fmla="*/ 20 h 176"/>
              <ns1:gd name="T44" fmla="*/ 156 w 176"/>
              <ns1:gd name="T45" fmla="*/ 0 h 176"/>
              <ns1:gd name="T46" fmla="*/ 32 w 176"/>
              <ns1:gd name="T47" fmla="*/ 156 h 176"/>
              <ns1:gd name="T48" fmla="*/ 20 w 176"/>
              <ns1:gd name="T49" fmla="*/ 168 h 176"/>
              <ns1:gd name="T50" fmla="*/ 8 w 176"/>
              <ns1:gd name="T51" fmla="*/ 156 h 176"/>
              <ns1:gd name="T52" fmla="*/ 20 w 176"/>
              <ns1:gd name="T53" fmla="*/ 144 h 176"/>
              <ns1:gd name="T54" fmla="*/ 32 w 176"/>
              <ns1:gd name="T55" fmla="*/ 156 h 176"/>
              <ns1:gd name="T56" fmla="*/ 88 w 176"/>
              <ns1:gd name="T57" fmla="*/ 100 h 176"/>
              <ns1:gd name="T58" fmla="*/ 76 w 176"/>
              <ns1:gd name="T59" fmla="*/ 88 h 176"/>
              <ns1:gd name="T60" fmla="*/ 88 w 176"/>
              <ns1:gd name="T61" fmla="*/ 76 h 176"/>
              <ns1:gd name="T62" fmla="*/ 100 w 176"/>
              <ns1:gd name="T63" fmla="*/ 88 h 176"/>
              <ns1:gd name="T64" fmla="*/ 88 w 176"/>
              <ns1:gd name="T65" fmla="*/ 100 h 176"/>
              <ns1:gd name="T66" fmla="*/ 156 w 176"/>
              <ns1:gd name="T67" fmla="*/ 32 h 176"/>
              <ns1:gd name="T68" fmla="*/ 144 w 176"/>
              <ns1:gd name="T69" fmla="*/ 20 h 176"/>
              <ns1:gd name="T70" fmla="*/ 156 w 176"/>
              <ns1:gd name="T71" fmla="*/ 8 h 176"/>
              <ns1:gd name="T72" fmla="*/ 168 w 176"/>
              <ns1:gd name="T73" fmla="*/ 20 h 176"/>
              <ns1:gd name="T74" fmla="*/ 156 w 176"/>
              <ns1:gd name="T75" fmla="*/ 32 h 176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  <ns1:cxn ang="0">
                <ns1:pos x="T32" y="T33"/>
              </ns1:cxn>
              <ns1:cxn ang="0">
                <ns1:pos x="T34" y="T35"/>
              </ns1:cxn>
              <ns1:cxn ang="0">
                <ns1:pos x="T36" y="T37"/>
              </ns1:cxn>
              <ns1:cxn ang="0">
                <ns1:pos x="T38" y="T39"/>
              </ns1:cxn>
              <ns1:cxn ang="0">
                <ns1:pos x="T40" y="T41"/>
              </ns1:cxn>
              <ns1:cxn ang="0">
                <ns1:pos x="T42" y="T43"/>
              </ns1:cxn>
              <ns1:cxn ang="0">
                <ns1:pos x="T44" y="T45"/>
              </ns1:cxn>
              <ns1:cxn ang="0">
                <ns1:pos x="T46" y="T47"/>
              </ns1:cxn>
              <ns1:cxn ang="0">
                <ns1:pos x="T48" y="T49"/>
              </ns1:cxn>
              <ns1:cxn ang="0">
                <ns1:pos x="T50" y="T51"/>
              </ns1:cxn>
              <ns1:cxn ang="0">
                <ns1:pos x="T52" y="T53"/>
              </ns1:cxn>
              <ns1:cxn ang="0">
                <ns1:pos x="T54" y="T55"/>
              </ns1:cxn>
              <ns1:cxn ang="0">
                <ns1:pos x="T56" y="T57"/>
              </ns1:cxn>
              <ns1:cxn ang="0">
                <ns1:pos x="T58" y="T59"/>
              </ns1:cxn>
              <ns1:cxn ang="0">
                <ns1:pos x="T60" y="T61"/>
              </ns1:cxn>
              <ns1:cxn ang="0">
                <ns1:pos x="T62" y="T63"/>
              </ns1:cxn>
              <ns1:cxn ang="0">
                <ns1:pos x="T64" y="T65"/>
              </ns1:cxn>
              <ns1:cxn ang="0">
                <ns1:pos x="T66" y="T67"/>
              </ns1:cxn>
              <ns1:cxn ang="0">
                <ns1:pos x="T68" y="T69"/>
              </ns1:cxn>
              <ns1:cxn ang="0">
                <ns1:pos x="T70" y="T71"/>
              </ns1:cxn>
              <ns1:cxn ang="0">
                <ns1:pos x="T72" y="T73"/>
              </ns1:cxn>
              <ns1:cxn ang="0">
                <ns1:pos x="T74" y="T75"/>
              </ns1:cxn>
            </ns1:cxnLst>
            <ns1:rect l="0" t="0" r="r" b="b"/>
            <ns1:pathLst>
              <ns1:path w="176" h="176">
                <ns1:moveTo>
                  <ns1:pt x="156" y="0"/>
                </ns1:moveTo>
                <ns1:cubicBezTo>
                  <ns1:pt x="145" y="0"/>
                  <ns1:pt x="136" y="9"/>
                  <ns1:pt x="136" y="20"/>
                </ns1:cubicBezTo>
                <ns1:cubicBezTo>
                  <ns1:pt x="136" y="30"/>
                  <ns1:pt x="143" y="38"/>
                  <ns1:pt x="152" y="40"/>
                </ns1:cubicBezTo>
                <ns1:cubicBezTo>
                  <ns1:pt x="152" y="84"/>
                  <ns1:pt x="152" y="84"/>
                  <ns1:pt x="152" y="84"/>
                </ns1:cubicBezTo>
                <ns1:cubicBezTo>
                  <ns1:pt x="108" y="84"/>
                  <ns1:pt x="108" y="84"/>
                  <ns1:pt x="108" y="84"/>
                </ns1:cubicBezTo>
                <ns1:cubicBezTo>
                  <ns1:pt x="106" y="75"/>
                  <ns1:pt x="98" y="68"/>
                  <ns1:pt x="88" y="68"/>
                </ns1:cubicBezTo>
                <ns1:cubicBezTo>
                  <ns1:pt x="78" y="68"/>
                  <ns1:pt x="70" y="75"/>
                  <ns1:pt x="68" y="84"/>
                </ns1:cubicBezTo>
                <ns1:cubicBezTo>
                  <ns1:pt x="20" y="84"/>
                  <ns1:pt x="20" y="84"/>
                  <ns1:pt x="20" y="84"/>
                </ns1:cubicBezTo>
                <ns1:cubicBezTo>
                  <ns1:pt x="18" y="84"/>
                  <ns1:pt x="16" y="86"/>
                  <ns1:pt x="16" y="88"/>
                </ns1:cubicBezTo>
                <ns1:cubicBezTo>
                  <ns1:pt x="16" y="136"/>
                  <ns1:pt x="16" y="136"/>
                  <ns1:pt x="16" y="136"/>
                </ns1:cubicBezTo>
                <ns1:cubicBezTo>
                  <ns1:pt x="7" y="138"/>
                  <ns1:pt x="0" y="146"/>
                  <ns1:pt x="0" y="156"/>
                </ns1:cubicBezTo>
                <ns1:cubicBezTo>
                  <ns1:pt x="0" y="167"/>
                  <ns1:pt x="9" y="176"/>
                  <ns1:pt x="20" y="176"/>
                </ns1:cubicBezTo>
                <ns1:cubicBezTo>
                  <ns1:pt x="31" y="176"/>
                  <ns1:pt x="40" y="167"/>
                  <ns1:pt x="40" y="156"/>
                </ns1:cubicBezTo>
                <ns1:cubicBezTo>
                  <ns1:pt x="40" y="146"/>
                  <ns1:pt x="33" y="138"/>
                  <ns1:pt x="24" y="136"/>
                </ns1:cubicBezTo>
                <ns1:cubicBezTo>
                  <ns1:pt x="24" y="92"/>
                  <ns1:pt x="24" y="92"/>
                  <ns1:pt x="24" y="92"/>
                </ns1:cubicBezTo>
                <ns1:cubicBezTo>
                  <ns1:pt x="68" y="92"/>
                  <ns1:pt x="68" y="92"/>
                  <ns1:pt x="68" y="92"/>
                </ns1:cubicBezTo>
                <ns1:cubicBezTo>
                  <ns1:pt x="70" y="101"/>
                  <ns1:pt x="78" y="108"/>
                  <ns1:pt x="88" y="108"/>
                </ns1:cubicBezTo>
                <ns1:cubicBezTo>
                  <ns1:pt x="98" y="108"/>
                  <ns1:pt x="106" y="101"/>
                  <ns1:pt x="108" y="92"/>
                </ns1:cubicBezTo>
                <ns1:cubicBezTo>
                  <ns1:pt x="156" y="92"/>
                  <ns1:pt x="156" y="92"/>
                  <ns1:pt x="156" y="92"/>
                </ns1:cubicBezTo>
                <ns1:cubicBezTo>
                  <ns1:pt x="158" y="92"/>
                  <ns1:pt x="160" y="90"/>
                  <ns1:pt x="160" y="88"/>
                </ns1:cubicBezTo>
                <ns1:cubicBezTo>
                  <ns1:pt x="160" y="40"/>
                  <ns1:pt x="160" y="40"/>
                  <ns1:pt x="160" y="40"/>
                </ns1:cubicBezTo>
                <ns1:cubicBezTo>
                  <ns1:pt x="169" y="38"/>
                  <ns1:pt x="176" y="30"/>
                  <ns1:pt x="176" y="20"/>
                </ns1:cubicBezTo>
                <ns1:cubicBezTo>
                  <ns1:pt x="176" y="9"/>
                  <ns1:pt x="167" y="0"/>
                  <ns1:pt x="156" y="0"/>
                </ns1:cubicBezTo>
                <ns1:moveTo>
                  <ns1:pt x="32" y="156"/>
                </ns1:moveTo>
                <ns1:cubicBezTo>
                  <ns1:pt x="32" y="163"/>
                  <ns1:pt x="27" y="168"/>
                  <ns1:pt x="20" y="168"/>
                </ns1:cubicBezTo>
                <ns1:cubicBezTo>
                  <ns1:pt x="13" y="168"/>
                  <ns1:pt x="8" y="163"/>
                  <ns1:pt x="8" y="156"/>
                </ns1:cubicBezTo>
                <ns1:cubicBezTo>
                  <ns1:pt x="8" y="149"/>
                  <ns1:pt x="13" y="144"/>
                  <ns1:pt x="20" y="144"/>
                </ns1:cubicBezTo>
                <ns1:cubicBezTo>
                  <ns1:pt x="27" y="144"/>
                  <ns1:pt x="32" y="149"/>
                  <ns1:pt x="32" y="156"/>
                </ns1:cubicBezTo>
                <ns1:moveTo>
                  <ns1:pt x="88" y="100"/>
                </ns1:moveTo>
                <ns1:cubicBezTo>
                  <ns1:pt x="81" y="100"/>
                  <ns1:pt x="76" y="95"/>
                  <ns1:pt x="76" y="88"/>
                </ns1:cubicBezTo>
                <ns1:cubicBezTo>
                  <ns1:pt x="76" y="81"/>
                  <ns1:pt x="81" y="76"/>
                  <ns1:pt x="88" y="76"/>
                </ns1:cubicBezTo>
                <ns1:cubicBezTo>
                  <ns1:pt x="95" y="76"/>
                  <ns1:pt x="100" y="81"/>
                  <ns1:pt x="100" y="88"/>
                </ns1:cubicBezTo>
                <ns1:cubicBezTo>
                  <ns1:pt x="100" y="95"/>
                  <ns1:pt x="95" y="100"/>
                  <ns1:pt x="88" y="100"/>
                </ns1:cubicBezTo>
                <ns1:moveTo>
                  <ns1:pt x="156" y="32"/>
                </ns1:moveTo>
                <ns1:cubicBezTo>
                  <ns1:pt x="149" y="32"/>
                  <ns1:pt x="144" y="27"/>
                  <ns1:pt x="144" y="20"/>
                </ns1:cubicBezTo>
                <ns1:cubicBezTo>
                  <ns1:pt x="144" y="13"/>
                  <ns1:pt x="149" y="8"/>
                  <ns1:pt x="156" y="8"/>
                </ns1:cubicBezTo>
                <ns1:cubicBezTo>
                  <ns1:pt x="163" y="8"/>
                  <ns1:pt x="168" y="13"/>
                  <ns1:pt x="168" y="20"/>
                </ns1:cubicBezTo>
                <ns1:cubicBezTo>
                  <ns1:pt x="168" y="27"/>
                  <ns1:pt x="163" y="32"/>
                  <ns1:pt x="156" y="32"/>
                </ns1:cubicBezTo>
              </ns1:path>
            </ns1:pathLst>
          </ns1:custGeom>
          <ns1:solidFill>
            <ns1:schemeClr val="tx1"/>
          </ns1:solidFill>
          <ns1:ln>
            <ns1:noFill/>
          </ns1:ln>
          <ns1:extLst/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en-US"/>
          </ns1:p>
        </ns0:txBody>
      </ns0:sp>
      <ns0:sp>
        <ns0:nvSpPr>
          <ns0:cNvPr id="33" name="Freeform 29"/>
          <ns0:cNvSpPr>
            <ns1:spLocks noEditPoints="1"/>
          </ns0:cNvSpPr>
          <ns0:nvPr/>
        </ns0:nvSpPr>
        <ns0:spPr bwMode="auto">
          <ns1:xfrm>
            <ns1:off x="5441950" y="2617788"/>
            <ns1:ext cx="506412" cy="557213"/>
          </ns1:xfrm>
          <ns1:custGeom>
            <ns1:avLst/>
            <ns1:gdLst>
              <ns1:gd name="T0" fmla="*/ 140 w 160"/>
              <ns1:gd name="T1" fmla="*/ 136 h 176"/>
              <ns1:gd name="T2" fmla="*/ 125 w 160"/>
              <ns1:gd name="T3" fmla="*/ 143 h 176"/>
              <ns1:gd name="T4" fmla="*/ 39 w 160"/>
              <ns1:gd name="T5" fmla="*/ 94 h 176"/>
              <ns1:gd name="T6" fmla="*/ 40 w 160"/>
              <ns1:gd name="T7" fmla="*/ 88 h 176"/>
              <ns1:gd name="T8" fmla="*/ 39 w 160"/>
              <ns1:gd name="T9" fmla="*/ 82 h 176"/>
              <ns1:gd name="T10" fmla="*/ 125 w 160"/>
              <ns1:gd name="T11" fmla="*/ 33 h 176"/>
              <ns1:gd name="T12" fmla="*/ 140 w 160"/>
              <ns1:gd name="T13" fmla="*/ 40 h 176"/>
              <ns1:gd name="T14" fmla="*/ 160 w 160"/>
              <ns1:gd name="T15" fmla="*/ 20 h 176"/>
              <ns1:gd name="T16" fmla="*/ 140 w 160"/>
              <ns1:gd name="T17" fmla="*/ 0 h 176"/>
              <ns1:gd name="T18" fmla="*/ 120 w 160"/>
              <ns1:gd name="T19" fmla="*/ 20 h 176"/>
              <ns1:gd name="T20" fmla="*/ 121 w 160"/>
              <ns1:gd name="T21" fmla="*/ 26 h 176"/>
              <ns1:gd name="T22" fmla="*/ 35 w 160"/>
              <ns1:gd name="T23" fmla="*/ 75 h 176"/>
              <ns1:gd name="T24" fmla="*/ 20 w 160"/>
              <ns1:gd name="T25" fmla="*/ 68 h 176"/>
              <ns1:gd name="T26" fmla="*/ 0 w 160"/>
              <ns1:gd name="T27" fmla="*/ 88 h 176"/>
              <ns1:gd name="T28" fmla="*/ 20 w 160"/>
              <ns1:gd name="T29" fmla="*/ 108 h 176"/>
              <ns1:gd name="T30" fmla="*/ 35 w 160"/>
              <ns1:gd name="T31" fmla="*/ 101 h 176"/>
              <ns1:gd name="T32" fmla="*/ 121 w 160"/>
              <ns1:gd name="T33" fmla="*/ 150 h 176"/>
              <ns1:gd name="T34" fmla="*/ 120 w 160"/>
              <ns1:gd name="T35" fmla="*/ 156 h 176"/>
              <ns1:gd name="T36" fmla="*/ 140 w 160"/>
              <ns1:gd name="T37" fmla="*/ 176 h 176"/>
              <ns1:gd name="T38" fmla="*/ 160 w 160"/>
              <ns1:gd name="T39" fmla="*/ 156 h 176"/>
              <ns1:gd name="T40" fmla="*/ 140 w 160"/>
              <ns1:gd name="T41" fmla="*/ 136 h 176"/>
              <ns1:gd name="T42" fmla="*/ 140 w 160"/>
              <ns1:gd name="T43" fmla="*/ 8 h 176"/>
              <ns1:gd name="T44" fmla="*/ 152 w 160"/>
              <ns1:gd name="T45" fmla="*/ 20 h 176"/>
              <ns1:gd name="T46" fmla="*/ 140 w 160"/>
              <ns1:gd name="T47" fmla="*/ 32 h 176"/>
              <ns1:gd name="T48" fmla="*/ 128 w 160"/>
              <ns1:gd name="T49" fmla="*/ 20 h 176"/>
              <ns1:gd name="T50" fmla="*/ 140 w 160"/>
              <ns1:gd name="T51" fmla="*/ 8 h 176"/>
              <ns1:gd name="T52" fmla="*/ 20 w 160"/>
              <ns1:gd name="T53" fmla="*/ 100 h 176"/>
              <ns1:gd name="T54" fmla="*/ 8 w 160"/>
              <ns1:gd name="T55" fmla="*/ 88 h 176"/>
              <ns1:gd name="T56" fmla="*/ 20 w 160"/>
              <ns1:gd name="T57" fmla="*/ 76 h 176"/>
              <ns1:gd name="T58" fmla="*/ 32 w 160"/>
              <ns1:gd name="T59" fmla="*/ 88 h 176"/>
              <ns1:gd name="T60" fmla="*/ 20 w 160"/>
              <ns1:gd name="T61" fmla="*/ 100 h 176"/>
              <ns1:gd name="T62" fmla="*/ 140 w 160"/>
              <ns1:gd name="T63" fmla="*/ 168 h 176"/>
              <ns1:gd name="T64" fmla="*/ 128 w 160"/>
              <ns1:gd name="T65" fmla="*/ 156 h 176"/>
              <ns1:gd name="T66" fmla="*/ 140 w 160"/>
              <ns1:gd name="T67" fmla="*/ 144 h 176"/>
              <ns1:gd name="T68" fmla="*/ 152 w 160"/>
              <ns1:gd name="T69" fmla="*/ 156 h 176"/>
              <ns1:gd name="T70" fmla="*/ 140 w 160"/>
              <ns1:gd name="T71" fmla="*/ 168 h 176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  <ns1:cxn ang="0">
                <ns1:pos x="T32" y="T33"/>
              </ns1:cxn>
              <ns1:cxn ang="0">
                <ns1:pos x="T34" y="T35"/>
              </ns1:cxn>
              <ns1:cxn ang="0">
                <ns1:pos x="T36" y="T37"/>
              </ns1:cxn>
              <ns1:cxn ang="0">
                <ns1:pos x="T38" y="T39"/>
              </ns1:cxn>
              <ns1:cxn ang="0">
                <ns1:pos x="T40" y="T41"/>
              </ns1:cxn>
              <ns1:cxn ang="0">
                <ns1:pos x="T42" y="T43"/>
              </ns1:cxn>
              <ns1:cxn ang="0">
                <ns1:pos x="T44" y="T45"/>
              </ns1:cxn>
              <ns1:cxn ang="0">
                <ns1:pos x="T46" y="T47"/>
              </ns1:cxn>
              <ns1:cxn ang="0">
                <ns1:pos x="T48" y="T49"/>
              </ns1:cxn>
              <ns1:cxn ang="0">
                <ns1:pos x="T50" y="T51"/>
              </ns1:cxn>
              <ns1:cxn ang="0">
                <ns1:pos x="T52" y="T53"/>
              </ns1:cxn>
              <ns1:cxn ang="0">
                <ns1:pos x="T54" y="T55"/>
              </ns1:cxn>
              <ns1:cxn ang="0">
                <ns1:pos x="T56" y="T57"/>
              </ns1:cxn>
              <ns1:cxn ang="0">
                <ns1:pos x="T58" y="T59"/>
              </ns1:cxn>
              <ns1:cxn ang="0">
                <ns1:pos x="T60" y="T61"/>
              </ns1:cxn>
              <ns1:cxn ang="0">
                <ns1:pos x="T62" y="T63"/>
              </ns1:cxn>
              <ns1:cxn ang="0">
                <ns1:pos x="T64" y="T65"/>
              </ns1:cxn>
              <ns1:cxn ang="0">
                <ns1:pos x="T66" y="T67"/>
              </ns1:cxn>
              <ns1:cxn ang="0">
                <ns1:pos x="T68" y="T69"/>
              </ns1:cxn>
              <ns1:cxn ang="0">
                <ns1:pos x="T70" y="T71"/>
              </ns1:cxn>
            </ns1:cxnLst>
            <ns1:rect l="0" t="0" r="r" b="b"/>
            <ns1:pathLst>
              <ns1:path w="160" h="176">
                <ns1:moveTo>
                  <ns1:pt x="140" y="136"/>
                </ns1:moveTo>
                <ns1:cubicBezTo>
                  <ns1:pt x="134" y="136"/>
                  <ns1:pt x="129" y="139"/>
                  <ns1:pt x="125" y="143"/>
                </ns1:cubicBezTo>
                <ns1:cubicBezTo>
                  <ns1:pt x="39" y="94"/>
                  <ns1:pt x="39" y="94"/>
                  <ns1:pt x="39" y="94"/>
                </ns1:cubicBezTo>
                <ns1:cubicBezTo>
                  <ns1:pt x="40" y="92"/>
                  <ns1:pt x="40" y="90"/>
                  <ns1:pt x="40" y="88"/>
                </ns1:cubicBezTo>
                <ns1:cubicBezTo>
                  <ns1:pt x="40" y="86"/>
                  <ns1:pt x="40" y="84"/>
                  <ns1:pt x="39" y="82"/>
                </ns1:cubicBezTo>
                <ns1:cubicBezTo>
                  <ns1:pt x="125" y="33"/>
                  <ns1:pt x="125" y="33"/>
                  <ns1:pt x="125" y="33"/>
                </ns1:cubicBezTo>
                <ns1:cubicBezTo>
                  <ns1:pt x="129" y="37"/>
                  <ns1:pt x="134" y="40"/>
                  <ns1:pt x="140" y="40"/>
                </ns1:cubicBezTo>
                <ns1:cubicBezTo>
                  <ns1:pt x="151" y="40"/>
                  <ns1:pt x="160" y="31"/>
                  <ns1:pt x="160" y="20"/>
                </ns1:cubicBezTo>
                <ns1:cubicBezTo>
                  <ns1:pt x="160" y="9"/>
                  <ns1:pt x="151" y="0"/>
                  <ns1:pt x="140" y="0"/>
                </ns1:cubicBezTo>
                <ns1:cubicBezTo>
                  <ns1:pt x="129" y="0"/>
                  <ns1:pt x="120" y="9"/>
                  <ns1:pt x="120" y="20"/>
                </ns1:cubicBezTo>
                <ns1:cubicBezTo>
                  <ns1:pt x="120" y="22"/>
                  <ns1:pt x="120" y="24"/>
                  <ns1:pt x="121" y="26"/>
                </ns1:cubicBezTo>
                <ns1:cubicBezTo>
                  <ns1:pt x="35" y="75"/>
                  <ns1:pt x="35" y="75"/>
                  <ns1:pt x="35" y="75"/>
                </ns1:cubicBezTo>
                <ns1:cubicBezTo>
                  <ns1:pt x="31" y="71"/>
                  <ns1:pt x="26" y="68"/>
                  <ns1:pt x="20" y="68"/>
                </ns1:cubicBezTo>
                <ns1:cubicBezTo>
                  <ns1:pt x="9" y="68"/>
                  <ns1:pt x="0" y="77"/>
                  <ns1:pt x="0" y="88"/>
                </ns1:cubicBezTo>
                <ns1:cubicBezTo>
                  <ns1:pt x="0" y="99"/>
                  <ns1:pt x="9" y="108"/>
                  <ns1:pt x="20" y="108"/>
                </ns1:cubicBezTo>
                <ns1:cubicBezTo>
                  <ns1:pt x="26" y="108"/>
                  <ns1:pt x="31" y="105"/>
                  <ns1:pt x="35" y="101"/>
                </ns1:cubicBezTo>
                <ns1:cubicBezTo>
                  <ns1:pt x="121" y="150"/>
                  <ns1:pt x="121" y="150"/>
                  <ns1:pt x="121" y="150"/>
                </ns1:cubicBezTo>
                <ns1:cubicBezTo>
                  <ns1:pt x="120" y="152"/>
                  <ns1:pt x="120" y="154"/>
                  <ns1:pt x="120" y="156"/>
                </ns1:cubicBezTo>
                <ns1:cubicBezTo>
                  <ns1:pt x="120" y="167"/>
                  <ns1:pt x="129" y="176"/>
                  <ns1:pt x="140" y="176"/>
                </ns1:cubicBezTo>
                <ns1:cubicBezTo>
                  <ns1:pt x="151" y="176"/>
                  <ns1:pt x="160" y="167"/>
                  <ns1:pt x="160" y="156"/>
                </ns1:cubicBezTo>
                <ns1:cubicBezTo>
                  <ns1:pt x="160" y="145"/>
                  <ns1:pt x="151" y="136"/>
                  <ns1:pt x="140" y="136"/>
                </ns1:cubicBezTo>
                <ns1:moveTo>
                  <ns1:pt x="140" y="8"/>
                </ns1:moveTo>
                <ns1:cubicBezTo>
                  <ns1:pt x="147" y="8"/>
                  <ns1:pt x="152" y="13"/>
                  <ns1:pt x="152" y="20"/>
                </ns1:cubicBezTo>
                <ns1:cubicBezTo>
                  <ns1:pt x="152" y="27"/>
                  <ns1:pt x="147" y="32"/>
                  <ns1:pt x="140" y="32"/>
                </ns1:cubicBezTo>
                <ns1:cubicBezTo>
                  <ns1:pt x="133" y="32"/>
                  <ns1:pt x="128" y="27"/>
                  <ns1:pt x="128" y="20"/>
                </ns1:cubicBezTo>
                <ns1:cubicBezTo>
                  <ns1:pt x="128" y="13"/>
                  <ns1:pt x="133" y="8"/>
                  <ns1:pt x="140" y="8"/>
                </ns1:cubicBezTo>
                <ns1:moveTo>
                  <ns1:pt x="20" y="100"/>
                </ns1:moveTo>
                <ns1:cubicBezTo>
                  <ns1:pt x="13" y="100"/>
                  <ns1:pt x="8" y="95"/>
                  <ns1:pt x="8" y="88"/>
                </ns1:cubicBezTo>
                <ns1:cubicBezTo>
                  <ns1:pt x="8" y="81"/>
                  <ns1:pt x="13" y="76"/>
                  <ns1:pt x="20" y="76"/>
                </ns1:cubicBezTo>
                <ns1:cubicBezTo>
                  <ns1:pt x="27" y="76"/>
                  <ns1:pt x="32" y="81"/>
                  <ns1:pt x="32" y="88"/>
                </ns1:cubicBezTo>
                <ns1:cubicBezTo>
                  <ns1:pt x="32" y="95"/>
                  <ns1:pt x="27" y="100"/>
                  <ns1:pt x="20" y="100"/>
                </ns1:cubicBezTo>
                <ns1:moveTo>
                  <ns1:pt x="140" y="168"/>
                </ns1:moveTo>
                <ns1:cubicBezTo>
                  <ns1:pt x="133" y="168"/>
                  <ns1:pt x="128" y="163"/>
                  <ns1:pt x="128" y="156"/>
                </ns1:cubicBezTo>
                <ns1:cubicBezTo>
                  <ns1:pt x="128" y="149"/>
                  <ns1:pt x="133" y="144"/>
                  <ns1:pt x="140" y="144"/>
                </ns1:cubicBezTo>
                <ns1:cubicBezTo>
                  <ns1:pt x="147" y="144"/>
                  <ns1:pt x="152" y="149"/>
                  <ns1:pt x="152" y="156"/>
                </ns1:cubicBezTo>
                <ns1:cubicBezTo>
                  <ns1:pt x="152" y="163"/>
                  <ns1:pt x="147" y="168"/>
                  <ns1:pt x="140" y="168"/>
                </ns1:cubicBezTo>
              </ns1:path>
            </ns1:pathLst>
          </ns1:custGeom>
          <ns1:solidFill>
            <ns1:schemeClr val="tx1"/>
          </ns1:solidFill>
          <ns1:ln>
            <ns1:noFill/>
          </ns1:ln>
          <ns1:extLst/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en-US"/>
          </ns1:p>
        </ns0:txBody>
      </ns0:sp>
      <ns0:sp>
        <ns0:nvSpPr>
          <ns0:cNvPr id="34" name="Freeform 30"/>
          <ns0:cNvSpPr>
            <ns1:spLocks noEditPoints="1"/>
          </ns0:cNvSpPr>
          <ns0:nvPr/>
        </ns0:nvSpPr>
        <ns0:spPr bwMode="auto">
          <ns1:xfrm>
            <ns1:off x="6480175" y="2617788"/>
            <ns1:ext cx="557212" cy="557213"/>
          </ns1:xfrm>
          <ns1:custGeom>
            <ns1:avLst/>
            <ns1:gdLst>
              <ns1:gd name="T0" fmla="*/ 151 w 176"/>
              <ns1:gd name="T1" fmla="*/ 146 h 176"/>
              <ns1:gd name="T2" fmla="*/ 115 w 176"/>
              <ns1:gd name="T3" fmla="*/ 166 h 176"/>
              <ns1:gd name="T4" fmla="*/ 60 w 176"/>
              <ns1:gd name="T5" fmla="*/ 163 h 176"/>
              <ns1:gd name="T6" fmla="*/ 15 w 176"/>
              <ns1:gd name="T7" fmla="*/ 123 h 176"/>
              <ns1:gd name="T8" fmla="*/ 14 w 176"/>
              <ns1:gd name="T9" fmla="*/ 56 h 176"/>
              <ns1:gd name="T10" fmla="*/ 59 w 176"/>
              <ns1:gd name="T11" fmla="*/ 14 h 176"/>
              <ns1:gd name="T12" fmla="*/ 123 w 176"/>
              <ns1:gd name="T13" fmla="*/ 13 h 176"/>
              <ns1:gd name="T14" fmla="*/ 162 w 176"/>
              <ns1:gd name="T15" fmla="*/ 47 h 176"/>
              <ns1:gd name="T16" fmla="*/ 163 w 176"/>
              <ns1:gd name="T17" fmla="*/ 97 h 176"/>
              <ns1:gd name="T18" fmla="*/ 136 w 176"/>
              <ns1:gd name="T19" fmla="*/ 129 h 176"/>
              <ns1:gd name="T20" fmla="*/ 114 w 176"/>
              <ns1:gd name="T21" fmla="*/ 132 h 176"/>
              <ns1:gd name="T22" fmla="*/ 112 w 176"/>
              <ns1:gd name="T23" fmla="*/ 120 h 176"/>
              <ns1:gd name="T24" fmla="*/ 144 w 176"/>
              <ns1:gd name="T25" fmla="*/ 39 h 176"/>
              <ns1:gd name="T26" fmla="*/ 131 w 176"/>
              <ns1:gd name="T27" fmla="*/ 53 h 176"/>
              <ns1:gd name="T28" fmla="*/ 96 w 176"/>
              <ns1:gd name="T29" fmla="*/ 35 h 176"/>
              <ns1:gd name="T30" fmla="*/ 51 w 176"/>
              <ns1:gd name="T31" fmla="*/ 59 h 176"/>
              <ns1:gd name="T32" fmla="*/ 35 w 176"/>
              <ns1:gd name="T33" fmla="*/ 106 h 176"/>
              <ns1:gd name="T34" fmla="*/ 45 w 176"/>
              <ns1:gd name="T35" fmla="*/ 131 h 176"/>
              <ns1:gd name="T36" fmla="*/ 89 w 176"/>
              <ns1:gd name="T37" fmla="*/ 139 h 176"/>
              <ns1:gd name="T38" fmla="*/ 107 w 176"/>
              <ns1:gd name="T39" fmla="*/ 137 h 176"/>
              <ns1:gd name="T40" fmla="*/ 140 w 176"/>
              <ns1:gd name="T41" fmla="*/ 136 h 176"/>
              <ns1:gd name="T42" fmla="*/ 171 w 176"/>
              <ns1:gd name="T43" fmla="*/ 100 h 176"/>
              <ns1:gd name="T44" fmla="*/ 169 w 176"/>
              <ns1:gd name="T45" fmla="*/ 43 h 176"/>
              <ns1:gd name="T46" fmla="*/ 125 w 176"/>
              <ns1:gd name="T47" fmla="*/ 5 h 176"/>
              <ns1:gd name="T48" fmla="*/ 57 w 176"/>
              <ns1:gd name="T49" fmla="*/ 7 h 176"/>
              <ns1:gd name="T50" fmla="*/ 7 w 176"/>
              <ns1:gd name="T51" fmla="*/ 52 h 176"/>
              <ns1:gd name="T52" fmla="*/ 8 w 176"/>
              <ns1:gd name="T53" fmla="*/ 127 h 176"/>
              <ns1:gd name="T54" fmla="*/ 59 w 176"/>
              <ns1:gd name="T55" fmla="*/ 171 h 176"/>
              <ns1:gd name="T56" fmla="*/ 116 w 176"/>
              <ns1:gd name="T57" fmla="*/ 173 h 176"/>
              <ns1:gd name="T58" fmla="*/ 158 w 176"/>
              <ns1:gd name="T59" fmla="*/ 151 h 176"/>
              <ns1:gd name="T60" fmla="*/ 175 w 176"/>
              <ns1:gd name="T61" fmla="*/ 131 h 176"/>
              <ns1:gd name="T62" fmla="*/ 101 w 176"/>
              <ns1:gd name="T63" fmla="*/ 120 h 176"/>
              <ns1:gd name="T64" fmla="*/ 81 w 176"/>
              <ns1:gd name="T65" fmla="*/ 133 h 176"/>
              <ns1:gd name="T66" fmla="*/ 51 w 176"/>
              <ns1:gd name="T67" fmla="*/ 126 h 176"/>
              <ns1:gd name="T68" fmla="*/ 43 w 176"/>
              <ns1:gd name="T69" fmla="*/ 106 h 176"/>
              <ns1:gd name="T70" fmla="*/ 57 w 176"/>
              <ns1:gd name="T71" fmla="*/ 64 h 176"/>
              <ns1:gd name="T72" fmla="*/ 95 w 176"/>
              <ns1:gd name="T73" fmla="*/ 43 h 176"/>
              <ns1:gd name="T74" fmla="*/ 114 w 176"/>
              <ns1:gd name="T75" fmla="*/ 47 h 176"/>
              <ns1:gd name="T76" fmla="*/ 127 w 176"/>
              <ns1:gd name="T77" fmla="*/ 63 h 176"/>
              <ns1:gd name="T78" fmla="*/ 101 w 176"/>
              <ns1:gd name="T79" fmla="*/ 120 h 176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  <ns1:cxn ang="0">
                <ns1:pos x="T32" y="T33"/>
              </ns1:cxn>
              <ns1:cxn ang="0">
                <ns1:pos x="T34" y="T35"/>
              </ns1:cxn>
              <ns1:cxn ang="0">
                <ns1:pos x="T36" y="T37"/>
              </ns1:cxn>
              <ns1:cxn ang="0">
                <ns1:pos x="T38" y="T39"/>
              </ns1:cxn>
              <ns1:cxn ang="0">
                <ns1:pos x="T40" y="T41"/>
              </ns1:cxn>
              <ns1:cxn ang="0">
                <ns1:pos x="T42" y="T43"/>
              </ns1:cxn>
              <ns1:cxn ang="0">
                <ns1:pos x="T44" y="T45"/>
              </ns1:cxn>
              <ns1:cxn ang="0">
                <ns1:pos x="T46" y="T47"/>
              </ns1:cxn>
              <ns1:cxn ang="0">
                <ns1:pos x="T48" y="T49"/>
              </ns1:cxn>
              <ns1:cxn ang="0">
                <ns1:pos x="T50" y="T51"/>
              </ns1:cxn>
              <ns1:cxn ang="0">
                <ns1:pos x="T52" y="T53"/>
              </ns1:cxn>
              <ns1:cxn ang="0">
                <ns1:pos x="T54" y="T55"/>
              </ns1:cxn>
              <ns1:cxn ang="0">
                <ns1:pos x="T56" y="T57"/>
              </ns1:cxn>
              <ns1:cxn ang="0">
                <ns1:pos x="T58" y="T59"/>
              </ns1:cxn>
              <ns1:cxn ang="0">
                <ns1:pos x="T60" y="T61"/>
              </ns1:cxn>
              <ns1:cxn ang="0">
                <ns1:pos x="T62" y="T63"/>
              </ns1:cxn>
              <ns1:cxn ang="0">
                <ns1:pos x="T64" y="T65"/>
              </ns1:cxn>
              <ns1:cxn ang="0">
                <ns1:pos x="T66" y="T67"/>
              </ns1:cxn>
              <ns1:cxn ang="0">
                <ns1:pos x="T68" y="T69"/>
              </ns1:cxn>
              <ns1:cxn ang="0">
                <ns1:pos x="T70" y="T71"/>
              </ns1:cxn>
              <ns1:cxn ang="0">
                <ns1:pos x="T72" y="T73"/>
              </ns1:cxn>
              <ns1:cxn ang="0">
                <ns1:pos x="T74" y="T75"/>
              </ns1:cxn>
              <ns1:cxn ang="0">
                <ns1:pos x="T76" y="T77"/>
              </ns1:cxn>
              <ns1:cxn ang="0">
                <ns1:pos x="T78" y="T79"/>
              </ns1:cxn>
            </ns1:cxnLst>
            <ns1:rect l="0" t="0" r="r" b="b"/>
            <ns1:pathLst>
              <ns1:path w="176" h="176">
                <ns1:moveTo>
                  <ns1:pt x="165" y="131"/>
                </ns1:moveTo>
                <ns1:cubicBezTo>
                  <ns1:pt x="161" y="136"/>
                  <ns1:pt x="156" y="141"/>
                  <ns1:pt x="151" y="146"/>
                </ns1:cubicBezTo>
                <ns1:cubicBezTo>
                  <ns1:pt x="146" y="150"/>
                  <ns1:pt x="141" y="154"/>
                  <ns1:pt x="134" y="158"/>
                </ns1:cubicBezTo>
                <ns1:cubicBezTo>
                  <ns1:pt x="128" y="161"/>
                  <ns1:pt x="122" y="164"/>
                  <ns1:pt x="115" y="166"/>
                </ns1:cubicBezTo>
                <ns1:cubicBezTo>
                  <ns1:pt x="108" y="167"/>
                  <ns1:pt x="100" y="168"/>
                  <ns1:pt x="93" y="168"/>
                </ns1:cubicBezTo>
                <ns1:cubicBezTo>
                  <ns1:pt x="81" y="168"/>
                  <ns1:pt x="70" y="167"/>
                  <ns1:pt x="60" y="163"/>
                </ns1:cubicBezTo>
                <ns1:cubicBezTo>
                  <ns1:pt x="50" y="160"/>
                  <ns1:pt x="41" y="155"/>
                  <ns1:pt x="33" y="148"/>
                </ns1:cubicBezTo>
                <ns1:cubicBezTo>
                  <ns1:pt x="26" y="141"/>
                  <ns1:pt x="19" y="133"/>
                  <ns1:pt x="15" y="123"/>
                </ns1:cubicBezTo>
                <ns1:cubicBezTo>
                  <ns1:pt x="10" y="113"/>
                  <ns1:pt x="8" y="101"/>
                  <ns1:pt x="8" y="87"/>
                </ns1:cubicBezTo>
                <ns1:cubicBezTo>
                  <ns1:pt x="8" y="76"/>
                  <ns1:pt x="10" y="66"/>
                  <ns1:pt x="14" y="56"/>
                </ns1:cubicBezTo>
                <ns1:cubicBezTo>
                  <ns1:pt x="19" y="47"/>
                  <ns1:pt x="25" y="38"/>
                  <ns1:pt x="32" y="31"/>
                </ns1:cubicBezTo>
                <ns1:cubicBezTo>
                  <ns1:pt x="40" y="24"/>
                  <ns1:pt x="49" y="18"/>
                  <ns1:pt x="59" y="14"/>
                </ns1:cubicBezTo>
                <ns1:cubicBezTo>
                  <ns1:pt x="69" y="10"/>
                  <ns1:pt x="81" y="8"/>
                  <ns1:pt x="93" y="8"/>
                </ns1:cubicBezTo>
                <ns1:cubicBezTo>
                  <ns1:pt x="103" y="8"/>
                  <ns1:pt x="114" y="9"/>
                  <ns1:pt x="123" y="13"/>
                </ns1:cubicBezTo>
                <ns1:cubicBezTo>
                  <ns1:pt x="132" y="16"/>
                  <ns1:pt x="140" y="20"/>
                  <ns1:pt x="147" y="26"/>
                </ns1:cubicBezTo>
                <ns1:cubicBezTo>
                  <ns1:pt x="153" y="32"/>
                  <ns1:pt x="159" y="39"/>
                  <ns1:pt x="162" y="47"/>
                </ns1:cubicBezTo>
                <ns1:cubicBezTo>
                  <ns1:pt x="166" y="55"/>
                  <ns1:pt x="168" y="64"/>
                  <ns1:pt x="168" y="74"/>
                </ns1:cubicBezTo>
                <ns1:cubicBezTo>
                  <ns1:pt x="168" y="82"/>
                  <ns1:pt x="166" y="90"/>
                  <ns1:pt x="163" y="97"/>
                </ns1:cubicBezTo>
                <ns1:cubicBezTo>
                  <ns1:pt x="160" y="105"/>
                  <ns1:pt x="156" y="111"/>
                  <ns1:pt x="152" y="117"/>
                </ns1:cubicBezTo>
                <ns1:cubicBezTo>
                  <ns1:pt x="147" y="122"/>
                  <ns1:pt x="142" y="126"/>
                  <ns1:pt x="136" y="129"/>
                </ns1:cubicBezTo>
                <ns1:cubicBezTo>
                  <ns1:pt x="131" y="132"/>
                  <ns1:pt x="125" y="134"/>
                  <ns1:pt x="121" y="134"/>
                </ns1:cubicBezTo>
                <ns1:cubicBezTo>
                  <ns1:pt x="118" y="134"/>
                  <ns1:pt x="115" y="133"/>
                  <ns1:pt x="114" y="132"/>
                </ns1:cubicBezTo>
                <ns1:cubicBezTo>
                  <ns1:pt x="113" y="131"/>
                  <ns1:pt x="112" y="130"/>
                  <ns1:pt x="111" y="128"/>
                </ns1:cubicBezTo>
                <ns1:cubicBezTo>
                  <ns1:pt x="111" y="126"/>
                  <ns1:pt x="111" y="123"/>
                  <ns1:pt x="112" y="120"/>
                </ns1:cubicBezTo>
                <ns1:cubicBezTo>
                  <ns1:pt x="113" y="117"/>
                  <ns1:pt x="114" y="114"/>
                  <ns1:pt x="116" y="110"/>
                </ns1:cubicBezTo>
                <ns1:cubicBezTo>
                  <ns1:pt x="144" y="39"/>
                  <ns1:pt x="144" y="39"/>
                  <ns1:pt x="144" y="39"/>
                </ns1:cubicBezTo>
                <ns1:cubicBezTo>
                  <ns1:pt x="136" y="39"/>
                  <ns1:pt x="136" y="39"/>
                  <ns1:pt x="136" y="39"/>
                </ns1:cubicBezTo>
                <ns1:cubicBezTo>
                  <ns1:pt x="131" y="53"/>
                  <ns1:pt x="131" y="53"/>
                  <ns1:pt x="131" y="53"/>
                </ns1:cubicBezTo>
                <ns1:cubicBezTo>
                  <ns1:pt x="128" y="48"/>
                  <ns1:pt x="124" y="44"/>
                  <ns1:pt x="118" y="41"/>
                </ns1:cubicBezTo>
                <ns1:cubicBezTo>
                  <ns1:pt x="112" y="37"/>
                  <ns1:pt x="104" y="35"/>
                  <ns1:pt x="96" y="35"/>
                </ns1:cubicBezTo>
                <ns1:cubicBezTo>
                  <ns1:pt x="87" y="35"/>
                  <ns1:pt x="78" y="37"/>
                  <ns1:pt x="71" y="42"/>
                </ns1:cubicBezTo>
                <ns1:cubicBezTo>
                  <ns1:pt x="63" y="46"/>
                  <ns1:pt x="57" y="52"/>
                  <ns1:pt x="51" y="59"/>
                </ns1:cubicBezTo>
                <ns1:cubicBezTo>
                  <ns1:pt x="46" y="66"/>
                  <ns1:pt x="42" y="74"/>
                  <ns1:pt x="39" y="82"/>
                </ns1:cubicBezTo>
                <ns1:cubicBezTo>
                  <ns1:pt x="36" y="90"/>
                  <ns1:pt x="35" y="98"/>
                  <ns1:pt x="35" y="106"/>
                </ns1:cubicBezTo>
                <ns1:cubicBezTo>
                  <ns1:pt x="35" y="111"/>
                  <ns1:pt x="35" y="115"/>
                  <ns1:pt x="37" y="120"/>
                </ns1:cubicBezTo>
                <ns1:cubicBezTo>
                  <ns1:pt x="39" y="124"/>
                  <ns1:pt x="42" y="128"/>
                  <ns1:pt x="45" y="131"/>
                </ns1:cubicBezTo>
                <ns1:cubicBezTo>
                  <ns1:pt x="48" y="134"/>
                  <ns1:pt x="52" y="137"/>
                  <ns1:pt x="56" y="139"/>
                </ns1:cubicBezTo>
                <ns1:cubicBezTo>
                  <ns1:pt x="66" y="143"/>
                  <ns1:pt x="77" y="142"/>
                  <ns1:pt x="89" y="139"/>
                </ns1:cubicBezTo>
                <ns1:cubicBezTo>
                  <ns1:pt x="94" y="137"/>
                  <ns1:pt x="99" y="134"/>
                  <ns1:pt x="103" y="129"/>
                </ns1:cubicBezTo>
                <ns1:cubicBezTo>
                  <ns1:pt x="104" y="132"/>
                  <ns1:pt x="105" y="135"/>
                  <ns1:pt x="107" y="137"/>
                </ns1:cubicBezTo>
                <ns1:cubicBezTo>
                  <ns1:pt x="110" y="140"/>
                  <ns1:pt x="115" y="142"/>
                  <ns1:pt x="120" y="142"/>
                </ns1:cubicBezTo>
                <ns1:cubicBezTo>
                  <ns1:pt x="126" y="142"/>
                  <ns1:pt x="133" y="140"/>
                  <ns1:pt x="140" y="136"/>
                </ns1:cubicBezTo>
                <ns1:cubicBezTo>
                  <ns1:pt x="146" y="133"/>
                  <ns1:pt x="152" y="128"/>
                  <ns1:pt x="158" y="122"/>
                </ns1:cubicBezTo>
                <ns1:cubicBezTo>
                  <ns1:pt x="163" y="116"/>
                  <ns1:pt x="167" y="108"/>
                  <ns1:pt x="171" y="100"/>
                </ns1:cubicBezTo>
                <ns1:cubicBezTo>
                  <ns1:pt x="174" y="92"/>
                  <ns1:pt x="176" y="83"/>
                  <ns1:pt x="176" y="74"/>
                </ns1:cubicBezTo>
                <ns1:cubicBezTo>
                  <ns1:pt x="176" y="62"/>
                  <ns1:pt x="174" y="52"/>
                  <ns1:pt x="169" y="43"/>
                </ns1:cubicBezTo>
                <ns1:cubicBezTo>
                  <ns1:pt x="165" y="34"/>
                  <ns1:pt x="159" y="26"/>
                  <ns1:pt x="152" y="20"/>
                </ns1:cubicBezTo>
                <ns1:cubicBezTo>
                  <ns1:pt x="144" y="13"/>
                  <ns1:pt x="135" y="8"/>
                  <ns1:pt x="125" y="5"/>
                </ns1:cubicBezTo>
                <ns1:cubicBezTo>
                  <ns1:pt x="115" y="2"/>
                  <ns1:pt x="104" y="0"/>
                  <ns1:pt x="93" y="0"/>
                </ns1:cubicBezTo>
                <ns1:cubicBezTo>
                  <ns1:pt x="80" y="0"/>
                  <ns1:pt x="68" y="2"/>
                  <ns1:pt x="57" y="7"/>
                </ns1:cubicBezTo>
                <ns1:cubicBezTo>
                  <ns1:pt x="46" y="11"/>
                  <ns1:pt x="36" y="17"/>
                  <ns1:pt x="27" y="25"/>
                </ns1:cubicBezTo>
                <ns1:cubicBezTo>
                  <ns1:pt x="19" y="33"/>
                  <ns1:pt x="12" y="42"/>
                  <ns1:pt x="7" y="52"/>
                </ns1:cubicBezTo>
                <ns1:cubicBezTo>
                  <ns1:pt x="2" y="63"/>
                  <ns1:pt x="0" y="75"/>
                  <ns1:pt x="0" y="87"/>
                </ns1:cubicBezTo>
                <ns1:cubicBezTo>
                  <ns1:pt x="0" y="103"/>
                  <ns1:pt x="3" y="116"/>
                  <ns1:pt x="8" y="127"/>
                </ns1:cubicBezTo>
                <ns1:cubicBezTo>
                  <ns1:pt x="13" y="138"/>
                  <ns1:pt x="21" y="148"/>
                  <ns1:pt x="29" y="155"/>
                </ns1:cubicBezTo>
                <ns1:cubicBezTo>
                  <ns1:pt x="38" y="162"/>
                  <ns1:pt x="48" y="168"/>
                  <ns1:pt x="59" y="171"/>
                </ns1:cubicBezTo>
                <ns1:cubicBezTo>
                  <ns1:pt x="70" y="174"/>
                  <ns1:pt x="81" y="176"/>
                  <ns1:pt x="93" y="176"/>
                </ns1:cubicBezTo>
                <ns1:cubicBezTo>
                  <ns1:pt x="101" y="176"/>
                  <ns1:pt x="109" y="175"/>
                  <ns1:pt x="116" y="173"/>
                </ns1:cubicBezTo>
                <ns1:cubicBezTo>
                  <ns1:pt x="124" y="171"/>
                  <ns1:pt x="131" y="168"/>
                  <ns1:pt x="138" y="164"/>
                </ns1:cubicBezTo>
                <ns1:cubicBezTo>
                  <ns1:pt x="145" y="161"/>
                  <ns1:pt x="152" y="156"/>
                  <ns1:pt x="158" y="151"/>
                </ns1:cubicBezTo>
                <ns1:cubicBezTo>
                  <ns1:pt x="164" y="145"/>
                  <ns1:pt x="169" y="139"/>
                  <ns1:pt x="173" y="133"/>
                </ns1:cubicBezTo>
                <ns1:cubicBezTo>
                  <ns1:pt x="175" y="131"/>
                  <ns1:pt x="175" y="131"/>
                  <ns1:pt x="175" y="131"/>
                </ns1:cubicBezTo>
                <ns1:cubicBezTo>
                  <ns1:pt x="165" y="131"/>
                  <ns1:pt x="165" y="131"/>
                  <ns1:pt x="165" y="131"/>
                </ns1:cubicBezTo>
                <ns1:close/>
                <ns1:moveTo>
                  <ns1:pt x="101" y="120"/>
                </ns1:moveTo>
                <ns1:cubicBezTo>
                  <ns1:pt x="98" y="124"/>
                  <ns1:pt x="95" y="127"/>
                  <ns1:pt x="91" y="129"/>
                </ns1:cubicBezTo>
                <ns1:cubicBezTo>
                  <ns1:pt x="88" y="131"/>
                  <ns1:pt x="85" y="132"/>
                  <ns1:pt x="81" y="133"/>
                </ns1:cubicBezTo>
                <ns1:cubicBezTo>
                  <ns1:pt x="74" y="135"/>
                  <ns1:pt x="66" y="134"/>
                  <ns1:pt x="60" y="132"/>
                </ns1:cubicBezTo>
                <ns1:cubicBezTo>
                  <ns1:pt x="56" y="130"/>
                  <ns1:pt x="53" y="128"/>
                  <ns1:pt x="51" y="126"/>
                </ns1:cubicBezTo>
                <ns1:cubicBezTo>
                  <ns1:pt x="48" y="123"/>
                  <ns1:pt x="46" y="120"/>
                  <ns1:pt x="45" y="117"/>
                </ns1:cubicBezTo>
                <ns1:cubicBezTo>
                  <ns1:pt x="43" y="113"/>
                  <ns1:pt x="43" y="110"/>
                  <ns1:pt x="43" y="106"/>
                </ns1:cubicBezTo>
                <ns1:cubicBezTo>
                  <ns1:pt x="43" y="99"/>
                  <ns1:pt x="44" y="92"/>
                  <ns1:pt x="46" y="85"/>
                </ns1:cubicBezTo>
                <ns1:cubicBezTo>
                  <ns1:pt x="49" y="77"/>
                  <ns1:pt x="53" y="71"/>
                  <ns1:pt x="57" y="64"/>
                </ns1:cubicBezTo>
                <ns1:cubicBezTo>
                  <ns1:pt x="62" y="58"/>
                  <ns1:pt x="67" y="53"/>
                  <ns1:pt x="74" y="49"/>
                </ns1:cubicBezTo>
                <ns1:cubicBezTo>
                  <ns1:pt x="80" y="45"/>
                  <ns1:pt x="87" y="43"/>
                  <ns1:pt x="95" y="43"/>
                </ns1:cubicBezTo>
                <ns1:cubicBezTo>
                  <ns1:pt x="98" y="43"/>
                  <ns1:pt x="101" y="43"/>
                  <ns1:pt x="104" y="44"/>
                </ns1:cubicBezTo>
                <ns1:cubicBezTo>
                  <ns1:pt x="108" y="44"/>
                  <ns1:pt x="111" y="46"/>
                  <ns1:pt x="114" y="47"/>
                </ns1:cubicBezTo>
                <ns1:cubicBezTo>
                  <ns1:pt x="117" y="49"/>
                  <ns1:pt x="119" y="51"/>
                  <ns1:pt x="122" y="53"/>
                </ns1:cubicBezTo>
                <ns1:cubicBezTo>
                  <ns1:pt x="124" y="56"/>
                  <ns1:pt x="125" y="59"/>
                  <ns1:pt x="127" y="63"/>
                </ns1:cubicBezTo>
                <ns1:cubicBezTo>
                  <ns1:pt x="109" y="106"/>
                  <ns1:pt x="109" y="106"/>
                  <ns1:pt x="109" y="106"/>
                </ns1:cubicBezTo>
                <ns1:cubicBezTo>
                  <ns1:pt x="107" y="112"/>
                  <ns1:pt x="104" y="116"/>
                  <ns1:pt x="101" y="120"/>
                </ns1:cubicBezTo>
              </ns1:path>
            </ns1:pathLst>
          </ns1:custGeom>
          <ns1:solidFill>
            <ns1:schemeClr val="tx1"/>
          </ns1:solidFill>
          <ns1:ln>
            <ns1:noFill/>
          </ns1:ln>
          <ns1:extLst/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en-US"/>
          </ns1:p>
        </ns0:txBody>
      </ns0:sp>
      <ns0:sp>
        <ns0:nvSpPr>
          <ns0:cNvPr id="35" name="Freeform 31"/>
          <ns0:cNvSpPr>
            <ns1:spLocks noEditPoints="1"/>
          </ns0:cNvSpPr>
          <ns0:nvPr/>
        </ns0:nvSpPr>
        <ns0:spPr bwMode="auto">
          <ns1:xfrm>
            <ns1:off x="7543800" y="2617788"/>
            <ns1:ext cx="557212" cy="557213"/>
          </ns1:xfrm>
          <ns1:custGeom>
            <ns1:avLst/>
            <ns1:gdLst>
              <ns1:gd name="T0" fmla="*/ 0 w 176"/>
              <ns1:gd name="T1" fmla="*/ 88 h 176"/>
              <ns1:gd name="T2" fmla="*/ 176 w 176"/>
              <ns1:gd name="T3" fmla="*/ 88 h 176"/>
              <ns1:gd name="T4" fmla="*/ 132 w 176"/>
              <ns1:gd name="T5" fmla="*/ 21 h 176"/>
              <ns1:gd name="T6" fmla="*/ 130 w 176"/>
              <ns1:gd name="T7" fmla="*/ 48 h 176"/>
              <ns1:gd name="T8" fmla="*/ 123 w 176"/>
              <ns1:gd name="T9" fmla="*/ 68 h 176"/>
              <ns1:gd name="T10" fmla="*/ 85 w 176"/>
              <ns1:gd name="T11" fmla="*/ 26 h 176"/>
              <ns1:gd name="T12" fmla="*/ 132 w 176"/>
              <ns1:gd name="T13" fmla="*/ 21 h 176"/>
              <ns1:gd name="T14" fmla="*/ 138 w 176"/>
              <ns1:gd name="T15" fmla="*/ 118 h 176"/>
              <ns1:gd name="T16" fmla="*/ 100 w 176"/>
              <ns1:gd name="T17" fmla="*/ 119 h 176"/>
              <ns1:gd name="T18" fmla="*/ 115 w 176"/>
              <ns1:gd name="T19" fmla="*/ 100 h 176"/>
              <ns1:gd name="T20" fmla="*/ 101 w 176"/>
              <ns1:gd name="T21" fmla="*/ 9 h 176"/>
              <ns1:gd name="T22" fmla="*/ 84 w 176"/>
              <ns1:gd name="T23" fmla="*/ 8 h 176"/>
              <ns1:gd name="T24" fmla="*/ 109 w 176"/>
              <ns1:gd name="T25" fmla="*/ 94 h 176"/>
              <ns1:gd name="T26" fmla="*/ 88 w 176"/>
              <ns1:gd name="T27" fmla="*/ 108 h 176"/>
              <ns1:gd name="T28" fmla="*/ 32 w 176"/>
              <ns1:gd name="T29" fmla="*/ 97 h 176"/>
              <ns1:gd name="T30" fmla="*/ 52 w 176"/>
              <ns1:gd name="T31" fmla="*/ 60 h 176"/>
              <ns1:gd name="T32" fmla="*/ 63 w 176"/>
              <ns1:gd name="T33" fmla="*/ 43 h 176"/>
              <ns1:gd name="T34" fmla="*/ 109 w 176"/>
              <ns1:gd name="T35" fmla="*/ 94 h 176"/>
              <ns1:gd name="T36" fmla="*/ 8 w 176"/>
              <ns1:gd name="T37" fmla="*/ 90 h 176"/>
              <ns1:gd name="T38" fmla="*/ 20 w 176"/>
              <ns1:gd name="T39" fmla="*/ 128 h 176"/>
              <ns1:gd name="T40" fmla="*/ 25 w 176"/>
              <ns1:gd name="T41" fmla="*/ 93 h 176"/>
              <ns1:gd name="T42" fmla="*/ 76 w 176"/>
              <ns1:gd name="T43" fmla="*/ 9 h 176"/>
              <ns1:gd name="T44" fmla="*/ 58 w 176"/>
              <ns1:gd name="T45" fmla="*/ 37 h 176"/>
              <ns1:gd name="T46" fmla="*/ 40 w 176"/>
              <ns1:gd name="T47" fmla="*/ 48 h 176"/>
              <ns1:gd name="T48" fmla="*/ 25 w 176"/>
              <ns1:gd name="T49" fmla="*/ 93 h 176"/>
              <ns1:gd name="T50" fmla="*/ 28 w 176"/>
              <ns1:gd name="T51" fmla="*/ 128 h 176"/>
              <ns1:gd name="T52" fmla="*/ 77 w 176"/>
              <ns1:gd name="T53" fmla="*/ 124 h 176"/>
              <ns1:gd name="T54" fmla="*/ 30 w 176"/>
              <ns1:gd name="T55" fmla="*/ 143 h 176"/>
              <ns1:gd name="T56" fmla="*/ 88 w 176"/>
              <ns1:gd name="T57" fmla="*/ 168 h 176"/>
              <ns1:gd name="T58" fmla="*/ 83 w 176"/>
              <ns1:gd name="T59" fmla="*/ 131 h 176"/>
              <ns1:gd name="T60" fmla="*/ 97 w 176"/>
              <ns1:gd name="T61" fmla="*/ 127 h 176"/>
              <ns1:gd name="T62" fmla="*/ 149 w 176"/>
              <ns1:gd name="T63" fmla="*/ 123 h 176"/>
              <ns1:gd name="T64" fmla="*/ 88 w 176"/>
              <ns1:gd name="T65" fmla="*/ 168 h 176"/>
              <ns1:gd name="T66" fmla="*/ 120 w 176"/>
              <ns1:gd name="T67" fmla="*/ 93 h 176"/>
              <ns1:gd name="T68" fmla="*/ 132 w 176"/>
              <ns1:gd name="T69" fmla="*/ 72 h 176"/>
              <ns1:gd name="T70" fmla="*/ 137 w 176"/>
              <ns1:gd name="T71" fmla="*/ 49 h 176"/>
              <ns1:gd name="T72" fmla="*/ 168 w 176"/>
              <ns1:gd name="T73" fmla="*/ 88 h 176"/>
              <ns1:gd name="T74" fmla="*/ 150 w 176"/>
              <ns1:gd name="T75" fmla="*/ 115 h 176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  <ns1:cxn ang="0">
                <ns1:pos x="T32" y="T33"/>
              </ns1:cxn>
              <ns1:cxn ang="0">
                <ns1:pos x="T34" y="T35"/>
              </ns1:cxn>
              <ns1:cxn ang="0">
                <ns1:pos x="T36" y="T37"/>
              </ns1:cxn>
              <ns1:cxn ang="0">
                <ns1:pos x="T38" y="T39"/>
              </ns1:cxn>
              <ns1:cxn ang="0">
                <ns1:pos x="T40" y="T41"/>
              </ns1:cxn>
              <ns1:cxn ang="0">
                <ns1:pos x="T42" y="T43"/>
              </ns1:cxn>
              <ns1:cxn ang="0">
                <ns1:pos x="T44" y="T45"/>
              </ns1:cxn>
              <ns1:cxn ang="0">
                <ns1:pos x="T46" y="T47"/>
              </ns1:cxn>
              <ns1:cxn ang="0">
                <ns1:pos x="T48" y="T49"/>
              </ns1:cxn>
              <ns1:cxn ang="0">
                <ns1:pos x="T50" y="T51"/>
              </ns1:cxn>
              <ns1:cxn ang="0">
                <ns1:pos x="T52" y="T53"/>
              </ns1:cxn>
              <ns1:cxn ang="0">
                <ns1:pos x="T54" y="T55"/>
              </ns1:cxn>
              <ns1:cxn ang="0">
                <ns1:pos x="T56" y="T57"/>
              </ns1:cxn>
              <ns1:cxn ang="0">
                <ns1:pos x="T58" y="T59"/>
              </ns1:cxn>
              <ns1:cxn ang="0">
                <ns1:pos x="T60" y="T61"/>
              </ns1:cxn>
              <ns1:cxn ang="0">
                <ns1:pos x="T62" y="T63"/>
              </ns1:cxn>
              <ns1:cxn ang="0">
                <ns1:pos x="T64" y="T65"/>
              </ns1:cxn>
              <ns1:cxn ang="0">
                <ns1:pos x="T66" y="T67"/>
              </ns1:cxn>
              <ns1:cxn ang="0">
                <ns1:pos x="T68" y="T69"/>
              </ns1:cxn>
              <ns1:cxn ang="0">
                <ns1:pos x="T70" y="T71"/>
              </ns1:cxn>
              <ns1:cxn ang="0">
                <ns1:pos x="T72" y="T73"/>
              </ns1:cxn>
              <ns1:cxn ang="0">
                <ns1:pos x="T74" y="T75"/>
              </ns1:cxn>
            </ns1:cxnLst>
            <ns1:rect l="0" t="0" r="r" b="b"/>
            <ns1:pathLst>
              <ns1:path w="176" h="176">
                <ns1:moveTo>
                  <ns1:pt x="88" y="0"/>
                </ns1:moveTo>
                <ns1:cubicBezTo>
                  <ns1:pt x="39" y="0"/>
                  <ns1:pt x="0" y="39"/>
                  <ns1:pt x="0" y="88"/>
                </ns1:cubicBezTo>
                <ns1:cubicBezTo>
                  <ns1:pt x="0" y="137"/>
                  <ns1:pt x="39" y="176"/>
                  <ns1:pt x="88" y="176"/>
                </ns1:cubicBezTo>
                <ns1:cubicBezTo>
                  <ns1:pt x="137" y="176"/>
                  <ns1:pt x="176" y="137"/>
                  <ns1:pt x="176" y="88"/>
                </ns1:cubicBezTo>
                <ns1:cubicBezTo>
                  <ns1:pt x="176" y="39"/>
                  <ns1:pt x="137" y="0"/>
                  <ns1:pt x="88" y="0"/>
                </ns1:cubicBezTo>
                <ns1:moveTo>
                  <ns1:pt x="132" y="21"/>
                </ns1:moveTo>
                <ns1:cubicBezTo>
                  <ns1:pt x="132" y="22"/>
                  <ns1:pt x="132" y="23"/>
                  <ns1:pt x="132" y="24"/>
                </ns1:cubicBezTo>
                <ns1:cubicBezTo>
                  <ns1:pt x="132" y="32"/>
                  <ns1:pt x="131" y="40"/>
                  <ns1:pt x="130" y="48"/>
                </ns1:cubicBezTo>
                <ns1:cubicBezTo>
                  <ns1:pt x="124" y="49"/>
                  <ns1:pt x="120" y="54"/>
                  <ns1:pt x="120" y="60"/>
                </ns1:cubicBezTo>
                <ns1:cubicBezTo>
                  <ns1:pt x="120" y="63"/>
                  <ns1:pt x="121" y="66"/>
                  <ns1:pt x="123" y="68"/>
                </ns1:cubicBezTo>
                <ns1:cubicBezTo>
                  <ns1:pt x="121" y="75"/>
                  <ns1:pt x="118" y="81"/>
                  <ns1:pt x="114" y="87"/>
                </ns1:cubicBezTo>
                <ns1:cubicBezTo>
                  <ns1:pt x="99" y="70"/>
                  <ns1:pt x="89" y="49"/>
                  <ns1:pt x="85" y="26"/>
                </ns1:cubicBezTo>
                <ns1:cubicBezTo>
                  <ns1:pt x="94" y="20"/>
                  <ns1:pt x="104" y="16"/>
                  <ns1:pt x="115" y="13"/>
                </ns1:cubicBezTo>
                <ns1:cubicBezTo>
                  <ns1:pt x="121" y="15"/>
                  <ns1:pt x="127" y="18"/>
                  <ns1:pt x="132" y="21"/>
                </ns1:cubicBezTo>
                <ns1:moveTo>
                  <ns1:pt x="115" y="100"/>
                </ns1:moveTo>
                <ns1:cubicBezTo>
                  <ns1:pt x="122" y="107"/>
                  <ns1:pt x="130" y="113"/>
                  <ns1:pt x="138" y="118"/>
                </ns1:cubicBezTo>
                <ns1:cubicBezTo>
                  <ns1:pt x="130" y="119"/>
                  <ns1:pt x="121" y="120"/>
                  <ns1:pt x="112" y="120"/>
                </ns1:cubicBezTo>
                <ns1:cubicBezTo>
                  <ns1:pt x="108" y="120"/>
                  <ns1:pt x="104" y="120"/>
                  <ns1:pt x="100" y="119"/>
                </ns1:cubicBezTo>
                <ns1:cubicBezTo>
                  <ns1:pt x="100" y="119"/>
                  <ns1:pt x="100" y="118"/>
                  <ns1:pt x="100" y="117"/>
                </ns1:cubicBezTo>
                <ns1:cubicBezTo>
                  <ns1:pt x="105" y="112"/>
                  <ns1:pt x="110" y="106"/>
                  <ns1:pt x="115" y="100"/>
                </ns1:cubicBezTo>
                <ns1:moveTo>
                  <ns1:pt x="88" y="8"/>
                </ns1:moveTo>
                <ns1:cubicBezTo>
                  <ns1:pt x="92" y="8"/>
                  <ns1:pt x="97" y="8"/>
                  <ns1:pt x="101" y="9"/>
                </ns1:cubicBezTo>
                <ns1:cubicBezTo>
                  <ns1:pt x="95" y="11"/>
                  <ns1:pt x="90" y="14"/>
                  <ns1:pt x="84" y="17"/>
                </ns1:cubicBezTo>
                <ns1:cubicBezTo>
                  <ns1:pt x="84" y="14"/>
                  <ns1:pt x="84" y="11"/>
                  <ns1:pt x="84" y="8"/>
                </ns1:cubicBezTo>
                <ns1:cubicBezTo>
                  <ns1:pt x="85" y="8"/>
                  <ns1:pt x="87" y="8"/>
                  <ns1:pt x="88" y="8"/>
                </ns1:cubicBezTo>
                <ns1:moveTo>
                  <ns1:pt x="109" y="94"/>
                </ns1:moveTo>
                <ns1:cubicBezTo>
                  <ns1:pt x="105" y="100"/>
                  <ns1:pt x="100" y="105"/>
                  <ns1:pt x="95" y="110"/>
                </ns1:cubicBezTo>
                <ns1:cubicBezTo>
                  <ns1:pt x="93" y="109"/>
                  <ns1:pt x="91" y="108"/>
                  <ns1:pt x="88" y="108"/>
                </ns1:cubicBezTo>
                <ns1:cubicBezTo>
                  <ns1:pt x="83" y="108"/>
                  <ns1:pt x="78" y="111"/>
                  <ns1:pt x="77" y="116"/>
                </ns1:cubicBezTo>
                <ns1:cubicBezTo>
                  <ns1:pt x="61" y="112"/>
                  <ns1:pt x="46" y="106"/>
                  <ns1:pt x="32" y="97"/>
                </ns1:cubicBezTo>
                <ns1:cubicBezTo>
                  <ns1:pt x="36" y="84"/>
                  <ns1:pt x="42" y="71"/>
                  <ns1:pt x="49" y="60"/>
                </ns1:cubicBezTo>
                <ns1:cubicBezTo>
                  <ns1:pt x="50" y="60"/>
                  <ns1:pt x="51" y="60"/>
                  <ns1:pt x="52" y="60"/>
                </ns1:cubicBezTo>
                <ns1:cubicBezTo>
                  <ns1:pt x="59" y="60"/>
                  <ns1:pt x="64" y="55"/>
                  <ns1:pt x="64" y="48"/>
                </ns1:cubicBezTo>
                <ns1:cubicBezTo>
                  <ns1:pt x="64" y="46"/>
                  <ns1:pt x="64" y="45"/>
                  <ns1:pt x="63" y="43"/>
                </ns1:cubicBezTo>
                <ns1:cubicBezTo>
                  <ns1:pt x="68" y="39"/>
                  <ns1:pt x="73" y="34"/>
                  <ns1:pt x="78" y="31"/>
                </ns1:cubicBezTo>
                <ns1:cubicBezTo>
                  <ns1:pt x="82" y="55"/>
                  <ns1:pt x="94" y="77"/>
                  <ns1:pt x="109" y="94"/>
                </ns1:cubicBezTo>
                <ns1:moveTo>
                  <ns1:pt x="20" y="130"/>
                </ns1:moveTo>
                <ns1:cubicBezTo>
                  <ns1:pt x="13" y="118"/>
                  <ns1:pt x="8" y="104"/>
                  <ns1:pt x="8" y="90"/>
                </ns1:cubicBezTo>
                <ns1:cubicBezTo>
                  <ns1:pt x="13" y="94"/>
                  <ns1:pt x="18" y="97"/>
                  <ns1:pt x="23" y="101"/>
                </ns1:cubicBezTo>
                <ns1:cubicBezTo>
                  <ns1:pt x="21" y="110"/>
                  <ns1:pt x="20" y="119"/>
                  <ns1:pt x="20" y="128"/>
                </ns1:cubicBezTo>
                <ns1:cubicBezTo>
                  <ns1:pt x="20" y="129"/>
                  <ns1:pt x="20" y="129"/>
                  <ns1:pt x="20" y="130"/>
                </ns1:cubicBezTo>
                <ns1:moveTo>
                  <ns1:pt x="25" y="93"/>
                </ns1:moveTo>
                <ns1:cubicBezTo>
                  <ns1:pt x="19" y="89"/>
                  <ns1:pt x="14" y="84"/>
                  <ns1:pt x="9" y="79"/>
                </ns1:cubicBezTo>
                <ns1:cubicBezTo>
                  <ns1:pt x="12" y="43"/>
                  <ns1:pt x="40" y="14"/>
                  <ns1:pt x="76" y="9"/>
                </ns1:cubicBezTo>
                <ns1:cubicBezTo>
                  <ns1:pt x="76" y="13"/>
                  <ns1:pt x="76" y="17"/>
                  <ns1:pt x="77" y="22"/>
                </ns1:cubicBezTo>
                <ns1:cubicBezTo>
                  <ns1:pt x="70" y="26"/>
                  <ns1:pt x="63" y="32"/>
                  <ns1:pt x="58" y="37"/>
                </ns1:cubicBezTo>
                <ns1:cubicBezTo>
                  <ns1:pt x="56" y="37"/>
                  <ns1:pt x="54" y="36"/>
                  <ns1:pt x="52" y="36"/>
                </ns1:cubicBezTo>
                <ns1:cubicBezTo>
                  <ns1:pt x="45" y="36"/>
                  <ns1:pt x="40" y="41"/>
                  <ns1:pt x="40" y="48"/>
                </ns1:cubicBezTo>
                <ns1:cubicBezTo>
                  <ns1:pt x="40" y="51"/>
                  <ns1:pt x="41" y="53"/>
                  <ns1:pt x="43" y="55"/>
                </ns1:cubicBezTo>
                <ns1:cubicBezTo>
                  <ns1:pt x="35" y="67"/>
                  <ns1:pt x="29" y="79"/>
                  <ns1:pt x="25" y="93"/>
                </ns1:cubicBezTo>
                <ns1:moveTo>
                  <ns1:pt x="29" y="142"/>
                </ns1:moveTo>
                <ns1:cubicBezTo>
                  <ns1:pt x="28" y="137"/>
                  <ns1:pt x="28" y="133"/>
                  <ns1:pt x="28" y="128"/>
                </ns1:cubicBezTo>
                <ns1:cubicBezTo>
                  <ns1:pt x="28" y="120"/>
                  <ns1:pt x="29" y="113"/>
                  <ns1:pt x="30" y="105"/>
                </ns1:cubicBezTo>
                <ns1:cubicBezTo>
                  <ns1:pt x="44" y="114"/>
                  <ns1:pt x="60" y="120"/>
                  <ns1:pt x="77" y="124"/>
                </ns1:cubicBezTo>
                <ns1:cubicBezTo>
                  <ns1:pt x="77" y="124"/>
                  <ns1:pt x="77" y="125"/>
                  <ns1:pt x="77" y="125"/>
                </ns1:cubicBezTo>
                <ns1:cubicBezTo>
                  <ns1:pt x="63" y="134"/>
                  <ns1:pt x="47" y="140"/>
                  <ns1:pt x="30" y="143"/>
                </ns1:cubicBezTo>
                <ns1:cubicBezTo>
                  <ns1:pt x="29" y="142"/>
                  <ns1:pt x="29" y="142"/>
                  <ns1:pt x="29" y="142"/>
                </ns1:cubicBezTo>
                <ns1:moveTo>
                  <ns1:pt x="88" y="168"/>
                </ns1:moveTo>
                <ns1:cubicBezTo>
                  <ns1:pt x="68" y="168"/>
                  <ns1:pt x="51" y="161"/>
                  <ns1:pt x="37" y="149"/>
                </ns1:cubicBezTo>
                <ns1:cubicBezTo>
                  <ns1:pt x="53" y="146"/>
                  <ns1:pt x="69" y="140"/>
                  <ns1:pt x="83" y="131"/>
                </ns1:cubicBezTo>
                <ns1:cubicBezTo>
                  <ns1:pt x="84" y="131"/>
                  <ns1:pt x="86" y="132"/>
                  <ns1:pt x="88" y="132"/>
                </ns1:cubicBezTo>
                <ns1:cubicBezTo>
                  <ns1:pt x="92" y="132"/>
                  <ns1:pt x="95" y="130"/>
                  <ns1:pt x="97" y="127"/>
                </ns1:cubicBezTo>
                <ns1:cubicBezTo>
                  <ns1:pt x="102" y="128"/>
                  <ns1:pt x="107" y="128"/>
                  <ns1:pt x="112" y="128"/>
                </ns1:cubicBezTo>
                <ns1:cubicBezTo>
                  <ns1:pt x="125" y="128"/>
                  <ns1:pt x="137" y="126"/>
                  <ns1:pt x="149" y="123"/>
                </ns1:cubicBezTo>
                <ns1:cubicBezTo>
                  <ns1:pt x="152" y="125"/>
                  <ns1:pt x="155" y="126"/>
                  <ns1:pt x="158" y="127"/>
                </ns1:cubicBezTo>
                <ns1:cubicBezTo>
                  <ns1:pt x="144" y="152"/>
                  <ns1:pt x="118" y="168"/>
                  <ns1:pt x="88" y="168"/>
                </ns1:cubicBezTo>
                <ns1:moveTo>
                  <ns1:pt x="150" y="115"/>
                </ns1:moveTo>
                <ns1:cubicBezTo>
                  <ns1:pt x="139" y="109"/>
                  <ns1:pt x="129" y="102"/>
                  <ns1:pt x="120" y="93"/>
                </ns1:cubicBezTo>
                <ns1:cubicBezTo>
                  <ns1:pt x="124" y="87"/>
                  <ns1:pt x="128" y="79"/>
                  <ns1:pt x="131" y="72"/>
                </ns1:cubicBezTo>
                <ns1:cubicBezTo>
                  <ns1:pt x="131" y="72"/>
                  <ns1:pt x="132" y="72"/>
                  <ns1:pt x="132" y="72"/>
                </ns1:cubicBezTo>
                <ns1:cubicBezTo>
                  <ns1:pt x="139" y="72"/>
                  <ns1:pt x="144" y="67"/>
                  <ns1:pt x="144" y="60"/>
                </ns1:cubicBezTo>
                <ns1:cubicBezTo>
                  <ns1:pt x="144" y="55"/>
                  <ns1:pt x="141" y="51"/>
                  <ns1:pt x="137" y="49"/>
                </ns1:cubicBezTo>
                <ns1:cubicBezTo>
                  <ns1:pt x="139" y="42"/>
                  <ns1:pt x="140" y="35"/>
                  <ns1:pt x="140" y="27"/>
                </ns1:cubicBezTo>
                <ns1:cubicBezTo>
                  <ns1:pt x="157" y="42"/>
                  <ns1:pt x="168" y="64"/>
                  <ns1:pt x="168" y="88"/>
                </ns1:cubicBezTo>
                <ns1:cubicBezTo>
                  <ns1:pt x="168" y="96"/>
                  <ns1:pt x="167" y="103"/>
                  <ns1:pt x="165" y="111"/>
                </ns1:cubicBezTo>
                <ns1:cubicBezTo>
                  <ns1:pt x="160" y="112"/>
                  <ns1:pt x="155" y="114"/>
                  <ns1:pt x="150" y="115"/>
                </ns1:cubicBezTo>
              </ns1:path>
            </ns1:pathLst>
          </ns1:custGeom>
          <ns1:solidFill>
            <ns1:schemeClr val="tx1"/>
          </ns1:solidFill>
          <ns1:ln>
            <ns1:noFill/>
          </ns1:ln>
          <ns1:extLst/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en-US"/>
          </ns1:p>
        </ns0:txBody>
      </ns0:sp>
      <ns0:sp>
        <ns0:nvSpPr>
          <ns0:cNvPr id="36" name="Freeform 32"/>
          <ns0:cNvSpPr>
            <ns1:spLocks noEditPoints="1"/>
          </ns0:cNvSpPr>
          <ns0:nvPr/>
        </ns0:nvSpPr>
        <ns0:spPr bwMode="auto">
          <ns1:xfrm>
            <ns1:off x="8656638" y="2617788"/>
            <ns1:ext cx="457200" cy="557213"/>
          </ns1:xfrm>
          <ns1:custGeom>
            <ns1:avLst/>
            <ns1:gdLst>
              <ns1:gd name="T0" fmla="*/ 144 w 144"/>
              <ns1:gd name="T1" fmla="*/ 24 h 176"/>
              <ns1:gd name="T2" fmla="*/ 72 w 144"/>
              <ns1:gd name="T3" fmla="*/ 0 h 176"/>
              <ns1:gd name="T4" fmla="*/ 0 w 144"/>
              <ns1:gd name="T5" fmla="*/ 24 h 176"/>
              <ns1:gd name="T6" fmla="*/ 0 w 144"/>
              <ns1:gd name="T7" fmla="*/ 56 h 176"/>
              <ns1:gd name="T8" fmla="*/ 4 w 144"/>
              <ns1:gd name="T9" fmla="*/ 64 h 176"/>
              <ns1:gd name="T10" fmla="*/ 0 w 144"/>
              <ns1:gd name="T11" fmla="*/ 72 h 176"/>
              <ns1:gd name="T12" fmla="*/ 0 w 144"/>
              <ns1:gd name="T13" fmla="*/ 104 h 176"/>
              <ns1:gd name="T14" fmla="*/ 4 w 144"/>
              <ns1:gd name="T15" fmla="*/ 112 h 176"/>
              <ns1:gd name="T16" fmla="*/ 0 w 144"/>
              <ns1:gd name="T17" fmla="*/ 120 h 176"/>
              <ns1:gd name="T18" fmla="*/ 0 w 144"/>
              <ns1:gd name="T19" fmla="*/ 152 h 176"/>
              <ns1:gd name="T20" fmla="*/ 72 w 144"/>
              <ns1:gd name="T21" fmla="*/ 176 h 176"/>
              <ns1:gd name="T22" fmla="*/ 144 w 144"/>
              <ns1:gd name="T23" fmla="*/ 152 h 176"/>
              <ns1:gd name="T24" fmla="*/ 144 w 144"/>
              <ns1:gd name="T25" fmla="*/ 120 h 176"/>
              <ns1:gd name="T26" fmla="*/ 140 w 144"/>
              <ns1:gd name="T27" fmla="*/ 112 h 176"/>
              <ns1:gd name="T28" fmla="*/ 144 w 144"/>
              <ns1:gd name="T29" fmla="*/ 104 h 176"/>
              <ns1:gd name="T30" fmla="*/ 144 w 144"/>
              <ns1:gd name="T31" fmla="*/ 72 h 176"/>
              <ns1:gd name="T32" fmla="*/ 140 w 144"/>
              <ns1:gd name="T33" fmla="*/ 64 h 176"/>
              <ns1:gd name="T34" fmla="*/ 144 w 144"/>
              <ns1:gd name="T35" fmla="*/ 56 h 176"/>
              <ns1:gd name="T36" fmla="*/ 144 w 144"/>
              <ns1:gd name="T37" fmla="*/ 24 h 176"/>
              <ns1:gd name="T38" fmla="*/ 136 w 144"/>
              <ns1:gd name="T39" fmla="*/ 152 h 176"/>
              <ns1:gd name="T40" fmla="*/ 72 w 144"/>
              <ns1:gd name="T41" fmla="*/ 168 h 176"/>
              <ns1:gd name="T42" fmla="*/ 8 w 144"/>
              <ns1:gd name="T43" fmla="*/ 152 h 176"/>
              <ns1:gd name="T44" fmla="*/ 8 w 144"/>
              <ns1:gd name="T45" fmla="*/ 131 h 176"/>
              <ns1:gd name="T46" fmla="*/ 72 w 144"/>
              <ns1:gd name="T47" fmla="*/ 144 h 176"/>
              <ns1:gd name="T48" fmla="*/ 136 w 144"/>
              <ns1:gd name="T49" fmla="*/ 131 h 176"/>
              <ns1:gd name="T50" fmla="*/ 136 w 144"/>
              <ns1:gd name="T51" fmla="*/ 152 h 176"/>
              <ns1:gd name="T52" fmla="*/ 72 w 144"/>
              <ns1:gd name="T53" fmla="*/ 136 h 176"/>
              <ns1:gd name="T54" fmla="*/ 8 w 144"/>
              <ns1:gd name="T55" fmla="*/ 120 h 176"/>
              <ns1:gd name="T56" fmla="*/ 10 w 144"/>
              <ns1:gd name="T57" fmla="*/ 116 h 176"/>
              <ns1:gd name="T58" fmla="*/ 72 w 144"/>
              <ns1:gd name="T59" fmla="*/ 128 h 176"/>
              <ns1:gd name="T60" fmla="*/ 134 w 144"/>
              <ns1:gd name="T61" fmla="*/ 116 h 176"/>
              <ns1:gd name="T62" fmla="*/ 136 w 144"/>
              <ns1:gd name="T63" fmla="*/ 120 h 176"/>
              <ns1:gd name="T64" fmla="*/ 72 w 144"/>
              <ns1:gd name="T65" fmla="*/ 136 h 176"/>
              <ns1:gd name="T66" fmla="*/ 136 w 144"/>
              <ns1:gd name="T67" fmla="*/ 104 h 176"/>
              <ns1:gd name="T68" fmla="*/ 72 w 144"/>
              <ns1:gd name="T69" fmla="*/ 120 h 176"/>
              <ns1:gd name="T70" fmla="*/ 8 w 144"/>
              <ns1:gd name="T71" fmla="*/ 104 h 176"/>
              <ns1:gd name="T72" fmla="*/ 8 w 144"/>
              <ns1:gd name="T73" fmla="*/ 83 h 176"/>
              <ns1:gd name="T74" fmla="*/ 72 w 144"/>
              <ns1:gd name="T75" fmla="*/ 96 h 176"/>
              <ns1:gd name="T76" fmla="*/ 136 w 144"/>
              <ns1:gd name="T77" fmla="*/ 83 h 176"/>
              <ns1:gd name="T78" fmla="*/ 136 w 144"/>
              <ns1:gd name="T79" fmla="*/ 104 h 176"/>
              <ns1:gd name="T80" fmla="*/ 72 w 144"/>
              <ns1:gd name="T81" fmla="*/ 88 h 176"/>
              <ns1:gd name="T82" fmla="*/ 8 w 144"/>
              <ns1:gd name="T83" fmla="*/ 72 h 176"/>
              <ns1:gd name="T84" fmla="*/ 10 w 144"/>
              <ns1:gd name="T85" fmla="*/ 68 h 176"/>
              <ns1:gd name="T86" fmla="*/ 72 w 144"/>
              <ns1:gd name="T87" fmla="*/ 80 h 176"/>
              <ns1:gd name="T88" fmla="*/ 134 w 144"/>
              <ns1:gd name="T89" fmla="*/ 68 h 176"/>
              <ns1:gd name="T90" fmla="*/ 136 w 144"/>
              <ns1:gd name="T91" fmla="*/ 72 h 176"/>
              <ns1:gd name="T92" fmla="*/ 72 w 144"/>
              <ns1:gd name="T93" fmla="*/ 88 h 176"/>
              <ns1:gd name="T94" fmla="*/ 136 w 144"/>
              <ns1:gd name="T95" fmla="*/ 56 h 176"/>
              <ns1:gd name="T96" fmla="*/ 72 w 144"/>
              <ns1:gd name="T97" fmla="*/ 72 h 176"/>
              <ns1:gd name="T98" fmla="*/ 8 w 144"/>
              <ns1:gd name="T99" fmla="*/ 56 h 176"/>
              <ns1:gd name="T100" fmla="*/ 8 w 144"/>
              <ns1:gd name="T101" fmla="*/ 35 h 176"/>
              <ns1:gd name="T102" fmla="*/ 72 w 144"/>
              <ns1:gd name="T103" fmla="*/ 48 h 176"/>
              <ns1:gd name="T104" fmla="*/ 136 w 144"/>
              <ns1:gd name="T105" fmla="*/ 35 h 176"/>
              <ns1:gd name="T106" fmla="*/ 136 w 144"/>
              <ns1:gd name="T107" fmla="*/ 56 h 176"/>
              <ns1:gd name="T108" fmla="*/ 72 w 144"/>
              <ns1:gd name="T109" fmla="*/ 40 h 176"/>
              <ns1:gd name="T110" fmla="*/ 8 w 144"/>
              <ns1:gd name="T111" fmla="*/ 24 h 176"/>
              <ns1:gd name="T112" fmla="*/ 72 w 144"/>
              <ns1:gd name="T113" fmla="*/ 8 h 176"/>
              <ns1:gd name="T114" fmla="*/ 136 w 144"/>
              <ns1:gd name="T115" fmla="*/ 24 h 176"/>
              <ns1:gd name="T116" fmla="*/ 72 w 144"/>
              <ns1:gd name="T117" fmla="*/ 40 h 176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  <ns1:cxn ang="0">
                <ns1:pos x="T32" y="T33"/>
              </ns1:cxn>
              <ns1:cxn ang="0">
                <ns1:pos x="T34" y="T35"/>
              </ns1:cxn>
              <ns1:cxn ang="0">
                <ns1:pos x="T36" y="T37"/>
              </ns1:cxn>
              <ns1:cxn ang="0">
                <ns1:pos x="T38" y="T39"/>
              </ns1:cxn>
              <ns1:cxn ang="0">
                <ns1:pos x="T40" y="T41"/>
              </ns1:cxn>
              <ns1:cxn ang="0">
                <ns1:pos x="T42" y="T43"/>
              </ns1:cxn>
              <ns1:cxn ang="0">
                <ns1:pos x="T44" y="T45"/>
              </ns1:cxn>
              <ns1:cxn ang="0">
                <ns1:pos x="T46" y="T47"/>
              </ns1:cxn>
              <ns1:cxn ang="0">
                <ns1:pos x="T48" y="T49"/>
              </ns1:cxn>
              <ns1:cxn ang="0">
                <ns1:pos x="T50" y="T51"/>
              </ns1:cxn>
              <ns1:cxn ang="0">
                <ns1:pos x="T52" y="T53"/>
              </ns1:cxn>
              <ns1:cxn ang="0">
                <ns1:pos x="T54" y="T55"/>
              </ns1:cxn>
              <ns1:cxn ang="0">
                <ns1:pos x="T56" y="T57"/>
              </ns1:cxn>
              <ns1:cxn ang="0">
                <ns1:pos x="T58" y="T59"/>
              </ns1:cxn>
              <ns1:cxn ang="0">
                <ns1:pos x="T60" y="T61"/>
              </ns1:cxn>
              <ns1:cxn ang="0">
                <ns1:pos x="T62" y="T63"/>
              </ns1:cxn>
              <ns1:cxn ang="0">
                <ns1:pos x="T64" y="T65"/>
              </ns1:cxn>
              <ns1:cxn ang="0">
                <ns1:pos x="T66" y="T67"/>
              </ns1:cxn>
              <ns1:cxn ang="0">
                <ns1:pos x="T68" y="T69"/>
              </ns1:cxn>
              <ns1:cxn ang="0">
                <ns1:pos x="T70" y="T71"/>
              </ns1:cxn>
              <ns1:cxn ang="0">
                <ns1:pos x="T72" y="T73"/>
              </ns1:cxn>
              <ns1:cxn ang="0">
                <ns1:pos x="T74" y="T75"/>
              </ns1:cxn>
              <ns1:cxn ang="0">
                <ns1:pos x="T76" y="T77"/>
              </ns1:cxn>
              <ns1:cxn ang="0">
                <ns1:pos x="T78" y="T79"/>
              </ns1:cxn>
              <ns1:cxn ang="0">
                <ns1:pos x="T80" y="T81"/>
              </ns1:cxn>
              <ns1:cxn ang="0">
                <ns1:pos x="T82" y="T83"/>
              </ns1:cxn>
              <ns1:cxn ang="0">
                <ns1:pos x="T84" y="T85"/>
              </ns1:cxn>
              <ns1:cxn ang="0">
                <ns1:pos x="T86" y="T87"/>
              </ns1:cxn>
              <ns1:cxn ang="0">
                <ns1:pos x="T88" y="T89"/>
              </ns1:cxn>
              <ns1:cxn ang="0">
                <ns1:pos x="T90" y="T91"/>
              </ns1:cxn>
              <ns1:cxn ang="0">
                <ns1:pos x="T92" y="T93"/>
              </ns1:cxn>
              <ns1:cxn ang="0">
                <ns1:pos x="T94" y="T95"/>
              </ns1:cxn>
              <ns1:cxn ang="0">
                <ns1:pos x="T96" y="T97"/>
              </ns1:cxn>
              <ns1:cxn ang="0">
                <ns1:pos x="T98" y="T99"/>
              </ns1:cxn>
              <ns1:cxn ang="0">
                <ns1:pos x="T100" y="T101"/>
              </ns1:cxn>
              <ns1:cxn ang="0">
                <ns1:pos x="T102" y="T103"/>
              </ns1:cxn>
              <ns1:cxn ang="0">
                <ns1:pos x="T104" y="T105"/>
              </ns1:cxn>
              <ns1:cxn ang="0">
                <ns1:pos x="T106" y="T107"/>
              </ns1:cxn>
              <ns1:cxn ang="0">
                <ns1:pos x="T108" y="T109"/>
              </ns1:cxn>
              <ns1:cxn ang="0">
                <ns1:pos x="T110" y="T111"/>
              </ns1:cxn>
              <ns1:cxn ang="0">
                <ns1:pos x="T112" y="T113"/>
              </ns1:cxn>
              <ns1:cxn ang="0">
                <ns1:pos x="T114" y="T115"/>
              </ns1:cxn>
              <ns1:cxn ang="0">
                <ns1:pos x="T116" y="T117"/>
              </ns1:cxn>
            </ns1:cxnLst>
            <ns1:rect l="0" t="0" r="r" b="b"/>
            <ns1:pathLst>
              <ns1:path w="144" h="176">
                <ns1:moveTo>
                  <ns1:pt x="144" y="24"/>
                </ns1:moveTo>
                <ns1:cubicBezTo>
                  <ns1:pt x="144" y="11"/>
                  <ns1:pt x="112" y="0"/>
                  <ns1:pt x="72" y="0"/>
                </ns1:cubicBezTo>
                <ns1:cubicBezTo>
                  <ns1:pt x="32" y="0"/>
                  <ns1:pt x="0" y="11"/>
                  <ns1:pt x="0" y="24"/>
                </ns1:cubicBezTo>
                <ns1:cubicBezTo>
                  <ns1:pt x="0" y="56"/>
                  <ns1:pt x="0" y="56"/>
                  <ns1:pt x="0" y="56"/>
                </ns1:cubicBezTo>
                <ns1:cubicBezTo>
                  <ns1:pt x="0" y="59"/>
                  <ns1:pt x="2" y="61"/>
                  <ns1:pt x="4" y="64"/>
                </ns1:cubicBezTo>
                <ns1:cubicBezTo>
                  <ns1:pt x="2" y="67"/>
                  <ns1:pt x="0" y="69"/>
                  <ns1:pt x="0" y="72"/>
                </ns1:cubicBezTo>
                <ns1:cubicBezTo>
                  <ns1:pt x="0" y="104"/>
                  <ns1:pt x="0" y="104"/>
                  <ns1:pt x="0" y="104"/>
                </ns1:cubicBezTo>
                <ns1:cubicBezTo>
                  <ns1:pt x="0" y="107"/>
                  <ns1:pt x="2" y="109"/>
                  <ns1:pt x="4" y="112"/>
                </ns1:cubicBezTo>
                <ns1:cubicBezTo>
                  <ns1:pt x="2" y="115"/>
                  <ns1:pt x="0" y="117"/>
                  <ns1:pt x="0" y="120"/>
                </ns1:cubicBezTo>
                <ns1:cubicBezTo>
                  <ns1:pt x="0" y="152"/>
                  <ns1:pt x="0" y="152"/>
                  <ns1:pt x="0" y="152"/>
                </ns1:cubicBezTo>
                <ns1:cubicBezTo>
                  <ns1:pt x="0" y="165"/>
                  <ns1:pt x="32" y="176"/>
                  <ns1:pt x="72" y="176"/>
                </ns1:cubicBezTo>
                <ns1:cubicBezTo>
                  <ns1:pt x="112" y="176"/>
                  <ns1:pt x="144" y="165"/>
                  <ns1:pt x="144" y="152"/>
                </ns1:cubicBezTo>
                <ns1:cubicBezTo>
                  <ns1:pt x="144" y="120"/>
                  <ns1:pt x="144" y="120"/>
                  <ns1:pt x="144" y="120"/>
                </ns1:cubicBezTo>
                <ns1:cubicBezTo>
                  <ns1:pt x="144" y="117"/>
                  <ns1:pt x="142" y="115"/>
                  <ns1:pt x="140" y="112"/>
                </ns1:cubicBezTo>
                <ns1:cubicBezTo>
                  <ns1:pt x="142" y="109"/>
                  <ns1:pt x="144" y="107"/>
                  <ns1:pt x="144" y="104"/>
                </ns1:cubicBezTo>
                <ns1:cubicBezTo>
                  <ns1:pt x="144" y="72"/>
                  <ns1:pt x="144" y="72"/>
                  <ns1:pt x="144" y="72"/>
                </ns1:cubicBezTo>
                <ns1:cubicBezTo>
                  <ns1:pt x="144" y="69"/>
                  <ns1:pt x="142" y="67"/>
                  <ns1:pt x="140" y="64"/>
                </ns1:cubicBezTo>
                <ns1:cubicBezTo>
                  <ns1:pt x="142" y="61"/>
                  <ns1:pt x="144" y="59"/>
                  <ns1:pt x="144" y="56"/>
                </ns1:cubicBezTo>
                <ns1:lnTo>
                  <ns1:pt x="144" y="24"/>
                </ns1:lnTo>
                <ns1:close/>
                <ns1:moveTo>
                  <ns1:pt x="136" y="152"/>
                </ns1:moveTo>
                <ns1:cubicBezTo>
                  <ns1:pt x="136" y="161"/>
                  <ns1:pt x="107" y="168"/>
                  <ns1:pt x="72" y="168"/>
                </ns1:cubicBezTo>
                <ns1:cubicBezTo>
                  <ns1:pt x="37" y="168"/>
                  <ns1:pt x="8" y="161"/>
                  <ns1:pt x="8" y="152"/>
                </ns1:cubicBezTo>
                <ns1:cubicBezTo>
                  <ns1:pt x="8" y="131"/>
                  <ns1:pt x="8" y="131"/>
                  <ns1:pt x="8" y="131"/>
                </ns1:cubicBezTo>
                <ns1:cubicBezTo>
                  <ns1:pt x="20" y="139"/>
                  <ns1:pt x="44" y="144"/>
                  <ns1:pt x="72" y="144"/>
                </ns1:cubicBezTo>
                <ns1:cubicBezTo>
                  <ns1:pt x="100" y="144"/>
                  <ns1:pt x="124" y="139"/>
                  <ns1:pt x="136" y="131"/>
                </ns1:cubicBezTo>
                <ns1:lnTo>
                  <ns1:pt x="136" y="152"/>
                </ns1:lnTo>
                <ns1:close/>
                <ns1:moveTo>
                  <ns1:pt x="72" y="136"/>
                </ns1:moveTo>
                <ns1:cubicBezTo>
                  <ns1:pt x="37" y="136"/>
                  <ns1:pt x="8" y="129"/>
                  <ns1:pt x="8" y="120"/>
                </ns1:cubicBezTo>
                <ns1:cubicBezTo>
                  <ns1:pt x="8" y="119"/>
                  <ns1:pt x="9" y="117"/>
                  <ns1:pt x="10" y="116"/>
                </ns1:cubicBezTo>
                <ns1:cubicBezTo>
                  <ns1:pt x="22" y="123"/>
                  <ns1:pt x="46" y="128"/>
                  <ns1:pt x="72" y="128"/>
                </ns1:cubicBezTo>
                <ns1:cubicBezTo>
                  <ns1:pt x="98" y="128"/>
                  <ns1:pt x="122" y="123"/>
                  <ns1:pt x="134" y="116"/>
                </ns1:cubicBezTo>
                <ns1:cubicBezTo>
                  <ns1:pt x="135" y="117"/>
                  <ns1:pt x="136" y="119"/>
                  <ns1:pt x="136" y="120"/>
                </ns1:cubicBezTo>
                <ns1:cubicBezTo>
                  <ns1:pt x="136" y="129"/>
                  <ns1:pt x="107" y="136"/>
                  <ns1:pt x="72" y="136"/>
                </ns1:cubicBezTo>
                <ns1:moveTo>
                  <ns1:pt x="136" y="104"/>
                </ns1:moveTo>
                <ns1:cubicBezTo>
                  <ns1:pt x="136" y="113"/>
                  <ns1:pt x="107" y="120"/>
                  <ns1:pt x="72" y="120"/>
                </ns1:cubicBezTo>
                <ns1:cubicBezTo>
                  <ns1:pt x="37" y="120"/>
                  <ns1:pt x="8" y="113"/>
                  <ns1:pt x="8" y="104"/>
                </ns1:cubicBezTo>
                <ns1:cubicBezTo>
                  <ns1:pt x="8" y="83"/>
                  <ns1:pt x="8" y="83"/>
                  <ns1:pt x="8" y="83"/>
                </ns1:cubicBezTo>
                <ns1:cubicBezTo>
                  <ns1:pt x="20" y="91"/>
                  <ns1:pt x="44" y="96"/>
                  <ns1:pt x="72" y="96"/>
                </ns1:cubicBezTo>
                <ns1:cubicBezTo>
                  <ns1:pt x="100" y="96"/>
                  <ns1:pt x="124" y="91"/>
                  <ns1:pt x="136" y="83"/>
                </ns1:cubicBezTo>
                <ns1:lnTo>
                  <ns1:pt x="136" y="104"/>
                </ns1:lnTo>
                <ns1:close/>
                <ns1:moveTo>
                  <ns1:pt x="72" y="88"/>
                </ns1:moveTo>
                <ns1:cubicBezTo>
                  <ns1:pt x="37" y="88"/>
                  <ns1:pt x="8" y="81"/>
                  <ns1:pt x="8" y="72"/>
                </ns1:cubicBezTo>
                <ns1:cubicBezTo>
                  <ns1:pt x="8" y="71"/>
                  <ns1:pt x="9" y="69"/>
                  <ns1:pt x="10" y="68"/>
                </ns1:cubicBezTo>
                <ns1:cubicBezTo>
                  <ns1:pt x="22" y="75"/>
                  <ns1:pt x="46" y="80"/>
                  <ns1:pt x="72" y="80"/>
                </ns1:cubicBezTo>
                <ns1:cubicBezTo>
                  <ns1:pt x="98" y="80"/>
                  <ns1:pt x="122" y="75"/>
                  <ns1:pt x="134" y="68"/>
                </ns1:cubicBezTo>
                <ns1:cubicBezTo>
                  <ns1:pt x="135" y="69"/>
                  <ns1:pt x="136" y="71"/>
                  <ns1:pt x="136" y="72"/>
                </ns1:cubicBezTo>
                <ns1:cubicBezTo>
                  <ns1:pt x="136" y="81"/>
                  <ns1:pt x="107" y="88"/>
                  <ns1:pt x="72" y="88"/>
                </ns1:cubicBezTo>
                <ns1:moveTo>
                  <ns1:pt x="136" y="56"/>
                </ns1:moveTo>
                <ns1:cubicBezTo>
                  <ns1:pt x="136" y="65"/>
                  <ns1:pt x="107" y="72"/>
                  <ns1:pt x="72" y="72"/>
                </ns1:cubicBezTo>
                <ns1:cubicBezTo>
                  <ns1:pt x="37" y="72"/>
                  <ns1:pt x="8" y="65"/>
                  <ns1:pt x="8" y="56"/>
                </ns1:cubicBezTo>
                <ns1:cubicBezTo>
                  <ns1:pt x="8" y="35"/>
                  <ns1:pt x="8" y="35"/>
                  <ns1:pt x="8" y="35"/>
                </ns1:cubicBezTo>
                <ns1:cubicBezTo>
                  <ns1:pt x="20" y="43"/>
                  <ns1:pt x="44" y="48"/>
                  <ns1:pt x="72" y="48"/>
                </ns1:cubicBezTo>
                <ns1:cubicBezTo>
                  <ns1:pt x="100" y="48"/>
                  <ns1:pt x="124" y="43"/>
                  <ns1:pt x="136" y="35"/>
                </ns1:cubicBezTo>
                <ns1:lnTo>
                  <ns1:pt x="136" y="56"/>
                </ns1:lnTo>
                <ns1:close/>
                <ns1:moveTo>
                  <ns1:pt x="72" y="40"/>
                </ns1:moveTo>
                <ns1:cubicBezTo>
                  <ns1:pt x="37" y="40"/>
                  <ns1:pt x="8" y="33"/>
                  <ns1:pt x="8" y="24"/>
                </ns1:cubicBezTo>
                <ns1:cubicBezTo>
                  <ns1:pt x="8" y="15"/>
                  <ns1:pt x="37" y="8"/>
                  <ns1:pt x="72" y="8"/>
                </ns1:cubicBezTo>
                <ns1:cubicBezTo>
                  <ns1:pt x="107" y="8"/>
                  <ns1:pt x="136" y="15"/>
                  <ns1:pt x="136" y="24"/>
                </ns1:cubicBezTo>
                <ns1:cubicBezTo>
                  <ns1:pt x="136" y="33"/>
                  <ns1:pt x="107" y="40"/>
                  <ns1:pt x="72" y="40"/>
                </ns1:cubicBezTo>
              </ns1:path>
            </ns1:pathLst>
          </ns1:custGeom>
          <ns1:solidFill>
            <ns1:schemeClr val="tx1"/>
          </ns1:solidFill>
          <ns1:ln>
            <ns1:noFill/>
          </ns1:ln>
          <ns1:extLst/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en-US"/>
          </ns1:p>
        </ns0:txBody>
      </ns0:sp>
      <ns0:sp>
        <ns0:nvSpPr>
          <ns0:cNvPr id="37" name="Freeform 33"/>
          <ns0:cNvSpPr>
            <ns1:spLocks noEditPoints="1"/>
          </ns0:cNvSpPr>
          <ns0:nvPr/>
        </ns0:nvSpPr>
        <ns0:spPr bwMode="auto">
          <ns1:xfrm>
            <ns1:off x="9669463" y="2617788"/>
            <ns1:ext cx="557212" cy="557213"/>
          </ns1:xfrm>
          <ns1:custGeom>
            <ns1:avLst/>
            <ns1:gdLst>
              <ns1:gd name="T0" fmla="*/ 130 w 176"/>
              <ns1:gd name="T1" fmla="*/ 57 h 176"/>
              <ns1:gd name="T2" fmla="*/ 119 w 176"/>
              <ns1:gd name="T3" fmla="*/ 61 h 176"/>
              <ns1:gd name="T4" fmla="*/ 107 w 176"/>
              <ns1:gd name="T5" fmla="*/ 56 h 176"/>
              <ns1:gd name="T6" fmla="*/ 91 w 176"/>
              <ns1:gd name="T7" fmla="*/ 72 h 176"/>
              <ns1:gd name="T8" fmla="*/ 91 w 176"/>
              <ns1:gd name="T9" fmla="*/ 76 h 176"/>
              <ns1:gd name="T10" fmla="*/ 58 w 176"/>
              <ns1:gd name="T11" fmla="*/ 59 h 176"/>
              <ns1:gd name="T12" fmla="*/ 55 w 176"/>
              <ns1:gd name="T13" fmla="*/ 67 h 176"/>
              <ns1:gd name="T14" fmla="*/ 63 w 176"/>
              <ns1:gd name="T15" fmla="*/ 81 h 176"/>
              <ns1:gd name="T16" fmla="*/ 55 w 176"/>
              <ns1:gd name="T17" fmla="*/ 79 h 176"/>
              <ns1:gd name="T18" fmla="*/ 55 w 176"/>
              <ns1:gd name="T19" fmla="*/ 79 h 176"/>
              <ns1:gd name="T20" fmla="*/ 68 w 176"/>
              <ns1:gd name="T21" fmla="*/ 95 h 176"/>
              <ns1:gd name="T22" fmla="*/ 64 w 176"/>
              <ns1:gd name="T23" fmla="*/ 95 h 176"/>
              <ns1:gd name="T24" fmla="*/ 61 w 176"/>
              <ns1:gd name="T25" fmla="*/ 95 h 176"/>
              <ns1:gd name="T26" fmla="*/ 76 w 176"/>
              <ns1:gd name="T27" fmla="*/ 106 h 176"/>
              <ns1:gd name="T28" fmla="*/ 56 w 176"/>
              <ns1:gd name="T29" fmla="*/ 113 h 176"/>
              <ns1:gd name="T30" fmla="*/ 52 w 176"/>
              <ns1:gd name="T31" fmla="*/ 113 h 176"/>
              <ns1:gd name="T32" fmla="*/ 77 w 176"/>
              <ns1:gd name="T33" fmla="*/ 120 h 176"/>
              <ns1:gd name="T34" fmla="*/ 124 w 176"/>
              <ns1:gd name="T35" fmla="*/ 74 h 176"/>
              <ns1:gd name="T36" fmla="*/ 124 w 176"/>
              <ns1:gd name="T37" fmla="*/ 72 h 176"/>
              <ns1:gd name="T38" fmla="*/ 132 w 176"/>
              <ns1:gd name="T39" fmla="*/ 64 h 176"/>
              <ns1:gd name="T40" fmla="*/ 123 w 176"/>
              <ns1:gd name="T41" fmla="*/ 66 h 176"/>
              <ns1:gd name="T42" fmla="*/ 130 w 176"/>
              <ns1:gd name="T43" fmla="*/ 57 h 176"/>
              <ns1:gd name="T44" fmla="*/ 88 w 176"/>
              <ns1:gd name="T45" fmla="*/ 0 h 176"/>
              <ns1:gd name="T46" fmla="*/ 0 w 176"/>
              <ns1:gd name="T47" fmla="*/ 88 h 176"/>
              <ns1:gd name="T48" fmla="*/ 88 w 176"/>
              <ns1:gd name="T49" fmla="*/ 176 h 176"/>
              <ns1:gd name="T50" fmla="*/ 176 w 176"/>
              <ns1:gd name="T51" fmla="*/ 88 h 176"/>
              <ns1:gd name="T52" fmla="*/ 88 w 176"/>
              <ns1:gd name="T53" fmla="*/ 0 h 176"/>
              <ns1:gd name="T54" fmla="*/ 88 w 176"/>
              <ns1:gd name="T55" fmla="*/ 168 h 176"/>
              <ns1:gd name="T56" fmla="*/ 8 w 176"/>
              <ns1:gd name="T57" fmla="*/ 88 h 176"/>
              <ns1:gd name="T58" fmla="*/ 88 w 176"/>
              <ns1:gd name="T59" fmla="*/ 8 h 176"/>
              <ns1:gd name="T60" fmla="*/ 168 w 176"/>
              <ns1:gd name="T61" fmla="*/ 88 h 176"/>
              <ns1:gd name="T62" fmla="*/ 88 w 176"/>
              <ns1:gd name="T63" fmla="*/ 168 h 176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  <ns1:cxn ang="0">
                <ns1:pos x="T32" y="T33"/>
              </ns1:cxn>
              <ns1:cxn ang="0">
                <ns1:pos x="T34" y="T35"/>
              </ns1:cxn>
              <ns1:cxn ang="0">
                <ns1:pos x="T36" y="T37"/>
              </ns1:cxn>
              <ns1:cxn ang="0">
                <ns1:pos x="T38" y="T39"/>
              </ns1:cxn>
              <ns1:cxn ang="0">
                <ns1:pos x="T40" y="T41"/>
              </ns1:cxn>
              <ns1:cxn ang="0">
                <ns1:pos x="T42" y="T43"/>
              </ns1:cxn>
              <ns1:cxn ang="0">
                <ns1:pos x="T44" y="T45"/>
              </ns1:cxn>
              <ns1:cxn ang="0">
                <ns1:pos x="T46" y="T47"/>
              </ns1:cxn>
              <ns1:cxn ang="0">
                <ns1:pos x="T48" y="T49"/>
              </ns1:cxn>
              <ns1:cxn ang="0">
                <ns1:pos x="T50" y="T51"/>
              </ns1:cxn>
              <ns1:cxn ang="0">
                <ns1:pos x="T52" y="T53"/>
              </ns1:cxn>
              <ns1:cxn ang="0">
                <ns1:pos x="T54" y="T55"/>
              </ns1:cxn>
              <ns1:cxn ang="0">
                <ns1:pos x="T56" y="T57"/>
              </ns1:cxn>
              <ns1:cxn ang="0">
                <ns1:pos x="T58" y="T59"/>
              </ns1:cxn>
              <ns1:cxn ang="0">
                <ns1:pos x="T60" y="T61"/>
              </ns1:cxn>
              <ns1:cxn ang="0">
                <ns1:pos x="T62" y="T63"/>
              </ns1:cxn>
            </ns1:cxnLst>
            <ns1:rect l="0" t="0" r="r" b="b"/>
            <ns1:pathLst>
              <ns1:path w="176" h="176">
                <ns1:moveTo>
                  <ns1:pt x="130" y="57"/>
                </ns1:moveTo>
                <ns1:cubicBezTo>
                  <ns1:pt x="127" y="59"/>
                  <ns1:pt x="123" y="60"/>
                  <ns1:pt x="119" y="61"/>
                </ns1:cubicBezTo>
                <ns1:cubicBezTo>
                  <ns1:pt x="116" y="58"/>
                  <ns1:pt x="112" y="56"/>
                  <ns1:pt x="107" y="56"/>
                </ns1:cubicBezTo>
                <ns1:cubicBezTo>
                  <ns1:pt x="98" y="56"/>
                  <ns1:pt x="91" y="63"/>
                  <ns1:pt x="91" y="72"/>
                </ns1:cubicBezTo>
                <ns1:cubicBezTo>
                  <ns1:pt x="91" y="73"/>
                  <ns1:pt x="91" y="75"/>
                  <ns1:pt x="91" y="76"/>
                </ns1:cubicBezTo>
                <ns1:cubicBezTo>
                  <ns1:pt x="78" y="75"/>
                  <ns1:pt x="66" y="69"/>
                  <ns1:pt x="58" y="59"/>
                </ns1:cubicBezTo>
                <ns1:cubicBezTo>
                  <ns1:pt x="56" y="61"/>
                  <ns1:pt x="55" y="64"/>
                  <ns1:pt x="55" y="67"/>
                </ns1:cubicBezTo>
                <ns1:cubicBezTo>
                  <ns1:pt x="55" y="73"/>
                  <ns1:pt x="58" y="78"/>
                  <ns1:pt x="63" y="81"/>
                </ns1:cubicBezTo>
                <ns1:cubicBezTo>
                  <ns1:pt x="60" y="80"/>
                  <ns1:pt x="57" y="80"/>
                  <ns1:pt x="55" y="79"/>
                </ns1:cubicBezTo>
                <ns1:cubicBezTo>
                  <ns1:pt x="55" y="79"/>
                  <ns1:pt x="55" y="79"/>
                  <ns1:pt x="55" y="79"/>
                </ns1:cubicBezTo>
                <ns1:cubicBezTo>
                  <ns1:pt x="55" y="87"/>
                  <ns1:pt x="61" y="93"/>
                  <ns1:pt x="68" y="95"/>
                </ns1:cubicBezTo>
                <ns1:cubicBezTo>
                  <ns1:pt x="67" y="95"/>
                  <ns1:pt x="66" y="95"/>
                  <ns1:pt x="64" y="95"/>
                </ns1:cubicBezTo>
                <ns1:cubicBezTo>
                  <ns1:pt x="63" y="95"/>
                  <ns1:pt x="62" y="95"/>
                  <ns1:pt x="61" y="95"/>
                </ns1:cubicBezTo>
                <ns1:cubicBezTo>
                  <ns1:pt x="63" y="101"/>
                  <ns1:pt x="69" y="106"/>
                  <ns1:pt x="76" y="106"/>
                </ns1:cubicBezTo>
                <ns1:cubicBezTo>
                  <ns1:pt x="71" y="110"/>
                  <ns1:pt x="64" y="113"/>
                  <ns1:pt x="56" y="113"/>
                </ns1:cubicBezTo>
                <ns1:cubicBezTo>
                  <ns1:pt x="55" y="113"/>
                  <ns1:pt x="53" y="113"/>
                  <ns1:pt x="52" y="113"/>
                </ns1:cubicBezTo>
                <ns1:cubicBezTo>
                  <ns1:pt x="59" y="117"/>
                  <ns1:pt x="68" y="120"/>
                  <ns1:pt x="77" y="120"/>
                </ns1:cubicBezTo>
                <ns1:cubicBezTo>
                  <ns1:pt x="107" y="120"/>
                  <ns1:pt x="124" y="95"/>
                  <ns1:pt x="124" y="74"/>
                </ns1:cubicBezTo>
                <ns1:cubicBezTo>
                  <ns1:pt x="124" y="73"/>
                  <ns1:pt x="124" y="73"/>
                  <ns1:pt x="124" y="72"/>
                </ns1:cubicBezTo>
                <ns1:cubicBezTo>
                  <ns1:pt x="127" y="70"/>
                  <ns1:pt x="130" y="67"/>
                  <ns1:pt x="132" y="64"/>
                </ns1:cubicBezTo>
                <ns1:cubicBezTo>
                  <ns1:pt x="129" y="65"/>
                  <ns1:pt x="126" y="66"/>
                  <ns1:pt x="123" y="66"/>
                </ns1:cubicBezTo>
                <ns1:cubicBezTo>
                  <ns1:pt x="126" y="64"/>
                  <ns1:pt x="129" y="61"/>
                  <ns1:pt x="130" y="57"/>
                </ns1:cubicBezTo>
                <ns1:moveTo>
                  <ns1:pt x="88" y="0"/>
                </ns1:moveTo>
                <ns1:cubicBezTo>
                  <ns1:pt x="39" y="0"/>
                  <ns1:pt x="0" y="39"/>
                  <ns1:pt x="0" y="88"/>
                </ns1:cubicBezTo>
                <ns1:cubicBezTo>
                  <ns1:pt x="0" y="137"/>
                  <ns1:pt x="39" y="176"/>
                  <ns1:pt x="88" y="176"/>
                </ns1:cubicBezTo>
                <ns1:cubicBezTo>
                  <ns1:pt x="137" y="176"/>
                  <ns1:pt x="176" y="137"/>
                  <ns1:pt x="176" y="88"/>
                </ns1:cubicBezTo>
                <ns1:cubicBezTo>
                  <ns1:pt x="176" y="39"/>
                  <ns1:pt x="137" y="0"/>
                  <ns1:pt x="88" y="0"/>
                </ns1:cubicBezTo>
                <ns1:moveTo>
                  <ns1:pt x="88" y="168"/>
                </ns1:moveTo>
                <ns1:cubicBezTo>
                  <ns1:pt x="44" y="168"/>
                  <ns1:pt x="8" y="132"/>
                  <ns1:pt x="8" y="88"/>
                </ns1:cubicBezTo>
                <ns1:cubicBezTo>
                  <ns1:pt x="8" y="44"/>
                  <ns1:pt x="44" y="8"/>
                  <ns1:pt x="88" y="8"/>
                </ns1:cubicBezTo>
                <ns1:cubicBezTo>
                  <ns1:pt x="132" y="8"/>
                  <ns1:pt x="168" y="44"/>
                  <ns1:pt x="168" y="88"/>
                </ns1:cubicBezTo>
                <ns1:cubicBezTo>
                  <ns1:pt x="168" y="132"/>
                  <ns1:pt x="132" y="168"/>
                  <ns1:pt x="88" y="168"/>
                </ns1:cubicBezTo>
              </ns1:path>
            </ns1:pathLst>
          </ns1:custGeom>
          <ns1:solidFill>
            <ns1:schemeClr val="tx1"/>
          </ns1:solidFill>
          <ns1:ln>
            <ns1:noFill/>
          </ns1:ln>
          <ns1:extLst/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en-US"/>
          </ns1:p>
        </ns0:txBody>
      </ns0:sp>
      <ns0:sp>
        <ns0:nvSpPr>
          <ns0:cNvPr id="38" name="Freeform 34"/>
          <ns0:cNvSpPr>
            <ns1:spLocks noEditPoints="1"/>
          </ns0:cNvSpPr>
          <ns0:nvPr/>
        </ns0:nvSpPr>
        <ns0:spPr bwMode="auto">
          <ns1:xfrm>
            <ns1:off x="10733088" y="2617788"/>
            <ns1:ext cx="557212" cy="557213"/>
          </ns1:xfrm>
          <ns1:custGeom>
            <ns1:avLst/>
            <ns1:gdLst>
              <ns1:gd name="T0" fmla="*/ 88 w 176"/>
              <ns1:gd name="T1" fmla="*/ 0 h 176"/>
              <ns1:gd name="T2" fmla="*/ 0 w 176"/>
              <ns1:gd name="T3" fmla="*/ 88 h 176"/>
              <ns1:gd name="T4" fmla="*/ 88 w 176"/>
              <ns1:gd name="T5" fmla="*/ 176 h 176"/>
              <ns1:gd name="T6" fmla="*/ 176 w 176"/>
              <ns1:gd name="T7" fmla="*/ 88 h 176"/>
              <ns1:gd name="T8" fmla="*/ 88 w 176"/>
              <ns1:gd name="T9" fmla="*/ 0 h 176"/>
              <ns1:gd name="T10" fmla="*/ 88 w 176"/>
              <ns1:gd name="T11" fmla="*/ 168 h 176"/>
              <ns1:gd name="T12" fmla="*/ 8 w 176"/>
              <ns1:gd name="T13" fmla="*/ 88 h 176"/>
              <ns1:gd name="T14" fmla="*/ 88 w 176"/>
              <ns1:gd name="T15" fmla="*/ 8 h 176"/>
              <ns1:gd name="T16" fmla="*/ 168 w 176"/>
              <ns1:gd name="T17" fmla="*/ 88 h 176"/>
              <ns1:gd name="T18" fmla="*/ 88 w 176"/>
              <ns1:gd name="T19" fmla="*/ 168 h 176"/>
              <ns1:gd name="T20" fmla="*/ 96 w 176"/>
              <ns1:gd name="T21" fmla="*/ 69 h 176"/>
              <ns1:gd name="T22" fmla="*/ 101 w 176"/>
              <ns1:gd name="T23" fmla="*/ 64 h 176"/>
              <ns1:gd name="T24" fmla="*/ 108 w 176"/>
              <ns1:gd name="T25" fmla="*/ 64 h 176"/>
              <ns1:gd name="T26" fmla="*/ 108 w 176"/>
              <ns1:gd name="T27" fmla="*/ 52 h 176"/>
              <ns1:gd name="T28" fmla="*/ 97 w 176"/>
              <ns1:gd name="T29" fmla="*/ 52 h 176"/>
              <ns1:gd name="T30" fmla="*/ 80 w 176"/>
              <ns1:gd name="T31" fmla="*/ 68 h 176"/>
              <ns1:gd name="T32" fmla="*/ 80 w 176"/>
              <ns1:gd name="T33" fmla="*/ 76 h 176"/>
              <ns1:gd name="T34" fmla="*/ 72 w 176"/>
              <ns1:gd name="T35" fmla="*/ 76 h 176"/>
              <ns1:gd name="T36" fmla="*/ 72 w 176"/>
              <ns1:gd name="T37" fmla="*/ 88 h 176"/>
              <ns1:gd name="T38" fmla="*/ 80 w 176"/>
              <ns1:gd name="T39" fmla="*/ 88 h 176"/>
              <ns1:gd name="T40" fmla="*/ 80 w 176"/>
              <ns1:gd name="T41" fmla="*/ 124 h 176"/>
              <ns1:gd name="T42" fmla="*/ 96 w 176"/>
              <ns1:gd name="T43" fmla="*/ 124 h 176"/>
              <ns1:gd name="T44" fmla="*/ 96 w 176"/>
              <ns1:gd name="T45" fmla="*/ 88 h 176"/>
              <ns1:gd name="T46" fmla="*/ 107 w 176"/>
              <ns1:gd name="T47" fmla="*/ 88 h 176"/>
              <ns1:gd name="T48" fmla="*/ 108 w 176"/>
              <ns1:gd name="T49" fmla="*/ 76 h 176"/>
              <ns1:gd name="T50" fmla="*/ 96 w 176"/>
              <ns1:gd name="T51" fmla="*/ 76 h 176"/>
              <ns1:gd name="T52" fmla="*/ 96 w 176"/>
              <ns1:gd name="T53" fmla="*/ 69 h 176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  <ns1:cxn ang="0">
                <ns1:pos x="T32" y="T33"/>
              </ns1:cxn>
              <ns1:cxn ang="0">
                <ns1:pos x="T34" y="T35"/>
              </ns1:cxn>
              <ns1:cxn ang="0">
                <ns1:pos x="T36" y="T37"/>
              </ns1:cxn>
              <ns1:cxn ang="0">
                <ns1:pos x="T38" y="T39"/>
              </ns1:cxn>
              <ns1:cxn ang="0">
                <ns1:pos x="T40" y="T41"/>
              </ns1:cxn>
              <ns1:cxn ang="0">
                <ns1:pos x="T42" y="T43"/>
              </ns1:cxn>
              <ns1:cxn ang="0">
                <ns1:pos x="T44" y="T45"/>
              </ns1:cxn>
              <ns1:cxn ang="0">
                <ns1:pos x="T46" y="T47"/>
              </ns1:cxn>
              <ns1:cxn ang="0">
                <ns1:pos x="T48" y="T49"/>
              </ns1:cxn>
              <ns1:cxn ang="0">
                <ns1:pos x="T50" y="T51"/>
              </ns1:cxn>
              <ns1:cxn ang="0">
                <ns1:pos x="T52" y="T53"/>
              </ns1:cxn>
            </ns1:cxnLst>
            <ns1:rect l="0" t="0" r="r" b="b"/>
            <ns1:pathLst>
              <ns1:path w="176" h="176">
                <ns1:moveTo>
                  <ns1:pt x="88" y="0"/>
                </ns1:moveTo>
                <ns1:cubicBezTo>
                  <ns1:pt x="39" y="0"/>
                  <ns1:pt x="0" y="39"/>
                  <ns1:pt x="0" y="88"/>
                </ns1:cubicBezTo>
                <ns1:cubicBezTo>
                  <ns1:pt x="0" y="137"/>
                  <ns1:pt x="39" y="176"/>
                  <ns1:pt x="88" y="176"/>
                </ns1:cubicBezTo>
                <ns1:cubicBezTo>
                  <ns1:pt x="137" y="176"/>
                  <ns1:pt x="176" y="137"/>
                  <ns1:pt x="176" y="88"/>
                </ns1:cubicBezTo>
                <ns1:cubicBezTo>
                  <ns1:pt x="176" y="39"/>
                  <ns1:pt x="137" y="0"/>
                  <ns1:pt x="88" y="0"/>
                </ns1:cubicBezTo>
                <ns1:moveTo>
                  <ns1:pt x="88" y="168"/>
                </ns1:moveTo>
                <ns1:cubicBezTo>
                  <ns1:pt x="44" y="168"/>
                  <ns1:pt x="8" y="132"/>
                  <ns1:pt x="8" y="88"/>
                </ns1:cubicBezTo>
                <ns1:cubicBezTo>
                  <ns1:pt x="8" y="44"/>
                  <ns1:pt x="44" y="8"/>
                  <ns1:pt x="88" y="8"/>
                </ns1:cubicBezTo>
                <ns1:cubicBezTo>
                  <ns1:pt x="132" y="8"/>
                  <ns1:pt x="168" y="44"/>
                  <ns1:pt x="168" y="88"/>
                </ns1:cubicBezTo>
                <ns1:cubicBezTo>
                  <ns1:pt x="168" y="132"/>
                  <ns1:pt x="132" y="168"/>
                  <ns1:pt x="88" y="168"/>
                </ns1:cubicBezTo>
                <ns1:moveTo>
                  <ns1:pt x="96" y="69"/>
                </ns1:moveTo>
                <ns1:cubicBezTo>
                  <ns1:pt x="96" y="66"/>
                  <ns1:pt x="96" y="64"/>
                  <ns1:pt x="101" y="64"/>
                </ns1:cubicBezTo>
                <ns1:cubicBezTo>
                  <ns1:pt x="108" y="64"/>
                  <ns1:pt x="108" y="64"/>
                  <ns1:pt x="108" y="64"/>
                </ns1:cubicBezTo>
                <ns1:cubicBezTo>
                  <ns1:pt x="108" y="52"/>
                  <ns1:pt x="108" y="52"/>
                  <ns1:pt x="108" y="52"/>
                </ns1:cubicBezTo>
                <ns1:cubicBezTo>
                  <ns1:pt x="97" y="52"/>
                  <ns1:pt x="97" y="52"/>
                  <ns1:pt x="97" y="52"/>
                </ns1:cubicBezTo>
                <ns1:cubicBezTo>
                  <ns1:pt x="84" y="52"/>
                  <ns1:pt x="80" y="58"/>
                  <ns1:pt x="80" y="68"/>
                </ns1:cubicBezTo>
                <ns1:cubicBezTo>
                  <ns1:pt x="80" y="76"/>
                  <ns1:pt x="80" y="76"/>
                  <ns1:pt x="80" y="76"/>
                </ns1:cubicBezTo>
                <ns1:cubicBezTo>
                  <ns1:pt x="72" y="76"/>
                  <ns1:pt x="72" y="76"/>
                  <ns1:pt x="72" y="76"/>
                </ns1:cubicBezTo>
                <ns1:cubicBezTo>
                  <ns1:pt x="72" y="88"/>
                  <ns1:pt x="72" y="88"/>
                  <ns1:pt x="72" y="88"/>
                </ns1:cubicBezTo>
                <ns1:cubicBezTo>
                  <ns1:pt x="80" y="88"/>
                  <ns1:pt x="80" y="88"/>
                  <ns1:pt x="80" y="88"/>
                </ns1:cubicBezTo>
                <ns1:cubicBezTo>
                  <ns1:pt x="80" y="124"/>
                  <ns1:pt x="80" y="124"/>
                  <ns1:pt x="80" y="124"/>
                </ns1:cubicBezTo>
                <ns1:cubicBezTo>
                  <ns1:pt x="96" y="124"/>
                  <ns1:pt x="96" y="124"/>
                  <ns1:pt x="96" y="124"/>
                </ns1:cubicBezTo>
                <ns1:cubicBezTo>
                  <ns1:pt x="96" y="88"/>
                  <ns1:pt x="96" y="88"/>
                  <ns1:pt x="96" y="88"/>
                </ns1:cubicBezTo>
                <ns1:cubicBezTo>
                  <ns1:pt x="107" y="88"/>
                  <ns1:pt x="107" y="88"/>
                  <ns1:pt x="107" y="88"/>
                </ns1:cubicBezTo>
                <ns1:cubicBezTo>
                  <ns1:pt x="108" y="76"/>
                  <ns1:pt x="108" y="76"/>
                  <ns1:pt x="108" y="76"/>
                </ns1:cubicBezTo>
                <ns1:cubicBezTo>
                  <ns1:pt x="96" y="76"/>
                  <ns1:pt x="96" y="76"/>
                  <ns1:pt x="96" y="76"/>
                </ns1:cubicBezTo>
                <ns1:lnTo>
                  <ns1:pt x="96" y="69"/>
                </ns1:lnTo>
                <ns1:close/>
              </ns1:path>
            </ns1:pathLst>
          </ns1:custGeom>
          <ns1:solidFill>
            <ns1:schemeClr val="tx1"/>
          </ns1:solidFill>
          <ns1:ln>
            <ns1:noFill/>
          </ns1:ln>
          <ns1:extLst/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en-US"/>
          </ns1:p>
        </ns0:txBody>
      </ns0:sp>
      <ns0:sp>
        <ns0:nvSpPr>
          <ns0:cNvPr id="39" name="Freeform 35"/>
          <ns0:cNvSpPr>
            <ns1:spLocks noEditPoints="1"/>
          </ns0:cNvSpPr>
          <ns0:nvPr/>
        </ns0:nvSpPr>
        <ns0:spPr bwMode="auto">
          <ns1:xfrm>
            <ns1:off x="1163638" y="3683001"/>
            <ns1:ext cx="557212" cy="557213"/>
          </ns1:xfrm>
          <ns1:custGeom>
            <ns1:avLst/>
            <ns1:gdLst>
              <ns1:gd name="T0" fmla="*/ 86 w 176"/>
              <ns1:gd name="T1" fmla="*/ 72 h 176"/>
              <ns1:gd name="T2" fmla="*/ 93 w 176"/>
              <ns1:gd name="T3" fmla="*/ 54 h 176"/>
              <ns1:gd name="T4" fmla="*/ 84 w 176"/>
              <ns1:gd name="T5" fmla="*/ 48 h 176"/>
              <ns1:gd name="T6" fmla="*/ 78 w 176"/>
              <ns1:gd name="T7" fmla="*/ 65 h 176"/>
              <ns1:gd name="T8" fmla="*/ 83 w 176"/>
              <ns1:gd name="T9" fmla="*/ 54 h 176"/>
              <ns1:gd name="T10" fmla="*/ 88 w 176"/>
              <ns1:gd name="T11" fmla="*/ 54 h 176"/>
              <ns1:gd name="T12" fmla="*/ 85 w 176"/>
              <ns1:gd name="T13" fmla="*/ 68 h 176"/>
              <ns1:gd name="T14" fmla="*/ 83 w 176"/>
              <ns1:gd name="T15" fmla="*/ 54 h 176"/>
              <ns1:gd name="T16" fmla="*/ 107 w 176"/>
              <ns1:gd name="T17" fmla="*/ 69 h 176"/>
              <ns1:gd name="T18" fmla="*/ 112 w 176"/>
              <ns1:gd name="T19" fmla="*/ 71 h 176"/>
              <ns1:gd name="T20" fmla="*/ 107 w 176"/>
              <ns1:gd name="T21" fmla="*/ 48 h 176"/>
              <ns1:gd name="T22" fmla="*/ 104 w 176"/>
              <ns1:gd name="T23" fmla="*/ 68 h 176"/>
              <ns1:gd name="T24" fmla="*/ 102 w 176"/>
              <ns1:gd name="T25" fmla="*/ 48 h 176"/>
              <ns1:gd name="T26" fmla="*/ 97 w 176"/>
              <ns1:gd name="T27" fmla="*/ 68 h 176"/>
              <ns1:gd name="T28" fmla="*/ 65 w 176"/>
              <ns1:gd name="T29" fmla="*/ 71 h 176"/>
              <ns1:gd name="T30" fmla="*/ 71 w 176"/>
              <ns1:gd name="T31" fmla="*/ 59 h 176"/>
              <ns1:gd name="T32" fmla="*/ 72 w 176"/>
              <ns1:gd name="T33" fmla="*/ 40 h 176"/>
              <ns1:gd name="T34" fmla="*/ 64 w 176"/>
              <ns1:gd name="T35" fmla="*/ 40 h 176"/>
              <ns1:gd name="T36" fmla="*/ 65 w 176"/>
              <ns1:gd name="T37" fmla="*/ 59 h 176"/>
              <ns1:gd name="T38" fmla="*/ 98 w 176"/>
              <ns1:gd name="T39" fmla="*/ 99 h 176"/>
              <ns1:gd name="T40" fmla="*/ 95 w 176"/>
              <ns1:gd name="T41" fmla="*/ 116 h 176"/>
              <ns1:gd name="T42" fmla="*/ 100 w 176"/>
              <ns1:gd name="T43" fmla="*/ 115 h 176"/>
              <ns1:gd name="T44" fmla="*/ 98 w 176"/>
              <ns1:gd name="T45" fmla="*/ 99 h 176"/>
              <ns1:gd name="T46" fmla="*/ 0 w 176"/>
              <ns1:gd name="T47" fmla="*/ 88 h 176"/>
              <ns1:gd name="T48" fmla="*/ 176 w 176"/>
              <ns1:gd name="T49" fmla="*/ 88 h 176"/>
              <ns1:gd name="T50" fmla="*/ 88 w 176"/>
              <ns1:gd name="T51" fmla="*/ 168 h 176"/>
              <ns1:gd name="T52" fmla="*/ 88 w 176"/>
              <ns1:gd name="T53" fmla="*/ 8 h 176"/>
              <ns1:gd name="T54" fmla="*/ 88 w 176"/>
              <ns1:gd name="T55" fmla="*/ 168 h 176"/>
              <ns1:gd name="T56" fmla="*/ 88 w 176"/>
              <ns1:gd name="T57" fmla="*/ 76 h 176"/>
              <ns1:gd name="T58" fmla="*/ 45 w 176"/>
              <ns1:gd name="T59" fmla="*/ 89 h 176"/>
              <ns1:gd name="T60" fmla="*/ 45 w 176"/>
              <ns1:gd name="T61" fmla="*/ 119 h 176"/>
              <ns1:gd name="T62" fmla="*/ 88 w 176"/>
              <ns1:gd name="T63" fmla="*/ 132 h 176"/>
              <ns1:gd name="T64" fmla="*/ 131 w 176"/>
              <ns1:gd name="T65" fmla="*/ 119 h 176"/>
              <ns1:gd name="T66" fmla="*/ 131 w 176"/>
              <ns1:gd name="T67" fmla="*/ 89 h 176"/>
              <ns1:gd name="T68" fmla="*/ 70 w 176"/>
              <ns1:gd name="T69" fmla="*/ 90 h 176"/>
              <ns1:gd name="T70" fmla="*/ 64 w 176"/>
              <ns1:gd name="T71" fmla="*/ 121 h 176"/>
              <ns1:gd name="T72" fmla="*/ 58 w 176"/>
              <ns1:gd name="T73" fmla="*/ 90 h 176"/>
              <ns1:gd name="T74" fmla="*/ 52 w 176"/>
              <ns1:gd name="T75" fmla="*/ 85 h 176"/>
              <ns1:gd name="T76" fmla="*/ 70 w 176"/>
              <ns1:gd name="T77" fmla="*/ 90 h 176"/>
              <ns1:gd name="T78" fmla="*/ 81 w 176"/>
              <ns1:gd name="T79" fmla="*/ 121 h 176"/>
              <ns1:gd name="T80" fmla="*/ 75 w 176"/>
              <ns1:gd name="T81" fmla="*/ 122 h 176"/>
              <ns1:gd name="T82" fmla="*/ 71 w 176"/>
              <ns1:gd name="T83" fmla="*/ 94 h 176"/>
              <ns1:gd name="T84" fmla="*/ 76 w 176"/>
              <ns1:gd name="T85" fmla="*/ 117 h 176"/>
              <ns1:gd name="T86" fmla="*/ 81 w 176"/>
              <ns1:gd name="T87" fmla="*/ 116 h 176"/>
              <ns1:gd name="T88" fmla="*/ 86 w 176"/>
              <ns1:gd name="T89" fmla="*/ 94 h 176"/>
              <ns1:gd name="T90" fmla="*/ 105 w 176"/>
              <ns1:gd name="T91" fmla="*/ 115 h 176"/>
              <ns1:gd name="T92" fmla="*/ 95 w 176"/>
              <ns1:gd name="T93" fmla="*/ 119 h 176"/>
              <ns1:gd name="T94" fmla="*/ 90 w 176"/>
              <ns1:gd name="T95" fmla="*/ 121 h 176"/>
              <ns1:gd name="T96" fmla="*/ 95 w 176"/>
              <ns1:gd name="T97" fmla="*/ 85 h 176"/>
              <ns1:gd name="T98" fmla="*/ 101 w 176"/>
              <ns1:gd name="T99" fmla="*/ 94 h 176"/>
              <ns1:gd name="T100" fmla="*/ 105 w 176"/>
              <ns1:gd name="T101" fmla="*/ 115 h 176"/>
              <ns1:gd name="T102" fmla="*/ 125 w 176"/>
              <ns1:gd name="T103" fmla="*/ 109 h 176"/>
              <ns1:gd name="T104" fmla="*/ 114 w 176"/>
              <ns1:gd name="T105" fmla="*/ 115 h 176"/>
              <ns1:gd name="T106" fmla="*/ 119 w 176"/>
              <ns1:gd name="T107" fmla="*/ 115 h 176"/>
              <ns1:gd name="T108" fmla="*/ 125 w 176"/>
              <ns1:gd name="T109" fmla="*/ 112 h 176"/>
              <ns1:gd name="T110" fmla="*/ 117 w 176"/>
              <ns1:gd name="T111" fmla="*/ 122 h 176"/>
              <ns1:gd name="T112" fmla="*/ 109 w 176"/>
              <ns1:gd name="T113" fmla="*/ 101 h 176"/>
              <ns1:gd name="T114" fmla="*/ 125 w 176"/>
              <ns1:gd name="T115" fmla="*/ 101 h 176"/>
              <ns1:gd name="T116" fmla="*/ 114 w 176"/>
              <ns1:gd name="T117" fmla="*/ 101 h 176"/>
              <ns1:gd name="T118" fmla="*/ 119 w 176"/>
              <ns1:gd name="T119" fmla="*/ 105 h 176"/>
              <ns1:gd name="T120" fmla="*/ 117 w 176"/>
              <ns1:gd name="T121" fmla="*/ 99 h 176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  <ns1:cxn ang="0">
                <ns1:pos x="T32" y="T33"/>
              </ns1:cxn>
              <ns1:cxn ang="0">
                <ns1:pos x="T34" y="T35"/>
              </ns1:cxn>
              <ns1:cxn ang="0">
                <ns1:pos x="T36" y="T37"/>
              </ns1:cxn>
              <ns1:cxn ang="0">
                <ns1:pos x="T38" y="T39"/>
              </ns1:cxn>
              <ns1:cxn ang="0">
                <ns1:pos x="T40" y="T41"/>
              </ns1:cxn>
              <ns1:cxn ang="0">
                <ns1:pos x="T42" y="T43"/>
              </ns1:cxn>
              <ns1:cxn ang="0">
                <ns1:pos x="T44" y="T45"/>
              </ns1:cxn>
              <ns1:cxn ang="0">
                <ns1:pos x="T46" y="T47"/>
              </ns1:cxn>
              <ns1:cxn ang="0">
                <ns1:pos x="T48" y="T49"/>
              </ns1:cxn>
              <ns1:cxn ang="0">
                <ns1:pos x="T50" y="T51"/>
              </ns1:cxn>
              <ns1:cxn ang="0">
                <ns1:pos x="T52" y="T53"/>
              </ns1:cxn>
              <ns1:cxn ang="0">
                <ns1:pos x="T54" y="T55"/>
              </ns1:cxn>
              <ns1:cxn ang="0">
                <ns1:pos x="T56" y="T57"/>
              </ns1:cxn>
              <ns1:cxn ang="0">
                <ns1:pos x="T58" y="T59"/>
              </ns1:cxn>
              <ns1:cxn ang="0">
                <ns1:pos x="T60" y="T61"/>
              </ns1:cxn>
              <ns1:cxn ang="0">
                <ns1:pos x="T62" y="T63"/>
              </ns1:cxn>
              <ns1:cxn ang="0">
                <ns1:pos x="T64" y="T65"/>
              </ns1:cxn>
              <ns1:cxn ang="0">
                <ns1:pos x="T66" y="T67"/>
              </ns1:cxn>
              <ns1:cxn ang="0">
                <ns1:pos x="T68" y="T69"/>
              </ns1:cxn>
              <ns1:cxn ang="0">
                <ns1:pos x="T70" y="T71"/>
              </ns1:cxn>
              <ns1:cxn ang="0">
                <ns1:pos x="T72" y="T73"/>
              </ns1:cxn>
              <ns1:cxn ang="0">
                <ns1:pos x="T74" y="T75"/>
              </ns1:cxn>
              <ns1:cxn ang="0">
                <ns1:pos x="T76" y="T77"/>
              </ns1:cxn>
              <ns1:cxn ang="0">
                <ns1:pos x="T78" y="T79"/>
              </ns1:cxn>
              <ns1:cxn ang="0">
                <ns1:pos x="T80" y="T81"/>
              </ns1:cxn>
              <ns1:cxn ang="0">
                <ns1:pos x="T82" y="T83"/>
              </ns1:cxn>
              <ns1:cxn ang="0">
                <ns1:pos x="T84" y="T85"/>
              </ns1:cxn>
              <ns1:cxn ang="0">
                <ns1:pos x="T86" y="T87"/>
              </ns1:cxn>
              <ns1:cxn ang="0">
                <ns1:pos x="T88" y="T89"/>
              </ns1:cxn>
              <ns1:cxn ang="0">
                <ns1:pos x="T90" y="T91"/>
              </ns1:cxn>
              <ns1:cxn ang="0">
                <ns1:pos x="T92" y="T93"/>
              </ns1:cxn>
              <ns1:cxn ang="0">
                <ns1:pos x="T94" y="T95"/>
              </ns1:cxn>
              <ns1:cxn ang="0">
                <ns1:pos x="T96" y="T97"/>
              </ns1:cxn>
              <ns1:cxn ang="0">
                <ns1:pos x="T98" y="T99"/>
              </ns1:cxn>
              <ns1:cxn ang="0">
                <ns1:pos x="T100" y="T101"/>
              </ns1:cxn>
              <ns1:cxn ang="0">
                <ns1:pos x="T102" y="T103"/>
              </ns1:cxn>
              <ns1:cxn ang="0">
                <ns1:pos x="T104" y="T105"/>
              </ns1:cxn>
              <ns1:cxn ang="0">
                <ns1:pos x="T106" y="T107"/>
              </ns1:cxn>
              <ns1:cxn ang="0">
                <ns1:pos x="T108" y="T109"/>
              </ns1:cxn>
              <ns1:cxn ang="0">
                <ns1:pos x="T110" y="T111"/>
              </ns1:cxn>
              <ns1:cxn ang="0">
                <ns1:pos x="T112" y="T113"/>
              </ns1:cxn>
              <ns1:cxn ang="0">
                <ns1:pos x="T114" y="T115"/>
              </ns1:cxn>
              <ns1:cxn ang="0">
                <ns1:pos x="T116" y="T117"/>
              </ns1:cxn>
              <ns1:cxn ang="0">
                <ns1:pos x="T118" y="T119"/>
              </ns1:cxn>
              <ns1:cxn ang="0">
                <ns1:pos x="T120" y="T121"/>
              </ns1:cxn>
            </ns1:cxnLst>
            <ns1:rect l="0" t="0" r="r" b="b"/>
            <ns1:pathLst>
              <ns1:path w="176" h="176">
                <ns1:moveTo>
                  <ns1:pt x="84" y="72"/>
                </ns1:moveTo>
                <ns1:cubicBezTo>
                  <ns1:pt x="86" y="72"/>
                  <ns1:pt x="86" y="72"/>
                  <ns1:pt x="86" y="72"/>
                </ns1:cubicBezTo>
                <ns1:cubicBezTo>
                  <ns1:pt x="90" y="72"/>
                  <ns1:pt x="93" y="69"/>
                  <ns1:pt x="93" y="65"/>
                </ns1:cubicBezTo>
                <ns1:cubicBezTo>
                  <ns1:pt x="93" y="54"/>
                  <ns1:pt x="93" y="54"/>
                  <ns1:pt x="93" y="54"/>
                </ns1:cubicBezTo>
                <ns1:cubicBezTo>
                  <ns1:pt x="93" y="51"/>
                  <ns1:pt x="90" y="48"/>
                  <ns1:pt x="86" y="48"/>
                </ns1:cubicBezTo>
                <ns1:cubicBezTo>
                  <ns1:pt x="84" y="48"/>
                  <ns1:pt x="84" y="48"/>
                  <ns1:pt x="84" y="48"/>
                </ns1:cubicBezTo>
                <ns1:cubicBezTo>
                  <ns1:pt x="81" y="48"/>
                  <ns1:pt x="78" y="51"/>
                  <ns1:pt x="78" y="54"/>
                </ns1:cubicBezTo>
                <ns1:cubicBezTo>
                  <ns1:pt x="78" y="65"/>
                  <ns1:pt x="78" y="65"/>
                  <ns1:pt x="78" y="65"/>
                </ns1:cubicBezTo>
                <ns1:cubicBezTo>
                  <ns1:pt x="78" y="69"/>
                  <ns1:pt x="81" y="72"/>
                  <ns1:pt x="84" y="72"/>
                </ns1:cubicBezTo>
                <ns1:moveTo>
                  <ns1:pt x="83" y="54"/>
                </ns1:moveTo>
                <ns1:cubicBezTo>
                  <ns1:pt x="83" y="53"/>
                  <ns1:pt x="84" y="52"/>
                  <ns1:pt x="85" y="52"/>
                </ns1:cubicBezTo>
                <ns1:cubicBezTo>
                  <ns1:pt x="87" y="52"/>
                  <ns1:pt x="88" y="53"/>
                  <ns1:pt x="88" y="54"/>
                </ns1:cubicBezTo>
                <ns1:cubicBezTo>
                  <ns1:pt x="88" y="66"/>
                  <ns1:pt x="88" y="66"/>
                  <ns1:pt x="88" y="66"/>
                </ns1:cubicBezTo>
                <ns1:cubicBezTo>
                  <ns1:pt x="88" y="67"/>
                  <ns1:pt x="87" y="68"/>
                  <ns1:pt x="85" y="68"/>
                </ns1:cubicBezTo>
                <ns1:cubicBezTo>
                  <ns1:pt x="84" y="68"/>
                  <ns1:pt x="83" y="67"/>
                  <ns1:pt x="83" y="66"/>
                </ns1:cubicBezTo>
                <ns1:lnTo>
                  <ns1:pt x="83" y="54"/>
                </ns1:lnTo>
                <ns1:close/>
                <ns1:moveTo>
                  <ns1:pt x="101" y="72"/>
                </ns1:moveTo>
                <ns1:cubicBezTo>
                  <ns1:pt x="104" y="72"/>
                  <ns1:pt x="107" y="69"/>
                  <ns1:pt x="107" y="69"/>
                </ns1:cubicBezTo>
                <ns1:cubicBezTo>
                  <ns1:pt x="107" y="71"/>
                  <ns1:pt x="107" y="71"/>
                  <ns1:pt x="107" y="71"/>
                </ns1:cubicBezTo>
                <ns1:cubicBezTo>
                  <ns1:pt x="112" y="71"/>
                  <ns1:pt x="112" y="71"/>
                  <ns1:pt x="112" y="71"/>
                </ns1:cubicBezTo>
                <ns1:cubicBezTo>
                  <ns1:pt x="112" y="48"/>
                  <ns1:pt x="112" y="48"/>
                  <ns1:pt x="112" y="48"/>
                </ns1:cubicBezTo>
                <ns1:cubicBezTo>
                  <ns1:pt x="107" y="48"/>
                  <ns1:pt x="107" y="48"/>
                  <ns1:pt x="107" y="48"/>
                </ns1:cubicBezTo>
                <ns1:cubicBezTo>
                  <ns1:pt x="107" y="66"/>
                  <ns1:pt x="107" y="66"/>
                  <ns1:pt x="107" y="66"/>
                </ns1:cubicBezTo>
                <ns1:cubicBezTo>
                  <ns1:pt x="107" y="66"/>
                  <ns1:pt x="106" y="68"/>
                  <ns1:pt x="104" y="68"/>
                </ns1:cubicBezTo>
                <ns1:cubicBezTo>
                  <ns1:pt x="102" y="68"/>
                  <ns1:pt x="102" y="67"/>
                  <ns1:pt x="102" y="67"/>
                </ns1:cubicBezTo>
                <ns1:cubicBezTo>
                  <ns1:pt x="102" y="48"/>
                  <ns1:pt x="102" y="48"/>
                  <ns1:pt x="102" y="48"/>
                </ns1:cubicBezTo>
                <ns1:cubicBezTo>
                  <ns1:pt x="97" y="48"/>
                  <ns1:pt x="97" y="48"/>
                  <ns1:pt x="97" y="48"/>
                </ns1:cubicBezTo>
                <ns1:cubicBezTo>
                  <ns1:pt x="97" y="68"/>
                  <ns1:pt x="97" y="68"/>
                  <ns1:pt x="97" y="68"/>
                </ns1:cubicBezTo>
                <ns1:cubicBezTo>
                  <ns1:pt x="97" y="68"/>
                  <ns1:pt x="98" y="72"/>
                  <ns1:pt x="101" y="72"/>
                </ns1:cubicBezTo>
                <ns1:moveTo>
                  <ns1:pt x="65" y="71"/>
                </ns1:moveTo>
                <ns1:cubicBezTo>
                  <ns1:pt x="71" y="71"/>
                  <ns1:pt x="71" y="71"/>
                  <ns1:pt x="71" y="71"/>
                </ns1:cubicBezTo>
                <ns1:cubicBezTo>
                  <ns1:pt x="71" y="59"/>
                  <ns1:pt x="71" y="59"/>
                  <ns1:pt x="71" y="59"/>
                </ns1:cubicBezTo>
                <ns1:cubicBezTo>
                  <ns1:pt x="77" y="40"/>
                  <ns1:pt x="77" y="40"/>
                  <ns1:pt x="77" y="40"/>
                </ns1:cubicBezTo>
                <ns1:cubicBezTo>
                  <ns1:pt x="72" y="40"/>
                  <ns1:pt x="72" y="40"/>
                  <ns1:pt x="72" y="40"/>
                </ns1:cubicBezTo>
                <ns1:cubicBezTo>
                  <ns1:pt x="68" y="52"/>
                  <ns1:pt x="68" y="52"/>
                  <ns1:pt x="68" y="52"/>
                </ns1:cubicBezTo>
                <ns1:cubicBezTo>
                  <ns1:pt x="64" y="40"/>
                  <ns1:pt x="64" y="40"/>
                  <ns1:pt x="64" y="40"/>
                </ns1:cubicBezTo>
                <ns1:cubicBezTo>
                  <ns1:pt x="58" y="40"/>
                  <ns1:pt x="58" y="40"/>
                  <ns1:pt x="58" y="40"/>
                </ns1:cubicBezTo>
                <ns1:cubicBezTo>
                  <ns1:pt x="65" y="59"/>
                  <ns1:pt x="65" y="59"/>
                  <ns1:pt x="65" y="59"/>
                </ns1:cubicBezTo>
                <ns1:lnTo>
                  <ns1:pt x="65" y="71"/>
                </ns1:lnTo>
                <ns1:close/>
                <ns1:moveTo>
                  <ns1:pt x="98" y="99"/>
                </ns1:moveTo>
                <ns1:cubicBezTo>
                  <ns1:pt x="97" y="99"/>
                  <ns1:pt x="96" y="99"/>
                  <ns1:pt x="95" y="100"/>
                </ns1:cubicBezTo>
                <ns1:cubicBezTo>
                  <ns1:pt x="95" y="116"/>
                  <ns1:pt x="95" y="116"/>
                  <ns1:pt x="95" y="116"/>
                </ns1:cubicBezTo>
                <ns1:cubicBezTo>
                  <ns1:pt x="96" y="117"/>
                  <ns1:pt x="97" y="117"/>
                  <ns1:pt x="98" y="117"/>
                </ns1:cubicBezTo>
                <ns1:cubicBezTo>
                  <ns1:pt x="100" y="117"/>
                  <ns1:pt x="100" y="115"/>
                  <ns1:pt x="100" y="115"/>
                </ns1:cubicBezTo>
                <ns1:cubicBezTo>
                  <ns1:pt x="100" y="101"/>
                  <ns1:pt x="100" y="101"/>
                  <ns1:pt x="100" y="101"/>
                </ns1:cubicBezTo>
                <ns1:cubicBezTo>
                  <ns1:pt x="100" y="101"/>
                  <ns1:pt x="100" y="99"/>
                  <ns1:pt x="98" y="99"/>
                </ns1:cubicBezTo>
                <ns1:moveTo>
                  <ns1:pt x="88" y="0"/>
                </ns1:moveTo>
                <ns1:cubicBezTo>
                  <ns1:pt x="39" y="0"/>
                  <ns1:pt x="0" y="39"/>
                  <ns1:pt x="0" y="88"/>
                </ns1:cubicBezTo>
                <ns1:cubicBezTo>
                  <ns1:pt x="0" y="137"/>
                  <ns1:pt x="39" y="176"/>
                  <ns1:pt x="88" y="176"/>
                </ns1:cubicBezTo>
                <ns1:cubicBezTo>
                  <ns1:pt x="137" y="176"/>
                  <ns1:pt x="176" y="137"/>
                  <ns1:pt x="176" y="88"/>
                </ns1:cubicBezTo>
                <ns1:cubicBezTo>
                  <ns1:pt x="176" y="39"/>
                  <ns1:pt x="137" y="0"/>
                  <ns1:pt x="88" y="0"/>
                </ns1:cubicBezTo>
                <ns1:moveTo>
                  <ns1:pt x="88" y="168"/>
                </ns1:moveTo>
                <ns1:cubicBezTo>
                  <ns1:pt x="44" y="168"/>
                  <ns1:pt x="8" y="132"/>
                  <ns1:pt x="8" y="88"/>
                </ns1:cubicBezTo>
                <ns1:cubicBezTo>
                  <ns1:pt x="8" y="44"/>
                  <ns1:pt x="44" y="8"/>
                  <ns1:pt x="88" y="8"/>
                </ns1:cubicBezTo>
                <ns1:cubicBezTo>
                  <ns1:pt x="132" y="8"/>
                  <ns1:pt x="168" y="44"/>
                  <ns1:pt x="168" y="88"/>
                </ns1:cubicBezTo>
                <ns1:cubicBezTo>
                  <ns1:pt x="168" y="132"/>
                  <ns1:pt x="132" y="168"/>
                  <ns1:pt x="88" y="168"/>
                </ns1:cubicBezTo>
                <ns1:moveTo>
                  <ns1:pt x="118" y="77"/>
                </ns1:moveTo>
                <ns1:cubicBezTo>
                  <ns1:pt x="118" y="77"/>
                  <ns1:pt x="103" y="76"/>
                  <ns1:pt x="88" y="76"/>
                </ns1:cubicBezTo>
                <ns1:cubicBezTo>
                  <ns1:pt x="73" y="76"/>
                  <ns1:pt x="58" y="77"/>
                  <ns1:pt x="58" y="77"/>
                </ns1:cubicBezTo>
                <ns1:cubicBezTo>
                  <ns1:pt x="51" y="77"/>
                  <ns1:pt x="45" y="82"/>
                  <ns1:pt x="45" y="89"/>
                </ns1:cubicBezTo>
                <ns1:cubicBezTo>
                  <ns1:pt x="45" y="89"/>
                  <ns1:pt x="44" y="96"/>
                  <ns1:pt x="44" y="104"/>
                </ns1:cubicBezTo>
                <ns1:cubicBezTo>
                  <ns1:pt x="44" y="112"/>
                  <ns1:pt x="45" y="119"/>
                  <ns1:pt x="45" y="119"/>
                </ns1:cubicBezTo>
                <ns1:cubicBezTo>
                  <ns1:pt x="45" y="126"/>
                  <ns1:pt x="51" y="131"/>
                  <ns1:pt x="58" y="131"/>
                </ns1:cubicBezTo>
                <ns1:cubicBezTo>
                  <ns1:pt x="58" y="131"/>
                  <ns1:pt x="73" y="132"/>
                  <ns1:pt x="88" y="132"/>
                </ns1:cubicBezTo>
                <ns1:cubicBezTo>
                  <ns1:pt x="103" y="132"/>
                  <ns1:pt x="118" y="131"/>
                  <ns1:pt x="118" y="131"/>
                </ns1:cubicBezTo>
                <ns1:cubicBezTo>
                  <ns1:pt x="125" y="131"/>
                  <ns1:pt x="131" y="126"/>
                  <ns1:pt x="131" y="119"/>
                </ns1:cubicBezTo>
                <ns1:cubicBezTo>
                  <ns1:pt x="131" y="119"/>
                  <ns1:pt x="132" y="112"/>
                  <ns1:pt x="132" y="104"/>
                </ns1:cubicBezTo>
                <ns1:cubicBezTo>
                  <ns1:pt x="132" y="96"/>
                  <ns1:pt x="131" y="89"/>
                  <ns1:pt x="131" y="89"/>
                </ns1:cubicBezTo>
                <ns1:cubicBezTo>
                  <ns1:pt x="131" y="82"/>
                  <ns1:pt x="125" y="77"/>
                  <ns1:pt x="118" y="77"/>
                </ns1:cubicBezTo>
                <ns1:moveTo>
                  <ns1:pt x="70" y="90"/>
                </ns1:moveTo>
                <ns1:cubicBezTo>
                  <ns1:pt x="64" y="90"/>
                  <ns1:pt x="64" y="90"/>
                  <ns1:pt x="64" y="90"/>
                </ns1:cubicBezTo>
                <ns1:cubicBezTo>
                  <ns1:pt x="64" y="121"/>
                  <ns1:pt x="64" y="121"/>
                  <ns1:pt x="64" y="121"/>
                </ns1:cubicBezTo>
                <ns1:cubicBezTo>
                  <ns1:pt x="58" y="121"/>
                  <ns1:pt x="58" y="121"/>
                  <ns1:pt x="58" y="121"/>
                </ns1:cubicBezTo>
                <ns1:cubicBezTo>
                  <ns1:pt x="58" y="90"/>
                  <ns1:pt x="58" y="90"/>
                  <ns1:pt x="58" y="90"/>
                </ns1:cubicBezTo>
                <ns1:cubicBezTo>
                  <ns1:pt x="52" y="90"/>
                  <ns1:pt x="52" y="90"/>
                  <ns1:pt x="52" y="90"/>
                </ns1:cubicBezTo>
                <ns1:cubicBezTo>
                  <ns1:pt x="52" y="85"/>
                  <ns1:pt x="52" y="85"/>
                  <ns1:pt x="52" y="85"/>
                </ns1:cubicBezTo>
                <ns1:cubicBezTo>
                  <ns1:pt x="70" y="85"/>
                  <ns1:pt x="70" y="85"/>
                  <ns1:pt x="70" y="85"/>
                </ns1:cubicBezTo>
                <ns1:lnTo>
                  <ns1:pt x="70" y="90"/>
                </ns1:lnTo>
                <ns1:close/>
                <ns1:moveTo>
                  <ns1:pt x="86" y="121"/>
                </ns1:moveTo>
                <ns1:cubicBezTo>
                  <ns1:pt x="81" y="121"/>
                  <ns1:pt x="81" y="121"/>
                  <ns1:pt x="81" y="121"/>
                </ns1:cubicBezTo>
                <ns1:cubicBezTo>
                  <ns1:pt x="81" y="119"/>
                  <ns1:pt x="81" y="119"/>
                  <ns1:pt x="81" y="119"/>
                </ns1:cubicBezTo>
                <ns1:cubicBezTo>
                  <ns1:pt x="81" y="119"/>
                  <ns1:pt x="78" y="122"/>
                  <ns1:pt x="75" y="122"/>
                </ns1:cubicBezTo>
                <ns1:cubicBezTo>
                  <ns1:pt x="71" y="122"/>
                  <ns1:pt x="71" y="119"/>
                  <ns1:pt x="71" y="119"/>
                </ns1:cubicBezTo>
                <ns1:cubicBezTo>
                  <ns1:pt x="71" y="94"/>
                  <ns1:pt x="71" y="94"/>
                  <ns1:pt x="71" y="94"/>
                </ns1:cubicBezTo>
                <ns1:cubicBezTo>
                  <ns1:pt x="76" y="94"/>
                  <ns1:pt x="76" y="94"/>
                  <ns1:pt x="76" y="94"/>
                </ns1:cubicBezTo>
                <ns1:cubicBezTo>
                  <ns1:pt x="76" y="117"/>
                  <ns1:pt x="76" y="117"/>
                  <ns1:pt x="76" y="117"/>
                </ns1:cubicBezTo>
                <ns1:cubicBezTo>
                  <ns1:pt x="76" y="117"/>
                  <ns1:pt x="76" y="118"/>
                  <ns1:pt x="77" y="118"/>
                </ns1:cubicBezTo>
                <ns1:cubicBezTo>
                  <ns1:pt x="79" y="118"/>
                  <ns1:pt x="81" y="116"/>
                  <ns1:pt x="81" y="116"/>
                </ns1:cubicBezTo>
                <ns1:cubicBezTo>
                  <ns1:pt x="81" y="94"/>
                  <ns1:pt x="81" y="94"/>
                  <ns1:pt x="81" y="94"/>
                </ns1:cubicBezTo>
                <ns1:cubicBezTo>
                  <ns1:pt x="86" y="94"/>
                  <ns1:pt x="86" y="94"/>
                  <ns1:pt x="86" y="94"/>
                </ns1:cubicBezTo>
                <ns1:lnTo>
                  <ns1:pt x="86" y="121"/>
                </ns1:lnTo>
                <ns1:close/>
                <ns1:moveTo>
                  <ns1:pt x="105" y="115"/>
                </ns1:moveTo>
                <ns1:cubicBezTo>
                  <ns1:pt x="105" y="115"/>
                  <ns1:pt x="105" y="122"/>
                  <ns1:pt x="101" y="122"/>
                </ns1:cubicBezTo>
                <ns1:cubicBezTo>
                  <ns1:pt x="98" y="122"/>
                  <ns1:pt x="96" y="120"/>
                  <ns1:pt x="95" y="119"/>
                </ns1:cubicBezTo>
                <ns1:cubicBezTo>
                  <ns1:pt x="95" y="121"/>
                  <ns1:pt x="95" y="121"/>
                  <ns1:pt x="95" y="121"/>
                </ns1:cubicBezTo>
                <ns1:cubicBezTo>
                  <ns1:pt x="90" y="121"/>
                  <ns1:pt x="90" y="121"/>
                  <ns1:pt x="90" y="121"/>
                </ns1:cubicBezTo>
                <ns1:cubicBezTo>
                  <ns1:pt x="90" y="85"/>
                  <ns1:pt x="90" y="85"/>
                  <ns1:pt x="90" y="85"/>
                </ns1:cubicBezTo>
                <ns1:cubicBezTo>
                  <ns1:pt x="95" y="85"/>
                  <ns1:pt x="95" y="85"/>
                  <ns1:pt x="95" y="85"/>
                </ns1:cubicBezTo>
                <ns1:cubicBezTo>
                  <ns1:pt x="95" y="97"/>
                  <ns1:pt x="95" y="97"/>
                  <ns1:pt x="95" y="97"/>
                </ns1:cubicBezTo>
                <ns1:cubicBezTo>
                  <ns1:pt x="96" y="96"/>
                  <ns1:pt x="98" y="94"/>
                  <ns1:pt x="101" y="94"/>
                </ns1:cubicBezTo>
                <ns1:cubicBezTo>
                  <ns1:pt x="104" y="94"/>
                  <ns1:pt x="105" y="97"/>
                  <ns1:pt x="105" y="100"/>
                </ns1:cubicBezTo>
                <ns1:lnTo>
                  <ns1:pt x="105" y="115"/>
                </ns1:lnTo>
                <ns1:close/>
                <ns1:moveTo>
                  <ns1:pt x="125" y="101"/>
                </ns1:moveTo>
                <ns1:cubicBezTo>
                  <ns1:pt x="125" y="109"/>
                  <ns1:pt x="125" y="109"/>
                  <ns1:pt x="125" y="109"/>
                </ns1:cubicBezTo>
                <ns1:cubicBezTo>
                  <ns1:pt x="114" y="109"/>
                  <ns1:pt x="114" y="109"/>
                  <ns1:pt x="114" y="109"/>
                </ns1:cubicBezTo>
                <ns1:cubicBezTo>
                  <ns1:pt x="114" y="115"/>
                  <ns1:pt x="114" y="115"/>
                  <ns1:pt x="114" y="115"/>
                </ns1:cubicBezTo>
                <ns1:cubicBezTo>
                  <ns1:pt x="114" y="115"/>
                  <ns1:pt x="114" y="117"/>
                  <ns1:pt x="117" y="117"/>
                </ns1:cubicBezTo>
                <ns1:cubicBezTo>
                  <ns1:pt x="119" y="117"/>
                  <ns1:pt x="119" y="115"/>
                  <ns1:pt x="119" y="115"/>
                </ns1:cubicBezTo>
                <ns1:cubicBezTo>
                  <ns1:pt x="119" y="112"/>
                  <ns1:pt x="119" y="112"/>
                  <ns1:pt x="119" y="112"/>
                </ns1:cubicBezTo>
                <ns1:cubicBezTo>
                  <ns1:pt x="125" y="112"/>
                  <ns1:pt x="125" y="112"/>
                  <ns1:pt x="125" y="112"/>
                </ns1:cubicBezTo>
                <ns1:cubicBezTo>
                  <ns1:pt x="125" y="116"/>
                  <ns1:pt x="125" y="116"/>
                  <ns1:pt x="125" y="116"/>
                </ns1:cubicBezTo>
                <ns1:cubicBezTo>
                  <ns1:pt x="125" y="116"/>
                  <ns1:pt x="124" y="122"/>
                  <ns1:pt x="117" y="122"/>
                </ns1:cubicBezTo>
                <ns1:cubicBezTo>
                  <ns1:pt x="111" y="122"/>
                  <ns1:pt x="109" y="116"/>
                  <ns1:pt x="109" y="116"/>
                </ns1:cubicBezTo>
                <ns1:cubicBezTo>
                  <ns1:pt x="109" y="101"/>
                  <ns1:pt x="109" y="101"/>
                  <ns1:pt x="109" y="101"/>
                </ns1:cubicBezTo>
                <ns1:cubicBezTo>
                  <ns1:pt x="109" y="101"/>
                  <ns1:pt x="109" y="94"/>
                  <ns1:pt x="117" y="94"/>
                </ns1:cubicBezTo>
                <ns1:cubicBezTo>
                  <ns1:pt x="125" y="94"/>
                  <ns1:pt x="125" y="101"/>
                  <ns1:pt x="125" y="101"/>
                </ns1:cubicBezTo>
                <ns1:moveTo>
                  <ns1:pt x="117" y="99"/>
                </ns1:moveTo>
                <ns1:cubicBezTo>
                  <ns1:pt x="114" y="99"/>
                  <ns1:pt x="114" y="101"/>
                  <ns1:pt x="114" y="101"/>
                </ns1:cubicBezTo>
                <ns1:cubicBezTo>
                  <ns1:pt x="114" y="105"/>
                  <ns1:pt x="114" y="105"/>
                  <ns1:pt x="114" y="105"/>
                </ns1:cubicBezTo>
                <ns1:cubicBezTo>
                  <ns1:pt x="119" y="105"/>
                  <ns1:pt x="119" y="105"/>
                  <ns1:pt x="119" y="105"/>
                </ns1:cubicBezTo>
                <ns1:cubicBezTo>
                  <ns1:pt x="119" y="101"/>
                  <ns1:pt x="119" y="101"/>
                  <ns1:pt x="119" y="101"/>
                </ns1:cubicBezTo>
                <ns1:cubicBezTo>
                  <ns1:pt x="119" y="101"/>
                  <ns1:pt x="119" y="99"/>
                  <ns1:pt x="117" y="99"/>
                </ns1:cubicBezTo>
              </ns1:path>
            </ns1:pathLst>
          </ns1:custGeom>
          <ns1:solidFill>
            <ns1:schemeClr val="tx1"/>
          </ns1:solidFill>
          <ns1:ln>
            <ns1:noFill/>
          </ns1:ln>
          <ns1:extLst/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en-US"/>
          </ns1:p>
        </ns0:txBody>
      </ns0:sp>
      <ns0:sp>
        <ns0:nvSpPr>
          <ns0:cNvPr id="40" name="Freeform 36"/>
          <ns0:cNvSpPr>
            <ns1:spLocks noEditPoints="1"/>
          </ns0:cNvSpPr>
          <ns0:nvPr/>
        </ns0:nvSpPr>
        <ns0:spPr bwMode="auto">
          <ns1:xfrm>
            <ns1:off x="2227263" y="3683001"/>
            <ns1:ext cx="557212" cy="557213"/>
          </ns1:xfrm>
          <ns1:custGeom>
            <ns1:avLst/>
            <ns1:gdLst>
              <ns1:gd name="T0" fmla="*/ 87 w 176"/>
              <ns1:gd name="T1" fmla="*/ 52 h 176"/>
              <ns1:gd name="T2" fmla="*/ 82 w 176"/>
              <ns1:gd name="T3" fmla="*/ 53 h 176"/>
              <ns1:gd name="T4" fmla="*/ 73 w 176"/>
              <ns1:gd name="T5" fmla="*/ 56 h 176"/>
              <ns1:gd name="T6" fmla="*/ 58 w 176"/>
              <ns1:gd name="T7" fmla="*/ 72 h 176"/>
              <ns1:gd name="T8" fmla="*/ 57 w 176"/>
              <ns1:gd name="T9" fmla="*/ 76 h 176"/>
              <ns1:gd name="T10" fmla="*/ 64 w 176"/>
              <ns1:gd name="T11" fmla="*/ 97 h 176"/>
              <ns1:gd name="T12" fmla="*/ 68 w 176"/>
              <ns1:gd name="T13" fmla="*/ 98 h 176"/>
              <ns1:gd name="T14" fmla="*/ 69 w 176"/>
              <ns1:gd name="T15" fmla="*/ 95 h 176"/>
              <ns1:gd name="T16" fmla="*/ 69 w 176"/>
              <ns1:gd name="T17" fmla="*/ 92 h 176"/>
              <ns1:gd name="T18" fmla="*/ 67 w 176"/>
              <ns1:gd name="T19" fmla="*/ 89 h 176"/>
              <ns1:gd name="T20" fmla="*/ 65 w 176"/>
              <ns1:gd name="T21" fmla="*/ 82 h 176"/>
              <ns1:gd name="T22" fmla="*/ 65 w 176"/>
              <ns1:gd name="T23" fmla="*/ 81 h 176"/>
              <ns1:gd name="T24" fmla="*/ 67 w 176"/>
              <ns1:gd name="T25" fmla="*/ 73 h 176"/>
              <ns1:gd name="T26" fmla="*/ 82 w 176"/>
              <ns1:gd name="T27" fmla="*/ 61 h 176"/>
              <ns1:gd name="T28" fmla="*/ 91 w 176"/>
              <ns1:gd name="T29" fmla="*/ 60 h 176"/>
              <ns1:gd name="T30" fmla="*/ 96 w 176"/>
              <ns1:gd name="T31" fmla="*/ 61 h 176"/>
              <ns1:gd name="T32" fmla="*/ 107 w 176"/>
              <ns1:gd name="T33" fmla="*/ 70 h 176"/>
              <ns1:gd name="T34" fmla="*/ 108 w 176"/>
              <ns1:gd name="T35" fmla="*/ 83 h 176"/>
              <ns1:gd name="T36" fmla="*/ 107 w 176"/>
              <ns1:gd name="T37" fmla="*/ 88 h 176"/>
              <ns1:gd name="T38" fmla="*/ 95 w 176"/>
              <ns1:gd name="T39" fmla="*/ 102 h 176"/>
              <ns1:gd name="T40" fmla="*/ 86 w 176"/>
              <ns1:gd name="T41" fmla="*/ 97 h 176"/>
              <ns1:gd name="T42" fmla="*/ 86 w 176"/>
              <ns1:gd name="T43" fmla="*/ 94 h 176"/>
              <ns1:gd name="T44" fmla="*/ 90 w 176"/>
              <ns1:gd name="T45" fmla="*/ 79 h 176"/>
              <ns1:gd name="T46" fmla="*/ 85 w 176"/>
              <ns1:gd name="T47" fmla="*/ 70 h 176"/>
              <ns1:gd name="T48" fmla="*/ 76 w 176"/>
              <ns1:gd name="T49" fmla="*/ 76 h 176"/>
              <ns1:gd name="T50" fmla="*/ 75 w 176"/>
              <ns1:gd name="T51" fmla="*/ 85 h 176"/>
              <ns1:gd name="T52" fmla="*/ 76 w 176"/>
              <ns1:gd name="T53" fmla="*/ 90 h 176"/>
              <ns1:gd name="T54" fmla="*/ 73 w 176"/>
              <ns1:gd name="T55" fmla="*/ 101 h 176"/>
              <ns1:gd name="T56" fmla="*/ 70 w 176"/>
              <ns1:gd name="T57" fmla="*/ 113 h 176"/>
              <ns1:gd name="T58" fmla="*/ 69 w 176"/>
              <ns1:gd name="T59" fmla="*/ 119 h 176"/>
              <ns1:gd name="T60" fmla="*/ 69 w 176"/>
              <ns1:gd name="T61" fmla="*/ 121 h 176"/>
              <ns1:gd name="T62" fmla="*/ 69 w 176"/>
              <ns1:gd name="T63" fmla="*/ 128 h 176"/>
              <ns1:gd name="T64" fmla="*/ 70 w 176"/>
              <ns1:gd name="T65" fmla="*/ 131 h 176"/>
              <ns1:gd name="T66" fmla="*/ 70 w 176"/>
              <ns1:gd name="T67" fmla="*/ 132 h 176"/>
              <ns1:gd name="T68" fmla="*/ 75 w 176"/>
              <ns1:gd name="T69" fmla="*/ 126 h 176"/>
              <ns1:gd name="T70" fmla="*/ 79 w 176"/>
              <ns1:gd name="T71" fmla="*/ 119 h 176"/>
              <ns1:gd name="T72" fmla="*/ 81 w 176"/>
              <ns1:gd name="T73" fmla="*/ 111 h 176"/>
              <ns1:gd name="T74" fmla="*/ 83 w 176"/>
              <ns1:gd name="T75" fmla="*/ 104 h 176"/>
              <ns1:gd name="T76" fmla="*/ 83 w 176"/>
              <ns1:gd name="T77" fmla="*/ 104 h 176"/>
              <ns1:gd name="T78" fmla="*/ 85 w 176"/>
              <ns1:gd name="T79" fmla="*/ 107 h 176"/>
              <ns1:gd name="T80" fmla="*/ 99 w 176"/>
              <ns1:gd name="T81" fmla="*/ 110 h 176"/>
              <ns1:gd name="T82" fmla="*/ 113 w 176"/>
              <ns1:gd name="T83" fmla="*/ 101 h 176"/>
              <ns1:gd name="T84" fmla="*/ 118 w 176"/>
              <ns1:gd name="T85" fmla="*/ 90 h 176"/>
              <ns1:gd name="T86" fmla="*/ 120 w 176"/>
              <ns1:gd name="T87" fmla="*/ 84 h 176"/>
              <ns1:gd name="T88" fmla="*/ 118 w 176"/>
              <ns1:gd name="T89" fmla="*/ 68 h 176"/>
              <ns1:gd name="T90" fmla="*/ 87 w 176"/>
              <ns1:gd name="T91" fmla="*/ 52 h 176"/>
              <ns1:gd name="T92" fmla="*/ 88 w 176"/>
              <ns1:gd name="T93" fmla="*/ 0 h 176"/>
              <ns1:gd name="T94" fmla="*/ 0 w 176"/>
              <ns1:gd name="T95" fmla="*/ 88 h 176"/>
              <ns1:gd name="T96" fmla="*/ 88 w 176"/>
              <ns1:gd name="T97" fmla="*/ 176 h 176"/>
              <ns1:gd name="T98" fmla="*/ 176 w 176"/>
              <ns1:gd name="T99" fmla="*/ 88 h 176"/>
              <ns1:gd name="T100" fmla="*/ 88 w 176"/>
              <ns1:gd name="T101" fmla="*/ 0 h 176"/>
              <ns1:gd name="T102" fmla="*/ 88 w 176"/>
              <ns1:gd name="T103" fmla="*/ 168 h 176"/>
              <ns1:gd name="T104" fmla="*/ 8 w 176"/>
              <ns1:gd name="T105" fmla="*/ 88 h 176"/>
              <ns1:gd name="T106" fmla="*/ 88 w 176"/>
              <ns1:gd name="T107" fmla="*/ 8 h 176"/>
              <ns1:gd name="T108" fmla="*/ 168 w 176"/>
              <ns1:gd name="T109" fmla="*/ 88 h 176"/>
              <ns1:gd name="T110" fmla="*/ 88 w 176"/>
              <ns1:gd name="T111" fmla="*/ 168 h 176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  <ns1:cxn ang="0">
                <ns1:pos x="T32" y="T33"/>
              </ns1:cxn>
              <ns1:cxn ang="0">
                <ns1:pos x="T34" y="T35"/>
              </ns1:cxn>
              <ns1:cxn ang="0">
                <ns1:pos x="T36" y="T37"/>
              </ns1:cxn>
              <ns1:cxn ang="0">
                <ns1:pos x="T38" y="T39"/>
              </ns1:cxn>
              <ns1:cxn ang="0">
                <ns1:pos x="T40" y="T41"/>
              </ns1:cxn>
              <ns1:cxn ang="0">
                <ns1:pos x="T42" y="T43"/>
              </ns1:cxn>
              <ns1:cxn ang="0">
                <ns1:pos x="T44" y="T45"/>
              </ns1:cxn>
              <ns1:cxn ang="0">
                <ns1:pos x="T46" y="T47"/>
              </ns1:cxn>
              <ns1:cxn ang="0">
                <ns1:pos x="T48" y="T49"/>
              </ns1:cxn>
              <ns1:cxn ang="0">
                <ns1:pos x="T50" y="T51"/>
              </ns1:cxn>
              <ns1:cxn ang="0">
                <ns1:pos x="T52" y="T53"/>
              </ns1:cxn>
              <ns1:cxn ang="0">
                <ns1:pos x="T54" y="T55"/>
              </ns1:cxn>
              <ns1:cxn ang="0">
                <ns1:pos x="T56" y="T57"/>
              </ns1:cxn>
              <ns1:cxn ang="0">
                <ns1:pos x="T58" y="T59"/>
              </ns1:cxn>
              <ns1:cxn ang="0">
                <ns1:pos x="T60" y="T61"/>
              </ns1:cxn>
              <ns1:cxn ang="0">
                <ns1:pos x="T62" y="T63"/>
              </ns1:cxn>
              <ns1:cxn ang="0">
                <ns1:pos x="T64" y="T65"/>
              </ns1:cxn>
              <ns1:cxn ang="0">
                <ns1:pos x="T66" y="T67"/>
              </ns1:cxn>
              <ns1:cxn ang="0">
                <ns1:pos x="T68" y="T69"/>
              </ns1:cxn>
              <ns1:cxn ang="0">
                <ns1:pos x="T70" y="T71"/>
              </ns1:cxn>
              <ns1:cxn ang="0">
                <ns1:pos x="T72" y="T73"/>
              </ns1:cxn>
              <ns1:cxn ang="0">
                <ns1:pos x="T74" y="T75"/>
              </ns1:cxn>
              <ns1:cxn ang="0">
                <ns1:pos x="T76" y="T77"/>
              </ns1:cxn>
              <ns1:cxn ang="0">
                <ns1:pos x="T78" y="T79"/>
              </ns1:cxn>
              <ns1:cxn ang="0">
                <ns1:pos x="T80" y="T81"/>
              </ns1:cxn>
              <ns1:cxn ang="0">
                <ns1:pos x="T82" y="T83"/>
              </ns1:cxn>
              <ns1:cxn ang="0">
                <ns1:pos x="T84" y="T85"/>
              </ns1:cxn>
              <ns1:cxn ang="0">
                <ns1:pos x="T86" y="T87"/>
              </ns1:cxn>
              <ns1:cxn ang="0">
                <ns1:pos x="T88" y="T89"/>
              </ns1:cxn>
              <ns1:cxn ang="0">
                <ns1:pos x="T90" y="T91"/>
              </ns1:cxn>
              <ns1:cxn ang="0">
                <ns1:pos x="T92" y="T93"/>
              </ns1:cxn>
              <ns1:cxn ang="0">
                <ns1:pos x="T94" y="T95"/>
              </ns1:cxn>
              <ns1:cxn ang="0">
                <ns1:pos x="T96" y="T97"/>
              </ns1:cxn>
              <ns1:cxn ang="0">
                <ns1:pos x="T98" y="T99"/>
              </ns1:cxn>
              <ns1:cxn ang="0">
                <ns1:pos x="T100" y="T101"/>
              </ns1:cxn>
              <ns1:cxn ang="0">
                <ns1:pos x="T102" y="T103"/>
              </ns1:cxn>
              <ns1:cxn ang="0">
                <ns1:pos x="T104" y="T105"/>
              </ns1:cxn>
              <ns1:cxn ang="0">
                <ns1:pos x="T106" y="T107"/>
              </ns1:cxn>
              <ns1:cxn ang="0">
                <ns1:pos x="T108" y="T109"/>
              </ns1:cxn>
              <ns1:cxn ang="0">
                <ns1:pos x="T110" y="T111"/>
              </ns1:cxn>
            </ns1:cxnLst>
            <ns1:rect l="0" t="0" r="r" b="b"/>
            <ns1:pathLst>
              <ns1:path w="176" h="176">
                <ns1:moveTo>
                  <ns1:pt x="87" y="52"/>
                </ns1:moveTo>
                <ns1:cubicBezTo>
                  <ns1:pt x="85" y="52"/>
                  <ns1:pt x="84" y="52"/>
                  <ns1:pt x="82" y="53"/>
                </ns1:cubicBezTo>
                <ns1:cubicBezTo>
                  <ns1:pt x="79" y="53"/>
                  <ns1:pt x="75" y="54"/>
                  <ns1:pt x="73" y="56"/>
                </ns1:cubicBezTo>
                <ns1:cubicBezTo>
                  <ns1:pt x="66" y="60"/>
                  <ns1:pt x="61" y="64"/>
                  <ns1:pt x="58" y="72"/>
                </ns1:cubicBezTo>
                <ns1:cubicBezTo>
                  <ns1:pt x="57" y="73"/>
                  <ns1:pt x="57" y="75"/>
                  <ns1:pt x="57" y="76"/>
                </ns1:cubicBezTo>
                <ns1:cubicBezTo>
                  <ns1:pt x="54" y="85"/>
                  <ns1:pt x="59" y="94"/>
                  <ns1:pt x="64" y="97"/>
                </ns1:cubicBezTo>
                <ns1:cubicBezTo>
                  <ns1:pt x="65" y="98"/>
                  <ns1:pt x="67" y="99"/>
                  <ns1:pt x="68" y="98"/>
                </ns1:cubicBezTo>
                <ns1:cubicBezTo>
                  <ns1:pt x="69" y="97"/>
                  <ns1:pt x="68" y="96"/>
                  <ns1:pt x="69" y="95"/>
                </ns1:cubicBezTo>
                <ns1:cubicBezTo>
                  <ns1:pt x="69" y="94"/>
                  <ns1:pt x="70" y="93"/>
                  <ns1:pt x="69" y="92"/>
                </ns1:cubicBezTo>
                <ns1:cubicBezTo>
                  <ns1:pt x="69" y="91"/>
                  <ns1:pt x="68" y="90"/>
                  <ns1:pt x="67" y="89"/>
                </ns1:cubicBezTo>
                <ns1:cubicBezTo>
                  <ns1:pt x="66" y="87"/>
                  <ns1:pt x="66" y="85"/>
                  <ns1:pt x="65" y="82"/>
                </ns1:cubicBezTo>
                <ns1:cubicBezTo>
                  <ns1:pt x="65" y="82"/>
                  <ns1:pt x="65" y="81"/>
                  <ns1:pt x="65" y="81"/>
                </ns1:cubicBezTo>
                <ns1:cubicBezTo>
                  <ns1:pt x="66" y="78"/>
                  <ns1:pt x="66" y="76"/>
                  <ns1:pt x="67" y="73"/>
                </ns1:cubicBezTo>
                <ns1:cubicBezTo>
                  <ns1:pt x="70" y="67"/>
                  <ns1:pt x="75" y="63"/>
                  <ns1:pt x="82" y="61"/>
                </ns1:cubicBezTo>
                <ns1:cubicBezTo>
                  <ns1:pt x="84" y="60"/>
                  <ns1:pt x="89" y="59"/>
                  <ns1:pt x="91" y="60"/>
                </ns1:cubicBezTo>
                <ns1:cubicBezTo>
                  <ns1:pt x="93" y="60"/>
                  <ns1:pt x="94" y="60"/>
                  <ns1:pt x="96" y="61"/>
                </ns1:cubicBezTo>
                <ns1:cubicBezTo>
                  <ns1:pt x="101" y="62"/>
                  <ns1:pt x="105" y="65"/>
                  <ns1:pt x="107" y="70"/>
                </ns1:cubicBezTo>
                <ns1:cubicBezTo>
                  <ns1:pt x="108" y="73"/>
                  <ns1:pt x="109" y="79"/>
                  <ns1:pt x="108" y="83"/>
                </ns1:cubicBezTo>
                <ns1:cubicBezTo>
                  <ns1:pt x="107" y="85"/>
                  <ns1:pt x="107" y="87"/>
                  <ns1:pt x="107" y="88"/>
                </ns1:cubicBezTo>
                <ns1:cubicBezTo>
                  <ns1:pt x="105" y="94"/>
                  <ns1:pt x="102" y="100"/>
                  <ns1:pt x="95" y="102"/>
                </ns1:cubicBezTo>
                <ns1:cubicBezTo>
                  <ns1:pt x="91" y="103"/>
                  <ns1:pt x="87" y="100"/>
                  <ns1:pt x="86" y="97"/>
                </ns1:cubicBezTo>
                <ns1:cubicBezTo>
                  <ns1:pt x="86" y="97"/>
                  <ns1:pt x="85" y="95"/>
                  <ns1:pt x="86" y="94"/>
                </ns1:cubicBezTo>
                <ns1:cubicBezTo>
                  <ns1:pt x="87" y="89"/>
                  <ns1:pt x="89" y="84"/>
                  <ns1:pt x="90" y="79"/>
                </ns1:cubicBezTo>
                <ns1:cubicBezTo>
                  <ns1:pt x="91" y="75"/>
                  <ns1:pt x="89" y="71"/>
                  <ns1:pt x="85" y="70"/>
                </ns1:cubicBezTo>
                <ns1:cubicBezTo>
                  <ns1:pt x="80" y="69"/>
                  <ns1:pt x="77" y="73"/>
                  <ns1:pt x="76" y="76"/>
                </ns1:cubicBezTo>
                <ns1:cubicBezTo>
                  <ns1:pt x="75" y="78"/>
                  <ns1:pt x="74" y="82"/>
                  <ns1:pt x="75" y="85"/>
                </ns1:cubicBezTo>
                <ns1:cubicBezTo>
                  <ns1:pt x="75" y="86"/>
                  <ns1:pt x="76" y="89"/>
                  <ns1:pt x="76" y="90"/>
                </ns1:cubicBezTo>
                <ns1:cubicBezTo>
                  <ns1:pt x="75" y="93"/>
                  <ns1:pt x="74" y="98"/>
                  <ns1:pt x="73" y="101"/>
                </ns1:cubicBezTo>
                <ns1:cubicBezTo>
                  <ns1:pt x="72" y="105"/>
                  <ns1:pt x="71" y="109"/>
                  <ns1:pt x="70" y="113"/>
                </ns1:cubicBezTo>
                <ns1:cubicBezTo>
                  <ns1:pt x="70" y="115"/>
                  <ns1:pt x="70" y="117"/>
                  <ns1:pt x="69" y="119"/>
                </ns1:cubicBezTo>
                <ns1:cubicBezTo>
                  <ns1:pt x="69" y="121"/>
                  <ns1:pt x="69" y="121"/>
                  <ns1:pt x="69" y="121"/>
                </ns1:cubicBezTo>
                <ns1:cubicBezTo>
                  <ns1:pt x="69" y="123"/>
                  <ns1:pt x="69" y="126"/>
                  <ns1:pt x="69" y="128"/>
                </ns1:cubicBezTo>
                <ns1:cubicBezTo>
                  <ns1:pt x="70" y="129"/>
                  <ns1:pt x="69" y="130"/>
                  <ns1:pt x="70" y="131"/>
                </ns1:cubicBezTo>
                <ns1:cubicBezTo>
                  <ns1:pt x="70" y="132"/>
                  <ns1:pt x="70" y="132"/>
                  <ns1:pt x="70" y="132"/>
                </ns1:cubicBezTo>
                <ns1:cubicBezTo>
                  <ns1:pt x="72" y="132"/>
                  <ns1:pt x="74" y="128"/>
                  <ns1:pt x="75" y="126"/>
                </ns1:cubicBezTo>
                <ns1:cubicBezTo>
                  <ns1:pt x="76" y="124"/>
                  <ns1:pt x="78" y="121"/>
                  <ns1:pt x="79" y="119"/>
                </ns1:cubicBezTo>
                <ns1:cubicBezTo>
                  <ns1:pt x="80" y="116"/>
                  <ns1:pt x="80" y="113"/>
                  <ns1:pt x="81" y="111"/>
                </ns1:cubicBezTo>
                <ns1:cubicBezTo>
                  <ns1:pt x="82" y="109"/>
                  <ns1:pt x="83" y="106"/>
                  <ns1:pt x="83" y="104"/>
                </ns1:cubicBezTo>
                <ns1:cubicBezTo>
                  <ns1:pt x="83" y="104"/>
                  <ns1:pt x="83" y="104"/>
                  <ns1:pt x="83" y="104"/>
                </ns1:cubicBezTo>
                <ns1:cubicBezTo>
                  <ns1:pt x="83" y="105"/>
                  <ns1:pt x="84" y="106"/>
                  <ns1:pt x="85" y="107"/>
                </ns1:cubicBezTo>
                <ns1:cubicBezTo>
                  <ns1:pt x="88" y="109"/>
                  <ns1:pt x="93" y="111"/>
                  <ns1:pt x="99" y="110"/>
                </ns1:cubicBezTo>
                <ns1:cubicBezTo>
                  <ns1:pt x="105" y="108"/>
                  <ns1:pt x="110" y="105"/>
                  <ns1:pt x="113" y="101"/>
                </ns1:cubicBezTo>
                <ns1:cubicBezTo>
                  <ns1:pt x="115" y="98"/>
                  <ns1:pt x="117" y="94"/>
                  <ns1:pt x="118" y="90"/>
                </ns1:cubicBezTo>
                <ns1:cubicBezTo>
                  <ns1:pt x="119" y="88"/>
                  <ns1:pt x="119" y="86"/>
                  <ns1:pt x="120" y="84"/>
                </ns1:cubicBezTo>
                <ns1:cubicBezTo>
                  <ns1:pt x="121" y="78"/>
                  <ns1:pt x="119" y="72"/>
                  <ns1:pt x="118" y="68"/>
                </ns1:cubicBezTo>
                <ns1:cubicBezTo>
                  <ns1:pt x="113" y="58"/>
                  <ns1:pt x="103" y="52"/>
                  <ns1:pt x="87" y="52"/>
                </ns1:cubicBezTo>
                <ns1:moveTo>
                  <ns1:pt x="88" y="0"/>
                </ns1:moveTo>
                <ns1:cubicBezTo>
                  <ns1:pt x="39" y="0"/>
                  <ns1:pt x="0" y="39"/>
                  <ns1:pt x="0" y="88"/>
                </ns1:cubicBezTo>
                <ns1:cubicBezTo>
                  <ns1:pt x="0" y="137"/>
                  <ns1:pt x="39" y="176"/>
                  <ns1:pt x="88" y="176"/>
                </ns1:cubicBezTo>
                <ns1:cubicBezTo>
                  <ns1:pt x="137" y="176"/>
                  <ns1:pt x="176" y="137"/>
                  <ns1:pt x="176" y="88"/>
                </ns1:cubicBezTo>
                <ns1:cubicBezTo>
                  <ns1:pt x="176" y="39"/>
                  <ns1:pt x="137" y="0"/>
                  <ns1:pt x="88" y="0"/>
                </ns1:cubicBezTo>
                <ns1:moveTo>
                  <ns1:pt x="88" y="168"/>
                </ns1:moveTo>
                <ns1:cubicBezTo>
                  <ns1:pt x="44" y="168"/>
                  <ns1:pt x="8" y="132"/>
                  <ns1:pt x="8" y="88"/>
                </ns1:cubicBezTo>
                <ns1:cubicBezTo>
                  <ns1:pt x="8" y="44"/>
                  <ns1:pt x="44" y="8"/>
                  <ns1:pt x="88" y="8"/>
                </ns1:cubicBezTo>
                <ns1:cubicBezTo>
                  <ns1:pt x="132" y="8"/>
                  <ns1:pt x="168" y="44"/>
                  <ns1:pt x="168" y="88"/>
                </ns1:cubicBezTo>
                <ns1:cubicBezTo>
                  <ns1:pt x="168" y="132"/>
                  <ns1:pt x="132" y="168"/>
                  <ns1:pt x="88" y="168"/>
                </ns1:cubicBezTo>
              </ns1:path>
            </ns1:pathLst>
          </ns1:custGeom>
          <ns1:solidFill>
            <ns1:schemeClr val="tx1"/>
          </ns1:solidFill>
          <ns1:ln>
            <ns1:noFill/>
          </ns1:ln>
          <ns1:extLst/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en-US"/>
          </ns1:p>
        </ns0:txBody>
      </ns0:sp>
      <ns0:sp>
        <ns0:nvSpPr>
          <ns0:cNvPr id="41" name="Freeform 37"/>
          <ns0:cNvSpPr>
            <ns1:spLocks noEditPoints="1"/>
          </ns0:cNvSpPr>
          <ns0:nvPr/>
        </ns0:nvSpPr>
        <ns0:spPr bwMode="auto">
          <ns1:xfrm>
            <ns1:off x="3290888" y="3683001"/>
            <ns1:ext cx="555625" cy="557213"/>
          </ns1:xfrm>
          <ns1:custGeom>
            <ns1:avLst/>
            <ns1:gdLst>
              <ns1:gd name="T0" fmla="*/ 116 w 176"/>
              <ns1:gd name="T1" fmla="*/ 56 h 176"/>
              <ns1:gd name="T2" fmla="*/ 94 w 176"/>
              <ns1:gd name="T3" fmla="*/ 73 h 176"/>
              <ns1:gd name="T4" fmla="*/ 100 w 176"/>
              <ns1:gd name="T5" fmla="*/ 72 h 176"/>
              <ns1:gd name="T6" fmla="*/ 105 w 176"/>
              <ns1:gd name="T7" fmla="*/ 78 h 176"/>
              <ns1:gd name="T8" fmla="*/ 100 w 176"/>
              <ns1:gd name="T9" fmla="*/ 90 h 176"/>
              <ns1:gd name="T10" fmla="*/ 92 w 176"/>
              <ns1:gd name="T11" fmla="*/ 97 h 176"/>
              <ns1:gd name="T12" fmla="*/ 86 w 176"/>
              <ns1:gd name="T13" fmla="*/ 86 h 176"/>
              <ns1:gd name="T14" fmla="*/ 83 w 176"/>
              <ns1:gd name="T15" fmla="*/ 69 h 176"/>
              <ns1:gd name="T16" fmla="*/ 71 w 176"/>
              <ns1:gd name="T17" fmla="*/ 57 h 176"/>
              <ns1:gd name="T18" fmla="*/ 60 w 176"/>
              <ns1:gd name="T19" fmla="*/ 63 h 176"/>
              <ns1:gd name="T20" fmla="*/ 48 w 176"/>
              <ns1:gd name="T21" fmla="*/ 73 h 176"/>
              <ns1:gd name="T22" fmla="*/ 52 w 176"/>
              <ns1:gd name="T23" fmla="*/ 78 h 176"/>
              <ns1:gd name="T24" fmla="*/ 58 w 176"/>
              <ns1:gd name="T25" fmla="*/ 74 h 176"/>
              <ns1:gd name="T26" fmla="*/ 66 w 176"/>
              <ns1:gd name="T27" fmla="*/ 86 h 176"/>
              <ns1:gd name="T28" fmla="*/ 72 w 176"/>
              <ns1:gd name="T29" fmla="*/ 108 h 176"/>
              <ns1:gd name="T30" fmla="*/ 84 w 176"/>
              <ns1:gd name="T31" fmla="*/ 120 h 176"/>
              <ns1:gd name="T32" fmla="*/ 112 w 176"/>
              <ns1:gd name="T33" fmla="*/ 100 h 176"/>
              <ns1:gd name="T34" fmla="*/ 128 w 176"/>
              <ns1:gd name="T35" fmla="*/ 71 h 176"/>
              <ns1:gd name="T36" fmla="*/ 116 w 176"/>
              <ns1:gd name="T37" fmla="*/ 56 h 176"/>
              <ns1:gd name="T38" fmla="*/ 88 w 176"/>
              <ns1:gd name="T39" fmla="*/ 0 h 176"/>
              <ns1:gd name="T40" fmla="*/ 0 w 176"/>
              <ns1:gd name="T41" fmla="*/ 88 h 176"/>
              <ns1:gd name="T42" fmla="*/ 88 w 176"/>
              <ns1:gd name="T43" fmla="*/ 176 h 176"/>
              <ns1:gd name="T44" fmla="*/ 176 w 176"/>
              <ns1:gd name="T45" fmla="*/ 88 h 176"/>
              <ns1:gd name="T46" fmla="*/ 88 w 176"/>
              <ns1:gd name="T47" fmla="*/ 0 h 176"/>
              <ns1:gd name="T48" fmla="*/ 88 w 176"/>
              <ns1:gd name="T49" fmla="*/ 168 h 176"/>
              <ns1:gd name="T50" fmla="*/ 8 w 176"/>
              <ns1:gd name="T51" fmla="*/ 88 h 176"/>
              <ns1:gd name="T52" fmla="*/ 88 w 176"/>
              <ns1:gd name="T53" fmla="*/ 8 h 176"/>
              <ns1:gd name="T54" fmla="*/ 168 w 176"/>
              <ns1:gd name="T55" fmla="*/ 88 h 176"/>
              <ns1:gd name="T56" fmla="*/ 88 w 176"/>
              <ns1:gd name="T57" fmla="*/ 168 h 176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  <ns1:cxn ang="0">
                <ns1:pos x="T32" y="T33"/>
              </ns1:cxn>
              <ns1:cxn ang="0">
                <ns1:pos x="T34" y="T35"/>
              </ns1:cxn>
              <ns1:cxn ang="0">
                <ns1:pos x="T36" y="T37"/>
              </ns1:cxn>
              <ns1:cxn ang="0">
                <ns1:pos x="T38" y="T39"/>
              </ns1:cxn>
              <ns1:cxn ang="0">
                <ns1:pos x="T40" y="T41"/>
              </ns1:cxn>
              <ns1:cxn ang="0">
                <ns1:pos x="T42" y="T43"/>
              </ns1:cxn>
              <ns1:cxn ang="0">
                <ns1:pos x="T44" y="T45"/>
              </ns1:cxn>
              <ns1:cxn ang="0">
                <ns1:pos x="T46" y="T47"/>
              </ns1:cxn>
              <ns1:cxn ang="0">
                <ns1:pos x="T48" y="T49"/>
              </ns1:cxn>
              <ns1:cxn ang="0">
                <ns1:pos x="T50" y="T51"/>
              </ns1:cxn>
              <ns1:cxn ang="0">
                <ns1:pos x="T52" y="T53"/>
              </ns1:cxn>
              <ns1:cxn ang="0">
                <ns1:pos x="T54" y="T55"/>
              </ns1:cxn>
              <ns1:cxn ang="0">
                <ns1:pos x="T56" y="T57"/>
              </ns1:cxn>
            </ns1:cxnLst>
            <ns1:rect l="0" t="0" r="r" b="b"/>
            <ns1:pathLst>
              <ns1:path w="176" h="176">
                <ns1:moveTo>
                  <ns1:pt x="116" y="56"/>
                </ns1:moveTo>
                <ns1:cubicBezTo>
                  <ns1:pt x="105" y="56"/>
                  <ns1:pt x="98" y="61"/>
                  <ns1:pt x="94" y="73"/>
                </ns1:cubicBezTo>
                <ns1:cubicBezTo>
                  <ns1:pt x="96" y="72"/>
                  <ns1:pt x="98" y="72"/>
                  <ns1:pt x="100" y="72"/>
                </ns1:cubicBezTo>
                <ns1:cubicBezTo>
                  <ns1:pt x="104" y="72"/>
                  <ns1:pt x="106" y="74"/>
                  <ns1:pt x="105" y="78"/>
                </ns1:cubicBezTo>
                <ns1:cubicBezTo>
                  <ns1:pt x="105" y="81"/>
                  <ns1:pt x="103" y="85"/>
                  <ns1:pt x="100" y="90"/>
                </ns1:cubicBezTo>
                <ns1:cubicBezTo>
                  <ns1:pt x="96" y="94"/>
                  <ns1:pt x="94" y="97"/>
                  <ns1:pt x="92" y="97"/>
                </ns1:cubicBezTo>
                <ns1:cubicBezTo>
                  <ns1:pt x="90" y="97"/>
                  <ns1:pt x="88" y="93"/>
                  <ns1:pt x="86" y="86"/>
                </ns1:cubicBezTo>
                <ns1:cubicBezTo>
                  <ns1:pt x="86" y="83"/>
                  <ns1:pt x="85" y="78"/>
                  <ns1:pt x="83" y="69"/>
                </ns1:cubicBezTo>
                <ns1:cubicBezTo>
                  <ns1:pt x="82" y="60"/>
                  <ns1:pt x="78" y="56"/>
                  <ns1:pt x="71" y="57"/>
                </ns1:cubicBezTo>
                <ns1:cubicBezTo>
                  <ns1:pt x="69" y="57"/>
                  <ns1:pt x="65" y="59"/>
                  <ns1:pt x="60" y="63"/>
                </ns1:cubicBezTo>
                <ns1:cubicBezTo>
                  <ns1:pt x="56" y="67"/>
                  <ns1:pt x="52" y="70"/>
                  <ns1:pt x="48" y="73"/>
                </ns1:cubicBezTo>
                <ns1:cubicBezTo>
                  <ns1:pt x="52" y="78"/>
                  <ns1:pt x="52" y="78"/>
                  <ns1:pt x="52" y="78"/>
                </ns1:cubicBezTo>
                <ns1:cubicBezTo>
                  <ns1:pt x="55" y="75"/>
                  <ns1:pt x="57" y="74"/>
                  <ns1:pt x="58" y="74"/>
                </ns1:cubicBezTo>
                <ns1:cubicBezTo>
                  <ns1:pt x="61" y="74"/>
                  <ns1:pt x="63" y="78"/>
                  <ns1:pt x="66" y="86"/>
                </ns1:cubicBezTo>
                <ns1:cubicBezTo>
                  <ns1:pt x="68" y="93"/>
                  <ns1:pt x="70" y="101"/>
                  <ns1:pt x="72" y="108"/>
                </ns1:cubicBezTo>
                <ns1:cubicBezTo>
                  <ns1:pt x="75" y="116"/>
                  <ns1:pt x="79" y="120"/>
                  <ns1:pt x="84" y="120"/>
                </ns1:cubicBezTo>
                <ns1:cubicBezTo>
                  <ns1:pt x="92" y="120"/>
                  <ns1:pt x="101" y="113"/>
                  <ns1:pt x="112" y="100"/>
                </ns1:cubicBezTo>
                <ns1:cubicBezTo>
                  <ns1:pt x="122" y="88"/>
                  <ns1:pt x="128" y="78"/>
                  <ns1:pt x="128" y="71"/>
                </ns1:cubicBezTo>
                <ns1:cubicBezTo>
                  <ns1:pt x="129" y="61"/>
                  <ns1:pt x="125" y="56"/>
                  <ns1:pt x="116" y="56"/>
                </ns1:cubicBezTo>
                <ns1:moveTo>
                  <ns1:pt x="88" y="0"/>
                </ns1:moveTo>
                <ns1:cubicBezTo>
                  <ns1:pt x="39" y="0"/>
                  <ns1:pt x="0" y="39"/>
                  <ns1:pt x="0" y="88"/>
                </ns1:cubicBezTo>
                <ns1:cubicBezTo>
                  <ns1:pt x="0" y="137"/>
                  <ns1:pt x="39" y="176"/>
                  <ns1:pt x="88" y="176"/>
                </ns1:cubicBezTo>
                <ns1:cubicBezTo>
                  <ns1:pt x="137" y="176"/>
                  <ns1:pt x="176" y="137"/>
                  <ns1:pt x="176" y="88"/>
                </ns1:cubicBezTo>
                <ns1:cubicBezTo>
                  <ns1:pt x="176" y="39"/>
                  <ns1:pt x="137" y="0"/>
                  <ns1:pt x="88" y="0"/>
                </ns1:cubicBezTo>
                <ns1:moveTo>
                  <ns1:pt x="88" y="168"/>
                </ns1:moveTo>
                <ns1:cubicBezTo>
                  <ns1:pt x="44" y="168"/>
                  <ns1:pt x="8" y="132"/>
                  <ns1:pt x="8" y="88"/>
                </ns1:cubicBezTo>
                <ns1:cubicBezTo>
                  <ns1:pt x="8" y="44"/>
                  <ns1:pt x="44" y="8"/>
                  <ns1:pt x="88" y="8"/>
                </ns1:cubicBezTo>
                <ns1:cubicBezTo>
                  <ns1:pt x="132" y="8"/>
                  <ns1:pt x="168" y="44"/>
                  <ns1:pt x="168" y="88"/>
                </ns1:cubicBezTo>
                <ns1:cubicBezTo>
                  <ns1:pt x="168" y="132"/>
                  <ns1:pt x="132" y="168"/>
                  <ns1:pt x="88" y="168"/>
                </ns1:cubicBezTo>
              </ns1:path>
            </ns1:pathLst>
          </ns1:custGeom>
          <ns1:solidFill>
            <ns1:schemeClr val="tx1"/>
          </ns1:solidFill>
          <ns1:ln>
            <ns1:noFill/>
          </ns1:ln>
          <ns1:extLst/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en-US"/>
          </ns1:p>
        </ns0:txBody>
      </ns0:sp>
      <ns0:sp>
        <ns0:nvSpPr>
          <ns0:cNvPr id="42" name="Freeform 38"/>
          <ns0:cNvSpPr>
            <ns1:spLocks noEditPoints="1"/>
          </ns0:cNvSpPr>
          <ns0:nvPr/>
        </ns0:nvSpPr>
        <ns0:spPr bwMode="auto">
          <ns1:xfrm>
            <ns1:off x="4352925" y="3683001"/>
            <ns1:ext cx="557212" cy="557213"/>
          </ns1:xfrm>
          <ns1:custGeom>
            <ns1:avLst/>
            <ns1:gdLst>
              <ns1:gd name="T0" fmla="*/ 88 w 176"/>
              <ns1:gd name="T1" fmla="*/ 0 h 176"/>
              <ns1:gd name="T2" fmla="*/ 0 w 176"/>
              <ns1:gd name="T3" fmla="*/ 88 h 176"/>
              <ns1:gd name="T4" fmla="*/ 88 w 176"/>
              <ns1:gd name="T5" fmla="*/ 176 h 176"/>
              <ns1:gd name="T6" fmla="*/ 176 w 176"/>
              <ns1:gd name="T7" fmla="*/ 88 h 176"/>
              <ns1:gd name="T8" fmla="*/ 88 w 176"/>
              <ns1:gd name="T9" fmla="*/ 0 h 176"/>
              <ns1:gd name="T10" fmla="*/ 88 w 176"/>
              <ns1:gd name="T11" fmla="*/ 168 h 176"/>
              <ns1:gd name="T12" fmla="*/ 8 w 176"/>
              <ns1:gd name="T13" fmla="*/ 88 h 176"/>
              <ns1:gd name="T14" fmla="*/ 88 w 176"/>
              <ns1:gd name="T15" fmla="*/ 8 h 176"/>
              <ns1:gd name="T16" fmla="*/ 168 w 176"/>
              <ns1:gd name="T17" fmla="*/ 88 h 176"/>
              <ns1:gd name="T18" fmla="*/ 88 w 176"/>
              <ns1:gd name="T19" fmla="*/ 168 h 176"/>
              <ns1:gd name="T20" fmla="*/ 88 w 176"/>
              <ns1:gd name="T21" fmla="*/ 91 h 176"/>
              <ns1:gd name="T22" fmla="*/ 84 w 176"/>
              <ns1:gd name="T23" fmla="*/ 87 h 176"/>
              <ns1:gd name="T24" fmla="*/ 87 w 176"/>
              <ns1:gd name="T25" fmla="*/ 83 h 176"/>
              <ns1:gd name="T26" fmla="*/ 93 w 176"/>
              <ns1:gd name="T27" fmla="*/ 72 h 176"/>
              <ns1:gd name="T28" fmla="*/ 90 w 176"/>
              <ns1:gd name="T29" fmla="*/ 62 h 176"/>
              <ns1:gd name="T30" fmla="*/ 92 w 176"/>
              <ns1:gd name="T31" fmla="*/ 62 h 176"/>
              <ns1:gd name="T32" fmla="*/ 100 w 176"/>
              <ns1:gd name="T33" fmla="*/ 56 h 176"/>
              <ns1:gd name="T34" fmla="*/ 77 w 176"/>
              <ns1:gd name="T35" fmla="*/ 56 h 176"/>
              <ns1:gd name="T36" fmla="*/ 60 w 176"/>
              <ns1:gd name="T37" fmla="*/ 71 h 176"/>
              <ns1:gd name="T38" fmla="*/ 74 w 176"/>
              <ns1:gd name="T39" fmla="*/ 87 h 176"/>
              <ns1:gd name="T40" fmla="*/ 74 w 176"/>
              <ns1:gd name="T41" fmla="*/ 89 h 176"/>
              <ns1:gd name="T42" fmla="*/ 75 w 176"/>
              <ns1:gd name="T43" fmla="*/ 92 h 176"/>
              <ns1:gd name="T44" fmla="*/ 56 w 176"/>
              <ns1:gd name="T45" fmla="*/ 107 h 176"/>
              <ns1:gd name="T46" fmla="*/ 76 w 176"/>
              <ns1:gd name="T47" fmla="*/ 120 h 176"/>
              <ns1:gd name="T48" fmla="*/ 95 w 176"/>
              <ns1:gd name="T49" fmla="*/ 105 h 176"/>
              <ns1:gd name="T50" fmla="*/ 88 w 176"/>
              <ns1:gd name="T51" fmla="*/ 91 h 176"/>
              <ns1:gd name="T52" fmla="*/ 70 w 176"/>
              <ns1:gd name="T53" fmla="*/ 71 h 176"/>
              <ns1:gd name="T54" fmla="*/ 71 w 176"/>
              <ns1:gd name="T55" fmla="*/ 64 h 176"/>
              <ns1:gd name="T56" fmla="*/ 75 w 176"/>
              <ns1:gd name="T57" fmla="*/ 62 h 176"/>
              <ns1:gd name="T58" fmla="*/ 75 w 176"/>
              <ns1:gd name="T59" fmla="*/ 60 h 176"/>
              <ns1:gd name="T60" fmla="*/ 75 w 176"/>
              <ns1:gd name="T61" fmla="*/ 62 h 176"/>
              <ns1:gd name="T62" fmla="*/ 83 w 176"/>
              <ns1:gd name="T63" fmla="*/ 72 h 176"/>
              <ns1:gd name="T64" fmla="*/ 81 w 176"/>
              <ns1:gd name="T65" fmla="*/ 80 h 176"/>
              <ns1:gd name="T66" fmla="*/ 78 w 176"/>
              <ns1:gd name="T67" fmla="*/ 81 h 176"/>
              <ns1:gd name="T68" fmla="*/ 78 w 176"/>
              <ns1:gd name="T69" fmla="*/ 81 h 176"/>
              <ns1:gd name="T70" fmla="*/ 70 w 176"/>
              <ns1:gd name="T71" fmla="*/ 71 h 176"/>
              <ns1:gd name="T72" fmla="*/ 76 w 176"/>
              <ns1:gd name="T73" fmla="*/ 114 h 176"/>
              <ns1:gd name="T74" fmla="*/ 66 w 176"/>
              <ns1:gd name="T75" fmla="*/ 105 h 176"/>
              <ns1:gd name="T76" fmla="*/ 77 w 176"/>
              <ns1:gd name="T77" fmla="*/ 97 h 176"/>
              <ns1:gd name="T78" fmla="*/ 77 w 176"/>
              <ns1:gd name="T79" fmla="*/ 96 h 176"/>
              <ns1:gd name="T80" fmla="*/ 77 w 176"/>
              <ns1:gd name="T81" fmla="*/ 96 h 176"/>
              <ns1:gd name="T82" fmla="*/ 77 w 176"/>
              <ns1:gd name="T83" fmla="*/ 97 h 176"/>
              <ns1:gd name="T84" fmla="*/ 81 w 176"/>
              <ns1:gd name="T85" fmla="*/ 98 h 176"/>
              <ns1:gd name="T86" fmla="*/ 82 w 176"/>
              <ns1:gd name="T87" fmla="*/ 99 h 176"/>
              <ns1:gd name="T88" fmla="*/ 87 w 176"/>
              <ns1:gd name="T89" fmla="*/ 104 h 176"/>
              <ns1:gd name="T90" fmla="*/ 87 w 176"/>
              <ns1:gd name="T91" fmla="*/ 106 h 176"/>
              <ns1:gd name="T92" fmla="*/ 76 w 176"/>
              <ns1:gd name="T93" fmla="*/ 114 h 176"/>
              <ns1:gd name="T94" fmla="*/ 120 w 176"/>
              <ns1:gd name="T95" fmla="*/ 60 h 176"/>
              <ns1:gd name="T96" fmla="*/ 112 w 176"/>
              <ns1:gd name="T97" fmla="*/ 60 h 176"/>
              <ns1:gd name="T98" fmla="*/ 112 w 176"/>
              <ns1:gd name="T99" fmla="*/ 72 h 176"/>
              <ns1:gd name="T100" fmla="*/ 100 w 176"/>
              <ns1:gd name="T101" fmla="*/ 72 h 176"/>
              <ns1:gd name="T102" fmla="*/ 100 w 176"/>
              <ns1:gd name="T103" fmla="*/ 80 h 176"/>
              <ns1:gd name="T104" fmla="*/ 112 w 176"/>
              <ns1:gd name="T105" fmla="*/ 80 h 176"/>
              <ns1:gd name="T106" fmla="*/ 112 w 176"/>
              <ns1:gd name="T107" fmla="*/ 92 h 176"/>
              <ns1:gd name="T108" fmla="*/ 120 w 176"/>
              <ns1:gd name="T109" fmla="*/ 92 h 176"/>
              <ns1:gd name="T110" fmla="*/ 120 w 176"/>
              <ns1:gd name="T111" fmla="*/ 80 h 176"/>
              <ns1:gd name="T112" fmla="*/ 132 w 176"/>
              <ns1:gd name="T113" fmla="*/ 80 h 176"/>
              <ns1:gd name="T114" fmla="*/ 132 w 176"/>
              <ns1:gd name="T115" fmla="*/ 72 h 176"/>
              <ns1:gd name="T116" fmla="*/ 120 w 176"/>
              <ns1:gd name="T117" fmla="*/ 72 h 176"/>
              <ns1:gd name="T118" fmla="*/ 120 w 176"/>
              <ns1:gd name="T119" fmla="*/ 60 h 176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  <ns1:cxn ang="0">
                <ns1:pos x="T32" y="T33"/>
              </ns1:cxn>
              <ns1:cxn ang="0">
                <ns1:pos x="T34" y="T35"/>
              </ns1:cxn>
              <ns1:cxn ang="0">
                <ns1:pos x="T36" y="T37"/>
              </ns1:cxn>
              <ns1:cxn ang="0">
                <ns1:pos x="T38" y="T39"/>
              </ns1:cxn>
              <ns1:cxn ang="0">
                <ns1:pos x="T40" y="T41"/>
              </ns1:cxn>
              <ns1:cxn ang="0">
                <ns1:pos x="T42" y="T43"/>
              </ns1:cxn>
              <ns1:cxn ang="0">
                <ns1:pos x="T44" y="T45"/>
              </ns1:cxn>
              <ns1:cxn ang="0">
                <ns1:pos x="T46" y="T47"/>
              </ns1:cxn>
              <ns1:cxn ang="0">
                <ns1:pos x="T48" y="T49"/>
              </ns1:cxn>
              <ns1:cxn ang="0">
                <ns1:pos x="T50" y="T51"/>
              </ns1:cxn>
              <ns1:cxn ang="0">
                <ns1:pos x="T52" y="T53"/>
              </ns1:cxn>
              <ns1:cxn ang="0">
                <ns1:pos x="T54" y="T55"/>
              </ns1:cxn>
              <ns1:cxn ang="0">
                <ns1:pos x="T56" y="T57"/>
              </ns1:cxn>
              <ns1:cxn ang="0">
                <ns1:pos x="T58" y="T59"/>
              </ns1:cxn>
              <ns1:cxn ang="0">
                <ns1:pos x="T60" y="T61"/>
              </ns1:cxn>
              <ns1:cxn ang="0">
                <ns1:pos x="T62" y="T63"/>
              </ns1:cxn>
              <ns1:cxn ang="0">
                <ns1:pos x="T64" y="T65"/>
              </ns1:cxn>
              <ns1:cxn ang="0">
                <ns1:pos x="T66" y="T67"/>
              </ns1:cxn>
              <ns1:cxn ang="0">
                <ns1:pos x="T68" y="T69"/>
              </ns1:cxn>
              <ns1:cxn ang="0">
                <ns1:pos x="T70" y="T71"/>
              </ns1:cxn>
              <ns1:cxn ang="0">
                <ns1:pos x="T72" y="T73"/>
              </ns1:cxn>
              <ns1:cxn ang="0">
                <ns1:pos x="T74" y="T75"/>
              </ns1:cxn>
              <ns1:cxn ang="0">
                <ns1:pos x="T76" y="T77"/>
              </ns1:cxn>
              <ns1:cxn ang="0">
                <ns1:pos x="T78" y="T79"/>
              </ns1:cxn>
              <ns1:cxn ang="0">
                <ns1:pos x="T80" y="T81"/>
              </ns1:cxn>
              <ns1:cxn ang="0">
                <ns1:pos x="T82" y="T83"/>
              </ns1:cxn>
              <ns1:cxn ang="0">
                <ns1:pos x="T84" y="T85"/>
              </ns1:cxn>
              <ns1:cxn ang="0">
                <ns1:pos x="T86" y="T87"/>
              </ns1:cxn>
              <ns1:cxn ang="0">
                <ns1:pos x="T88" y="T89"/>
              </ns1:cxn>
              <ns1:cxn ang="0">
                <ns1:pos x="T90" y="T91"/>
              </ns1:cxn>
              <ns1:cxn ang="0">
                <ns1:pos x="T92" y="T93"/>
              </ns1:cxn>
              <ns1:cxn ang="0">
                <ns1:pos x="T94" y="T95"/>
              </ns1:cxn>
              <ns1:cxn ang="0">
                <ns1:pos x="T96" y="T97"/>
              </ns1:cxn>
              <ns1:cxn ang="0">
                <ns1:pos x="T98" y="T99"/>
              </ns1:cxn>
              <ns1:cxn ang="0">
                <ns1:pos x="T100" y="T101"/>
              </ns1:cxn>
              <ns1:cxn ang="0">
                <ns1:pos x="T102" y="T103"/>
              </ns1:cxn>
              <ns1:cxn ang="0">
                <ns1:pos x="T104" y="T105"/>
              </ns1:cxn>
              <ns1:cxn ang="0">
                <ns1:pos x="T106" y="T107"/>
              </ns1:cxn>
              <ns1:cxn ang="0">
                <ns1:pos x="T108" y="T109"/>
              </ns1:cxn>
              <ns1:cxn ang="0">
                <ns1:pos x="T110" y="T111"/>
              </ns1:cxn>
              <ns1:cxn ang="0">
                <ns1:pos x="T112" y="T113"/>
              </ns1:cxn>
              <ns1:cxn ang="0">
                <ns1:pos x="T114" y="T115"/>
              </ns1:cxn>
              <ns1:cxn ang="0">
                <ns1:pos x="T116" y="T117"/>
              </ns1:cxn>
              <ns1:cxn ang="0">
                <ns1:pos x="T118" y="T119"/>
              </ns1:cxn>
            </ns1:cxnLst>
            <ns1:rect l="0" t="0" r="r" b="b"/>
            <ns1:pathLst>
              <ns1:path w="176" h="176">
                <ns1:moveTo>
                  <ns1:pt x="88" y="0"/>
                </ns1:moveTo>
                <ns1:cubicBezTo>
                  <ns1:pt x="39" y="0"/>
                  <ns1:pt x="0" y="39"/>
                  <ns1:pt x="0" y="88"/>
                </ns1:cubicBezTo>
                <ns1:cubicBezTo>
                  <ns1:pt x="0" y="137"/>
                  <ns1:pt x="39" y="176"/>
                  <ns1:pt x="88" y="176"/>
                </ns1:cubicBezTo>
                <ns1:cubicBezTo>
                  <ns1:pt x="137" y="176"/>
                  <ns1:pt x="176" y="137"/>
                  <ns1:pt x="176" y="88"/>
                </ns1:cubicBezTo>
                <ns1:cubicBezTo>
                  <ns1:pt x="176" y="39"/>
                  <ns1:pt x="137" y="0"/>
                  <ns1:pt x="88" y="0"/>
                </ns1:cubicBezTo>
                <ns1:moveTo>
                  <ns1:pt x="88" y="168"/>
                </ns1:moveTo>
                <ns1:cubicBezTo>
                  <ns1:pt x="44" y="168"/>
                  <ns1:pt x="8" y="132"/>
                  <ns1:pt x="8" y="88"/>
                </ns1:cubicBezTo>
                <ns1:cubicBezTo>
                  <ns1:pt x="8" y="44"/>
                  <ns1:pt x="44" y="8"/>
                  <ns1:pt x="88" y="8"/>
                </ns1:cubicBezTo>
                <ns1:cubicBezTo>
                  <ns1:pt x="132" y="8"/>
                  <ns1:pt x="168" y="44"/>
                  <ns1:pt x="168" y="88"/>
                </ns1:cubicBezTo>
                <ns1:cubicBezTo>
                  <ns1:pt x="168" y="132"/>
                  <ns1:pt x="132" y="168"/>
                  <ns1:pt x="88" y="168"/>
                </ns1:cubicBezTo>
                <ns1:moveTo>
                  <ns1:pt x="88" y="91"/>
                </ns1:moveTo>
                <ns1:cubicBezTo>
                  <ns1:pt x="86" y="90"/>
                  <ns1:pt x="84" y="87"/>
                  <ns1:pt x="84" y="87"/>
                </ns1:cubicBezTo>
                <ns1:cubicBezTo>
                  <ns1:pt x="84" y="86"/>
                  <ns1:pt x="84" y="85"/>
                  <ns1:pt x="87" y="83"/>
                </ns1:cubicBezTo>
                <ns1:cubicBezTo>
                  <ns1:pt x="91" y="80"/>
                  <ns1:pt x="93" y="76"/>
                  <ns1:pt x="93" y="72"/>
                </ns1:cubicBezTo>
                <ns1:cubicBezTo>
                  <ns1:pt x="93" y="68"/>
                  <ns1:pt x="92" y="65"/>
                  <ns1:pt x="90" y="62"/>
                </ns1:cubicBezTo>
                <ns1:cubicBezTo>
                  <ns1:pt x="92" y="62"/>
                  <ns1:pt x="92" y="62"/>
                  <ns1:pt x="92" y="62"/>
                </ns1:cubicBezTo>
                <ns1:cubicBezTo>
                  <ns1:pt x="100" y="56"/>
                  <ns1:pt x="100" y="56"/>
                  <ns1:pt x="100" y="56"/>
                </ns1:cubicBezTo>
                <ns1:cubicBezTo>
                  <ns1:pt x="77" y="56"/>
                  <ns1:pt x="77" y="56"/>
                  <ns1:pt x="77" y="56"/>
                </ns1:cubicBezTo>
                <ns1:cubicBezTo>
                  <ns1:pt x="68" y="56"/>
                  <ns1:pt x="60" y="63"/>
                  <ns1:pt x="60" y="71"/>
                </ns1:cubicBezTo>
                <ns1:cubicBezTo>
                  <ns1:pt x="60" y="80"/>
                  <ns1:pt x="66" y="86"/>
                  <ns1:pt x="74" y="87"/>
                </ns1:cubicBezTo>
                <ns1:cubicBezTo>
                  <ns1:pt x="74" y="87"/>
                  <ns1:pt x="74" y="88"/>
                  <ns1:pt x="74" y="89"/>
                </ns1:cubicBezTo>
                <ns1:cubicBezTo>
                  <ns1:pt x="74" y="90"/>
                  <ns1:pt x="75" y="91"/>
                  <ns1:pt x="75" y="92"/>
                </ns1:cubicBezTo>
                <ns1:cubicBezTo>
                  <ns1:pt x="65" y="92"/>
                  <ns1:pt x="56" y="99"/>
                  <ns1:pt x="56" y="107"/>
                </ns1:cubicBezTo>
                <ns1:cubicBezTo>
                  <ns1:pt x="56" y="115"/>
                  <ns1:pt x="64" y="120"/>
                  <ns1:pt x="76" y="120"/>
                </ns1:cubicBezTo>
                <ns1:cubicBezTo>
                  <ns1:pt x="88" y="120"/>
                  <ns1:pt x="95" y="112"/>
                  <ns1:pt x="95" y="105"/>
                </ns1:cubicBezTo>
                <ns1:cubicBezTo>
                  <ns1:pt x="95" y="99"/>
                  <ns1:pt x="93" y="95"/>
                  <ns1:pt x="88" y="91"/>
                </ns1:cubicBezTo>
                <ns1:moveTo>
                  <ns1:pt x="70" y="71"/>
                </ns1:moveTo>
                <ns1:cubicBezTo>
                  <ns1:pt x="69" y="68"/>
                  <ns1:pt x="70" y="65"/>
                  <ns1:pt x="71" y="64"/>
                </ns1:cubicBezTo>
                <ns1:cubicBezTo>
                  <ns1:pt x="72" y="63"/>
                  <ns1:pt x="73" y="62"/>
                  <ns1:pt x="75" y="62"/>
                </ns1:cubicBezTo>
                <ns1:cubicBezTo>
                  <ns1:pt x="75" y="60"/>
                  <ns1:pt x="75" y="60"/>
                  <ns1:pt x="75" y="60"/>
                </ns1:cubicBezTo>
                <ns1:cubicBezTo>
                  <ns1:pt x="75" y="62"/>
                  <ns1:pt x="75" y="62"/>
                  <ns1:pt x="75" y="62"/>
                </ns1:cubicBezTo>
                <ns1:cubicBezTo>
                  <ns1:pt x="79" y="62"/>
                  <ns1:pt x="82" y="67"/>
                  <ns1:pt x="83" y="72"/>
                </ns1:cubicBezTo>
                <ns1:cubicBezTo>
                  <ns1:pt x="83" y="75"/>
                  <ns1:pt x="83" y="78"/>
                  <ns1:pt x="81" y="80"/>
                </ns1:cubicBezTo>
                <ns1:cubicBezTo>
                  <ns1:pt x="80" y="81"/>
                  <ns1:pt x="79" y="81"/>
                  <ns1:pt x="78" y="81"/>
                </ns1:cubicBezTo>
                <ns1:cubicBezTo>
                  <ns1:pt x="78" y="81"/>
                  <ns1:pt x="78" y="81"/>
                  <ns1:pt x="78" y="81"/>
                </ns1:cubicBezTo>
                <ns1:cubicBezTo>
                  <ns1:pt x="74" y="81"/>
                  <ns1:pt x="70" y="77"/>
                  <ns1:pt x="70" y="71"/>
                </ns1:cubicBezTo>
                <ns1:moveTo>
                  <ns1:pt x="76" y="114"/>
                </ns1:moveTo>
                <ns1:cubicBezTo>
                  <ns1:pt x="70" y="114"/>
                  <ns1:pt x="66" y="110"/>
                  <ns1:pt x="66" y="105"/>
                </ns1:cubicBezTo>
                <ns1:cubicBezTo>
                  <ns1:pt x="66" y="101"/>
                  <ns1:pt x="71" y="97"/>
                  <ns1:pt x="77" y="97"/>
                </ns1:cubicBezTo>
                <ns1:cubicBezTo>
                  <ns1:pt x="77" y="96"/>
                  <ns1:pt x="77" y="96"/>
                  <ns1:pt x="77" y="96"/>
                </ns1:cubicBezTo>
                <ns1:cubicBezTo>
                  <ns1:pt x="77" y="96"/>
                  <ns1:pt x="77" y="96"/>
                  <ns1:pt x="77" y="96"/>
                </ns1:cubicBezTo>
                <ns1:cubicBezTo>
                  <ns1:pt x="77" y="97"/>
                  <ns1:pt x="77" y="97"/>
                  <ns1:pt x="77" y="97"/>
                </ns1:cubicBezTo>
                <ns1:cubicBezTo>
                  <ns1:pt x="78" y="97"/>
                  <ns1:pt x="80" y="97"/>
                  <ns1:pt x="81" y="98"/>
                </ns1:cubicBezTo>
                <ns1:cubicBezTo>
                  <ns1:pt x="82" y="99"/>
                  <ns1:pt x="82" y="99"/>
                  <ns1:pt x="82" y="99"/>
                </ns1:cubicBezTo>
                <ns1:cubicBezTo>
                  <ns1:pt x="85" y="101"/>
                  <ns1:pt x="87" y="102"/>
                  <ns1:pt x="87" y="104"/>
                </ns1:cubicBezTo>
                <ns1:cubicBezTo>
                  <ns1:pt x="87" y="105"/>
                  <ns1:pt x="87" y="105"/>
                  <ns1:pt x="87" y="106"/>
                </ns1:cubicBezTo>
                <ns1:cubicBezTo>
                  <ns1:pt x="87" y="111"/>
                  <ns1:pt x="83" y="114"/>
                  <ns1:pt x="76" y="114"/>
                </ns1:cubicBezTo>
                <ns1:moveTo>
                  <ns1:pt x="120" y="60"/>
                </ns1:moveTo>
                <ns1:cubicBezTo>
                  <ns1:pt x="112" y="60"/>
                  <ns1:pt x="112" y="60"/>
                  <ns1:pt x="112" y="60"/>
                </ns1:cubicBezTo>
                <ns1:cubicBezTo>
                  <ns1:pt x="112" y="72"/>
                  <ns1:pt x="112" y="72"/>
                  <ns1:pt x="112" y="72"/>
                </ns1:cubicBezTo>
                <ns1:cubicBezTo>
                  <ns1:pt x="100" y="72"/>
                  <ns1:pt x="100" y="72"/>
                  <ns1:pt x="100" y="72"/>
                </ns1:cubicBezTo>
                <ns1:cubicBezTo>
                  <ns1:pt x="100" y="80"/>
                  <ns1:pt x="100" y="80"/>
                  <ns1:pt x="100" y="80"/>
                </ns1:cubicBezTo>
                <ns1:cubicBezTo>
                  <ns1:pt x="112" y="80"/>
                  <ns1:pt x="112" y="80"/>
                  <ns1:pt x="112" y="80"/>
                </ns1:cubicBezTo>
                <ns1:cubicBezTo>
                  <ns1:pt x="112" y="92"/>
                  <ns1:pt x="112" y="92"/>
                  <ns1:pt x="112" y="92"/>
                </ns1:cubicBezTo>
                <ns1:cubicBezTo>
                  <ns1:pt x="120" y="92"/>
                  <ns1:pt x="120" y="92"/>
                  <ns1:pt x="120" y="92"/>
                </ns1:cubicBezTo>
                <ns1:cubicBezTo>
                  <ns1:pt x="120" y="80"/>
                  <ns1:pt x="120" y="80"/>
                  <ns1:pt x="120" y="80"/>
                </ns1:cubicBezTo>
                <ns1:cubicBezTo>
                  <ns1:pt x="132" y="80"/>
                  <ns1:pt x="132" y="80"/>
                  <ns1:pt x="132" y="80"/>
                </ns1:cubicBezTo>
                <ns1:cubicBezTo>
                  <ns1:pt x="132" y="72"/>
                  <ns1:pt x="132" y="72"/>
                  <ns1:pt x="132" y="72"/>
                </ns1:cubicBezTo>
                <ns1:cubicBezTo>
                  <ns1:pt x="120" y="72"/>
                  <ns1:pt x="120" y="72"/>
                  <ns1:pt x="120" y="72"/>
                </ns1:cubicBezTo>
                <ns1:lnTo>
                  <ns1:pt x="120" y="60"/>
                </ns1:lnTo>
                <ns1:close/>
              </ns1:path>
            </ns1:pathLst>
          </ns1:custGeom>
          <ns1:solidFill>
            <ns1:schemeClr val="tx1"/>
          </ns1:solidFill>
          <ns1:ln>
            <ns1:noFill/>
          </ns1:ln>
          <ns1:extLst/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en-US"/>
          </ns1:p>
        </ns0:txBody>
      </ns0:sp>
      <ns0:sp>
        <ns0:nvSpPr>
          <ns0:cNvPr id="43" name="Freeform 39"/>
          <ns0:cNvSpPr>
            <ns1:spLocks noEditPoints="1"/>
          </ns0:cNvSpPr>
          <ns0:nvPr/>
        </ns0:nvSpPr>
        <ns0:spPr bwMode="auto">
          <ns1:xfrm>
            <ns1:off x="5416550" y="3683001"/>
            <ns1:ext cx="557212" cy="557213"/>
          </ns1:xfrm>
          <ns1:custGeom>
            <ns1:avLst/>
            <ns1:gdLst>
              <ns1:gd name="T0" fmla="*/ 64 w 176"/>
              <ns1:gd name="T1" fmla="*/ 56 h 176"/>
              <ns1:gd name="T2" fmla="*/ 56 w 176"/>
              <ns1:gd name="T3" fmla="*/ 64 h 176"/>
              <ns1:gd name="T4" fmla="*/ 64 w 176"/>
              <ns1:gd name="T5" fmla="*/ 72 h 176"/>
              <ns1:gd name="T6" fmla="*/ 72 w 176"/>
              <ns1:gd name="T7" fmla="*/ 64 h 176"/>
              <ns1:gd name="T8" fmla="*/ 64 w 176"/>
              <ns1:gd name="T9" fmla="*/ 56 h 176"/>
              <ns1:gd name="T10" fmla="*/ 56 w 176"/>
              <ns1:gd name="T11" fmla="*/ 120 h 176"/>
              <ns1:gd name="T12" fmla="*/ 72 w 176"/>
              <ns1:gd name="T13" fmla="*/ 120 h 176"/>
              <ns1:gd name="T14" fmla="*/ 72 w 176"/>
              <ns1:gd name="T15" fmla="*/ 76 h 176"/>
              <ns1:gd name="T16" fmla="*/ 56 w 176"/>
              <ns1:gd name="T17" fmla="*/ 76 h 176"/>
              <ns1:gd name="T18" fmla="*/ 56 w 176"/>
              <ns1:gd name="T19" fmla="*/ 120 h 176"/>
              <ns1:gd name="T20" fmla="*/ 109 w 176"/>
              <ns1:gd name="T21" fmla="*/ 76 h 176"/>
              <ns1:gd name="T22" fmla="*/ 96 w 176"/>
              <ns1:gd name="T23" fmla="*/ 83 h 176"/>
              <ns1:gd name="T24" fmla="*/ 96 w 176"/>
              <ns1:gd name="T25" fmla="*/ 76 h 176"/>
              <ns1:gd name="T26" fmla="*/ 80 w 176"/>
              <ns1:gd name="T27" fmla="*/ 76 h 176"/>
              <ns1:gd name="T28" fmla="*/ 80 w 176"/>
              <ns1:gd name="T29" fmla="*/ 120 h 176"/>
              <ns1:gd name="T30" fmla="*/ 96 w 176"/>
              <ns1:gd name="T31" fmla="*/ 120 h 176"/>
              <ns1:gd name="T32" fmla="*/ 96 w 176"/>
              <ns1:gd name="T33" fmla="*/ 96 h 176"/>
              <ns1:gd name="T34" fmla="*/ 103 w 176"/>
              <ns1:gd name="T35" fmla="*/ 88 h 176"/>
              <ns1:gd name="T36" fmla="*/ 108 w 176"/>
              <ns1:gd name="T37" fmla="*/ 96 h 176"/>
              <ns1:gd name="T38" fmla="*/ 108 w 176"/>
              <ns1:gd name="T39" fmla="*/ 120 h 176"/>
              <ns1:gd name="T40" fmla="*/ 124 w 176"/>
              <ns1:gd name="T41" fmla="*/ 120 h 176"/>
              <ns1:gd name="T42" fmla="*/ 124 w 176"/>
              <ns1:gd name="T43" fmla="*/ 96 h 176"/>
              <ns1:gd name="T44" fmla="*/ 109 w 176"/>
              <ns1:gd name="T45" fmla="*/ 76 h 176"/>
              <ns1:gd name="T46" fmla="*/ 88 w 176"/>
              <ns1:gd name="T47" fmla="*/ 0 h 176"/>
              <ns1:gd name="T48" fmla="*/ 0 w 176"/>
              <ns1:gd name="T49" fmla="*/ 88 h 176"/>
              <ns1:gd name="T50" fmla="*/ 88 w 176"/>
              <ns1:gd name="T51" fmla="*/ 176 h 176"/>
              <ns1:gd name="T52" fmla="*/ 176 w 176"/>
              <ns1:gd name="T53" fmla="*/ 88 h 176"/>
              <ns1:gd name="T54" fmla="*/ 88 w 176"/>
              <ns1:gd name="T55" fmla="*/ 0 h 176"/>
              <ns1:gd name="T56" fmla="*/ 88 w 176"/>
              <ns1:gd name="T57" fmla="*/ 168 h 176"/>
              <ns1:gd name="T58" fmla="*/ 8 w 176"/>
              <ns1:gd name="T59" fmla="*/ 88 h 176"/>
              <ns1:gd name="T60" fmla="*/ 88 w 176"/>
              <ns1:gd name="T61" fmla="*/ 8 h 176"/>
              <ns1:gd name="T62" fmla="*/ 168 w 176"/>
              <ns1:gd name="T63" fmla="*/ 88 h 176"/>
              <ns1:gd name="T64" fmla="*/ 88 w 176"/>
              <ns1:gd name="T65" fmla="*/ 168 h 176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  <ns1:cxn ang="0">
                <ns1:pos x="T32" y="T33"/>
              </ns1:cxn>
              <ns1:cxn ang="0">
                <ns1:pos x="T34" y="T35"/>
              </ns1:cxn>
              <ns1:cxn ang="0">
                <ns1:pos x="T36" y="T37"/>
              </ns1:cxn>
              <ns1:cxn ang="0">
                <ns1:pos x="T38" y="T39"/>
              </ns1:cxn>
              <ns1:cxn ang="0">
                <ns1:pos x="T40" y="T41"/>
              </ns1:cxn>
              <ns1:cxn ang="0">
                <ns1:pos x="T42" y="T43"/>
              </ns1:cxn>
              <ns1:cxn ang="0">
                <ns1:pos x="T44" y="T45"/>
              </ns1:cxn>
              <ns1:cxn ang="0">
                <ns1:pos x="T46" y="T47"/>
              </ns1:cxn>
              <ns1:cxn ang="0">
                <ns1:pos x="T48" y="T49"/>
              </ns1:cxn>
              <ns1:cxn ang="0">
                <ns1:pos x="T50" y="T51"/>
              </ns1:cxn>
              <ns1:cxn ang="0">
                <ns1:pos x="T52" y="T53"/>
              </ns1:cxn>
              <ns1:cxn ang="0">
                <ns1:pos x="T54" y="T55"/>
              </ns1:cxn>
              <ns1:cxn ang="0">
                <ns1:pos x="T56" y="T57"/>
              </ns1:cxn>
              <ns1:cxn ang="0">
                <ns1:pos x="T58" y="T59"/>
              </ns1:cxn>
              <ns1:cxn ang="0">
                <ns1:pos x="T60" y="T61"/>
              </ns1:cxn>
              <ns1:cxn ang="0">
                <ns1:pos x="T62" y="T63"/>
              </ns1:cxn>
              <ns1:cxn ang="0">
                <ns1:pos x="T64" y="T65"/>
              </ns1:cxn>
            </ns1:cxnLst>
            <ns1:rect l="0" t="0" r="r" b="b"/>
            <ns1:pathLst>
              <ns1:path w="176" h="176">
                <ns1:moveTo>
                  <ns1:pt x="64" y="56"/>
                </ns1:moveTo>
                <ns1:cubicBezTo>
                  <ns1:pt x="60" y="56"/>
                  <ns1:pt x="56" y="60"/>
                  <ns1:pt x="56" y="64"/>
                </ns1:cubicBezTo>
                <ns1:cubicBezTo>
                  <ns1:pt x="56" y="68"/>
                  <ns1:pt x="60" y="72"/>
                  <ns1:pt x="64" y="72"/>
                </ns1:cubicBezTo>
                <ns1:cubicBezTo>
                  <ns1:pt x="68" y="72"/>
                  <ns1:pt x="72" y="68"/>
                  <ns1:pt x="72" y="64"/>
                </ns1:cubicBezTo>
                <ns1:cubicBezTo>
                  <ns1:pt x="72" y="60"/>
                  <ns1:pt x="68" y="56"/>
                  <ns1:pt x="64" y="56"/>
                </ns1:cubicBezTo>
                <ns1:moveTo>
                  <ns1:pt x="56" y="120"/>
                </ns1:moveTo>
                <ns1:cubicBezTo>
                  <ns1:pt x="72" y="120"/>
                  <ns1:pt x="72" y="120"/>
                  <ns1:pt x="72" y="120"/>
                </ns1:cubicBezTo>
                <ns1:cubicBezTo>
                  <ns1:pt x="72" y="76"/>
                  <ns1:pt x="72" y="76"/>
                  <ns1:pt x="72" y="76"/>
                </ns1:cubicBezTo>
                <ns1:cubicBezTo>
                  <ns1:pt x="56" y="76"/>
                  <ns1:pt x="56" y="76"/>
                  <ns1:pt x="56" y="76"/>
                </ns1:cubicBezTo>
                <ns1:lnTo>
                  <ns1:pt x="56" y="120"/>
                </ns1:lnTo>
                <ns1:close/>
                <ns1:moveTo>
                  <ns1:pt x="109" y="76"/>
                </ns1:moveTo>
                <ns1:cubicBezTo>
                  <ns1:pt x="98" y="76"/>
                  <ns1:pt x="96" y="83"/>
                  <ns1:pt x="96" y="83"/>
                </ns1:cubicBezTo>
                <ns1:cubicBezTo>
                  <ns1:pt x="96" y="76"/>
                  <ns1:pt x="96" y="76"/>
                  <ns1:pt x="96" y="76"/>
                </ns1:cubicBezTo>
                <ns1:cubicBezTo>
                  <ns1:pt x="80" y="76"/>
                  <ns1:pt x="80" y="76"/>
                  <ns1:pt x="80" y="76"/>
                </ns1:cubicBezTo>
                <ns1:cubicBezTo>
                  <ns1:pt x="80" y="120"/>
                  <ns1:pt x="80" y="120"/>
                  <ns1:pt x="80" y="120"/>
                </ns1:cubicBezTo>
                <ns1:cubicBezTo>
                  <ns1:pt x="96" y="120"/>
                  <ns1:pt x="96" y="120"/>
                  <ns1:pt x="96" y="120"/>
                </ns1:cubicBezTo>
                <ns1:cubicBezTo>
                  <ns1:pt x="96" y="96"/>
                  <ns1:pt x="96" y="96"/>
                  <ns1:pt x="96" y="96"/>
                </ns1:cubicBezTo>
                <ns1:cubicBezTo>
                  <ns1:pt x="96" y="96"/>
                  <ns1:pt x="96" y="88"/>
                  <ns1:pt x="103" y="88"/>
                </ns1:cubicBezTo>
                <ns1:cubicBezTo>
                  <ns1:pt x="107" y="88"/>
                  <ns1:pt x="108" y="92"/>
                  <ns1:pt x="108" y="96"/>
                </ns1:cubicBezTo>
                <ns1:cubicBezTo>
                  <ns1:pt x="108" y="120"/>
                  <ns1:pt x="108" y="120"/>
                  <ns1:pt x="108" y="120"/>
                </ns1:cubicBezTo>
                <ns1:cubicBezTo>
                  <ns1:pt x="124" y="120"/>
                  <ns1:pt x="124" y="120"/>
                  <ns1:pt x="124" y="120"/>
                </ns1:cubicBezTo>
                <ns1:cubicBezTo>
                  <ns1:pt x="124" y="96"/>
                  <ns1:pt x="124" y="96"/>
                  <ns1:pt x="124" y="96"/>
                </ns1:cubicBezTo>
                <ns1:cubicBezTo>
                  <ns1:pt x="124" y="83"/>
                  <ns1:pt x="119" y="76"/>
                  <ns1:pt x="109" y="76"/>
                </ns1:cubicBezTo>
                <ns1:moveTo>
                  <ns1:pt x="88" y="0"/>
                </ns1:moveTo>
                <ns1:cubicBezTo>
                  <ns1:pt x="39" y="0"/>
                  <ns1:pt x="0" y="39"/>
                  <ns1:pt x="0" y="88"/>
                </ns1:cubicBezTo>
                <ns1:cubicBezTo>
                  <ns1:pt x="0" y="137"/>
                  <ns1:pt x="39" y="176"/>
                  <ns1:pt x="88" y="176"/>
                </ns1:cubicBezTo>
                <ns1:cubicBezTo>
                  <ns1:pt x="137" y="176"/>
                  <ns1:pt x="176" y="137"/>
                  <ns1:pt x="176" y="88"/>
                </ns1:cubicBezTo>
                <ns1:cubicBezTo>
                  <ns1:pt x="176" y="39"/>
                  <ns1:pt x="137" y="0"/>
                  <ns1:pt x="88" y="0"/>
                </ns1:cubicBezTo>
                <ns1:moveTo>
                  <ns1:pt x="88" y="168"/>
                </ns1:moveTo>
                <ns1:cubicBezTo>
                  <ns1:pt x="44" y="168"/>
                  <ns1:pt x="8" y="132"/>
                  <ns1:pt x="8" y="88"/>
                </ns1:cubicBezTo>
                <ns1:cubicBezTo>
                  <ns1:pt x="8" y="44"/>
                  <ns1:pt x="44" y="8"/>
                  <ns1:pt x="88" y="8"/>
                </ns1:cubicBezTo>
                <ns1:cubicBezTo>
                  <ns1:pt x="132" y="8"/>
                  <ns1:pt x="168" y="44"/>
                  <ns1:pt x="168" y="88"/>
                </ns1:cubicBezTo>
                <ns1:cubicBezTo>
                  <ns1:pt x="168" y="132"/>
                  <ns1:pt x="132" y="168"/>
                  <ns1:pt x="88" y="168"/>
                </ns1:cubicBezTo>
              </ns1:path>
            </ns1:pathLst>
          </ns1:custGeom>
          <ns1:solidFill>
            <ns1:schemeClr val="tx1"/>
          </ns1:solidFill>
          <ns1:ln>
            <ns1:noFill/>
          </ns1:ln>
          <ns1:extLst/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en-US"/>
          </ns1:p>
        </ns0:txBody>
      </ns0:sp>
      <ns0:sp>
        <ns0:nvSpPr>
          <ns0:cNvPr id="44" name="Freeform 40"/>
          <ns0:cNvSpPr>
            <ns1:spLocks noEditPoints="1"/>
          </ns0:cNvSpPr>
          <ns0:nvPr/>
        </ns0:nvSpPr>
        <ns0:spPr bwMode="auto">
          <ns1:xfrm>
            <ns1:off x="6480175" y="3683001"/>
            <ns1:ext cx="557212" cy="557213"/>
          </ns1:xfrm>
          <ns1:custGeom>
            <ns1:avLst/>
            <ns1:gdLst>
              <ns1:gd name="T0" fmla="*/ 94 w 176"/>
              <ns1:gd name="T1" fmla="*/ 108 h 176"/>
              <ns1:gd name="T2" fmla="*/ 92 w 176"/>
              <ns1:gd name="T3" fmla="*/ 106 h 176"/>
              <ns1:gd name="T4" fmla="*/ 92 w 176"/>
              <ns1:gd name="T5" fmla="*/ 84 h 176"/>
              <ns1:gd name="T6" fmla="*/ 108 w 176"/>
              <ns1:gd name="T7" fmla="*/ 84 h 176"/>
              <ns1:gd name="T8" fmla="*/ 108 w 176"/>
              <ns1:gd name="T9" fmla="*/ 72 h 176"/>
              <ns1:gd name="T10" fmla="*/ 92 w 176"/>
              <ns1:gd name="T11" fmla="*/ 72 h 176"/>
              <ns1:gd name="T12" fmla="*/ 92 w 176"/>
              <ns1:gd name="T13" fmla="*/ 56 h 176"/>
              <ns1:gd name="T14" fmla="*/ 82 w 176"/>
              <ns1:gd name="T15" fmla="*/ 56 h 176"/>
              <ns1:gd name="T16" fmla="*/ 79 w 176"/>
              <ns1:gd name="T17" fmla="*/ 64 h 176"/>
              <ns1:gd name="T18" fmla="*/ 75 w 176"/>
              <ns1:gd name="T19" fmla="*/ 70 h 176"/>
              <ns1:gd name="T20" fmla="*/ 68 w 176"/>
              <ns1:gd name="T21" fmla="*/ 73 h 176"/>
              <ns1:gd name="T22" fmla="*/ 68 w 176"/>
              <ns1:gd name="T23" fmla="*/ 84 h 176"/>
              <ns1:gd name="T24" fmla="*/ 76 w 176"/>
              <ns1:gd name="T25" fmla="*/ 84 h 176"/>
              <ns1:gd name="T26" fmla="*/ 76 w 176"/>
              <ns1:gd name="T27" fmla="*/ 105 h 176"/>
              <ns1:gd name="T28" fmla="*/ 77 w 176"/>
              <ns1:gd name="T29" fmla="*/ 111 h 176"/>
              <ns1:gd name="T30" fmla="*/ 80 w 176"/>
              <ns1:gd name="T31" fmla="*/ 116 h 176"/>
              <ns1:gd name="T32" fmla="*/ 87 w 176"/>
              <ns1:gd name="T33" fmla="*/ 119 h 176"/>
              <ns1:gd name="T34" fmla="*/ 95 w 176"/>
              <ns1:gd name="T35" fmla="*/ 120 h 176"/>
              <ns1:gd name="T36" fmla="*/ 102 w 176"/>
              <ns1:gd name="T37" fmla="*/ 119 h 176"/>
              <ns1:gd name="T38" fmla="*/ 111 w 176"/>
              <ns1:gd name="T39" fmla="*/ 116 h 176"/>
              <ns1:gd name="T40" fmla="*/ 111 w 176"/>
              <ns1:gd name="T41" fmla="*/ 107 h 176"/>
              <ns1:gd name="T42" fmla="*/ 100 w 176"/>
              <ns1:gd name="T43" fmla="*/ 110 h 176"/>
              <ns1:gd name="T44" fmla="*/ 94 w 176"/>
              <ns1:gd name="T45" fmla="*/ 108 h 176"/>
              <ns1:gd name="T46" fmla="*/ 88 w 176"/>
              <ns1:gd name="T47" fmla="*/ 0 h 176"/>
              <ns1:gd name="T48" fmla="*/ 0 w 176"/>
              <ns1:gd name="T49" fmla="*/ 88 h 176"/>
              <ns1:gd name="T50" fmla="*/ 88 w 176"/>
              <ns1:gd name="T51" fmla="*/ 176 h 176"/>
              <ns1:gd name="T52" fmla="*/ 176 w 176"/>
              <ns1:gd name="T53" fmla="*/ 88 h 176"/>
              <ns1:gd name="T54" fmla="*/ 88 w 176"/>
              <ns1:gd name="T55" fmla="*/ 0 h 176"/>
              <ns1:gd name="T56" fmla="*/ 88 w 176"/>
              <ns1:gd name="T57" fmla="*/ 168 h 176"/>
              <ns1:gd name="T58" fmla="*/ 8 w 176"/>
              <ns1:gd name="T59" fmla="*/ 88 h 176"/>
              <ns1:gd name="T60" fmla="*/ 88 w 176"/>
              <ns1:gd name="T61" fmla="*/ 8 h 176"/>
              <ns1:gd name="T62" fmla="*/ 168 w 176"/>
              <ns1:gd name="T63" fmla="*/ 88 h 176"/>
              <ns1:gd name="T64" fmla="*/ 88 w 176"/>
              <ns1:gd name="T65" fmla="*/ 168 h 176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  <ns1:cxn ang="0">
                <ns1:pos x="T32" y="T33"/>
              </ns1:cxn>
              <ns1:cxn ang="0">
                <ns1:pos x="T34" y="T35"/>
              </ns1:cxn>
              <ns1:cxn ang="0">
                <ns1:pos x="T36" y="T37"/>
              </ns1:cxn>
              <ns1:cxn ang="0">
                <ns1:pos x="T38" y="T39"/>
              </ns1:cxn>
              <ns1:cxn ang="0">
                <ns1:pos x="T40" y="T41"/>
              </ns1:cxn>
              <ns1:cxn ang="0">
                <ns1:pos x="T42" y="T43"/>
              </ns1:cxn>
              <ns1:cxn ang="0">
                <ns1:pos x="T44" y="T45"/>
              </ns1:cxn>
              <ns1:cxn ang="0">
                <ns1:pos x="T46" y="T47"/>
              </ns1:cxn>
              <ns1:cxn ang="0">
                <ns1:pos x="T48" y="T49"/>
              </ns1:cxn>
              <ns1:cxn ang="0">
                <ns1:pos x="T50" y="T51"/>
              </ns1:cxn>
              <ns1:cxn ang="0">
                <ns1:pos x="T52" y="T53"/>
              </ns1:cxn>
              <ns1:cxn ang="0">
                <ns1:pos x="T54" y="T55"/>
              </ns1:cxn>
              <ns1:cxn ang="0">
                <ns1:pos x="T56" y="T57"/>
              </ns1:cxn>
              <ns1:cxn ang="0">
                <ns1:pos x="T58" y="T59"/>
              </ns1:cxn>
              <ns1:cxn ang="0">
                <ns1:pos x="T60" y="T61"/>
              </ns1:cxn>
              <ns1:cxn ang="0">
                <ns1:pos x="T62" y="T63"/>
              </ns1:cxn>
              <ns1:cxn ang="0">
                <ns1:pos x="T64" y="T65"/>
              </ns1:cxn>
            </ns1:cxnLst>
            <ns1:rect l="0" t="0" r="r" b="b"/>
            <ns1:pathLst>
              <ns1:path w="176" h="176">
                <ns1:moveTo>
                  <ns1:pt x="94" y="108"/>
                </ns1:moveTo>
                <ns1:cubicBezTo>
                  <ns1:pt x="93" y="108"/>
                  <ns1:pt x="92" y="107"/>
                  <ns1:pt x="92" y="106"/>
                </ns1:cubicBezTo>
                <ns1:cubicBezTo>
                  <ns1:pt x="92" y="106"/>
                  <ns1:pt x="92" y="84"/>
                  <ns1:pt x="92" y="84"/>
                </ns1:cubicBezTo>
                <ns1:cubicBezTo>
                  <ns1:pt x="108" y="84"/>
                  <ns1:pt x="108" y="84"/>
                  <ns1:pt x="108" y="84"/>
                </ns1:cubicBezTo>
                <ns1:cubicBezTo>
                  <ns1:pt x="108" y="72"/>
                  <ns1:pt x="108" y="72"/>
                  <ns1:pt x="108" y="72"/>
                </ns1:cubicBezTo>
                <ns1:cubicBezTo>
                  <ns1:pt x="92" y="72"/>
                  <ns1:pt x="92" y="72"/>
                  <ns1:pt x="92" y="72"/>
                </ns1:cubicBezTo>
                <ns1:cubicBezTo>
                  <ns1:pt x="92" y="56"/>
                  <ns1:pt x="92" y="56"/>
                  <ns1:pt x="92" y="56"/>
                </ns1:cubicBezTo>
                <ns1:cubicBezTo>
                  <ns1:pt x="82" y="56"/>
                  <ns1:pt x="82" y="56"/>
                  <ns1:pt x="82" y="56"/>
                </ns1:cubicBezTo>
                <ns1:cubicBezTo>
                  <ns1:pt x="81" y="59"/>
                  <ns1:pt x="81" y="62"/>
                  <ns1:pt x="79" y="64"/>
                </ns1:cubicBezTo>
                <ns1:cubicBezTo>
                  <ns1:pt x="78" y="66"/>
                  <ns1:pt x="77" y="68"/>
                  <ns1:pt x="75" y="70"/>
                </ns1:cubicBezTo>
                <ns1:cubicBezTo>
                  <ns1:pt x="73" y="71"/>
                  <ns1:pt x="71" y="72"/>
                  <ns1:pt x="68" y="73"/>
                </ns1:cubicBezTo>
                <ns1:cubicBezTo>
                  <ns1:pt x="68" y="84"/>
                  <ns1:pt x="68" y="84"/>
                  <ns1:pt x="68" y="84"/>
                </ns1:cubicBezTo>
                <ns1:cubicBezTo>
                  <ns1:pt x="76" y="84"/>
                  <ns1:pt x="76" y="84"/>
                  <ns1:pt x="76" y="84"/>
                </ns1:cubicBezTo>
                <ns1:cubicBezTo>
                  <ns1:pt x="76" y="105"/>
                  <ns1:pt x="76" y="105"/>
                  <ns1:pt x="76" y="105"/>
                </ns1:cubicBezTo>
                <ns1:cubicBezTo>
                  <ns1:pt x="76" y="108"/>
                  <ns1:pt x="76" y="110"/>
                  <ns1:pt x="77" y="111"/>
                </ns1:cubicBezTo>
                <ns1:cubicBezTo>
                  <ns1:pt x="78" y="113"/>
                  <ns1:pt x="79" y="114"/>
                  <ns1:pt x="80" y="116"/>
                </ns1:cubicBezTo>
                <ns1:cubicBezTo>
                  <ns1:pt x="82" y="117"/>
                  <ns1:pt x="84" y="118"/>
                  <ns1:pt x="87" y="119"/>
                </ns1:cubicBezTo>
                <ns1:cubicBezTo>
                  <ns1:pt x="89" y="120"/>
                  <ns1:pt x="92" y="120"/>
                  <ns1:pt x="95" y="120"/>
                </ns1:cubicBezTo>
                <ns1:cubicBezTo>
                  <ns1:pt x="97" y="120"/>
                  <ns1:pt x="100" y="120"/>
                  <ns1:pt x="102" y="119"/>
                </ns1:cubicBezTo>
                <ns1:cubicBezTo>
                  <ns1:pt x="104" y="119"/>
                  <ns1:pt x="108" y="118"/>
                  <ns1:pt x="111" y="116"/>
                </ns1:cubicBezTo>
                <ns1:cubicBezTo>
                  <ns1:pt x="111" y="107"/>
                  <ns1:pt x="111" y="107"/>
                  <ns1:pt x="111" y="107"/>
                </ns1:cubicBezTo>
                <ns1:cubicBezTo>
                  <ns1:pt x="107" y="109"/>
                  <ns1:pt x="103" y="110"/>
                  <ns1:pt x="100" y="110"/>
                </ns1:cubicBezTo>
                <ns1:cubicBezTo>
                  <ns1:pt x="98" y="110"/>
                  <ns1:pt x="96" y="109"/>
                  <ns1:pt x="94" y="108"/>
                </ns1:cubicBezTo>
                <ns1:moveTo>
                  <ns1:pt x="88" y="0"/>
                </ns1:moveTo>
                <ns1:cubicBezTo>
                  <ns1:pt x="39" y="0"/>
                  <ns1:pt x="0" y="39"/>
                  <ns1:pt x="0" y="88"/>
                </ns1:cubicBezTo>
                <ns1:cubicBezTo>
                  <ns1:pt x="0" y="137"/>
                  <ns1:pt x="39" y="176"/>
                  <ns1:pt x="88" y="176"/>
                </ns1:cubicBezTo>
                <ns1:cubicBezTo>
                  <ns1:pt x="137" y="176"/>
                  <ns1:pt x="176" y="137"/>
                  <ns1:pt x="176" y="88"/>
                </ns1:cubicBezTo>
                <ns1:cubicBezTo>
                  <ns1:pt x="176" y="39"/>
                  <ns1:pt x="137" y="0"/>
                  <ns1:pt x="88" y="0"/>
                </ns1:cubicBezTo>
                <ns1:moveTo>
                  <ns1:pt x="88" y="168"/>
                </ns1:moveTo>
                <ns1:cubicBezTo>
                  <ns1:pt x="44" y="168"/>
                  <ns1:pt x="8" y="132"/>
                  <ns1:pt x="8" y="88"/>
                </ns1:cubicBezTo>
                <ns1:cubicBezTo>
                  <ns1:pt x="8" y="44"/>
                  <ns1:pt x="44" y="8"/>
                  <ns1:pt x="88" y="8"/>
                </ns1:cubicBezTo>
                <ns1:cubicBezTo>
                  <ns1:pt x="132" y="8"/>
                  <ns1:pt x="168" y="44"/>
                  <ns1:pt x="168" y="88"/>
                </ns1:cubicBezTo>
                <ns1:cubicBezTo>
                  <ns1:pt x="168" y="132"/>
                  <ns1:pt x="132" y="168"/>
                  <ns1:pt x="88" y="168"/>
                </ns1:cubicBezTo>
              </ns1:path>
            </ns1:pathLst>
          </ns1:custGeom>
          <ns1:solidFill>
            <ns1:schemeClr val="tx1"/>
          </ns1:solidFill>
          <ns1:ln>
            <ns1:noFill/>
          </ns1:ln>
          <ns1:extLst/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en-US"/>
          </ns1:p>
        </ns0:txBody>
      </ns0:sp>
      <ns0:sp>
        <ns0:nvSpPr>
          <ns0:cNvPr id="45" name="Freeform 41"/>
          <ns0:cNvSpPr>
            <ns1:spLocks noEditPoints="1"/>
          </ns0:cNvSpPr>
          <ns0:nvPr/>
        </ns0:nvSpPr>
        <ns0:spPr bwMode="auto">
          <ns1:xfrm>
            <ns1:off x="7543800" y="3683001"/>
            <ns1:ext cx="557212" cy="557213"/>
          </ns1:xfrm>
          <ns1:custGeom>
            <ns1:avLst/>
            <ns1:gdLst>
              <ns1:gd name="T0" fmla="*/ 107 w 176"/>
              <ns1:gd name="T1" fmla="*/ 56 h 176"/>
              <ns1:gd name="T2" fmla="*/ 105 w 176"/>
              <ns1:gd name="T3" fmla="*/ 56 h 176"/>
              <ns1:gd name="T4" fmla="*/ 105 w 176"/>
              <ns1:gd name="T5" fmla="*/ 56 h 176"/>
              <ns1:gd name="T6" fmla="*/ 98 w 176"/>
              <ns1:gd name="T7" fmla="*/ 56 h 176"/>
              <ns1:gd name="T8" fmla="*/ 97 w 176"/>
              <ns1:gd name="T9" fmla="*/ 56 h 176"/>
              <ns1:gd name="T10" fmla="*/ 81 w 176"/>
              <ns1:gd name="T11" fmla="*/ 83 h 176"/>
              <ns1:gd name="T12" fmla="*/ 66 w 176"/>
              <ns1:gd name="T13" fmla="*/ 56 h 176"/>
              <ns1:gd name="T14" fmla="*/ 65 w 176"/>
              <ns1:gd name="T15" fmla="*/ 56 h 176"/>
              <ns1:gd name="T16" fmla="*/ 58 w 176"/>
              <ns1:gd name="T17" fmla="*/ 56 h 176"/>
              <ns1:gd name="T18" fmla="*/ 56 w 176"/>
              <ns1:gd name="T19" fmla="*/ 56 h 176"/>
              <ns1:gd name="T20" fmla="*/ 77 w 176"/>
              <ns1:gd name="T21" fmla="*/ 93 h 176"/>
              <ns1:gd name="T22" fmla="*/ 77 w 176"/>
              <ns1:gd name="T23" fmla="*/ 119 h 176"/>
              <ns1:gd name="T24" fmla="*/ 77 w 176"/>
              <ns1:gd name="T25" fmla="*/ 120 h 176"/>
              <ns1:gd name="T26" fmla="*/ 77 w 176"/>
              <ns1:gd name="T27" fmla="*/ 120 h 176"/>
              <ns1:gd name="T28" fmla="*/ 78 w 176"/>
              <ns1:gd name="T29" fmla="*/ 120 h 176"/>
              <ns1:gd name="T30" fmla="*/ 85 w 176"/>
              <ns1:gd name="T31" fmla="*/ 120 h 176"/>
              <ns1:gd name="T32" fmla="*/ 86 w 176"/>
              <ns1:gd name="T33" fmla="*/ 120 h 176"/>
              <ns1:gd name="T34" fmla="*/ 86 w 176"/>
              <ns1:gd name="T35" fmla="*/ 93 h 176"/>
              <ns1:gd name="T36" fmla="*/ 96 w 176"/>
              <ns1:gd name="T37" fmla="*/ 75 h 176"/>
              <ns1:gd name="T38" fmla="*/ 106 w 176"/>
              <ns1:gd name="T39" fmla="*/ 57 h 176"/>
              <ns1:gd name="T40" fmla="*/ 107 w 176"/>
              <ns1:gd name="T41" fmla="*/ 56 h 176"/>
              <ns1:gd name="T42" fmla="*/ 88 w 176"/>
              <ns1:gd name="T43" fmla="*/ 0 h 176"/>
              <ns1:gd name="T44" fmla="*/ 0 w 176"/>
              <ns1:gd name="T45" fmla="*/ 88 h 176"/>
              <ns1:gd name="T46" fmla="*/ 88 w 176"/>
              <ns1:gd name="T47" fmla="*/ 176 h 176"/>
              <ns1:gd name="T48" fmla="*/ 176 w 176"/>
              <ns1:gd name="T49" fmla="*/ 88 h 176"/>
              <ns1:gd name="T50" fmla="*/ 88 w 176"/>
              <ns1:gd name="T51" fmla="*/ 0 h 176"/>
              <ns1:gd name="T52" fmla="*/ 88 w 176"/>
              <ns1:gd name="T53" fmla="*/ 168 h 176"/>
              <ns1:gd name="T54" fmla="*/ 8 w 176"/>
              <ns1:gd name="T55" fmla="*/ 88 h 176"/>
              <ns1:gd name="T56" fmla="*/ 88 w 176"/>
              <ns1:gd name="T57" fmla="*/ 8 h 176"/>
              <ns1:gd name="T58" fmla="*/ 168 w 176"/>
              <ns1:gd name="T59" fmla="*/ 88 h 176"/>
              <ns1:gd name="T60" fmla="*/ 88 w 176"/>
              <ns1:gd name="T61" fmla="*/ 168 h 176"/>
              <ns1:gd name="T62" fmla="*/ 108 w 176"/>
              <ns1:gd name="T63" fmla="*/ 111 h 176"/>
              <ns1:gd name="T64" fmla="*/ 102 w 176"/>
              <ns1:gd name="T65" fmla="*/ 114 h 176"/>
              <ns1:gd name="T66" fmla="*/ 103 w 176"/>
              <ns1:gd name="T67" fmla="*/ 118 h 176"/>
              <ns1:gd name="T68" fmla="*/ 106 w 176"/>
              <ns1:gd name="T69" fmla="*/ 120 h 176"/>
              <ns1:gd name="T70" fmla="*/ 107 w 176"/>
              <ns1:gd name="T71" fmla="*/ 120 h 176"/>
              <ns1:gd name="T72" fmla="*/ 112 w 176"/>
              <ns1:gd name="T73" fmla="*/ 117 h 176"/>
              <ns1:gd name="T74" fmla="*/ 111 w 176"/>
              <ns1:gd name="T75" fmla="*/ 113 h 176"/>
              <ns1:gd name="T76" fmla="*/ 108 w 176"/>
              <ns1:gd name="T77" fmla="*/ 111 h 176"/>
              <ns1:gd name="T78" fmla="*/ 116 w 176"/>
              <ns1:gd name="T79" fmla="*/ 57 h 176"/>
              <ns1:gd name="T80" fmla="*/ 115 w 176"/>
              <ns1:gd name="T81" fmla="*/ 57 h 176"/>
              <ns1:gd name="T82" fmla="*/ 111 w 176"/>
              <ns1:gd name="T83" fmla="*/ 61 h 176"/>
              <ns1:gd name="T84" fmla="*/ 106 w 176"/>
              <ns1:gd name="T85" fmla="*/ 105 h 176"/>
              <ns1:gd name="T86" fmla="*/ 106 w 176"/>
              <ns1:gd name="T87" fmla="*/ 106 h 176"/>
              <ns1:gd name="T88" fmla="*/ 107 w 176"/>
              <ns1:gd name="T89" fmla="*/ 106 h 176"/>
              <ns1:gd name="T90" fmla="*/ 107 w 176"/>
              <ns1:gd name="T91" fmla="*/ 106 h 176"/>
              <ns1:gd name="T92" fmla="*/ 110 w 176"/>
              <ns1:gd name="T93" fmla="*/ 107 h 176"/>
              <ns1:gd name="T94" fmla="*/ 111 w 176"/>
              <ns1:gd name="T95" fmla="*/ 107 h 176"/>
              <ns1:gd name="T96" fmla="*/ 111 w 176"/>
              <ns1:gd name="T97" fmla="*/ 106 h 176"/>
              <ns1:gd name="T98" fmla="*/ 118 w 176"/>
              <ns1:gd name="T99" fmla="*/ 69 h 176"/>
              <ns1:gd name="T100" fmla="*/ 120 w 176"/>
              <ns1:gd name="T101" fmla="*/ 63 h 176"/>
              <ns1:gd name="T102" fmla="*/ 119 w 176"/>
              <ns1:gd name="T103" fmla="*/ 59 h 176"/>
              <ns1:gd name="T104" fmla="*/ 116 w 176"/>
              <ns1:gd name="T105" fmla="*/ 57 h 176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  <ns1:cxn ang="0">
                <ns1:pos x="T32" y="T33"/>
              </ns1:cxn>
              <ns1:cxn ang="0">
                <ns1:pos x="T34" y="T35"/>
              </ns1:cxn>
              <ns1:cxn ang="0">
                <ns1:pos x="T36" y="T37"/>
              </ns1:cxn>
              <ns1:cxn ang="0">
                <ns1:pos x="T38" y="T39"/>
              </ns1:cxn>
              <ns1:cxn ang="0">
                <ns1:pos x="T40" y="T41"/>
              </ns1:cxn>
              <ns1:cxn ang="0">
                <ns1:pos x="T42" y="T43"/>
              </ns1:cxn>
              <ns1:cxn ang="0">
                <ns1:pos x="T44" y="T45"/>
              </ns1:cxn>
              <ns1:cxn ang="0">
                <ns1:pos x="T46" y="T47"/>
              </ns1:cxn>
              <ns1:cxn ang="0">
                <ns1:pos x="T48" y="T49"/>
              </ns1:cxn>
              <ns1:cxn ang="0">
                <ns1:pos x="T50" y="T51"/>
              </ns1:cxn>
              <ns1:cxn ang="0">
                <ns1:pos x="T52" y="T53"/>
              </ns1:cxn>
              <ns1:cxn ang="0">
                <ns1:pos x="T54" y="T55"/>
              </ns1:cxn>
              <ns1:cxn ang="0">
                <ns1:pos x="T56" y="T57"/>
              </ns1:cxn>
              <ns1:cxn ang="0">
                <ns1:pos x="T58" y="T59"/>
              </ns1:cxn>
              <ns1:cxn ang="0">
                <ns1:pos x="T60" y="T61"/>
              </ns1:cxn>
              <ns1:cxn ang="0">
                <ns1:pos x="T62" y="T63"/>
              </ns1:cxn>
              <ns1:cxn ang="0">
                <ns1:pos x="T64" y="T65"/>
              </ns1:cxn>
              <ns1:cxn ang="0">
                <ns1:pos x="T66" y="T67"/>
              </ns1:cxn>
              <ns1:cxn ang="0">
                <ns1:pos x="T68" y="T69"/>
              </ns1:cxn>
              <ns1:cxn ang="0">
                <ns1:pos x="T70" y="T71"/>
              </ns1:cxn>
              <ns1:cxn ang="0">
                <ns1:pos x="T72" y="T73"/>
              </ns1:cxn>
              <ns1:cxn ang="0">
                <ns1:pos x="T74" y="T75"/>
              </ns1:cxn>
              <ns1:cxn ang="0">
                <ns1:pos x="T76" y="T77"/>
              </ns1:cxn>
              <ns1:cxn ang="0">
                <ns1:pos x="T78" y="T79"/>
              </ns1:cxn>
              <ns1:cxn ang="0">
                <ns1:pos x="T80" y="T81"/>
              </ns1:cxn>
              <ns1:cxn ang="0">
                <ns1:pos x="T82" y="T83"/>
              </ns1:cxn>
              <ns1:cxn ang="0">
                <ns1:pos x="T84" y="T85"/>
              </ns1:cxn>
              <ns1:cxn ang="0">
                <ns1:pos x="T86" y="T87"/>
              </ns1:cxn>
              <ns1:cxn ang="0">
                <ns1:pos x="T88" y="T89"/>
              </ns1:cxn>
              <ns1:cxn ang="0">
                <ns1:pos x="T90" y="T91"/>
              </ns1:cxn>
              <ns1:cxn ang="0">
                <ns1:pos x="T92" y="T93"/>
              </ns1:cxn>
              <ns1:cxn ang="0">
                <ns1:pos x="T94" y="T95"/>
              </ns1:cxn>
              <ns1:cxn ang="0">
                <ns1:pos x="T96" y="T97"/>
              </ns1:cxn>
              <ns1:cxn ang="0">
                <ns1:pos x="T98" y="T99"/>
              </ns1:cxn>
              <ns1:cxn ang="0">
                <ns1:pos x="T100" y="T101"/>
              </ns1:cxn>
              <ns1:cxn ang="0">
                <ns1:pos x="T102" y="T103"/>
              </ns1:cxn>
              <ns1:cxn ang="0">
                <ns1:pos x="T104" y="T105"/>
              </ns1:cxn>
            </ns1:cxnLst>
            <ns1:rect l="0" t="0" r="r" b="b"/>
            <ns1:pathLst>
              <ns1:path w="176" h="176">
                <ns1:moveTo>
                  <ns1:pt x="107" y="56"/>
                </ns1:moveTo>
                <ns1:cubicBezTo>
                  <ns1:pt x="105" y="56"/>
                  <ns1:pt x="105" y="56"/>
                  <ns1:pt x="105" y="56"/>
                </ns1:cubicBezTo>
                <ns1:cubicBezTo>
                  <ns1:pt x="105" y="56"/>
                  <ns1:pt x="105" y="56"/>
                  <ns1:pt x="105" y="56"/>
                </ns1:cubicBezTo>
                <ns1:cubicBezTo>
                  <ns1:pt x="103" y="57"/>
                  <ns1:pt x="100" y="57"/>
                  <ns1:pt x="98" y="56"/>
                </ns1:cubicBezTo>
                <ns1:cubicBezTo>
                  <ns1:pt x="97" y="56"/>
                  <ns1:pt x="97" y="56"/>
                  <ns1:pt x="97" y="56"/>
                </ns1:cubicBezTo>
                <ns1:cubicBezTo>
                  <ns1:pt x="81" y="83"/>
                  <ns1:pt x="81" y="83"/>
                  <ns1:pt x="81" y="83"/>
                </ns1:cubicBezTo>
                <ns1:cubicBezTo>
                  <ns1:pt x="66" y="56"/>
                  <ns1:pt x="66" y="56"/>
                  <ns1:pt x="66" y="56"/>
                </ns1:cubicBezTo>
                <ns1:cubicBezTo>
                  <ns1:pt x="65" y="56"/>
                  <ns1:pt x="65" y="56"/>
                  <ns1:pt x="65" y="56"/>
                </ns1:cubicBezTo>
                <ns1:cubicBezTo>
                  <ns1:pt x="63" y="57"/>
                  <ns1:pt x="60" y="57"/>
                  <ns1:pt x="58" y="56"/>
                </ns1:cubicBezTo>
                <ns1:cubicBezTo>
                  <ns1:pt x="56" y="56"/>
                  <ns1:pt x="56" y="56"/>
                  <ns1:pt x="56" y="56"/>
                </ns1:cubicBezTo>
                <ns1:cubicBezTo>
                  <ns1:pt x="77" y="93"/>
                  <ns1:pt x="77" y="93"/>
                  <ns1:pt x="77" y="93"/>
                </ns1:cubicBezTo>
                <ns1:cubicBezTo>
                  <ns1:pt x="77" y="119"/>
                  <ns1:pt x="77" y="119"/>
                  <ns1:pt x="77" y="119"/>
                </ns1:cubicBezTo>
                <ns1:cubicBezTo>
                  <ns1:pt x="77" y="120"/>
                  <ns1:pt x="77" y="120"/>
                  <ns1:pt x="77" y="120"/>
                </ns1:cubicBezTo>
                <ns1:cubicBezTo>
                  <ns1:pt x="77" y="120"/>
                  <ns1:pt x="77" y="120"/>
                  <ns1:pt x="77" y="120"/>
                </ns1:cubicBezTo>
                <ns1:cubicBezTo>
                  <ns1:pt x="78" y="120"/>
                  <ns1:pt x="78" y="120"/>
                  <ns1:pt x="78" y="120"/>
                </ns1:cubicBezTo>
                <ns1:cubicBezTo>
                  <ns1:pt x="80" y="119"/>
                  <ns1:pt x="83" y="119"/>
                  <ns1:pt x="85" y="120"/>
                </ns1:cubicBezTo>
                <ns1:cubicBezTo>
                  <ns1:pt x="86" y="120"/>
                  <ns1:pt x="86" y="120"/>
                  <ns1:pt x="86" y="120"/>
                </ns1:cubicBezTo>
                <ns1:cubicBezTo>
                  <ns1:pt x="86" y="93"/>
                  <ns1:pt x="86" y="93"/>
                  <ns1:pt x="86" y="93"/>
                </ns1:cubicBezTo>
                <ns1:cubicBezTo>
                  <ns1:pt x="86" y="91"/>
                  <ns1:pt x="91" y="83"/>
                  <ns1:pt x="96" y="75"/>
                </ns1:cubicBezTo>
                <ns1:cubicBezTo>
                  <ns1:pt x="101" y="66"/>
                  <ns1:pt x="106" y="57"/>
                  <ns1:pt x="106" y="57"/>
                </ns1:cubicBezTo>
                <ns1:lnTo>
                  <ns1:pt x="107" y="56"/>
                </ns1:lnTo>
                <ns1:close/>
                <ns1:moveTo>
                  <ns1:pt x="88" y="0"/>
                </ns1:moveTo>
                <ns1:cubicBezTo>
                  <ns1:pt x="39" y="0"/>
                  <ns1:pt x="0" y="39"/>
                  <ns1:pt x="0" y="88"/>
                </ns1:cubicBezTo>
                <ns1:cubicBezTo>
                  <ns1:pt x="0" y="137"/>
                  <ns1:pt x="39" y="176"/>
                  <ns1:pt x="88" y="176"/>
                </ns1:cubicBezTo>
                <ns1:cubicBezTo>
                  <ns1:pt x="137" y="176"/>
                  <ns1:pt x="176" y="137"/>
                  <ns1:pt x="176" y="88"/>
                </ns1:cubicBezTo>
                <ns1:cubicBezTo>
                  <ns1:pt x="176" y="39"/>
                  <ns1:pt x="137" y="0"/>
                  <ns1:pt x="88" y="0"/>
                </ns1:cubicBezTo>
                <ns1:moveTo>
                  <ns1:pt x="88" y="168"/>
                </ns1:moveTo>
                <ns1:cubicBezTo>
                  <ns1:pt x="44" y="168"/>
                  <ns1:pt x="8" y="132"/>
                  <ns1:pt x="8" y="88"/>
                </ns1:cubicBezTo>
                <ns1:cubicBezTo>
                  <ns1:pt x="8" y="44"/>
                  <ns1:pt x="44" y="8"/>
                  <ns1:pt x="88" y="8"/>
                </ns1:cubicBezTo>
                <ns1:cubicBezTo>
                  <ns1:pt x="132" y="8"/>
                  <ns1:pt x="168" y="44"/>
                  <ns1:pt x="168" y="88"/>
                </ns1:cubicBezTo>
                <ns1:cubicBezTo>
                  <ns1:pt x="168" y="132"/>
                  <ns1:pt x="132" y="168"/>
                  <ns1:pt x="88" y="168"/>
                </ns1:cubicBezTo>
                <ns1:moveTo>
                  <ns1:pt x="108" y="111"/>
                </ns1:moveTo>
                <ns1:cubicBezTo>
                  <ns1:pt x="105" y="110"/>
                  <ns1:pt x="103" y="111"/>
                  <ns1:pt x="102" y="114"/>
                </ns1:cubicBezTo>
                <ns1:cubicBezTo>
                  <ns1:pt x="102" y="116"/>
                  <ns1:pt x="102" y="117"/>
                  <ns1:pt x="103" y="118"/>
                </ns1:cubicBezTo>
                <ns1:cubicBezTo>
                  <ns1:pt x="104" y="119"/>
                  <ns1:pt x="105" y="119"/>
                  <ns1:pt x="106" y="120"/>
                </ns1:cubicBezTo>
                <ns1:cubicBezTo>
                  <ns1:pt x="106" y="120"/>
                  <ns1:pt x="107" y="120"/>
                  <ns1:pt x="107" y="120"/>
                </ns1:cubicBezTo>
                <ns1:cubicBezTo>
                  <ns1:pt x="109" y="120"/>
                  <ns1:pt x="111" y="119"/>
                  <ns1:pt x="112" y="117"/>
                </ns1:cubicBezTo>
                <ns1:cubicBezTo>
                  <ns1:pt x="112" y="115"/>
                  <ns1:pt x="112" y="114"/>
                  <ns1:pt x="111" y="113"/>
                </ns1:cubicBezTo>
                <ns1:cubicBezTo>
                  <ns1:pt x="111" y="112"/>
                  <ns1:pt x="110" y="111"/>
                  <ns1:pt x="108" y="111"/>
                </ns1:cubicBezTo>
                <ns1:moveTo>
                  <ns1:pt x="116" y="57"/>
                </ns1:moveTo>
                <ns1:cubicBezTo>
                  <ns1:pt x="116" y="57"/>
                  <ns1:pt x="116" y="57"/>
                  <ns1:pt x="115" y="57"/>
                </ns1:cubicBezTo>
                <ns1:cubicBezTo>
                  <ns1:pt x="113" y="57"/>
                  <ns1:pt x="111" y="58"/>
                  <ns1:pt x="111" y="61"/>
                </ns1:cubicBezTo>
                <ns1:cubicBezTo>
                  <ns1:pt x="108" y="95"/>
                  <ns1:pt x="106" y="105"/>
                  <ns1:pt x="106" y="105"/>
                </ns1:cubicBezTo>
                <ns1:cubicBezTo>
                  <ns1:pt x="106" y="106"/>
                  <ns1:pt x="106" y="106"/>
                  <ns1:pt x="106" y="106"/>
                </ns1:cubicBezTo>
                <ns1:cubicBezTo>
                  <ns1:pt x="107" y="106"/>
                  <ns1:pt x="107" y="106"/>
                  <ns1:pt x="107" y="106"/>
                </ns1:cubicBezTo>
                <ns1:cubicBezTo>
                  <ns1:pt x="107" y="106"/>
                  <ns1:pt x="107" y="106"/>
                  <ns1:pt x="107" y="106"/>
                </ns1:cubicBezTo>
                <ns1:cubicBezTo>
                  <ns1:pt x="108" y="106"/>
                  <ns1:pt x="109" y="106"/>
                  <ns1:pt x="110" y="107"/>
                </ns1:cubicBezTo>
                <ns1:cubicBezTo>
                  <ns1:pt x="111" y="107"/>
                  <ns1:pt x="111" y="107"/>
                  <ns1:pt x="111" y="107"/>
                </ns1:cubicBezTo>
                <ns1:cubicBezTo>
                  <ns1:pt x="111" y="106"/>
                  <ns1:pt x="111" y="106"/>
                  <ns1:pt x="111" y="106"/>
                </ns1:cubicBezTo>
                <ns1:cubicBezTo>
                  <ns1:pt x="113" y="94"/>
                  <ns1:pt x="116" y="78"/>
                  <ns1:pt x="118" y="69"/>
                </ns1:cubicBezTo>
                <ns1:cubicBezTo>
                  <ns1:pt x="119" y="66"/>
                  <ns1:pt x="120" y="64"/>
                  <ns1:pt x="120" y="63"/>
                </ns1:cubicBezTo>
                <ns1:cubicBezTo>
                  <ns1:pt x="120" y="61"/>
                  <ns1:pt x="120" y="60"/>
                  <ns1:pt x="119" y="59"/>
                </ns1:cubicBezTo>
                <ns1:cubicBezTo>
                  <ns1:pt x="119" y="58"/>
                  <ns1:pt x="118" y="57"/>
                  <ns1:pt x="116" y="57"/>
                </ns1:cubicBezTo>
              </ns1:path>
            </ns1:pathLst>
          </ns1:custGeom>
          <ns1:solidFill>
            <ns1:schemeClr val="tx1"/>
          </ns1:solidFill>
          <ns1:ln>
            <ns1:noFill/>
          </ns1:ln>
          <ns1:extLst/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en-US"/>
          </ns1:p>
        </ns0:txBody>
      </ns0:sp>
      <ns0:sp>
        <ns0:nvSpPr>
          <ns0:cNvPr id="46" name="Freeform 42"/>
          <ns0:cNvSpPr>
            <ns1:spLocks noEditPoints="1"/>
          </ns0:cNvSpPr>
          <ns0:nvPr/>
        </ns0:nvSpPr>
        <ns0:spPr bwMode="auto">
          <ns1:xfrm>
            <ns1:off x="8607425" y="3683001"/>
            <ns1:ext cx="555625" cy="557213"/>
          </ns1:xfrm>
          <ns1:custGeom>
            <ns1:avLst/>
            <ns1:gdLst>
              <ns1:gd name="T0" fmla="*/ 113 w 176"/>
              <ns1:gd name="T1" fmla="*/ 79 h 176"/>
              <ns1:gd name="T2" fmla="*/ 113 w 176"/>
              <ns1:gd name="T3" fmla="*/ 79 h 176"/>
              <ns1:gd name="T4" fmla="*/ 113 w 176"/>
              <ns1:gd name="T5" fmla="*/ 79 h 176"/>
              <ns1:gd name="T6" fmla="*/ 113 w 176"/>
              <ns1:gd name="T7" fmla="*/ 79 h 176"/>
              <ns1:gd name="T8" fmla="*/ 62 w 176"/>
              <ns1:gd name="T9" fmla="*/ 80 h 176"/>
              <ns1:gd name="T10" fmla="*/ 44 w 176"/>
              <ns1:gd name="T11" fmla="*/ 94 h 176"/>
              <ns1:gd name="T12" fmla="*/ 60 w 176"/>
              <ns1:gd name="T13" fmla="*/ 104 h 176"/>
              <ns1:gd name="T14" fmla="*/ 60 w 176"/>
              <ns1:gd name="T15" fmla="*/ 104 h 176"/>
              <ns1:gd name="T16" fmla="*/ 63 w 176"/>
              <ns1:gd name="T17" fmla="*/ 106 h 176"/>
              <ns1:gd name="T18" fmla="*/ 70 w 176"/>
              <ns1:gd name="T19" fmla="*/ 110 h 176"/>
              <ns1:gd name="T20" fmla="*/ 82 w 176"/>
              <ns1:gd name="T21" fmla="*/ 101 h 176"/>
              <ns1:gd name="T22" fmla="*/ 88 w 176"/>
              <ns1:gd name="T23" fmla="*/ 97 h 176"/>
              <ns1:gd name="T24" fmla="*/ 88 w 176"/>
              <ns1:gd name="T25" fmla="*/ 97 h 176"/>
              <ns1:gd name="T26" fmla="*/ 88 w 176"/>
              <ns1:gd name="T27" fmla="*/ 97 h 176"/>
              <ns1:gd name="T28" fmla="*/ 88 w 176"/>
              <ns1:gd name="T29" fmla="*/ 97 h 176"/>
              <ns1:gd name="T30" fmla="*/ 88 w 176"/>
              <ns1:gd name="T31" fmla="*/ 97 h 176"/>
              <ns1:gd name="T32" fmla="*/ 102 w 176"/>
              <ns1:gd name="T33" fmla="*/ 107 h 176"/>
              <ns1:gd name="T34" fmla="*/ 106 w 176"/>
              <ns1:gd name="T35" fmla="*/ 110 h 176"/>
              <ns1:gd name="T36" fmla="*/ 132 w 176"/>
              <ns1:gd name="T37" fmla="*/ 94 h 176"/>
              <ns1:gd name="T38" fmla="*/ 113 w 176"/>
              <ns1:gd name="T39" fmla="*/ 79 h 176"/>
              <ns1:gd name="T40" fmla="*/ 88 w 176"/>
              <ns1:gd name="T41" fmla="*/ 95 h 176"/>
              <ns1:gd name="T42" fmla="*/ 62 w 176"/>
              <ns1:gd name="T43" fmla="*/ 80 h 176"/>
              <ns1:gd name="T44" fmla="*/ 106 w 176"/>
              <ns1:gd name="T45" fmla="*/ 120 h 176"/>
              <ns1:gd name="T46" fmla="*/ 106 w 176"/>
              <ns1:gd name="T47" fmla="*/ 120 h 176"/>
              <ns1:gd name="T48" fmla="*/ 88 w 176"/>
              <ns1:gd name="T49" fmla="*/ 107 h 176"/>
              <ns1:gd name="T50" fmla="*/ 71 w 176"/>
              <ns1:gd name="T51" fmla="*/ 120 h 176"/>
              <ns1:gd name="T52" fmla="*/ 71 w 176"/>
              <ns1:gd name="T53" fmla="*/ 120 h 176"/>
              <ns1:gd name="T54" fmla="*/ 62 w 176"/>
              <ns1:gd name="T55" fmla="*/ 114 h 176"/>
              <ns1:gd name="T56" fmla="*/ 62 w 176"/>
              <ns1:gd name="T57" fmla="*/ 119 h 176"/>
              <ns1:gd name="T58" fmla="*/ 88 w 176"/>
              <ns1:gd name="T59" fmla="*/ 136 h 176"/>
              <ns1:gd name="T60" fmla="*/ 114 w 176"/>
              <ns1:gd name="T61" fmla="*/ 119 h 176"/>
              <ns1:gd name="T62" fmla="*/ 114 w 176"/>
              <ns1:gd name="T63" fmla="*/ 115 h 176"/>
              <ns1:gd name="T64" fmla="*/ 106 w 176"/>
              <ns1:gd name="T65" fmla="*/ 120 h 176"/>
              <ns1:gd name="T66" fmla="*/ 44 w 176"/>
              <ns1:gd name="T67" fmla="*/ 65 h 176"/>
              <ns1:gd name="T68" fmla="*/ 62 w 176"/>
              <ns1:gd name="T69" fmla="*/ 80 h 176"/>
              <ns1:gd name="T70" fmla="*/ 88 w 176"/>
              <ns1:gd name="T71" fmla="*/ 63 h 176"/>
              <ns1:gd name="T72" fmla="*/ 70 w 176"/>
              <ns1:gd name="T73" fmla="*/ 48 h 176"/>
              <ns1:gd name="T74" fmla="*/ 44 w 176"/>
              <ns1:gd name="T75" fmla="*/ 65 h 176"/>
              <ns1:gd name="T76" fmla="*/ 106 w 176"/>
              <ns1:gd name="T77" fmla="*/ 48 h 176"/>
              <ns1:gd name="T78" fmla="*/ 88 w 176"/>
              <ns1:gd name="T79" fmla="*/ 63 h 176"/>
              <ns1:gd name="T80" fmla="*/ 113 w 176"/>
              <ns1:gd name="T81" fmla="*/ 79 h 176"/>
              <ns1:gd name="T82" fmla="*/ 132 w 176"/>
              <ns1:gd name="T83" fmla="*/ 65 h 176"/>
              <ns1:gd name="T84" fmla="*/ 106 w 176"/>
              <ns1:gd name="T85" fmla="*/ 48 h 176"/>
              <ns1:gd name="T86" fmla="*/ 88 w 176"/>
              <ns1:gd name="T87" fmla="*/ 0 h 176"/>
              <ns1:gd name="T88" fmla="*/ 0 w 176"/>
              <ns1:gd name="T89" fmla="*/ 88 h 176"/>
              <ns1:gd name="T90" fmla="*/ 88 w 176"/>
              <ns1:gd name="T91" fmla="*/ 176 h 176"/>
              <ns1:gd name="T92" fmla="*/ 176 w 176"/>
              <ns1:gd name="T93" fmla="*/ 88 h 176"/>
              <ns1:gd name="T94" fmla="*/ 88 w 176"/>
              <ns1:gd name="T95" fmla="*/ 0 h 176"/>
              <ns1:gd name="T96" fmla="*/ 88 w 176"/>
              <ns1:gd name="T97" fmla="*/ 168 h 176"/>
              <ns1:gd name="T98" fmla="*/ 8 w 176"/>
              <ns1:gd name="T99" fmla="*/ 88 h 176"/>
              <ns1:gd name="T100" fmla="*/ 88 w 176"/>
              <ns1:gd name="T101" fmla="*/ 8 h 176"/>
              <ns1:gd name="T102" fmla="*/ 168 w 176"/>
              <ns1:gd name="T103" fmla="*/ 88 h 176"/>
              <ns1:gd name="T104" fmla="*/ 88 w 176"/>
              <ns1:gd name="T105" fmla="*/ 168 h 176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  <ns1:cxn ang="0">
                <ns1:pos x="T32" y="T33"/>
              </ns1:cxn>
              <ns1:cxn ang="0">
                <ns1:pos x="T34" y="T35"/>
              </ns1:cxn>
              <ns1:cxn ang="0">
                <ns1:pos x="T36" y="T37"/>
              </ns1:cxn>
              <ns1:cxn ang="0">
                <ns1:pos x="T38" y="T39"/>
              </ns1:cxn>
              <ns1:cxn ang="0">
                <ns1:pos x="T40" y="T41"/>
              </ns1:cxn>
              <ns1:cxn ang="0">
                <ns1:pos x="T42" y="T43"/>
              </ns1:cxn>
              <ns1:cxn ang="0">
                <ns1:pos x="T44" y="T45"/>
              </ns1:cxn>
              <ns1:cxn ang="0">
                <ns1:pos x="T46" y="T47"/>
              </ns1:cxn>
              <ns1:cxn ang="0">
                <ns1:pos x="T48" y="T49"/>
              </ns1:cxn>
              <ns1:cxn ang="0">
                <ns1:pos x="T50" y="T51"/>
              </ns1:cxn>
              <ns1:cxn ang="0">
                <ns1:pos x="T52" y="T53"/>
              </ns1:cxn>
              <ns1:cxn ang="0">
                <ns1:pos x="T54" y="T55"/>
              </ns1:cxn>
              <ns1:cxn ang="0">
                <ns1:pos x="T56" y="T57"/>
              </ns1:cxn>
              <ns1:cxn ang="0">
                <ns1:pos x="T58" y="T59"/>
              </ns1:cxn>
              <ns1:cxn ang="0">
                <ns1:pos x="T60" y="T61"/>
              </ns1:cxn>
              <ns1:cxn ang="0">
                <ns1:pos x="T62" y="T63"/>
              </ns1:cxn>
              <ns1:cxn ang="0">
                <ns1:pos x="T64" y="T65"/>
              </ns1:cxn>
              <ns1:cxn ang="0">
                <ns1:pos x="T66" y="T67"/>
              </ns1:cxn>
              <ns1:cxn ang="0">
                <ns1:pos x="T68" y="T69"/>
              </ns1:cxn>
              <ns1:cxn ang="0">
                <ns1:pos x="T70" y="T71"/>
              </ns1:cxn>
              <ns1:cxn ang="0">
                <ns1:pos x="T72" y="T73"/>
              </ns1:cxn>
              <ns1:cxn ang="0">
                <ns1:pos x="T74" y="T75"/>
              </ns1:cxn>
              <ns1:cxn ang="0">
                <ns1:pos x="T76" y="T77"/>
              </ns1:cxn>
              <ns1:cxn ang="0">
                <ns1:pos x="T78" y="T79"/>
              </ns1:cxn>
              <ns1:cxn ang="0">
                <ns1:pos x="T80" y="T81"/>
              </ns1:cxn>
              <ns1:cxn ang="0">
                <ns1:pos x="T82" y="T83"/>
              </ns1:cxn>
              <ns1:cxn ang="0">
                <ns1:pos x="T84" y="T85"/>
              </ns1:cxn>
              <ns1:cxn ang="0">
                <ns1:pos x="T86" y="T87"/>
              </ns1:cxn>
              <ns1:cxn ang="0">
                <ns1:pos x="T88" y="T89"/>
              </ns1:cxn>
              <ns1:cxn ang="0">
                <ns1:pos x="T90" y="T91"/>
              </ns1:cxn>
              <ns1:cxn ang="0">
                <ns1:pos x="T92" y="T93"/>
              </ns1:cxn>
              <ns1:cxn ang="0">
                <ns1:pos x="T94" y="T95"/>
              </ns1:cxn>
              <ns1:cxn ang="0">
                <ns1:pos x="T96" y="T97"/>
              </ns1:cxn>
              <ns1:cxn ang="0">
                <ns1:pos x="T98" y="T99"/>
              </ns1:cxn>
              <ns1:cxn ang="0">
                <ns1:pos x="T100" y="T101"/>
              </ns1:cxn>
              <ns1:cxn ang="0">
                <ns1:pos x="T102" y="T103"/>
              </ns1:cxn>
              <ns1:cxn ang="0">
                <ns1:pos x="T104" y="T105"/>
              </ns1:cxn>
            </ns1:cxnLst>
            <ns1:rect l="0" t="0" r="r" b="b"/>
            <ns1:pathLst>
              <ns1:path w="176" h="176">
                <ns1:moveTo>
                  <ns1:pt x="113" y="79"/>
                </ns1:moveTo>
                <ns1:cubicBezTo>
                  <ns1:pt x="113" y="79"/>
                  <ns1:pt x="113" y="79"/>
                  <ns1:pt x="113" y="79"/>
                </ns1:cubicBezTo>
                <ns1:cubicBezTo>
                  <ns1:pt x="113" y="79"/>
                  <ns1:pt x="113" y="79"/>
                  <ns1:pt x="113" y="79"/>
                </ns1:cubicBezTo>
                <ns1:cubicBezTo>
                  <ns1:pt x="113" y="79"/>
                  <ns1:pt x="113" y="79"/>
                  <ns1:pt x="113" y="79"/>
                </ns1:cubicBezTo>
                <ns1:close/>
                <ns1:moveTo>
                  <ns1:pt x="62" y="80"/>
                </ns1:moveTo>
                <ns1:cubicBezTo>
                  <ns1:pt x="44" y="94"/>
                  <ns1:pt x="44" y="94"/>
                  <ns1:pt x="44" y="94"/>
                </ns1:cubicBezTo>
                <ns1:cubicBezTo>
                  <ns1:pt x="60" y="104"/>
                  <ns1:pt x="60" y="104"/>
                  <ns1:pt x="60" y="104"/>
                </ns1:cubicBezTo>
                <ns1:cubicBezTo>
                  <ns1:pt x="60" y="104"/>
                  <ns1:pt x="60" y="104"/>
                  <ns1:pt x="60" y="104"/>
                </ns1:cubicBezTo>
                <ns1:cubicBezTo>
                  <ns1:pt x="63" y="106"/>
                  <ns1:pt x="63" y="106"/>
                  <ns1:pt x="63" y="106"/>
                </ns1:cubicBezTo>
                <ns1:cubicBezTo>
                  <ns1:pt x="70" y="110"/>
                  <ns1:pt x="70" y="110"/>
                  <ns1:pt x="70" y="110"/>
                </ns1:cubicBezTo>
                <ns1:cubicBezTo>
                  <ns1:pt x="82" y="101"/>
                  <ns1:pt x="82" y="101"/>
                  <ns1:pt x="82" y="101"/>
                </ns1:cubicBezTo>
                <ns1:cubicBezTo>
                  <ns1:pt x="88" y="97"/>
                  <ns1:pt x="88" y="97"/>
                  <ns1:pt x="88" y="97"/>
                </ns1:cubicBezTo>
                <ns1:cubicBezTo>
                  <ns1:pt x="88" y="97"/>
                  <ns1:pt x="88" y="97"/>
                  <ns1:pt x="88" y="97"/>
                </ns1:cubicBezTo>
                <ns1:cubicBezTo>
                  <ns1:pt x="88" y="97"/>
                  <ns1:pt x="88" y="97"/>
                  <ns1:pt x="88" y="97"/>
                </ns1:cubicBezTo>
                <ns1:cubicBezTo>
                  <ns1:pt x="88" y="97"/>
                  <ns1:pt x="88" y="97"/>
                  <ns1:pt x="88" y="97"/>
                </ns1:cubicBezTo>
                <ns1:cubicBezTo>
                  <ns1:pt x="88" y="97"/>
                  <ns1:pt x="88" y="97"/>
                  <ns1:pt x="88" y="97"/>
                </ns1:cubicBezTo>
                <ns1:cubicBezTo>
                  <ns1:pt x="102" y="107"/>
                  <ns1:pt x="102" y="107"/>
                  <ns1:pt x="102" y="107"/>
                </ns1:cubicBezTo>
                <ns1:cubicBezTo>
                  <ns1:pt x="106" y="110"/>
                  <ns1:pt x="106" y="110"/>
                  <ns1:pt x="106" y="110"/>
                </ns1:cubicBezTo>
                <ns1:cubicBezTo>
                  <ns1:pt x="132" y="94"/>
                  <ns1:pt x="132" y="94"/>
                  <ns1:pt x="132" y="94"/>
                </ns1:cubicBezTo>
                <ns1:cubicBezTo>
                  <ns1:pt x="113" y="79"/>
                  <ns1:pt x="113" y="79"/>
                  <ns1:pt x="113" y="79"/>
                </ns1:cubicBezTo>
                <ns1:cubicBezTo>
                  <ns1:pt x="88" y="95"/>
                  <ns1:pt x="88" y="95"/>
                  <ns1:pt x="88" y="95"/>
                </ns1:cubicBezTo>
                <ns1:lnTo>
                  <ns1:pt x="62" y="80"/>
                </ns1:lnTo>
                <ns1:close/>
                <ns1:moveTo>
                  <ns1:pt x="106" y="120"/>
                </ns1:moveTo>
                <ns1:cubicBezTo>
                  <ns1:pt x="106" y="120"/>
                  <ns1:pt x="106" y="120"/>
                  <ns1:pt x="106" y="120"/>
                </ns1:cubicBezTo>
                <ns1:cubicBezTo>
                  <ns1:pt x="88" y="107"/>
                  <ns1:pt x="88" y="107"/>
                  <ns1:pt x="88" y="107"/>
                </ns1:cubicBezTo>
                <ns1:cubicBezTo>
                  <ns1:pt x="71" y="120"/>
                  <ns1:pt x="71" y="120"/>
                  <ns1:pt x="71" y="120"/>
                </ns1:cubicBezTo>
                <ns1:cubicBezTo>
                  <ns1:pt x="71" y="120"/>
                  <ns1:pt x="71" y="120"/>
                  <ns1:pt x="71" y="120"/>
                </ns1:cubicBezTo>
                <ns1:cubicBezTo>
                  <ns1:pt x="62" y="114"/>
                  <ns1:pt x="62" y="114"/>
                  <ns1:pt x="62" y="114"/>
                </ns1:cubicBezTo>
                <ns1:cubicBezTo>
                  <ns1:pt x="62" y="119"/>
                  <ns1:pt x="62" y="119"/>
                  <ns1:pt x="62" y="119"/>
                </ns1:cubicBezTo>
                <ns1:cubicBezTo>
                  <ns1:pt x="88" y="136"/>
                  <ns1:pt x="88" y="136"/>
                  <ns1:pt x="88" y="136"/>
                </ns1:cubicBezTo>
                <ns1:cubicBezTo>
                  <ns1:pt x="114" y="119"/>
                  <ns1:pt x="114" y="119"/>
                  <ns1:pt x="114" y="119"/>
                </ns1:cubicBezTo>
                <ns1:cubicBezTo>
                  <ns1:pt x="114" y="115"/>
                  <ns1:pt x="114" y="115"/>
                  <ns1:pt x="114" y="115"/>
                </ns1:cubicBezTo>
                <ns1:cubicBezTo>
                  <ns1:pt x="106" y="120"/>
                  <ns1:pt x="106" y="120"/>
                  <ns1:pt x="106" y="120"/>
                </ns1:cubicBezTo>
                <ns1:close/>
                <ns1:moveTo>
                  <ns1:pt x="44" y="65"/>
                </ns1:moveTo>
                <ns1:cubicBezTo>
                  <ns1:pt x="62" y="80"/>
                  <ns1:pt x="62" y="80"/>
                  <ns1:pt x="62" y="80"/>
                </ns1:cubicBezTo>
                <ns1:cubicBezTo>
                  <ns1:pt x="88" y="63"/>
                  <ns1:pt x="88" y="63"/>
                  <ns1:pt x="88" y="63"/>
                </ns1:cubicBezTo>
                <ns1:cubicBezTo>
                  <ns1:pt x="70" y="48"/>
                  <ns1:pt x="70" y="48"/>
                  <ns1:pt x="70" y="48"/>
                </ns1:cubicBezTo>
                <ns1:lnTo>
                  <ns1:pt x="44" y="65"/>
                </ns1:lnTo>
                <ns1:close/>
                <ns1:moveTo>
                  <ns1:pt x="106" y="48"/>
                </ns1:moveTo>
                <ns1:cubicBezTo>
                  <ns1:pt x="88" y="63"/>
                  <ns1:pt x="88" y="63"/>
                  <ns1:pt x="88" y="63"/>
                </ns1:cubicBezTo>
                <ns1:cubicBezTo>
                  <ns1:pt x="113" y="79"/>
                  <ns1:pt x="113" y="79"/>
                  <ns1:pt x="113" y="79"/>
                </ns1:cubicBezTo>
                <ns1:cubicBezTo>
                  <ns1:pt x="132" y="65"/>
                  <ns1:pt x="132" y="65"/>
                  <ns1:pt x="132" y="65"/>
                </ns1:cubicBezTo>
                <ns1:lnTo>
                  <ns1:pt x="106" y="48"/>
                </ns1:lnTo>
                <ns1:close/>
                <ns1:moveTo>
                  <ns1:pt x="88" y="0"/>
                </ns1:moveTo>
                <ns1:cubicBezTo>
                  <ns1:pt x="39" y="0"/>
                  <ns1:pt x="0" y="39"/>
                  <ns1:pt x="0" y="88"/>
                </ns1:cubicBezTo>
                <ns1:cubicBezTo>
                  <ns1:pt x="0" y="137"/>
                  <ns1:pt x="39" y="176"/>
                  <ns1:pt x="88" y="176"/>
                </ns1:cubicBezTo>
                <ns1:cubicBezTo>
                  <ns1:pt x="137" y="176"/>
                  <ns1:pt x="176" y="137"/>
                  <ns1:pt x="176" y="88"/>
                </ns1:cubicBezTo>
                <ns1:cubicBezTo>
                  <ns1:pt x="176" y="39"/>
                  <ns1:pt x="137" y="0"/>
                  <ns1:pt x="88" y="0"/>
                </ns1:cubicBezTo>
                <ns1:moveTo>
                  <ns1:pt x="88" y="168"/>
                </ns1:moveTo>
                <ns1:cubicBezTo>
                  <ns1:pt x="44" y="168"/>
                  <ns1:pt x="8" y="132"/>
                  <ns1:pt x="8" y="88"/>
                </ns1:cubicBezTo>
                <ns1:cubicBezTo>
                  <ns1:pt x="8" y="44"/>
                  <ns1:pt x="44" y="8"/>
                  <ns1:pt x="88" y="8"/>
                </ns1:cubicBezTo>
                <ns1:cubicBezTo>
                  <ns1:pt x="132" y="8"/>
                  <ns1:pt x="168" y="44"/>
                  <ns1:pt x="168" y="88"/>
                </ns1:cubicBezTo>
                <ns1:cubicBezTo>
                  <ns1:pt x="168" y="132"/>
                  <ns1:pt x="132" y="168"/>
                  <ns1:pt x="88" y="168"/>
                </ns1:cubicBezTo>
              </ns1:path>
            </ns1:pathLst>
          </ns1:custGeom>
          <ns1:solidFill>
            <ns1:schemeClr val="tx1"/>
          </ns1:solidFill>
          <ns1:ln>
            <ns1:noFill/>
          </ns1:ln>
          <ns1:extLst/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en-US"/>
          </ns1:p>
        </ns0:txBody>
      </ns0:sp>
      <ns0:sp>
        <ns0:nvSpPr>
          <ns0:cNvPr id="47" name="Freeform 43"/>
          <ns0:cNvSpPr>
            <ns1:spLocks noEditPoints="1"/>
          </ns0:cNvSpPr>
          <ns0:nvPr/>
        </ns0:nvSpPr>
        <ns0:spPr bwMode="auto">
          <ns1:xfrm>
            <ns1:off x="9669463" y="3683001"/>
            <ns1:ext cx="557212" cy="557213"/>
          </ns1:xfrm>
          <ns1:custGeom>
            <ns1:avLst/>
            <ns1:gdLst>
              <ns1:gd name="T0" fmla="*/ 88 w 176"/>
              <ns1:gd name="T1" fmla="*/ 0 h 176"/>
              <ns1:gd name="T2" fmla="*/ 0 w 176"/>
              <ns1:gd name="T3" fmla="*/ 88 h 176"/>
              <ns1:gd name="T4" fmla="*/ 88 w 176"/>
              <ns1:gd name="T5" fmla="*/ 176 h 176"/>
              <ns1:gd name="T6" fmla="*/ 176 w 176"/>
              <ns1:gd name="T7" fmla="*/ 88 h 176"/>
              <ns1:gd name="T8" fmla="*/ 88 w 176"/>
              <ns1:gd name="T9" fmla="*/ 0 h 176"/>
              <ns1:gd name="T10" fmla="*/ 88 w 176"/>
              <ns1:gd name="T11" fmla="*/ 168 h 176"/>
              <ns1:gd name="T12" fmla="*/ 8 w 176"/>
              <ns1:gd name="T13" fmla="*/ 88 h 176"/>
              <ns1:gd name="T14" fmla="*/ 88 w 176"/>
              <ns1:gd name="T15" fmla="*/ 8 h 176"/>
              <ns1:gd name="T16" fmla="*/ 168 w 176"/>
              <ns1:gd name="T17" fmla="*/ 88 h 176"/>
              <ns1:gd name="T18" fmla="*/ 88 w 176"/>
              <ns1:gd name="T19" fmla="*/ 168 h 176"/>
              <ns1:gd name="T20" fmla="*/ 112 w 176"/>
              <ns1:gd name="T21" fmla="*/ 48 h 176"/>
              <ns1:gd name="T22" fmla="*/ 64 w 176"/>
              <ns1:gd name="T23" fmla="*/ 48 h 176"/>
              <ns1:gd name="T24" fmla="*/ 48 w 176"/>
              <ns1:gd name="T25" fmla="*/ 64 h 176"/>
              <ns1:gd name="T26" fmla="*/ 48 w 176"/>
              <ns1:gd name="T27" fmla="*/ 112 h 176"/>
              <ns1:gd name="T28" fmla="*/ 64 w 176"/>
              <ns1:gd name="T29" fmla="*/ 128 h 176"/>
              <ns1:gd name="T30" fmla="*/ 112 w 176"/>
              <ns1:gd name="T31" fmla="*/ 128 h 176"/>
              <ns1:gd name="T32" fmla="*/ 128 w 176"/>
              <ns1:gd name="T33" fmla="*/ 112 h 176"/>
              <ns1:gd name="T34" fmla="*/ 128 w 176"/>
              <ns1:gd name="T35" fmla="*/ 64 h 176"/>
              <ns1:gd name="T36" fmla="*/ 112 w 176"/>
              <ns1:gd name="T37" fmla="*/ 48 h 176"/>
              <ns1:gd name="T38" fmla="*/ 104 w 176"/>
              <ns1:gd name="T39" fmla="*/ 60 h 176"/>
              <ns1:gd name="T40" fmla="*/ 116 w 176"/>
              <ns1:gd name="T41" fmla="*/ 60 h 176"/>
              <ns1:gd name="T42" fmla="*/ 116 w 176"/>
              <ns1:gd name="T43" fmla="*/ 72 h 176"/>
              <ns1:gd name="T44" fmla="*/ 104 w 176"/>
              <ns1:gd name="T45" fmla="*/ 72 h 176"/>
              <ns1:gd name="T46" fmla="*/ 104 w 176"/>
              <ns1:gd name="T47" fmla="*/ 60 h 176"/>
              <ns1:gd name="T48" fmla="*/ 88 w 176"/>
              <ns1:gd name="T49" fmla="*/ 72 h 176"/>
              <ns1:gd name="T50" fmla="*/ 104 w 176"/>
              <ns1:gd name="T51" fmla="*/ 88 h 176"/>
              <ns1:gd name="T52" fmla="*/ 88 w 176"/>
              <ns1:gd name="T53" fmla="*/ 104 h 176"/>
              <ns1:gd name="T54" fmla="*/ 72 w 176"/>
              <ns1:gd name="T55" fmla="*/ 88 h 176"/>
              <ns1:gd name="T56" fmla="*/ 88 w 176"/>
              <ns1:gd name="T57" fmla="*/ 72 h 176"/>
              <ns1:gd name="T58" fmla="*/ 120 w 176"/>
              <ns1:gd name="T59" fmla="*/ 112 h 176"/>
              <ns1:gd name="T60" fmla="*/ 112 w 176"/>
              <ns1:gd name="T61" fmla="*/ 120 h 176"/>
              <ns1:gd name="T62" fmla="*/ 64 w 176"/>
              <ns1:gd name="T63" fmla="*/ 120 h 176"/>
              <ns1:gd name="T64" fmla="*/ 56 w 176"/>
              <ns1:gd name="T65" fmla="*/ 112 h 176"/>
              <ns1:gd name="T66" fmla="*/ 56 w 176"/>
              <ns1:gd name="T67" fmla="*/ 84 h 176"/>
              <ns1:gd name="T68" fmla="*/ 64 w 176"/>
              <ns1:gd name="T69" fmla="*/ 84 h 176"/>
              <ns1:gd name="T70" fmla="*/ 64 w 176"/>
              <ns1:gd name="T71" fmla="*/ 88 h 176"/>
              <ns1:gd name="T72" fmla="*/ 88 w 176"/>
              <ns1:gd name="T73" fmla="*/ 112 h 176"/>
              <ns1:gd name="T74" fmla="*/ 112 w 176"/>
              <ns1:gd name="T75" fmla="*/ 88 h 176"/>
              <ns1:gd name="T76" fmla="*/ 112 w 176"/>
              <ns1:gd name="T77" fmla="*/ 84 h 176"/>
              <ns1:gd name="T78" fmla="*/ 120 w 176"/>
              <ns1:gd name="T79" fmla="*/ 84 h 176"/>
              <ns1:gd name="T80" fmla="*/ 120 w 176"/>
              <ns1:gd name="T81" fmla="*/ 112 h 176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  <ns1:cxn ang="0">
                <ns1:pos x="T32" y="T33"/>
              </ns1:cxn>
              <ns1:cxn ang="0">
                <ns1:pos x="T34" y="T35"/>
              </ns1:cxn>
              <ns1:cxn ang="0">
                <ns1:pos x="T36" y="T37"/>
              </ns1:cxn>
              <ns1:cxn ang="0">
                <ns1:pos x="T38" y="T39"/>
              </ns1:cxn>
              <ns1:cxn ang="0">
                <ns1:pos x="T40" y="T41"/>
              </ns1:cxn>
              <ns1:cxn ang="0">
                <ns1:pos x="T42" y="T43"/>
              </ns1:cxn>
              <ns1:cxn ang="0">
                <ns1:pos x="T44" y="T45"/>
              </ns1:cxn>
              <ns1:cxn ang="0">
                <ns1:pos x="T46" y="T47"/>
              </ns1:cxn>
              <ns1:cxn ang="0">
                <ns1:pos x="T48" y="T49"/>
              </ns1:cxn>
              <ns1:cxn ang="0">
                <ns1:pos x="T50" y="T51"/>
              </ns1:cxn>
              <ns1:cxn ang="0">
                <ns1:pos x="T52" y="T53"/>
              </ns1:cxn>
              <ns1:cxn ang="0">
                <ns1:pos x="T54" y="T55"/>
              </ns1:cxn>
              <ns1:cxn ang="0">
                <ns1:pos x="T56" y="T57"/>
              </ns1:cxn>
              <ns1:cxn ang="0">
                <ns1:pos x="T58" y="T59"/>
              </ns1:cxn>
              <ns1:cxn ang="0">
                <ns1:pos x="T60" y="T61"/>
              </ns1:cxn>
              <ns1:cxn ang="0">
                <ns1:pos x="T62" y="T63"/>
              </ns1:cxn>
              <ns1:cxn ang="0">
                <ns1:pos x="T64" y="T65"/>
              </ns1:cxn>
              <ns1:cxn ang="0">
                <ns1:pos x="T66" y="T67"/>
              </ns1:cxn>
              <ns1:cxn ang="0">
                <ns1:pos x="T68" y="T69"/>
              </ns1:cxn>
              <ns1:cxn ang="0">
                <ns1:pos x="T70" y="T71"/>
              </ns1:cxn>
              <ns1:cxn ang="0">
                <ns1:pos x="T72" y="T73"/>
              </ns1:cxn>
              <ns1:cxn ang="0">
                <ns1:pos x="T74" y="T75"/>
              </ns1:cxn>
              <ns1:cxn ang="0">
                <ns1:pos x="T76" y="T77"/>
              </ns1:cxn>
              <ns1:cxn ang="0">
                <ns1:pos x="T78" y="T79"/>
              </ns1:cxn>
              <ns1:cxn ang="0">
                <ns1:pos x="T80" y="T81"/>
              </ns1:cxn>
            </ns1:cxnLst>
            <ns1:rect l="0" t="0" r="r" b="b"/>
            <ns1:pathLst>
              <ns1:path w="176" h="176">
                <ns1:moveTo>
                  <ns1:pt x="88" y="0"/>
                </ns1:moveTo>
                <ns1:cubicBezTo>
                  <ns1:pt x="39" y="0"/>
                  <ns1:pt x="0" y="39"/>
                  <ns1:pt x="0" y="88"/>
                </ns1:cubicBezTo>
                <ns1:cubicBezTo>
                  <ns1:pt x="0" y="137"/>
                  <ns1:pt x="39" y="176"/>
                  <ns1:pt x="88" y="176"/>
                </ns1:cubicBezTo>
                <ns1:cubicBezTo>
                  <ns1:pt x="137" y="176"/>
                  <ns1:pt x="176" y="137"/>
                  <ns1:pt x="176" y="88"/>
                </ns1:cubicBezTo>
                <ns1:cubicBezTo>
                  <ns1:pt x="176" y="39"/>
                  <ns1:pt x="137" y="0"/>
                  <ns1:pt x="88" y="0"/>
                </ns1:cubicBezTo>
                <ns1:moveTo>
                  <ns1:pt x="88" y="168"/>
                </ns1:moveTo>
                <ns1:cubicBezTo>
                  <ns1:pt x="44" y="168"/>
                  <ns1:pt x="8" y="132"/>
                  <ns1:pt x="8" y="88"/>
                </ns1:cubicBezTo>
                <ns1:cubicBezTo>
                  <ns1:pt x="8" y="44"/>
                  <ns1:pt x="44" y="8"/>
                  <ns1:pt x="88" y="8"/>
                </ns1:cubicBezTo>
                <ns1:cubicBezTo>
                  <ns1:pt x="132" y="8"/>
                  <ns1:pt x="168" y="44"/>
                  <ns1:pt x="168" y="88"/>
                </ns1:cubicBezTo>
                <ns1:cubicBezTo>
                  <ns1:pt x="168" y="132"/>
                  <ns1:pt x="132" y="168"/>
                  <ns1:pt x="88" y="168"/>
                </ns1:cubicBezTo>
                <ns1:moveTo>
                  <ns1:pt x="112" y="48"/>
                </ns1:moveTo>
                <ns1:cubicBezTo>
                  <ns1:pt x="64" y="48"/>
                  <ns1:pt x="64" y="48"/>
                  <ns1:pt x="64" y="48"/>
                </ns1:cubicBezTo>
                <ns1:cubicBezTo>
                  <ns1:pt x="55" y="48"/>
                  <ns1:pt x="48" y="55"/>
                  <ns1:pt x="48" y="64"/>
                </ns1:cubicBezTo>
                <ns1:cubicBezTo>
                  <ns1:pt x="48" y="112"/>
                  <ns1:pt x="48" y="112"/>
                  <ns1:pt x="48" y="112"/>
                </ns1:cubicBezTo>
                <ns1:cubicBezTo>
                  <ns1:pt x="48" y="121"/>
                  <ns1:pt x="55" y="128"/>
                  <ns1:pt x="64" y="128"/>
                </ns1:cubicBezTo>
                <ns1:cubicBezTo>
                  <ns1:pt x="112" y="128"/>
                  <ns1:pt x="112" y="128"/>
                  <ns1:pt x="112" y="128"/>
                </ns1:cubicBezTo>
                <ns1:cubicBezTo>
                  <ns1:pt x="121" y="128"/>
                  <ns1:pt x="128" y="121"/>
                  <ns1:pt x="128" y="112"/>
                </ns1:cubicBezTo>
                <ns1:cubicBezTo>
                  <ns1:pt x="128" y="64"/>
                  <ns1:pt x="128" y="64"/>
                  <ns1:pt x="128" y="64"/>
                </ns1:cubicBezTo>
                <ns1:cubicBezTo>
                  <ns1:pt x="128" y="55"/>
                  <ns1:pt x="121" y="48"/>
                  <ns1:pt x="112" y="48"/>
                </ns1:cubicBezTo>
                <ns1:moveTo>
                  <ns1:pt x="104" y="60"/>
                </ns1:moveTo>
                <ns1:cubicBezTo>
                  <ns1:pt x="116" y="60"/>
                  <ns1:pt x="116" y="60"/>
                  <ns1:pt x="116" y="60"/>
                </ns1:cubicBezTo>
                <ns1:cubicBezTo>
                  <ns1:pt x="116" y="72"/>
                  <ns1:pt x="116" y="72"/>
                  <ns1:pt x="116" y="72"/>
                </ns1:cubicBezTo>
                <ns1:cubicBezTo>
                  <ns1:pt x="104" y="72"/>
                  <ns1:pt x="104" y="72"/>
                  <ns1:pt x="104" y="72"/>
                </ns1:cubicBezTo>
                <ns1:lnTo>
                  <ns1:pt x="104" y="60"/>
                </ns1:lnTo>
                <ns1:close/>
                <ns1:moveTo>
                  <ns1:pt x="88" y="72"/>
                </ns1:moveTo>
                <ns1:cubicBezTo>
                  <ns1:pt x="97" y="72"/>
                  <ns1:pt x="104" y="79"/>
                  <ns1:pt x="104" y="88"/>
                </ns1:cubicBezTo>
                <ns1:cubicBezTo>
                  <ns1:pt x="104" y="97"/>
                  <ns1:pt x="97" y="104"/>
                  <ns1:pt x="88" y="104"/>
                </ns1:cubicBezTo>
                <ns1:cubicBezTo>
                  <ns1:pt x="79" y="104"/>
                  <ns1:pt x="72" y="97"/>
                  <ns1:pt x="72" y="88"/>
                </ns1:cubicBezTo>
                <ns1:cubicBezTo>
                  <ns1:pt x="72" y="79"/>
                  <ns1:pt x="79" y="72"/>
                  <ns1:pt x="88" y="72"/>
                </ns1:cubicBezTo>
                <ns1:moveTo>
                  <ns1:pt x="120" y="112"/>
                </ns1:moveTo>
                <ns1:cubicBezTo>
                  <ns1:pt x="120" y="116"/>
                  <ns1:pt x="116" y="120"/>
                  <ns1:pt x="112" y="120"/>
                </ns1:cubicBezTo>
                <ns1:cubicBezTo>
                  <ns1:pt x="64" y="120"/>
                  <ns1:pt x="64" y="120"/>
                  <ns1:pt x="64" y="120"/>
                </ns1:cubicBezTo>
                <ns1:cubicBezTo>
                  <ns1:pt x="60" y="120"/>
                  <ns1:pt x="56" y="116"/>
                  <ns1:pt x="56" y="112"/>
                </ns1:cubicBezTo>
                <ns1:cubicBezTo>
                  <ns1:pt x="56" y="84"/>
                  <ns1:pt x="56" y="84"/>
                  <ns1:pt x="56" y="84"/>
                </ns1:cubicBezTo>
                <ns1:cubicBezTo>
                  <ns1:pt x="64" y="84"/>
                  <ns1:pt x="64" y="84"/>
                  <ns1:pt x="64" y="84"/>
                </ns1:cubicBezTo>
                <ns1:cubicBezTo>
                  <ns1:pt x="64" y="85"/>
                  <ns1:pt x="64" y="87"/>
                  <ns1:pt x="64" y="88"/>
                </ns1:cubicBezTo>
                <ns1:cubicBezTo>
                  <ns1:pt x="64" y="101"/>
                  <ns1:pt x="75" y="112"/>
                  <ns1:pt x="88" y="112"/>
                </ns1:cubicBezTo>
                <ns1:cubicBezTo>
                  <ns1:pt x="101" y="112"/>
                  <ns1:pt x="112" y="101"/>
                  <ns1:pt x="112" y="88"/>
                </ns1:cubicBezTo>
                <ns1:cubicBezTo>
                  <ns1:pt x="112" y="87"/>
                  <ns1:pt x="112" y="85"/>
                  <ns1:pt x="112" y="84"/>
                </ns1:cubicBezTo>
                <ns1:cubicBezTo>
                  <ns1:pt x="120" y="84"/>
                  <ns1:pt x="120" y="84"/>
                  <ns1:pt x="120" y="84"/>
                </ns1:cubicBezTo>
                <ns1:lnTo>
                  <ns1:pt x="120" y="112"/>
                </ns1:lnTo>
                <ns1:close/>
              </ns1:path>
            </ns1:pathLst>
          </ns1:custGeom>
          <ns1:solidFill>
            <ns1:schemeClr val="tx1"/>
          </ns1:solidFill>
          <ns1:ln>
            <ns1:noFill/>
          </ns1:ln>
          <ns1:extLst/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en-US"/>
          </ns1:p>
        </ns0:txBody>
      </ns0:sp>
      <ns0:sp>
        <ns0:nvSpPr>
          <ns0:cNvPr id="48" name="Freeform 44"/>
          <ns0:cNvSpPr>
            <ns1:spLocks noEditPoints="1"/>
          </ns0:cNvSpPr>
          <ns0:nvPr/>
        </ns0:nvSpPr>
        <ns0:spPr bwMode="auto">
          <ns1:xfrm>
            <ns1:off x="10733088" y="3683001"/>
            <ns1:ext cx="557212" cy="557213"/>
          </ns1:xfrm>
          <ns1:custGeom>
            <ns1:avLst/>
            <ns1:gdLst>
              <ns1:gd name="T0" fmla="*/ 88 w 176"/>
              <ns1:gd name="T1" fmla="*/ 0 h 176"/>
              <ns1:gd name="T2" fmla="*/ 0 w 176"/>
              <ns1:gd name="T3" fmla="*/ 88 h 176"/>
              <ns1:gd name="T4" fmla="*/ 88 w 176"/>
              <ns1:gd name="T5" fmla="*/ 176 h 176"/>
              <ns1:gd name="T6" fmla="*/ 176 w 176"/>
              <ns1:gd name="T7" fmla="*/ 88 h 176"/>
              <ns1:gd name="T8" fmla="*/ 88 w 176"/>
              <ns1:gd name="T9" fmla="*/ 0 h 176"/>
              <ns1:gd name="T10" fmla="*/ 88 w 176"/>
              <ns1:gd name="T11" fmla="*/ 168 h 176"/>
              <ns1:gd name="T12" fmla="*/ 8 w 176"/>
              <ns1:gd name="T13" fmla="*/ 88 h 176"/>
              <ns1:gd name="T14" fmla="*/ 88 w 176"/>
              <ns1:gd name="T15" fmla="*/ 8 h 176"/>
              <ns1:gd name="T16" fmla="*/ 168 w 176"/>
              <ns1:gd name="T17" fmla="*/ 88 h 176"/>
              <ns1:gd name="T18" fmla="*/ 88 w 176"/>
              <ns1:gd name="T19" fmla="*/ 168 h 176"/>
              <ns1:gd name="T20" fmla="*/ 88 w 176"/>
              <ns1:gd name="T21" fmla="*/ 40 h 176"/>
              <ns1:gd name="T22" fmla="*/ 40 w 176"/>
              <ns1:gd name="T23" fmla="*/ 88 h 176"/>
              <ns1:gd name="T24" fmla="*/ 88 w 176"/>
              <ns1:gd name="T25" fmla="*/ 136 h 176"/>
              <ns1:gd name="T26" fmla="*/ 136 w 176"/>
              <ns1:gd name="T27" fmla="*/ 88 h 176"/>
              <ns1:gd name="T28" fmla="*/ 88 w 176"/>
              <ns1:gd name="T29" fmla="*/ 40 h 176"/>
              <ns1:gd name="T30" fmla="*/ 48 w 176"/>
              <ns1:gd name="T31" fmla="*/ 88 h 176"/>
              <ns1:gd name="T32" fmla="*/ 51 w 176"/>
              <ns1:gd name="T33" fmla="*/ 72 h 176"/>
              <ns1:gd name="T34" fmla="*/ 70 w 176"/>
              <ns1:gd name="T35" fmla="*/ 124 h 176"/>
              <ns1:gd name="T36" fmla="*/ 48 w 176"/>
              <ns1:gd name="T37" fmla="*/ 88 h 176"/>
              <ns1:gd name="T38" fmla="*/ 88 w 176"/>
              <ns1:gd name="T39" fmla="*/ 128 h 176"/>
              <ns1:gd name="T40" fmla="*/ 77 w 176"/>
              <ns1:gd name="T41" fmla="*/ 126 h 176"/>
              <ns1:gd name="T42" fmla="*/ 89 w 176"/>
              <ns1:gd name="T43" fmla="*/ 92 h 176"/>
              <ns1:gd name="T44" fmla="*/ 101 w 176"/>
              <ns1:gd name="T45" fmla="*/ 126 h 176"/>
              <ns1:gd name="T46" fmla="*/ 88 w 176"/>
              <ns1:gd name="T47" fmla="*/ 128 h 176"/>
              <ns1:gd name="T48" fmla="*/ 94 w 176"/>
              <ns1:gd name="T49" fmla="*/ 69 h 176"/>
              <ns1:gd name="T50" fmla="*/ 98 w 176"/>
              <ns1:gd name="T51" fmla="*/ 69 h 176"/>
              <ns1:gd name="T52" fmla="*/ 98 w 176"/>
              <ns1:gd name="T53" fmla="*/ 65 h 176"/>
              <ns1:gd name="T54" fmla="*/ 87 w 176"/>
              <ns1:gd name="T55" fmla="*/ 66 h 176"/>
              <ns1:gd name="T56" fmla="*/ 76 w 176"/>
              <ns1:gd name="T57" fmla="*/ 65 h 176"/>
              <ns1:gd name="T58" fmla="*/ 76 w 176"/>
              <ns1:gd name="T59" fmla="*/ 69 h 176"/>
              <ns1:gd name="T60" fmla="*/ 80 w 176"/>
              <ns1:gd name="T61" fmla="*/ 69 h 176"/>
              <ns1:gd name="T62" fmla="*/ 87 w 176"/>
              <ns1:gd name="T63" fmla="*/ 86 h 176"/>
              <ns1:gd name="T64" fmla="*/ 78 w 176"/>
              <ns1:gd name="T65" fmla="*/ 113 h 176"/>
              <ns1:gd name="T66" fmla="*/ 63 w 176"/>
              <ns1:gd name="T67" fmla="*/ 69 h 176"/>
              <ns1:gd name="T68" fmla="*/ 68 w 176"/>
              <ns1:gd name="T69" fmla="*/ 69 h 176"/>
              <ns1:gd name="T70" fmla="*/ 67 w 176"/>
              <ns1:gd name="T71" fmla="*/ 65 h 176"/>
              <ns1:gd name="T72" fmla="*/ 57 w 176"/>
              <ns1:gd name="T73" fmla="*/ 66 h 176"/>
              <ns1:gd name="T74" fmla="*/ 55 w 176"/>
              <ns1:gd name="T75" fmla="*/ 66 h 176"/>
              <ns1:gd name="T76" fmla="*/ 88 w 176"/>
              <ns1:gd name="T77" fmla="*/ 48 h 176"/>
              <ns1:gd name="T78" fmla="*/ 114 w 176"/>
              <ns1:gd name="T79" fmla="*/ 58 h 176"/>
              <ns1:gd name="T80" fmla="*/ 108 w 176"/>
              <ns1:gd name="T81" fmla="*/ 65 h 176"/>
              <ns1:gd name="T82" fmla="*/ 112 w 176"/>
              <ns1:gd name="T83" fmla="*/ 75 h 176"/>
              <ns1:gd name="T84" fmla="*/ 115 w 176"/>
              <ns1:gd name="T85" fmla="*/ 86 h 176"/>
              <ns1:gd name="T86" fmla="*/ 112 w 176"/>
              <ns1:gd name="T87" fmla="*/ 99 h 176"/>
              <ns1:gd name="T88" fmla="*/ 108 w 176"/>
              <ns1:gd name="T89" fmla="*/ 113 h 176"/>
              <ns1:gd name="T90" fmla="*/ 94 w 176"/>
              <ns1:gd name="T91" fmla="*/ 69 h 176"/>
              <ns1:gd name="T92" fmla="*/ 128 w 176"/>
              <ns1:gd name="T93" fmla="*/ 88 h 176"/>
              <ns1:gd name="T94" fmla="*/ 109 w 176"/>
              <ns1:gd name="T95" fmla="*/ 122 h 176"/>
              <ns1:gd name="T96" fmla="*/ 121 w 176"/>
              <ns1:gd name="T97" fmla="*/ 87 h 176"/>
              <ns1:gd name="T98" fmla="*/ 124 w 176"/>
              <ns1:gd name="T99" fmla="*/ 73 h 176"/>
              <ns1:gd name="T100" fmla="*/ 124 w 176"/>
              <ns1:gd name="T101" fmla="*/ 70 h 176"/>
              <ns1:gd name="T102" fmla="*/ 128 w 176"/>
              <ns1:gd name="T103" fmla="*/ 88 h 176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  <ns1:cxn ang="0">
                <ns1:pos x="T32" y="T33"/>
              </ns1:cxn>
              <ns1:cxn ang="0">
                <ns1:pos x="T34" y="T35"/>
              </ns1:cxn>
              <ns1:cxn ang="0">
                <ns1:pos x="T36" y="T37"/>
              </ns1:cxn>
              <ns1:cxn ang="0">
                <ns1:pos x="T38" y="T39"/>
              </ns1:cxn>
              <ns1:cxn ang="0">
                <ns1:pos x="T40" y="T41"/>
              </ns1:cxn>
              <ns1:cxn ang="0">
                <ns1:pos x="T42" y="T43"/>
              </ns1:cxn>
              <ns1:cxn ang="0">
                <ns1:pos x="T44" y="T45"/>
              </ns1:cxn>
              <ns1:cxn ang="0">
                <ns1:pos x="T46" y="T47"/>
              </ns1:cxn>
              <ns1:cxn ang="0">
                <ns1:pos x="T48" y="T49"/>
              </ns1:cxn>
              <ns1:cxn ang="0">
                <ns1:pos x="T50" y="T51"/>
              </ns1:cxn>
              <ns1:cxn ang="0">
                <ns1:pos x="T52" y="T53"/>
              </ns1:cxn>
              <ns1:cxn ang="0">
                <ns1:pos x="T54" y="T55"/>
              </ns1:cxn>
              <ns1:cxn ang="0">
                <ns1:pos x="T56" y="T57"/>
              </ns1:cxn>
              <ns1:cxn ang="0">
                <ns1:pos x="T58" y="T59"/>
              </ns1:cxn>
              <ns1:cxn ang="0">
                <ns1:pos x="T60" y="T61"/>
              </ns1:cxn>
              <ns1:cxn ang="0">
                <ns1:pos x="T62" y="T63"/>
              </ns1:cxn>
              <ns1:cxn ang="0">
                <ns1:pos x="T64" y="T65"/>
              </ns1:cxn>
              <ns1:cxn ang="0">
                <ns1:pos x="T66" y="T67"/>
              </ns1:cxn>
              <ns1:cxn ang="0">
                <ns1:pos x="T68" y="T69"/>
              </ns1:cxn>
              <ns1:cxn ang="0">
                <ns1:pos x="T70" y="T71"/>
              </ns1:cxn>
              <ns1:cxn ang="0">
                <ns1:pos x="T72" y="T73"/>
              </ns1:cxn>
              <ns1:cxn ang="0">
                <ns1:pos x="T74" y="T75"/>
              </ns1:cxn>
              <ns1:cxn ang="0">
                <ns1:pos x="T76" y="T77"/>
              </ns1:cxn>
              <ns1:cxn ang="0">
                <ns1:pos x="T78" y="T79"/>
              </ns1:cxn>
              <ns1:cxn ang="0">
                <ns1:pos x="T80" y="T81"/>
              </ns1:cxn>
              <ns1:cxn ang="0">
                <ns1:pos x="T82" y="T83"/>
              </ns1:cxn>
              <ns1:cxn ang="0">
                <ns1:pos x="T84" y="T85"/>
              </ns1:cxn>
              <ns1:cxn ang="0">
                <ns1:pos x="T86" y="T87"/>
              </ns1:cxn>
              <ns1:cxn ang="0">
                <ns1:pos x="T88" y="T89"/>
              </ns1:cxn>
              <ns1:cxn ang="0">
                <ns1:pos x="T90" y="T91"/>
              </ns1:cxn>
              <ns1:cxn ang="0">
                <ns1:pos x="T92" y="T93"/>
              </ns1:cxn>
              <ns1:cxn ang="0">
                <ns1:pos x="T94" y="T95"/>
              </ns1:cxn>
              <ns1:cxn ang="0">
                <ns1:pos x="T96" y="T97"/>
              </ns1:cxn>
              <ns1:cxn ang="0">
                <ns1:pos x="T98" y="T99"/>
              </ns1:cxn>
              <ns1:cxn ang="0">
                <ns1:pos x="T100" y="T101"/>
              </ns1:cxn>
              <ns1:cxn ang="0">
                <ns1:pos x="T102" y="T103"/>
              </ns1:cxn>
            </ns1:cxnLst>
            <ns1:rect l="0" t="0" r="r" b="b"/>
            <ns1:pathLst>
              <ns1:path w="176" h="176">
                <ns1:moveTo>
                  <ns1:pt x="88" y="0"/>
                </ns1:moveTo>
                <ns1:cubicBezTo>
                  <ns1:pt x="39" y="0"/>
                  <ns1:pt x="0" y="39"/>
                  <ns1:pt x="0" y="88"/>
                </ns1:cubicBezTo>
                <ns1:cubicBezTo>
                  <ns1:pt x="0" y="137"/>
                  <ns1:pt x="39" y="176"/>
                  <ns1:pt x="88" y="176"/>
                </ns1:cubicBezTo>
                <ns1:cubicBezTo>
                  <ns1:pt x="137" y="176"/>
                  <ns1:pt x="176" y="137"/>
                  <ns1:pt x="176" y="88"/>
                </ns1:cubicBezTo>
                <ns1:cubicBezTo>
                  <ns1:pt x="176" y="39"/>
                  <ns1:pt x="137" y="0"/>
                  <ns1:pt x="88" y="0"/>
                </ns1:cubicBezTo>
                <ns1:moveTo>
                  <ns1:pt x="88" y="168"/>
                </ns1:moveTo>
                <ns1:cubicBezTo>
                  <ns1:pt x="44" y="168"/>
                  <ns1:pt x="8" y="132"/>
                  <ns1:pt x="8" y="88"/>
                </ns1:cubicBezTo>
                <ns1:cubicBezTo>
                  <ns1:pt x="8" y="44"/>
                  <ns1:pt x="44" y="8"/>
                  <ns1:pt x="88" y="8"/>
                </ns1:cubicBezTo>
                <ns1:cubicBezTo>
                  <ns1:pt x="132" y="8"/>
                  <ns1:pt x="168" y="44"/>
                  <ns1:pt x="168" y="88"/>
                </ns1:cubicBezTo>
                <ns1:cubicBezTo>
                  <ns1:pt x="168" y="132"/>
                  <ns1:pt x="132" y="168"/>
                  <ns1:pt x="88" y="168"/>
                </ns1:cubicBezTo>
                <ns1:moveTo>
                  <ns1:pt x="88" y="40"/>
                </ns1:moveTo>
                <ns1:cubicBezTo>
                  <ns1:pt x="61" y="40"/>
                  <ns1:pt x="40" y="61"/>
                  <ns1:pt x="40" y="88"/>
                </ns1:cubicBezTo>
                <ns1:cubicBezTo>
                  <ns1:pt x="40" y="115"/>
                  <ns1:pt x="61" y="136"/>
                  <ns1:pt x="88" y="136"/>
                </ns1:cubicBezTo>
                <ns1:cubicBezTo>
                  <ns1:pt x="115" y="136"/>
                  <ns1:pt x="136" y="115"/>
                  <ns1:pt x="136" y="88"/>
                </ns1:cubicBezTo>
                <ns1:cubicBezTo>
                  <ns1:pt x="136" y="61"/>
                  <ns1:pt x="115" y="40"/>
                  <ns1:pt x="88" y="40"/>
                </ns1:cubicBezTo>
                <ns1:moveTo>
                  <ns1:pt x="48" y="88"/>
                </ns1:moveTo>
                <ns1:cubicBezTo>
                  <ns1:pt x="48" y="82"/>
                  <ns1:pt x="49" y="77"/>
                  <ns1:pt x="51" y="72"/>
                </ns1:cubicBezTo>
                <ns1:cubicBezTo>
                  <ns1:pt x="70" y="124"/>
                  <ns1:pt x="70" y="124"/>
                  <ns1:pt x="70" y="124"/>
                </ns1:cubicBezTo>
                <ns1:cubicBezTo>
                  <ns1:pt x="57" y="117"/>
                  <ns1:pt x="48" y="104"/>
                  <ns1:pt x="48" y="88"/>
                </ns1:cubicBezTo>
                <ns1:moveTo>
                  <ns1:pt x="88" y="128"/>
                </ns1:moveTo>
                <ns1:cubicBezTo>
                  <ns1:pt x="84" y="128"/>
                  <ns1:pt x="80" y="127"/>
                  <ns1:pt x="77" y="126"/>
                </ns1:cubicBezTo>
                <ns1:cubicBezTo>
                  <ns1:pt x="89" y="92"/>
                  <ns1:pt x="89" y="92"/>
                  <ns1:pt x="89" y="92"/>
                </ns1:cubicBezTo>
                <ns1:cubicBezTo>
                  <ns1:pt x="89" y="92"/>
                  <ns1:pt x="100" y="121"/>
                  <ns1:pt x="101" y="126"/>
                </ns1:cubicBezTo>
                <ns1:cubicBezTo>
                  <ns1:pt x="97" y="127"/>
                  <ns1:pt x="93" y="128"/>
                  <ns1:pt x="88" y="128"/>
                </ns1:cubicBezTo>
                <ns1:moveTo>
                  <ns1:pt x="94" y="69"/>
                </ns1:moveTo>
                <ns1:cubicBezTo>
                  <ns1:pt x="96" y="69"/>
                  <ns1:pt x="98" y="69"/>
                  <ns1:pt x="98" y="69"/>
                </ns1:cubicBezTo>
                <ns1:cubicBezTo>
                  <ns1:pt x="100" y="68"/>
                  <ns1:pt x="100" y="65"/>
                  <ns1:pt x="98" y="65"/>
                </ns1:cubicBezTo>
                <ns1:cubicBezTo>
                  <ns1:pt x="98" y="65"/>
                  <ns1:pt x="91" y="66"/>
                  <ns1:pt x="87" y="66"/>
                </ns1:cubicBezTo>
                <ns1:cubicBezTo>
                  <ns1:pt x="83" y="66"/>
                  <ns1:pt x="76" y="65"/>
                  <ns1:pt x="76" y="65"/>
                </ns1:cubicBezTo>
                <ns1:cubicBezTo>
                  <ns1:pt x="74" y="65"/>
                  <ns1:pt x="74" y="68"/>
                  <ns1:pt x="76" y="69"/>
                </ns1:cubicBezTo>
                <ns1:cubicBezTo>
                  <ns1:pt x="76" y="69"/>
                  <ns1:pt x="78" y="69"/>
                  <ns1:pt x="80" y="69"/>
                </ns1:cubicBezTo>
                <ns1:cubicBezTo>
                  <ns1:pt x="87" y="86"/>
                  <ns1:pt x="87" y="86"/>
                  <ns1:pt x="87" y="86"/>
                </ns1:cubicBezTo>
                <ns1:cubicBezTo>
                  <ns1:pt x="78" y="113"/>
                  <ns1:pt x="78" y="113"/>
                  <ns1:pt x="78" y="113"/>
                </ns1:cubicBezTo>
                <ns1:cubicBezTo>
                  <ns1:pt x="63" y="69"/>
                  <ns1:pt x="63" y="69"/>
                  <ns1:pt x="63" y="69"/>
                </ns1:cubicBezTo>
                <ns1:cubicBezTo>
                  <ns1:pt x="66" y="69"/>
                  <ns1:pt x="68" y="69"/>
                  <ns1:pt x="68" y="69"/>
                </ns1:cubicBezTo>
                <ns1:cubicBezTo>
                  <ns1:pt x="70" y="68"/>
                  <ns1:pt x="70" y="65"/>
                  <ns1:pt x="67" y="65"/>
                </ns1:cubicBezTo>
                <ns1:cubicBezTo>
                  <ns1:pt x="67" y="65"/>
                  <ns1:pt x="61" y="66"/>
                  <ns1:pt x="57" y="66"/>
                </ns1:cubicBezTo>
                <ns1:cubicBezTo>
                  <ns1:pt x="56" y="66"/>
                  <ns1:pt x="55" y="66"/>
                  <ns1:pt x="55" y="66"/>
                </ns1:cubicBezTo>
                <ns1:cubicBezTo>
                  <ns1:pt x="62" y="55"/>
                  <ns1:pt x="74" y="48"/>
                  <ns1:pt x="88" y="48"/>
                </ns1:cubicBezTo>
                <ns1:cubicBezTo>
                  <ns1:pt x="98" y="48"/>
                  <ns1:pt x="107" y="52"/>
                  <ns1:pt x="114" y="58"/>
                </ns1:cubicBezTo>
                <ns1:cubicBezTo>
                  <ns1:pt x="111" y="58"/>
                  <ns1:pt x="108" y="62"/>
                  <ns1:pt x="108" y="65"/>
                </ns1:cubicBezTo>
                <ns1:cubicBezTo>
                  <ns1:pt x="108" y="69"/>
                  <ns1:pt x="110" y="71"/>
                  <ns1:pt x="112" y="75"/>
                </ns1:cubicBezTo>
                <ns1:cubicBezTo>
                  <ns1:pt x="114" y="77"/>
                  <ns1:pt x="115" y="81"/>
                  <ns1:pt x="115" y="86"/>
                </ns1:cubicBezTo>
                <ns1:cubicBezTo>
                  <ns1:pt x="115" y="89"/>
                  <ns1:pt x="114" y="93"/>
                  <ns1:pt x="112" y="99"/>
                </ns1:cubicBezTo>
                <ns1:cubicBezTo>
                  <ns1:pt x="108" y="113"/>
                  <ns1:pt x="108" y="113"/>
                  <ns1:pt x="108" y="113"/>
                </ns1:cubicBezTo>
                <ns1:lnTo>
                  <ns1:pt x="94" y="69"/>
                </ns1:lnTo>
                <ns1:close/>
                <ns1:moveTo>
                  <ns1:pt x="128" y="88"/>
                </ns1:moveTo>
                <ns1:cubicBezTo>
                  <ns1:pt x="128" y="102"/>
                  <ns1:pt x="120" y="115"/>
                  <ns1:pt x="109" y="122"/>
                </ns1:cubicBezTo>
                <ns1:cubicBezTo>
                  <ns1:pt x="121" y="87"/>
                  <ns1:pt x="121" y="87"/>
                  <ns1:pt x="121" y="87"/>
                </ns1:cubicBezTo>
                <ns1:cubicBezTo>
                  <ns1:pt x="123" y="81"/>
                  <ns1:pt x="124" y="77"/>
                  <ns1:pt x="124" y="73"/>
                </ns1:cubicBezTo>
                <ns1:cubicBezTo>
                  <ns1:pt x="124" y="72"/>
                  <ns1:pt x="124" y="71"/>
                  <ns1:pt x="124" y="70"/>
                </ns1:cubicBezTo>
                <ns1:cubicBezTo>
                  <ns1:pt x="126" y="76"/>
                  <ns1:pt x="128" y="82"/>
                  <ns1:pt x="128" y="88"/>
                </ns1:cubicBezTo>
              </ns1:path>
            </ns1:pathLst>
          </ns1:custGeom>
          <ns1:solidFill>
            <ns1:schemeClr val="tx1"/>
          </ns1:solidFill>
          <ns1:ln>
            <ns1:noFill/>
          </ns1:ln>
          <ns1:extLst/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en-US"/>
          </ns1:p>
        </ns0:txBody>
      </ns0:sp>
      <ns0:sp>
        <ns0:nvSpPr>
          <ns0:cNvPr id="49" name="Freeform 45"/>
          <ns0:cNvSpPr>
            <ns1:spLocks noEditPoints="1"/>
          </ns0:cNvSpPr>
          <ns0:nvPr/>
        </ns0:nvSpPr>
        <ns0:spPr bwMode="auto">
          <ns1:xfrm>
            <ns1:off x="1163638" y="4746626"/>
            <ns1:ext cx="557212" cy="557213"/>
          </ns1:xfrm>
          <ns1:custGeom>
            <ns1:avLst/>
            <ns1:gdLst>
              <ns1:gd name="T0" fmla="*/ 88 w 176"/>
              <ns1:gd name="T1" fmla="*/ 40 h 176"/>
              <ns1:gd name="T2" fmla="*/ 40 w 176"/>
              <ns1:gd name="T3" fmla="*/ 88 h 176"/>
              <ns1:gd name="T4" fmla="*/ 88 w 176"/>
              <ns1:gd name="T5" fmla="*/ 136 h 176"/>
              <ns1:gd name="T6" fmla="*/ 136 w 176"/>
              <ns1:gd name="T7" fmla="*/ 88 h 176"/>
              <ns1:gd name="T8" fmla="*/ 88 w 176"/>
              <ns1:gd name="T9" fmla="*/ 40 h 176"/>
              <ns1:gd name="T10" fmla="*/ 88 w 176"/>
              <ns1:gd name="T11" fmla="*/ 48 h 176"/>
              <ns1:gd name="T12" fmla="*/ 113 w 176"/>
              <ns1:gd name="T13" fmla="*/ 57 h 176"/>
              <ns1:gd name="T14" fmla="*/ 92 w 176"/>
              <ns1:gd name="T15" fmla="*/ 70 h 176"/>
              <ns1:gd name="T16" fmla="*/ 76 w 176"/>
              <ns1:gd name="T17" fmla="*/ 50 h 176"/>
              <ns1:gd name="T18" fmla="*/ 88 w 176"/>
              <ns1:gd name="T19" fmla="*/ 48 h 176"/>
              <ns1:gd name="T20" fmla="*/ 68 w 176"/>
              <ns1:gd name="T21" fmla="*/ 53 h 176"/>
              <ns1:gd name="T22" fmla="*/ 84 w 176"/>
              <ns1:gd name="T23" fmla="*/ 73 h 176"/>
              <ns1:gd name="T24" fmla="*/ 49 w 176"/>
              <ns1:gd name="T25" fmla="*/ 80 h 176"/>
              <ns1:gd name="T26" fmla="*/ 68 w 176"/>
              <ns1:gd name="T27" fmla="*/ 53 h 176"/>
              <ns1:gd name="T28" fmla="*/ 48 w 176"/>
              <ns1:gd name="T29" fmla="*/ 88 h 176"/>
              <ns1:gd name="T30" fmla="*/ 88 w 176"/>
              <ns1:gd name="T31" fmla="*/ 80 h 176"/>
              <ns1:gd name="T32" fmla="*/ 92 w 176"/>
              <ns1:gd name="T33" fmla="*/ 88 h 176"/>
              <ns1:gd name="T34" fmla="*/ 59 w 176"/>
              <ns1:gd name="T35" fmla="*/ 115 h 176"/>
              <ns1:gd name="T36" fmla="*/ 48 w 176"/>
              <ns1:gd name="T37" fmla="*/ 88 h 176"/>
              <ns1:gd name="T38" fmla="*/ 88 w 176"/>
              <ns1:gd name="T39" fmla="*/ 128 h 176"/>
              <ns1:gd name="T40" fmla="*/ 65 w 176"/>
              <ns1:gd name="T41" fmla="*/ 121 h 176"/>
              <ns1:gd name="T42" fmla="*/ 95 w 176"/>
              <ns1:gd name="T43" fmla="*/ 96 h 176"/>
              <ns1:gd name="T44" fmla="*/ 100 w 176"/>
              <ns1:gd name="T45" fmla="*/ 126 h 176"/>
              <ns1:gd name="T46" fmla="*/ 88 w 176"/>
              <ns1:gd name="T47" fmla="*/ 128 h 176"/>
              <ns1:gd name="T48" fmla="*/ 108 w 176"/>
              <ns1:gd name="T49" fmla="*/ 123 h 176"/>
              <ns1:gd name="T50" fmla="*/ 103 w 176"/>
              <ns1:gd name="T51" fmla="*/ 94 h 176"/>
              <ns1:gd name="T52" fmla="*/ 116 w 176"/>
              <ns1:gd name="T53" fmla="*/ 92 h 176"/>
              <ns1:gd name="T54" fmla="*/ 128 w 176"/>
              <ns1:gd name="T55" fmla="*/ 93 h 176"/>
              <ns1:gd name="T56" fmla="*/ 108 w 176"/>
              <ns1:gd name="T57" fmla="*/ 123 h 176"/>
              <ns1:gd name="T58" fmla="*/ 116 w 176"/>
              <ns1:gd name="T59" fmla="*/ 84 h 176"/>
              <ns1:gd name="T60" fmla="*/ 100 w 176"/>
              <ns1:gd name="T61" fmla="*/ 86 h 176"/>
              <ns1:gd name="T62" fmla="*/ 96 w 176"/>
              <ns1:gd name="T63" fmla="*/ 77 h 176"/>
              <ns1:gd name="T64" fmla="*/ 119 w 176"/>
              <ns1:gd name="T65" fmla="*/ 63 h 176"/>
              <ns1:gd name="T66" fmla="*/ 128 w 176"/>
              <ns1:gd name="T67" fmla="*/ 85 h 176"/>
              <ns1:gd name="T68" fmla="*/ 116 w 176"/>
              <ns1:gd name="T69" fmla="*/ 84 h 176"/>
              <ns1:gd name="T70" fmla="*/ 88 w 176"/>
              <ns1:gd name="T71" fmla="*/ 0 h 176"/>
              <ns1:gd name="T72" fmla="*/ 0 w 176"/>
              <ns1:gd name="T73" fmla="*/ 88 h 176"/>
              <ns1:gd name="T74" fmla="*/ 88 w 176"/>
              <ns1:gd name="T75" fmla="*/ 176 h 176"/>
              <ns1:gd name="T76" fmla="*/ 176 w 176"/>
              <ns1:gd name="T77" fmla="*/ 88 h 176"/>
              <ns1:gd name="T78" fmla="*/ 88 w 176"/>
              <ns1:gd name="T79" fmla="*/ 0 h 176"/>
              <ns1:gd name="T80" fmla="*/ 88 w 176"/>
              <ns1:gd name="T81" fmla="*/ 168 h 176"/>
              <ns1:gd name="T82" fmla="*/ 8 w 176"/>
              <ns1:gd name="T83" fmla="*/ 88 h 176"/>
              <ns1:gd name="T84" fmla="*/ 88 w 176"/>
              <ns1:gd name="T85" fmla="*/ 8 h 176"/>
              <ns1:gd name="T86" fmla="*/ 168 w 176"/>
              <ns1:gd name="T87" fmla="*/ 88 h 176"/>
              <ns1:gd name="T88" fmla="*/ 88 w 176"/>
              <ns1:gd name="T89" fmla="*/ 168 h 176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  <ns1:cxn ang="0">
                <ns1:pos x="T32" y="T33"/>
              </ns1:cxn>
              <ns1:cxn ang="0">
                <ns1:pos x="T34" y="T35"/>
              </ns1:cxn>
              <ns1:cxn ang="0">
                <ns1:pos x="T36" y="T37"/>
              </ns1:cxn>
              <ns1:cxn ang="0">
                <ns1:pos x="T38" y="T39"/>
              </ns1:cxn>
              <ns1:cxn ang="0">
                <ns1:pos x="T40" y="T41"/>
              </ns1:cxn>
              <ns1:cxn ang="0">
                <ns1:pos x="T42" y="T43"/>
              </ns1:cxn>
              <ns1:cxn ang="0">
                <ns1:pos x="T44" y="T45"/>
              </ns1:cxn>
              <ns1:cxn ang="0">
                <ns1:pos x="T46" y="T47"/>
              </ns1:cxn>
              <ns1:cxn ang="0">
                <ns1:pos x="T48" y="T49"/>
              </ns1:cxn>
              <ns1:cxn ang="0">
                <ns1:pos x="T50" y="T51"/>
              </ns1:cxn>
              <ns1:cxn ang="0">
                <ns1:pos x="T52" y="T53"/>
              </ns1:cxn>
              <ns1:cxn ang="0">
                <ns1:pos x="T54" y="T55"/>
              </ns1:cxn>
              <ns1:cxn ang="0">
                <ns1:pos x="T56" y="T57"/>
              </ns1:cxn>
              <ns1:cxn ang="0">
                <ns1:pos x="T58" y="T59"/>
              </ns1:cxn>
              <ns1:cxn ang="0">
                <ns1:pos x="T60" y="T61"/>
              </ns1:cxn>
              <ns1:cxn ang="0">
                <ns1:pos x="T62" y="T63"/>
              </ns1:cxn>
              <ns1:cxn ang="0">
                <ns1:pos x="T64" y="T65"/>
              </ns1:cxn>
              <ns1:cxn ang="0">
                <ns1:pos x="T66" y="T67"/>
              </ns1:cxn>
              <ns1:cxn ang="0">
                <ns1:pos x="T68" y="T69"/>
              </ns1:cxn>
              <ns1:cxn ang="0">
                <ns1:pos x="T70" y="T71"/>
              </ns1:cxn>
              <ns1:cxn ang="0">
                <ns1:pos x="T72" y="T73"/>
              </ns1:cxn>
              <ns1:cxn ang="0">
                <ns1:pos x="T74" y="T75"/>
              </ns1:cxn>
              <ns1:cxn ang="0">
                <ns1:pos x="T76" y="T77"/>
              </ns1:cxn>
              <ns1:cxn ang="0">
                <ns1:pos x="T78" y="T79"/>
              </ns1:cxn>
              <ns1:cxn ang="0">
                <ns1:pos x="T80" y="T81"/>
              </ns1:cxn>
              <ns1:cxn ang="0">
                <ns1:pos x="T82" y="T83"/>
              </ns1:cxn>
              <ns1:cxn ang="0">
                <ns1:pos x="T84" y="T85"/>
              </ns1:cxn>
              <ns1:cxn ang="0">
                <ns1:pos x="T86" y="T87"/>
              </ns1:cxn>
              <ns1:cxn ang="0">
                <ns1:pos x="T88" y="T89"/>
              </ns1:cxn>
            </ns1:cxnLst>
            <ns1:rect l="0" t="0" r="r" b="b"/>
            <ns1:pathLst>
              <ns1:path w="176" h="176">
                <ns1:moveTo>
                  <ns1:pt x="88" y="40"/>
                </ns1:moveTo>
                <ns1:cubicBezTo>
                  <ns1:pt x="61" y="40"/>
                  <ns1:pt x="40" y="61"/>
                  <ns1:pt x="40" y="88"/>
                </ns1:cubicBezTo>
                <ns1:cubicBezTo>
                  <ns1:pt x="40" y="115"/>
                  <ns1:pt x="61" y="136"/>
                  <ns1:pt x="88" y="136"/>
                </ns1:cubicBezTo>
                <ns1:cubicBezTo>
                  <ns1:pt x="115" y="136"/>
                  <ns1:pt x="136" y="115"/>
                  <ns1:pt x="136" y="88"/>
                </ns1:cubicBezTo>
                <ns1:cubicBezTo>
                  <ns1:pt x="136" y="61"/>
                  <ns1:pt x="115" y="40"/>
                  <ns1:pt x="88" y="40"/>
                </ns1:cubicBezTo>
                <ns1:moveTo>
                  <ns1:pt x="88" y="48"/>
                </ns1:moveTo>
                <ns1:cubicBezTo>
                  <ns1:pt x="98" y="48"/>
                  <ns1:pt x="106" y="51"/>
                  <ns1:pt x="113" y="57"/>
                </ns1:cubicBezTo>
                <ns1:cubicBezTo>
                  <ns1:pt x="107" y="62"/>
                  <ns1:pt x="100" y="67"/>
                  <ns1:pt x="92" y="70"/>
                </ns1:cubicBezTo>
                <ns1:cubicBezTo>
                  <ns1:pt x="87" y="63"/>
                  <ns1:pt x="82" y="56"/>
                  <ns1:pt x="76" y="50"/>
                </ns1:cubicBezTo>
                <ns1:cubicBezTo>
                  <ns1:pt x="80" y="49"/>
                  <ns1:pt x="84" y="48"/>
                  <ns1:pt x="88" y="48"/>
                </ns1:cubicBezTo>
                <ns1:moveTo>
                  <ns1:pt x="68" y="53"/>
                </ns1:moveTo>
                <ns1:cubicBezTo>
                  <ns1:pt x="74" y="59"/>
                  <ns1:pt x="80" y="66"/>
                  <ns1:pt x="84" y="73"/>
                </ns1:cubicBezTo>
                <ns1:cubicBezTo>
                  <ns1:pt x="73" y="77"/>
                  <ns1:pt x="61" y="80"/>
                  <ns1:pt x="49" y="80"/>
                </ns1:cubicBezTo>
                <ns1:cubicBezTo>
                  <ns1:pt x="51" y="69"/>
                  <ns1:pt x="58" y="59"/>
                  <ns1:pt x="68" y="53"/>
                </ns1:cubicBezTo>
                <ns1:moveTo>
                  <ns1:pt x="48" y="88"/>
                </ns1:moveTo>
                <ns1:cubicBezTo>
                  <ns1:pt x="62" y="88"/>
                  <ns1:pt x="76" y="85"/>
                  <ns1:pt x="88" y="80"/>
                </ns1:cubicBezTo>
                <ns1:cubicBezTo>
                  <ns1:pt x="90" y="83"/>
                  <ns1:pt x="91" y="86"/>
                  <ns1:pt x="92" y="88"/>
                </ns1:cubicBezTo>
                <ns1:cubicBezTo>
                  <ns1:pt x="78" y="94"/>
                  <ns1:pt x="67" y="103"/>
                  <ns1:pt x="59" y="115"/>
                </ns1:cubicBezTo>
                <ns1:cubicBezTo>
                  <ns1:pt x="52" y="108"/>
                  <ns1:pt x="48" y="99"/>
                  <ns1:pt x="48" y="88"/>
                </ns1:cubicBezTo>
                <ns1:moveTo>
                  <ns1:pt x="88" y="128"/>
                </ns1:moveTo>
                <ns1:cubicBezTo>
                  <ns1:pt x="79" y="128"/>
                  <ns1:pt x="71" y="125"/>
                  <ns1:pt x="65" y="121"/>
                </ns1:cubicBezTo>
                <ns1:cubicBezTo>
                  <ns1:pt x="72" y="109"/>
                  <ns1:pt x="82" y="101"/>
                  <ns1:pt x="95" y="96"/>
                </ns1:cubicBezTo>
                <ns1:cubicBezTo>
                  <ns1:pt x="98" y="105"/>
                  <ns1:pt x="100" y="116"/>
                  <ns1:pt x="100" y="126"/>
                </ns1:cubicBezTo>
                <ns1:cubicBezTo>
                  <ns1:pt x="96" y="127"/>
                  <ns1:pt x="92" y="128"/>
                  <ns1:pt x="88" y="128"/>
                </ns1:cubicBezTo>
                <ns1:moveTo>
                  <ns1:pt x="108" y="123"/>
                </ns1:moveTo>
                <ns1:cubicBezTo>
                  <ns1:pt x="107" y="113"/>
                  <ns1:pt x="106" y="103"/>
                  <ns1:pt x="103" y="94"/>
                </ns1:cubicBezTo>
                <ns1:cubicBezTo>
                  <ns1:pt x="107" y="93"/>
                  <ns1:pt x="111" y="92"/>
                  <ns1:pt x="116" y="92"/>
                </ns1:cubicBezTo>
                <ns1:cubicBezTo>
                  <ns1:pt x="120" y="92"/>
                  <ns1:pt x="124" y="93"/>
                  <ns1:pt x="128" y="93"/>
                </ns1:cubicBezTo>
                <ns1:cubicBezTo>
                  <ns1:pt x="126" y="106"/>
                  <ns1:pt x="118" y="117"/>
                  <ns1:pt x="108" y="123"/>
                </ns1:cubicBezTo>
                <ns1:moveTo>
                  <ns1:pt x="116" y="84"/>
                </ns1:moveTo>
                <ns1:cubicBezTo>
                  <ns1:pt x="110" y="84"/>
                  <ns1:pt x="105" y="85"/>
                  <ns1:pt x="100" y="86"/>
                </ns1:cubicBezTo>
                <ns1:cubicBezTo>
                  <ns1:pt x="99" y="83"/>
                  <ns1:pt x="97" y="80"/>
                  <ns1:pt x="96" y="77"/>
                </ns1:cubicBezTo>
                <ns1:cubicBezTo>
                  <ns1:pt x="104" y="73"/>
                  <ns1:pt x="112" y="68"/>
                  <ns1:pt x="119" y="63"/>
                </ns1:cubicBezTo>
                <ns1:cubicBezTo>
                  <ns1:pt x="124" y="69"/>
                  <ns1:pt x="127" y="77"/>
                  <ns1:pt x="128" y="85"/>
                </ns1:cubicBezTo>
                <ns1:cubicBezTo>
                  <ns1:pt x="124" y="84"/>
                  <ns1:pt x="120" y="84"/>
                  <ns1:pt x="116" y="84"/>
                </ns1:cubicBezTo>
                <ns1:moveTo>
                  <ns1:pt x="88" y="0"/>
                </ns1:moveTo>
                <ns1:cubicBezTo>
                  <ns1:pt x="39" y="0"/>
                  <ns1:pt x="0" y="39"/>
                  <ns1:pt x="0" y="88"/>
                </ns1:cubicBezTo>
                <ns1:cubicBezTo>
                  <ns1:pt x="0" y="137"/>
                  <ns1:pt x="39" y="176"/>
                  <ns1:pt x="88" y="176"/>
                </ns1:cubicBezTo>
                <ns1:cubicBezTo>
                  <ns1:pt x="137" y="176"/>
                  <ns1:pt x="176" y="137"/>
                  <ns1:pt x="176" y="88"/>
                </ns1:cubicBezTo>
                <ns1:cubicBezTo>
                  <ns1:pt x="176" y="39"/>
                  <ns1:pt x="137" y="0"/>
                  <ns1:pt x="88" y="0"/>
                </ns1:cubicBezTo>
                <ns1:moveTo>
                  <ns1:pt x="88" y="168"/>
                </ns1:moveTo>
                <ns1:cubicBezTo>
                  <ns1:pt x="44" y="168"/>
                  <ns1:pt x="8" y="132"/>
                  <ns1:pt x="8" y="88"/>
                </ns1:cubicBezTo>
                <ns1:cubicBezTo>
                  <ns1:pt x="8" y="44"/>
                  <ns1:pt x="44" y="8"/>
                  <ns1:pt x="88" y="8"/>
                </ns1:cubicBezTo>
                <ns1:cubicBezTo>
                  <ns1:pt x="132" y="8"/>
                  <ns1:pt x="168" y="44"/>
                  <ns1:pt x="168" y="88"/>
                </ns1:cubicBezTo>
                <ns1:cubicBezTo>
                  <ns1:pt x="168" y="132"/>
                  <ns1:pt x="132" y="168"/>
                  <ns1:pt x="88" y="168"/>
                </ns1:cubicBezTo>
              </ns1:path>
            </ns1:pathLst>
          </ns1:custGeom>
          <ns1:solidFill>
            <ns1:schemeClr val="tx1"/>
          </ns1:solidFill>
          <ns1:ln>
            <ns1:noFill/>
          </ns1:ln>
          <ns1:extLst/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en-US"/>
          </ns1:p>
        </ns0:txBody>
      </ns0:sp>
      <ns0:sp>
        <ns0:nvSpPr>
          <ns0:cNvPr id="50" name="Freeform 46"/>
          <ns0:cNvSpPr>
            <ns1:spLocks noEditPoints="1"/>
          </ns0:cNvSpPr>
          <ns0:nvPr/>
        </ns0:nvSpPr>
        <ns0:spPr bwMode="auto">
          <ns1:xfrm>
            <ns1:off x="2227263" y="4746626"/>
            <ns1:ext cx="557212" cy="557213"/>
          </ns1:xfrm>
          <ns1:custGeom>
            <ns1:avLst/>
            <ns1:gdLst>
              <ns1:gd name="T0" fmla="*/ 130 w 176"/>
              <ns1:gd name="T1" fmla="*/ 57 h 176"/>
              <ns1:gd name="T2" fmla="*/ 119 w 176"/>
              <ns1:gd name="T3" fmla="*/ 61 h 176"/>
              <ns1:gd name="T4" fmla="*/ 107 w 176"/>
              <ns1:gd name="T5" fmla="*/ 56 h 176"/>
              <ns1:gd name="T6" fmla="*/ 91 w 176"/>
              <ns1:gd name="T7" fmla="*/ 72 h 176"/>
              <ns1:gd name="T8" fmla="*/ 91 w 176"/>
              <ns1:gd name="T9" fmla="*/ 76 h 176"/>
              <ns1:gd name="T10" fmla="*/ 58 w 176"/>
              <ns1:gd name="T11" fmla="*/ 59 h 176"/>
              <ns1:gd name="T12" fmla="*/ 55 w 176"/>
              <ns1:gd name="T13" fmla="*/ 67 h 176"/>
              <ns1:gd name="T14" fmla="*/ 63 w 176"/>
              <ns1:gd name="T15" fmla="*/ 81 h 176"/>
              <ns1:gd name="T16" fmla="*/ 55 w 176"/>
              <ns1:gd name="T17" fmla="*/ 79 h 176"/>
              <ns1:gd name="T18" fmla="*/ 55 w 176"/>
              <ns1:gd name="T19" fmla="*/ 79 h 176"/>
              <ns1:gd name="T20" fmla="*/ 68 w 176"/>
              <ns1:gd name="T21" fmla="*/ 95 h 176"/>
              <ns1:gd name="T22" fmla="*/ 64 w 176"/>
              <ns1:gd name="T23" fmla="*/ 95 h 176"/>
              <ns1:gd name="T24" fmla="*/ 61 w 176"/>
              <ns1:gd name="T25" fmla="*/ 95 h 176"/>
              <ns1:gd name="T26" fmla="*/ 76 w 176"/>
              <ns1:gd name="T27" fmla="*/ 106 h 176"/>
              <ns1:gd name="T28" fmla="*/ 56 w 176"/>
              <ns1:gd name="T29" fmla="*/ 113 h 176"/>
              <ns1:gd name="T30" fmla="*/ 52 w 176"/>
              <ns1:gd name="T31" fmla="*/ 113 h 176"/>
              <ns1:gd name="T32" fmla="*/ 77 w 176"/>
              <ns1:gd name="T33" fmla="*/ 120 h 176"/>
              <ns1:gd name="T34" fmla="*/ 124 w 176"/>
              <ns1:gd name="T35" fmla="*/ 74 h 176"/>
              <ns1:gd name="T36" fmla="*/ 124 w 176"/>
              <ns1:gd name="T37" fmla="*/ 72 h 176"/>
              <ns1:gd name="T38" fmla="*/ 132 w 176"/>
              <ns1:gd name="T39" fmla="*/ 64 h 176"/>
              <ns1:gd name="T40" fmla="*/ 123 w 176"/>
              <ns1:gd name="T41" fmla="*/ 66 h 176"/>
              <ns1:gd name="T42" fmla="*/ 130 w 176"/>
              <ns1:gd name="T43" fmla="*/ 57 h 176"/>
              <ns1:gd name="T44" fmla="*/ 160 w 176"/>
              <ns1:gd name="T45" fmla="*/ 0 h 176"/>
              <ns1:gd name="T46" fmla="*/ 16 w 176"/>
              <ns1:gd name="T47" fmla="*/ 0 h 176"/>
              <ns1:gd name="T48" fmla="*/ 0 w 176"/>
              <ns1:gd name="T49" fmla="*/ 16 h 176"/>
              <ns1:gd name="T50" fmla="*/ 0 w 176"/>
              <ns1:gd name="T51" fmla="*/ 160 h 176"/>
              <ns1:gd name="T52" fmla="*/ 16 w 176"/>
              <ns1:gd name="T53" fmla="*/ 176 h 176"/>
              <ns1:gd name="T54" fmla="*/ 160 w 176"/>
              <ns1:gd name="T55" fmla="*/ 176 h 176"/>
              <ns1:gd name="T56" fmla="*/ 176 w 176"/>
              <ns1:gd name="T57" fmla="*/ 160 h 176"/>
              <ns1:gd name="T58" fmla="*/ 176 w 176"/>
              <ns1:gd name="T59" fmla="*/ 16 h 176"/>
              <ns1:gd name="T60" fmla="*/ 160 w 176"/>
              <ns1:gd name="T61" fmla="*/ 0 h 176"/>
              <ns1:gd name="T62" fmla="*/ 168 w 176"/>
              <ns1:gd name="T63" fmla="*/ 160 h 176"/>
              <ns1:gd name="T64" fmla="*/ 160 w 176"/>
              <ns1:gd name="T65" fmla="*/ 168 h 176"/>
              <ns1:gd name="T66" fmla="*/ 16 w 176"/>
              <ns1:gd name="T67" fmla="*/ 168 h 176"/>
              <ns1:gd name="T68" fmla="*/ 8 w 176"/>
              <ns1:gd name="T69" fmla="*/ 160 h 176"/>
              <ns1:gd name="T70" fmla="*/ 8 w 176"/>
              <ns1:gd name="T71" fmla="*/ 16 h 176"/>
              <ns1:gd name="T72" fmla="*/ 16 w 176"/>
              <ns1:gd name="T73" fmla="*/ 8 h 176"/>
              <ns1:gd name="T74" fmla="*/ 160 w 176"/>
              <ns1:gd name="T75" fmla="*/ 8 h 176"/>
              <ns1:gd name="T76" fmla="*/ 168 w 176"/>
              <ns1:gd name="T77" fmla="*/ 16 h 176"/>
              <ns1:gd name="T78" fmla="*/ 168 w 176"/>
              <ns1:gd name="T79" fmla="*/ 160 h 176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  <ns1:cxn ang="0">
                <ns1:pos x="T32" y="T33"/>
              </ns1:cxn>
              <ns1:cxn ang="0">
                <ns1:pos x="T34" y="T35"/>
              </ns1:cxn>
              <ns1:cxn ang="0">
                <ns1:pos x="T36" y="T37"/>
              </ns1:cxn>
              <ns1:cxn ang="0">
                <ns1:pos x="T38" y="T39"/>
              </ns1:cxn>
              <ns1:cxn ang="0">
                <ns1:pos x="T40" y="T41"/>
              </ns1:cxn>
              <ns1:cxn ang="0">
                <ns1:pos x="T42" y="T43"/>
              </ns1:cxn>
              <ns1:cxn ang="0">
                <ns1:pos x="T44" y="T45"/>
              </ns1:cxn>
              <ns1:cxn ang="0">
                <ns1:pos x="T46" y="T47"/>
              </ns1:cxn>
              <ns1:cxn ang="0">
                <ns1:pos x="T48" y="T49"/>
              </ns1:cxn>
              <ns1:cxn ang="0">
                <ns1:pos x="T50" y="T51"/>
              </ns1:cxn>
              <ns1:cxn ang="0">
                <ns1:pos x="T52" y="T53"/>
              </ns1:cxn>
              <ns1:cxn ang="0">
                <ns1:pos x="T54" y="T55"/>
              </ns1:cxn>
              <ns1:cxn ang="0">
                <ns1:pos x="T56" y="T57"/>
              </ns1:cxn>
              <ns1:cxn ang="0">
                <ns1:pos x="T58" y="T59"/>
              </ns1:cxn>
              <ns1:cxn ang="0">
                <ns1:pos x="T60" y="T61"/>
              </ns1:cxn>
              <ns1:cxn ang="0">
                <ns1:pos x="T62" y="T63"/>
              </ns1:cxn>
              <ns1:cxn ang="0">
                <ns1:pos x="T64" y="T65"/>
              </ns1:cxn>
              <ns1:cxn ang="0">
                <ns1:pos x="T66" y="T67"/>
              </ns1:cxn>
              <ns1:cxn ang="0">
                <ns1:pos x="T68" y="T69"/>
              </ns1:cxn>
              <ns1:cxn ang="0">
                <ns1:pos x="T70" y="T71"/>
              </ns1:cxn>
              <ns1:cxn ang="0">
                <ns1:pos x="T72" y="T73"/>
              </ns1:cxn>
              <ns1:cxn ang="0">
                <ns1:pos x="T74" y="T75"/>
              </ns1:cxn>
              <ns1:cxn ang="0">
                <ns1:pos x="T76" y="T77"/>
              </ns1:cxn>
              <ns1:cxn ang="0">
                <ns1:pos x="T78" y="T79"/>
              </ns1:cxn>
            </ns1:cxnLst>
            <ns1:rect l="0" t="0" r="r" b="b"/>
            <ns1:pathLst>
              <ns1:path w="176" h="176">
                <ns1:moveTo>
                  <ns1:pt x="130" y="57"/>
                </ns1:moveTo>
                <ns1:cubicBezTo>
                  <ns1:pt x="127" y="59"/>
                  <ns1:pt x="123" y="60"/>
                  <ns1:pt x="119" y="61"/>
                </ns1:cubicBezTo>
                <ns1:cubicBezTo>
                  <ns1:pt x="116" y="58"/>
                  <ns1:pt x="112" y="56"/>
                  <ns1:pt x="107" y="56"/>
                </ns1:cubicBezTo>
                <ns1:cubicBezTo>
                  <ns1:pt x="98" y="56"/>
                  <ns1:pt x="91" y="63"/>
                  <ns1:pt x="91" y="72"/>
                </ns1:cubicBezTo>
                <ns1:cubicBezTo>
                  <ns1:pt x="91" y="73"/>
                  <ns1:pt x="91" y="75"/>
                  <ns1:pt x="91" y="76"/>
                </ns1:cubicBezTo>
                <ns1:cubicBezTo>
                  <ns1:pt x="78" y="75"/>
                  <ns1:pt x="66" y="69"/>
                  <ns1:pt x="58" y="59"/>
                </ns1:cubicBezTo>
                <ns1:cubicBezTo>
                  <ns1:pt x="56" y="61"/>
                  <ns1:pt x="55" y="64"/>
                  <ns1:pt x="55" y="67"/>
                </ns1:cubicBezTo>
                <ns1:cubicBezTo>
                  <ns1:pt x="55" y="73"/>
                  <ns1:pt x="58" y="78"/>
                  <ns1:pt x="63" y="81"/>
                </ns1:cubicBezTo>
                <ns1:cubicBezTo>
                  <ns1:pt x="60" y="80"/>
                  <ns1:pt x="57" y="80"/>
                  <ns1:pt x="55" y="79"/>
                </ns1:cubicBezTo>
                <ns1:cubicBezTo>
                  <ns1:pt x="55" y="79"/>
                  <ns1:pt x="55" y="79"/>
                  <ns1:pt x="55" y="79"/>
                </ns1:cubicBezTo>
                <ns1:cubicBezTo>
                  <ns1:pt x="55" y="87"/>
                  <ns1:pt x="61" y="93"/>
                  <ns1:pt x="68" y="95"/>
                </ns1:cubicBezTo>
                <ns1:cubicBezTo>
                  <ns1:pt x="67" y="95"/>
                  <ns1:pt x="66" y="95"/>
                  <ns1:pt x="64" y="95"/>
                </ns1:cubicBezTo>
                <ns1:cubicBezTo>
                  <ns1:pt x="63" y="95"/>
                  <ns1:pt x="62" y="95"/>
                  <ns1:pt x="61" y="95"/>
                </ns1:cubicBezTo>
                <ns1:cubicBezTo>
                  <ns1:pt x="63" y="101"/>
                  <ns1:pt x="69" y="106"/>
                  <ns1:pt x="76" y="106"/>
                </ns1:cubicBezTo>
                <ns1:cubicBezTo>
                  <ns1:pt x="71" y="110"/>
                  <ns1:pt x="64" y="113"/>
                  <ns1:pt x="56" y="113"/>
                </ns1:cubicBezTo>
                <ns1:cubicBezTo>
                  <ns1:pt x="55" y="113"/>
                  <ns1:pt x="53" y="113"/>
                  <ns1:pt x="52" y="113"/>
                </ns1:cubicBezTo>
                <ns1:cubicBezTo>
                  <ns1:pt x="59" y="117"/>
                  <ns1:pt x="68" y="120"/>
                  <ns1:pt x="77" y="120"/>
                </ns1:cubicBezTo>
                <ns1:cubicBezTo>
                  <ns1:pt x="107" y="120"/>
                  <ns1:pt x="124" y="95"/>
                  <ns1:pt x="124" y="74"/>
                </ns1:cubicBezTo>
                <ns1:cubicBezTo>
                  <ns1:pt x="124" y="73"/>
                  <ns1:pt x="124" y="73"/>
                  <ns1:pt x="124" y="72"/>
                </ns1:cubicBezTo>
                <ns1:cubicBezTo>
                  <ns1:pt x="127" y="70"/>
                  <ns1:pt x="130" y="67"/>
                  <ns1:pt x="132" y="64"/>
                </ns1:cubicBezTo>
                <ns1:cubicBezTo>
                  <ns1:pt x="129" y="65"/>
                  <ns1:pt x="126" y="66"/>
                  <ns1:pt x="123" y="66"/>
                </ns1:cubicBezTo>
                <ns1:cubicBezTo>
                  <ns1:pt x="126" y="64"/>
                  <ns1:pt x="129" y="61"/>
                  <ns1:pt x="130" y="57"/>
                </ns1:cubicBezTo>
                <ns1:moveTo>
                  <ns1:pt x="160" y="0"/>
                </ns1:moveTo>
                <ns1:cubicBezTo>
                  <ns1:pt x="16" y="0"/>
                  <ns1:pt x="16" y="0"/>
                  <ns1:pt x="16" y="0"/>
                </ns1:cubicBezTo>
                <ns1:cubicBezTo>
                  <ns1:pt x="7" y="0"/>
                  <ns1:pt x="0" y="7"/>
                  <ns1:pt x="0" y="16"/>
                </ns1:cubicBezTo>
                <ns1:cubicBezTo>
                  <ns1:pt x="0" y="160"/>
                  <ns1:pt x="0" y="160"/>
                  <ns1:pt x="0" y="160"/>
                </ns1:cubicBezTo>
                <ns1:cubicBezTo>
                  <ns1:pt x="0" y="169"/>
                  <ns1:pt x="7" y="176"/>
                  <ns1:pt x="16" y="176"/>
                </ns1:cubicBezTo>
                <ns1:cubicBezTo>
                  <ns1:pt x="160" y="176"/>
                  <ns1:pt x="160" y="176"/>
                  <ns1:pt x="160" y="176"/>
                </ns1:cubicBezTo>
                <ns1:cubicBezTo>
                  <ns1:pt x="169" y="176"/>
                  <ns1:pt x="176" y="169"/>
                  <ns1:pt x="176" y="160"/>
                </ns1:cubicBezTo>
                <ns1:cubicBezTo>
                  <ns1:pt x="176" y="16"/>
                  <ns1:pt x="176" y="16"/>
                  <ns1:pt x="176" y="16"/>
                </ns1:cubicBezTo>
                <ns1:cubicBezTo>
                  <ns1:pt x="176" y="7"/>
                  <ns1:pt x="169" y="0"/>
                  <ns1:pt x="160" y="0"/>
                </ns1:cubicBezTo>
                <ns1:moveTo>
                  <ns1:pt x="168" y="160"/>
                </ns1:moveTo>
                <ns1:cubicBezTo>
                  <ns1:pt x="168" y="164"/>
                  <ns1:pt x="164" y="168"/>
                  <ns1:pt x="160" y="168"/>
                </ns1:cubicBezTo>
                <ns1:cubicBezTo>
                  <ns1:pt x="16" y="168"/>
                  <ns1:pt x="16" y="168"/>
                  <ns1:pt x="16" y="168"/>
                </ns1:cubicBezTo>
                <ns1:cubicBezTo>
                  <ns1:pt x="12" y="168"/>
                  <ns1:pt x="8" y="164"/>
                  <ns1:pt x="8" y="160"/>
                </ns1:cubicBezTo>
                <ns1:cubicBezTo>
                  <ns1:pt x="8" y="16"/>
                  <ns1:pt x="8" y="16"/>
                  <ns1:pt x="8" y="16"/>
                </ns1:cubicBezTo>
                <ns1:cubicBezTo>
                  <ns1:pt x="8" y="12"/>
                  <ns1:pt x="12" y="8"/>
                  <ns1:pt x="16" y="8"/>
                </ns1:cubicBezTo>
                <ns1:cubicBezTo>
                  <ns1:pt x="160" y="8"/>
                  <ns1:pt x="160" y="8"/>
                  <ns1:pt x="160" y="8"/>
                </ns1:cubicBezTo>
                <ns1:cubicBezTo>
                  <ns1:pt x="164" y="8"/>
                  <ns1:pt x="168" y="12"/>
                  <ns1:pt x="168" y="16"/>
                </ns1:cubicBezTo>
                <ns1:lnTo>
                  <ns1:pt x="168" y="160"/>
                </ns1:lnTo>
                <ns1:close/>
              </ns1:path>
            </ns1:pathLst>
          </ns1:custGeom>
          <ns1:solidFill>
            <ns1:schemeClr val="tx1"/>
          </ns1:solidFill>
          <ns1:ln>
            <ns1:noFill/>
          </ns1:ln>
          <ns1:extLst/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en-US"/>
          </ns1:p>
        </ns0:txBody>
      </ns0:sp>
      <ns0:sp>
        <ns0:nvSpPr>
          <ns0:cNvPr id="51" name="Freeform 47"/>
          <ns0:cNvSpPr>
            <ns1:spLocks noEditPoints="1"/>
          </ns0:cNvSpPr>
          <ns0:nvPr/>
        </ns0:nvSpPr>
        <ns0:spPr bwMode="auto">
          <ns1:xfrm>
            <ns1:off x="3290888" y="4746626"/>
            <ns1:ext cx="555625" cy="557213"/>
          </ns1:xfrm>
          <ns1:custGeom>
            <ns1:avLst/>
            <ns1:gdLst>
              <ns1:gd name="T0" fmla="*/ 160 w 176"/>
              <ns1:gd name="T1" fmla="*/ 0 h 176"/>
              <ns1:gd name="T2" fmla="*/ 16 w 176"/>
              <ns1:gd name="T3" fmla="*/ 0 h 176"/>
              <ns1:gd name="T4" fmla="*/ 0 w 176"/>
              <ns1:gd name="T5" fmla="*/ 16 h 176"/>
              <ns1:gd name="T6" fmla="*/ 0 w 176"/>
              <ns1:gd name="T7" fmla="*/ 160 h 176"/>
              <ns1:gd name="T8" fmla="*/ 16 w 176"/>
              <ns1:gd name="T9" fmla="*/ 176 h 176"/>
              <ns1:gd name="T10" fmla="*/ 160 w 176"/>
              <ns1:gd name="T11" fmla="*/ 176 h 176"/>
              <ns1:gd name="T12" fmla="*/ 176 w 176"/>
              <ns1:gd name="T13" fmla="*/ 160 h 176"/>
              <ns1:gd name="T14" fmla="*/ 176 w 176"/>
              <ns1:gd name="T15" fmla="*/ 16 h 176"/>
              <ns1:gd name="T16" fmla="*/ 160 w 176"/>
              <ns1:gd name="T17" fmla="*/ 0 h 176"/>
              <ns1:gd name="T18" fmla="*/ 168 w 176"/>
              <ns1:gd name="T19" fmla="*/ 160 h 176"/>
              <ns1:gd name="T20" fmla="*/ 160 w 176"/>
              <ns1:gd name="T21" fmla="*/ 168 h 176"/>
              <ns1:gd name="T22" fmla="*/ 16 w 176"/>
              <ns1:gd name="T23" fmla="*/ 168 h 176"/>
              <ns1:gd name="T24" fmla="*/ 8 w 176"/>
              <ns1:gd name="T25" fmla="*/ 160 h 176"/>
              <ns1:gd name="T26" fmla="*/ 8 w 176"/>
              <ns1:gd name="T27" fmla="*/ 16 h 176"/>
              <ns1:gd name="T28" fmla="*/ 16 w 176"/>
              <ns1:gd name="T29" fmla="*/ 8 h 176"/>
              <ns1:gd name="T30" fmla="*/ 160 w 176"/>
              <ns1:gd name="T31" fmla="*/ 8 h 176"/>
              <ns1:gd name="T32" fmla="*/ 168 w 176"/>
              <ns1:gd name="T33" fmla="*/ 16 h 176"/>
              <ns1:gd name="T34" fmla="*/ 168 w 176"/>
              <ns1:gd name="T35" fmla="*/ 160 h 176"/>
              <ns1:gd name="T36" fmla="*/ 96 w 176"/>
              <ns1:gd name="T37" fmla="*/ 69 h 176"/>
              <ns1:gd name="T38" fmla="*/ 101 w 176"/>
              <ns1:gd name="T39" fmla="*/ 64 h 176"/>
              <ns1:gd name="T40" fmla="*/ 108 w 176"/>
              <ns1:gd name="T41" fmla="*/ 64 h 176"/>
              <ns1:gd name="T42" fmla="*/ 108 w 176"/>
              <ns1:gd name="T43" fmla="*/ 52 h 176"/>
              <ns1:gd name="T44" fmla="*/ 97 w 176"/>
              <ns1:gd name="T45" fmla="*/ 52 h 176"/>
              <ns1:gd name="T46" fmla="*/ 80 w 176"/>
              <ns1:gd name="T47" fmla="*/ 68 h 176"/>
              <ns1:gd name="T48" fmla="*/ 80 w 176"/>
              <ns1:gd name="T49" fmla="*/ 76 h 176"/>
              <ns1:gd name="T50" fmla="*/ 72 w 176"/>
              <ns1:gd name="T51" fmla="*/ 76 h 176"/>
              <ns1:gd name="T52" fmla="*/ 72 w 176"/>
              <ns1:gd name="T53" fmla="*/ 88 h 176"/>
              <ns1:gd name="T54" fmla="*/ 80 w 176"/>
              <ns1:gd name="T55" fmla="*/ 88 h 176"/>
              <ns1:gd name="T56" fmla="*/ 80 w 176"/>
              <ns1:gd name="T57" fmla="*/ 124 h 176"/>
              <ns1:gd name="T58" fmla="*/ 96 w 176"/>
              <ns1:gd name="T59" fmla="*/ 124 h 176"/>
              <ns1:gd name="T60" fmla="*/ 96 w 176"/>
              <ns1:gd name="T61" fmla="*/ 88 h 176"/>
              <ns1:gd name="T62" fmla="*/ 107 w 176"/>
              <ns1:gd name="T63" fmla="*/ 88 h 176"/>
              <ns1:gd name="T64" fmla="*/ 108 w 176"/>
              <ns1:gd name="T65" fmla="*/ 76 h 176"/>
              <ns1:gd name="T66" fmla="*/ 96 w 176"/>
              <ns1:gd name="T67" fmla="*/ 76 h 176"/>
              <ns1:gd name="T68" fmla="*/ 96 w 176"/>
              <ns1:gd name="T69" fmla="*/ 69 h 176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  <ns1:cxn ang="0">
                <ns1:pos x="T32" y="T33"/>
              </ns1:cxn>
              <ns1:cxn ang="0">
                <ns1:pos x="T34" y="T35"/>
              </ns1:cxn>
              <ns1:cxn ang="0">
                <ns1:pos x="T36" y="T37"/>
              </ns1:cxn>
              <ns1:cxn ang="0">
                <ns1:pos x="T38" y="T39"/>
              </ns1:cxn>
              <ns1:cxn ang="0">
                <ns1:pos x="T40" y="T41"/>
              </ns1:cxn>
              <ns1:cxn ang="0">
                <ns1:pos x="T42" y="T43"/>
              </ns1:cxn>
              <ns1:cxn ang="0">
                <ns1:pos x="T44" y="T45"/>
              </ns1:cxn>
              <ns1:cxn ang="0">
                <ns1:pos x="T46" y="T47"/>
              </ns1:cxn>
              <ns1:cxn ang="0">
                <ns1:pos x="T48" y="T49"/>
              </ns1:cxn>
              <ns1:cxn ang="0">
                <ns1:pos x="T50" y="T51"/>
              </ns1:cxn>
              <ns1:cxn ang="0">
                <ns1:pos x="T52" y="T53"/>
              </ns1:cxn>
              <ns1:cxn ang="0">
                <ns1:pos x="T54" y="T55"/>
              </ns1:cxn>
              <ns1:cxn ang="0">
                <ns1:pos x="T56" y="T57"/>
              </ns1:cxn>
              <ns1:cxn ang="0">
                <ns1:pos x="T58" y="T59"/>
              </ns1:cxn>
              <ns1:cxn ang="0">
                <ns1:pos x="T60" y="T61"/>
              </ns1:cxn>
              <ns1:cxn ang="0">
                <ns1:pos x="T62" y="T63"/>
              </ns1:cxn>
              <ns1:cxn ang="0">
                <ns1:pos x="T64" y="T65"/>
              </ns1:cxn>
              <ns1:cxn ang="0">
                <ns1:pos x="T66" y="T67"/>
              </ns1:cxn>
              <ns1:cxn ang="0">
                <ns1:pos x="T68" y="T69"/>
              </ns1:cxn>
            </ns1:cxnLst>
            <ns1:rect l="0" t="0" r="r" b="b"/>
            <ns1:pathLst>
              <ns1:path w="176" h="176">
                <ns1:moveTo>
                  <ns1:pt x="160" y="0"/>
                </ns1:moveTo>
                <ns1:cubicBezTo>
                  <ns1:pt x="16" y="0"/>
                  <ns1:pt x="16" y="0"/>
                  <ns1:pt x="16" y="0"/>
                </ns1:cubicBezTo>
                <ns1:cubicBezTo>
                  <ns1:pt x="7" y="0"/>
                  <ns1:pt x="0" y="7"/>
                  <ns1:pt x="0" y="16"/>
                </ns1:cubicBezTo>
                <ns1:cubicBezTo>
                  <ns1:pt x="0" y="160"/>
                  <ns1:pt x="0" y="160"/>
                  <ns1:pt x="0" y="160"/>
                </ns1:cubicBezTo>
                <ns1:cubicBezTo>
                  <ns1:pt x="0" y="169"/>
                  <ns1:pt x="7" y="176"/>
                  <ns1:pt x="16" y="176"/>
                </ns1:cubicBezTo>
                <ns1:cubicBezTo>
                  <ns1:pt x="160" y="176"/>
                  <ns1:pt x="160" y="176"/>
                  <ns1:pt x="160" y="176"/>
                </ns1:cubicBezTo>
                <ns1:cubicBezTo>
                  <ns1:pt x="169" y="176"/>
                  <ns1:pt x="176" y="169"/>
                  <ns1:pt x="176" y="160"/>
                </ns1:cubicBezTo>
                <ns1:cubicBezTo>
                  <ns1:pt x="176" y="16"/>
                  <ns1:pt x="176" y="16"/>
                  <ns1:pt x="176" y="16"/>
                </ns1:cubicBezTo>
                <ns1:cubicBezTo>
                  <ns1:pt x="176" y="7"/>
                  <ns1:pt x="169" y="0"/>
                  <ns1:pt x="160" y="0"/>
                </ns1:cubicBezTo>
                <ns1:moveTo>
                  <ns1:pt x="168" y="160"/>
                </ns1:moveTo>
                <ns1:cubicBezTo>
                  <ns1:pt x="168" y="164"/>
                  <ns1:pt x="164" y="168"/>
                  <ns1:pt x="160" y="168"/>
                </ns1:cubicBezTo>
                <ns1:cubicBezTo>
                  <ns1:pt x="16" y="168"/>
                  <ns1:pt x="16" y="168"/>
                  <ns1:pt x="16" y="168"/>
                </ns1:cubicBezTo>
                <ns1:cubicBezTo>
                  <ns1:pt x="12" y="168"/>
                  <ns1:pt x="8" y="164"/>
                  <ns1:pt x="8" y="160"/>
                </ns1:cubicBezTo>
                <ns1:cubicBezTo>
                  <ns1:pt x="8" y="16"/>
                  <ns1:pt x="8" y="16"/>
                  <ns1:pt x="8" y="16"/>
                </ns1:cubicBezTo>
                <ns1:cubicBezTo>
                  <ns1:pt x="8" y="12"/>
                  <ns1:pt x="12" y="8"/>
                  <ns1:pt x="16" y="8"/>
                </ns1:cubicBezTo>
                <ns1:cubicBezTo>
                  <ns1:pt x="160" y="8"/>
                  <ns1:pt x="160" y="8"/>
                  <ns1:pt x="160" y="8"/>
                </ns1:cubicBezTo>
                <ns1:cubicBezTo>
                  <ns1:pt x="164" y="8"/>
                  <ns1:pt x="168" y="12"/>
                  <ns1:pt x="168" y="16"/>
                </ns1:cubicBezTo>
                <ns1:lnTo>
                  <ns1:pt x="168" y="160"/>
                </ns1:lnTo>
                <ns1:close/>
                <ns1:moveTo>
                  <ns1:pt x="96" y="69"/>
                </ns1:moveTo>
                <ns1:cubicBezTo>
                  <ns1:pt x="96" y="66"/>
                  <ns1:pt x="96" y="64"/>
                  <ns1:pt x="101" y="64"/>
                </ns1:cubicBezTo>
                <ns1:cubicBezTo>
                  <ns1:pt x="108" y="64"/>
                  <ns1:pt x="108" y="64"/>
                  <ns1:pt x="108" y="64"/>
                </ns1:cubicBezTo>
                <ns1:cubicBezTo>
                  <ns1:pt x="108" y="52"/>
                  <ns1:pt x="108" y="52"/>
                  <ns1:pt x="108" y="52"/>
                </ns1:cubicBezTo>
                <ns1:cubicBezTo>
                  <ns1:pt x="97" y="52"/>
                  <ns1:pt x="97" y="52"/>
                  <ns1:pt x="97" y="52"/>
                </ns1:cubicBezTo>
                <ns1:cubicBezTo>
                  <ns1:pt x="84" y="52"/>
                  <ns1:pt x="80" y="58"/>
                  <ns1:pt x="80" y="68"/>
                </ns1:cubicBezTo>
                <ns1:cubicBezTo>
                  <ns1:pt x="80" y="76"/>
                  <ns1:pt x="80" y="76"/>
                  <ns1:pt x="80" y="76"/>
                </ns1:cubicBezTo>
                <ns1:cubicBezTo>
                  <ns1:pt x="72" y="76"/>
                  <ns1:pt x="72" y="76"/>
                  <ns1:pt x="72" y="76"/>
                </ns1:cubicBezTo>
                <ns1:cubicBezTo>
                  <ns1:pt x="72" y="88"/>
                  <ns1:pt x="72" y="88"/>
                  <ns1:pt x="72" y="88"/>
                </ns1:cubicBezTo>
                <ns1:cubicBezTo>
                  <ns1:pt x="80" y="88"/>
                  <ns1:pt x="80" y="88"/>
                  <ns1:pt x="80" y="88"/>
                </ns1:cubicBezTo>
                <ns1:cubicBezTo>
                  <ns1:pt x="80" y="124"/>
                  <ns1:pt x="80" y="124"/>
                  <ns1:pt x="80" y="124"/>
                </ns1:cubicBezTo>
                <ns1:cubicBezTo>
                  <ns1:pt x="96" y="124"/>
                  <ns1:pt x="96" y="124"/>
                  <ns1:pt x="96" y="124"/>
                </ns1:cubicBezTo>
                <ns1:cubicBezTo>
                  <ns1:pt x="96" y="88"/>
                  <ns1:pt x="96" y="88"/>
                  <ns1:pt x="96" y="88"/>
                </ns1:cubicBezTo>
                <ns1:cubicBezTo>
                  <ns1:pt x="107" y="88"/>
                  <ns1:pt x="107" y="88"/>
                  <ns1:pt x="107" y="88"/>
                </ns1:cubicBezTo>
                <ns1:cubicBezTo>
                  <ns1:pt x="108" y="76"/>
                  <ns1:pt x="108" y="76"/>
                  <ns1:pt x="108" y="76"/>
                </ns1:cubicBezTo>
                <ns1:cubicBezTo>
                  <ns1:pt x="96" y="76"/>
                  <ns1:pt x="96" y="76"/>
                  <ns1:pt x="96" y="76"/>
                </ns1:cubicBezTo>
                <ns1:lnTo>
                  <ns1:pt x="96" y="69"/>
                </ns1:lnTo>
                <ns1:close/>
              </ns1:path>
            </ns1:pathLst>
          </ns1:custGeom>
          <ns1:solidFill>
            <ns1:schemeClr val="tx1"/>
          </ns1:solidFill>
          <ns1:ln>
            <ns1:noFill/>
          </ns1:ln>
          <ns1:extLst/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en-US"/>
          </ns1:p>
        </ns0:txBody>
      </ns0:sp>
      <ns0:sp>
        <ns0:nvSpPr>
          <ns0:cNvPr id="52" name="Freeform 48"/>
          <ns0:cNvSpPr>
            <ns1:spLocks noEditPoints="1"/>
          </ns0:cNvSpPr>
          <ns0:nvPr/>
        </ns0:nvSpPr>
        <ns0:spPr bwMode="auto">
          <ns1:xfrm>
            <ns1:off x="4352925" y="4746626"/>
            <ns1:ext cx="557212" cy="557213"/>
          </ns1:xfrm>
          <ns1:custGeom>
            <ns1:avLst/>
            <ns1:gdLst>
              <ns1:gd name="T0" fmla="*/ 107 w 176"/>
              <ns1:gd name="T1" fmla="*/ 71 h 176"/>
              <ns1:gd name="T2" fmla="*/ 107 w 176"/>
              <ns1:gd name="T3" fmla="*/ 48 h 176"/>
              <ns1:gd name="T4" fmla="*/ 102 w 176"/>
              <ns1:gd name="T5" fmla="*/ 67 h 176"/>
              <ns1:gd name="T6" fmla="*/ 97 w 176"/>
              <ns1:gd name="T7" fmla="*/ 68 h 176"/>
              <ns1:gd name="T8" fmla="*/ 86 w 176"/>
              <ns1:gd name="T9" fmla="*/ 72 h 176"/>
              <ns1:gd name="T10" fmla="*/ 86 w 176"/>
              <ns1:gd name="T11" fmla="*/ 48 h 176"/>
              <ns1:gd name="T12" fmla="*/ 78 w 176"/>
              <ns1:gd name="T13" fmla="*/ 65 h 176"/>
              <ns1:gd name="T14" fmla="*/ 85 w 176"/>
              <ns1:gd name="T15" fmla="*/ 52 h 176"/>
              <ns1:gd name="T16" fmla="*/ 85 w 176"/>
              <ns1:gd name="T17" fmla="*/ 68 h 176"/>
              <ns1:gd name="T18" fmla="*/ 65 w 176"/>
              <ns1:gd name="T19" fmla="*/ 71 h 176"/>
              <ns1:gd name="T20" fmla="*/ 77 w 176"/>
              <ns1:gd name="T21" fmla="*/ 40 h 176"/>
              <ns1:gd name="T22" fmla="*/ 64 w 176"/>
              <ns1:gd name="T23" fmla="*/ 40 h 176"/>
              <ns1:gd name="T24" fmla="*/ 65 w 176"/>
              <ns1:gd name="T25" fmla="*/ 71 h 176"/>
              <ns1:gd name="T26" fmla="*/ 0 w 176"/>
              <ns1:gd name="T27" fmla="*/ 16 h 176"/>
              <ns1:gd name="T28" fmla="*/ 160 w 176"/>
              <ns1:gd name="T29" fmla="*/ 176 h 176"/>
              <ns1:gd name="T30" fmla="*/ 160 w 176"/>
              <ns1:gd name="T31" fmla="*/ 0 h 176"/>
              <ns1:gd name="T32" fmla="*/ 16 w 176"/>
              <ns1:gd name="T33" fmla="*/ 168 h 176"/>
              <ns1:gd name="T34" fmla="*/ 16 w 176"/>
              <ns1:gd name="T35" fmla="*/ 8 h 176"/>
              <ns1:gd name="T36" fmla="*/ 168 w 176"/>
              <ns1:gd name="T37" fmla="*/ 160 h 176"/>
              <ns1:gd name="T38" fmla="*/ 95 w 176"/>
              <ns1:gd name="T39" fmla="*/ 116 h 176"/>
              <ns1:gd name="T40" fmla="*/ 100 w 176"/>
              <ns1:gd name="T41" fmla="*/ 101 h 176"/>
              <ns1:gd name="T42" fmla="*/ 88 w 176"/>
              <ns1:gd name="T43" fmla="*/ 76 h 176"/>
              <ns1:gd name="T44" fmla="*/ 44 w 176"/>
              <ns1:gd name="T45" fmla="*/ 104 h 176"/>
              <ns1:gd name="T46" fmla="*/ 88 w 176"/>
              <ns1:gd name="T47" fmla="*/ 132 h 176"/>
              <ns1:gd name="T48" fmla="*/ 132 w 176"/>
              <ns1:gd name="T49" fmla="*/ 104 h 176"/>
              <ns1:gd name="T50" fmla="*/ 70 w 176"/>
              <ns1:gd name="T51" fmla="*/ 90 h 176"/>
              <ns1:gd name="T52" fmla="*/ 58 w 176"/>
              <ns1:gd name="T53" fmla="*/ 121 h 176"/>
              <ns1:gd name="T54" fmla="*/ 52 w 176"/>
              <ns1:gd name="T55" fmla="*/ 85 h 176"/>
              <ns1:gd name="T56" fmla="*/ 86 w 176"/>
              <ns1:gd name="T57" fmla="*/ 121 h 176"/>
              <ns1:gd name="T58" fmla="*/ 75 w 176"/>
              <ns1:gd name="T59" fmla="*/ 122 h 176"/>
              <ns1:gd name="T60" fmla="*/ 76 w 176"/>
              <ns1:gd name="T61" fmla="*/ 94 h 176"/>
              <ns1:gd name="T62" fmla="*/ 81 w 176"/>
              <ns1:gd name="T63" fmla="*/ 116 h 176"/>
              <ns1:gd name="T64" fmla="*/ 86 w 176"/>
              <ns1:gd name="T65" fmla="*/ 121 h 176"/>
              <ns1:gd name="T66" fmla="*/ 95 w 176"/>
              <ns1:gd name="T67" fmla="*/ 119 h 176"/>
              <ns1:gd name="T68" fmla="*/ 90 w 176"/>
              <ns1:gd name="T69" fmla="*/ 85 h 176"/>
              <ns1:gd name="T70" fmla="*/ 101 w 176"/>
              <ns1:gd name="T71" fmla="*/ 94 h 176"/>
              <ns1:gd name="T72" fmla="*/ 125 w 176"/>
              <ns1:gd name="T73" fmla="*/ 101 h 176"/>
              <ns1:gd name="T74" fmla="*/ 114 w 176"/>
              <ns1:gd name="T75" fmla="*/ 115 h 176"/>
              <ns1:gd name="T76" fmla="*/ 119 w 176"/>
              <ns1:gd name="T77" fmla="*/ 112 h 176"/>
              <ns1:gd name="T78" fmla="*/ 117 w 176"/>
              <ns1:gd name="T79" fmla="*/ 122 h 176"/>
              <ns1:gd name="T80" fmla="*/ 117 w 176"/>
              <ns1:gd name="T81" fmla="*/ 94 h 176"/>
              <ns1:gd name="T82" fmla="*/ 114 w 176"/>
              <ns1:gd name="T83" fmla="*/ 101 h 176"/>
              <ns1:gd name="T84" fmla="*/ 119 w 176"/>
              <ns1:gd name="T85" fmla="*/ 101 h 176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  <ns1:cxn ang="0">
                <ns1:pos x="T32" y="T33"/>
              </ns1:cxn>
              <ns1:cxn ang="0">
                <ns1:pos x="T34" y="T35"/>
              </ns1:cxn>
              <ns1:cxn ang="0">
                <ns1:pos x="T36" y="T37"/>
              </ns1:cxn>
              <ns1:cxn ang="0">
                <ns1:pos x="T38" y="T39"/>
              </ns1:cxn>
              <ns1:cxn ang="0">
                <ns1:pos x="T40" y="T41"/>
              </ns1:cxn>
              <ns1:cxn ang="0">
                <ns1:pos x="T42" y="T43"/>
              </ns1:cxn>
              <ns1:cxn ang="0">
                <ns1:pos x="T44" y="T45"/>
              </ns1:cxn>
              <ns1:cxn ang="0">
                <ns1:pos x="T46" y="T47"/>
              </ns1:cxn>
              <ns1:cxn ang="0">
                <ns1:pos x="T48" y="T49"/>
              </ns1:cxn>
              <ns1:cxn ang="0">
                <ns1:pos x="T50" y="T51"/>
              </ns1:cxn>
              <ns1:cxn ang="0">
                <ns1:pos x="T52" y="T53"/>
              </ns1:cxn>
              <ns1:cxn ang="0">
                <ns1:pos x="T54" y="T55"/>
              </ns1:cxn>
              <ns1:cxn ang="0">
                <ns1:pos x="T56" y="T57"/>
              </ns1:cxn>
              <ns1:cxn ang="0">
                <ns1:pos x="T58" y="T59"/>
              </ns1:cxn>
              <ns1:cxn ang="0">
                <ns1:pos x="T60" y="T61"/>
              </ns1:cxn>
              <ns1:cxn ang="0">
                <ns1:pos x="T62" y="T63"/>
              </ns1:cxn>
              <ns1:cxn ang="0">
                <ns1:pos x="T64" y="T65"/>
              </ns1:cxn>
              <ns1:cxn ang="0">
                <ns1:pos x="T66" y="T67"/>
              </ns1:cxn>
              <ns1:cxn ang="0">
                <ns1:pos x="T68" y="T69"/>
              </ns1:cxn>
              <ns1:cxn ang="0">
                <ns1:pos x="T70" y="T71"/>
              </ns1:cxn>
              <ns1:cxn ang="0">
                <ns1:pos x="T72" y="T73"/>
              </ns1:cxn>
              <ns1:cxn ang="0">
                <ns1:pos x="T74" y="T75"/>
              </ns1:cxn>
              <ns1:cxn ang="0">
                <ns1:pos x="T76" y="T77"/>
              </ns1:cxn>
              <ns1:cxn ang="0">
                <ns1:pos x="T78" y="T79"/>
              </ns1:cxn>
              <ns1:cxn ang="0">
                <ns1:pos x="T80" y="T81"/>
              </ns1:cxn>
              <ns1:cxn ang="0">
                <ns1:pos x="T82" y="T83"/>
              </ns1:cxn>
              <ns1:cxn ang="0">
                <ns1:pos x="T84" y="T85"/>
              </ns1:cxn>
            </ns1:cxnLst>
            <ns1:rect l="0" t="0" r="r" b="b"/>
            <ns1:pathLst>
              <ns1:path w="176" h="176">
                <ns1:moveTo>
                  <ns1:pt x="101" y="72"/>
                </ns1:moveTo>
                <ns1:cubicBezTo>
                  <ns1:pt x="104" y="72"/>
                  <ns1:pt x="107" y="69"/>
                  <ns1:pt x="107" y="69"/>
                </ns1:cubicBezTo>
                <ns1:cubicBezTo>
                  <ns1:pt x="107" y="71"/>
                  <ns1:pt x="107" y="71"/>
                  <ns1:pt x="107" y="71"/>
                </ns1:cubicBezTo>
                <ns1:cubicBezTo>
                  <ns1:pt x="112" y="71"/>
                  <ns1:pt x="112" y="71"/>
                  <ns1:pt x="112" y="71"/>
                </ns1:cubicBezTo>
                <ns1:cubicBezTo>
                  <ns1:pt x="112" y="48"/>
                  <ns1:pt x="112" y="48"/>
                  <ns1:pt x="112" y="48"/>
                </ns1:cubicBezTo>
                <ns1:cubicBezTo>
                  <ns1:pt x="107" y="48"/>
                  <ns1:pt x="107" y="48"/>
                  <ns1:pt x="107" y="48"/>
                </ns1:cubicBezTo>
                <ns1:cubicBezTo>
                  <ns1:pt x="107" y="66"/>
                  <ns1:pt x="107" y="66"/>
                  <ns1:pt x="107" y="66"/>
                </ns1:cubicBezTo>
                <ns1:cubicBezTo>
                  <ns1:pt x="107" y="66"/>
                  <ns1:pt x="106" y="68"/>
                  <ns1:pt x="104" y="68"/>
                </ns1:cubicBezTo>
                <ns1:cubicBezTo>
                  <ns1:pt x="102" y="68"/>
                  <ns1:pt x="102" y="67"/>
                  <ns1:pt x="102" y="67"/>
                </ns1:cubicBezTo>
                <ns1:cubicBezTo>
                  <ns1:pt x="102" y="48"/>
                  <ns1:pt x="102" y="48"/>
                  <ns1:pt x="102" y="48"/>
                </ns1:cubicBezTo>
                <ns1:cubicBezTo>
                  <ns1:pt x="97" y="48"/>
                  <ns1:pt x="97" y="48"/>
                  <ns1:pt x="97" y="48"/>
                </ns1:cubicBezTo>
                <ns1:cubicBezTo>
                  <ns1:pt x="97" y="68"/>
                  <ns1:pt x="97" y="68"/>
                  <ns1:pt x="97" y="68"/>
                </ns1:cubicBezTo>
                <ns1:cubicBezTo>
                  <ns1:pt x="97" y="68"/>
                  <ns1:pt x="98" y="72"/>
                  <ns1:pt x="101" y="72"/>
                </ns1:cubicBezTo>
                <ns1:moveTo>
                  <ns1:pt x="84" y="72"/>
                </ns1:moveTo>
                <ns1:cubicBezTo>
                  <ns1:pt x="86" y="72"/>
                  <ns1:pt x="86" y="72"/>
                  <ns1:pt x="86" y="72"/>
                </ns1:cubicBezTo>
                <ns1:cubicBezTo>
                  <ns1:pt x="90" y="72"/>
                  <ns1:pt x="93" y="69"/>
                  <ns1:pt x="93" y="65"/>
                </ns1:cubicBezTo>
                <ns1:cubicBezTo>
                  <ns1:pt x="93" y="54"/>
                  <ns1:pt x="93" y="54"/>
                  <ns1:pt x="93" y="54"/>
                </ns1:cubicBezTo>
                <ns1:cubicBezTo>
                  <ns1:pt x="93" y="51"/>
                  <ns1:pt x="90" y="48"/>
                  <ns1:pt x="86" y="48"/>
                </ns1:cubicBezTo>
                <ns1:cubicBezTo>
                  <ns1:pt x="84" y="48"/>
                  <ns1:pt x="84" y="48"/>
                  <ns1:pt x="84" y="48"/>
                </ns1:cubicBezTo>
                <ns1:cubicBezTo>
                  <ns1:pt x="81" y="48"/>
                  <ns1:pt x="78" y="51"/>
                  <ns1:pt x="78" y="54"/>
                </ns1:cubicBezTo>
                <ns1:cubicBezTo>
                  <ns1:pt x="78" y="65"/>
                  <ns1:pt x="78" y="65"/>
                  <ns1:pt x="78" y="65"/>
                </ns1:cubicBezTo>
                <ns1:cubicBezTo>
                  <ns1:pt x="78" y="69"/>
                  <ns1:pt x="81" y="72"/>
                  <ns1:pt x="84" y="72"/>
                </ns1:cubicBezTo>
                <ns1:moveTo>
                  <ns1:pt x="83" y="54"/>
                </ns1:moveTo>
                <ns1:cubicBezTo>
                  <ns1:pt x="83" y="53"/>
                  <ns1:pt x="84" y="52"/>
                  <ns1:pt x="85" y="52"/>
                </ns1:cubicBezTo>
                <ns1:cubicBezTo>
                  <ns1:pt x="87" y="52"/>
                  <ns1:pt x="88" y="53"/>
                  <ns1:pt x="88" y="54"/>
                </ns1:cubicBezTo>
                <ns1:cubicBezTo>
                  <ns1:pt x="88" y="66"/>
                  <ns1:pt x="88" y="66"/>
                  <ns1:pt x="88" y="66"/>
                </ns1:cubicBezTo>
                <ns1:cubicBezTo>
                  <ns1:pt x="88" y="67"/>
                  <ns1:pt x="87" y="68"/>
                  <ns1:pt x="85" y="68"/>
                </ns1:cubicBezTo>
                <ns1:cubicBezTo>
                  <ns1:pt x="84" y="68"/>
                  <ns1:pt x="83" y="67"/>
                  <ns1:pt x="83" y="66"/>
                </ns1:cubicBezTo>
                <ns1:lnTo>
                  <ns1:pt x="83" y="54"/>
                </ns1:lnTo>
                <ns1:close/>
                <ns1:moveTo>
                  <ns1:pt x="65" y="71"/>
                </ns1:moveTo>
                <ns1:cubicBezTo>
                  <ns1:pt x="71" y="71"/>
                  <ns1:pt x="71" y="71"/>
                  <ns1:pt x="71" y="71"/>
                </ns1:cubicBezTo>
                <ns1:cubicBezTo>
                  <ns1:pt x="71" y="59"/>
                  <ns1:pt x="71" y="59"/>
                  <ns1:pt x="71" y="59"/>
                </ns1:cubicBezTo>
                <ns1:cubicBezTo>
                  <ns1:pt x="77" y="40"/>
                  <ns1:pt x="77" y="40"/>
                  <ns1:pt x="77" y="40"/>
                </ns1:cubicBezTo>
                <ns1:cubicBezTo>
                  <ns1:pt x="72" y="40"/>
                  <ns1:pt x="72" y="40"/>
                  <ns1:pt x="72" y="40"/>
                </ns1:cubicBezTo>
                <ns1:cubicBezTo>
                  <ns1:pt x="68" y="52"/>
                  <ns1:pt x="68" y="52"/>
                  <ns1:pt x="68" y="52"/>
                </ns1:cubicBezTo>
                <ns1:cubicBezTo>
                  <ns1:pt x="64" y="40"/>
                  <ns1:pt x="64" y="40"/>
                  <ns1:pt x="64" y="40"/>
                </ns1:cubicBezTo>
                <ns1:cubicBezTo>
                  <ns1:pt x="58" y="40"/>
                  <ns1:pt x="58" y="40"/>
                  <ns1:pt x="58" y="40"/>
                </ns1:cubicBezTo>
                <ns1:cubicBezTo>
                  <ns1:pt x="65" y="59"/>
                  <ns1:pt x="65" y="59"/>
                  <ns1:pt x="65" y="59"/>
                </ns1:cubicBezTo>
                <ns1:lnTo>
                  <ns1:pt x="65" y="71"/>
                </ns1:lnTo>
                <ns1:close/>
                <ns1:moveTo>
                  <ns1:pt x="160" y="0"/>
                </ns1:moveTo>
                <ns1:cubicBezTo>
                  <ns1:pt x="16" y="0"/>
                  <ns1:pt x="16" y="0"/>
                  <ns1:pt x="16" y="0"/>
                </ns1:cubicBezTo>
                <ns1:cubicBezTo>
                  <ns1:pt x="7" y="0"/>
                  <ns1:pt x="0" y="7"/>
                  <ns1:pt x="0" y="16"/>
                </ns1:cubicBezTo>
                <ns1:cubicBezTo>
                  <ns1:pt x="0" y="160"/>
                  <ns1:pt x="0" y="160"/>
                  <ns1:pt x="0" y="160"/>
                </ns1:cubicBezTo>
                <ns1:cubicBezTo>
                  <ns1:pt x="0" y="169"/>
                  <ns1:pt x="7" y="176"/>
                  <ns1:pt x="16" y="176"/>
                </ns1:cubicBezTo>
                <ns1:cubicBezTo>
                  <ns1:pt x="160" y="176"/>
                  <ns1:pt x="160" y="176"/>
                  <ns1:pt x="160" y="176"/>
                </ns1:cubicBezTo>
                <ns1:cubicBezTo>
                  <ns1:pt x="169" y="176"/>
                  <ns1:pt x="176" y="169"/>
                  <ns1:pt x="176" y="160"/>
                </ns1:cubicBezTo>
                <ns1:cubicBezTo>
                  <ns1:pt x="176" y="16"/>
                  <ns1:pt x="176" y="16"/>
                  <ns1:pt x="176" y="16"/>
                </ns1:cubicBezTo>
                <ns1:cubicBezTo>
                  <ns1:pt x="176" y="7"/>
                  <ns1:pt x="169" y="0"/>
                  <ns1:pt x="160" y="0"/>
                </ns1:cubicBezTo>
                <ns1:moveTo>
                  <ns1:pt x="168" y="160"/>
                </ns1:moveTo>
                <ns1:cubicBezTo>
                  <ns1:pt x="168" y="164"/>
                  <ns1:pt x="164" y="168"/>
                  <ns1:pt x="160" y="168"/>
                </ns1:cubicBezTo>
                <ns1:cubicBezTo>
                  <ns1:pt x="16" y="168"/>
                  <ns1:pt x="16" y="168"/>
                  <ns1:pt x="16" y="168"/>
                </ns1:cubicBezTo>
                <ns1:cubicBezTo>
                  <ns1:pt x="12" y="168"/>
                  <ns1:pt x="8" y="164"/>
                  <ns1:pt x="8" y="160"/>
                </ns1:cubicBezTo>
                <ns1:cubicBezTo>
                  <ns1:pt x="8" y="16"/>
                  <ns1:pt x="8" y="16"/>
                  <ns1:pt x="8" y="16"/>
                </ns1:cubicBezTo>
                <ns1:cubicBezTo>
                  <ns1:pt x="8" y="12"/>
                  <ns1:pt x="12" y="8"/>
                  <ns1:pt x="16" y="8"/>
                </ns1:cubicBezTo>
                <ns1:cubicBezTo>
                  <ns1:pt x="160" y="8"/>
                  <ns1:pt x="160" y="8"/>
                  <ns1:pt x="160" y="8"/>
                </ns1:cubicBezTo>
                <ns1:cubicBezTo>
                  <ns1:pt x="164" y="8"/>
                  <ns1:pt x="168" y="12"/>
                  <ns1:pt x="168" y="16"/>
                </ns1:cubicBezTo>
                <ns1:lnTo>
                  <ns1:pt x="168" y="160"/>
                </ns1:lnTo>
                <ns1:close/>
                <ns1:moveTo>
                  <ns1:pt x="98" y="99"/>
                </ns1:moveTo>
                <ns1:cubicBezTo>
                  <ns1:pt x="97" y="99"/>
                  <ns1:pt x="96" y="99"/>
                  <ns1:pt x="95" y="100"/>
                </ns1:cubicBezTo>
                <ns1:cubicBezTo>
                  <ns1:pt x="95" y="116"/>
                  <ns1:pt x="95" y="116"/>
                  <ns1:pt x="95" y="116"/>
                </ns1:cubicBezTo>
                <ns1:cubicBezTo>
                  <ns1:pt x="96" y="117"/>
                  <ns1:pt x="97" y="117"/>
                  <ns1:pt x="98" y="117"/>
                </ns1:cubicBezTo>
                <ns1:cubicBezTo>
                  <ns1:pt x="100" y="117"/>
                  <ns1:pt x="100" y="115"/>
                  <ns1:pt x="100" y="115"/>
                </ns1:cubicBezTo>
                <ns1:cubicBezTo>
                  <ns1:pt x="100" y="101"/>
                  <ns1:pt x="100" y="101"/>
                  <ns1:pt x="100" y="101"/>
                </ns1:cubicBezTo>
                <ns1:cubicBezTo>
                  <ns1:pt x="100" y="101"/>
                  <ns1:pt x="100" y="99"/>
                  <ns1:pt x="98" y="99"/>
                </ns1:cubicBezTo>
                <ns1:moveTo>
                  <ns1:pt x="118" y="77"/>
                </ns1:moveTo>
                <ns1:cubicBezTo>
                  <ns1:pt x="118" y="77"/>
                  <ns1:pt x="103" y="76"/>
                  <ns1:pt x="88" y="76"/>
                </ns1:cubicBezTo>
                <ns1:cubicBezTo>
                  <ns1:pt x="73" y="76"/>
                  <ns1:pt x="58" y="77"/>
                  <ns1:pt x="58" y="77"/>
                </ns1:cubicBezTo>
                <ns1:cubicBezTo>
                  <ns1:pt x="51" y="77"/>
                  <ns1:pt x="45" y="82"/>
                  <ns1:pt x="45" y="89"/>
                </ns1:cubicBezTo>
                <ns1:cubicBezTo>
                  <ns1:pt x="45" y="89"/>
                  <ns1:pt x="44" y="96"/>
                  <ns1:pt x="44" y="104"/>
                </ns1:cubicBezTo>
                <ns1:cubicBezTo>
                  <ns1:pt x="44" y="112"/>
                  <ns1:pt x="45" y="119"/>
                  <ns1:pt x="45" y="119"/>
                </ns1:cubicBezTo>
                <ns1:cubicBezTo>
                  <ns1:pt x="45" y="126"/>
                  <ns1:pt x="51" y="131"/>
                  <ns1:pt x="58" y="131"/>
                </ns1:cubicBezTo>
                <ns1:cubicBezTo>
                  <ns1:pt x="58" y="131"/>
                  <ns1:pt x="73" y="132"/>
                  <ns1:pt x="88" y="132"/>
                </ns1:cubicBezTo>
                <ns1:cubicBezTo>
                  <ns1:pt x="103" y="132"/>
                  <ns1:pt x="118" y="131"/>
                  <ns1:pt x="118" y="131"/>
                </ns1:cubicBezTo>
                <ns1:cubicBezTo>
                  <ns1:pt x="125" y="131"/>
                  <ns1:pt x="131" y="126"/>
                  <ns1:pt x="131" y="119"/>
                </ns1:cubicBezTo>
                <ns1:cubicBezTo>
                  <ns1:pt x="131" y="119"/>
                  <ns1:pt x="132" y="112"/>
                  <ns1:pt x="132" y="104"/>
                </ns1:cubicBezTo>
                <ns1:cubicBezTo>
                  <ns1:pt x="132" y="96"/>
                  <ns1:pt x="131" y="89"/>
                  <ns1:pt x="131" y="89"/>
                </ns1:cubicBezTo>
                <ns1:cubicBezTo>
                  <ns1:pt x="131" y="82"/>
                  <ns1:pt x="125" y="77"/>
                  <ns1:pt x="118" y="77"/>
                </ns1:cubicBezTo>
                <ns1:moveTo>
                  <ns1:pt x="70" y="90"/>
                </ns1:moveTo>
                <ns1:cubicBezTo>
                  <ns1:pt x="64" y="90"/>
                  <ns1:pt x="64" y="90"/>
                  <ns1:pt x="64" y="90"/>
                </ns1:cubicBezTo>
                <ns1:cubicBezTo>
                  <ns1:pt x="64" y="121"/>
                  <ns1:pt x="64" y="121"/>
                  <ns1:pt x="64" y="121"/>
                </ns1:cubicBezTo>
                <ns1:cubicBezTo>
                  <ns1:pt x="58" y="121"/>
                  <ns1:pt x="58" y="121"/>
                  <ns1:pt x="58" y="121"/>
                </ns1:cubicBezTo>
                <ns1:cubicBezTo>
                  <ns1:pt x="58" y="90"/>
                  <ns1:pt x="58" y="90"/>
                  <ns1:pt x="58" y="90"/>
                </ns1:cubicBezTo>
                <ns1:cubicBezTo>
                  <ns1:pt x="52" y="90"/>
                  <ns1:pt x="52" y="90"/>
                  <ns1:pt x="52" y="90"/>
                </ns1:cubicBezTo>
                <ns1:cubicBezTo>
                  <ns1:pt x="52" y="85"/>
                  <ns1:pt x="52" y="85"/>
                  <ns1:pt x="52" y="85"/>
                </ns1:cubicBezTo>
                <ns1:cubicBezTo>
                  <ns1:pt x="70" y="85"/>
                  <ns1:pt x="70" y="85"/>
                  <ns1:pt x="70" y="85"/>
                </ns1:cubicBezTo>
                <ns1:lnTo>
                  <ns1:pt x="70" y="90"/>
                </ns1:lnTo>
                <ns1:close/>
                <ns1:moveTo>
                  <ns1:pt x="86" y="121"/>
                </ns1:moveTo>
                <ns1:cubicBezTo>
                  <ns1:pt x="81" y="121"/>
                  <ns1:pt x="81" y="121"/>
                  <ns1:pt x="81" y="121"/>
                </ns1:cubicBezTo>
                <ns1:cubicBezTo>
                  <ns1:pt x="81" y="119"/>
                  <ns1:pt x="81" y="119"/>
                  <ns1:pt x="81" y="119"/>
                </ns1:cubicBezTo>
                <ns1:cubicBezTo>
                  <ns1:pt x="81" y="119"/>
                  <ns1:pt x="78" y="122"/>
                  <ns1:pt x="75" y="122"/>
                </ns1:cubicBezTo>
                <ns1:cubicBezTo>
                  <ns1:pt x="71" y="122"/>
                  <ns1:pt x="71" y="119"/>
                  <ns1:pt x="71" y="119"/>
                </ns1:cubicBezTo>
                <ns1:cubicBezTo>
                  <ns1:pt x="71" y="94"/>
                  <ns1:pt x="71" y="94"/>
                  <ns1:pt x="71" y="94"/>
                </ns1:cubicBezTo>
                <ns1:cubicBezTo>
                  <ns1:pt x="76" y="94"/>
                  <ns1:pt x="76" y="94"/>
                  <ns1:pt x="76" y="94"/>
                </ns1:cubicBezTo>
                <ns1:cubicBezTo>
                  <ns1:pt x="76" y="117"/>
                  <ns1:pt x="76" y="117"/>
                  <ns1:pt x="76" y="117"/>
                </ns1:cubicBezTo>
                <ns1:cubicBezTo>
                  <ns1:pt x="76" y="117"/>
                  <ns1:pt x="76" y="118"/>
                  <ns1:pt x="77" y="118"/>
                </ns1:cubicBezTo>
                <ns1:cubicBezTo>
                  <ns1:pt x="79" y="118"/>
                  <ns1:pt x="81" y="116"/>
                  <ns1:pt x="81" y="116"/>
                </ns1:cubicBezTo>
                <ns1:cubicBezTo>
                  <ns1:pt x="81" y="94"/>
                  <ns1:pt x="81" y="94"/>
                  <ns1:pt x="81" y="94"/>
                </ns1:cubicBezTo>
                <ns1:cubicBezTo>
                  <ns1:pt x="86" y="94"/>
                  <ns1:pt x="86" y="94"/>
                  <ns1:pt x="86" y="94"/>
                </ns1:cubicBezTo>
                <ns1:lnTo>
                  <ns1:pt x="86" y="121"/>
                </ns1:lnTo>
                <ns1:close/>
                <ns1:moveTo>
                  <ns1:pt x="105" y="115"/>
                </ns1:moveTo>
                <ns1:cubicBezTo>
                  <ns1:pt x="105" y="115"/>
                  <ns1:pt x="105" y="122"/>
                  <ns1:pt x="101" y="122"/>
                </ns1:cubicBezTo>
                <ns1:cubicBezTo>
                  <ns1:pt x="98" y="122"/>
                  <ns1:pt x="96" y="120"/>
                  <ns1:pt x="95" y="119"/>
                </ns1:cubicBezTo>
                <ns1:cubicBezTo>
                  <ns1:pt x="95" y="121"/>
                  <ns1:pt x="95" y="121"/>
                  <ns1:pt x="95" y="121"/>
                </ns1:cubicBezTo>
                <ns1:cubicBezTo>
                  <ns1:pt x="90" y="121"/>
                  <ns1:pt x="90" y="121"/>
                  <ns1:pt x="90" y="121"/>
                </ns1:cubicBezTo>
                <ns1:cubicBezTo>
                  <ns1:pt x="90" y="85"/>
                  <ns1:pt x="90" y="85"/>
                  <ns1:pt x="90" y="85"/>
                </ns1:cubicBezTo>
                <ns1:cubicBezTo>
                  <ns1:pt x="95" y="85"/>
                  <ns1:pt x="95" y="85"/>
                  <ns1:pt x="95" y="85"/>
                </ns1:cubicBezTo>
                <ns1:cubicBezTo>
                  <ns1:pt x="95" y="97"/>
                  <ns1:pt x="95" y="97"/>
                  <ns1:pt x="95" y="97"/>
                </ns1:cubicBezTo>
                <ns1:cubicBezTo>
                  <ns1:pt x="96" y="96"/>
                  <ns1:pt x="98" y="94"/>
                  <ns1:pt x="101" y="94"/>
                </ns1:cubicBezTo>
                <ns1:cubicBezTo>
                  <ns1:pt x="104" y="94"/>
                  <ns1:pt x="105" y="97"/>
                  <ns1:pt x="105" y="100"/>
                </ns1:cubicBezTo>
                <ns1:lnTo>
                  <ns1:pt x="105" y="115"/>
                </ns1:lnTo>
                <ns1:close/>
                <ns1:moveTo>
                  <ns1:pt x="125" y="101"/>
                </ns1:moveTo>
                <ns1:cubicBezTo>
                  <ns1:pt x="125" y="109"/>
                  <ns1:pt x="125" y="109"/>
                  <ns1:pt x="125" y="109"/>
                </ns1:cubicBezTo>
                <ns1:cubicBezTo>
                  <ns1:pt x="114" y="109"/>
                  <ns1:pt x="114" y="109"/>
                  <ns1:pt x="114" y="109"/>
                </ns1:cubicBezTo>
                <ns1:cubicBezTo>
                  <ns1:pt x="114" y="115"/>
                  <ns1:pt x="114" y="115"/>
                  <ns1:pt x="114" y="115"/>
                </ns1:cubicBezTo>
                <ns1:cubicBezTo>
                  <ns1:pt x="114" y="115"/>
                  <ns1:pt x="114" y="117"/>
                  <ns1:pt x="117" y="117"/>
                </ns1:cubicBezTo>
                <ns1:cubicBezTo>
                  <ns1:pt x="119" y="117"/>
                  <ns1:pt x="119" y="115"/>
                  <ns1:pt x="119" y="115"/>
                </ns1:cubicBezTo>
                <ns1:cubicBezTo>
                  <ns1:pt x="119" y="112"/>
                  <ns1:pt x="119" y="112"/>
                  <ns1:pt x="119" y="112"/>
                </ns1:cubicBezTo>
                <ns1:cubicBezTo>
                  <ns1:pt x="125" y="112"/>
                  <ns1:pt x="125" y="112"/>
                  <ns1:pt x="125" y="112"/>
                </ns1:cubicBezTo>
                <ns1:cubicBezTo>
                  <ns1:pt x="125" y="116"/>
                  <ns1:pt x="125" y="116"/>
                  <ns1:pt x="125" y="116"/>
                </ns1:cubicBezTo>
                <ns1:cubicBezTo>
                  <ns1:pt x="125" y="116"/>
                  <ns1:pt x="124" y="122"/>
                  <ns1:pt x="117" y="122"/>
                </ns1:cubicBezTo>
                <ns1:cubicBezTo>
                  <ns1:pt x="111" y="122"/>
                  <ns1:pt x="109" y="116"/>
                  <ns1:pt x="109" y="116"/>
                </ns1:cubicBezTo>
                <ns1:cubicBezTo>
                  <ns1:pt x="109" y="101"/>
                  <ns1:pt x="109" y="101"/>
                  <ns1:pt x="109" y="101"/>
                </ns1:cubicBezTo>
                <ns1:cubicBezTo>
                  <ns1:pt x="109" y="101"/>
                  <ns1:pt x="109" y="94"/>
                  <ns1:pt x="117" y="94"/>
                </ns1:cubicBezTo>
                <ns1:cubicBezTo>
                  <ns1:pt x="125" y="94"/>
                  <ns1:pt x="125" y="101"/>
                  <ns1:pt x="125" y="101"/>
                </ns1:cubicBezTo>
                <ns1:moveTo>
                  <ns1:pt x="117" y="99"/>
                </ns1:moveTo>
                <ns1:cubicBezTo>
                  <ns1:pt x="114" y="99"/>
                  <ns1:pt x="114" y="101"/>
                  <ns1:pt x="114" y="101"/>
                </ns1:cubicBezTo>
                <ns1:cubicBezTo>
                  <ns1:pt x="114" y="105"/>
                  <ns1:pt x="114" y="105"/>
                  <ns1:pt x="114" y="105"/>
                </ns1:cubicBezTo>
                <ns1:cubicBezTo>
                  <ns1:pt x="119" y="105"/>
                  <ns1:pt x="119" y="105"/>
                  <ns1:pt x="119" y="105"/>
                </ns1:cubicBezTo>
                <ns1:cubicBezTo>
                  <ns1:pt x="119" y="101"/>
                  <ns1:pt x="119" y="101"/>
                  <ns1:pt x="119" y="101"/>
                </ns1:cubicBezTo>
                <ns1:cubicBezTo>
                  <ns1:pt x="119" y="101"/>
                  <ns1:pt x="119" y="99"/>
                  <ns1:pt x="117" y="99"/>
                </ns1:cubicBezTo>
              </ns1:path>
            </ns1:pathLst>
          </ns1:custGeom>
          <ns1:solidFill>
            <ns1:schemeClr val="tx1"/>
          </ns1:solidFill>
          <ns1:ln>
            <ns1:noFill/>
          </ns1:ln>
          <ns1:extLst/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en-US"/>
          </ns1:p>
        </ns0:txBody>
      </ns0:sp>
      <ns0:sp>
        <ns0:nvSpPr>
          <ns0:cNvPr id="53" name="Freeform 49"/>
          <ns0:cNvSpPr>
            <ns1:spLocks noEditPoints="1"/>
          </ns0:cNvSpPr>
          <ns0:nvPr/>
        </ns0:nvSpPr>
        <ns0:spPr bwMode="auto">
          <ns1:xfrm>
            <ns1:off x="5416550" y="4746626"/>
            <ns1:ext cx="557212" cy="557213"/>
          </ns1:xfrm>
          <ns1:custGeom>
            <ns1:avLst/>
            <ns1:gdLst>
              <ns1:gd name="T0" fmla="*/ 82 w 176"/>
              <ns1:gd name="T1" fmla="*/ 53 h 176"/>
              <ns1:gd name="T2" fmla="*/ 58 w 176"/>
              <ns1:gd name="T3" fmla="*/ 72 h 176"/>
              <ns1:gd name="T4" fmla="*/ 64 w 176"/>
              <ns1:gd name="T5" fmla="*/ 97 h 176"/>
              <ns1:gd name="T6" fmla="*/ 69 w 176"/>
              <ns1:gd name="T7" fmla="*/ 95 h 176"/>
              <ns1:gd name="T8" fmla="*/ 67 w 176"/>
              <ns1:gd name="T9" fmla="*/ 89 h 176"/>
              <ns1:gd name="T10" fmla="*/ 65 w 176"/>
              <ns1:gd name="T11" fmla="*/ 81 h 176"/>
              <ns1:gd name="T12" fmla="*/ 82 w 176"/>
              <ns1:gd name="T13" fmla="*/ 61 h 176"/>
              <ns1:gd name="T14" fmla="*/ 96 w 176"/>
              <ns1:gd name="T15" fmla="*/ 61 h 176"/>
              <ns1:gd name="T16" fmla="*/ 108 w 176"/>
              <ns1:gd name="T17" fmla="*/ 83 h 176"/>
              <ns1:gd name="T18" fmla="*/ 95 w 176"/>
              <ns1:gd name="T19" fmla="*/ 102 h 176"/>
              <ns1:gd name="T20" fmla="*/ 86 w 176"/>
              <ns1:gd name="T21" fmla="*/ 94 h 176"/>
              <ns1:gd name="T22" fmla="*/ 85 w 176"/>
              <ns1:gd name="T23" fmla="*/ 70 h 176"/>
              <ns1:gd name="T24" fmla="*/ 75 w 176"/>
              <ns1:gd name="T25" fmla="*/ 85 h 176"/>
              <ns1:gd name="T26" fmla="*/ 73 w 176"/>
              <ns1:gd name="T27" fmla="*/ 101 h 176"/>
              <ns1:gd name="T28" fmla="*/ 69 w 176"/>
              <ns1:gd name="T29" fmla="*/ 119 h 176"/>
              <ns1:gd name="T30" fmla="*/ 69 w 176"/>
              <ns1:gd name="T31" fmla="*/ 128 h 176"/>
              <ns1:gd name="T32" fmla="*/ 70 w 176"/>
              <ns1:gd name="T33" fmla="*/ 132 h 176"/>
              <ns1:gd name="T34" fmla="*/ 79 w 176"/>
              <ns1:gd name="T35" fmla="*/ 119 h 176"/>
              <ns1:gd name="T36" fmla="*/ 83 w 176"/>
              <ns1:gd name="T37" fmla="*/ 104 h 176"/>
              <ns1:gd name="T38" fmla="*/ 85 w 176"/>
              <ns1:gd name="T39" fmla="*/ 107 h 176"/>
              <ns1:gd name="T40" fmla="*/ 113 w 176"/>
              <ns1:gd name="T41" fmla="*/ 101 h 176"/>
              <ns1:gd name="T42" fmla="*/ 120 w 176"/>
              <ns1:gd name="T43" fmla="*/ 84 h 176"/>
              <ns1:gd name="T44" fmla="*/ 87 w 176"/>
              <ns1:gd name="T45" fmla="*/ 52 h 176"/>
              <ns1:gd name="T46" fmla="*/ 16 w 176"/>
              <ns1:gd name="T47" fmla="*/ 0 h 176"/>
              <ns1:gd name="T48" fmla="*/ 0 w 176"/>
              <ns1:gd name="T49" fmla="*/ 160 h 176"/>
              <ns1:gd name="T50" fmla="*/ 160 w 176"/>
              <ns1:gd name="T51" fmla="*/ 176 h 176"/>
              <ns1:gd name="T52" fmla="*/ 176 w 176"/>
              <ns1:gd name="T53" fmla="*/ 16 h 176"/>
              <ns1:gd name="T54" fmla="*/ 168 w 176"/>
              <ns1:gd name="T55" fmla="*/ 160 h 176"/>
              <ns1:gd name="T56" fmla="*/ 16 w 176"/>
              <ns1:gd name="T57" fmla="*/ 168 h 176"/>
              <ns1:gd name="T58" fmla="*/ 8 w 176"/>
              <ns1:gd name="T59" fmla="*/ 16 h 176"/>
              <ns1:gd name="T60" fmla="*/ 160 w 176"/>
              <ns1:gd name="T61" fmla="*/ 8 h 176"/>
              <ns1:gd name="T62" fmla="*/ 168 w 176"/>
              <ns1:gd name="T63" fmla="*/ 160 h 176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  <ns1:cxn ang="0">
                <ns1:pos x="T32" y="T33"/>
              </ns1:cxn>
              <ns1:cxn ang="0">
                <ns1:pos x="T34" y="T35"/>
              </ns1:cxn>
              <ns1:cxn ang="0">
                <ns1:pos x="T36" y="T37"/>
              </ns1:cxn>
              <ns1:cxn ang="0">
                <ns1:pos x="T38" y="T39"/>
              </ns1:cxn>
              <ns1:cxn ang="0">
                <ns1:pos x="T40" y="T41"/>
              </ns1:cxn>
              <ns1:cxn ang="0">
                <ns1:pos x="T42" y="T43"/>
              </ns1:cxn>
              <ns1:cxn ang="0">
                <ns1:pos x="T44" y="T45"/>
              </ns1:cxn>
              <ns1:cxn ang="0">
                <ns1:pos x="T46" y="T47"/>
              </ns1:cxn>
              <ns1:cxn ang="0">
                <ns1:pos x="T48" y="T49"/>
              </ns1:cxn>
              <ns1:cxn ang="0">
                <ns1:pos x="T50" y="T51"/>
              </ns1:cxn>
              <ns1:cxn ang="0">
                <ns1:pos x="T52" y="T53"/>
              </ns1:cxn>
              <ns1:cxn ang="0">
                <ns1:pos x="T54" y="T55"/>
              </ns1:cxn>
              <ns1:cxn ang="0">
                <ns1:pos x="T56" y="T57"/>
              </ns1:cxn>
              <ns1:cxn ang="0">
                <ns1:pos x="T58" y="T59"/>
              </ns1:cxn>
              <ns1:cxn ang="0">
                <ns1:pos x="T60" y="T61"/>
              </ns1:cxn>
              <ns1:cxn ang="0">
                <ns1:pos x="T62" y="T63"/>
              </ns1:cxn>
            </ns1:cxnLst>
            <ns1:rect l="0" t="0" r="r" b="b"/>
            <ns1:pathLst>
              <ns1:path w="176" h="176">
                <ns1:moveTo>
                  <ns1:pt x="87" y="52"/>
                </ns1:moveTo>
                <ns1:cubicBezTo>
                  <ns1:pt x="85" y="52"/>
                  <ns1:pt x="84" y="52"/>
                  <ns1:pt x="82" y="53"/>
                </ns1:cubicBezTo>
                <ns1:cubicBezTo>
                  <ns1:pt x="79" y="53"/>
                  <ns1:pt x="75" y="54"/>
                  <ns1:pt x="73" y="56"/>
                </ns1:cubicBezTo>
                <ns1:cubicBezTo>
                  <ns1:pt x="66" y="60"/>
                  <ns1:pt x="61" y="64"/>
                  <ns1:pt x="58" y="72"/>
                </ns1:cubicBezTo>
                <ns1:cubicBezTo>
                  <ns1:pt x="57" y="73"/>
                  <ns1:pt x="57" y="75"/>
                  <ns1:pt x="57" y="76"/>
                </ns1:cubicBezTo>
                <ns1:cubicBezTo>
                  <ns1:pt x="54" y="85"/>
                  <ns1:pt x="59" y="94"/>
                  <ns1:pt x="64" y="97"/>
                </ns1:cubicBezTo>
                <ns1:cubicBezTo>
                  <ns1:pt x="65" y="98"/>
                  <ns1:pt x="67" y="99"/>
                  <ns1:pt x="68" y="98"/>
                </ns1:cubicBezTo>
                <ns1:cubicBezTo>
                  <ns1:pt x="69" y="97"/>
                  <ns1:pt x="68" y="96"/>
                  <ns1:pt x="69" y="95"/>
                </ns1:cubicBezTo>
                <ns1:cubicBezTo>
                  <ns1:pt x="69" y="94"/>
                  <ns1:pt x="70" y="93"/>
                  <ns1:pt x="69" y="92"/>
                </ns1:cubicBezTo>
                <ns1:cubicBezTo>
                  <ns1:pt x="69" y="91"/>
                  <ns1:pt x="68" y="90"/>
                  <ns1:pt x="67" y="89"/>
                </ns1:cubicBezTo>
                <ns1:cubicBezTo>
                  <ns1:pt x="66" y="87"/>
                  <ns1:pt x="66" y="85"/>
                  <ns1:pt x="65" y="82"/>
                </ns1:cubicBezTo>
                <ns1:cubicBezTo>
                  <ns1:pt x="65" y="82"/>
                  <ns1:pt x="65" y="81"/>
                  <ns1:pt x="65" y="81"/>
                </ns1:cubicBezTo>
                <ns1:cubicBezTo>
                  <ns1:pt x="66" y="78"/>
                  <ns1:pt x="66" y="76"/>
                  <ns1:pt x="67" y="73"/>
                </ns1:cubicBezTo>
                <ns1:cubicBezTo>
                  <ns1:pt x="70" y="67"/>
                  <ns1:pt x="75" y="63"/>
                  <ns1:pt x="82" y="61"/>
                </ns1:cubicBezTo>
                <ns1:cubicBezTo>
                  <ns1:pt x="84" y="60"/>
                  <ns1:pt x="89" y="59"/>
                  <ns1:pt x="91" y="60"/>
                </ns1:cubicBezTo>
                <ns1:cubicBezTo>
                  <ns1:pt x="93" y="60"/>
                  <ns1:pt x="94" y="60"/>
                  <ns1:pt x="96" y="61"/>
                </ns1:cubicBezTo>
                <ns1:cubicBezTo>
                  <ns1:pt x="101" y="62"/>
                  <ns1:pt x="105" y="65"/>
                  <ns1:pt x="107" y="70"/>
                </ns1:cubicBezTo>
                <ns1:cubicBezTo>
                  <ns1:pt x="108" y="73"/>
                  <ns1:pt x="109" y="79"/>
                  <ns1:pt x="108" y="83"/>
                </ns1:cubicBezTo>
                <ns1:cubicBezTo>
                  <ns1:pt x="107" y="85"/>
                  <ns1:pt x="107" y="87"/>
                  <ns1:pt x="107" y="88"/>
                </ns1:cubicBezTo>
                <ns1:cubicBezTo>
                  <ns1:pt x="105" y="94"/>
                  <ns1:pt x="102" y="100"/>
                  <ns1:pt x="95" y="102"/>
                </ns1:cubicBezTo>
                <ns1:cubicBezTo>
                  <ns1:pt x="91" y="103"/>
                  <ns1:pt x="87" y="100"/>
                  <ns1:pt x="86" y="97"/>
                </ns1:cubicBezTo>
                <ns1:cubicBezTo>
                  <ns1:pt x="86" y="97"/>
                  <ns1:pt x="85" y="95"/>
                  <ns1:pt x="86" y="94"/>
                </ns1:cubicBezTo>
                <ns1:cubicBezTo>
                  <ns1:pt x="87" y="89"/>
                  <ns1:pt x="89" y="84"/>
                  <ns1:pt x="90" y="79"/>
                </ns1:cubicBezTo>
                <ns1:cubicBezTo>
                  <ns1:pt x="91" y="75"/>
                  <ns1:pt x="89" y="71"/>
                  <ns1:pt x="85" y="70"/>
                </ns1:cubicBezTo>
                <ns1:cubicBezTo>
                  <ns1:pt x="80" y="69"/>
                  <ns1:pt x="77" y="73"/>
                  <ns1:pt x="76" y="76"/>
                </ns1:cubicBezTo>
                <ns1:cubicBezTo>
                  <ns1:pt x="75" y="78"/>
                  <ns1:pt x="74" y="82"/>
                  <ns1:pt x="75" y="85"/>
                </ns1:cubicBezTo>
                <ns1:cubicBezTo>
                  <ns1:pt x="75" y="86"/>
                  <ns1:pt x="76" y="89"/>
                  <ns1:pt x="76" y="90"/>
                </ns1:cubicBezTo>
                <ns1:cubicBezTo>
                  <ns1:pt x="75" y="93"/>
                  <ns1:pt x="74" y="98"/>
                  <ns1:pt x="73" y="101"/>
                </ns1:cubicBezTo>
                <ns1:cubicBezTo>
                  <ns1:pt x="72" y="105"/>
                  <ns1:pt x="71" y="109"/>
                  <ns1:pt x="70" y="113"/>
                </ns1:cubicBezTo>
                <ns1:cubicBezTo>
                  <ns1:pt x="70" y="115"/>
                  <ns1:pt x="70" y="117"/>
                  <ns1:pt x="69" y="119"/>
                </ns1:cubicBezTo>
                <ns1:cubicBezTo>
                  <ns1:pt x="69" y="121"/>
                  <ns1:pt x="69" y="121"/>
                  <ns1:pt x="69" y="121"/>
                </ns1:cubicBezTo>
                <ns1:cubicBezTo>
                  <ns1:pt x="69" y="123"/>
                  <ns1:pt x="69" y="126"/>
                  <ns1:pt x="69" y="128"/>
                </ns1:cubicBezTo>
                <ns1:cubicBezTo>
                  <ns1:pt x="70" y="129"/>
                  <ns1:pt x="69" y="130"/>
                  <ns1:pt x="70" y="131"/>
                </ns1:cubicBezTo>
                <ns1:cubicBezTo>
                  <ns1:pt x="70" y="132"/>
                  <ns1:pt x="70" y="132"/>
                  <ns1:pt x="70" y="132"/>
                </ns1:cubicBezTo>
                <ns1:cubicBezTo>
                  <ns1:pt x="72" y="132"/>
                  <ns1:pt x="74" y="128"/>
                  <ns1:pt x="75" y="126"/>
                </ns1:cubicBezTo>
                <ns1:cubicBezTo>
                  <ns1:pt x="76" y="124"/>
                  <ns1:pt x="78" y="121"/>
                  <ns1:pt x="79" y="119"/>
                </ns1:cubicBezTo>
                <ns1:cubicBezTo>
                  <ns1:pt x="80" y="116"/>
                  <ns1:pt x="80" y="113"/>
                  <ns1:pt x="81" y="111"/>
                </ns1:cubicBezTo>
                <ns1:cubicBezTo>
                  <ns1:pt x="82" y="109"/>
                  <ns1:pt x="83" y="106"/>
                  <ns1:pt x="83" y="104"/>
                </ns1:cubicBezTo>
                <ns1:cubicBezTo>
                  <ns1:pt x="83" y="104"/>
                  <ns1:pt x="83" y="104"/>
                  <ns1:pt x="83" y="104"/>
                </ns1:cubicBezTo>
                <ns1:cubicBezTo>
                  <ns1:pt x="83" y="105"/>
                  <ns1:pt x="84" y="106"/>
                  <ns1:pt x="85" y="107"/>
                </ns1:cubicBezTo>
                <ns1:cubicBezTo>
                  <ns1:pt x="88" y="109"/>
                  <ns1:pt x="93" y="111"/>
                  <ns1:pt x="99" y="110"/>
                </ns1:cubicBezTo>
                <ns1:cubicBezTo>
                  <ns1:pt x="105" y="108"/>
                  <ns1:pt x="110" y="105"/>
                  <ns1:pt x="113" y="101"/>
                </ns1:cubicBezTo>
                <ns1:cubicBezTo>
                  <ns1:pt x="115" y="98"/>
                  <ns1:pt x="117" y="94"/>
                  <ns1:pt x="118" y="90"/>
                </ns1:cubicBezTo>
                <ns1:cubicBezTo>
                  <ns1:pt x="119" y="88"/>
                  <ns1:pt x="119" y="86"/>
                  <ns1:pt x="120" y="84"/>
                </ns1:cubicBezTo>
                <ns1:cubicBezTo>
                  <ns1:pt x="121" y="78"/>
                  <ns1:pt x="119" y="72"/>
                  <ns1:pt x="118" y="68"/>
                </ns1:cubicBezTo>
                <ns1:cubicBezTo>
                  <ns1:pt x="113" y="58"/>
                  <ns1:pt x="103" y="52"/>
                  <ns1:pt x="87" y="52"/>
                </ns1:cubicBezTo>
                <ns1:moveTo>
                  <ns1:pt x="160" y="0"/>
                </ns1:moveTo>
                <ns1:cubicBezTo>
                  <ns1:pt x="16" y="0"/>
                  <ns1:pt x="16" y="0"/>
                  <ns1:pt x="16" y="0"/>
                </ns1:cubicBezTo>
                <ns1:cubicBezTo>
                  <ns1:pt x="7" y="0"/>
                  <ns1:pt x="0" y="7"/>
                  <ns1:pt x="0" y="16"/>
                </ns1:cubicBezTo>
                <ns1:cubicBezTo>
                  <ns1:pt x="0" y="160"/>
                  <ns1:pt x="0" y="160"/>
                  <ns1:pt x="0" y="160"/>
                </ns1:cubicBezTo>
                <ns1:cubicBezTo>
                  <ns1:pt x="0" y="169"/>
                  <ns1:pt x="7" y="176"/>
                  <ns1:pt x="16" y="176"/>
                </ns1:cubicBezTo>
                <ns1:cubicBezTo>
                  <ns1:pt x="160" y="176"/>
                  <ns1:pt x="160" y="176"/>
                  <ns1:pt x="160" y="176"/>
                </ns1:cubicBezTo>
                <ns1:cubicBezTo>
                  <ns1:pt x="169" y="176"/>
                  <ns1:pt x="176" y="169"/>
                  <ns1:pt x="176" y="160"/>
                </ns1:cubicBezTo>
                <ns1:cubicBezTo>
                  <ns1:pt x="176" y="16"/>
                  <ns1:pt x="176" y="16"/>
                  <ns1:pt x="176" y="16"/>
                </ns1:cubicBezTo>
                <ns1:cubicBezTo>
                  <ns1:pt x="176" y="7"/>
                  <ns1:pt x="169" y="0"/>
                  <ns1:pt x="160" y="0"/>
                </ns1:cubicBezTo>
                <ns1:moveTo>
                  <ns1:pt x="168" y="160"/>
                </ns1:moveTo>
                <ns1:cubicBezTo>
                  <ns1:pt x="168" y="164"/>
                  <ns1:pt x="164" y="168"/>
                  <ns1:pt x="160" y="168"/>
                </ns1:cubicBezTo>
                <ns1:cubicBezTo>
                  <ns1:pt x="16" y="168"/>
                  <ns1:pt x="16" y="168"/>
                  <ns1:pt x="16" y="168"/>
                </ns1:cubicBezTo>
                <ns1:cubicBezTo>
                  <ns1:pt x="12" y="168"/>
                  <ns1:pt x="8" y="164"/>
                  <ns1:pt x="8" y="160"/>
                </ns1:cubicBezTo>
                <ns1:cubicBezTo>
                  <ns1:pt x="8" y="16"/>
                  <ns1:pt x="8" y="16"/>
                  <ns1:pt x="8" y="16"/>
                </ns1:cubicBezTo>
                <ns1:cubicBezTo>
                  <ns1:pt x="8" y="12"/>
                  <ns1:pt x="12" y="8"/>
                  <ns1:pt x="16" y="8"/>
                </ns1:cubicBezTo>
                <ns1:cubicBezTo>
                  <ns1:pt x="160" y="8"/>
                  <ns1:pt x="160" y="8"/>
                  <ns1:pt x="160" y="8"/>
                </ns1:cubicBezTo>
                <ns1:cubicBezTo>
                  <ns1:pt x="164" y="8"/>
                  <ns1:pt x="168" y="12"/>
                  <ns1:pt x="168" y="16"/>
                </ns1:cubicBezTo>
                <ns1:lnTo>
                  <ns1:pt x="168" y="160"/>
                </ns1:lnTo>
                <ns1:close/>
              </ns1:path>
            </ns1:pathLst>
          </ns1:custGeom>
          <ns1:solidFill>
            <ns1:schemeClr val="tx1"/>
          </ns1:solidFill>
          <ns1:ln>
            <ns1:noFill/>
          </ns1:ln>
          <ns1:extLst/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en-US"/>
          </ns1:p>
        </ns0:txBody>
      </ns0:sp>
      <ns0:sp>
        <ns0:nvSpPr>
          <ns0:cNvPr id="54" name="Freeform 50"/>
          <ns0:cNvSpPr>
            <ns1:spLocks noEditPoints="1"/>
          </ns0:cNvSpPr>
          <ns0:nvPr/>
        </ns0:nvSpPr>
        <ns0:spPr bwMode="auto">
          <ns1:xfrm>
            <ns1:off x="6480175" y="4746626"/>
            <ns1:ext cx="557212" cy="557213"/>
          </ns1:xfrm>
          <ns1:custGeom>
            <ns1:avLst/>
            <ns1:gdLst>
              <ns1:gd name="T0" fmla="*/ 160 w 176"/>
              <ns1:gd name="T1" fmla="*/ 0 h 176"/>
              <ns1:gd name="T2" fmla="*/ 16 w 176"/>
              <ns1:gd name="T3" fmla="*/ 0 h 176"/>
              <ns1:gd name="T4" fmla="*/ 0 w 176"/>
              <ns1:gd name="T5" fmla="*/ 16 h 176"/>
              <ns1:gd name="T6" fmla="*/ 0 w 176"/>
              <ns1:gd name="T7" fmla="*/ 160 h 176"/>
              <ns1:gd name="T8" fmla="*/ 16 w 176"/>
              <ns1:gd name="T9" fmla="*/ 176 h 176"/>
              <ns1:gd name="T10" fmla="*/ 160 w 176"/>
              <ns1:gd name="T11" fmla="*/ 176 h 176"/>
              <ns1:gd name="T12" fmla="*/ 176 w 176"/>
              <ns1:gd name="T13" fmla="*/ 160 h 176"/>
              <ns1:gd name="T14" fmla="*/ 176 w 176"/>
              <ns1:gd name="T15" fmla="*/ 16 h 176"/>
              <ns1:gd name="T16" fmla="*/ 160 w 176"/>
              <ns1:gd name="T17" fmla="*/ 0 h 176"/>
              <ns1:gd name="T18" fmla="*/ 168 w 176"/>
              <ns1:gd name="T19" fmla="*/ 160 h 176"/>
              <ns1:gd name="T20" fmla="*/ 160 w 176"/>
              <ns1:gd name="T21" fmla="*/ 168 h 176"/>
              <ns1:gd name="T22" fmla="*/ 16 w 176"/>
              <ns1:gd name="T23" fmla="*/ 168 h 176"/>
              <ns1:gd name="T24" fmla="*/ 8 w 176"/>
              <ns1:gd name="T25" fmla="*/ 160 h 176"/>
              <ns1:gd name="T26" fmla="*/ 8 w 176"/>
              <ns1:gd name="T27" fmla="*/ 16 h 176"/>
              <ns1:gd name="T28" fmla="*/ 16 w 176"/>
              <ns1:gd name="T29" fmla="*/ 8 h 176"/>
              <ns1:gd name="T30" fmla="*/ 160 w 176"/>
              <ns1:gd name="T31" fmla="*/ 8 h 176"/>
              <ns1:gd name="T32" fmla="*/ 168 w 176"/>
              <ns1:gd name="T33" fmla="*/ 16 h 176"/>
              <ns1:gd name="T34" fmla="*/ 168 w 176"/>
              <ns1:gd name="T35" fmla="*/ 160 h 176"/>
              <ns1:gd name="T36" fmla="*/ 116 w 176"/>
              <ns1:gd name="T37" fmla="*/ 56 h 176"/>
              <ns1:gd name="T38" fmla="*/ 94 w 176"/>
              <ns1:gd name="T39" fmla="*/ 73 h 176"/>
              <ns1:gd name="T40" fmla="*/ 100 w 176"/>
              <ns1:gd name="T41" fmla="*/ 72 h 176"/>
              <ns1:gd name="T42" fmla="*/ 105 w 176"/>
              <ns1:gd name="T43" fmla="*/ 78 h 176"/>
              <ns1:gd name="T44" fmla="*/ 100 w 176"/>
              <ns1:gd name="T45" fmla="*/ 90 h 176"/>
              <ns1:gd name="T46" fmla="*/ 92 w 176"/>
              <ns1:gd name="T47" fmla="*/ 97 h 176"/>
              <ns1:gd name="T48" fmla="*/ 86 w 176"/>
              <ns1:gd name="T49" fmla="*/ 86 h 176"/>
              <ns1:gd name="T50" fmla="*/ 83 w 176"/>
              <ns1:gd name="T51" fmla="*/ 69 h 176"/>
              <ns1:gd name="T52" fmla="*/ 71 w 176"/>
              <ns1:gd name="T53" fmla="*/ 57 h 176"/>
              <ns1:gd name="T54" fmla="*/ 60 w 176"/>
              <ns1:gd name="T55" fmla="*/ 63 h 176"/>
              <ns1:gd name="T56" fmla="*/ 48 w 176"/>
              <ns1:gd name="T57" fmla="*/ 73 h 176"/>
              <ns1:gd name="T58" fmla="*/ 52 w 176"/>
              <ns1:gd name="T59" fmla="*/ 78 h 176"/>
              <ns1:gd name="T60" fmla="*/ 58 w 176"/>
              <ns1:gd name="T61" fmla="*/ 74 h 176"/>
              <ns1:gd name="T62" fmla="*/ 66 w 176"/>
              <ns1:gd name="T63" fmla="*/ 86 h 176"/>
              <ns1:gd name="T64" fmla="*/ 72 w 176"/>
              <ns1:gd name="T65" fmla="*/ 108 h 176"/>
              <ns1:gd name="T66" fmla="*/ 84 w 176"/>
              <ns1:gd name="T67" fmla="*/ 120 h 176"/>
              <ns1:gd name="T68" fmla="*/ 112 w 176"/>
              <ns1:gd name="T69" fmla="*/ 100 h 176"/>
              <ns1:gd name="T70" fmla="*/ 128 w 176"/>
              <ns1:gd name="T71" fmla="*/ 71 h 176"/>
              <ns1:gd name="T72" fmla="*/ 116 w 176"/>
              <ns1:gd name="T73" fmla="*/ 56 h 176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  <ns1:cxn ang="0">
                <ns1:pos x="T32" y="T33"/>
              </ns1:cxn>
              <ns1:cxn ang="0">
                <ns1:pos x="T34" y="T35"/>
              </ns1:cxn>
              <ns1:cxn ang="0">
                <ns1:pos x="T36" y="T37"/>
              </ns1:cxn>
              <ns1:cxn ang="0">
                <ns1:pos x="T38" y="T39"/>
              </ns1:cxn>
              <ns1:cxn ang="0">
                <ns1:pos x="T40" y="T41"/>
              </ns1:cxn>
              <ns1:cxn ang="0">
                <ns1:pos x="T42" y="T43"/>
              </ns1:cxn>
              <ns1:cxn ang="0">
                <ns1:pos x="T44" y="T45"/>
              </ns1:cxn>
              <ns1:cxn ang="0">
                <ns1:pos x="T46" y="T47"/>
              </ns1:cxn>
              <ns1:cxn ang="0">
                <ns1:pos x="T48" y="T49"/>
              </ns1:cxn>
              <ns1:cxn ang="0">
                <ns1:pos x="T50" y="T51"/>
              </ns1:cxn>
              <ns1:cxn ang="0">
                <ns1:pos x="T52" y="T53"/>
              </ns1:cxn>
              <ns1:cxn ang="0">
                <ns1:pos x="T54" y="T55"/>
              </ns1:cxn>
              <ns1:cxn ang="0">
                <ns1:pos x="T56" y="T57"/>
              </ns1:cxn>
              <ns1:cxn ang="0">
                <ns1:pos x="T58" y="T59"/>
              </ns1:cxn>
              <ns1:cxn ang="0">
                <ns1:pos x="T60" y="T61"/>
              </ns1:cxn>
              <ns1:cxn ang="0">
                <ns1:pos x="T62" y="T63"/>
              </ns1:cxn>
              <ns1:cxn ang="0">
                <ns1:pos x="T64" y="T65"/>
              </ns1:cxn>
              <ns1:cxn ang="0">
                <ns1:pos x="T66" y="T67"/>
              </ns1:cxn>
              <ns1:cxn ang="0">
                <ns1:pos x="T68" y="T69"/>
              </ns1:cxn>
              <ns1:cxn ang="0">
                <ns1:pos x="T70" y="T71"/>
              </ns1:cxn>
              <ns1:cxn ang="0">
                <ns1:pos x="T72" y="T73"/>
              </ns1:cxn>
            </ns1:cxnLst>
            <ns1:rect l="0" t="0" r="r" b="b"/>
            <ns1:pathLst>
              <ns1:path w="176" h="176">
                <ns1:moveTo>
                  <ns1:pt x="160" y="0"/>
                </ns1:moveTo>
                <ns1:cubicBezTo>
                  <ns1:pt x="16" y="0"/>
                  <ns1:pt x="16" y="0"/>
                  <ns1:pt x="16" y="0"/>
                </ns1:cubicBezTo>
                <ns1:cubicBezTo>
                  <ns1:pt x="7" y="0"/>
                  <ns1:pt x="0" y="7"/>
                  <ns1:pt x="0" y="16"/>
                </ns1:cubicBezTo>
                <ns1:cubicBezTo>
                  <ns1:pt x="0" y="160"/>
                  <ns1:pt x="0" y="160"/>
                  <ns1:pt x="0" y="160"/>
                </ns1:cubicBezTo>
                <ns1:cubicBezTo>
                  <ns1:pt x="0" y="169"/>
                  <ns1:pt x="7" y="176"/>
                  <ns1:pt x="16" y="176"/>
                </ns1:cubicBezTo>
                <ns1:cubicBezTo>
                  <ns1:pt x="160" y="176"/>
                  <ns1:pt x="160" y="176"/>
                  <ns1:pt x="160" y="176"/>
                </ns1:cubicBezTo>
                <ns1:cubicBezTo>
                  <ns1:pt x="169" y="176"/>
                  <ns1:pt x="176" y="169"/>
                  <ns1:pt x="176" y="160"/>
                </ns1:cubicBezTo>
                <ns1:cubicBezTo>
                  <ns1:pt x="176" y="16"/>
                  <ns1:pt x="176" y="16"/>
                  <ns1:pt x="176" y="16"/>
                </ns1:cubicBezTo>
                <ns1:cubicBezTo>
                  <ns1:pt x="176" y="7"/>
                  <ns1:pt x="169" y="0"/>
                  <ns1:pt x="160" y="0"/>
                </ns1:cubicBezTo>
                <ns1:moveTo>
                  <ns1:pt x="168" y="160"/>
                </ns1:moveTo>
                <ns1:cubicBezTo>
                  <ns1:pt x="168" y="164"/>
                  <ns1:pt x="164" y="168"/>
                  <ns1:pt x="160" y="168"/>
                </ns1:cubicBezTo>
                <ns1:cubicBezTo>
                  <ns1:pt x="16" y="168"/>
                  <ns1:pt x="16" y="168"/>
                  <ns1:pt x="16" y="168"/>
                </ns1:cubicBezTo>
                <ns1:cubicBezTo>
                  <ns1:pt x="12" y="168"/>
                  <ns1:pt x="8" y="164"/>
                  <ns1:pt x="8" y="160"/>
                </ns1:cubicBezTo>
                <ns1:cubicBezTo>
                  <ns1:pt x="8" y="16"/>
                  <ns1:pt x="8" y="16"/>
                  <ns1:pt x="8" y="16"/>
                </ns1:cubicBezTo>
                <ns1:cubicBezTo>
                  <ns1:pt x="8" y="12"/>
                  <ns1:pt x="12" y="8"/>
                  <ns1:pt x="16" y="8"/>
                </ns1:cubicBezTo>
                <ns1:cubicBezTo>
                  <ns1:pt x="160" y="8"/>
                  <ns1:pt x="160" y="8"/>
                  <ns1:pt x="160" y="8"/>
                </ns1:cubicBezTo>
                <ns1:cubicBezTo>
                  <ns1:pt x="164" y="8"/>
                  <ns1:pt x="168" y="12"/>
                  <ns1:pt x="168" y="16"/>
                </ns1:cubicBezTo>
                <ns1:lnTo>
                  <ns1:pt x="168" y="160"/>
                </ns1:lnTo>
                <ns1:close/>
                <ns1:moveTo>
                  <ns1:pt x="116" y="56"/>
                </ns1:moveTo>
                <ns1:cubicBezTo>
                  <ns1:pt x="105" y="56"/>
                  <ns1:pt x="98" y="61"/>
                  <ns1:pt x="94" y="73"/>
                </ns1:cubicBezTo>
                <ns1:cubicBezTo>
                  <ns1:pt x="96" y="72"/>
                  <ns1:pt x="98" y="72"/>
                  <ns1:pt x="100" y="72"/>
                </ns1:cubicBezTo>
                <ns1:cubicBezTo>
                  <ns1:pt x="104" y="72"/>
                  <ns1:pt x="106" y="74"/>
                  <ns1:pt x="105" y="78"/>
                </ns1:cubicBezTo>
                <ns1:cubicBezTo>
                  <ns1:pt x="105" y="81"/>
                  <ns1:pt x="103" y="85"/>
                  <ns1:pt x="100" y="90"/>
                </ns1:cubicBezTo>
                <ns1:cubicBezTo>
                  <ns1:pt x="96" y="94"/>
                  <ns1:pt x="94" y="97"/>
                  <ns1:pt x="92" y="97"/>
                </ns1:cubicBezTo>
                <ns1:cubicBezTo>
                  <ns1:pt x="90" y="97"/>
                  <ns1:pt x="88" y="93"/>
                  <ns1:pt x="86" y="86"/>
                </ns1:cubicBezTo>
                <ns1:cubicBezTo>
                  <ns1:pt x="86" y="83"/>
                  <ns1:pt x="85" y="78"/>
                  <ns1:pt x="83" y="69"/>
                </ns1:cubicBezTo>
                <ns1:cubicBezTo>
                  <ns1:pt x="82" y="60"/>
                  <ns1:pt x="78" y="56"/>
                  <ns1:pt x="71" y="57"/>
                </ns1:cubicBezTo>
                <ns1:cubicBezTo>
                  <ns1:pt x="69" y="57"/>
                  <ns1:pt x="65" y="59"/>
                  <ns1:pt x="60" y="63"/>
                </ns1:cubicBezTo>
                <ns1:cubicBezTo>
                  <ns1:pt x="56" y="67"/>
                  <ns1:pt x="52" y="70"/>
                  <ns1:pt x="48" y="73"/>
                </ns1:cubicBezTo>
                <ns1:cubicBezTo>
                  <ns1:pt x="52" y="78"/>
                  <ns1:pt x="52" y="78"/>
                  <ns1:pt x="52" y="78"/>
                </ns1:cubicBezTo>
                <ns1:cubicBezTo>
                  <ns1:pt x="55" y="75"/>
                  <ns1:pt x="57" y="74"/>
                  <ns1:pt x="58" y="74"/>
                </ns1:cubicBezTo>
                <ns1:cubicBezTo>
                  <ns1:pt x="61" y="74"/>
                  <ns1:pt x="63" y="78"/>
                  <ns1:pt x="66" y="86"/>
                </ns1:cubicBezTo>
                <ns1:cubicBezTo>
                  <ns1:pt x="68" y="93"/>
                  <ns1:pt x="70" y="101"/>
                  <ns1:pt x="72" y="108"/>
                </ns1:cubicBezTo>
                <ns1:cubicBezTo>
                  <ns1:pt x="75" y="116"/>
                  <ns1:pt x="79" y="120"/>
                  <ns1:pt x="84" y="120"/>
                </ns1:cubicBezTo>
                <ns1:cubicBezTo>
                  <ns1:pt x="92" y="120"/>
                  <ns1:pt x="101" y="113"/>
                  <ns1:pt x="112" y="100"/>
                </ns1:cubicBezTo>
                <ns1:cubicBezTo>
                  <ns1:pt x="122" y="88"/>
                  <ns1:pt x="128" y="78"/>
                  <ns1:pt x="128" y="71"/>
                </ns1:cubicBezTo>
                <ns1:cubicBezTo>
                  <ns1:pt x="129" y="61"/>
                  <ns1:pt x="125" y="56"/>
                  <ns1:pt x="116" y="56"/>
                </ns1:cubicBezTo>
              </ns1:path>
            </ns1:pathLst>
          </ns1:custGeom>
          <ns1:solidFill>
            <ns1:schemeClr val="tx1"/>
          </ns1:solidFill>
          <ns1:ln>
            <ns1:noFill/>
          </ns1:ln>
          <ns1:extLst/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en-US"/>
          </ns1:p>
        </ns0:txBody>
      </ns0:sp>
      <ns0:sp>
        <ns0:nvSpPr>
          <ns0:cNvPr id="55" name="Freeform 51"/>
          <ns0:cNvSpPr>
            <ns1:spLocks noEditPoints="1"/>
          </ns0:cNvSpPr>
          <ns0:nvPr/>
        </ns0:nvSpPr>
        <ns0:spPr bwMode="auto">
          <ns1:xfrm>
            <ns1:off x="7543800" y="4746626"/>
            <ns1:ext cx="557212" cy="557213"/>
          </ns1:xfrm>
          <ns1:custGeom>
            <ns1:avLst/>
            <ns1:gdLst>
              <ns1:gd name="T0" fmla="*/ 84 w 176"/>
              <ns1:gd name="T1" fmla="*/ 87 h 176"/>
              <ns1:gd name="T2" fmla="*/ 93 w 176"/>
              <ns1:gd name="T3" fmla="*/ 72 h 176"/>
              <ns1:gd name="T4" fmla="*/ 92 w 176"/>
              <ns1:gd name="T5" fmla="*/ 62 h 176"/>
              <ns1:gd name="T6" fmla="*/ 77 w 176"/>
              <ns1:gd name="T7" fmla="*/ 56 h 176"/>
              <ns1:gd name="T8" fmla="*/ 74 w 176"/>
              <ns1:gd name="T9" fmla="*/ 87 h 176"/>
              <ns1:gd name="T10" fmla="*/ 75 w 176"/>
              <ns1:gd name="T11" fmla="*/ 92 h 176"/>
              <ns1:gd name="T12" fmla="*/ 76 w 176"/>
              <ns1:gd name="T13" fmla="*/ 120 h 176"/>
              <ns1:gd name="T14" fmla="*/ 88 w 176"/>
              <ns1:gd name="T15" fmla="*/ 91 h 176"/>
              <ns1:gd name="T16" fmla="*/ 71 w 176"/>
              <ns1:gd name="T17" fmla="*/ 64 h 176"/>
              <ns1:gd name="T18" fmla="*/ 75 w 176"/>
              <ns1:gd name="T19" fmla="*/ 60 h 176"/>
              <ns1:gd name="T20" fmla="*/ 75 w 176"/>
              <ns1:gd name="T21" fmla="*/ 62 h 176"/>
              <ns1:gd name="T22" fmla="*/ 81 w 176"/>
              <ns1:gd name="T23" fmla="*/ 80 h 176"/>
              <ns1:gd name="T24" fmla="*/ 78 w 176"/>
              <ns1:gd name="T25" fmla="*/ 81 h 176"/>
              <ns1:gd name="T26" fmla="*/ 76 w 176"/>
              <ns1:gd name="T27" fmla="*/ 114 h 176"/>
              <ns1:gd name="T28" fmla="*/ 77 w 176"/>
              <ns1:gd name="T29" fmla="*/ 97 h 176"/>
              <ns1:gd name="T30" fmla="*/ 77 w 176"/>
              <ns1:gd name="T31" fmla="*/ 97 h 176"/>
              <ns1:gd name="T32" fmla="*/ 82 w 176"/>
              <ns1:gd name="T33" fmla="*/ 99 h 176"/>
              <ns1:gd name="T34" fmla="*/ 87 w 176"/>
              <ns1:gd name="T35" fmla="*/ 106 h 176"/>
              <ns1:gd name="T36" fmla="*/ 120 w 176"/>
              <ns1:gd name="T37" fmla="*/ 60 h 176"/>
              <ns1:gd name="T38" fmla="*/ 112 w 176"/>
              <ns1:gd name="T39" fmla="*/ 72 h 176"/>
              <ns1:gd name="T40" fmla="*/ 100 w 176"/>
              <ns1:gd name="T41" fmla="*/ 80 h 176"/>
              <ns1:gd name="T42" fmla="*/ 112 w 176"/>
              <ns1:gd name="T43" fmla="*/ 92 h 176"/>
              <ns1:gd name="T44" fmla="*/ 120 w 176"/>
              <ns1:gd name="T45" fmla="*/ 80 h 176"/>
              <ns1:gd name="T46" fmla="*/ 132 w 176"/>
              <ns1:gd name="T47" fmla="*/ 72 h 176"/>
              <ns1:gd name="T48" fmla="*/ 120 w 176"/>
              <ns1:gd name="T49" fmla="*/ 60 h 176"/>
              <ns1:gd name="T50" fmla="*/ 16 w 176"/>
              <ns1:gd name="T51" fmla="*/ 0 h 176"/>
              <ns1:gd name="T52" fmla="*/ 0 w 176"/>
              <ns1:gd name="T53" fmla="*/ 160 h 176"/>
              <ns1:gd name="T54" fmla="*/ 160 w 176"/>
              <ns1:gd name="T55" fmla="*/ 176 h 176"/>
              <ns1:gd name="T56" fmla="*/ 176 w 176"/>
              <ns1:gd name="T57" fmla="*/ 16 h 176"/>
              <ns1:gd name="T58" fmla="*/ 168 w 176"/>
              <ns1:gd name="T59" fmla="*/ 160 h 176"/>
              <ns1:gd name="T60" fmla="*/ 16 w 176"/>
              <ns1:gd name="T61" fmla="*/ 168 h 176"/>
              <ns1:gd name="T62" fmla="*/ 8 w 176"/>
              <ns1:gd name="T63" fmla="*/ 16 h 176"/>
              <ns1:gd name="T64" fmla="*/ 160 w 176"/>
              <ns1:gd name="T65" fmla="*/ 8 h 176"/>
              <ns1:gd name="T66" fmla="*/ 168 w 176"/>
              <ns1:gd name="T67" fmla="*/ 160 h 176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  <ns1:cxn ang="0">
                <ns1:pos x="T32" y="T33"/>
              </ns1:cxn>
              <ns1:cxn ang="0">
                <ns1:pos x="T34" y="T35"/>
              </ns1:cxn>
              <ns1:cxn ang="0">
                <ns1:pos x="T36" y="T37"/>
              </ns1:cxn>
              <ns1:cxn ang="0">
                <ns1:pos x="T38" y="T39"/>
              </ns1:cxn>
              <ns1:cxn ang="0">
                <ns1:pos x="T40" y="T41"/>
              </ns1:cxn>
              <ns1:cxn ang="0">
                <ns1:pos x="T42" y="T43"/>
              </ns1:cxn>
              <ns1:cxn ang="0">
                <ns1:pos x="T44" y="T45"/>
              </ns1:cxn>
              <ns1:cxn ang="0">
                <ns1:pos x="T46" y="T47"/>
              </ns1:cxn>
              <ns1:cxn ang="0">
                <ns1:pos x="T48" y="T49"/>
              </ns1:cxn>
              <ns1:cxn ang="0">
                <ns1:pos x="T50" y="T51"/>
              </ns1:cxn>
              <ns1:cxn ang="0">
                <ns1:pos x="T52" y="T53"/>
              </ns1:cxn>
              <ns1:cxn ang="0">
                <ns1:pos x="T54" y="T55"/>
              </ns1:cxn>
              <ns1:cxn ang="0">
                <ns1:pos x="T56" y="T57"/>
              </ns1:cxn>
              <ns1:cxn ang="0">
                <ns1:pos x="T58" y="T59"/>
              </ns1:cxn>
              <ns1:cxn ang="0">
                <ns1:pos x="T60" y="T61"/>
              </ns1:cxn>
              <ns1:cxn ang="0">
                <ns1:pos x="T62" y="T63"/>
              </ns1:cxn>
              <ns1:cxn ang="0">
                <ns1:pos x="T64" y="T65"/>
              </ns1:cxn>
              <ns1:cxn ang="0">
                <ns1:pos x="T66" y="T67"/>
              </ns1:cxn>
            </ns1:cxnLst>
            <ns1:rect l="0" t="0" r="r" b="b"/>
            <ns1:pathLst>
              <ns1:path w="176" h="176">
                <ns1:moveTo>
                  <ns1:pt x="88" y="91"/>
                </ns1:moveTo>
                <ns1:cubicBezTo>
                  <ns1:pt x="86" y="90"/>
                  <ns1:pt x="84" y="87"/>
                  <ns1:pt x="84" y="87"/>
                </ns1:cubicBezTo>
                <ns1:cubicBezTo>
                  <ns1:pt x="84" y="86"/>
                  <ns1:pt x="84" y="85"/>
                  <ns1:pt x="87" y="83"/>
                </ns1:cubicBezTo>
                <ns1:cubicBezTo>
                  <ns1:pt x="91" y="80"/>
                  <ns1:pt x="93" y="76"/>
                  <ns1:pt x="93" y="72"/>
                </ns1:cubicBezTo>
                <ns1:cubicBezTo>
                  <ns1:pt x="93" y="68"/>
                  <ns1:pt x="92" y="65"/>
                  <ns1:pt x="90" y="62"/>
                </ns1:cubicBezTo>
                <ns1:cubicBezTo>
                  <ns1:pt x="92" y="62"/>
                  <ns1:pt x="92" y="62"/>
                  <ns1:pt x="92" y="62"/>
                </ns1:cubicBezTo>
                <ns1:cubicBezTo>
                  <ns1:pt x="100" y="56"/>
                  <ns1:pt x="100" y="56"/>
                  <ns1:pt x="100" y="56"/>
                </ns1:cubicBezTo>
                <ns1:cubicBezTo>
                  <ns1:pt x="77" y="56"/>
                  <ns1:pt x="77" y="56"/>
                  <ns1:pt x="77" y="56"/>
                </ns1:cubicBezTo>
                <ns1:cubicBezTo>
                  <ns1:pt x="68" y="56"/>
                  <ns1:pt x="60" y="63"/>
                  <ns1:pt x="60" y="71"/>
                </ns1:cubicBezTo>
                <ns1:cubicBezTo>
                  <ns1:pt x="60" y="80"/>
                  <ns1:pt x="66" y="86"/>
                  <ns1:pt x="74" y="87"/>
                </ns1:cubicBezTo>
                <ns1:cubicBezTo>
                  <ns1:pt x="74" y="87"/>
                  <ns1:pt x="74" y="88"/>
                  <ns1:pt x="74" y="89"/>
                </ns1:cubicBezTo>
                <ns1:cubicBezTo>
                  <ns1:pt x="74" y="90"/>
                  <ns1:pt x="75" y="91"/>
                  <ns1:pt x="75" y="92"/>
                </ns1:cubicBezTo>
                <ns1:cubicBezTo>
                  <ns1:pt x="65" y="92"/>
                  <ns1:pt x="56" y="99"/>
                  <ns1:pt x="56" y="107"/>
                </ns1:cubicBezTo>
                <ns1:cubicBezTo>
                  <ns1:pt x="56" y="115"/>
                  <ns1:pt x="64" y="120"/>
                  <ns1:pt x="76" y="120"/>
                </ns1:cubicBezTo>
                <ns1:cubicBezTo>
                  <ns1:pt x="89" y="120"/>
                  <ns1:pt x="95" y="112"/>
                  <ns1:pt x="95" y="105"/>
                </ns1:cubicBezTo>
                <ns1:cubicBezTo>
                  <ns1:pt x="95" y="99"/>
                  <ns1:pt x="93" y="95"/>
                  <ns1:pt x="88" y="91"/>
                </ns1:cubicBezTo>
                <ns1:moveTo>
                  <ns1:pt x="70" y="71"/>
                </ns1:moveTo>
                <ns1:cubicBezTo>
                  <ns1:pt x="69" y="68"/>
                  <ns1:pt x="70" y="65"/>
                  <ns1:pt x="71" y="64"/>
                </ns1:cubicBezTo>
                <ns1:cubicBezTo>
                  <ns1:pt x="72" y="63"/>
                  <ns1:pt x="73" y="62"/>
                  <ns1:pt x="75" y="62"/>
                </ns1:cubicBezTo>
                <ns1:cubicBezTo>
                  <ns1:pt x="75" y="60"/>
                  <ns1:pt x="75" y="60"/>
                  <ns1:pt x="75" y="60"/>
                </ns1:cubicBezTo>
                <ns1:cubicBezTo>
                  <ns1:pt x="75" y="60"/>
                  <ns1:pt x="75" y="60"/>
                  <ns1:pt x="75" y="60"/>
                </ns1:cubicBezTo>
                <ns1:cubicBezTo>
                  <ns1:pt x="75" y="62"/>
                  <ns1:pt x="75" y="62"/>
                  <ns1:pt x="75" y="62"/>
                </ns1:cubicBezTo>
                <ns1:cubicBezTo>
                  <ns1:pt x="79" y="62"/>
                  <ns1:pt x="82" y="67"/>
                  <ns1:pt x="83" y="72"/>
                </ns1:cubicBezTo>
                <ns1:cubicBezTo>
                  <ns1:pt x="83" y="75"/>
                  <ns1:pt x="83" y="78"/>
                  <ns1:pt x="81" y="80"/>
                </ns1:cubicBezTo>
                <ns1:cubicBezTo>
                  <ns1:pt x="80" y="81"/>
                  <ns1:pt x="79" y="81"/>
                  <ns1:pt x="78" y="81"/>
                </ns1:cubicBezTo>
                <ns1:cubicBezTo>
                  <ns1:pt x="78" y="81"/>
                  <ns1:pt x="78" y="81"/>
                  <ns1:pt x="78" y="81"/>
                </ns1:cubicBezTo>
                <ns1:cubicBezTo>
                  <ns1:pt x="74" y="81"/>
                  <ns1:pt x="70" y="77"/>
                  <ns1:pt x="70" y="71"/>
                </ns1:cubicBezTo>
                <ns1:moveTo>
                  <ns1:pt x="76" y="114"/>
                </ns1:moveTo>
                <ns1:cubicBezTo>
                  <ns1:pt x="70" y="114"/>
                  <ns1:pt x="66" y="110"/>
                  <ns1:pt x="66" y="105"/>
                </ns1:cubicBezTo>
                <ns1:cubicBezTo>
                  <ns1:pt x="66" y="101"/>
                  <ns1:pt x="71" y="97"/>
                  <ns1:pt x="77" y="97"/>
                </ns1:cubicBezTo>
                <ns1:cubicBezTo>
                  <ns1:pt x="77" y="96"/>
                  <ns1:pt x="77" y="96"/>
                  <ns1:pt x="77" y="96"/>
                </ns1:cubicBezTo>
                <ns1:cubicBezTo>
                  <ns1:pt x="77" y="97"/>
                  <ns1:pt x="77" y="97"/>
                  <ns1:pt x="77" y="97"/>
                </ns1:cubicBezTo>
                <ns1:cubicBezTo>
                  <ns1:pt x="78" y="97"/>
                  <ns1:pt x="80" y="97"/>
                  <ns1:pt x="81" y="98"/>
                </ns1:cubicBezTo>
                <ns1:cubicBezTo>
                  <ns1:pt x="82" y="99"/>
                  <ns1:pt x="82" y="99"/>
                  <ns1:pt x="82" y="99"/>
                </ns1:cubicBezTo>
                <ns1:cubicBezTo>
                  <ns1:pt x="85" y="101"/>
                  <ns1:pt x="87" y="102"/>
                  <ns1:pt x="87" y="104"/>
                </ns1:cubicBezTo>
                <ns1:cubicBezTo>
                  <ns1:pt x="87" y="105"/>
                  <ns1:pt x="87" y="105"/>
                  <ns1:pt x="87" y="106"/>
                </ns1:cubicBezTo>
                <ns1:cubicBezTo>
                  <ns1:pt x="87" y="111"/>
                  <ns1:pt x="83" y="114"/>
                  <ns1:pt x="76" y="114"/>
                </ns1:cubicBezTo>
                <ns1:moveTo>
                  <ns1:pt x="120" y="60"/>
                </ns1:moveTo>
                <ns1:cubicBezTo>
                  <ns1:pt x="112" y="60"/>
                  <ns1:pt x="112" y="60"/>
                  <ns1:pt x="112" y="60"/>
                </ns1:cubicBezTo>
                <ns1:cubicBezTo>
                  <ns1:pt x="112" y="72"/>
                  <ns1:pt x="112" y="72"/>
                  <ns1:pt x="112" y="72"/>
                </ns1:cubicBezTo>
                <ns1:cubicBezTo>
                  <ns1:pt x="100" y="72"/>
                  <ns1:pt x="100" y="72"/>
                  <ns1:pt x="100" y="72"/>
                </ns1:cubicBezTo>
                <ns1:cubicBezTo>
                  <ns1:pt x="100" y="80"/>
                  <ns1:pt x="100" y="80"/>
                  <ns1:pt x="100" y="80"/>
                </ns1:cubicBezTo>
                <ns1:cubicBezTo>
                  <ns1:pt x="112" y="80"/>
                  <ns1:pt x="112" y="80"/>
                  <ns1:pt x="112" y="80"/>
                </ns1:cubicBezTo>
                <ns1:cubicBezTo>
                  <ns1:pt x="112" y="92"/>
                  <ns1:pt x="112" y="92"/>
                  <ns1:pt x="112" y="92"/>
                </ns1:cubicBezTo>
                <ns1:cubicBezTo>
                  <ns1:pt x="120" y="92"/>
                  <ns1:pt x="120" y="92"/>
                  <ns1:pt x="120" y="92"/>
                </ns1:cubicBezTo>
                <ns1:cubicBezTo>
                  <ns1:pt x="120" y="80"/>
                  <ns1:pt x="120" y="80"/>
                  <ns1:pt x="120" y="80"/>
                </ns1:cubicBezTo>
                <ns1:cubicBezTo>
                  <ns1:pt x="132" y="80"/>
                  <ns1:pt x="132" y="80"/>
                  <ns1:pt x="132" y="80"/>
                </ns1:cubicBezTo>
                <ns1:cubicBezTo>
                  <ns1:pt x="132" y="72"/>
                  <ns1:pt x="132" y="72"/>
                  <ns1:pt x="132" y="72"/>
                </ns1:cubicBezTo>
                <ns1:cubicBezTo>
                  <ns1:pt x="120" y="72"/>
                  <ns1:pt x="120" y="72"/>
                  <ns1:pt x="120" y="72"/>
                </ns1:cubicBezTo>
                <ns1:lnTo>
                  <ns1:pt x="120" y="60"/>
                </ns1:lnTo>
                <ns1:close/>
                <ns1:moveTo>
                  <ns1:pt x="160" y="0"/>
                </ns1:moveTo>
                <ns1:cubicBezTo>
                  <ns1:pt x="16" y="0"/>
                  <ns1:pt x="16" y="0"/>
                  <ns1:pt x="16" y="0"/>
                </ns1:cubicBezTo>
                <ns1:cubicBezTo>
                  <ns1:pt x="7" y="0"/>
                  <ns1:pt x="0" y="7"/>
                  <ns1:pt x="0" y="16"/>
                </ns1:cubicBezTo>
                <ns1:cubicBezTo>
                  <ns1:pt x="0" y="160"/>
                  <ns1:pt x="0" y="160"/>
                  <ns1:pt x="0" y="160"/>
                </ns1:cubicBezTo>
                <ns1:cubicBezTo>
                  <ns1:pt x="0" y="169"/>
                  <ns1:pt x="7" y="176"/>
                  <ns1:pt x="16" y="176"/>
                </ns1:cubicBezTo>
                <ns1:cubicBezTo>
                  <ns1:pt x="160" y="176"/>
                  <ns1:pt x="160" y="176"/>
                  <ns1:pt x="160" y="176"/>
                </ns1:cubicBezTo>
                <ns1:cubicBezTo>
                  <ns1:pt x="169" y="176"/>
                  <ns1:pt x="176" y="169"/>
                  <ns1:pt x="176" y="160"/>
                </ns1:cubicBezTo>
                <ns1:cubicBezTo>
                  <ns1:pt x="176" y="16"/>
                  <ns1:pt x="176" y="16"/>
                  <ns1:pt x="176" y="16"/>
                </ns1:cubicBezTo>
                <ns1:cubicBezTo>
                  <ns1:pt x="176" y="7"/>
                  <ns1:pt x="169" y="0"/>
                  <ns1:pt x="160" y="0"/>
                </ns1:cubicBezTo>
                <ns1:moveTo>
                  <ns1:pt x="168" y="160"/>
                </ns1:moveTo>
                <ns1:cubicBezTo>
                  <ns1:pt x="168" y="164"/>
                  <ns1:pt x="164" y="168"/>
                  <ns1:pt x="160" y="168"/>
                </ns1:cubicBezTo>
                <ns1:cubicBezTo>
                  <ns1:pt x="16" y="168"/>
                  <ns1:pt x="16" y="168"/>
                  <ns1:pt x="16" y="168"/>
                </ns1:cubicBezTo>
                <ns1:cubicBezTo>
                  <ns1:pt x="12" y="168"/>
                  <ns1:pt x="8" y="164"/>
                  <ns1:pt x="8" y="160"/>
                </ns1:cubicBezTo>
                <ns1:cubicBezTo>
                  <ns1:pt x="8" y="16"/>
                  <ns1:pt x="8" y="16"/>
                  <ns1:pt x="8" y="16"/>
                </ns1:cubicBezTo>
                <ns1:cubicBezTo>
                  <ns1:pt x="8" y="12"/>
                  <ns1:pt x="12" y="8"/>
                  <ns1:pt x="16" y="8"/>
                </ns1:cubicBezTo>
                <ns1:cubicBezTo>
                  <ns1:pt x="160" y="8"/>
                  <ns1:pt x="160" y="8"/>
                  <ns1:pt x="160" y="8"/>
                </ns1:cubicBezTo>
                <ns1:cubicBezTo>
                  <ns1:pt x="164" y="8"/>
                  <ns1:pt x="168" y="12"/>
                  <ns1:pt x="168" y="16"/>
                </ns1:cubicBezTo>
                <ns1:lnTo>
                  <ns1:pt x="168" y="160"/>
                </ns1:lnTo>
                <ns1:close/>
              </ns1:path>
            </ns1:pathLst>
          </ns1:custGeom>
          <ns1:solidFill>
            <ns1:schemeClr val="tx1"/>
          </ns1:solidFill>
          <ns1:ln>
            <ns1:noFill/>
          </ns1:ln>
          <ns1:extLst/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en-US"/>
          </ns1:p>
        </ns0:txBody>
      </ns0:sp>
      <ns0:sp>
        <ns0:nvSpPr>
          <ns0:cNvPr id="56" name="Freeform 52"/>
          <ns0:cNvSpPr>
            <ns1:spLocks noEditPoints="1"/>
          </ns0:cNvSpPr>
          <ns0:nvPr/>
        </ns0:nvSpPr>
        <ns0:spPr bwMode="auto">
          <ns1:xfrm>
            <ns1:off x="8607425" y="4746626"/>
            <ns1:ext cx="555625" cy="557213"/>
          </ns1:xfrm>
          <ns1:custGeom>
            <ns1:avLst/>
            <ns1:gdLst>
              <ns1:gd name="T0" fmla="*/ 64 w 176"/>
              <ns1:gd name="T1" fmla="*/ 56 h 176"/>
              <ns1:gd name="T2" fmla="*/ 56 w 176"/>
              <ns1:gd name="T3" fmla="*/ 64 h 176"/>
              <ns1:gd name="T4" fmla="*/ 64 w 176"/>
              <ns1:gd name="T5" fmla="*/ 72 h 176"/>
              <ns1:gd name="T6" fmla="*/ 72 w 176"/>
              <ns1:gd name="T7" fmla="*/ 64 h 176"/>
              <ns1:gd name="T8" fmla="*/ 64 w 176"/>
              <ns1:gd name="T9" fmla="*/ 56 h 176"/>
              <ns1:gd name="T10" fmla="*/ 160 w 176"/>
              <ns1:gd name="T11" fmla="*/ 0 h 176"/>
              <ns1:gd name="T12" fmla="*/ 16 w 176"/>
              <ns1:gd name="T13" fmla="*/ 0 h 176"/>
              <ns1:gd name="T14" fmla="*/ 0 w 176"/>
              <ns1:gd name="T15" fmla="*/ 16 h 176"/>
              <ns1:gd name="T16" fmla="*/ 0 w 176"/>
              <ns1:gd name="T17" fmla="*/ 160 h 176"/>
              <ns1:gd name="T18" fmla="*/ 16 w 176"/>
              <ns1:gd name="T19" fmla="*/ 176 h 176"/>
              <ns1:gd name="T20" fmla="*/ 160 w 176"/>
              <ns1:gd name="T21" fmla="*/ 176 h 176"/>
              <ns1:gd name="T22" fmla="*/ 176 w 176"/>
              <ns1:gd name="T23" fmla="*/ 160 h 176"/>
              <ns1:gd name="T24" fmla="*/ 176 w 176"/>
              <ns1:gd name="T25" fmla="*/ 16 h 176"/>
              <ns1:gd name="T26" fmla="*/ 160 w 176"/>
              <ns1:gd name="T27" fmla="*/ 0 h 176"/>
              <ns1:gd name="T28" fmla="*/ 168 w 176"/>
              <ns1:gd name="T29" fmla="*/ 160 h 176"/>
              <ns1:gd name="T30" fmla="*/ 160 w 176"/>
              <ns1:gd name="T31" fmla="*/ 168 h 176"/>
              <ns1:gd name="T32" fmla="*/ 16 w 176"/>
              <ns1:gd name="T33" fmla="*/ 168 h 176"/>
              <ns1:gd name="T34" fmla="*/ 8 w 176"/>
              <ns1:gd name="T35" fmla="*/ 160 h 176"/>
              <ns1:gd name="T36" fmla="*/ 8 w 176"/>
              <ns1:gd name="T37" fmla="*/ 16 h 176"/>
              <ns1:gd name="T38" fmla="*/ 16 w 176"/>
              <ns1:gd name="T39" fmla="*/ 8 h 176"/>
              <ns1:gd name="T40" fmla="*/ 160 w 176"/>
              <ns1:gd name="T41" fmla="*/ 8 h 176"/>
              <ns1:gd name="T42" fmla="*/ 168 w 176"/>
              <ns1:gd name="T43" fmla="*/ 16 h 176"/>
              <ns1:gd name="T44" fmla="*/ 168 w 176"/>
              <ns1:gd name="T45" fmla="*/ 160 h 176"/>
              <ns1:gd name="T46" fmla="*/ 56 w 176"/>
              <ns1:gd name="T47" fmla="*/ 120 h 176"/>
              <ns1:gd name="T48" fmla="*/ 72 w 176"/>
              <ns1:gd name="T49" fmla="*/ 120 h 176"/>
              <ns1:gd name="T50" fmla="*/ 72 w 176"/>
              <ns1:gd name="T51" fmla="*/ 76 h 176"/>
              <ns1:gd name="T52" fmla="*/ 56 w 176"/>
              <ns1:gd name="T53" fmla="*/ 76 h 176"/>
              <ns1:gd name="T54" fmla="*/ 56 w 176"/>
              <ns1:gd name="T55" fmla="*/ 120 h 176"/>
              <ns1:gd name="T56" fmla="*/ 109 w 176"/>
              <ns1:gd name="T57" fmla="*/ 76 h 176"/>
              <ns1:gd name="T58" fmla="*/ 96 w 176"/>
              <ns1:gd name="T59" fmla="*/ 83 h 176"/>
              <ns1:gd name="T60" fmla="*/ 96 w 176"/>
              <ns1:gd name="T61" fmla="*/ 76 h 176"/>
              <ns1:gd name="T62" fmla="*/ 80 w 176"/>
              <ns1:gd name="T63" fmla="*/ 76 h 176"/>
              <ns1:gd name="T64" fmla="*/ 80 w 176"/>
              <ns1:gd name="T65" fmla="*/ 120 h 176"/>
              <ns1:gd name="T66" fmla="*/ 96 w 176"/>
              <ns1:gd name="T67" fmla="*/ 120 h 176"/>
              <ns1:gd name="T68" fmla="*/ 96 w 176"/>
              <ns1:gd name="T69" fmla="*/ 96 h 176"/>
              <ns1:gd name="T70" fmla="*/ 103 w 176"/>
              <ns1:gd name="T71" fmla="*/ 88 h 176"/>
              <ns1:gd name="T72" fmla="*/ 108 w 176"/>
              <ns1:gd name="T73" fmla="*/ 96 h 176"/>
              <ns1:gd name="T74" fmla="*/ 108 w 176"/>
              <ns1:gd name="T75" fmla="*/ 120 h 176"/>
              <ns1:gd name="T76" fmla="*/ 124 w 176"/>
              <ns1:gd name="T77" fmla="*/ 120 h 176"/>
              <ns1:gd name="T78" fmla="*/ 124 w 176"/>
              <ns1:gd name="T79" fmla="*/ 96 h 176"/>
              <ns1:gd name="T80" fmla="*/ 109 w 176"/>
              <ns1:gd name="T81" fmla="*/ 76 h 176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  <ns1:cxn ang="0">
                <ns1:pos x="T32" y="T33"/>
              </ns1:cxn>
              <ns1:cxn ang="0">
                <ns1:pos x="T34" y="T35"/>
              </ns1:cxn>
              <ns1:cxn ang="0">
                <ns1:pos x="T36" y="T37"/>
              </ns1:cxn>
              <ns1:cxn ang="0">
                <ns1:pos x="T38" y="T39"/>
              </ns1:cxn>
              <ns1:cxn ang="0">
                <ns1:pos x="T40" y="T41"/>
              </ns1:cxn>
              <ns1:cxn ang="0">
                <ns1:pos x="T42" y="T43"/>
              </ns1:cxn>
              <ns1:cxn ang="0">
                <ns1:pos x="T44" y="T45"/>
              </ns1:cxn>
              <ns1:cxn ang="0">
                <ns1:pos x="T46" y="T47"/>
              </ns1:cxn>
              <ns1:cxn ang="0">
                <ns1:pos x="T48" y="T49"/>
              </ns1:cxn>
              <ns1:cxn ang="0">
                <ns1:pos x="T50" y="T51"/>
              </ns1:cxn>
              <ns1:cxn ang="0">
                <ns1:pos x="T52" y="T53"/>
              </ns1:cxn>
              <ns1:cxn ang="0">
                <ns1:pos x="T54" y="T55"/>
              </ns1:cxn>
              <ns1:cxn ang="0">
                <ns1:pos x="T56" y="T57"/>
              </ns1:cxn>
              <ns1:cxn ang="0">
                <ns1:pos x="T58" y="T59"/>
              </ns1:cxn>
              <ns1:cxn ang="0">
                <ns1:pos x="T60" y="T61"/>
              </ns1:cxn>
              <ns1:cxn ang="0">
                <ns1:pos x="T62" y="T63"/>
              </ns1:cxn>
              <ns1:cxn ang="0">
                <ns1:pos x="T64" y="T65"/>
              </ns1:cxn>
              <ns1:cxn ang="0">
                <ns1:pos x="T66" y="T67"/>
              </ns1:cxn>
              <ns1:cxn ang="0">
                <ns1:pos x="T68" y="T69"/>
              </ns1:cxn>
              <ns1:cxn ang="0">
                <ns1:pos x="T70" y="T71"/>
              </ns1:cxn>
              <ns1:cxn ang="0">
                <ns1:pos x="T72" y="T73"/>
              </ns1:cxn>
              <ns1:cxn ang="0">
                <ns1:pos x="T74" y="T75"/>
              </ns1:cxn>
              <ns1:cxn ang="0">
                <ns1:pos x="T76" y="T77"/>
              </ns1:cxn>
              <ns1:cxn ang="0">
                <ns1:pos x="T78" y="T79"/>
              </ns1:cxn>
              <ns1:cxn ang="0">
                <ns1:pos x="T80" y="T81"/>
              </ns1:cxn>
            </ns1:cxnLst>
            <ns1:rect l="0" t="0" r="r" b="b"/>
            <ns1:pathLst>
              <ns1:path w="176" h="176">
                <ns1:moveTo>
                  <ns1:pt x="64" y="56"/>
                </ns1:moveTo>
                <ns1:cubicBezTo>
                  <ns1:pt x="60" y="56"/>
                  <ns1:pt x="56" y="60"/>
                  <ns1:pt x="56" y="64"/>
                </ns1:cubicBezTo>
                <ns1:cubicBezTo>
                  <ns1:pt x="56" y="68"/>
                  <ns1:pt x="60" y="72"/>
                  <ns1:pt x="64" y="72"/>
                </ns1:cubicBezTo>
                <ns1:cubicBezTo>
                  <ns1:pt x="68" y="72"/>
                  <ns1:pt x="72" y="68"/>
                  <ns1:pt x="72" y="64"/>
                </ns1:cubicBezTo>
                <ns1:cubicBezTo>
                  <ns1:pt x="72" y="60"/>
                  <ns1:pt x="68" y="56"/>
                  <ns1:pt x="64" y="56"/>
                </ns1:cubicBezTo>
                <ns1:moveTo>
                  <ns1:pt x="160" y="0"/>
                </ns1:moveTo>
                <ns1:cubicBezTo>
                  <ns1:pt x="16" y="0"/>
                  <ns1:pt x="16" y="0"/>
                  <ns1:pt x="16" y="0"/>
                </ns1:cubicBezTo>
                <ns1:cubicBezTo>
                  <ns1:pt x="7" y="0"/>
                  <ns1:pt x="0" y="7"/>
                  <ns1:pt x="0" y="16"/>
                </ns1:cubicBezTo>
                <ns1:cubicBezTo>
                  <ns1:pt x="0" y="160"/>
                  <ns1:pt x="0" y="160"/>
                  <ns1:pt x="0" y="160"/>
                </ns1:cubicBezTo>
                <ns1:cubicBezTo>
                  <ns1:pt x="0" y="169"/>
                  <ns1:pt x="7" y="176"/>
                  <ns1:pt x="16" y="176"/>
                </ns1:cubicBezTo>
                <ns1:cubicBezTo>
                  <ns1:pt x="160" y="176"/>
                  <ns1:pt x="160" y="176"/>
                  <ns1:pt x="160" y="176"/>
                </ns1:cubicBezTo>
                <ns1:cubicBezTo>
                  <ns1:pt x="169" y="176"/>
                  <ns1:pt x="176" y="169"/>
                  <ns1:pt x="176" y="160"/>
                </ns1:cubicBezTo>
                <ns1:cubicBezTo>
                  <ns1:pt x="176" y="16"/>
                  <ns1:pt x="176" y="16"/>
                  <ns1:pt x="176" y="16"/>
                </ns1:cubicBezTo>
                <ns1:cubicBezTo>
                  <ns1:pt x="176" y="7"/>
                  <ns1:pt x="169" y="0"/>
                  <ns1:pt x="160" y="0"/>
                </ns1:cubicBezTo>
                <ns1:moveTo>
                  <ns1:pt x="168" y="160"/>
                </ns1:moveTo>
                <ns1:cubicBezTo>
                  <ns1:pt x="168" y="164"/>
                  <ns1:pt x="164" y="168"/>
                  <ns1:pt x="160" y="168"/>
                </ns1:cubicBezTo>
                <ns1:cubicBezTo>
                  <ns1:pt x="16" y="168"/>
                  <ns1:pt x="16" y="168"/>
                  <ns1:pt x="16" y="168"/>
                </ns1:cubicBezTo>
                <ns1:cubicBezTo>
                  <ns1:pt x="12" y="168"/>
                  <ns1:pt x="8" y="164"/>
                  <ns1:pt x="8" y="160"/>
                </ns1:cubicBezTo>
                <ns1:cubicBezTo>
                  <ns1:pt x="8" y="16"/>
                  <ns1:pt x="8" y="16"/>
                  <ns1:pt x="8" y="16"/>
                </ns1:cubicBezTo>
                <ns1:cubicBezTo>
                  <ns1:pt x="8" y="12"/>
                  <ns1:pt x="12" y="8"/>
                  <ns1:pt x="16" y="8"/>
                </ns1:cubicBezTo>
                <ns1:cubicBezTo>
                  <ns1:pt x="160" y="8"/>
                  <ns1:pt x="160" y="8"/>
                  <ns1:pt x="160" y="8"/>
                </ns1:cubicBezTo>
                <ns1:cubicBezTo>
                  <ns1:pt x="164" y="8"/>
                  <ns1:pt x="168" y="12"/>
                  <ns1:pt x="168" y="16"/>
                </ns1:cubicBezTo>
                <ns1:lnTo>
                  <ns1:pt x="168" y="160"/>
                </ns1:lnTo>
                <ns1:close/>
                <ns1:moveTo>
                  <ns1:pt x="56" y="120"/>
                </ns1:moveTo>
                <ns1:cubicBezTo>
                  <ns1:pt x="72" y="120"/>
                  <ns1:pt x="72" y="120"/>
                  <ns1:pt x="72" y="120"/>
                </ns1:cubicBezTo>
                <ns1:cubicBezTo>
                  <ns1:pt x="72" y="76"/>
                  <ns1:pt x="72" y="76"/>
                  <ns1:pt x="72" y="76"/>
                </ns1:cubicBezTo>
                <ns1:cubicBezTo>
                  <ns1:pt x="56" y="76"/>
                  <ns1:pt x="56" y="76"/>
                  <ns1:pt x="56" y="76"/>
                </ns1:cubicBezTo>
                <ns1:lnTo>
                  <ns1:pt x="56" y="120"/>
                </ns1:lnTo>
                <ns1:close/>
                <ns1:moveTo>
                  <ns1:pt x="109" y="76"/>
                </ns1:moveTo>
                <ns1:cubicBezTo>
                  <ns1:pt x="98" y="76"/>
                  <ns1:pt x="96" y="83"/>
                  <ns1:pt x="96" y="83"/>
                </ns1:cubicBezTo>
                <ns1:cubicBezTo>
                  <ns1:pt x="96" y="76"/>
                  <ns1:pt x="96" y="76"/>
                  <ns1:pt x="96" y="76"/>
                </ns1:cubicBezTo>
                <ns1:cubicBezTo>
                  <ns1:pt x="80" y="76"/>
                  <ns1:pt x="80" y="76"/>
                  <ns1:pt x="80" y="76"/>
                </ns1:cubicBezTo>
                <ns1:cubicBezTo>
                  <ns1:pt x="80" y="120"/>
                  <ns1:pt x="80" y="120"/>
                  <ns1:pt x="80" y="120"/>
                </ns1:cubicBezTo>
                <ns1:cubicBezTo>
                  <ns1:pt x="96" y="120"/>
                  <ns1:pt x="96" y="120"/>
                  <ns1:pt x="96" y="120"/>
                </ns1:cubicBezTo>
                <ns1:cubicBezTo>
                  <ns1:pt x="96" y="96"/>
                  <ns1:pt x="96" y="96"/>
                  <ns1:pt x="96" y="96"/>
                </ns1:cubicBezTo>
                <ns1:cubicBezTo>
                  <ns1:pt x="96" y="96"/>
                  <ns1:pt x="96" y="88"/>
                  <ns1:pt x="103" y="88"/>
                </ns1:cubicBezTo>
                <ns1:cubicBezTo>
                  <ns1:pt x="107" y="88"/>
                  <ns1:pt x="108" y="92"/>
                  <ns1:pt x="108" y="96"/>
                </ns1:cubicBezTo>
                <ns1:cubicBezTo>
                  <ns1:pt x="108" y="120"/>
                  <ns1:pt x="108" y="120"/>
                  <ns1:pt x="108" y="120"/>
                </ns1:cubicBezTo>
                <ns1:cubicBezTo>
                  <ns1:pt x="124" y="120"/>
                  <ns1:pt x="124" y="120"/>
                  <ns1:pt x="124" y="120"/>
                </ns1:cubicBezTo>
                <ns1:cubicBezTo>
                  <ns1:pt x="124" y="96"/>
                  <ns1:pt x="124" y="96"/>
                  <ns1:pt x="124" y="96"/>
                </ns1:cubicBezTo>
                <ns1:cubicBezTo>
                  <ns1:pt x="124" y="83"/>
                  <ns1:pt x="119" y="76"/>
                  <ns1:pt x="109" y="76"/>
                </ns1:cubicBezTo>
              </ns1:path>
            </ns1:pathLst>
          </ns1:custGeom>
          <ns1:solidFill>
            <ns1:schemeClr val="tx1"/>
          </ns1:solidFill>
          <ns1:ln>
            <ns1:noFill/>
          </ns1:ln>
          <ns1:extLst/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en-US"/>
          </ns1:p>
        </ns0:txBody>
      </ns0:sp>
      <ns0:sp>
        <ns0:nvSpPr>
          <ns0:cNvPr id="57" name="Freeform 53"/>
          <ns0:cNvSpPr>
            <ns1:spLocks noEditPoints="1"/>
          </ns0:cNvSpPr>
          <ns0:nvPr/>
        </ns0:nvSpPr>
        <ns0:spPr bwMode="auto">
          <ns1:xfrm>
            <ns1:off x="9669463" y="4746626"/>
            <ns1:ext cx="557212" cy="557213"/>
          </ns1:xfrm>
          <ns1:custGeom>
            <ns1:avLst/>
            <ns1:gdLst>
              <ns1:gd name="T0" fmla="*/ 94 w 176"/>
              <ns1:gd name="T1" fmla="*/ 108 h 176"/>
              <ns1:gd name="T2" fmla="*/ 92 w 176"/>
              <ns1:gd name="T3" fmla="*/ 106 h 176"/>
              <ns1:gd name="T4" fmla="*/ 92 w 176"/>
              <ns1:gd name="T5" fmla="*/ 84 h 176"/>
              <ns1:gd name="T6" fmla="*/ 108 w 176"/>
              <ns1:gd name="T7" fmla="*/ 84 h 176"/>
              <ns1:gd name="T8" fmla="*/ 108 w 176"/>
              <ns1:gd name="T9" fmla="*/ 72 h 176"/>
              <ns1:gd name="T10" fmla="*/ 92 w 176"/>
              <ns1:gd name="T11" fmla="*/ 72 h 176"/>
              <ns1:gd name="T12" fmla="*/ 92 w 176"/>
              <ns1:gd name="T13" fmla="*/ 56 h 176"/>
              <ns1:gd name="T14" fmla="*/ 82 w 176"/>
              <ns1:gd name="T15" fmla="*/ 56 h 176"/>
              <ns1:gd name="T16" fmla="*/ 79 w 176"/>
              <ns1:gd name="T17" fmla="*/ 64 h 176"/>
              <ns1:gd name="T18" fmla="*/ 75 w 176"/>
              <ns1:gd name="T19" fmla="*/ 70 h 176"/>
              <ns1:gd name="T20" fmla="*/ 68 w 176"/>
              <ns1:gd name="T21" fmla="*/ 73 h 176"/>
              <ns1:gd name="T22" fmla="*/ 68 w 176"/>
              <ns1:gd name="T23" fmla="*/ 84 h 176"/>
              <ns1:gd name="T24" fmla="*/ 76 w 176"/>
              <ns1:gd name="T25" fmla="*/ 84 h 176"/>
              <ns1:gd name="T26" fmla="*/ 76 w 176"/>
              <ns1:gd name="T27" fmla="*/ 105 h 176"/>
              <ns1:gd name="T28" fmla="*/ 77 w 176"/>
              <ns1:gd name="T29" fmla="*/ 111 h 176"/>
              <ns1:gd name="T30" fmla="*/ 80 w 176"/>
              <ns1:gd name="T31" fmla="*/ 116 h 176"/>
              <ns1:gd name="T32" fmla="*/ 87 w 176"/>
              <ns1:gd name="T33" fmla="*/ 119 h 176"/>
              <ns1:gd name="T34" fmla="*/ 95 w 176"/>
              <ns1:gd name="T35" fmla="*/ 120 h 176"/>
              <ns1:gd name="T36" fmla="*/ 102 w 176"/>
              <ns1:gd name="T37" fmla="*/ 119 h 176"/>
              <ns1:gd name="T38" fmla="*/ 111 w 176"/>
              <ns1:gd name="T39" fmla="*/ 116 h 176"/>
              <ns1:gd name="T40" fmla="*/ 111 w 176"/>
              <ns1:gd name="T41" fmla="*/ 107 h 176"/>
              <ns1:gd name="T42" fmla="*/ 100 w 176"/>
              <ns1:gd name="T43" fmla="*/ 110 h 176"/>
              <ns1:gd name="T44" fmla="*/ 94 w 176"/>
              <ns1:gd name="T45" fmla="*/ 108 h 176"/>
              <ns1:gd name="T46" fmla="*/ 160 w 176"/>
              <ns1:gd name="T47" fmla="*/ 0 h 176"/>
              <ns1:gd name="T48" fmla="*/ 16 w 176"/>
              <ns1:gd name="T49" fmla="*/ 0 h 176"/>
              <ns1:gd name="T50" fmla="*/ 0 w 176"/>
              <ns1:gd name="T51" fmla="*/ 16 h 176"/>
              <ns1:gd name="T52" fmla="*/ 0 w 176"/>
              <ns1:gd name="T53" fmla="*/ 160 h 176"/>
              <ns1:gd name="T54" fmla="*/ 16 w 176"/>
              <ns1:gd name="T55" fmla="*/ 176 h 176"/>
              <ns1:gd name="T56" fmla="*/ 160 w 176"/>
              <ns1:gd name="T57" fmla="*/ 176 h 176"/>
              <ns1:gd name="T58" fmla="*/ 176 w 176"/>
              <ns1:gd name="T59" fmla="*/ 160 h 176"/>
              <ns1:gd name="T60" fmla="*/ 176 w 176"/>
              <ns1:gd name="T61" fmla="*/ 16 h 176"/>
              <ns1:gd name="T62" fmla="*/ 160 w 176"/>
              <ns1:gd name="T63" fmla="*/ 0 h 176"/>
              <ns1:gd name="T64" fmla="*/ 168 w 176"/>
              <ns1:gd name="T65" fmla="*/ 160 h 176"/>
              <ns1:gd name="T66" fmla="*/ 160 w 176"/>
              <ns1:gd name="T67" fmla="*/ 168 h 176"/>
              <ns1:gd name="T68" fmla="*/ 16 w 176"/>
              <ns1:gd name="T69" fmla="*/ 168 h 176"/>
              <ns1:gd name="T70" fmla="*/ 8 w 176"/>
              <ns1:gd name="T71" fmla="*/ 160 h 176"/>
              <ns1:gd name="T72" fmla="*/ 8 w 176"/>
              <ns1:gd name="T73" fmla="*/ 16 h 176"/>
              <ns1:gd name="T74" fmla="*/ 16 w 176"/>
              <ns1:gd name="T75" fmla="*/ 8 h 176"/>
              <ns1:gd name="T76" fmla="*/ 160 w 176"/>
              <ns1:gd name="T77" fmla="*/ 8 h 176"/>
              <ns1:gd name="T78" fmla="*/ 168 w 176"/>
              <ns1:gd name="T79" fmla="*/ 16 h 176"/>
              <ns1:gd name="T80" fmla="*/ 168 w 176"/>
              <ns1:gd name="T81" fmla="*/ 160 h 176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  <ns1:cxn ang="0">
                <ns1:pos x="T32" y="T33"/>
              </ns1:cxn>
              <ns1:cxn ang="0">
                <ns1:pos x="T34" y="T35"/>
              </ns1:cxn>
              <ns1:cxn ang="0">
                <ns1:pos x="T36" y="T37"/>
              </ns1:cxn>
              <ns1:cxn ang="0">
                <ns1:pos x="T38" y="T39"/>
              </ns1:cxn>
              <ns1:cxn ang="0">
                <ns1:pos x="T40" y="T41"/>
              </ns1:cxn>
              <ns1:cxn ang="0">
                <ns1:pos x="T42" y="T43"/>
              </ns1:cxn>
              <ns1:cxn ang="0">
                <ns1:pos x="T44" y="T45"/>
              </ns1:cxn>
              <ns1:cxn ang="0">
                <ns1:pos x="T46" y="T47"/>
              </ns1:cxn>
              <ns1:cxn ang="0">
                <ns1:pos x="T48" y="T49"/>
              </ns1:cxn>
              <ns1:cxn ang="0">
                <ns1:pos x="T50" y="T51"/>
              </ns1:cxn>
              <ns1:cxn ang="0">
                <ns1:pos x="T52" y="T53"/>
              </ns1:cxn>
              <ns1:cxn ang="0">
                <ns1:pos x="T54" y="T55"/>
              </ns1:cxn>
              <ns1:cxn ang="0">
                <ns1:pos x="T56" y="T57"/>
              </ns1:cxn>
              <ns1:cxn ang="0">
                <ns1:pos x="T58" y="T59"/>
              </ns1:cxn>
              <ns1:cxn ang="0">
                <ns1:pos x="T60" y="T61"/>
              </ns1:cxn>
              <ns1:cxn ang="0">
                <ns1:pos x="T62" y="T63"/>
              </ns1:cxn>
              <ns1:cxn ang="0">
                <ns1:pos x="T64" y="T65"/>
              </ns1:cxn>
              <ns1:cxn ang="0">
                <ns1:pos x="T66" y="T67"/>
              </ns1:cxn>
              <ns1:cxn ang="0">
                <ns1:pos x="T68" y="T69"/>
              </ns1:cxn>
              <ns1:cxn ang="0">
                <ns1:pos x="T70" y="T71"/>
              </ns1:cxn>
              <ns1:cxn ang="0">
                <ns1:pos x="T72" y="T73"/>
              </ns1:cxn>
              <ns1:cxn ang="0">
                <ns1:pos x="T74" y="T75"/>
              </ns1:cxn>
              <ns1:cxn ang="0">
                <ns1:pos x="T76" y="T77"/>
              </ns1:cxn>
              <ns1:cxn ang="0">
                <ns1:pos x="T78" y="T79"/>
              </ns1:cxn>
              <ns1:cxn ang="0">
                <ns1:pos x="T80" y="T81"/>
              </ns1:cxn>
            </ns1:cxnLst>
            <ns1:rect l="0" t="0" r="r" b="b"/>
            <ns1:pathLst>
              <ns1:path w="176" h="176">
                <ns1:moveTo>
                  <ns1:pt x="94" y="108"/>
                </ns1:moveTo>
                <ns1:cubicBezTo>
                  <ns1:pt x="93" y="108"/>
                  <ns1:pt x="92" y="107"/>
                  <ns1:pt x="92" y="106"/>
                </ns1:cubicBezTo>
                <ns1:cubicBezTo>
                  <ns1:pt x="92" y="106"/>
                  <ns1:pt x="92" y="84"/>
                  <ns1:pt x="92" y="84"/>
                </ns1:cubicBezTo>
                <ns1:cubicBezTo>
                  <ns1:pt x="108" y="84"/>
                  <ns1:pt x="108" y="84"/>
                  <ns1:pt x="108" y="84"/>
                </ns1:cubicBezTo>
                <ns1:cubicBezTo>
                  <ns1:pt x="108" y="72"/>
                  <ns1:pt x="108" y="72"/>
                  <ns1:pt x="108" y="72"/>
                </ns1:cubicBezTo>
                <ns1:cubicBezTo>
                  <ns1:pt x="92" y="72"/>
                  <ns1:pt x="92" y="72"/>
                  <ns1:pt x="92" y="72"/>
                </ns1:cubicBezTo>
                <ns1:cubicBezTo>
                  <ns1:pt x="92" y="56"/>
                  <ns1:pt x="92" y="56"/>
                  <ns1:pt x="92" y="56"/>
                </ns1:cubicBezTo>
                <ns1:cubicBezTo>
                  <ns1:pt x="82" y="56"/>
                  <ns1:pt x="82" y="56"/>
                  <ns1:pt x="82" y="56"/>
                </ns1:cubicBezTo>
                <ns1:cubicBezTo>
                  <ns1:pt x="81" y="59"/>
                  <ns1:pt x="81" y="62"/>
                  <ns1:pt x="79" y="64"/>
                </ns1:cubicBezTo>
                <ns1:cubicBezTo>
                  <ns1:pt x="78" y="66"/>
                  <ns1:pt x="77" y="68"/>
                  <ns1:pt x="75" y="70"/>
                </ns1:cubicBezTo>
                <ns1:cubicBezTo>
                  <ns1:pt x="73" y="71"/>
                  <ns1:pt x="71" y="72"/>
                  <ns1:pt x="68" y="73"/>
                </ns1:cubicBezTo>
                <ns1:cubicBezTo>
                  <ns1:pt x="68" y="84"/>
                  <ns1:pt x="68" y="84"/>
                  <ns1:pt x="68" y="84"/>
                </ns1:cubicBezTo>
                <ns1:cubicBezTo>
                  <ns1:pt x="76" y="84"/>
                  <ns1:pt x="76" y="84"/>
                  <ns1:pt x="76" y="84"/>
                </ns1:cubicBezTo>
                <ns1:cubicBezTo>
                  <ns1:pt x="76" y="105"/>
                  <ns1:pt x="76" y="105"/>
                  <ns1:pt x="76" y="105"/>
                </ns1:cubicBezTo>
                <ns1:cubicBezTo>
                  <ns1:pt x="76" y="108"/>
                  <ns1:pt x="76" y="110"/>
                  <ns1:pt x="77" y="111"/>
                </ns1:cubicBezTo>
                <ns1:cubicBezTo>
                  <ns1:pt x="78" y="113"/>
                  <ns1:pt x="79" y="114"/>
                  <ns1:pt x="80" y="116"/>
                </ns1:cubicBezTo>
                <ns1:cubicBezTo>
                  <ns1:pt x="82" y="117"/>
                  <ns1:pt x="84" y="118"/>
                  <ns1:pt x="87" y="119"/>
                </ns1:cubicBezTo>
                <ns1:cubicBezTo>
                  <ns1:pt x="89" y="120"/>
                  <ns1:pt x="92" y="120"/>
                  <ns1:pt x="95" y="120"/>
                </ns1:cubicBezTo>
                <ns1:cubicBezTo>
                  <ns1:pt x="97" y="120"/>
                  <ns1:pt x="100" y="120"/>
                  <ns1:pt x="102" y="119"/>
                </ns1:cubicBezTo>
                <ns1:cubicBezTo>
                  <ns1:pt x="104" y="119"/>
                  <ns1:pt x="108" y="118"/>
                  <ns1:pt x="111" y="116"/>
                </ns1:cubicBezTo>
                <ns1:cubicBezTo>
                  <ns1:pt x="111" y="107"/>
                  <ns1:pt x="111" y="107"/>
                  <ns1:pt x="111" y="107"/>
                </ns1:cubicBezTo>
                <ns1:cubicBezTo>
                  <ns1:pt x="107" y="109"/>
                  <ns1:pt x="103" y="110"/>
                  <ns1:pt x="100" y="110"/>
                </ns1:cubicBezTo>
                <ns1:cubicBezTo>
                  <ns1:pt x="98" y="110"/>
                  <ns1:pt x="96" y="109"/>
                  <ns1:pt x="94" y="108"/>
                </ns1:cubicBezTo>
                <ns1:moveTo>
                  <ns1:pt x="160" y="0"/>
                </ns1:moveTo>
                <ns1:cubicBezTo>
                  <ns1:pt x="16" y="0"/>
                  <ns1:pt x="16" y="0"/>
                  <ns1:pt x="16" y="0"/>
                </ns1:cubicBezTo>
                <ns1:cubicBezTo>
                  <ns1:pt x="7" y="0"/>
                  <ns1:pt x="0" y="7"/>
                  <ns1:pt x="0" y="16"/>
                </ns1:cubicBezTo>
                <ns1:cubicBezTo>
                  <ns1:pt x="0" y="160"/>
                  <ns1:pt x="0" y="160"/>
                  <ns1:pt x="0" y="160"/>
                </ns1:cubicBezTo>
                <ns1:cubicBezTo>
                  <ns1:pt x="0" y="169"/>
                  <ns1:pt x="7" y="176"/>
                  <ns1:pt x="16" y="176"/>
                </ns1:cubicBezTo>
                <ns1:cubicBezTo>
                  <ns1:pt x="160" y="176"/>
                  <ns1:pt x="160" y="176"/>
                  <ns1:pt x="160" y="176"/>
                </ns1:cubicBezTo>
                <ns1:cubicBezTo>
                  <ns1:pt x="169" y="176"/>
                  <ns1:pt x="176" y="169"/>
                  <ns1:pt x="176" y="160"/>
                </ns1:cubicBezTo>
                <ns1:cubicBezTo>
                  <ns1:pt x="176" y="16"/>
                  <ns1:pt x="176" y="16"/>
                  <ns1:pt x="176" y="16"/>
                </ns1:cubicBezTo>
                <ns1:cubicBezTo>
                  <ns1:pt x="176" y="7"/>
                  <ns1:pt x="169" y="0"/>
                  <ns1:pt x="160" y="0"/>
                </ns1:cubicBezTo>
                <ns1:moveTo>
                  <ns1:pt x="168" y="160"/>
                </ns1:moveTo>
                <ns1:cubicBezTo>
                  <ns1:pt x="168" y="164"/>
                  <ns1:pt x="164" y="168"/>
                  <ns1:pt x="160" y="168"/>
                </ns1:cubicBezTo>
                <ns1:cubicBezTo>
                  <ns1:pt x="16" y="168"/>
                  <ns1:pt x="16" y="168"/>
                  <ns1:pt x="16" y="168"/>
                </ns1:cubicBezTo>
                <ns1:cubicBezTo>
                  <ns1:pt x="12" y="168"/>
                  <ns1:pt x="8" y="164"/>
                  <ns1:pt x="8" y="160"/>
                </ns1:cubicBezTo>
                <ns1:cubicBezTo>
                  <ns1:pt x="8" y="16"/>
                  <ns1:pt x="8" y="16"/>
                  <ns1:pt x="8" y="16"/>
                </ns1:cubicBezTo>
                <ns1:cubicBezTo>
                  <ns1:pt x="8" y="12"/>
                  <ns1:pt x="12" y="8"/>
                  <ns1:pt x="16" y="8"/>
                </ns1:cubicBezTo>
                <ns1:cubicBezTo>
                  <ns1:pt x="160" y="8"/>
                  <ns1:pt x="160" y="8"/>
                  <ns1:pt x="160" y="8"/>
                </ns1:cubicBezTo>
                <ns1:cubicBezTo>
                  <ns1:pt x="164" y="8"/>
                  <ns1:pt x="168" y="12"/>
                  <ns1:pt x="168" y="16"/>
                </ns1:cubicBezTo>
                <ns1:lnTo>
                  <ns1:pt x="168" y="160"/>
                </ns1:lnTo>
                <ns1:close/>
              </ns1:path>
            </ns1:pathLst>
          </ns1:custGeom>
          <ns1:solidFill>
            <ns1:schemeClr val="tx1"/>
          </ns1:solidFill>
          <ns1:ln>
            <ns1:noFill/>
          </ns1:ln>
          <ns1:extLst/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en-US"/>
          </ns1:p>
        </ns0:txBody>
      </ns0:sp>
      <ns0:sp>
        <ns0:nvSpPr>
          <ns0:cNvPr id="58" name="Freeform 54"/>
          <ns0:cNvSpPr>
            <ns1:spLocks noEditPoints="1"/>
          </ns0:cNvSpPr>
          <ns0:nvPr/>
        </ns0:nvSpPr>
        <ns0:spPr bwMode="auto">
          <ns1:xfrm>
            <ns1:off x="10733088" y="4746626"/>
            <ns1:ext cx="557212" cy="557213"/>
          </ns1:xfrm>
          <ns1:custGeom>
            <ns1:avLst/>
            <ns1:gdLst>
              <ns1:gd name="T0" fmla="*/ 106 w 176"/>
              <ns1:gd name="T1" fmla="*/ 57 h 176"/>
              <ns1:gd name="T2" fmla="*/ 107 w 176"/>
              <ns1:gd name="T3" fmla="*/ 56 h 176"/>
              <ns1:gd name="T4" fmla="*/ 105 w 176"/>
              <ns1:gd name="T5" fmla="*/ 56 h 176"/>
              <ns1:gd name="T6" fmla="*/ 105 w 176"/>
              <ns1:gd name="T7" fmla="*/ 56 h 176"/>
              <ns1:gd name="T8" fmla="*/ 98 w 176"/>
              <ns1:gd name="T9" fmla="*/ 56 h 176"/>
              <ns1:gd name="T10" fmla="*/ 97 w 176"/>
              <ns1:gd name="T11" fmla="*/ 56 h 176"/>
              <ns1:gd name="T12" fmla="*/ 81 w 176"/>
              <ns1:gd name="T13" fmla="*/ 83 h 176"/>
              <ns1:gd name="T14" fmla="*/ 66 w 176"/>
              <ns1:gd name="T15" fmla="*/ 56 h 176"/>
              <ns1:gd name="T16" fmla="*/ 65 w 176"/>
              <ns1:gd name="T17" fmla="*/ 56 h 176"/>
              <ns1:gd name="T18" fmla="*/ 58 w 176"/>
              <ns1:gd name="T19" fmla="*/ 56 h 176"/>
              <ns1:gd name="T20" fmla="*/ 56 w 176"/>
              <ns1:gd name="T21" fmla="*/ 56 h 176"/>
              <ns1:gd name="T22" fmla="*/ 77 w 176"/>
              <ns1:gd name="T23" fmla="*/ 93 h 176"/>
              <ns1:gd name="T24" fmla="*/ 77 w 176"/>
              <ns1:gd name="T25" fmla="*/ 119 h 176"/>
              <ns1:gd name="T26" fmla="*/ 77 w 176"/>
              <ns1:gd name="T27" fmla="*/ 120 h 176"/>
              <ns1:gd name="T28" fmla="*/ 77 w 176"/>
              <ns1:gd name="T29" fmla="*/ 120 h 176"/>
              <ns1:gd name="T30" fmla="*/ 78 w 176"/>
              <ns1:gd name="T31" fmla="*/ 120 h 176"/>
              <ns1:gd name="T32" fmla="*/ 85 w 176"/>
              <ns1:gd name="T33" fmla="*/ 120 h 176"/>
              <ns1:gd name="T34" fmla="*/ 86 w 176"/>
              <ns1:gd name="T35" fmla="*/ 120 h 176"/>
              <ns1:gd name="T36" fmla="*/ 86 w 176"/>
              <ns1:gd name="T37" fmla="*/ 93 h 176"/>
              <ns1:gd name="T38" fmla="*/ 96 w 176"/>
              <ns1:gd name="T39" fmla="*/ 75 h 176"/>
              <ns1:gd name="T40" fmla="*/ 106 w 176"/>
              <ns1:gd name="T41" fmla="*/ 57 h 176"/>
              <ns1:gd name="T42" fmla="*/ 108 w 176"/>
              <ns1:gd name="T43" fmla="*/ 111 h 176"/>
              <ns1:gd name="T44" fmla="*/ 102 w 176"/>
              <ns1:gd name="T45" fmla="*/ 114 h 176"/>
              <ns1:gd name="T46" fmla="*/ 103 w 176"/>
              <ns1:gd name="T47" fmla="*/ 118 h 176"/>
              <ns1:gd name="T48" fmla="*/ 106 w 176"/>
              <ns1:gd name="T49" fmla="*/ 120 h 176"/>
              <ns1:gd name="T50" fmla="*/ 107 w 176"/>
              <ns1:gd name="T51" fmla="*/ 120 h 176"/>
              <ns1:gd name="T52" fmla="*/ 112 w 176"/>
              <ns1:gd name="T53" fmla="*/ 117 h 176"/>
              <ns1:gd name="T54" fmla="*/ 111 w 176"/>
              <ns1:gd name="T55" fmla="*/ 113 h 176"/>
              <ns1:gd name="T56" fmla="*/ 108 w 176"/>
              <ns1:gd name="T57" fmla="*/ 111 h 176"/>
              <ns1:gd name="T58" fmla="*/ 116 w 176"/>
              <ns1:gd name="T59" fmla="*/ 57 h 176"/>
              <ns1:gd name="T60" fmla="*/ 115 w 176"/>
              <ns1:gd name="T61" fmla="*/ 57 h 176"/>
              <ns1:gd name="T62" fmla="*/ 111 w 176"/>
              <ns1:gd name="T63" fmla="*/ 61 h 176"/>
              <ns1:gd name="T64" fmla="*/ 106 w 176"/>
              <ns1:gd name="T65" fmla="*/ 105 h 176"/>
              <ns1:gd name="T66" fmla="*/ 106 w 176"/>
              <ns1:gd name="T67" fmla="*/ 106 h 176"/>
              <ns1:gd name="T68" fmla="*/ 107 w 176"/>
              <ns1:gd name="T69" fmla="*/ 106 h 176"/>
              <ns1:gd name="T70" fmla="*/ 107 w 176"/>
              <ns1:gd name="T71" fmla="*/ 106 h 176"/>
              <ns1:gd name="T72" fmla="*/ 110 w 176"/>
              <ns1:gd name="T73" fmla="*/ 107 h 176"/>
              <ns1:gd name="T74" fmla="*/ 111 w 176"/>
              <ns1:gd name="T75" fmla="*/ 107 h 176"/>
              <ns1:gd name="T76" fmla="*/ 111 w 176"/>
              <ns1:gd name="T77" fmla="*/ 106 h 176"/>
              <ns1:gd name="T78" fmla="*/ 118 w 176"/>
              <ns1:gd name="T79" fmla="*/ 69 h 176"/>
              <ns1:gd name="T80" fmla="*/ 120 w 176"/>
              <ns1:gd name="T81" fmla="*/ 63 h 176"/>
              <ns1:gd name="T82" fmla="*/ 119 w 176"/>
              <ns1:gd name="T83" fmla="*/ 59 h 176"/>
              <ns1:gd name="T84" fmla="*/ 116 w 176"/>
              <ns1:gd name="T85" fmla="*/ 57 h 176"/>
              <ns1:gd name="T86" fmla="*/ 160 w 176"/>
              <ns1:gd name="T87" fmla="*/ 0 h 176"/>
              <ns1:gd name="T88" fmla="*/ 16 w 176"/>
              <ns1:gd name="T89" fmla="*/ 0 h 176"/>
              <ns1:gd name="T90" fmla="*/ 0 w 176"/>
              <ns1:gd name="T91" fmla="*/ 16 h 176"/>
              <ns1:gd name="T92" fmla="*/ 0 w 176"/>
              <ns1:gd name="T93" fmla="*/ 160 h 176"/>
              <ns1:gd name="T94" fmla="*/ 16 w 176"/>
              <ns1:gd name="T95" fmla="*/ 176 h 176"/>
              <ns1:gd name="T96" fmla="*/ 160 w 176"/>
              <ns1:gd name="T97" fmla="*/ 176 h 176"/>
              <ns1:gd name="T98" fmla="*/ 176 w 176"/>
              <ns1:gd name="T99" fmla="*/ 160 h 176"/>
              <ns1:gd name="T100" fmla="*/ 176 w 176"/>
              <ns1:gd name="T101" fmla="*/ 16 h 176"/>
              <ns1:gd name="T102" fmla="*/ 160 w 176"/>
              <ns1:gd name="T103" fmla="*/ 0 h 176"/>
              <ns1:gd name="T104" fmla="*/ 168 w 176"/>
              <ns1:gd name="T105" fmla="*/ 160 h 176"/>
              <ns1:gd name="T106" fmla="*/ 160 w 176"/>
              <ns1:gd name="T107" fmla="*/ 168 h 176"/>
              <ns1:gd name="T108" fmla="*/ 16 w 176"/>
              <ns1:gd name="T109" fmla="*/ 168 h 176"/>
              <ns1:gd name="T110" fmla="*/ 8 w 176"/>
              <ns1:gd name="T111" fmla="*/ 160 h 176"/>
              <ns1:gd name="T112" fmla="*/ 8 w 176"/>
              <ns1:gd name="T113" fmla="*/ 16 h 176"/>
              <ns1:gd name="T114" fmla="*/ 16 w 176"/>
              <ns1:gd name="T115" fmla="*/ 8 h 176"/>
              <ns1:gd name="T116" fmla="*/ 160 w 176"/>
              <ns1:gd name="T117" fmla="*/ 8 h 176"/>
              <ns1:gd name="T118" fmla="*/ 168 w 176"/>
              <ns1:gd name="T119" fmla="*/ 16 h 176"/>
              <ns1:gd name="T120" fmla="*/ 168 w 176"/>
              <ns1:gd name="T121" fmla="*/ 160 h 176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  <ns1:cxn ang="0">
                <ns1:pos x="T32" y="T33"/>
              </ns1:cxn>
              <ns1:cxn ang="0">
                <ns1:pos x="T34" y="T35"/>
              </ns1:cxn>
              <ns1:cxn ang="0">
                <ns1:pos x="T36" y="T37"/>
              </ns1:cxn>
              <ns1:cxn ang="0">
                <ns1:pos x="T38" y="T39"/>
              </ns1:cxn>
              <ns1:cxn ang="0">
                <ns1:pos x="T40" y="T41"/>
              </ns1:cxn>
              <ns1:cxn ang="0">
                <ns1:pos x="T42" y="T43"/>
              </ns1:cxn>
              <ns1:cxn ang="0">
                <ns1:pos x="T44" y="T45"/>
              </ns1:cxn>
              <ns1:cxn ang="0">
                <ns1:pos x="T46" y="T47"/>
              </ns1:cxn>
              <ns1:cxn ang="0">
                <ns1:pos x="T48" y="T49"/>
              </ns1:cxn>
              <ns1:cxn ang="0">
                <ns1:pos x="T50" y="T51"/>
              </ns1:cxn>
              <ns1:cxn ang="0">
                <ns1:pos x="T52" y="T53"/>
              </ns1:cxn>
              <ns1:cxn ang="0">
                <ns1:pos x="T54" y="T55"/>
              </ns1:cxn>
              <ns1:cxn ang="0">
                <ns1:pos x="T56" y="T57"/>
              </ns1:cxn>
              <ns1:cxn ang="0">
                <ns1:pos x="T58" y="T59"/>
              </ns1:cxn>
              <ns1:cxn ang="0">
                <ns1:pos x="T60" y="T61"/>
              </ns1:cxn>
              <ns1:cxn ang="0">
                <ns1:pos x="T62" y="T63"/>
              </ns1:cxn>
              <ns1:cxn ang="0">
                <ns1:pos x="T64" y="T65"/>
              </ns1:cxn>
              <ns1:cxn ang="0">
                <ns1:pos x="T66" y="T67"/>
              </ns1:cxn>
              <ns1:cxn ang="0">
                <ns1:pos x="T68" y="T69"/>
              </ns1:cxn>
              <ns1:cxn ang="0">
                <ns1:pos x="T70" y="T71"/>
              </ns1:cxn>
              <ns1:cxn ang="0">
                <ns1:pos x="T72" y="T73"/>
              </ns1:cxn>
              <ns1:cxn ang="0">
                <ns1:pos x="T74" y="T75"/>
              </ns1:cxn>
              <ns1:cxn ang="0">
                <ns1:pos x="T76" y="T77"/>
              </ns1:cxn>
              <ns1:cxn ang="0">
                <ns1:pos x="T78" y="T79"/>
              </ns1:cxn>
              <ns1:cxn ang="0">
                <ns1:pos x="T80" y="T81"/>
              </ns1:cxn>
              <ns1:cxn ang="0">
                <ns1:pos x="T82" y="T83"/>
              </ns1:cxn>
              <ns1:cxn ang="0">
                <ns1:pos x="T84" y="T85"/>
              </ns1:cxn>
              <ns1:cxn ang="0">
                <ns1:pos x="T86" y="T87"/>
              </ns1:cxn>
              <ns1:cxn ang="0">
                <ns1:pos x="T88" y="T89"/>
              </ns1:cxn>
              <ns1:cxn ang="0">
                <ns1:pos x="T90" y="T91"/>
              </ns1:cxn>
              <ns1:cxn ang="0">
                <ns1:pos x="T92" y="T93"/>
              </ns1:cxn>
              <ns1:cxn ang="0">
                <ns1:pos x="T94" y="T95"/>
              </ns1:cxn>
              <ns1:cxn ang="0">
                <ns1:pos x="T96" y="T97"/>
              </ns1:cxn>
              <ns1:cxn ang="0">
                <ns1:pos x="T98" y="T99"/>
              </ns1:cxn>
              <ns1:cxn ang="0">
                <ns1:pos x="T100" y="T101"/>
              </ns1:cxn>
              <ns1:cxn ang="0">
                <ns1:pos x="T102" y="T103"/>
              </ns1:cxn>
              <ns1:cxn ang="0">
                <ns1:pos x="T104" y="T105"/>
              </ns1:cxn>
              <ns1:cxn ang="0">
                <ns1:pos x="T106" y="T107"/>
              </ns1:cxn>
              <ns1:cxn ang="0">
                <ns1:pos x="T108" y="T109"/>
              </ns1:cxn>
              <ns1:cxn ang="0">
                <ns1:pos x="T110" y="T111"/>
              </ns1:cxn>
              <ns1:cxn ang="0">
                <ns1:pos x="T112" y="T113"/>
              </ns1:cxn>
              <ns1:cxn ang="0">
                <ns1:pos x="T114" y="T115"/>
              </ns1:cxn>
              <ns1:cxn ang="0">
                <ns1:pos x="T116" y="T117"/>
              </ns1:cxn>
              <ns1:cxn ang="0">
                <ns1:pos x="T118" y="T119"/>
              </ns1:cxn>
              <ns1:cxn ang="0">
                <ns1:pos x="T120" y="T121"/>
              </ns1:cxn>
            </ns1:cxnLst>
            <ns1:rect l="0" t="0" r="r" b="b"/>
            <ns1:pathLst>
              <ns1:path w="176" h="176">
                <ns1:moveTo>
                  <ns1:pt x="106" y="57"/>
                </ns1:moveTo>
                <ns1:cubicBezTo>
                  <ns1:pt x="107" y="56"/>
                  <ns1:pt x="107" y="56"/>
                  <ns1:pt x="107" y="56"/>
                </ns1:cubicBezTo>
                <ns1:cubicBezTo>
                  <ns1:pt x="105" y="56"/>
                  <ns1:pt x="105" y="56"/>
                  <ns1:pt x="105" y="56"/>
                </ns1:cubicBezTo>
                <ns1:cubicBezTo>
                  <ns1:pt x="105" y="56"/>
                  <ns1:pt x="105" y="56"/>
                  <ns1:pt x="105" y="56"/>
                </ns1:cubicBezTo>
                <ns1:cubicBezTo>
                  <ns1:pt x="103" y="57"/>
                  <ns1:pt x="100" y="57"/>
                  <ns1:pt x="98" y="56"/>
                </ns1:cubicBezTo>
                <ns1:cubicBezTo>
                  <ns1:pt x="97" y="56"/>
                  <ns1:pt x="97" y="56"/>
                  <ns1:pt x="97" y="56"/>
                </ns1:cubicBezTo>
                <ns1:cubicBezTo>
                  <ns1:pt x="81" y="83"/>
                  <ns1:pt x="81" y="83"/>
                  <ns1:pt x="81" y="83"/>
                </ns1:cubicBezTo>
                <ns1:cubicBezTo>
                  <ns1:pt x="66" y="56"/>
                  <ns1:pt x="66" y="56"/>
                  <ns1:pt x="66" y="56"/>
                </ns1:cubicBezTo>
                <ns1:cubicBezTo>
                  <ns1:pt x="65" y="56"/>
                  <ns1:pt x="65" y="56"/>
                  <ns1:pt x="65" y="56"/>
                </ns1:cubicBezTo>
                <ns1:cubicBezTo>
                  <ns1:pt x="63" y="57"/>
                  <ns1:pt x="60" y="57"/>
                  <ns1:pt x="58" y="56"/>
                </ns1:cubicBezTo>
                <ns1:cubicBezTo>
                  <ns1:pt x="56" y="56"/>
                  <ns1:pt x="56" y="56"/>
                  <ns1:pt x="56" y="56"/>
                </ns1:cubicBezTo>
                <ns1:cubicBezTo>
                  <ns1:pt x="77" y="93"/>
                  <ns1:pt x="77" y="93"/>
                  <ns1:pt x="77" y="93"/>
                </ns1:cubicBezTo>
                <ns1:cubicBezTo>
                  <ns1:pt x="77" y="119"/>
                  <ns1:pt x="77" y="119"/>
                  <ns1:pt x="77" y="119"/>
                </ns1:cubicBezTo>
                <ns1:cubicBezTo>
                  <ns1:pt x="77" y="120"/>
                  <ns1:pt x="77" y="120"/>
                  <ns1:pt x="77" y="120"/>
                </ns1:cubicBezTo>
                <ns1:cubicBezTo>
                  <ns1:pt x="77" y="120"/>
                  <ns1:pt x="77" y="120"/>
                  <ns1:pt x="77" y="120"/>
                </ns1:cubicBezTo>
                <ns1:cubicBezTo>
                  <ns1:pt x="78" y="120"/>
                  <ns1:pt x="78" y="120"/>
                  <ns1:pt x="78" y="120"/>
                </ns1:cubicBezTo>
                <ns1:cubicBezTo>
                  <ns1:pt x="80" y="119"/>
                  <ns1:pt x="83" y="119"/>
                  <ns1:pt x="85" y="120"/>
                </ns1:cubicBezTo>
                <ns1:cubicBezTo>
                  <ns1:pt x="86" y="120"/>
                  <ns1:pt x="86" y="120"/>
                  <ns1:pt x="86" y="120"/>
                </ns1:cubicBezTo>
                <ns1:cubicBezTo>
                  <ns1:pt x="86" y="93"/>
                  <ns1:pt x="86" y="93"/>
                  <ns1:pt x="86" y="93"/>
                </ns1:cubicBezTo>
                <ns1:cubicBezTo>
                  <ns1:pt x="86" y="91"/>
                  <ns1:pt x="91" y="83"/>
                  <ns1:pt x="96" y="75"/>
                </ns1:cubicBezTo>
                <ns1:cubicBezTo>
                  <ns1:pt x="101" y="66"/>
                  <ns1:pt x="106" y="57"/>
                  <ns1:pt x="106" y="57"/>
                </ns1:cubicBezTo>
                <ns1:moveTo>
                  <ns1:pt x="108" y="111"/>
                </ns1:moveTo>
                <ns1:cubicBezTo>
                  <ns1:pt x="105" y="110"/>
                  <ns1:pt x="103" y="111"/>
                  <ns1:pt x="102" y="114"/>
                </ns1:cubicBezTo>
                <ns1:cubicBezTo>
                  <ns1:pt x="102" y="116"/>
                  <ns1:pt x="102" y="117"/>
                  <ns1:pt x="103" y="118"/>
                </ns1:cubicBezTo>
                <ns1:cubicBezTo>
                  <ns1:pt x="104" y="119"/>
                  <ns1:pt x="105" y="119"/>
                  <ns1:pt x="106" y="120"/>
                </ns1:cubicBezTo>
                <ns1:cubicBezTo>
                  <ns1:pt x="106" y="120"/>
                  <ns1:pt x="107" y="120"/>
                  <ns1:pt x="107" y="120"/>
                </ns1:cubicBezTo>
                <ns1:cubicBezTo>
                  <ns1:pt x="109" y="120"/>
                  <ns1:pt x="111" y="119"/>
                  <ns1:pt x="112" y="117"/>
                </ns1:cubicBezTo>
                <ns1:cubicBezTo>
                  <ns1:pt x="112" y="115"/>
                  <ns1:pt x="112" y="114"/>
                  <ns1:pt x="111" y="113"/>
                </ns1:cubicBezTo>
                <ns1:cubicBezTo>
                  <ns1:pt x="111" y="112"/>
                  <ns1:pt x="110" y="111"/>
                  <ns1:pt x="108" y="111"/>
                </ns1:cubicBezTo>
                <ns1:moveTo>
                  <ns1:pt x="116" y="57"/>
                </ns1:moveTo>
                <ns1:cubicBezTo>
                  <ns1:pt x="116" y="57"/>
                  <ns1:pt x="116" y="57"/>
                  <ns1:pt x="115" y="57"/>
                </ns1:cubicBezTo>
                <ns1:cubicBezTo>
                  <ns1:pt x="113" y="57"/>
                  <ns1:pt x="111" y="58"/>
                  <ns1:pt x="111" y="61"/>
                </ns1:cubicBezTo>
                <ns1:cubicBezTo>
                  <ns1:pt x="108" y="95"/>
                  <ns1:pt x="106" y="105"/>
                  <ns1:pt x="106" y="105"/>
                </ns1:cubicBezTo>
                <ns1:cubicBezTo>
                  <ns1:pt x="106" y="106"/>
                  <ns1:pt x="106" y="106"/>
                  <ns1:pt x="106" y="106"/>
                </ns1:cubicBezTo>
                <ns1:cubicBezTo>
                  <ns1:pt x="107" y="106"/>
                  <ns1:pt x="107" y="106"/>
                  <ns1:pt x="107" y="106"/>
                </ns1:cubicBezTo>
                <ns1:cubicBezTo>
                  <ns1:pt x="107" y="106"/>
                  <ns1:pt x="107" y="106"/>
                  <ns1:pt x="107" y="106"/>
                </ns1:cubicBezTo>
                <ns1:cubicBezTo>
                  <ns1:pt x="108" y="106"/>
                  <ns1:pt x="109" y="106"/>
                  <ns1:pt x="110" y="107"/>
                </ns1:cubicBezTo>
                <ns1:cubicBezTo>
                  <ns1:pt x="111" y="107"/>
                  <ns1:pt x="111" y="107"/>
                  <ns1:pt x="111" y="107"/>
                </ns1:cubicBezTo>
                <ns1:cubicBezTo>
                  <ns1:pt x="111" y="106"/>
                  <ns1:pt x="111" y="106"/>
                  <ns1:pt x="111" y="106"/>
                </ns1:cubicBezTo>
                <ns1:cubicBezTo>
                  <ns1:pt x="113" y="94"/>
                  <ns1:pt x="116" y="78"/>
                  <ns1:pt x="118" y="69"/>
                </ns1:cubicBezTo>
                <ns1:cubicBezTo>
                  <ns1:pt x="119" y="66"/>
                  <ns1:pt x="120" y="64"/>
                  <ns1:pt x="120" y="63"/>
                </ns1:cubicBezTo>
                <ns1:cubicBezTo>
                  <ns1:pt x="120" y="61"/>
                  <ns1:pt x="120" y="60"/>
                  <ns1:pt x="119" y="59"/>
                </ns1:cubicBezTo>
                <ns1:cubicBezTo>
                  <ns1:pt x="119" y="58"/>
                  <ns1:pt x="118" y="57"/>
                  <ns1:pt x="116" y="57"/>
                </ns1:cubicBezTo>
                <ns1:moveTo>
                  <ns1:pt x="160" y="0"/>
                </ns1:moveTo>
                <ns1:cubicBezTo>
                  <ns1:pt x="16" y="0"/>
                  <ns1:pt x="16" y="0"/>
                  <ns1:pt x="16" y="0"/>
                </ns1:cubicBezTo>
                <ns1:cubicBezTo>
                  <ns1:pt x="7" y="0"/>
                  <ns1:pt x="0" y="7"/>
                  <ns1:pt x="0" y="16"/>
                </ns1:cubicBezTo>
                <ns1:cubicBezTo>
                  <ns1:pt x="0" y="160"/>
                  <ns1:pt x="0" y="160"/>
                  <ns1:pt x="0" y="160"/>
                </ns1:cubicBezTo>
                <ns1:cubicBezTo>
                  <ns1:pt x="0" y="169"/>
                  <ns1:pt x="7" y="176"/>
                  <ns1:pt x="16" y="176"/>
                </ns1:cubicBezTo>
                <ns1:cubicBezTo>
                  <ns1:pt x="160" y="176"/>
                  <ns1:pt x="160" y="176"/>
                  <ns1:pt x="160" y="176"/>
                </ns1:cubicBezTo>
                <ns1:cubicBezTo>
                  <ns1:pt x="169" y="176"/>
                  <ns1:pt x="176" y="169"/>
                  <ns1:pt x="176" y="160"/>
                </ns1:cubicBezTo>
                <ns1:cubicBezTo>
                  <ns1:pt x="176" y="16"/>
                  <ns1:pt x="176" y="16"/>
                  <ns1:pt x="176" y="16"/>
                </ns1:cubicBezTo>
                <ns1:cubicBezTo>
                  <ns1:pt x="176" y="7"/>
                  <ns1:pt x="169" y="0"/>
                  <ns1:pt x="160" y="0"/>
                </ns1:cubicBezTo>
                <ns1:moveTo>
                  <ns1:pt x="168" y="160"/>
                </ns1:moveTo>
                <ns1:cubicBezTo>
                  <ns1:pt x="168" y="164"/>
                  <ns1:pt x="164" y="168"/>
                  <ns1:pt x="160" y="168"/>
                </ns1:cubicBezTo>
                <ns1:cubicBezTo>
                  <ns1:pt x="16" y="168"/>
                  <ns1:pt x="16" y="168"/>
                  <ns1:pt x="16" y="168"/>
                </ns1:cubicBezTo>
                <ns1:cubicBezTo>
                  <ns1:pt x="12" y="168"/>
                  <ns1:pt x="8" y="164"/>
                  <ns1:pt x="8" y="160"/>
                </ns1:cubicBezTo>
                <ns1:cubicBezTo>
                  <ns1:pt x="8" y="16"/>
                  <ns1:pt x="8" y="16"/>
                  <ns1:pt x="8" y="16"/>
                </ns1:cubicBezTo>
                <ns1:cubicBezTo>
                  <ns1:pt x="8" y="12"/>
                  <ns1:pt x="12" y="8"/>
                  <ns1:pt x="16" y="8"/>
                </ns1:cubicBezTo>
                <ns1:cubicBezTo>
                  <ns1:pt x="160" y="8"/>
                  <ns1:pt x="160" y="8"/>
                  <ns1:pt x="160" y="8"/>
                </ns1:cubicBezTo>
                <ns1:cubicBezTo>
                  <ns1:pt x="164" y="8"/>
                  <ns1:pt x="168" y="12"/>
                  <ns1:pt x="168" y="16"/>
                </ns1:cubicBezTo>
                <ns1:lnTo>
                  <ns1:pt x="168" y="160"/>
                </ns1:lnTo>
                <ns1:close/>
              </ns1:path>
            </ns1:pathLst>
          </ns1:custGeom>
          <ns1:solidFill>
            <ns1:schemeClr val="tx1"/>
          </ns1:solidFill>
          <ns1:ln>
            <ns1:noFill/>
          </ns1:ln>
          <ns1:extLst/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en-US"/>
          </ns1:p>
        </ns0:txBody>
      </ns0:sp>
      <ns0:sp>
        <ns0:nvSpPr>
          <ns0:cNvPr id="59" name="Freeform 55"/>
          <ns0:cNvSpPr>
            <ns1:spLocks noEditPoints="1"/>
          </ns0:cNvSpPr>
          <ns0:nvPr/>
        </ns0:nvSpPr>
        <ns0:spPr bwMode="auto">
          <ns1:xfrm>
            <ns1:off x="1163638" y="5810251"/>
            <ns1:ext cx="557212" cy="557213"/>
          </ns1:xfrm>
          <ns1:custGeom>
            <ns1:avLst/>
            <ns1:gdLst>
              <ns1:gd name="T0" fmla="*/ 62 w 176"/>
              <ns1:gd name="T1" fmla="*/ 80 h 176"/>
              <ns1:gd name="T2" fmla="*/ 44 w 176"/>
              <ns1:gd name="T3" fmla="*/ 94 h 176"/>
              <ns1:gd name="T4" fmla="*/ 60 w 176"/>
              <ns1:gd name="T5" fmla="*/ 104 h 176"/>
              <ns1:gd name="T6" fmla="*/ 60 w 176"/>
              <ns1:gd name="T7" fmla="*/ 104 h 176"/>
              <ns1:gd name="T8" fmla="*/ 63 w 176"/>
              <ns1:gd name="T9" fmla="*/ 106 h 176"/>
              <ns1:gd name="T10" fmla="*/ 70 w 176"/>
              <ns1:gd name="T11" fmla="*/ 110 h 176"/>
              <ns1:gd name="T12" fmla="*/ 82 w 176"/>
              <ns1:gd name="T13" fmla="*/ 101 h 176"/>
              <ns1:gd name="T14" fmla="*/ 88 w 176"/>
              <ns1:gd name="T15" fmla="*/ 97 h 176"/>
              <ns1:gd name="T16" fmla="*/ 88 w 176"/>
              <ns1:gd name="T17" fmla="*/ 97 h 176"/>
              <ns1:gd name="T18" fmla="*/ 88 w 176"/>
              <ns1:gd name="T19" fmla="*/ 97 h 176"/>
              <ns1:gd name="T20" fmla="*/ 88 w 176"/>
              <ns1:gd name="T21" fmla="*/ 97 h 176"/>
              <ns1:gd name="T22" fmla="*/ 88 w 176"/>
              <ns1:gd name="T23" fmla="*/ 97 h 176"/>
              <ns1:gd name="T24" fmla="*/ 102 w 176"/>
              <ns1:gd name="T25" fmla="*/ 107 h 176"/>
              <ns1:gd name="T26" fmla="*/ 106 w 176"/>
              <ns1:gd name="T27" fmla="*/ 110 h 176"/>
              <ns1:gd name="T28" fmla="*/ 132 w 176"/>
              <ns1:gd name="T29" fmla="*/ 94 h 176"/>
              <ns1:gd name="T30" fmla="*/ 113 w 176"/>
              <ns1:gd name="T31" fmla="*/ 79 h 176"/>
              <ns1:gd name="T32" fmla="*/ 88 w 176"/>
              <ns1:gd name="T33" fmla="*/ 95 h 176"/>
              <ns1:gd name="T34" fmla="*/ 62 w 176"/>
              <ns1:gd name="T35" fmla="*/ 80 h 176"/>
              <ns1:gd name="T36" fmla="*/ 106 w 176"/>
              <ns1:gd name="T37" fmla="*/ 120 h 176"/>
              <ns1:gd name="T38" fmla="*/ 106 w 176"/>
              <ns1:gd name="T39" fmla="*/ 120 h 176"/>
              <ns1:gd name="T40" fmla="*/ 88 w 176"/>
              <ns1:gd name="T41" fmla="*/ 107 h 176"/>
              <ns1:gd name="T42" fmla="*/ 71 w 176"/>
              <ns1:gd name="T43" fmla="*/ 120 h 176"/>
              <ns1:gd name="T44" fmla="*/ 71 w 176"/>
              <ns1:gd name="T45" fmla="*/ 120 h 176"/>
              <ns1:gd name="T46" fmla="*/ 62 w 176"/>
              <ns1:gd name="T47" fmla="*/ 114 h 176"/>
              <ns1:gd name="T48" fmla="*/ 62 w 176"/>
              <ns1:gd name="T49" fmla="*/ 119 h 176"/>
              <ns1:gd name="T50" fmla="*/ 88 w 176"/>
              <ns1:gd name="T51" fmla="*/ 136 h 176"/>
              <ns1:gd name="T52" fmla="*/ 114 w 176"/>
              <ns1:gd name="T53" fmla="*/ 119 h 176"/>
              <ns1:gd name="T54" fmla="*/ 114 w 176"/>
              <ns1:gd name="T55" fmla="*/ 115 h 176"/>
              <ns1:gd name="T56" fmla="*/ 106 w 176"/>
              <ns1:gd name="T57" fmla="*/ 120 h 176"/>
              <ns1:gd name="T58" fmla="*/ 113 w 176"/>
              <ns1:gd name="T59" fmla="*/ 79 h 176"/>
              <ns1:gd name="T60" fmla="*/ 113 w 176"/>
              <ns1:gd name="T61" fmla="*/ 79 h 176"/>
              <ns1:gd name="T62" fmla="*/ 113 w 176"/>
              <ns1:gd name="T63" fmla="*/ 79 h 176"/>
              <ns1:gd name="T64" fmla="*/ 113 w 176"/>
              <ns1:gd name="T65" fmla="*/ 79 h 176"/>
              <ns1:gd name="T66" fmla="*/ 44 w 176"/>
              <ns1:gd name="T67" fmla="*/ 65 h 176"/>
              <ns1:gd name="T68" fmla="*/ 62 w 176"/>
              <ns1:gd name="T69" fmla="*/ 80 h 176"/>
              <ns1:gd name="T70" fmla="*/ 88 w 176"/>
              <ns1:gd name="T71" fmla="*/ 63 h 176"/>
              <ns1:gd name="T72" fmla="*/ 70 w 176"/>
              <ns1:gd name="T73" fmla="*/ 48 h 176"/>
              <ns1:gd name="T74" fmla="*/ 44 w 176"/>
              <ns1:gd name="T75" fmla="*/ 65 h 176"/>
              <ns1:gd name="T76" fmla="*/ 160 w 176"/>
              <ns1:gd name="T77" fmla="*/ 0 h 176"/>
              <ns1:gd name="T78" fmla="*/ 16 w 176"/>
              <ns1:gd name="T79" fmla="*/ 0 h 176"/>
              <ns1:gd name="T80" fmla="*/ 0 w 176"/>
              <ns1:gd name="T81" fmla="*/ 16 h 176"/>
              <ns1:gd name="T82" fmla="*/ 0 w 176"/>
              <ns1:gd name="T83" fmla="*/ 160 h 176"/>
              <ns1:gd name="T84" fmla="*/ 16 w 176"/>
              <ns1:gd name="T85" fmla="*/ 176 h 176"/>
              <ns1:gd name="T86" fmla="*/ 160 w 176"/>
              <ns1:gd name="T87" fmla="*/ 176 h 176"/>
              <ns1:gd name="T88" fmla="*/ 176 w 176"/>
              <ns1:gd name="T89" fmla="*/ 160 h 176"/>
              <ns1:gd name="T90" fmla="*/ 176 w 176"/>
              <ns1:gd name="T91" fmla="*/ 16 h 176"/>
              <ns1:gd name="T92" fmla="*/ 160 w 176"/>
              <ns1:gd name="T93" fmla="*/ 0 h 176"/>
              <ns1:gd name="T94" fmla="*/ 168 w 176"/>
              <ns1:gd name="T95" fmla="*/ 160 h 176"/>
              <ns1:gd name="T96" fmla="*/ 160 w 176"/>
              <ns1:gd name="T97" fmla="*/ 168 h 176"/>
              <ns1:gd name="T98" fmla="*/ 16 w 176"/>
              <ns1:gd name="T99" fmla="*/ 168 h 176"/>
              <ns1:gd name="T100" fmla="*/ 8 w 176"/>
              <ns1:gd name="T101" fmla="*/ 160 h 176"/>
              <ns1:gd name="T102" fmla="*/ 8 w 176"/>
              <ns1:gd name="T103" fmla="*/ 16 h 176"/>
              <ns1:gd name="T104" fmla="*/ 16 w 176"/>
              <ns1:gd name="T105" fmla="*/ 8 h 176"/>
              <ns1:gd name="T106" fmla="*/ 160 w 176"/>
              <ns1:gd name="T107" fmla="*/ 8 h 176"/>
              <ns1:gd name="T108" fmla="*/ 168 w 176"/>
              <ns1:gd name="T109" fmla="*/ 16 h 176"/>
              <ns1:gd name="T110" fmla="*/ 168 w 176"/>
              <ns1:gd name="T111" fmla="*/ 160 h 176"/>
              <ns1:gd name="T112" fmla="*/ 106 w 176"/>
              <ns1:gd name="T113" fmla="*/ 48 h 176"/>
              <ns1:gd name="T114" fmla="*/ 88 w 176"/>
              <ns1:gd name="T115" fmla="*/ 63 h 176"/>
              <ns1:gd name="T116" fmla="*/ 113 w 176"/>
              <ns1:gd name="T117" fmla="*/ 79 h 176"/>
              <ns1:gd name="T118" fmla="*/ 132 w 176"/>
              <ns1:gd name="T119" fmla="*/ 65 h 176"/>
              <ns1:gd name="T120" fmla="*/ 106 w 176"/>
              <ns1:gd name="T121" fmla="*/ 48 h 176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  <ns1:cxn ang="0">
                <ns1:pos x="T32" y="T33"/>
              </ns1:cxn>
              <ns1:cxn ang="0">
                <ns1:pos x="T34" y="T35"/>
              </ns1:cxn>
              <ns1:cxn ang="0">
                <ns1:pos x="T36" y="T37"/>
              </ns1:cxn>
              <ns1:cxn ang="0">
                <ns1:pos x="T38" y="T39"/>
              </ns1:cxn>
              <ns1:cxn ang="0">
                <ns1:pos x="T40" y="T41"/>
              </ns1:cxn>
              <ns1:cxn ang="0">
                <ns1:pos x="T42" y="T43"/>
              </ns1:cxn>
              <ns1:cxn ang="0">
                <ns1:pos x="T44" y="T45"/>
              </ns1:cxn>
              <ns1:cxn ang="0">
                <ns1:pos x="T46" y="T47"/>
              </ns1:cxn>
              <ns1:cxn ang="0">
                <ns1:pos x="T48" y="T49"/>
              </ns1:cxn>
              <ns1:cxn ang="0">
                <ns1:pos x="T50" y="T51"/>
              </ns1:cxn>
              <ns1:cxn ang="0">
                <ns1:pos x="T52" y="T53"/>
              </ns1:cxn>
              <ns1:cxn ang="0">
                <ns1:pos x="T54" y="T55"/>
              </ns1:cxn>
              <ns1:cxn ang="0">
                <ns1:pos x="T56" y="T57"/>
              </ns1:cxn>
              <ns1:cxn ang="0">
                <ns1:pos x="T58" y="T59"/>
              </ns1:cxn>
              <ns1:cxn ang="0">
                <ns1:pos x="T60" y="T61"/>
              </ns1:cxn>
              <ns1:cxn ang="0">
                <ns1:pos x="T62" y="T63"/>
              </ns1:cxn>
              <ns1:cxn ang="0">
                <ns1:pos x="T64" y="T65"/>
              </ns1:cxn>
              <ns1:cxn ang="0">
                <ns1:pos x="T66" y="T67"/>
              </ns1:cxn>
              <ns1:cxn ang="0">
                <ns1:pos x="T68" y="T69"/>
              </ns1:cxn>
              <ns1:cxn ang="0">
                <ns1:pos x="T70" y="T71"/>
              </ns1:cxn>
              <ns1:cxn ang="0">
                <ns1:pos x="T72" y="T73"/>
              </ns1:cxn>
              <ns1:cxn ang="0">
                <ns1:pos x="T74" y="T75"/>
              </ns1:cxn>
              <ns1:cxn ang="0">
                <ns1:pos x="T76" y="T77"/>
              </ns1:cxn>
              <ns1:cxn ang="0">
                <ns1:pos x="T78" y="T79"/>
              </ns1:cxn>
              <ns1:cxn ang="0">
                <ns1:pos x="T80" y="T81"/>
              </ns1:cxn>
              <ns1:cxn ang="0">
                <ns1:pos x="T82" y="T83"/>
              </ns1:cxn>
              <ns1:cxn ang="0">
                <ns1:pos x="T84" y="T85"/>
              </ns1:cxn>
              <ns1:cxn ang="0">
                <ns1:pos x="T86" y="T87"/>
              </ns1:cxn>
              <ns1:cxn ang="0">
                <ns1:pos x="T88" y="T89"/>
              </ns1:cxn>
              <ns1:cxn ang="0">
                <ns1:pos x="T90" y="T91"/>
              </ns1:cxn>
              <ns1:cxn ang="0">
                <ns1:pos x="T92" y="T93"/>
              </ns1:cxn>
              <ns1:cxn ang="0">
                <ns1:pos x="T94" y="T95"/>
              </ns1:cxn>
              <ns1:cxn ang="0">
                <ns1:pos x="T96" y="T97"/>
              </ns1:cxn>
              <ns1:cxn ang="0">
                <ns1:pos x="T98" y="T99"/>
              </ns1:cxn>
              <ns1:cxn ang="0">
                <ns1:pos x="T100" y="T101"/>
              </ns1:cxn>
              <ns1:cxn ang="0">
                <ns1:pos x="T102" y="T103"/>
              </ns1:cxn>
              <ns1:cxn ang="0">
                <ns1:pos x="T104" y="T105"/>
              </ns1:cxn>
              <ns1:cxn ang="0">
                <ns1:pos x="T106" y="T107"/>
              </ns1:cxn>
              <ns1:cxn ang="0">
                <ns1:pos x="T108" y="T109"/>
              </ns1:cxn>
              <ns1:cxn ang="0">
                <ns1:pos x="T110" y="T111"/>
              </ns1:cxn>
              <ns1:cxn ang="0">
                <ns1:pos x="T112" y="T113"/>
              </ns1:cxn>
              <ns1:cxn ang="0">
                <ns1:pos x="T114" y="T115"/>
              </ns1:cxn>
              <ns1:cxn ang="0">
                <ns1:pos x="T116" y="T117"/>
              </ns1:cxn>
              <ns1:cxn ang="0">
                <ns1:pos x="T118" y="T119"/>
              </ns1:cxn>
              <ns1:cxn ang="0">
                <ns1:pos x="T120" y="T121"/>
              </ns1:cxn>
            </ns1:cxnLst>
            <ns1:rect l="0" t="0" r="r" b="b"/>
            <ns1:pathLst>
              <ns1:path w="176" h="176">
                <ns1:moveTo>
                  <ns1:pt x="62" y="80"/>
                </ns1:moveTo>
                <ns1:cubicBezTo>
                  <ns1:pt x="44" y="94"/>
                  <ns1:pt x="44" y="94"/>
                  <ns1:pt x="44" y="94"/>
                </ns1:cubicBezTo>
                <ns1:cubicBezTo>
                  <ns1:pt x="60" y="104"/>
                  <ns1:pt x="60" y="104"/>
                  <ns1:pt x="60" y="104"/>
                </ns1:cubicBezTo>
                <ns1:cubicBezTo>
                  <ns1:pt x="60" y="104"/>
                  <ns1:pt x="60" y="104"/>
                  <ns1:pt x="60" y="104"/>
                </ns1:cubicBezTo>
                <ns1:cubicBezTo>
                  <ns1:pt x="63" y="106"/>
                  <ns1:pt x="63" y="106"/>
                  <ns1:pt x="63" y="106"/>
                </ns1:cubicBezTo>
                <ns1:cubicBezTo>
                  <ns1:pt x="70" y="110"/>
                  <ns1:pt x="70" y="110"/>
                  <ns1:pt x="70" y="110"/>
                </ns1:cubicBezTo>
                <ns1:cubicBezTo>
                  <ns1:pt x="82" y="101"/>
                  <ns1:pt x="82" y="101"/>
                  <ns1:pt x="82" y="101"/>
                </ns1:cubicBezTo>
                <ns1:cubicBezTo>
                  <ns1:pt x="88" y="97"/>
                  <ns1:pt x="88" y="97"/>
                  <ns1:pt x="88" y="97"/>
                </ns1:cubicBezTo>
                <ns1:cubicBezTo>
                  <ns1:pt x="88" y="97"/>
                  <ns1:pt x="88" y="97"/>
                  <ns1:pt x="88" y="97"/>
                </ns1:cubicBezTo>
                <ns1:cubicBezTo>
                  <ns1:pt x="88" y="97"/>
                  <ns1:pt x="88" y="97"/>
                  <ns1:pt x="88" y="97"/>
                </ns1:cubicBezTo>
                <ns1:cubicBezTo>
                  <ns1:pt x="88" y="97"/>
                  <ns1:pt x="88" y="97"/>
                  <ns1:pt x="88" y="97"/>
                </ns1:cubicBezTo>
                <ns1:cubicBezTo>
                  <ns1:pt x="88" y="97"/>
                  <ns1:pt x="88" y="97"/>
                  <ns1:pt x="88" y="97"/>
                </ns1:cubicBezTo>
                <ns1:cubicBezTo>
                  <ns1:pt x="102" y="107"/>
                  <ns1:pt x="102" y="107"/>
                  <ns1:pt x="102" y="107"/>
                </ns1:cubicBezTo>
                <ns1:cubicBezTo>
                  <ns1:pt x="106" y="110"/>
                  <ns1:pt x="106" y="110"/>
                  <ns1:pt x="106" y="110"/>
                </ns1:cubicBezTo>
                <ns1:cubicBezTo>
                  <ns1:pt x="132" y="94"/>
                  <ns1:pt x="132" y="94"/>
                  <ns1:pt x="132" y="94"/>
                </ns1:cubicBezTo>
                <ns1:cubicBezTo>
                  <ns1:pt x="113" y="79"/>
                  <ns1:pt x="113" y="79"/>
                  <ns1:pt x="113" y="79"/>
                </ns1:cubicBezTo>
                <ns1:cubicBezTo>
                  <ns1:pt x="88" y="95"/>
                  <ns1:pt x="88" y="95"/>
                  <ns1:pt x="88" y="95"/>
                </ns1:cubicBezTo>
                <ns1:lnTo>
                  <ns1:pt x="62" y="80"/>
                </ns1:lnTo>
                <ns1:close/>
                <ns1:moveTo>
                  <ns1:pt x="106" y="120"/>
                </ns1:moveTo>
                <ns1:cubicBezTo>
                  <ns1:pt x="106" y="120"/>
                  <ns1:pt x="106" y="120"/>
                  <ns1:pt x="106" y="120"/>
                </ns1:cubicBezTo>
                <ns1:cubicBezTo>
                  <ns1:pt x="88" y="107"/>
                  <ns1:pt x="88" y="107"/>
                  <ns1:pt x="88" y="107"/>
                </ns1:cubicBezTo>
                <ns1:cubicBezTo>
                  <ns1:pt x="71" y="120"/>
                  <ns1:pt x="71" y="120"/>
                  <ns1:pt x="71" y="120"/>
                </ns1:cubicBezTo>
                <ns1:cubicBezTo>
                  <ns1:pt x="71" y="120"/>
                  <ns1:pt x="71" y="120"/>
                  <ns1:pt x="71" y="120"/>
                </ns1:cubicBezTo>
                <ns1:cubicBezTo>
                  <ns1:pt x="62" y="114"/>
                  <ns1:pt x="62" y="114"/>
                  <ns1:pt x="62" y="114"/>
                </ns1:cubicBezTo>
                <ns1:cubicBezTo>
                  <ns1:pt x="62" y="119"/>
                  <ns1:pt x="62" y="119"/>
                  <ns1:pt x="62" y="119"/>
                </ns1:cubicBezTo>
                <ns1:cubicBezTo>
                  <ns1:pt x="88" y="136"/>
                  <ns1:pt x="88" y="136"/>
                  <ns1:pt x="88" y="136"/>
                </ns1:cubicBezTo>
                <ns1:cubicBezTo>
                  <ns1:pt x="114" y="119"/>
                  <ns1:pt x="114" y="119"/>
                  <ns1:pt x="114" y="119"/>
                </ns1:cubicBezTo>
                <ns1:cubicBezTo>
                  <ns1:pt x="114" y="115"/>
                  <ns1:pt x="114" y="115"/>
                  <ns1:pt x="114" y="115"/>
                </ns1:cubicBezTo>
                <ns1:cubicBezTo>
                  <ns1:pt x="106" y="120"/>
                  <ns1:pt x="106" y="120"/>
                  <ns1:pt x="106" y="120"/>
                </ns1:cubicBezTo>
                <ns1:close/>
                <ns1:moveTo>
                  <ns1:pt x="113" y="79"/>
                </ns1:moveTo>
                <ns1:cubicBezTo>
                  <ns1:pt x="113" y="79"/>
                  <ns1:pt x="113" y="79"/>
                  <ns1:pt x="113" y="79"/>
                </ns1:cubicBezTo>
                <ns1:cubicBezTo>
                  <ns1:pt x="113" y="79"/>
                  <ns1:pt x="113" y="79"/>
                  <ns1:pt x="113" y="79"/>
                </ns1:cubicBezTo>
                <ns1:cubicBezTo>
                  <ns1:pt x="113" y="79"/>
                  <ns1:pt x="113" y="79"/>
                  <ns1:pt x="113" y="79"/>
                </ns1:cubicBezTo>
                <ns1:close/>
                <ns1:moveTo>
                  <ns1:pt x="44" y="65"/>
                </ns1:moveTo>
                <ns1:cubicBezTo>
                  <ns1:pt x="62" y="80"/>
                  <ns1:pt x="62" y="80"/>
                  <ns1:pt x="62" y="80"/>
                </ns1:cubicBezTo>
                <ns1:cubicBezTo>
                  <ns1:pt x="88" y="63"/>
                  <ns1:pt x="88" y="63"/>
                  <ns1:pt x="88" y="63"/>
                </ns1:cubicBezTo>
                <ns1:cubicBezTo>
                  <ns1:pt x="70" y="48"/>
                  <ns1:pt x="70" y="48"/>
                  <ns1:pt x="70" y="48"/>
                </ns1:cubicBezTo>
                <ns1:lnTo>
                  <ns1:pt x="44" y="65"/>
                </ns1:lnTo>
                <ns1:close/>
                <ns1:moveTo>
                  <ns1:pt x="160" y="0"/>
                </ns1:moveTo>
                <ns1:cubicBezTo>
                  <ns1:pt x="16" y="0"/>
                  <ns1:pt x="16" y="0"/>
                  <ns1:pt x="16" y="0"/>
                </ns1:cubicBezTo>
                <ns1:cubicBezTo>
                  <ns1:pt x="7" y="0"/>
                  <ns1:pt x="0" y="7"/>
                  <ns1:pt x="0" y="16"/>
                </ns1:cubicBezTo>
                <ns1:cubicBezTo>
                  <ns1:pt x="0" y="160"/>
                  <ns1:pt x="0" y="160"/>
                  <ns1:pt x="0" y="160"/>
                </ns1:cubicBezTo>
                <ns1:cubicBezTo>
                  <ns1:pt x="0" y="169"/>
                  <ns1:pt x="7" y="176"/>
                  <ns1:pt x="16" y="176"/>
                </ns1:cubicBezTo>
                <ns1:cubicBezTo>
                  <ns1:pt x="160" y="176"/>
                  <ns1:pt x="160" y="176"/>
                  <ns1:pt x="160" y="176"/>
                </ns1:cubicBezTo>
                <ns1:cubicBezTo>
                  <ns1:pt x="169" y="176"/>
                  <ns1:pt x="176" y="169"/>
                  <ns1:pt x="176" y="160"/>
                </ns1:cubicBezTo>
                <ns1:cubicBezTo>
                  <ns1:pt x="176" y="16"/>
                  <ns1:pt x="176" y="16"/>
                  <ns1:pt x="176" y="16"/>
                </ns1:cubicBezTo>
                <ns1:cubicBezTo>
                  <ns1:pt x="176" y="7"/>
                  <ns1:pt x="169" y="0"/>
                  <ns1:pt x="160" y="0"/>
                </ns1:cubicBezTo>
                <ns1:moveTo>
                  <ns1:pt x="168" y="160"/>
                </ns1:moveTo>
                <ns1:cubicBezTo>
                  <ns1:pt x="168" y="164"/>
                  <ns1:pt x="164" y="168"/>
                  <ns1:pt x="160" y="168"/>
                </ns1:cubicBezTo>
                <ns1:cubicBezTo>
                  <ns1:pt x="16" y="168"/>
                  <ns1:pt x="16" y="168"/>
                  <ns1:pt x="16" y="168"/>
                </ns1:cubicBezTo>
                <ns1:cubicBezTo>
                  <ns1:pt x="12" y="168"/>
                  <ns1:pt x="8" y="164"/>
                  <ns1:pt x="8" y="160"/>
                </ns1:cubicBezTo>
                <ns1:cubicBezTo>
                  <ns1:pt x="8" y="16"/>
                  <ns1:pt x="8" y="16"/>
                  <ns1:pt x="8" y="16"/>
                </ns1:cubicBezTo>
                <ns1:cubicBezTo>
                  <ns1:pt x="8" y="12"/>
                  <ns1:pt x="12" y="8"/>
                  <ns1:pt x="16" y="8"/>
                </ns1:cubicBezTo>
                <ns1:cubicBezTo>
                  <ns1:pt x="160" y="8"/>
                  <ns1:pt x="160" y="8"/>
                  <ns1:pt x="160" y="8"/>
                </ns1:cubicBezTo>
                <ns1:cubicBezTo>
                  <ns1:pt x="164" y="8"/>
                  <ns1:pt x="168" y="12"/>
                  <ns1:pt x="168" y="16"/>
                </ns1:cubicBezTo>
                <ns1:lnTo>
                  <ns1:pt x="168" y="160"/>
                </ns1:lnTo>
                <ns1:close/>
                <ns1:moveTo>
                  <ns1:pt x="106" y="48"/>
                </ns1:moveTo>
                <ns1:cubicBezTo>
                  <ns1:pt x="88" y="63"/>
                  <ns1:pt x="88" y="63"/>
                  <ns1:pt x="88" y="63"/>
                </ns1:cubicBezTo>
                <ns1:cubicBezTo>
                  <ns1:pt x="113" y="79"/>
                  <ns1:pt x="113" y="79"/>
                  <ns1:pt x="113" y="79"/>
                </ns1:cubicBezTo>
                <ns1:cubicBezTo>
                  <ns1:pt x="132" y="65"/>
                  <ns1:pt x="132" y="65"/>
                  <ns1:pt x="132" y="65"/>
                </ns1:cubicBezTo>
                <ns1:lnTo>
                  <ns1:pt x="106" y="48"/>
                </ns1:lnTo>
                <ns1:close/>
              </ns1:path>
            </ns1:pathLst>
          </ns1:custGeom>
          <ns1:solidFill>
            <ns1:schemeClr val="tx1"/>
          </ns1:solidFill>
          <ns1:ln>
            <ns1:noFill/>
          </ns1:ln>
          <ns1:extLst/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en-US"/>
          </ns1:p>
        </ns0:txBody>
      </ns0:sp>
      <ns0:sp>
        <ns0:nvSpPr>
          <ns0:cNvPr id="60" name="Freeform 56"/>
          <ns0:cNvSpPr>
            <ns1:spLocks noEditPoints="1"/>
          </ns0:cNvSpPr>
          <ns0:nvPr/>
        </ns0:nvSpPr>
        <ns0:spPr bwMode="auto">
          <ns1:xfrm>
            <ns1:off x="2227263" y="5810251"/>
            <ns1:ext cx="557212" cy="557213"/>
          </ns1:xfrm>
          <ns1:custGeom>
            <ns1:avLst/>
            <ns1:gdLst>
              <ns1:gd name="T0" fmla="*/ 160 w 176"/>
              <ns1:gd name="T1" fmla="*/ 0 h 176"/>
              <ns1:gd name="T2" fmla="*/ 16 w 176"/>
              <ns1:gd name="T3" fmla="*/ 0 h 176"/>
              <ns1:gd name="T4" fmla="*/ 0 w 176"/>
              <ns1:gd name="T5" fmla="*/ 16 h 176"/>
              <ns1:gd name="T6" fmla="*/ 0 w 176"/>
              <ns1:gd name="T7" fmla="*/ 160 h 176"/>
              <ns1:gd name="T8" fmla="*/ 16 w 176"/>
              <ns1:gd name="T9" fmla="*/ 176 h 176"/>
              <ns1:gd name="T10" fmla="*/ 160 w 176"/>
              <ns1:gd name="T11" fmla="*/ 176 h 176"/>
              <ns1:gd name="T12" fmla="*/ 176 w 176"/>
              <ns1:gd name="T13" fmla="*/ 160 h 176"/>
              <ns1:gd name="T14" fmla="*/ 176 w 176"/>
              <ns1:gd name="T15" fmla="*/ 16 h 176"/>
              <ns1:gd name="T16" fmla="*/ 160 w 176"/>
              <ns1:gd name="T17" fmla="*/ 0 h 176"/>
              <ns1:gd name="T18" fmla="*/ 168 w 176"/>
              <ns1:gd name="T19" fmla="*/ 160 h 176"/>
              <ns1:gd name="T20" fmla="*/ 160 w 176"/>
              <ns1:gd name="T21" fmla="*/ 168 h 176"/>
              <ns1:gd name="T22" fmla="*/ 16 w 176"/>
              <ns1:gd name="T23" fmla="*/ 168 h 176"/>
              <ns1:gd name="T24" fmla="*/ 8 w 176"/>
              <ns1:gd name="T25" fmla="*/ 160 h 176"/>
              <ns1:gd name="T26" fmla="*/ 8 w 176"/>
              <ns1:gd name="T27" fmla="*/ 16 h 176"/>
              <ns1:gd name="T28" fmla="*/ 16 w 176"/>
              <ns1:gd name="T29" fmla="*/ 8 h 176"/>
              <ns1:gd name="T30" fmla="*/ 160 w 176"/>
              <ns1:gd name="T31" fmla="*/ 8 h 176"/>
              <ns1:gd name="T32" fmla="*/ 168 w 176"/>
              <ns1:gd name="T33" fmla="*/ 16 h 176"/>
              <ns1:gd name="T34" fmla="*/ 168 w 176"/>
              <ns1:gd name="T35" fmla="*/ 160 h 176"/>
              <ns1:gd name="T36" fmla="*/ 112 w 176"/>
              <ns1:gd name="T37" fmla="*/ 48 h 176"/>
              <ns1:gd name="T38" fmla="*/ 64 w 176"/>
              <ns1:gd name="T39" fmla="*/ 48 h 176"/>
              <ns1:gd name="T40" fmla="*/ 48 w 176"/>
              <ns1:gd name="T41" fmla="*/ 64 h 176"/>
              <ns1:gd name="T42" fmla="*/ 48 w 176"/>
              <ns1:gd name="T43" fmla="*/ 112 h 176"/>
              <ns1:gd name="T44" fmla="*/ 64 w 176"/>
              <ns1:gd name="T45" fmla="*/ 128 h 176"/>
              <ns1:gd name="T46" fmla="*/ 112 w 176"/>
              <ns1:gd name="T47" fmla="*/ 128 h 176"/>
              <ns1:gd name="T48" fmla="*/ 128 w 176"/>
              <ns1:gd name="T49" fmla="*/ 112 h 176"/>
              <ns1:gd name="T50" fmla="*/ 128 w 176"/>
              <ns1:gd name="T51" fmla="*/ 64 h 176"/>
              <ns1:gd name="T52" fmla="*/ 112 w 176"/>
              <ns1:gd name="T53" fmla="*/ 48 h 176"/>
              <ns1:gd name="T54" fmla="*/ 104 w 176"/>
              <ns1:gd name="T55" fmla="*/ 60 h 176"/>
              <ns1:gd name="T56" fmla="*/ 116 w 176"/>
              <ns1:gd name="T57" fmla="*/ 60 h 176"/>
              <ns1:gd name="T58" fmla="*/ 116 w 176"/>
              <ns1:gd name="T59" fmla="*/ 72 h 176"/>
              <ns1:gd name="T60" fmla="*/ 104 w 176"/>
              <ns1:gd name="T61" fmla="*/ 72 h 176"/>
              <ns1:gd name="T62" fmla="*/ 104 w 176"/>
              <ns1:gd name="T63" fmla="*/ 60 h 176"/>
              <ns1:gd name="T64" fmla="*/ 88 w 176"/>
              <ns1:gd name="T65" fmla="*/ 72 h 176"/>
              <ns1:gd name="T66" fmla="*/ 104 w 176"/>
              <ns1:gd name="T67" fmla="*/ 88 h 176"/>
              <ns1:gd name="T68" fmla="*/ 88 w 176"/>
              <ns1:gd name="T69" fmla="*/ 104 h 176"/>
              <ns1:gd name="T70" fmla="*/ 72 w 176"/>
              <ns1:gd name="T71" fmla="*/ 88 h 176"/>
              <ns1:gd name="T72" fmla="*/ 88 w 176"/>
              <ns1:gd name="T73" fmla="*/ 72 h 176"/>
              <ns1:gd name="T74" fmla="*/ 120 w 176"/>
              <ns1:gd name="T75" fmla="*/ 112 h 176"/>
              <ns1:gd name="T76" fmla="*/ 112 w 176"/>
              <ns1:gd name="T77" fmla="*/ 120 h 176"/>
              <ns1:gd name="T78" fmla="*/ 64 w 176"/>
              <ns1:gd name="T79" fmla="*/ 120 h 176"/>
              <ns1:gd name="T80" fmla="*/ 56 w 176"/>
              <ns1:gd name="T81" fmla="*/ 112 h 176"/>
              <ns1:gd name="T82" fmla="*/ 56 w 176"/>
              <ns1:gd name="T83" fmla="*/ 84 h 176"/>
              <ns1:gd name="T84" fmla="*/ 64 w 176"/>
              <ns1:gd name="T85" fmla="*/ 84 h 176"/>
              <ns1:gd name="T86" fmla="*/ 64 w 176"/>
              <ns1:gd name="T87" fmla="*/ 88 h 176"/>
              <ns1:gd name="T88" fmla="*/ 88 w 176"/>
              <ns1:gd name="T89" fmla="*/ 112 h 176"/>
              <ns1:gd name="T90" fmla="*/ 112 w 176"/>
              <ns1:gd name="T91" fmla="*/ 88 h 176"/>
              <ns1:gd name="T92" fmla="*/ 112 w 176"/>
              <ns1:gd name="T93" fmla="*/ 84 h 176"/>
              <ns1:gd name="T94" fmla="*/ 120 w 176"/>
              <ns1:gd name="T95" fmla="*/ 84 h 176"/>
              <ns1:gd name="T96" fmla="*/ 120 w 176"/>
              <ns1:gd name="T97" fmla="*/ 112 h 176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  <ns1:cxn ang="0">
                <ns1:pos x="T32" y="T33"/>
              </ns1:cxn>
              <ns1:cxn ang="0">
                <ns1:pos x="T34" y="T35"/>
              </ns1:cxn>
              <ns1:cxn ang="0">
                <ns1:pos x="T36" y="T37"/>
              </ns1:cxn>
              <ns1:cxn ang="0">
                <ns1:pos x="T38" y="T39"/>
              </ns1:cxn>
              <ns1:cxn ang="0">
                <ns1:pos x="T40" y="T41"/>
              </ns1:cxn>
              <ns1:cxn ang="0">
                <ns1:pos x="T42" y="T43"/>
              </ns1:cxn>
              <ns1:cxn ang="0">
                <ns1:pos x="T44" y="T45"/>
              </ns1:cxn>
              <ns1:cxn ang="0">
                <ns1:pos x="T46" y="T47"/>
              </ns1:cxn>
              <ns1:cxn ang="0">
                <ns1:pos x="T48" y="T49"/>
              </ns1:cxn>
              <ns1:cxn ang="0">
                <ns1:pos x="T50" y="T51"/>
              </ns1:cxn>
              <ns1:cxn ang="0">
                <ns1:pos x="T52" y="T53"/>
              </ns1:cxn>
              <ns1:cxn ang="0">
                <ns1:pos x="T54" y="T55"/>
              </ns1:cxn>
              <ns1:cxn ang="0">
                <ns1:pos x="T56" y="T57"/>
              </ns1:cxn>
              <ns1:cxn ang="0">
                <ns1:pos x="T58" y="T59"/>
              </ns1:cxn>
              <ns1:cxn ang="0">
                <ns1:pos x="T60" y="T61"/>
              </ns1:cxn>
              <ns1:cxn ang="0">
                <ns1:pos x="T62" y="T63"/>
              </ns1:cxn>
              <ns1:cxn ang="0">
                <ns1:pos x="T64" y="T65"/>
              </ns1:cxn>
              <ns1:cxn ang="0">
                <ns1:pos x="T66" y="T67"/>
              </ns1:cxn>
              <ns1:cxn ang="0">
                <ns1:pos x="T68" y="T69"/>
              </ns1:cxn>
              <ns1:cxn ang="0">
                <ns1:pos x="T70" y="T71"/>
              </ns1:cxn>
              <ns1:cxn ang="0">
                <ns1:pos x="T72" y="T73"/>
              </ns1:cxn>
              <ns1:cxn ang="0">
                <ns1:pos x="T74" y="T75"/>
              </ns1:cxn>
              <ns1:cxn ang="0">
                <ns1:pos x="T76" y="T77"/>
              </ns1:cxn>
              <ns1:cxn ang="0">
                <ns1:pos x="T78" y="T79"/>
              </ns1:cxn>
              <ns1:cxn ang="0">
                <ns1:pos x="T80" y="T81"/>
              </ns1:cxn>
              <ns1:cxn ang="0">
                <ns1:pos x="T82" y="T83"/>
              </ns1:cxn>
              <ns1:cxn ang="0">
                <ns1:pos x="T84" y="T85"/>
              </ns1:cxn>
              <ns1:cxn ang="0">
                <ns1:pos x="T86" y="T87"/>
              </ns1:cxn>
              <ns1:cxn ang="0">
                <ns1:pos x="T88" y="T89"/>
              </ns1:cxn>
              <ns1:cxn ang="0">
                <ns1:pos x="T90" y="T91"/>
              </ns1:cxn>
              <ns1:cxn ang="0">
                <ns1:pos x="T92" y="T93"/>
              </ns1:cxn>
              <ns1:cxn ang="0">
                <ns1:pos x="T94" y="T95"/>
              </ns1:cxn>
              <ns1:cxn ang="0">
                <ns1:pos x="T96" y="T97"/>
              </ns1:cxn>
            </ns1:cxnLst>
            <ns1:rect l="0" t="0" r="r" b="b"/>
            <ns1:pathLst>
              <ns1:path w="176" h="176">
                <ns1:moveTo>
                  <ns1:pt x="160" y="0"/>
                </ns1:moveTo>
                <ns1:cubicBezTo>
                  <ns1:pt x="16" y="0"/>
                  <ns1:pt x="16" y="0"/>
                  <ns1:pt x="16" y="0"/>
                </ns1:cubicBezTo>
                <ns1:cubicBezTo>
                  <ns1:pt x="7" y="0"/>
                  <ns1:pt x="0" y="7"/>
                  <ns1:pt x="0" y="16"/>
                </ns1:cubicBezTo>
                <ns1:cubicBezTo>
                  <ns1:pt x="0" y="160"/>
                  <ns1:pt x="0" y="160"/>
                  <ns1:pt x="0" y="160"/>
                </ns1:cubicBezTo>
                <ns1:cubicBezTo>
                  <ns1:pt x="0" y="169"/>
                  <ns1:pt x="7" y="176"/>
                  <ns1:pt x="16" y="176"/>
                </ns1:cubicBezTo>
                <ns1:cubicBezTo>
                  <ns1:pt x="160" y="176"/>
                  <ns1:pt x="160" y="176"/>
                  <ns1:pt x="160" y="176"/>
                </ns1:cubicBezTo>
                <ns1:cubicBezTo>
                  <ns1:pt x="169" y="176"/>
                  <ns1:pt x="176" y="169"/>
                  <ns1:pt x="176" y="160"/>
                </ns1:cubicBezTo>
                <ns1:cubicBezTo>
                  <ns1:pt x="176" y="16"/>
                  <ns1:pt x="176" y="16"/>
                  <ns1:pt x="176" y="16"/>
                </ns1:cubicBezTo>
                <ns1:cubicBezTo>
                  <ns1:pt x="176" y="7"/>
                  <ns1:pt x="169" y="0"/>
                  <ns1:pt x="160" y="0"/>
                </ns1:cubicBezTo>
                <ns1:moveTo>
                  <ns1:pt x="168" y="160"/>
                </ns1:moveTo>
                <ns1:cubicBezTo>
                  <ns1:pt x="168" y="164"/>
                  <ns1:pt x="164" y="168"/>
                  <ns1:pt x="160" y="168"/>
                </ns1:cubicBezTo>
                <ns1:cubicBezTo>
                  <ns1:pt x="16" y="168"/>
                  <ns1:pt x="16" y="168"/>
                  <ns1:pt x="16" y="168"/>
                </ns1:cubicBezTo>
                <ns1:cubicBezTo>
                  <ns1:pt x="12" y="168"/>
                  <ns1:pt x="8" y="164"/>
                  <ns1:pt x="8" y="160"/>
                </ns1:cubicBezTo>
                <ns1:cubicBezTo>
                  <ns1:pt x="8" y="16"/>
                  <ns1:pt x="8" y="16"/>
                  <ns1:pt x="8" y="16"/>
                </ns1:cubicBezTo>
                <ns1:cubicBezTo>
                  <ns1:pt x="8" y="12"/>
                  <ns1:pt x="12" y="8"/>
                  <ns1:pt x="16" y="8"/>
                </ns1:cubicBezTo>
                <ns1:cubicBezTo>
                  <ns1:pt x="160" y="8"/>
                  <ns1:pt x="160" y="8"/>
                  <ns1:pt x="160" y="8"/>
                </ns1:cubicBezTo>
                <ns1:cubicBezTo>
                  <ns1:pt x="164" y="8"/>
                  <ns1:pt x="168" y="12"/>
                  <ns1:pt x="168" y="16"/>
                </ns1:cubicBezTo>
                <ns1:lnTo>
                  <ns1:pt x="168" y="160"/>
                </ns1:lnTo>
                <ns1:close/>
                <ns1:moveTo>
                  <ns1:pt x="112" y="48"/>
                </ns1:moveTo>
                <ns1:cubicBezTo>
                  <ns1:pt x="64" y="48"/>
                  <ns1:pt x="64" y="48"/>
                  <ns1:pt x="64" y="48"/>
                </ns1:cubicBezTo>
                <ns1:cubicBezTo>
                  <ns1:pt x="55" y="48"/>
                  <ns1:pt x="48" y="55"/>
                  <ns1:pt x="48" y="64"/>
                </ns1:cubicBezTo>
                <ns1:cubicBezTo>
                  <ns1:pt x="48" y="112"/>
                  <ns1:pt x="48" y="112"/>
                  <ns1:pt x="48" y="112"/>
                </ns1:cubicBezTo>
                <ns1:cubicBezTo>
                  <ns1:pt x="48" y="121"/>
                  <ns1:pt x="55" y="128"/>
                  <ns1:pt x="64" y="128"/>
                </ns1:cubicBezTo>
                <ns1:cubicBezTo>
                  <ns1:pt x="112" y="128"/>
                  <ns1:pt x="112" y="128"/>
                  <ns1:pt x="112" y="128"/>
                </ns1:cubicBezTo>
                <ns1:cubicBezTo>
                  <ns1:pt x="121" y="128"/>
                  <ns1:pt x="128" y="121"/>
                  <ns1:pt x="128" y="112"/>
                </ns1:cubicBezTo>
                <ns1:cubicBezTo>
                  <ns1:pt x="128" y="64"/>
                  <ns1:pt x="128" y="64"/>
                  <ns1:pt x="128" y="64"/>
                </ns1:cubicBezTo>
                <ns1:cubicBezTo>
                  <ns1:pt x="128" y="55"/>
                  <ns1:pt x="121" y="48"/>
                  <ns1:pt x="112" y="48"/>
                </ns1:cubicBezTo>
                <ns1:moveTo>
                  <ns1:pt x="104" y="60"/>
                </ns1:moveTo>
                <ns1:cubicBezTo>
                  <ns1:pt x="116" y="60"/>
                  <ns1:pt x="116" y="60"/>
                  <ns1:pt x="116" y="60"/>
                </ns1:cubicBezTo>
                <ns1:cubicBezTo>
                  <ns1:pt x="116" y="72"/>
                  <ns1:pt x="116" y="72"/>
                  <ns1:pt x="116" y="72"/>
                </ns1:cubicBezTo>
                <ns1:cubicBezTo>
                  <ns1:pt x="104" y="72"/>
                  <ns1:pt x="104" y="72"/>
                  <ns1:pt x="104" y="72"/>
                </ns1:cubicBezTo>
                <ns1:lnTo>
                  <ns1:pt x="104" y="60"/>
                </ns1:lnTo>
                <ns1:close/>
                <ns1:moveTo>
                  <ns1:pt x="88" y="72"/>
                </ns1:moveTo>
                <ns1:cubicBezTo>
                  <ns1:pt x="97" y="72"/>
                  <ns1:pt x="104" y="79"/>
                  <ns1:pt x="104" y="88"/>
                </ns1:cubicBezTo>
                <ns1:cubicBezTo>
                  <ns1:pt x="104" y="97"/>
                  <ns1:pt x="97" y="104"/>
                  <ns1:pt x="88" y="104"/>
                </ns1:cubicBezTo>
                <ns1:cubicBezTo>
                  <ns1:pt x="79" y="104"/>
                  <ns1:pt x="72" y="97"/>
                  <ns1:pt x="72" y="88"/>
                </ns1:cubicBezTo>
                <ns1:cubicBezTo>
                  <ns1:pt x="72" y="79"/>
                  <ns1:pt x="79" y="72"/>
                  <ns1:pt x="88" y="72"/>
                </ns1:cubicBezTo>
                <ns1:moveTo>
                  <ns1:pt x="120" y="112"/>
                </ns1:moveTo>
                <ns1:cubicBezTo>
                  <ns1:pt x="120" y="116"/>
                  <ns1:pt x="116" y="120"/>
                  <ns1:pt x="112" y="120"/>
                </ns1:cubicBezTo>
                <ns1:cubicBezTo>
                  <ns1:pt x="64" y="120"/>
                  <ns1:pt x="64" y="120"/>
                  <ns1:pt x="64" y="120"/>
                </ns1:cubicBezTo>
                <ns1:cubicBezTo>
                  <ns1:pt x="60" y="120"/>
                  <ns1:pt x="56" y="116"/>
                  <ns1:pt x="56" y="112"/>
                </ns1:cubicBezTo>
                <ns1:cubicBezTo>
                  <ns1:pt x="56" y="84"/>
                  <ns1:pt x="56" y="84"/>
                  <ns1:pt x="56" y="84"/>
                </ns1:cubicBezTo>
                <ns1:cubicBezTo>
                  <ns1:pt x="64" y="84"/>
                  <ns1:pt x="64" y="84"/>
                  <ns1:pt x="64" y="84"/>
                </ns1:cubicBezTo>
                <ns1:cubicBezTo>
                  <ns1:pt x="64" y="85"/>
                  <ns1:pt x="64" y="87"/>
                  <ns1:pt x="64" y="88"/>
                </ns1:cubicBezTo>
                <ns1:cubicBezTo>
                  <ns1:pt x="64" y="101"/>
                  <ns1:pt x="75" y="112"/>
                  <ns1:pt x="88" y="112"/>
                </ns1:cubicBezTo>
                <ns1:cubicBezTo>
                  <ns1:pt x="101" y="112"/>
                  <ns1:pt x="112" y="101"/>
                  <ns1:pt x="112" y="88"/>
                </ns1:cubicBezTo>
                <ns1:cubicBezTo>
                  <ns1:pt x="112" y="87"/>
                  <ns1:pt x="112" y="85"/>
                  <ns1:pt x="112" y="84"/>
                </ns1:cubicBezTo>
                <ns1:cubicBezTo>
                  <ns1:pt x="120" y="84"/>
                  <ns1:pt x="120" y="84"/>
                  <ns1:pt x="120" y="84"/>
                </ns1:cubicBezTo>
                <ns1:lnTo>
                  <ns1:pt x="120" y="112"/>
                </ns1:lnTo>
                <ns1:close/>
              </ns1:path>
            </ns1:pathLst>
          </ns1:custGeom>
          <ns1:solidFill>
            <ns1:schemeClr val="tx1"/>
          </ns1:solidFill>
          <ns1:ln>
            <ns1:noFill/>
          </ns1:ln>
          <ns1:extLst/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en-US"/>
          </ns1:p>
        </ns0:txBody>
      </ns0:sp>
      <ns0:sp>
        <ns0:nvSpPr>
          <ns0:cNvPr id="61" name="Freeform 57"/>
          <ns0:cNvSpPr>
            <ns1:spLocks noEditPoints="1"/>
          </ns0:cNvSpPr>
          <ns0:nvPr/>
        </ns0:nvSpPr>
        <ns0:spPr bwMode="auto">
          <ns1:xfrm>
            <ns1:off x="3290888" y="5810251"/>
            <ns1:ext cx="555625" cy="557213"/>
          </ns1:xfrm>
          <ns1:custGeom>
            <ns1:avLst/>
            <ns1:gdLst>
              <ns1:gd name="T0" fmla="*/ 160 w 176"/>
              <ns1:gd name="T1" fmla="*/ 0 h 176"/>
              <ns1:gd name="T2" fmla="*/ 16 w 176"/>
              <ns1:gd name="T3" fmla="*/ 0 h 176"/>
              <ns1:gd name="T4" fmla="*/ 0 w 176"/>
              <ns1:gd name="T5" fmla="*/ 16 h 176"/>
              <ns1:gd name="T6" fmla="*/ 0 w 176"/>
              <ns1:gd name="T7" fmla="*/ 160 h 176"/>
              <ns1:gd name="T8" fmla="*/ 16 w 176"/>
              <ns1:gd name="T9" fmla="*/ 176 h 176"/>
              <ns1:gd name="T10" fmla="*/ 160 w 176"/>
              <ns1:gd name="T11" fmla="*/ 176 h 176"/>
              <ns1:gd name="T12" fmla="*/ 176 w 176"/>
              <ns1:gd name="T13" fmla="*/ 160 h 176"/>
              <ns1:gd name="T14" fmla="*/ 176 w 176"/>
              <ns1:gd name="T15" fmla="*/ 16 h 176"/>
              <ns1:gd name="T16" fmla="*/ 160 w 176"/>
              <ns1:gd name="T17" fmla="*/ 0 h 176"/>
              <ns1:gd name="T18" fmla="*/ 168 w 176"/>
              <ns1:gd name="T19" fmla="*/ 160 h 176"/>
              <ns1:gd name="T20" fmla="*/ 160 w 176"/>
              <ns1:gd name="T21" fmla="*/ 168 h 176"/>
              <ns1:gd name="T22" fmla="*/ 16 w 176"/>
              <ns1:gd name="T23" fmla="*/ 168 h 176"/>
              <ns1:gd name="T24" fmla="*/ 8 w 176"/>
              <ns1:gd name="T25" fmla="*/ 160 h 176"/>
              <ns1:gd name="T26" fmla="*/ 8 w 176"/>
              <ns1:gd name="T27" fmla="*/ 16 h 176"/>
              <ns1:gd name="T28" fmla="*/ 16 w 176"/>
              <ns1:gd name="T29" fmla="*/ 8 h 176"/>
              <ns1:gd name="T30" fmla="*/ 160 w 176"/>
              <ns1:gd name="T31" fmla="*/ 8 h 176"/>
              <ns1:gd name="T32" fmla="*/ 168 w 176"/>
              <ns1:gd name="T33" fmla="*/ 16 h 176"/>
              <ns1:gd name="T34" fmla="*/ 168 w 176"/>
              <ns1:gd name="T35" fmla="*/ 160 h 176"/>
              <ns1:gd name="T36" fmla="*/ 88 w 176"/>
              <ns1:gd name="T37" fmla="*/ 40 h 176"/>
              <ns1:gd name="T38" fmla="*/ 40 w 176"/>
              <ns1:gd name="T39" fmla="*/ 88 h 176"/>
              <ns1:gd name="T40" fmla="*/ 88 w 176"/>
              <ns1:gd name="T41" fmla="*/ 136 h 176"/>
              <ns1:gd name="T42" fmla="*/ 136 w 176"/>
              <ns1:gd name="T43" fmla="*/ 88 h 176"/>
              <ns1:gd name="T44" fmla="*/ 88 w 176"/>
              <ns1:gd name="T45" fmla="*/ 40 h 176"/>
              <ns1:gd name="T46" fmla="*/ 48 w 176"/>
              <ns1:gd name="T47" fmla="*/ 88 h 176"/>
              <ns1:gd name="T48" fmla="*/ 51 w 176"/>
              <ns1:gd name="T49" fmla="*/ 72 h 176"/>
              <ns1:gd name="T50" fmla="*/ 70 w 176"/>
              <ns1:gd name="T51" fmla="*/ 124 h 176"/>
              <ns1:gd name="T52" fmla="*/ 48 w 176"/>
              <ns1:gd name="T53" fmla="*/ 88 h 176"/>
              <ns1:gd name="T54" fmla="*/ 88 w 176"/>
              <ns1:gd name="T55" fmla="*/ 128 h 176"/>
              <ns1:gd name="T56" fmla="*/ 77 w 176"/>
              <ns1:gd name="T57" fmla="*/ 126 h 176"/>
              <ns1:gd name="T58" fmla="*/ 89 w 176"/>
              <ns1:gd name="T59" fmla="*/ 92 h 176"/>
              <ns1:gd name="T60" fmla="*/ 101 w 176"/>
              <ns1:gd name="T61" fmla="*/ 126 h 176"/>
              <ns1:gd name="T62" fmla="*/ 88 w 176"/>
              <ns1:gd name="T63" fmla="*/ 128 h 176"/>
              <ns1:gd name="T64" fmla="*/ 94 w 176"/>
              <ns1:gd name="T65" fmla="*/ 69 h 176"/>
              <ns1:gd name="T66" fmla="*/ 98 w 176"/>
              <ns1:gd name="T67" fmla="*/ 69 h 176"/>
              <ns1:gd name="T68" fmla="*/ 98 w 176"/>
              <ns1:gd name="T69" fmla="*/ 65 h 176"/>
              <ns1:gd name="T70" fmla="*/ 87 w 176"/>
              <ns1:gd name="T71" fmla="*/ 66 h 176"/>
              <ns1:gd name="T72" fmla="*/ 76 w 176"/>
              <ns1:gd name="T73" fmla="*/ 65 h 176"/>
              <ns1:gd name="T74" fmla="*/ 76 w 176"/>
              <ns1:gd name="T75" fmla="*/ 69 h 176"/>
              <ns1:gd name="T76" fmla="*/ 80 w 176"/>
              <ns1:gd name="T77" fmla="*/ 69 h 176"/>
              <ns1:gd name="T78" fmla="*/ 87 w 176"/>
              <ns1:gd name="T79" fmla="*/ 86 h 176"/>
              <ns1:gd name="T80" fmla="*/ 78 w 176"/>
              <ns1:gd name="T81" fmla="*/ 113 h 176"/>
              <ns1:gd name="T82" fmla="*/ 63 w 176"/>
              <ns1:gd name="T83" fmla="*/ 69 h 176"/>
              <ns1:gd name="T84" fmla="*/ 68 w 176"/>
              <ns1:gd name="T85" fmla="*/ 69 h 176"/>
              <ns1:gd name="T86" fmla="*/ 67 w 176"/>
              <ns1:gd name="T87" fmla="*/ 65 h 176"/>
              <ns1:gd name="T88" fmla="*/ 57 w 176"/>
              <ns1:gd name="T89" fmla="*/ 66 h 176"/>
              <ns1:gd name="T90" fmla="*/ 55 w 176"/>
              <ns1:gd name="T91" fmla="*/ 66 h 176"/>
              <ns1:gd name="T92" fmla="*/ 88 w 176"/>
              <ns1:gd name="T93" fmla="*/ 48 h 176"/>
              <ns1:gd name="T94" fmla="*/ 114 w 176"/>
              <ns1:gd name="T95" fmla="*/ 58 h 176"/>
              <ns1:gd name="T96" fmla="*/ 108 w 176"/>
              <ns1:gd name="T97" fmla="*/ 65 h 176"/>
              <ns1:gd name="T98" fmla="*/ 112 w 176"/>
              <ns1:gd name="T99" fmla="*/ 75 h 176"/>
              <ns1:gd name="T100" fmla="*/ 115 w 176"/>
              <ns1:gd name="T101" fmla="*/ 86 h 176"/>
              <ns1:gd name="T102" fmla="*/ 112 w 176"/>
              <ns1:gd name="T103" fmla="*/ 99 h 176"/>
              <ns1:gd name="T104" fmla="*/ 108 w 176"/>
              <ns1:gd name="T105" fmla="*/ 113 h 176"/>
              <ns1:gd name="T106" fmla="*/ 94 w 176"/>
              <ns1:gd name="T107" fmla="*/ 69 h 176"/>
              <ns1:gd name="T108" fmla="*/ 128 w 176"/>
              <ns1:gd name="T109" fmla="*/ 88 h 176"/>
              <ns1:gd name="T110" fmla="*/ 109 w 176"/>
              <ns1:gd name="T111" fmla="*/ 122 h 176"/>
              <ns1:gd name="T112" fmla="*/ 121 w 176"/>
              <ns1:gd name="T113" fmla="*/ 87 h 176"/>
              <ns1:gd name="T114" fmla="*/ 124 w 176"/>
              <ns1:gd name="T115" fmla="*/ 73 h 176"/>
              <ns1:gd name="T116" fmla="*/ 124 w 176"/>
              <ns1:gd name="T117" fmla="*/ 70 h 176"/>
              <ns1:gd name="T118" fmla="*/ 128 w 176"/>
              <ns1:gd name="T119" fmla="*/ 88 h 176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  <ns1:cxn ang="0">
                <ns1:pos x="T32" y="T33"/>
              </ns1:cxn>
              <ns1:cxn ang="0">
                <ns1:pos x="T34" y="T35"/>
              </ns1:cxn>
              <ns1:cxn ang="0">
                <ns1:pos x="T36" y="T37"/>
              </ns1:cxn>
              <ns1:cxn ang="0">
                <ns1:pos x="T38" y="T39"/>
              </ns1:cxn>
              <ns1:cxn ang="0">
                <ns1:pos x="T40" y="T41"/>
              </ns1:cxn>
              <ns1:cxn ang="0">
                <ns1:pos x="T42" y="T43"/>
              </ns1:cxn>
              <ns1:cxn ang="0">
                <ns1:pos x="T44" y="T45"/>
              </ns1:cxn>
              <ns1:cxn ang="0">
                <ns1:pos x="T46" y="T47"/>
              </ns1:cxn>
              <ns1:cxn ang="0">
                <ns1:pos x="T48" y="T49"/>
              </ns1:cxn>
              <ns1:cxn ang="0">
                <ns1:pos x="T50" y="T51"/>
              </ns1:cxn>
              <ns1:cxn ang="0">
                <ns1:pos x="T52" y="T53"/>
              </ns1:cxn>
              <ns1:cxn ang="0">
                <ns1:pos x="T54" y="T55"/>
              </ns1:cxn>
              <ns1:cxn ang="0">
                <ns1:pos x="T56" y="T57"/>
              </ns1:cxn>
              <ns1:cxn ang="0">
                <ns1:pos x="T58" y="T59"/>
              </ns1:cxn>
              <ns1:cxn ang="0">
                <ns1:pos x="T60" y="T61"/>
              </ns1:cxn>
              <ns1:cxn ang="0">
                <ns1:pos x="T62" y="T63"/>
              </ns1:cxn>
              <ns1:cxn ang="0">
                <ns1:pos x="T64" y="T65"/>
              </ns1:cxn>
              <ns1:cxn ang="0">
                <ns1:pos x="T66" y="T67"/>
              </ns1:cxn>
              <ns1:cxn ang="0">
                <ns1:pos x="T68" y="T69"/>
              </ns1:cxn>
              <ns1:cxn ang="0">
                <ns1:pos x="T70" y="T71"/>
              </ns1:cxn>
              <ns1:cxn ang="0">
                <ns1:pos x="T72" y="T73"/>
              </ns1:cxn>
              <ns1:cxn ang="0">
                <ns1:pos x="T74" y="T75"/>
              </ns1:cxn>
              <ns1:cxn ang="0">
                <ns1:pos x="T76" y="T77"/>
              </ns1:cxn>
              <ns1:cxn ang="0">
                <ns1:pos x="T78" y="T79"/>
              </ns1:cxn>
              <ns1:cxn ang="0">
                <ns1:pos x="T80" y="T81"/>
              </ns1:cxn>
              <ns1:cxn ang="0">
                <ns1:pos x="T82" y="T83"/>
              </ns1:cxn>
              <ns1:cxn ang="0">
                <ns1:pos x="T84" y="T85"/>
              </ns1:cxn>
              <ns1:cxn ang="0">
                <ns1:pos x="T86" y="T87"/>
              </ns1:cxn>
              <ns1:cxn ang="0">
                <ns1:pos x="T88" y="T89"/>
              </ns1:cxn>
              <ns1:cxn ang="0">
                <ns1:pos x="T90" y="T91"/>
              </ns1:cxn>
              <ns1:cxn ang="0">
                <ns1:pos x="T92" y="T93"/>
              </ns1:cxn>
              <ns1:cxn ang="0">
                <ns1:pos x="T94" y="T95"/>
              </ns1:cxn>
              <ns1:cxn ang="0">
                <ns1:pos x="T96" y="T97"/>
              </ns1:cxn>
              <ns1:cxn ang="0">
                <ns1:pos x="T98" y="T99"/>
              </ns1:cxn>
              <ns1:cxn ang="0">
                <ns1:pos x="T100" y="T101"/>
              </ns1:cxn>
              <ns1:cxn ang="0">
                <ns1:pos x="T102" y="T103"/>
              </ns1:cxn>
              <ns1:cxn ang="0">
                <ns1:pos x="T104" y="T105"/>
              </ns1:cxn>
              <ns1:cxn ang="0">
                <ns1:pos x="T106" y="T107"/>
              </ns1:cxn>
              <ns1:cxn ang="0">
                <ns1:pos x="T108" y="T109"/>
              </ns1:cxn>
              <ns1:cxn ang="0">
                <ns1:pos x="T110" y="T111"/>
              </ns1:cxn>
              <ns1:cxn ang="0">
                <ns1:pos x="T112" y="T113"/>
              </ns1:cxn>
              <ns1:cxn ang="0">
                <ns1:pos x="T114" y="T115"/>
              </ns1:cxn>
              <ns1:cxn ang="0">
                <ns1:pos x="T116" y="T117"/>
              </ns1:cxn>
              <ns1:cxn ang="0">
                <ns1:pos x="T118" y="T119"/>
              </ns1:cxn>
            </ns1:cxnLst>
            <ns1:rect l="0" t="0" r="r" b="b"/>
            <ns1:pathLst>
              <ns1:path w="176" h="176">
                <ns1:moveTo>
                  <ns1:pt x="160" y="0"/>
                </ns1:moveTo>
                <ns1:cubicBezTo>
                  <ns1:pt x="16" y="0"/>
                  <ns1:pt x="16" y="0"/>
                  <ns1:pt x="16" y="0"/>
                </ns1:cubicBezTo>
                <ns1:cubicBezTo>
                  <ns1:pt x="7" y="0"/>
                  <ns1:pt x="0" y="7"/>
                  <ns1:pt x="0" y="16"/>
                </ns1:cubicBezTo>
                <ns1:cubicBezTo>
                  <ns1:pt x="0" y="160"/>
                  <ns1:pt x="0" y="160"/>
                  <ns1:pt x="0" y="160"/>
                </ns1:cubicBezTo>
                <ns1:cubicBezTo>
                  <ns1:pt x="0" y="169"/>
                  <ns1:pt x="7" y="176"/>
                  <ns1:pt x="16" y="176"/>
                </ns1:cubicBezTo>
                <ns1:cubicBezTo>
                  <ns1:pt x="160" y="176"/>
                  <ns1:pt x="160" y="176"/>
                  <ns1:pt x="160" y="176"/>
                </ns1:cubicBezTo>
                <ns1:cubicBezTo>
                  <ns1:pt x="169" y="176"/>
                  <ns1:pt x="176" y="169"/>
                  <ns1:pt x="176" y="160"/>
                </ns1:cubicBezTo>
                <ns1:cubicBezTo>
                  <ns1:pt x="176" y="16"/>
                  <ns1:pt x="176" y="16"/>
                  <ns1:pt x="176" y="16"/>
                </ns1:cubicBezTo>
                <ns1:cubicBezTo>
                  <ns1:pt x="176" y="7"/>
                  <ns1:pt x="169" y="0"/>
                  <ns1:pt x="160" y="0"/>
                </ns1:cubicBezTo>
                <ns1:moveTo>
                  <ns1:pt x="168" y="160"/>
                </ns1:moveTo>
                <ns1:cubicBezTo>
                  <ns1:pt x="168" y="164"/>
                  <ns1:pt x="164" y="168"/>
                  <ns1:pt x="160" y="168"/>
                </ns1:cubicBezTo>
                <ns1:cubicBezTo>
                  <ns1:pt x="16" y="168"/>
                  <ns1:pt x="16" y="168"/>
                  <ns1:pt x="16" y="168"/>
                </ns1:cubicBezTo>
                <ns1:cubicBezTo>
                  <ns1:pt x="12" y="168"/>
                  <ns1:pt x="8" y="164"/>
                  <ns1:pt x="8" y="160"/>
                </ns1:cubicBezTo>
                <ns1:cubicBezTo>
                  <ns1:pt x="8" y="16"/>
                  <ns1:pt x="8" y="16"/>
                  <ns1:pt x="8" y="16"/>
                </ns1:cubicBezTo>
                <ns1:cubicBezTo>
                  <ns1:pt x="8" y="12"/>
                  <ns1:pt x="12" y="8"/>
                  <ns1:pt x="16" y="8"/>
                </ns1:cubicBezTo>
                <ns1:cubicBezTo>
                  <ns1:pt x="160" y="8"/>
                  <ns1:pt x="160" y="8"/>
                  <ns1:pt x="160" y="8"/>
                </ns1:cubicBezTo>
                <ns1:cubicBezTo>
                  <ns1:pt x="164" y="8"/>
                  <ns1:pt x="168" y="12"/>
                  <ns1:pt x="168" y="16"/>
                </ns1:cubicBezTo>
                <ns1:lnTo>
                  <ns1:pt x="168" y="160"/>
                </ns1:lnTo>
                <ns1:close/>
                <ns1:moveTo>
                  <ns1:pt x="88" y="40"/>
                </ns1:moveTo>
                <ns1:cubicBezTo>
                  <ns1:pt x="61" y="40"/>
                  <ns1:pt x="40" y="61"/>
                  <ns1:pt x="40" y="88"/>
                </ns1:cubicBezTo>
                <ns1:cubicBezTo>
                  <ns1:pt x="40" y="115"/>
                  <ns1:pt x="61" y="136"/>
                  <ns1:pt x="88" y="136"/>
                </ns1:cubicBezTo>
                <ns1:cubicBezTo>
                  <ns1:pt x="115" y="136"/>
                  <ns1:pt x="136" y="115"/>
                  <ns1:pt x="136" y="88"/>
                </ns1:cubicBezTo>
                <ns1:cubicBezTo>
                  <ns1:pt x="136" y="61"/>
                  <ns1:pt x="115" y="40"/>
                  <ns1:pt x="88" y="40"/>
                </ns1:cubicBezTo>
                <ns1:moveTo>
                  <ns1:pt x="48" y="88"/>
                </ns1:moveTo>
                <ns1:cubicBezTo>
                  <ns1:pt x="48" y="82"/>
                  <ns1:pt x="49" y="77"/>
                  <ns1:pt x="51" y="72"/>
                </ns1:cubicBezTo>
                <ns1:cubicBezTo>
                  <ns1:pt x="70" y="124"/>
                  <ns1:pt x="70" y="124"/>
                  <ns1:pt x="70" y="124"/>
                </ns1:cubicBezTo>
                <ns1:cubicBezTo>
                  <ns1:pt x="57" y="117"/>
                  <ns1:pt x="48" y="104"/>
                  <ns1:pt x="48" y="88"/>
                </ns1:cubicBezTo>
                <ns1:moveTo>
                  <ns1:pt x="88" y="128"/>
                </ns1:moveTo>
                <ns1:cubicBezTo>
                  <ns1:pt x="84" y="128"/>
                  <ns1:pt x="80" y="127"/>
                  <ns1:pt x="77" y="126"/>
                </ns1:cubicBezTo>
                <ns1:cubicBezTo>
                  <ns1:pt x="89" y="92"/>
                  <ns1:pt x="89" y="92"/>
                  <ns1:pt x="89" y="92"/>
                </ns1:cubicBezTo>
                <ns1:cubicBezTo>
                  <ns1:pt x="89" y="92"/>
                  <ns1:pt x="100" y="121"/>
                  <ns1:pt x="101" y="126"/>
                </ns1:cubicBezTo>
                <ns1:cubicBezTo>
                  <ns1:pt x="97" y="127"/>
                  <ns1:pt x="93" y="128"/>
                  <ns1:pt x="88" y="128"/>
                </ns1:cubicBezTo>
                <ns1:moveTo>
                  <ns1:pt x="94" y="69"/>
                </ns1:moveTo>
                <ns1:cubicBezTo>
                  <ns1:pt x="96" y="69"/>
                  <ns1:pt x="98" y="69"/>
                  <ns1:pt x="98" y="69"/>
                </ns1:cubicBezTo>
                <ns1:cubicBezTo>
                  <ns1:pt x="100" y="68"/>
                  <ns1:pt x="100" y="65"/>
                  <ns1:pt x="98" y="65"/>
                </ns1:cubicBezTo>
                <ns1:cubicBezTo>
                  <ns1:pt x="98" y="65"/>
                  <ns1:pt x="91" y="66"/>
                  <ns1:pt x="87" y="66"/>
                </ns1:cubicBezTo>
                <ns1:cubicBezTo>
                  <ns1:pt x="83" y="66"/>
                  <ns1:pt x="76" y="65"/>
                  <ns1:pt x="76" y="65"/>
                </ns1:cubicBezTo>
                <ns1:cubicBezTo>
                  <ns1:pt x="74" y="65"/>
                  <ns1:pt x="74" y="68"/>
                  <ns1:pt x="76" y="69"/>
                </ns1:cubicBezTo>
                <ns1:cubicBezTo>
                  <ns1:pt x="76" y="69"/>
                  <ns1:pt x="78" y="69"/>
                  <ns1:pt x="80" y="69"/>
                </ns1:cubicBezTo>
                <ns1:cubicBezTo>
                  <ns1:pt x="87" y="86"/>
                  <ns1:pt x="87" y="86"/>
                  <ns1:pt x="87" y="86"/>
                </ns1:cubicBezTo>
                <ns1:cubicBezTo>
                  <ns1:pt x="78" y="113"/>
                  <ns1:pt x="78" y="113"/>
                  <ns1:pt x="78" y="113"/>
                </ns1:cubicBezTo>
                <ns1:cubicBezTo>
                  <ns1:pt x="63" y="69"/>
                  <ns1:pt x="63" y="69"/>
                  <ns1:pt x="63" y="69"/>
                </ns1:cubicBezTo>
                <ns1:cubicBezTo>
                  <ns1:pt x="66" y="69"/>
                  <ns1:pt x="68" y="69"/>
                  <ns1:pt x="68" y="69"/>
                </ns1:cubicBezTo>
                <ns1:cubicBezTo>
                  <ns1:pt x="70" y="68"/>
                  <ns1:pt x="70" y="65"/>
                  <ns1:pt x="67" y="65"/>
                </ns1:cubicBezTo>
                <ns1:cubicBezTo>
                  <ns1:pt x="67" y="65"/>
                  <ns1:pt x="61" y="66"/>
                  <ns1:pt x="57" y="66"/>
                </ns1:cubicBezTo>
                <ns1:cubicBezTo>
                  <ns1:pt x="56" y="66"/>
                  <ns1:pt x="55" y="66"/>
                  <ns1:pt x="55" y="66"/>
                </ns1:cubicBezTo>
                <ns1:cubicBezTo>
                  <ns1:pt x="62" y="55"/>
                  <ns1:pt x="74" y="48"/>
                  <ns1:pt x="88" y="48"/>
                </ns1:cubicBezTo>
                <ns1:cubicBezTo>
                  <ns1:pt x="98" y="48"/>
                  <ns1:pt x="107" y="52"/>
                  <ns1:pt x="114" y="58"/>
                </ns1:cubicBezTo>
                <ns1:cubicBezTo>
                  <ns1:pt x="111" y="58"/>
                  <ns1:pt x="108" y="62"/>
                  <ns1:pt x="108" y="65"/>
                </ns1:cubicBezTo>
                <ns1:cubicBezTo>
                  <ns1:pt x="108" y="69"/>
                  <ns1:pt x="110" y="71"/>
                  <ns1:pt x="112" y="75"/>
                </ns1:cubicBezTo>
                <ns1:cubicBezTo>
                  <ns1:pt x="114" y="77"/>
                  <ns1:pt x="115" y="81"/>
                  <ns1:pt x="115" y="86"/>
                </ns1:cubicBezTo>
                <ns1:cubicBezTo>
                  <ns1:pt x="115" y="89"/>
                  <ns1:pt x="114" y="93"/>
                  <ns1:pt x="112" y="99"/>
                </ns1:cubicBezTo>
                <ns1:cubicBezTo>
                  <ns1:pt x="108" y="113"/>
                  <ns1:pt x="108" y="113"/>
                  <ns1:pt x="108" y="113"/>
                </ns1:cubicBezTo>
                <ns1:lnTo>
                  <ns1:pt x="94" y="69"/>
                </ns1:lnTo>
                <ns1:close/>
                <ns1:moveTo>
                  <ns1:pt x="128" y="88"/>
                </ns1:moveTo>
                <ns1:cubicBezTo>
                  <ns1:pt x="128" y="102"/>
                  <ns1:pt x="120" y="115"/>
                  <ns1:pt x="109" y="122"/>
                </ns1:cubicBezTo>
                <ns1:cubicBezTo>
                  <ns1:pt x="121" y="87"/>
                  <ns1:pt x="121" y="87"/>
                  <ns1:pt x="121" y="87"/>
                </ns1:cubicBezTo>
                <ns1:cubicBezTo>
                  <ns1:pt x="123" y="81"/>
                  <ns1:pt x="124" y="77"/>
                  <ns1:pt x="124" y="73"/>
                </ns1:cubicBezTo>
                <ns1:cubicBezTo>
                  <ns1:pt x="124" y="72"/>
                  <ns1:pt x="124" y="71"/>
                  <ns1:pt x="124" y="70"/>
                </ns1:cubicBezTo>
                <ns1:cubicBezTo>
                  <ns1:pt x="126" y="76"/>
                  <ns1:pt x="128" y="82"/>
                  <ns1:pt x="128" y="88"/>
                </ns1:cubicBezTo>
              </ns1:path>
            </ns1:pathLst>
          </ns1:custGeom>
          <ns1:solidFill>
            <ns1:schemeClr val="tx1"/>
          </ns1:solidFill>
          <ns1:ln>
            <ns1:noFill/>
          </ns1:ln>
          <ns1:extLst/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en-US"/>
          </ns1:p>
        </ns0:txBody>
      </ns0:sp>
      <ns0:sp>
        <ns0:nvSpPr>
          <ns0:cNvPr id="62" name="Freeform 58"/>
          <ns0:cNvSpPr>
            <ns1:spLocks noEditPoints="1"/>
          </ns0:cNvSpPr>
          <ns0:nvPr/>
        </ns0:nvSpPr>
        <ns0:spPr bwMode="auto">
          <ns1:xfrm>
            <ns1:off x="4352925" y="5810251"/>
            <ns1:ext cx="557212" cy="557213"/>
          </ns1:xfrm>
          <ns1:custGeom>
            <ns1:avLst/>
            <ns1:gdLst>
              <ns1:gd name="T0" fmla="*/ 160 w 176"/>
              <ns1:gd name="T1" fmla="*/ 0 h 176"/>
              <ns1:gd name="T2" fmla="*/ 16 w 176"/>
              <ns1:gd name="T3" fmla="*/ 0 h 176"/>
              <ns1:gd name="T4" fmla="*/ 0 w 176"/>
              <ns1:gd name="T5" fmla="*/ 16 h 176"/>
              <ns1:gd name="T6" fmla="*/ 0 w 176"/>
              <ns1:gd name="T7" fmla="*/ 160 h 176"/>
              <ns1:gd name="T8" fmla="*/ 16 w 176"/>
              <ns1:gd name="T9" fmla="*/ 176 h 176"/>
              <ns1:gd name="T10" fmla="*/ 160 w 176"/>
              <ns1:gd name="T11" fmla="*/ 176 h 176"/>
              <ns1:gd name="T12" fmla="*/ 176 w 176"/>
              <ns1:gd name="T13" fmla="*/ 160 h 176"/>
              <ns1:gd name="T14" fmla="*/ 176 w 176"/>
              <ns1:gd name="T15" fmla="*/ 16 h 176"/>
              <ns1:gd name="T16" fmla="*/ 160 w 176"/>
              <ns1:gd name="T17" fmla="*/ 0 h 176"/>
              <ns1:gd name="T18" fmla="*/ 168 w 176"/>
              <ns1:gd name="T19" fmla="*/ 160 h 176"/>
              <ns1:gd name="T20" fmla="*/ 160 w 176"/>
              <ns1:gd name="T21" fmla="*/ 168 h 176"/>
              <ns1:gd name="T22" fmla="*/ 16 w 176"/>
              <ns1:gd name="T23" fmla="*/ 168 h 176"/>
              <ns1:gd name="T24" fmla="*/ 8 w 176"/>
              <ns1:gd name="T25" fmla="*/ 160 h 176"/>
              <ns1:gd name="T26" fmla="*/ 8 w 176"/>
              <ns1:gd name="T27" fmla="*/ 16 h 176"/>
              <ns1:gd name="T28" fmla="*/ 16 w 176"/>
              <ns1:gd name="T29" fmla="*/ 8 h 176"/>
              <ns1:gd name="T30" fmla="*/ 160 w 176"/>
              <ns1:gd name="T31" fmla="*/ 8 h 176"/>
              <ns1:gd name="T32" fmla="*/ 168 w 176"/>
              <ns1:gd name="T33" fmla="*/ 16 h 176"/>
              <ns1:gd name="T34" fmla="*/ 168 w 176"/>
              <ns1:gd name="T35" fmla="*/ 160 h 176"/>
              <ns1:gd name="T36" fmla="*/ 88 w 176"/>
              <ns1:gd name="T37" fmla="*/ 40 h 176"/>
              <ns1:gd name="T38" fmla="*/ 40 w 176"/>
              <ns1:gd name="T39" fmla="*/ 88 h 176"/>
              <ns1:gd name="T40" fmla="*/ 88 w 176"/>
              <ns1:gd name="T41" fmla="*/ 136 h 176"/>
              <ns1:gd name="T42" fmla="*/ 136 w 176"/>
              <ns1:gd name="T43" fmla="*/ 88 h 176"/>
              <ns1:gd name="T44" fmla="*/ 88 w 176"/>
              <ns1:gd name="T45" fmla="*/ 40 h 176"/>
              <ns1:gd name="T46" fmla="*/ 88 w 176"/>
              <ns1:gd name="T47" fmla="*/ 48 h 176"/>
              <ns1:gd name="T48" fmla="*/ 113 w 176"/>
              <ns1:gd name="T49" fmla="*/ 57 h 176"/>
              <ns1:gd name="T50" fmla="*/ 92 w 176"/>
              <ns1:gd name="T51" fmla="*/ 70 h 176"/>
              <ns1:gd name="T52" fmla="*/ 76 w 176"/>
              <ns1:gd name="T53" fmla="*/ 50 h 176"/>
              <ns1:gd name="T54" fmla="*/ 88 w 176"/>
              <ns1:gd name="T55" fmla="*/ 48 h 176"/>
              <ns1:gd name="T56" fmla="*/ 68 w 176"/>
              <ns1:gd name="T57" fmla="*/ 53 h 176"/>
              <ns1:gd name="T58" fmla="*/ 84 w 176"/>
              <ns1:gd name="T59" fmla="*/ 73 h 176"/>
              <ns1:gd name="T60" fmla="*/ 49 w 176"/>
              <ns1:gd name="T61" fmla="*/ 80 h 176"/>
              <ns1:gd name="T62" fmla="*/ 68 w 176"/>
              <ns1:gd name="T63" fmla="*/ 53 h 176"/>
              <ns1:gd name="T64" fmla="*/ 48 w 176"/>
              <ns1:gd name="T65" fmla="*/ 88 h 176"/>
              <ns1:gd name="T66" fmla="*/ 88 w 176"/>
              <ns1:gd name="T67" fmla="*/ 80 h 176"/>
              <ns1:gd name="T68" fmla="*/ 92 w 176"/>
              <ns1:gd name="T69" fmla="*/ 88 h 176"/>
              <ns1:gd name="T70" fmla="*/ 59 w 176"/>
              <ns1:gd name="T71" fmla="*/ 115 h 176"/>
              <ns1:gd name="T72" fmla="*/ 48 w 176"/>
              <ns1:gd name="T73" fmla="*/ 88 h 176"/>
              <ns1:gd name="T74" fmla="*/ 88 w 176"/>
              <ns1:gd name="T75" fmla="*/ 128 h 176"/>
              <ns1:gd name="T76" fmla="*/ 65 w 176"/>
              <ns1:gd name="T77" fmla="*/ 121 h 176"/>
              <ns1:gd name="T78" fmla="*/ 95 w 176"/>
              <ns1:gd name="T79" fmla="*/ 96 h 176"/>
              <ns1:gd name="T80" fmla="*/ 100 w 176"/>
              <ns1:gd name="T81" fmla="*/ 126 h 176"/>
              <ns1:gd name="T82" fmla="*/ 88 w 176"/>
              <ns1:gd name="T83" fmla="*/ 128 h 176"/>
              <ns1:gd name="T84" fmla="*/ 108 w 176"/>
              <ns1:gd name="T85" fmla="*/ 123 h 176"/>
              <ns1:gd name="T86" fmla="*/ 103 w 176"/>
              <ns1:gd name="T87" fmla="*/ 94 h 176"/>
              <ns1:gd name="T88" fmla="*/ 116 w 176"/>
              <ns1:gd name="T89" fmla="*/ 92 h 176"/>
              <ns1:gd name="T90" fmla="*/ 128 w 176"/>
              <ns1:gd name="T91" fmla="*/ 93 h 176"/>
              <ns1:gd name="T92" fmla="*/ 108 w 176"/>
              <ns1:gd name="T93" fmla="*/ 123 h 176"/>
              <ns1:gd name="T94" fmla="*/ 116 w 176"/>
              <ns1:gd name="T95" fmla="*/ 84 h 176"/>
              <ns1:gd name="T96" fmla="*/ 100 w 176"/>
              <ns1:gd name="T97" fmla="*/ 86 h 176"/>
              <ns1:gd name="T98" fmla="*/ 96 w 176"/>
              <ns1:gd name="T99" fmla="*/ 77 h 176"/>
              <ns1:gd name="T100" fmla="*/ 119 w 176"/>
              <ns1:gd name="T101" fmla="*/ 63 h 176"/>
              <ns1:gd name="T102" fmla="*/ 128 w 176"/>
              <ns1:gd name="T103" fmla="*/ 85 h 176"/>
              <ns1:gd name="T104" fmla="*/ 116 w 176"/>
              <ns1:gd name="T105" fmla="*/ 84 h 176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  <ns1:cxn ang="0">
                <ns1:pos x="T32" y="T33"/>
              </ns1:cxn>
              <ns1:cxn ang="0">
                <ns1:pos x="T34" y="T35"/>
              </ns1:cxn>
              <ns1:cxn ang="0">
                <ns1:pos x="T36" y="T37"/>
              </ns1:cxn>
              <ns1:cxn ang="0">
                <ns1:pos x="T38" y="T39"/>
              </ns1:cxn>
              <ns1:cxn ang="0">
                <ns1:pos x="T40" y="T41"/>
              </ns1:cxn>
              <ns1:cxn ang="0">
                <ns1:pos x="T42" y="T43"/>
              </ns1:cxn>
              <ns1:cxn ang="0">
                <ns1:pos x="T44" y="T45"/>
              </ns1:cxn>
              <ns1:cxn ang="0">
                <ns1:pos x="T46" y="T47"/>
              </ns1:cxn>
              <ns1:cxn ang="0">
                <ns1:pos x="T48" y="T49"/>
              </ns1:cxn>
              <ns1:cxn ang="0">
                <ns1:pos x="T50" y="T51"/>
              </ns1:cxn>
              <ns1:cxn ang="0">
                <ns1:pos x="T52" y="T53"/>
              </ns1:cxn>
              <ns1:cxn ang="0">
                <ns1:pos x="T54" y="T55"/>
              </ns1:cxn>
              <ns1:cxn ang="0">
                <ns1:pos x="T56" y="T57"/>
              </ns1:cxn>
              <ns1:cxn ang="0">
                <ns1:pos x="T58" y="T59"/>
              </ns1:cxn>
              <ns1:cxn ang="0">
                <ns1:pos x="T60" y="T61"/>
              </ns1:cxn>
              <ns1:cxn ang="0">
                <ns1:pos x="T62" y="T63"/>
              </ns1:cxn>
              <ns1:cxn ang="0">
                <ns1:pos x="T64" y="T65"/>
              </ns1:cxn>
              <ns1:cxn ang="0">
                <ns1:pos x="T66" y="T67"/>
              </ns1:cxn>
              <ns1:cxn ang="0">
                <ns1:pos x="T68" y="T69"/>
              </ns1:cxn>
              <ns1:cxn ang="0">
                <ns1:pos x="T70" y="T71"/>
              </ns1:cxn>
              <ns1:cxn ang="0">
                <ns1:pos x="T72" y="T73"/>
              </ns1:cxn>
              <ns1:cxn ang="0">
                <ns1:pos x="T74" y="T75"/>
              </ns1:cxn>
              <ns1:cxn ang="0">
                <ns1:pos x="T76" y="T77"/>
              </ns1:cxn>
              <ns1:cxn ang="0">
                <ns1:pos x="T78" y="T79"/>
              </ns1:cxn>
              <ns1:cxn ang="0">
                <ns1:pos x="T80" y="T81"/>
              </ns1:cxn>
              <ns1:cxn ang="0">
                <ns1:pos x="T82" y="T83"/>
              </ns1:cxn>
              <ns1:cxn ang="0">
                <ns1:pos x="T84" y="T85"/>
              </ns1:cxn>
              <ns1:cxn ang="0">
                <ns1:pos x="T86" y="T87"/>
              </ns1:cxn>
              <ns1:cxn ang="0">
                <ns1:pos x="T88" y="T89"/>
              </ns1:cxn>
              <ns1:cxn ang="0">
                <ns1:pos x="T90" y="T91"/>
              </ns1:cxn>
              <ns1:cxn ang="0">
                <ns1:pos x="T92" y="T93"/>
              </ns1:cxn>
              <ns1:cxn ang="0">
                <ns1:pos x="T94" y="T95"/>
              </ns1:cxn>
              <ns1:cxn ang="0">
                <ns1:pos x="T96" y="T97"/>
              </ns1:cxn>
              <ns1:cxn ang="0">
                <ns1:pos x="T98" y="T99"/>
              </ns1:cxn>
              <ns1:cxn ang="0">
                <ns1:pos x="T100" y="T101"/>
              </ns1:cxn>
              <ns1:cxn ang="0">
                <ns1:pos x="T102" y="T103"/>
              </ns1:cxn>
              <ns1:cxn ang="0">
                <ns1:pos x="T104" y="T105"/>
              </ns1:cxn>
            </ns1:cxnLst>
            <ns1:rect l="0" t="0" r="r" b="b"/>
            <ns1:pathLst>
              <ns1:path w="176" h="176">
                <ns1:moveTo>
                  <ns1:pt x="160" y="0"/>
                </ns1:moveTo>
                <ns1:cubicBezTo>
                  <ns1:pt x="16" y="0"/>
                  <ns1:pt x="16" y="0"/>
                  <ns1:pt x="16" y="0"/>
                </ns1:cubicBezTo>
                <ns1:cubicBezTo>
                  <ns1:pt x="7" y="0"/>
                  <ns1:pt x="0" y="7"/>
                  <ns1:pt x="0" y="16"/>
                </ns1:cubicBezTo>
                <ns1:cubicBezTo>
                  <ns1:pt x="0" y="160"/>
                  <ns1:pt x="0" y="160"/>
                  <ns1:pt x="0" y="160"/>
                </ns1:cubicBezTo>
                <ns1:cubicBezTo>
                  <ns1:pt x="0" y="169"/>
                  <ns1:pt x="7" y="176"/>
                  <ns1:pt x="16" y="176"/>
                </ns1:cubicBezTo>
                <ns1:cubicBezTo>
                  <ns1:pt x="160" y="176"/>
                  <ns1:pt x="160" y="176"/>
                  <ns1:pt x="160" y="176"/>
                </ns1:cubicBezTo>
                <ns1:cubicBezTo>
                  <ns1:pt x="169" y="176"/>
                  <ns1:pt x="176" y="169"/>
                  <ns1:pt x="176" y="160"/>
                </ns1:cubicBezTo>
                <ns1:cubicBezTo>
                  <ns1:pt x="176" y="16"/>
                  <ns1:pt x="176" y="16"/>
                  <ns1:pt x="176" y="16"/>
                </ns1:cubicBezTo>
                <ns1:cubicBezTo>
                  <ns1:pt x="176" y="7"/>
                  <ns1:pt x="169" y="0"/>
                  <ns1:pt x="160" y="0"/>
                </ns1:cubicBezTo>
                <ns1:moveTo>
                  <ns1:pt x="168" y="160"/>
                </ns1:moveTo>
                <ns1:cubicBezTo>
                  <ns1:pt x="168" y="164"/>
                  <ns1:pt x="164" y="168"/>
                  <ns1:pt x="160" y="168"/>
                </ns1:cubicBezTo>
                <ns1:cubicBezTo>
                  <ns1:pt x="16" y="168"/>
                  <ns1:pt x="16" y="168"/>
                  <ns1:pt x="16" y="168"/>
                </ns1:cubicBezTo>
                <ns1:cubicBezTo>
                  <ns1:pt x="12" y="168"/>
                  <ns1:pt x="8" y="164"/>
                  <ns1:pt x="8" y="160"/>
                </ns1:cubicBezTo>
                <ns1:cubicBezTo>
                  <ns1:pt x="8" y="16"/>
                  <ns1:pt x="8" y="16"/>
                  <ns1:pt x="8" y="16"/>
                </ns1:cubicBezTo>
                <ns1:cubicBezTo>
                  <ns1:pt x="8" y="12"/>
                  <ns1:pt x="12" y="8"/>
                  <ns1:pt x="16" y="8"/>
                </ns1:cubicBezTo>
                <ns1:cubicBezTo>
                  <ns1:pt x="160" y="8"/>
                  <ns1:pt x="160" y="8"/>
                  <ns1:pt x="160" y="8"/>
                </ns1:cubicBezTo>
                <ns1:cubicBezTo>
                  <ns1:pt x="164" y="8"/>
                  <ns1:pt x="168" y="12"/>
                  <ns1:pt x="168" y="16"/>
                </ns1:cubicBezTo>
                <ns1:lnTo>
                  <ns1:pt x="168" y="160"/>
                </ns1:lnTo>
                <ns1:close/>
                <ns1:moveTo>
                  <ns1:pt x="88" y="40"/>
                </ns1:moveTo>
                <ns1:cubicBezTo>
                  <ns1:pt x="61" y="40"/>
                  <ns1:pt x="40" y="61"/>
                  <ns1:pt x="40" y="88"/>
                </ns1:cubicBezTo>
                <ns1:cubicBezTo>
                  <ns1:pt x="40" y="115"/>
                  <ns1:pt x="61" y="136"/>
                  <ns1:pt x="88" y="136"/>
                </ns1:cubicBezTo>
                <ns1:cubicBezTo>
                  <ns1:pt x="115" y="136"/>
                  <ns1:pt x="136" y="115"/>
                  <ns1:pt x="136" y="88"/>
                </ns1:cubicBezTo>
                <ns1:cubicBezTo>
                  <ns1:pt x="136" y="61"/>
                  <ns1:pt x="115" y="40"/>
                  <ns1:pt x="88" y="40"/>
                </ns1:cubicBezTo>
                <ns1:moveTo>
                  <ns1:pt x="88" y="48"/>
                </ns1:moveTo>
                <ns1:cubicBezTo>
                  <ns1:pt x="98" y="48"/>
                  <ns1:pt x="106" y="51"/>
                  <ns1:pt x="113" y="57"/>
                </ns1:cubicBezTo>
                <ns1:cubicBezTo>
                  <ns1:pt x="107" y="62"/>
                  <ns1:pt x="100" y="67"/>
                  <ns1:pt x="92" y="70"/>
                </ns1:cubicBezTo>
                <ns1:cubicBezTo>
                  <ns1:pt x="87" y="63"/>
                  <ns1:pt x="82" y="56"/>
                  <ns1:pt x="76" y="50"/>
                </ns1:cubicBezTo>
                <ns1:cubicBezTo>
                  <ns1:pt x="80" y="49"/>
                  <ns1:pt x="84" y="48"/>
                  <ns1:pt x="88" y="48"/>
                </ns1:cubicBezTo>
                <ns1:moveTo>
                  <ns1:pt x="68" y="53"/>
                </ns1:moveTo>
                <ns1:cubicBezTo>
                  <ns1:pt x="74" y="59"/>
                  <ns1:pt x="80" y="66"/>
                  <ns1:pt x="84" y="73"/>
                </ns1:cubicBezTo>
                <ns1:cubicBezTo>
                  <ns1:pt x="73" y="77"/>
                  <ns1:pt x="61" y="80"/>
                  <ns1:pt x="49" y="80"/>
                </ns1:cubicBezTo>
                <ns1:cubicBezTo>
                  <ns1:pt x="51" y="69"/>
                  <ns1:pt x="58" y="59"/>
                  <ns1:pt x="68" y="53"/>
                </ns1:cubicBezTo>
                <ns1:moveTo>
                  <ns1:pt x="48" y="88"/>
                </ns1:moveTo>
                <ns1:cubicBezTo>
                  <ns1:pt x="62" y="88"/>
                  <ns1:pt x="76" y="85"/>
                  <ns1:pt x="88" y="80"/>
                </ns1:cubicBezTo>
                <ns1:cubicBezTo>
                  <ns1:pt x="90" y="83"/>
                  <ns1:pt x="91" y="86"/>
                  <ns1:pt x="92" y="88"/>
                </ns1:cubicBezTo>
                <ns1:cubicBezTo>
                  <ns1:pt x="78" y="94"/>
                  <ns1:pt x="67" y="103"/>
                  <ns1:pt x="59" y="115"/>
                </ns1:cubicBezTo>
                <ns1:cubicBezTo>
                  <ns1:pt x="52" y="108"/>
                  <ns1:pt x="48" y="99"/>
                  <ns1:pt x="48" y="88"/>
                </ns1:cubicBezTo>
                <ns1:moveTo>
                  <ns1:pt x="88" y="128"/>
                </ns1:moveTo>
                <ns1:cubicBezTo>
                  <ns1:pt x="79" y="128"/>
                  <ns1:pt x="71" y="125"/>
                  <ns1:pt x="65" y="121"/>
                </ns1:cubicBezTo>
                <ns1:cubicBezTo>
                  <ns1:pt x="72" y="109"/>
                  <ns1:pt x="82" y="101"/>
                  <ns1:pt x="95" y="96"/>
                </ns1:cubicBezTo>
                <ns1:cubicBezTo>
                  <ns1:pt x="98" y="105"/>
                  <ns1:pt x="100" y="116"/>
                  <ns1:pt x="100" y="126"/>
                </ns1:cubicBezTo>
                <ns1:cubicBezTo>
                  <ns1:pt x="96" y="127"/>
                  <ns1:pt x="92" y="128"/>
                  <ns1:pt x="88" y="128"/>
                </ns1:cubicBezTo>
                <ns1:moveTo>
                  <ns1:pt x="108" y="123"/>
                </ns1:moveTo>
                <ns1:cubicBezTo>
                  <ns1:pt x="107" y="113"/>
                  <ns1:pt x="106" y="103"/>
                  <ns1:pt x="103" y="94"/>
                </ns1:cubicBezTo>
                <ns1:cubicBezTo>
                  <ns1:pt x="107" y="93"/>
                  <ns1:pt x="111" y="92"/>
                  <ns1:pt x="116" y="92"/>
                </ns1:cubicBezTo>
                <ns1:cubicBezTo>
                  <ns1:pt x="120" y="92"/>
                  <ns1:pt x="124" y="93"/>
                  <ns1:pt x="128" y="93"/>
                </ns1:cubicBezTo>
                <ns1:cubicBezTo>
                  <ns1:pt x="126" y="106"/>
                  <ns1:pt x="118" y="117"/>
                  <ns1:pt x="108" y="123"/>
                </ns1:cubicBezTo>
                <ns1:moveTo>
                  <ns1:pt x="116" y="84"/>
                </ns1:moveTo>
                <ns1:cubicBezTo>
                  <ns1:pt x="110" y="84"/>
                  <ns1:pt x="105" y="85"/>
                  <ns1:pt x="100" y="86"/>
                </ns1:cubicBezTo>
                <ns1:cubicBezTo>
                  <ns1:pt x="99" y="83"/>
                  <ns1:pt x="97" y="80"/>
                  <ns1:pt x="96" y="77"/>
                </ns1:cubicBezTo>
                <ns1:cubicBezTo>
                  <ns1:pt x="104" y="73"/>
                  <ns1:pt x="112" y="68"/>
                  <ns1:pt x="119" y="63"/>
                </ns1:cubicBezTo>
                <ns1:cubicBezTo>
                  <ns1:pt x="124" y="69"/>
                  <ns1:pt x="127" y="77"/>
                  <ns1:pt x="128" y="85"/>
                </ns1:cubicBezTo>
                <ns1:cubicBezTo>
                  <ns1:pt x="124" y="84"/>
                  <ns1:pt x="120" y="84"/>
                  <ns1:pt x="116" y="84"/>
                </ns1:cubicBezTo>
              </ns1:path>
            </ns1:pathLst>
          </ns1:custGeom>
          <ns1:solidFill>
            <ns1:schemeClr val="tx1"/>
          </ns1:solidFill>
          <ns1:ln>
            <ns1:noFill/>
          </ns1:ln>
          <ns1:extLst/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en-US"/>
          </ns1:p>
        </ns0:txBody>
      </ns0:sp>
      <ns0:sp>
        <ns0:nvSpPr>
          <ns0:cNvPr id="63" name="Freeform 59"/>
          <ns0:cNvSpPr>
            <ns1:spLocks noEditPoints="1"/>
          </ns0:cNvSpPr>
          <ns0:nvPr/>
        </ns0:nvSpPr>
        <ns0:spPr bwMode="auto">
          <ns1:xfrm>
            <ns1:off x="5467350" y="5810251"/>
            <ns1:ext cx="455612" cy="557213"/>
          </ns1:xfrm>
          <ns1:custGeom>
            <ns1:avLst/>
            <ns1:gdLst>
              <ns1:gd name="T0" fmla="*/ 66 w 144"/>
              <ns1:gd name="T1" fmla="*/ 105 h 176"/>
              <ns1:gd name="T2" fmla="*/ 77 w 144"/>
              <ns1:gd name="T3" fmla="*/ 103 h 176"/>
              <ns1:gd name="T4" fmla="*/ 71 w 144"/>
              <ns1:gd name="T5" fmla="*/ 96 h 176"/>
              <ns1:gd name="T6" fmla="*/ 68 w 144"/>
              <ns1:gd name="T7" fmla="*/ 115 h 176"/>
              <ns1:gd name="T8" fmla="*/ 68 w 144"/>
              <ns1:gd name="T9" fmla="*/ 123 h 176"/>
              <ns1:gd name="T10" fmla="*/ 59 w 144"/>
              <ns1:gd name="T11" fmla="*/ 127 h 176"/>
              <ns1:gd name="T12" fmla="*/ 79 w 144"/>
              <ns1:gd name="T13" fmla="*/ 119 h 176"/>
              <ns1:gd name="T14" fmla="*/ 45 w 144"/>
              <ns1:gd name="T15" fmla="*/ 96 h 176"/>
              <ns1:gd name="T16" fmla="*/ 36 w 144"/>
              <ns1:gd name="T17" fmla="*/ 128 h 176"/>
              <ns1:gd name="T18" fmla="*/ 43 w 144"/>
              <ns1:gd name="T19" fmla="*/ 117 h 176"/>
              <ns1:gd name="T20" fmla="*/ 55 w 144"/>
              <ns1:gd name="T21" fmla="*/ 113 h 176"/>
              <ns1:gd name="T22" fmla="*/ 54 w 144"/>
              <ns1:gd name="T23" fmla="*/ 99 h 176"/>
              <ns1:gd name="T24" fmla="*/ 45 w 144"/>
              <ns1:gd name="T25" fmla="*/ 111 h 176"/>
              <ns1:gd name="T26" fmla="*/ 43 w 144"/>
              <ns1:gd name="T27" fmla="*/ 102 h 176"/>
              <ns1:gd name="T28" fmla="*/ 51 w 144"/>
              <ns1:gd name="T29" fmla="*/ 106 h 176"/>
              <ns1:gd name="T30" fmla="*/ 104 w 144"/>
              <ns1:gd name="T31" fmla="*/ 0 h 176"/>
              <ns1:gd name="T32" fmla="*/ 0 w 144"/>
              <ns1:gd name="T33" fmla="*/ 16 h 176"/>
              <ns1:gd name="T34" fmla="*/ 16 w 144"/>
              <ns1:gd name="T35" fmla="*/ 176 h 176"/>
              <ns1:gd name="T36" fmla="*/ 144 w 144"/>
              <ns1:gd name="T37" fmla="*/ 160 h 176"/>
              <ns1:gd name="T38" fmla="*/ 104 w 144"/>
              <ns1:gd name="T39" fmla="*/ 0 h 176"/>
              <ns1:gd name="T40" fmla="*/ 128 w 144"/>
              <ns1:gd name="T41" fmla="*/ 168 h 176"/>
              <ns1:gd name="T42" fmla="*/ 8 w 144"/>
              <ns1:gd name="T43" fmla="*/ 160 h 176"/>
              <ns1:gd name="T44" fmla="*/ 16 w 144"/>
              <ns1:gd name="T45" fmla="*/ 8 h 176"/>
              <ns1:gd name="T46" fmla="*/ 88 w 144"/>
              <ns1:gd name="T47" fmla="*/ 48 h 176"/>
              <ns1:gd name="T48" fmla="*/ 136 w 144"/>
              <ns1:gd name="T49" fmla="*/ 56 h 176"/>
              <ns1:gd name="T50" fmla="*/ 96 w 144"/>
              <ns1:gd name="T51" fmla="*/ 48 h 176"/>
              <ns1:gd name="T52" fmla="*/ 100 w 144"/>
              <ns1:gd name="T53" fmla="*/ 8 h 176"/>
              <ns1:gd name="T54" fmla="*/ 96 w 144"/>
              <ns1:gd name="T55" fmla="*/ 48 h 176"/>
              <ns1:gd name="T56" fmla="*/ 84 w 144"/>
              <ns1:gd name="T57" fmla="*/ 128 h 176"/>
              <ns1:gd name="T58" fmla="*/ 106 w 144"/>
              <ns1:gd name="T59" fmla="*/ 124 h 176"/>
              <ns1:gd name="T60" fmla="*/ 105 w 144"/>
              <ns1:gd name="T61" fmla="*/ 99 h 176"/>
              <ns1:gd name="T62" fmla="*/ 84 w 144"/>
              <ns1:gd name="T63" fmla="*/ 97 h 176"/>
              <ns1:gd name="T64" fmla="*/ 93 w 144"/>
              <ns1:gd name="T65" fmla="*/ 123 h 176"/>
              <ns1:gd name="T66" fmla="*/ 91 w 144"/>
              <ns1:gd name="T67" fmla="*/ 102 h 176"/>
              <ns1:gd name="T68" fmla="*/ 103 w 144"/>
              <ns1:gd name="T69" fmla="*/ 112 h 176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  <ns1:cxn ang="0">
                <ns1:pos x="T32" y="T33"/>
              </ns1:cxn>
              <ns1:cxn ang="0">
                <ns1:pos x="T34" y="T35"/>
              </ns1:cxn>
              <ns1:cxn ang="0">
                <ns1:pos x="T36" y="T37"/>
              </ns1:cxn>
              <ns1:cxn ang="0">
                <ns1:pos x="T38" y="T39"/>
              </ns1:cxn>
              <ns1:cxn ang="0">
                <ns1:pos x="T40" y="T41"/>
              </ns1:cxn>
              <ns1:cxn ang="0">
                <ns1:pos x="T42" y="T43"/>
              </ns1:cxn>
              <ns1:cxn ang="0">
                <ns1:pos x="T44" y="T45"/>
              </ns1:cxn>
              <ns1:cxn ang="0">
                <ns1:pos x="T46" y="T47"/>
              </ns1:cxn>
              <ns1:cxn ang="0">
                <ns1:pos x="T48" y="T49"/>
              </ns1:cxn>
              <ns1:cxn ang="0">
                <ns1:pos x="T50" y="T51"/>
              </ns1:cxn>
              <ns1:cxn ang="0">
                <ns1:pos x="T52" y="T53"/>
              </ns1:cxn>
              <ns1:cxn ang="0">
                <ns1:pos x="T54" y="T55"/>
              </ns1:cxn>
              <ns1:cxn ang="0">
                <ns1:pos x="T56" y="T57"/>
              </ns1:cxn>
              <ns1:cxn ang="0">
                <ns1:pos x="T58" y="T59"/>
              </ns1:cxn>
              <ns1:cxn ang="0">
                <ns1:pos x="T60" y="T61"/>
              </ns1:cxn>
              <ns1:cxn ang="0">
                <ns1:pos x="T62" y="T63"/>
              </ns1:cxn>
              <ns1:cxn ang="0">
                <ns1:pos x="T64" y="T65"/>
              </ns1:cxn>
              <ns1:cxn ang="0">
                <ns1:pos x="T66" y="T67"/>
              </ns1:cxn>
              <ns1:cxn ang="0">
                <ns1:pos x="T68" y="T69"/>
              </ns1:cxn>
            </ns1:cxnLst>
            <ns1:rect l="0" t="0" r="r" b="b"/>
            <ns1:pathLst>
              <ns1:path w="144" h="176">
                <ns1:moveTo>
                  <ns1:pt x="72" y="109"/>
                </ns1:moveTo>
                <ns1:cubicBezTo>
                  <ns1:pt x="68" y="108"/>
                  <ns1:pt x="66" y="107"/>
                  <ns1:pt x="66" y="105"/>
                </ns1:cubicBezTo>
                <ns1:cubicBezTo>
                  <ns1:pt x="66" y="103"/>
                  <ns1:pt x="68" y="102"/>
                  <ns1:pt x="71" y="102"/>
                </ns1:cubicBezTo>
                <ns1:cubicBezTo>
                  <ns1:pt x="73" y="102"/>
                  <ns1:pt x="76" y="103"/>
                  <ns1:pt x="77" y="103"/>
                </ns1:cubicBezTo>
                <ns1:cubicBezTo>
                  <ns1:pt x="78" y="97"/>
                  <ns1:pt x="78" y="97"/>
                  <ns1:pt x="78" y="97"/>
                </ns1:cubicBezTo>
                <ns1:cubicBezTo>
                  <ns1:pt x="77" y="97"/>
                  <ns1:pt x="74" y="96"/>
                  <ns1:pt x="71" y="96"/>
                </ns1:cubicBezTo>
                <ns1:cubicBezTo>
                  <ns1:pt x="64" y="96"/>
                  <ns1:pt x="59" y="100"/>
                  <ns1:pt x="59" y="105"/>
                </ns1:cubicBezTo>
                <ns1:cubicBezTo>
                  <ns1:pt x="59" y="110"/>
                  <ns1:pt x="63" y="113"/>
                  <ns1:pt x="68" y="115"/>
                </ns1:cubicBezTo>
                <ns1:cubicBezTo>
                  <ns1:pt x="71" y="116"/>
                  <ns1:pt x="73" y="117"/>
                  <ns1:pt x="73" y="119"/>
                </ns1:cubicBezTo>
                <ns1:cubicBezTo>
                  <ns1:pt x="73" y="121"/>
                  <ns1:pt x="71" y="123"/>
                  <ns1:pt x="68" y="123"/>
                </ns1:cubicBezTo>
                <ns1:cubicBezTo>
                  <ns1:pt x="65" y="123"/>
                  <ns1:pt x="62" y="122"/>
                  <ns1:pt x="60" y="121"/>
                </ns1:cubicBezTo>
                <ns1:cubicBezTo>
                  <ns1:pt x="59" y="127"/>
                  <ns1:pt x="59" y="127"/>
                  <ns1:pt x="59" y="127"/>
                </ns1:cubicBezTo>
                <ns1:cubicBezTo>
                  <ns1:pt x="61" y="128"/>
                  <ns1:pt x="64" y="128"/>
                  <ns1:pt x="67" y="128"/>
                </ns1:cubicBezTo>
                <ns1:cubicBezTo>
                  <ns1:pt x="76" y="128"/>
                  <ns1:pt x="79" y="124"/>
                  <ns1:pt x="79" y="119"/>
                </ns1:cubicBezTo>
                <ns1:cubicBezTo>
                  <ns1:pt x="79" y="114"/>
                  <ns1:pt x="77" y="111"/>
                  <ns1:pt x="72" y="109"/>
                </ns1:cubicBezTo>
                <ns1:moveTo>
                  <ns1:pt x="45" y="96"/>
                </ns1:moveTo>
                <ns1:cubicBezTo>
                  <ns1:pt x="41" y="96"/>
                  <ns1:pt x="38" y="96"/>
                  <ns1:pt x="36" y="97"/>
                </ns1:cubicBezTo>
                <ns1:cubicBezTo>
                  <ns1:pt x="36" y="128"/>
                  <ns1:pt x="36" y="128"/>
                  <ns1:pt x="36" y="128"/>
                </ns1:cubicBezTo>
                <ns1:cubicBezTo>
                  <ns1:pt x="43" y="128"/>
                  <ns1:pt x="43" y="128"/>
                  <ns1:pt x="43" y="128"/>
                </ns1:cubicBezTo>
                <ns1:cubicBezTo>
                  <ns1:pt x="43" y="117"/>
                  <ns1:pt x="43" y="117"/>
                  <ns1:pt x="43" y="117"/>
                </ns1:cubicBezTo>
                <ns1:cubicBezTo>
                  <ns1:pt x="43" y="117"/>
                  <ns1:pt x="44" y="117"/>
                  <ns1:pt x="45" y="117"/>
                </ns1:cubicBezTo>
                <ns1:cubicBezTo>
                  <ns1:pt x="49" y="117"/>
                  <ns1:pt x="53" y="116"/>
                  <ns1:pt x="55" y="113"/>
                </ns1:cubicBezTo>
                <ns1:cubicBezTo>
                  <ns1:pt x="57" y="112"/>
                  <ns1:pt x="58" y="109"/>
                  <ns1:pt x="58" y="106"/>
                </ns1:cubicBezTo>
                <ns1:cubicBezTo>
                  <ns1:pt x="58" y="103"/>
                  <ns1:pt x="56" y="100"/>
                  <ns1:pt x="54" y="99"/>
                </ns1:cubicBezTo>
                <ns1:cubicBezTo>
                  <ns1:pt x="52" y="97"/>
                  <ns1:pt x="49" y="96"/>
                  <ns1:pt x="45" y="96"/>
                </ns1:cubicBezTo>
                <ns1:moveTo>
                  <ns1:pt x="45" y="111"/>
                </ns1:moveTo>
                <ns1:cubicBezTo>
                  <ns1:pt x="44" y="111"/>
                  <ns1:pt x="43" y="111"/>
                  <ns1:pt x="43" y="111"/>
                </ns1:cubicBezTo>
                <ns1:cubicBezTo>
                  <ns1:pt x="43" y="102"/>
                  <ns1:pt x="43" y="102"/>
                  <ns1:pt x="43" y="102"/>
                </ns1:cubicBezTo>
                <ns1:cubicBezTo>
                  <ns1:pt x="43" y="102"/>
                  <ns1:pt x="44" y="101"/>
                  <ns1:pt x="46" y="101"/>
                </ns1:cubicBezTo>
                <ns1:cubicBezTo>
                  <ns1:pt x="49" y="101"/>
                  <ns1:pt x="51" y="103"/>
                  <ns1:pt x="51" y="106"/>
                </ns1:cubicBezTo>
                <ns1:cubicBezTo>
                  <ns1:pt x="51" y="109"/>
                  <ns1:pt x="49" y="111"/>
                  <ns1:pt x="45" y="111"/>
                </ns1:cubicBezTo>
                <ns1:moveTo>
                  <ns1:pt x="104" y="0"/>
                </ns1:moveTo>
                <ns1:cubicBezTo>
                  <ns1:pt x="16" y="0"/>
                  <ns1:pt x="16" y="0"/>
                  <ns1:pt x="16" y="0"/>
                </ns1:cubicBezTo>
                <ns1:cubicBezTo>
                  <ns1:pt x="7" y="0"/>
                  <ns1:pt x="0" y="7"/>
                  <ns1:pt x="0" y="16"/>
                </ns1:cubicBezTo>
                <ns1:cubicBezTo>
                  <ns1:pt x="0" y="160"/>
                  <ns1:pt x="0" y="160"/>
                  <ns1:pt x="0" y="160"/>
                </ns1:cubicBezTo>
                <ns1:cubicBezTo>
                  <ns1:pt x="0" y="169"/>
                  <ns1:pt x="7" y="176"/>
                  <ns1:pt x="16" y="176"/>
                </ns1:cubicBezTo>
                <ns1:cubicBezTo>
                  <ns1:pt x="128" y="176"/>
                  <ns1:pt x="128" y="176"/>
                  <ns1:pt x="128" y="176"/>
                </ns1:cubicBezTo>
                <ns1:cubicBezTo>
                  <ns1:pt x="137" y="176"/>
                  <ns1:pt x="144" y="169"/>
                  <ns1:pt x="144" y="160"/>
                </ns1:cubicBezTo>
                <ns1:cubicBezTo>
                  <ns1:pt x="144" y="44"/>
                  <ns1:pt x="144" y="44"/>
                  <ns1:pt x="144" y="44"/>
                </ns1:cubicBezTo>
                <ns1:lnTo>
                  <ns1:pt x="104" y="0"/>
                </ns1:lnTo>
                <ns1:close/>
                <ns1:moveTo>
                  <ns1:pt x="136" y="160"/>
                </ns1:moveTo>
                <ns1:cubicBezTo>
                  <ns1:pt x="136" y="164"/>
                  <ns1:pt x="132" y="168"/>
                  <ns1:pt x="128" y="168"/>
                </ns1:cubicBezTo>
                <ns1:cubicBezTo>
                  <ns1:pt x="16" y="168"/>
                  <ns1:pt x="16" y="168"/>
                  <ns1:pt x="16" y="168"/>
                </ns1:cubicBezTo>
                <ns1:cubicBezTo>
                  <ns1:pt x="12" y="168"/>
                  <ns1:pt x="8" y="164"/>
                  <ns1:pt x="8" y="160"/>
                </ns1:cubicBezTo>
                <ns1:cubicBezTo>
                  <ns1:pt x="8" y="16"/>
                  <ns1:pt x="8" y="16"/>
                  <ns1:pt x="8" y="16"/>
                </ns1:cubicBezTo>
                <ns1:cubicBezTo>
                  <ns1:pt x="8" y="12"/>
                  <ns1:pt x="12" y="8"/>
                  <ns1:pt x="16" y="8"/>
                </ns1:cubicBezTo>
                <ns1:cubicBezTo>
                  <ns1:pt x="88" y="8"/>
                  <ns1:pt x="88" y="8"/>
                  <ns1:pt x="88" y="8"/>
                </ns1:cubicBezTo>
                <ns1:cubicBezTo>
                  <ns1:pt x="88" y="48"/>
                  <ns1:pt x="88" y="48"/>
                  <ns1:pt x="88" y="48"/>
                </ns1:cubicBezTo>
                <ns1:cubicBezTo>
                  <ns1:pt x="88" y="52"/>
                  <ns1:pt x="92" y="56"/>
                  <ns1:pt x="96" y="56"/>
                </ns1:cubicBezTo>
                <ns1:cubicBezTo>
                  <ns1:pt x="136" y="56"/>
                  <ns1:pt x="136" y="56"/>
                  <ns1:pt x="136" y="56"/>
                </ns1:cubicBezTo>
                <ns1:lnTo>
                  <ns1:pt x="136" y="160"/>
                </ns1:lnTo>
                <ns1:close/>
                <ns1:moveTo>
                  <ns1:pt x="96" y="48"/>
                </ns1:moveTo>
                <ns1:cubicBezTo>
                  <ns1:pt x="96" y="8"/>
                  <ns1:pt x="96" y="8"/>
                  <ns1:pt x="96" y="8"/>
                </ns1:cubicBezTo>
                <ns1:cubicBezTo>
                  <ns1:pt x="100" y="8"/>
                  <ns1:pt x="100" y="8"/>
                  <ns1:pt x="100" y="8"/>
                </ns1:cubicBezTo>
                <ns1:cubicBezTo>
                  <ns1:pt x="136" y="48"/>
                  <ns1:pt x="136" y="48"/>
                  <ns1:pt x="136" y="48"/>
                </ns1:cubicBezTo>
                <ns1:lnTo>
                  <ns1:pt x="96" y="48"/>
                </ns1:lnTo>
                <ns1:close/>
                <ns1:moveTo>
                  <ns1:pt x="84" y="97"/>
                </ns1:moveTo>
                <ns1:cubicBezTo>
                  <ns1:pt x="84" y="128"/>
                  <ns1:pt x="84" y="128"/>
                  <ns1:pt x="84" y="128"/>
                </ns1:cubicBezTo>
                <ns1:cubicBezTo>
                  <ns1:pt x="86" y="128"/>
                  <ns1:pt x="88" y="128"/>
                  <ns1:pt x="92" y="128"/>
                </ns1:cubicBezTo>
                <ns1:cubicBezTo>
                  <ns1:pt x="98" y="128"/>
                  <ns1:pt x="102" y="127"/>
                  <ns1:pt x="106" y="124"/>
                </ns1:cubicBezTo>
                <ns1:cubicBezTo>
                  <ns1:pt x="108" y="122"/>
                  <ns1:pt x="110" y="117"/>
                  <ns1:pt x="110" y="111"/>
                </ns1:cubicBezTo>
                <ns1:cubicBezTo>
                  <ns1:pt x="110" y="106"/>
                  <ns1:pt x="109" y="102"/>
                  <ns1:pt x="105" y="99"/>
                </ns1:cubicBezTo>
                <ns1:cubicBezTo>
                  <ns1:pt x="103" y="97"/>
                  <ns1:pt x="99" y="96"/>
                  <ns1:pt x="93" y="96"/>
                </ns1:cubicBezTo>
                <ns1:cubicBezTo>
                  <ns1:pt x="90" y="96"/>
                  <ns1:pt x="87" y="96"/>
                  <ns1:pt x="84" y="97"/>
                </ns1:cubicBezTo>
                <ns1:moveTo>
                  <ns1:pt x="103" y="112"/>
                </ns1:moveTo>
                <ns1:cubicBezTo>
                  <ns1:pt x="103" y="119"/>
                  <ns1:pt x="99" y="123"/>
                  <ns1:pt x="93" y="123"/>
                </ns1:cubicBezTo>
                <ns1:cubicBezTo>
                  <ns1:pt x="92" y="123"/>
                  <ns1:pt x="92" y="123"/>
                  <ns1:pt x="91" y="123"/>
                </ns1:cubicBezTo>
                <ns1:cubicBezTo>
                  <ns1:pt x="91" y="102"/>
                  <ns1:pt x="91" y="102"/>
                  <ns1:pt x="91" y="102"/>
                </ns1:cubicBezTo>
                <ns1:cubicBezTo>
                  <ns1:pt x="92" y="102"/>
                  <ns1:pt x="93" y="102"/>
                  <ns1:pt x="94" y="102"/>
                </ns1:cubicBezTo>
                <ns1:cubicBezTo>
                  <ns1:pt x="100" y="102"/>
                  <ns1:pt x="103" y="105"/>
                  <ns1:pt x="103" y="112"/>
                </ns1:cubicBezTo>
              </ns1:path>
            </ns1:pathLst>
          </ns1:custGeom>
          <ns1:solidFill>
            <ns1:schemeClr val="tx1"/>
          </ns1:solidFill>
          <ns1:ln>
            <ns1:noFill/>
          </ns1:ln>
          <ns1:extLst/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en-US"/>
          </ns1:p>
        </ns0:txBody>
      </ns0:sp>
      <ns0:sp>
        <ns0:nvSpPr>
          <ns0:cNvPr id="64" name="Freeform 60"/>
          <ns0:cNvSpPr>
            <ns1:spLocks noEditPoints="1"/>
          </ns0:cNvSpPr>
          <ns0:nvPr/>
        </ns0:nvSpPr>
        <ns0:spPr bwMode="auto">
          <ns1:xfrm>
            <ns1:off x="6530975" y="5810251"/>
            <ns1:ext cx="455612" cy="557213"/>
          </ns1:xfrm>
          <ns1:custGeom>
            <ns1:avLst/>
            <ns1:gdLst>
              <ns1:gd name="T0" fmla="*/ 63 w 144"/>
              <ns1:gd name="T1" fmla="*/ 96 h 176"/>
              <ns1:gd name="T2" fmla="*/ 54 w 144"/>
              <ns1:gd name="T3" fmla="*/ 128 h 176"/>
              <ns1:gd name="T4" fmla="*/ 61 w 144"/>
              <ns1:gd name="T5" fmla="*/ 128 h 176"/>
              <ns1:gd name="T6" fmla="*/ 63 w 144"/>
              <ns1:gd name="T7" fmla="*/ 120 h 176"/>
              <ns1:gd name="T8" fmla="*/ 72 w 144"/>
              <ns1:gd name="T9" fmla="*/ 120 h 176"/>
              <ns1:gd name="T10" fmla="*/ 74 w 144"/>
              <ns1:gd name="T11" fmla="*/ 128 h 176"/>
              <ns1:gd name="T12" fmla="*/ 81 w 144"/>
              <ns1:gd name="T13" fmla="*/ 128 h 176"/>
              <ns1:gd name="T14" fmla="*/ 72 w 144"/>
              <ns1:gd name="T15" fmla="*/ 96 h 176"/>
              <ns1:gd name="T16" fmla="*/ 63 w 144"/>
              <ns1:gd name="T17" fmla="*/ 96 h 176"/>
              <ns1:gd name="T18" fmla="*/ 64 w 144"/>
              <ns1:gd name="T19" fmla="*/ 114 h 176"/>
              <ns1:gd name="T20" fmla="*/ 66 w 144"/>
              <ns1:gd name="T21" fmla="*/ 108 h 176"/>
              <ns1:gd name="T22" fmla="*/ 67 w 144"/>
              <ns1:gd name="T23" fmla="*/ 102 h 176"/>
              <ns1:gd name="T24" fmla="*/ 67 w 144"/>
              <ns1:gd name="T25" fmla="*/ 102 h 176"/>
              <ns1:gd name="T26" fmla="*/ 69 w 144"/>
              <ns1:gd name="T27" fmla="*/ 108 h 176"/>
              <ns1:gd name="T28" fmla="*/ 71 w 144"/>
              <ns1:gd name="T29" fmla="*/ 114 h 176"/>
              <ns1:gd name="T30" fmla="*/ 64 w 144"/>
              <ns1:gd name="T31" fmla="*/ 114 h 176"/>
              <ns1:gd name="T32" fmla="*/ 104 w 144"/>
              <ns1:gd name="T33" fmla="*/ 0 h 176"/>
              <ns1:gd name="T34" fmla="*/ 16 w 144"/>
              <ns1:gd name="T35" fmla="*/ 0 h 176"/>
              <ns1:gd name="T36" fmla="*/ 0 w 144"/>
              <ns1:gd name="T37" fmla="*/ 16 h 176"/>
              <ns1:gd name="T38" fmla="*/ 0 w 144"/>
              <ns1:gd name="T39" fmla="*/ 160 h 176"/>
              <ns1:gd name="T40" fmla="*/ 16 w 144"/>
              <ns1:gd name="T41" fmla="*/ 176 h 176"/>
              <ns1:gd name="T42" fmla="*/ 128 w 144"/>
              <ns1:gd name="T43" fmla="*/ 176 h 176"/>
              <ns1:gd name="T44" fmla="*/ 144 w 144"/>
              <ns1:gd name="T45" fmla="*/ 160 h 176"/>
              <ns1:gd name="T46" fmla="*/ 144 w 144"/>
              <ns1:gd name="T47" fmla="*/ 44 h 176"/>
              <ns1:gd name="T48" fmla="*/ 104 w 144"/>
              <ns1:gd name="T49" fmla="*/ 0 h 176"/>
              <ns1:gd name="T50" fmla="*/ 136 w 144"/>
              <ns1:gd name="T51" fmla="*/ 160 h 176"/>
              <ns1:gd name="T52" fmla="*/ 128 w 144"/>
              <ns1:gd name="T53" fmla="*/ 168 h 176"/>
              <ns1:gd name="T54" fmla="*/ 16 w 144"/>
              <ns1:gd name="T55" fmla="*/ 168 h 176"/>
              <ns1:gd name="T56" fmla="*/ 8 w 144"/>
              <ns1:gd name="T57" fmla="*/ 160 h 176"/>
              <ns1:gd name="T58" fmla="*/ 8 w 144"/>
              <ns1:gd name="T59" fmla="*/ 16 h 176"/>
              <ns1:gd name="T60" fmla="*/ 16 w 144"/>
              <ns1:gd name="T61" fmla="*/ 8 h 176"/>
              <ns1:gd name="T62" fmla="*/ 88 w 144"/>
              <ns1:gd name="T63" fmla="*/ 8 h 176"/>
              <ns1:gd name="T64" fmla="*/ 88 w 144"/>
              <ns1:gd name="T65" fmla="*/ 48 h 176"/>
              <ns1:gd name="T66" fmla="*/ 96 w 144"/>
              <ns1:gd name="T67" fmla="*/ 56 h 176"/>
              <ns1:gd name="T68" fmla="*/ 136 w 144"/>
              <ns1:gd name="T69" fmla="*/ 56 h 176"/>
              <ns1:gd name="T70" fmla="*/ 136 w 144"/>
              <ns1:gd name="T71" fmla="*/ 160 h 176"/>
              <ns1:gd name="T72" fmla="*/ 96 w 144"/>
              <ns1:gd name="T73" fmla="*/ 48 h 176"/>
              <ns1:gd name="T74" fmla="*/ 96 w 144"/>
              <ns1:gd name="T75" fmla="*/ 8 h 176"/>
              <ns1:gd name="T76" fmla="*/ 100 w 144"/>
              <ns1:gd name="T77" fmla="*/ 8 h 176"/>
              <ns1:gd name="T78" fmla="*/ 136 w 144"/>
              <ns1:gd name="T79" fmla="*/ 48 h 176"/>
              <ns1:gd name="T80" fmla="*/ 96 w 144"/>
              <ns1:gd name="T81" fmla="*/ 48 h 176"/>
              <ns1:gd name="T82" fmla="*/ 84 w 144"/>
              <ns1:gd name="T83" fmla="*/ 128 h 176"/>
              <ns1:gd name="T84" fmla="*/ 91 w 144"/>
              <ns1:gd name="T85" fmla="*/ 128 h 176"/>
              <ns1:gd name="T86" fmla="*/ 91 w 144"/>
              <ns1:gd name="T87" fmla="*/ 96 h 176"/>
              <ns1:gd name="T88" fmla="*/ 84 w 144"/>
              <ns1:gd name="T89" fmla="*/ 96 h 176"/>
              <ns1:gd name="T90" fmla="*/ 84 w 144"/>
              <ns1:gd name="T91" fmla="*/ 128 h 176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  <ns1:cxn ang="0">
                <ns1:pos x="T32" y="T33"/>
              </ns1:cxn>
              <ns1:cxn ang="0">
                <ns1:pos x="T34" y="T35"/>
              </ns1:cxn>
              <ns1:cxn ang="0">
                <ns1:pos x="T36" y="T37"/>
              </ns1:cxn>
              <ns1:cxn ang="0">
                <ns1:pos x="T38" y="T39"/>
              </ns1:cxn>
              <ns1:cxn ang="0">
                <ns1:pos x="T40" y="T41"/>
              </ns1:cxn>
              <ns1:cxn ang="0">
                <ns1:pos x="T42" y="T43"/>
              </ns1:cxn>
              <ns1:cxn ang="0">
                <ns1:pos x="T44" y="T45"/>
              </ns1:cxn>
              <ns1:cxn ang="0">
                <ns1:pos x="T46" y="T47"/>
              </ns1:cxn>
              <ns1:cxn ang="0">
                <ns1:pos x="T48" y="T49"/>
              </ns1:cxn>
              <ns1:cxn ang="0">
                <ns1:pos x="T50" y="T51"/>
              </ns1:cxn>
              <ns1:cxn ang="0">
                <ns1:pos x="T52" y="T53"/>
              </ns1:cxn>
              <ns1:cxn ang="0">
                <ns1:pos x="T54" y="T55"/>
              </ns1:cxn>
              <ns1:cxn ang="0">
                <ns1:pos x="T56" y="T57"/>
              </ns1:cxn>
              <ns1:cxn ang="0">
                <ns1:pos x="T58" y="T59"/>
              </ns1:cxn>
              <ns1:cxn ang="0">
                <ns1:pos x="T60" y="T61"/>
              </ns1:cxn>
              <ns1:cxn ang="0">
                <ns1:pos x="T62" y="T63"/>
              </ns1:cxn>
              <ns1:cxn ang="0">
                <ns1:pos x="T64" y="T65"/>
              </ns1:cxn>
              <ns1:cxn ang="0">
                <ns1:pos x="T66" y="T67"/>
              </ns1:cxn>
              <ns1:cxn ang="0">
                <ns1:pos x="T68" y="T69"/>
              </ns1:cxn>
              <ns1:cxn ang="0">
                <ns1:pos x="T70" y="T71"/>
              </ns1:cxn>
              <ns1:cxn ang="0">
                <ns1:pos x="T72" y="T73"/>
              </ns1:cxn>
              <ns1:cxn ang="0">
                <ns1:pos x="T74" y="T75"/>
              </ns1:cxn>
              <ns1:cxn ang="0">
                <ns1:pos x="T76" y="T77"/>
              </ns1:cxn>
              <ns1:cxn ang="0">
                <ns1:pos x="T78" y="T79"/>
              </ns1:cxn>
              <ns1:cxn ang="0">
                <ns1:pos x="T80" y="T81"/>
              </ns1:cxn>
              <ns1:cxn ang="0">
                <ns1:pos x="T82" y="T83"/>
              </ns1:cxn>
              <ns1:cxn ang="0">
                <ns1:pos x="T84" y="T85"/>
              </ns1:cxn>
              <ns1:cxn ang="0">
                <ns1:pos x="T86" y="T87"/>
              </ns1:cxn>
              <ns1:cxn ang="0">
                <ns1:pos x="T88" y="T89"/>
              </ns1:cxn>
              <ns1:cxn ang="0">
                <ns1:pos x="T90" y="T91"/>
              </ns1:cxn>
            </ns1:cxnLst>
            <ns1:rect l="0" t="0" r="r" b="b"/>
            <ns1:pathLst>
              <ns1:path w="144" h="176">
                <ns1:moveTo>
                  <ns1:pt x="63" y="96"/>
                </ns1:moveTo>
                <ns1:cubicBezTo>
                  <ns1:pt x="54" y="128"/>
                  <ns1:pt x="54" y="128"/>
                  <ns1:pt x="54" y="128"/>
                </ns1:cubicBezTo>
                <ns1:cubicBezTo>
                  <ns1:pt x="61" y="128"/>
                  <ns1:pt x="61" y="128"/>
                  <ns1:pt x="61" y="128"/>
                </ns1:cubicBezTo>
                <ns1:cubicBezTo>
                  <ns1:pt x="63" y="120"/>
                  <ns1:pt x="63" y="120"/>
                  <ns1:pt x="63" y="120"/>
                </ns1:cubicBezTo>
                <ns1:cubicBezTo>
                  <ns1:pt x="72" y="120"/>
                  <ns1:pt x="72" y="120"/>
                  <ns1:pt x="72" y="120"/>
                </ns1:cubicBezTo>
                <ns1:cubicBezTo>
                  <ns1:pt x="74" y="128"/>
                  <ns1:pt x="74" y="128"/>
                  <ns1:pt x="74" y="128"/>
                </ns1:cubicBezTo>
                <ns1:cubicBezTo>
                  <ns1:pt x="81" y="128"/>
                  <ns1:pt x="81" y="128"/>
                  <ns1:pt x="81" y="128"/>
                </ns1:cubicBezTo>
                <ns1:cubicBezTo>
                  <ns1:pt x="72" y="96"/>
                  <ns1:pt x="72" y="96"/>
                  <ns1:pt x="72" y="96"/>
                </ns1:cubicBezTo>
                <ns1:lnTo>
                  <ns1:pt x="63" y="96"/>
                </ns1:lnTo>
                <ns1:close/>
                <ns1:moveTo>
                  <ns1:pt x="64" y="114"/>
                </ns1:moveTo>
                <ns1:cubicBezTo>
                  <ns1:pt x="66" y="108"/>
                  <ns1:pt x="66" y="108"/>
                  <ns1:pt x="66" y="108"/>
                </ns1:cubicBezTo>
                <ns1:cubicBezTo>
                  <ns1:pt x="66" y="106"/>
                  <ns1:pt x="67" y="104"/>
                  <ns1:pt x="67" y="102"/>
                </ns1:cubicBezTo>
                <ns1:cubicBezTo>
                  <ns1:pt x="67" y="102"/>
                  <ns1:pt x="67" y="102"/>
                  <ns1:pt x="67" y="102"/>
                </ns1:cubicBezTo>
                <ns1:cubicBezTo>
                  <ns1:pt x="68" y="104"/>
                  <ns1:pt x="68" y="106"/>
                  <ns1:pt x="69" y="108"/>
                </ns1:cubicBezTo>
                <ns1:cubicBezTo>
                  <ns1:pt x="71" y="114"/>
                  <ns1:pt x="71" y="114"/>
                  <ns1:pt x="71" y="114"/>
                </ns1:cubicBezTo>
                <ns1:lnTo>
                  <ns1:pt x="64" y="114"/>
                </ns1:lnTo>
                <ns1:close/>
                <ns1:moveTo>
                  <ns1:pt x="104" y="0"/>
                </ns1:moveTo>
                <ns1:cubicBezTo>
                  <ns1:pt x="16" y="0"/>
                  <ns1:pt x="16" y="0"/>
                  <ns1:pt x="16" y="0"/>
                </ns1:cubicBezTo>
                <ns1:cubicBezTo>
                  <ns1:pt x="7" y="0"/>
                  <ns1:pt x="0" y="7"/>
                  <ns1:pt x="0" y="16"/>
                </ns1:cubicBezTo>
                <ns1:cubicBezTo>
                  <ns1:pt x="0" y="160"/>
                  <ns1:pt x="0" y="160"/>
                  <ns1:pt x="0" y="160"/>
                </ns1:cubicBezTo>
                <ns1:cubicBezTo>
                  <ns1:pt x="0" y="169"/>
                  <ns1:pt x="7" y="176"/>
                  <ns1:pt x="16" y="176"/>
                </ns1:cubicBezTo>
                <ns1:cubicBezTo>
                  <ns1:pt x="128" y="176"/>
                  <ns1:pt x="128" y="176"/>
                  <ns1:pt x="128" y="176"/>
                </ns1:cubicBezTo>
                <ns1:cubicBezTo>
                  <ns1:pt x="137" y="176"/>
                  <ns1:pt x="144" y="169"/>
                  <ns1:pt x="144" y="160"/>
                </ns1:cubicBezTo>
                <ns1:cubicBezTo>
                  <ns1:pt x="144" y="44"/>
                  <ns1:pt x="144" y="44"/>
                  <ns1:pt x="144" y="44"/>
                </ns1:cubicBezTo>
                <ns1:lnTo>
                  <ns1:pt x="104" y="0"/>
                </ns1:lnTo>
                <ns1:close/>
                <ns1:moveTo>
                  <ns1:pt x="136" y="160"/>
                </ns1:moveTo>
                <ns1:cubicBezTo>
                  <ns1:pt x="136" y="164"/>
                  <ns1:pt x="132" y="168"/>
                  <ns1:pt x="128" y="168"/>
                </ns1:cubicBezTo>
                <ns1:cubicBezTo>
                  <ns1:pt x="16" y="168"/>
                  <ns1:pt x="16" y="168"/>
                  <ns1:pt x="16" y="168"/>
                </ns1:cubicBezTo>
                <ns1:cubicBezTo>
                  <ns1:pt x="12" y="168"/>
                  <ns1:pt x="8" y="164"/>
                  <ns1:pt x="8" y="160"/>
                </ns1:cubicBezTo>
                <ns1:cubicBezTo>
                  <ns1:pt x="8" y="16"/>
                  <ns1:pt x="8" y="16"/>
                  <ns1:pt x="8" y="16"/>
                </ns1:cubicBezTo>
                <ns1:cubicBezTo>
                  <ns1:pt x="8" y="12"/>
                  <ns1:pt x="12" y="8"/>
                  <ns1:pt x="16" y="8"/>
                </ns1:cubicBezTo>
                <ns1:cubicBezTo>
                  <ns1:pt x="88" y="8"/>
                  <ns1:pt x="88" y="8"/>
                  <ns1:pt x="88" y="8"/>
                </ns1:cubicBezTo>
                <ns1:cubicBezTo>
                  <ns1:pt x="88" y="48"/>
                  <ns1:pt x="88" y="48"/>
                  <ns1:pt x="88" y="48"/>
                </ns1:cubicBezTo>
                <ns1:cubicBezTo>
                  <ns1:pt x="88" y="52"/>
                  <ns1:pt x="92" y="56"/>
                  <ns1:pt x="96" y="56"/>
                </ns1:cubicBezTo>
                <ns1:cubicBezTo>
                  <ns1:pt x="136" y="56"/>
                  <ns1:pt x="136" y="56"/>
                  <ns1:pt x="136" y="56"/>
                </ns1:cubicBezTo>
                <ns1:lnTo>
                  <ns1:pt x="136" y="160"/>
                </ns1:lnTo>
                <ns1:close/>
                <ns1:moveTo>
                  <ns1:pt x="96" y="48"/>
                </ns1:moveTo>
                <ns1:cubicBezTo>
                  <ns1:pt x="96" y="8"/>
                  <ns1:pt x="96" y="8"/>
                  <ns1:pt x="96" y="8"/>
                </ns1:cubicBezTo>
                <ns1:cubicBezTo>
                  <ns1:pt x="100" y="8"/>
                  <ns1:pt x="100" y="8"/>
                  <ns1:pt x="100" y="8"/>
                </ns1:cubicBezTo>
                <ns1:cubicBezTo>
                  <ns1:pt x="136" y="48"/>
                  <ns1:pt x="136" y="48"/>
                  <ns1:pt x="136" y="48"/>
                </ns1:cubicBezTo>
                <ns1:lnTo>
                  <ns1:pt x="96" y="48"/>
                </ns1:lnTo>
                <ns1:close/>
                <ns1:moveTo>
                  <ns1:pt x="84" y="128"/>
                </ns1:moveTo>
                <ns1:cubicBezTo>
                  <ns1:pt x="91" y="128"/>
                  <ns1:pt x="91" y="128"/>
                  <ns1:pt x="91" y="128"/>
                </ns1:cubicBezTo>
                <ns1:cubicBezTo>
                  <ns1:pt x="91" y="96"/>
                  <ns1:pt x="91" y="96"/>
                  <ns1:pt x="91" y="96"/>
                </ns1:cubicBezTo>
                <ns1:cubicBezTo>
                  <ns1:pt x="84" y="96"/>
                  <ns1:pt x="84" y="96"/>
                  <ns1:pt x="84" y="96"/>
                </ns1:cubicBezTo>
                <ns1:lnTo>
                  <ns1:pt x="84" y="128"/>
                </ns1:lnTo>
                <ns1:close/>
              </ns1:path>
            </ns1:pathLst>
          </ns1:custGeom>
          <ns1:solidFill>
            <ns1:schemeClr val="tx1"/>
          </ns1:solidFill>
          <ns1:ln>
            <ns1:noFill/>
          </ns1:ln>
          <ns1:extLst/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en-US"/>
          </ns1:p>
        </ns0:txBody>
      </ns0:sp>
      <ns0:sp>
        <ns0:nvSpPr>
          <ns0:cNvPr id="65" name="Freeform 61"/>
          <ns0:cNvSpPr>
            <ns1:spLocks noEditPoints="1"/>
          </ns0:cNvSpPr>
          <ns0:nvPr/>
        </ns0:nvSpPr>
        <ns0:spPr bwMode="auto">
          <ns1:xfrm>
            <ns1:off x="7594600" y="5810251"/>
            <ns1:ext cx="455612" cy="557213"/>
          </ns1:xfrm>
          <ns1:custGeom>
            <ns1:avLst/>
            <ns1:gdLst>
              <ns1:gd name="T0" fmla="*/ 36 w 144"/>
              <ns1:gd name="T1" fmla="*/ 97 h 176"/>
              <ns1:gd name="T2" fmla="*/ 43 w 144"/>
              <ns1:gd name="T3" fmla="*/ 128 h 176"/>
              <ns1:gd name="T4" fmla="*/ 45 w 144"/>
              <ns1:gd name="T5" fmla="*/ 117 h 176"/>
              <ns1:gd name="T6" fmla="*/ 58 w 144"/>
              <ns1:gd name="T7" fmla="*/ 106 h 176"/>
              <ns1:gd name="T8" fmla="*/ 45 w 144"/>
              <ns1:gd name="T9" fmla="*/ 96 h 176"/>
              <ns1:gd name="T10" fmla="*/ 43 w 144"/>
              <ns1:gd name="T11" fmla="*/ 111 h 176"/>
              <ns1:gd name="T12" fmla="*/ 46 w 144"/>
              <ns1:gd name="T13" fmla="*/ 101 h 176"/>
              <ns1:gd name="T14" fmla="*/ 45 w 144"/>
              <ns1:gd name="T15" fmla="*/ 111 h 176"/>
              <ns1:gd name="T16" fmla="*/ 60 w 144"/>
              <ns1:gd name="T17" fmla="*/ 97 h 176"/>
              <ns1:gd name="T18" fmla="*/ 68 w 144"/>
              <ns1:gd name="T19" fmla="*/ 128 h 176"/>
              <ns1:gd name="T20" fmla="*/ 86 w 144"/>
              <ns1:gd name="T21" fmla="*/ 111 h 176"/>
              <ns1:gd name="T22" fmla="*/ 69 w 144"/>
              <ns1:gd name="T23" fmla="*/ 96 h 176"/>
              <ns1:gd name="T24" fmla="*/ 67 w 144"/>
              <ns1:gd name="T25" fmla="*/ 123 h 176"/>
              <ns1:gd name="T26" fmla="*/ 70 w 144"/>
              <ns1:gd name="T27" fmla="*/ 102 h 176"/>
              <ns1:gd name="T28" fmla="*/ 69 w 144"/>
              <ns1:gd name="T29" fmla="*/ 123 h 176"/>
              <ns1:gd name="T30" fmla="*/ 16 w 144"/>
              <ns1:gd name="T31" fmla="*/ 0 h 176"/>
              <ns1:gd name="T32" fmla="*/ 0 w 144"/>
              <ns1:gd name="T33" fmla="*/ 160 h 176"/>
              <ns1:gd name="T34" fmla="*/ 128 w 144"/>
              <ns1:gd name="T35" fmla="*/ 176 h 176"/>
              <ns1:gd name="T36" fmla="*/ 144 w 144"/>
              <ns1:gd name="T37" fmla="*/ 44 h 176"/>
              <ns1:gd name="T38" fmla="*/ 136 w 144"/>
              <ns1:gd name="T39" fmla="*/ 160 h 176"/>
              <ns1:gd name="T40" fmla="*/ 16 w 144"/>
              <ns1:gd name="T41" fmla="*/ 168 h 176"/>
              <ns1:gd name="T42" fmla="*/ 8 w 144"/>
              <ns1:gd name="T43" fmla="*/ 16 h 176"/>
              <ns1:gd name="T44" fmla="*/ 88 w 144"/>
              <ns1:gd name="T45" fmla="*/ 8 h 176"/>
              <ns1:gd name="T46" fmla="*/ 96 w 144"/>
              <ns1:gd name="T47" fmla="*/ 56 h 176"/>
              <ns1:gd name="T48" fmla="*/ 136 w 144"/>
              <ns1:gd name="T49" fmla="*/ 160 h 176"/>
              <ns1:gd name="T50" fmla="*/ 96 w 144"/>
              <ns1:gd name="T51" fmla="*/ 8 h 176"/>
              <ns1:gd name="T52" fmla="*/ 136 w 144"/>
              <ns1:gd name="T53" fmla="*/ 48 h 176"/>
              <ns1:gd name="T54" fmla="*/ 92 w 144"/>
              <ns1:gd name="T55" fmla="*/ 128 h 176"/>
              <ns1:gd name="T56" fmla="*/ 99 w 144"/>
              <ns1:gd name="T57" fmla="*/ 115 h 176"/>
              <ns1:gd name="T58" fmla="*/ 110 w 144"/>
              <ns1:gd name="T59" fmla="*/ 109 h 176"/>
              <ns1:gd name="T60" fmla="*/ 99 w 144"/>
              <ns1:gd name="T61" fmla="*/ 102 h 176"/>
              <ns1:gd name="T62" fmla="*/ 110 w 144"/>
              <ns1:gd name="T63" fmla="*/ 96 h 176"/>
              <ns1:gd name="T64" fmla="*/ 92 w 144"/>
              <ns1:gd name="T65" fmla="*/ 128 h 176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  <ns1:cxn ang="0">
                <ns1:pos x="T32" y="T33"/>
              </ns1:cxn>
              <ns1:cxn ang="0">
                <ns1:pos x="T34" y="T35"/>
              </ns1:cxn>
              <ns1:cxn ang="0">
                <ns1:pos x="T36" y="T37"/>
              </ns1:cxn>
              <ns1:cxn ang="0">
                <ns1:pos x="T38" y="T39"/>
              </ns1:cxn>
              <ns1:cxn ang="0">
                <ns1:pos x="T40" y="T41"/>
              </ns1:cxn>
              <ns1:cxn ang="0">
                <ns1:pos x="T42" y="T43"/>
              </ns1:cxn>
              <ns1:cxn ang="0">
                <ns1:pos x="T44" y="T45"/>
              </ns1:cxn>
              <ns1:cxn ang="0">
                <ns1:pos x="T46" y="T47"/>
              </ns1:cxn>
              <ns1:cxn ang="0">
                <ns1:pos x="T48" y="T49"/>
              </ns1:cxn>
              <ns1:cxn ang="0">
                <ns1:pos x="T50" y="T51"/>
              </ns1:cxn>
              <ns1:cxn ang="0">
                <ns1:pos x="T52" y="T53"/>
              </ns1:cxn>
              <ns1:cxn ang="0">
                <ns1:pos x="T54" y="T55"/>
              </ns1:cxn>
              <ns1:cxn ang="0">
                <ns1:pos x="T56" y="T57"/>
              </ns1:cxn>
              <ns1:cxn ang="0">
                <ns1:pos x="T58" y="T59"/>
              </ns1:cxn>
              <ns1:cxn ang="0">
                <ns1:pos x="T60" y="T61"/>
              </ns1:cxn>
              <ns1:cxn ang="0">
                <ns1:pos x="T62" y="T63"/>
              </ns1:cxn>
              <ns1:cxn ang="0">
                <ns1:pos x="T64" y="T65"/>
              </ns1:cxn>
            </ns1:cxnLst>
            <ns1:rect l="0" t="0" r="r" b="b"/>
            <ns1:pathLst>
              <ns1:path w="144" h="176">
                <ns1:moveTo>
                  <ns1:pt x="45" y="96"/>
                </ns1:moveTo>
                <ns1:cubicBezTo>
                  <ns1:pt x="41" y="96"/>
                  <ns1:pt x="38" y="96"/>
                  <ns1:pt x="36" y="97"/>
                </ns1:cubicBezTo>
                <ns1:cubicBezTo>
                  <ns1:pt x="36" y="128"/>
                  <ns1:pt x="36" y="128"/>
                  <ns1:pt x="36" y="128"/>
                </ns1:cubicBezTo>
                <ns1:cubicBezTo>
                  <ns1:pt x="43" y="128"/>
                  <ns1:pt x="43" y="128"/>
                  <ns1:pt x="43" y="128"/>
                </ns1:cubicBezTo>
                <ns1:cubicBezTo>
                  <ns1:pt x="43" y="117"/>
                  <ns1:pt x="43" y="117"/>
                  <ns1:pt x="43" y="117"/>
                </ns1:cubicBezTo>
                <ns1:cubicBezTo>
                  <ns1:pt x="44" y="117"/>
                  <ns1:pt x="44" y="117"/>
                  <ns1:pt x="45" y="117"/>
                </ns1:cubicBezTo>
                <ns1:cubicBezTo>
                  <ns1:pt x="49" y="117"/>
                  <ns1:pt x="53" y="116"/>
                  <ns1:pt x="55" y="113"/>
                </ns1:cubicBezTo>
                <ns1:cubicBezTo>
                  <ns1:pt x="57" y="112"/>
                  <ns1:pt x="58" y="109"/>
                  <ns1:pt x="58" y="106"/>
                </ns1:cubicBezTo>
                <ns1:cubicBezTo>
                  <ns1:pt x="58" y="103"/>
                  <ns1:pt x="56" y="100"/>
                  <ns1:pt x="54" y="99"/>
                </ns1:cubicBezTo>
                <ns1:cubicBezTo>
                  <ns1:pt x="52" y="97"/>
                  <ns1:pt x="49" y="96"/>
                  <ns1:pt x="45" y="96"/>
                </ns1:cubicBezTo>
                <ns1:moveTo>
                  <ns1:pt x="45" y="111"/>
                </ns1:moveTo>
                <ns1:cubicBezTo>
                  <ns1:pt x="44" y="111"/>
                  <ns1:pt x="43" y="111"/>
                  <ns1:pt x="43" y="111"/>
                </ns1:cubicBezTo>
                <ns1:cubicBezTo>
                  <ns1:pt x="43" y="102"/>
                  <ns1:pt x="43" y="102"/>
                  <ns1:pt x="43" y="102"/>
                </ns1:cubicBezTo>
                <ns1:cubicBezTo>
                  <ns1:pt x="43" y="102"/>
                  <ns1:pt x="44" y="101"/>
                  <ns1:pt x="46" y="101"/>
                </ns1:cubicBezTo>
                <ns1:cubicBezTo>
                  <ns1:pt x="49" y="101"/>
                  <ns1:pt x="51" y="103"/>
                  <ns1:pt x="51" y="106"/>
                </ns1:cubicBezTo>
                <ns1:cubicBezTo>
                  <ns1:pt x="51" y="109"/>
                  <ns1:pt x="49" y="111"/>
                  <ns1:pt x="45" y="111"/>
                </ns1:cubicBezTo>
                <ns1:moveTo>
                  <ns1:pt x="69" y="96"/>
                </ns1:moveTo>
                <ns1:cubicBezTo>
                  <ns1:pt x="66" y="96"/>
                  <ns1:pt x="63" y="96"/>
                  <ns1:pt x="60" y="97"/>
                </ns1:cubicBezTo>
                <ns1:cubicBezTo>
                  <ns1:pt x="60" y="128"/>
                  <ns1:pt x="60" y="128"/>
                  <ns1:pt x="60" y="128"/>
                </ns1:cubicBezTo>
                <ns1:cubicBezTo>
                  <ns1:pt x="62" y="128"/>
                  <ns1:pt x="64" y="128"/>
                  <ns1:pt x="68" y="128"/>
                </ns1:cubicBezTo>
                <ns1:cubicBezTo>
                  <ns1:pt x="74" y="128"/>
                  <ns1:pt x="78" y="127"/>
                  <ns1:pt x="82" y="124"/>
                </ns1:cubicBezTo>
                <ns1:cubicBezTo>
                  <ns1:pt x="84" y="122"/>
                  <ns1:pt x="86" y="117"/>
                  <ns1:pt x="86" y="111"/>
                </ns1:cubicBezTo>
                <ns1:cubicBezTo>
                  <ns1:pt x="86" y="106"/>
                  <ns1:pt x="85" y="102"/>
                  <ns1:pt x="81" y="99"/>
                </ns1:cubicBezTo>
                <ns1:cubicBezTo>
                  <ns1:pt x="79" y="97"/>
                  <ns1:pt x="75" y="96"/>
                  <ns1:pt x="69" y="96"/>
                </ns1:cubicBezTo>
                <ns1:moveTo>
                  <ns1:pt x="69" y="123"/>
                </ns1:moveTo>
                <ns1:cubicBezTo>
                  <ns1:pt x="68" y="123"/>
                  <ns1:pt x="68" y="123"/>
                  <ns1:pt x="67" y="123"/>
                </ns1:cubicBezTo>
                <ns1:cubicBezTo>
                  <ns1:pt x="67" y="102"/>
                  <ns1:pt x="67" y="102"/>
                  <ns1:pt x="67" y="102"/>
                </ns1:cubicBezTo>
                <ns1:cubicBezTo>
                  <ns1:pt x="68" y="102"/>
                  <ns1:pt x="69" y="102"/>
                  <ns1:pt x="70" y="102"/>
                </ns1:cubicBezTo>
                <ns1:cubicBezTo>
                  <ns1:pt x="76" y="102"/>
                  <ns1:pt x="79" y="105"/>
                  <ns1:pt x="79" y="112"/>
                </ns1:cubicBezTo>
                <ns1:cubicBezTo>
                  <ns1:pt x="79" y="119"/>
                  <ns1:pt x="75" y="123"/>
                  <ns1:pt x="69" y="123"/>
                </ns1:cubicBezTo>
                <ns1:moveTo>
                  <ns1:pt x="104" y="0"/>
                </ns1:moveTo>
                <ns1:cubicBezTo>
                  <ns1:pt x="16" y="0"/>
                  <ns1:pt x="16" y="0"/>
                  <ns1:pt x="16" y="0"/>
                </ns1:cubicBezTo>
                <ns1:cubicBezTo>
                  <ns1:pt x="7" y="0"/>
                  <ns1:pt x="0" y="7"/>
                  <ns1:pt x="0" y="16"/>
                </ns1:cubicBezTo>
                <ns1:cubicBezTo>
                  <ns1:pt x="0" y="160"/>
                  <ns1:pt x="0" y="160"/>
                  <ns1:pt x="0" y="160"/>
                </ns1:cubicBezTo>
                <ns1:cubicBezTo>
                  <ns1:pt x="0" y="169"/>
                  <ns1:pt x="7" y="176"/>
                  <ns1:pt x="16" y="176"/>
                </ns1:cubicBezTo>
                <ns1:cubicBezTo>
                  <ns1:pt x="128" y="176"/>
                  <ns1:pt x="128" y="176"/>
                  <ns1:pt x="128" y="176"/>
                </ns1:cubicBezTo>
                <ns1:cubicBezTo>
                  <ns1:pt x="137" y="176"/>
                  <ns1:pt x="144" y="169"/>
                  <ns1:pt x="144" y="160"/>
                </ns1:cubicBezTo>
                <ns1:cubicBezTo>
                  <ns1:pt x="144" y="44"/>
                  <ns1:pt x="144" y="44"/>
                  <ns1:pt x="144" y="44"/>
                </ns1:cubicBezTo>
                <ns1:lnTo>
                  <ns1:pt x="104" y="0"/>
                </ns1:lnTo>
                <ns1:close/>
                <ns1:moveTo>
                  <ns1:pt x="136" y="160"/>
                </ns1:moveTo>
                <ns1:cubicBezTo>
                  <ns1:pt x="136" y="164"/>
                  <ns1:pt x="132" y="168"/>
                  <ns1:pt x="128" y="168"/>
                </ns1:cubicBezTo>
                <ns1:cubicBezTo>
                  <ns1:pt x="16" y="168"/>
                  <ns1:pt x="16" y="168"/>
                  <ns1:pt x="16" y="168"/>
                </ns1:cubicBezTo>
                <ns1:cubicBezTo>
                  <ns1:pt x="12" y="168"/>
                  <ns1:pt x="8" y="164"/>
                  <ns1:pt x="8" y="160"/>
                </ns1:cubicBezTo>
                <ns1:cubicBezTo>
                  <ns1:pt x="8" y="16"/>
                  <ns1:pt x="8" y="16"/>
                  <ns1:pt x="8" y="16"/>
                </ns1:cubicBezTo>
                <ns1:cubicBezTo>
                  <ns1:pt x="8" y="12"/>
                  <ns1:pt x="12" y="8"/>
                  <ns1:pt x="16" y="8"/>
                </ns1:cubicBezTo>
                <ns1:cubicBezTo>
                  <ns1:pt x="88" y="8"/>
                  <ns1:pt x="88" y="8"/>
                  <ns1:pt x="88" y="8"/>
                </ns1:cubicBezTo>
                <ns1:cubicBezTo>
                  <ns1:pt x="88" y="48"/>
                  <ns1:pt x="88" y="48"/>
                  <ns1:pt x="88" y="48"/>
                </ns1:cubicBezTo>
                <ns1:cubicBezTo>
                  <ns1:pt x="88" y="52"/>
                  <ns1:pt x="92" y="56"/>
                  <ns1:pt x="96" y="56"/>
                </ns1:cubicBezTo>
                <ns1:cubicBezTo>
                  <ns1:pt x="136" y="56"/>
                  <ns1:pt x="136" y="56"/>
                  <ns1:pt x="136" y="56"/>
                </ns1:cubicBezTo>
                <ns1:lnTo>
                  <ns1:pt x="136" y="160"/>
                </ns1:lnTo>
                <ns1:close/>
                <ns1:moveTo>
                  <ns1:pt x="96" y="48"/>
                </ns1:moveTo>
                <ns1:cubicBezTo>
                  <ns1:pt x="96" y="8"/>
                  <ns1:pt x="96" y="8"/>
                  <ns1:pt x="96" y="8"/>
                </ns1:cubicBezTo>
                <ns1:cubicBezTo>
                  <ns1:pt x="100" y="8"/>
                  <ns1:pt x="100" y="8"/>
                  <ns1:pt x="100" y="8"/>
                </ns1:cubicBezTo>
                <ns1:cubicBezTo>
                  <ns1:pt x="136" y="48"/>
                  <ns1:pt x="136" y="48"/>
                  <ns1:pt x="136" y="48"/>
                </ns1:cubicBezTo>
                <ns1:lnTo>
                  <ns1:pt x="96" y="48"/>
                </ns1:lnTo>
                <ns1:close/>
                <ns1:moveTo>
                  <ns1:pt x="92" y="128"/>
                </ns1:moveTo>
                <ns1:cubicBezTo>
                  <ns1:pt x="99" y="128"/>
                  <ns1:pt x="99" y="128"/>
                  <ns1:pt x="99" y="128"/>
                </ns1:cubicBezTo>
                <ns1:cubicBezTo>
                  <ns1:pt x="99" y="115"/>
                  <ns1:pt x="99" y="115"/>
                  <ns1:pt x="99" y="115"/>
                </ns1:cubicBezTo>
                <ns1:cubicBezTo>
                  <ns1:pt x="110" y="115"/>
                  <ns1:pt x="110" y="115"/>
                  <ns1:pt x="110" y="115"/>
                </ns1:cubicBezTo>
                <ns1:cubicBezTo>
                  <ns1:pt x="110" y="109"/>
                  <ns1:pt x="110" y="109"/>
                  <ns1:pt x="110" y="109"/>
                </ns1:cubicBezTo>
                <ns1:cubicBezTo>
                  <ns1:pt x="99" y="109"/>
                  <ns1:pt x="99" y="109"/>
                  <ns1:pt x="99" y="109"/>
                </ns1:cubicBezTo>
                <ns1:cubicBezTo>
                  <ns1:pt x="99" y="102"/>
                  <ns1:pt x="99" y="102"/>
                  <ns1:pt x="99" y="102"/>
                </ns1:cubicBezTo>
                <ns1:cubicBezTo>
                  <ns1:pt x="110" y="102"/>
                  <ns1:pt x="110" y="102"/>
                  <ns1:pt x="110" y="102"/>
                </ns1:cubicBezTo>
                <ns1:cubicBezTo>
                  <ns1:pt x="110" y="96"/>
                  <ns1:pt x="110" y="96"/>
                  <ns1:pt x="110" y="96"/>
                </ns1:cubicBezTo>
                <ns1:cubicBezTo>
                  <ns1:pt x="92" y="96"/>
                  <ns1:pt x="92" y="96"/>
                  <ns1:pt x="92" y="96"/>
                </ns1:cubicBezTo>
                <ns1:lnTo>
                  <ns1:pt x="92" y="128"/>
                </ns1:lnTo>
                <ns1:close/>
              </ns1:path>
            </ns1:pathLst>
          </ns1:custGeom>
          <ns1:solidFill>
            <ns1:schemeClr val="tx1"/>
          </ns1:solidFill>
          <ns1:ln>
            <ns1:noFill/>
          </ns1:ln>
          <ns1:extLst/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en-US"/>
          </ns1:p>
        </ns0:txBody>
      </ns0:sp>
      <ns0:sp>
        <ns0:nvSpPr>
          <ns0:cNvPr id="66" name="Freeform 62"/>
          <ns0:cNvSpPr>
            <ns1:spLocks noEditPoints="1"/>
          </ns0:cNvSpPr>
          <ns0:nvPr/>
        </ns0:nvSpPr>
        <ns0:spPr bwMode="auto">
          <ns1:xfrm>
            <ns1:off x="8656638" y="5810251"/>
            <ns1:ext cx="457200" cy="557213"/>
          </ns1:xfrm>
          <ns1:custGeom>
            <ns1:avLst/>
            <ns1:gdLst>
              <ns1:gd name="T0" fmla="*/ 56 w 144"/>
              <ns1:gd name="T1" fmla="*/ 115 h 176"/>
              <ns1:gd name="T2" fmla="*/ 61 w 144"/>
              <ns1:gd name="T3" fmla="*/ 115 h 176"/>
              <ns1:gd name="T4" fmla="*/ 61 w 144"/>
              <ns1:gd name="T5" fmla="*/ 122 h 176"/>
              <ns1:gd name="T6" fmla="*/ 57 w 144"/>
              <ns1:gd name="T7" fmla="*/ 123 h 176"/>
              <ns1:gd name="T8" fmla="*/ 48 w 144"/>
              <ns1:gd name="T9" fmla="*/ 112 h 176"/>
              <ns1:gd name="T10" fmla="*/ 58 w 144"/>
              <ns1:gd name="T11" fmla="*/ 102 h 176"/>
              <ns1:gd name="T12" fmla="*/ 65 w 144"/>
              <ns1:gd name="T13" fmla="*/ 103 h 176"/>
              <ns1:gd name="T14" fmla="*/ 66 w 144"/>
              <ns1:gd name="T15" fmla="*/ 98 h 176"/>
              <ns1:gd name="T16" fmla="*/ 58 w 144"/>
              <ns1:gd name="T17" fmla="*/ 96 h 176"/>
              <ns1:gd name="T18" fmla="*/ 41 w 144"/>
              <ns1:gd name="T19" fmla="*/ 113 h 176"/>
              <ns1:gd name="T20" fmla="*/ 45 w 144"/>
              <ns1:gd name="T21" fmla="*/ 124 h 176"/>
              <ns1:gd name="T22" fmla="*/ 57 w 144"/>
              <ns1:gd name="T23" fmla="*/ 128 h 176"/>
              <ns1:gd name="T24" fmla="*/ 67 w 144"/>
              <ns1:gd name="T25" fmla="*/ 127 h 176"/>
              <ns1:gd name="T26" fmla="*/ 67 w 144"/>
              <ns1:gd name="T27" fmla="*/ 110 h 176"/>
              <ns1:gd name="T28" fmla="*/ 56 w 144"/>
              <ns1:gd name="T29" fmla="*/ 110 h 176"/>
              <ns1:gd name="T30" fmla="*/ 56 w 144"/>
              <ns1:gd name="T31" fmla="*/ 115 h 176"/>
              <ns1:gd name="T32" fmla="*/ 74 w 144"/>
              <ns1:gd name="T33" fmla="*/ 128 h 176"/>
              <ns1:gd name="T34" fmla="*/ 81 w 144"/>
              <ns1:gd name="T35" fmla="*/ 128 h 176"/>
              <ns1:gd name="T36" fmla="*/ 81 w 144"/>
              <ns1:gd name="T37" fmla="*/ 96 h 176"/>
              <ns1:gd name="T38" fmla="*/ 74 w 144"/>
              <ns1:gd name="T39" fmla="*/ 96 h 176"/>
              <ns1:gd name="T40" fmla="*/ 74 w 144"/>
              <ns1:gd name="T41" fmla="*/ 128 h 176"/>
              <ns1:gd name="T42" fmla="*/ 104 w 144"/>
              <ns1:gd name="T43" fmla="*/ 0 h 176"/>
              <ns1:gd name="T44" fmla="*/ 16 w 144"/>
              <ns1:gd name="T45" fmla="*/ 0 h 176"/>
              <ns1:gd name="T46" fmla="*/ 0 w 144"/>
              <ns1:gd name="T47" fmla="*/ 16 h 176"/>
              <ns1:gd name="T48" fmla="*/ 0 w 144"/>
              <ns1:gd name="T49" fmla="*/ 160 h 176"/>
              <ns1:gd name="T50" fmla="*/ 16 w 144"/>
              <ns1:gd name="T51" fmla="*/ 176 h 176"/>
              <ns1:gd name="T52" fmla="*/ 128 w 144"/>
              <ns1:gd name="T53" fmla="*/ 176 h 176"/>
              <ns1:gd name="T54" fmla="*/ 144 w 144"/>
              <ns1:gd name="T55" fmla="*/ 160 h 176"/>
              <ns1:gd name="T56" fmla="*/ 144 w 144"/>
              <ns1:gd name="T57" fmla="*/ 44 h 176"/>
              <ns1:gd name="T58" fmla="*/ 104 w 144"/>
              <ns1:gd name="T59" fmla="*/ 0 h 176"/>
              <ns1:gd name="T60" fmla="*/ 136 w 144"/>
              <ns1:gd name="T61" fmla="*/ 160 h 176"/>
              <ns1:gd name="T62" fmla="*/ 128 w 144"/>
              <ns1:gd name="T63" fmla="*/ 168 h 176"/>
              <ns1:gd name="T64" fmla="*/ 16 w 144"/>
              <ns1:gd name="T65" fmla="*/ 168 h 176"/>
              <ns1:gd name="T66" fmla="*/ 8 w 144"/>
              <ns1:gd name="T67" fmla="*/ 160 h 176"/>
              <ns1:gd name="T68" fmla="*/ 8 w 144"/>
              <ns1:gd name="T69" fmla="*/ 16 h 176"/>
              <ns1:gd name="T70" fmla="*/ 16 w 144"/>
              <ns1:gd name="T71" fmla="*/ 8 h 176"/>
              <ns1:gd name="T72" fmla="*/ 88 w 144"/>
              <ns1:gd name="T73" fmla="*/ 8 h 176"/>
              <ns1:gd name="T74" fmla="*/ 88 w 144"/>
              <ns1:gd name="T75" fmla="*/ 48 h 176"/>
              <ns1:gd name="T76" fmla="*/ 96 w 144"/>
              <ns1:gd name="T77" fmla="*/ 56 h 176"/>
              <ns1:gd name="T78" fmla="*/ 136 w 144"/>
              <ns1:gd name="T79" fmla="*/ 56 h 176"/>
              <ns1:gd name="T80" fmla="*/ 136 w 144"/>
              <ns1:gd name="T81" fmla="*/ 160 h 176"/>
              <ns1:gd name="T82" fmla="*/ 96 w 144"/>
              <ns1:gd name="T83" fmla="*/ 48 h 176"/>
              <ns1:gd name="T84" fmla="*/ 96 w 144"/>
              <ns1:gd name="T85" fmla="*/ 8 h 176"/>
              <ns1:gd name="T86" fmla="*/ 100 w 144"/>
              <ns1:gd name="T87" fmla="*/ 8 h 176"/>
              <ns1:gd name="T88" fmla="*/ 136 w 144"/>
              <ns1:gd name="T89" fmla="*/ 48 h 176"/>
              <ns1:gd name="T90" fmla="*/ 96 w 144"/>
              <ns1:gd name="T91" fmla="*/ 48 h 176"/>
              <ns1:gd name="T92" fmla="*/ 86 w 144"/>
              <ns1:gd name="T93" fmla="*/ 128 h 176"/>
              <ns1:gd name="T94" fmla="*/ 93 w 144"/>
              <ns1:gd name="T95" fmla="*/ 128 h 176"/>
              <ns1:gd name="T96" fmla="*/ 93 w 144"/>
              <ns1:gd name="T97" fmla="*/ 115 h 176"/>
              <ns1:gd name="T98" fmla="*/ 104 w 144"/>
              <ns1:gd name="T99" fmla="*/ 115 h 176"/>
              <ns1:gd name="T100" fmla="*/ 104 w 144"/>
              <ns1:gd name="T101" fmla="*/ 109 h 176"/>
              <ns1:gd name="T102" fmla="*/ 93 w 144"/>
              <ns1:gd name="T103" fmla="*/ 109 h 176"/>
              <ns1:gd name="T104" fmla="*/ 93 w 144"/>
              <ns1:gd name="T105" fmla="*/ 102 h 176"/>
              <ns1:gd name="T106" fmla="*/ 104 w 144"/>
              <ns1:gd name="T107" fmla="*/ 102 h 176"/>
              <ns1:gd name="T108" fmla="*/ 104 w 144"/>
              <ns1:gd name="T109" fmla="*/ 96 h 176"/>
              <ns1:gd name="T110" fmla="*/ 86 w 144"/>
              <ns1:gd name="T111" fmla="*/ 96 h 176"/>
              <ns1:gd name="T112" fmla="*/ 86 w 144"/>
              <ns1:gd name="T113" fmla="*/ 128 h 176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  <ns1:cxn ang="0">
                <ns1:pos x="T32" y="T33"/>
              </ns1:cxn>
              <ns1:cxn ang="0">
                <ns1:pos x="T34" y="T35"/>
              </ns1:cxn>
              <ns1:cxn ang="0">
                <ns1:pos x="T36" y="T37"/>
              </ns1:cxn>
              <ns1:cxn ang="0">
                <ns1:pos x="T38" y="T39"/>
              </ns1:cxn>
              <ns1:cxn ang="0">
                <ns1:pos x="T40" y="T41"/>
              </ns1:cxn>
              <ns1:cxn ang="0">
                <ns1:pos x="T42" y="T43"/>
              </ns1:cxn>
              <ns1:cxn ang="0">
                <ns1:pos x="T44" y="T45"/>
              </ns1:cxn>
              <ns1:cxn ang="0">
                <ns1:pos x="T46" y="T47"/>
              </ns1:cxn>
              <ns1:cxn ang="0">
                <ns1:pos x="T48" y="T49"/>
              </ns1:cxn>
              <ns1:cxn ang="0">
                <ns1:pos x="T50" y="T51"/>
              </ns1:cxn>
              <ns1:cxn ang="0">
                <ns1:pos x="T52" y="T53"/>
              </ns1:cxn>
              <ns1:cxn ang="0">
                <ns1:pos x="T54" y="T55"/>
              </ns1:cxn>
              <ns1:cxn ang="0">
                <ns1:pos x="T56" y="T57"/>
              </ns1:cxn>
              <ns1:cxn ang="0">
                <ns1:pos x="T58" y="T59"/>
              </ns1:cxn>
              <ns1:cxn ang="0">
                <ns1:pos x="T60" y="T61"/>
              </ns1:cxn>
              <ns1:cxn ang="0">
                <ns1:pos x="T62" y="T63"/>
              </ns1:cxn>
              <ns1:cxn ang="0">
                <ns1:pos x="T64" y="T65"/>
              </ns1:cxn>
              <ns1:cxn ang="0">
                <ns1:pos x="T66" y="T67"/>
              </ns1:cxn>
              <ns1:cxn ang="0">
                <ns1:pos x="T68" y="T69"/>
              </ns1:cxn>
              <ns1:cxn ang="0">
                <ns1:pos x="T70" y="T71"/>
              </ns1:cxn>
              <ns1:cxn ang="0">
                <ns1:pos x="T72" y="T73"/>
              </ns1:cxn>
              <ns1:cxn ang="0">
                <ns1:pos x="T74" y="T75"/>
              </ns1:cxn>
              <ns1:cxn ang="0">
                <ns1:pos x="T76" y="T77"/>
              </ns1:cxn>
              <ns1:cxn ang="0">
                <ns1:pos x="T78" y="T79"/>
              </ns1:cxn>
              <ns1:cxn ang="0">
                <ns1:pos x="T80" y="T81"/>
              </ns1:cxn>
              <ns1:cxn ang="0">
                <ns1:pos x="T82" y="T83"/>
              </ns1:cxn>
              <ns1:cxn ang="0">
                <ns1:pos x="T84" y="T85"/>
              </ns1:cxn>
              <ns1:cxn ang="0">
                <ns1:pos x="T86" y="T87"/>
              </ns1:cxn>
              <ns1:cxn ang="0">
                <ns1:pos x="T88" y="T89"/>
              </ns1:cxn>
              <ns1:cxn ang="0">
                <ns1:pos x="T90" y="T91"/>
              </ns1:cxn>
              <ns1:cxn ang="0">
                <ns1:pos x="T92" y="T93"/>
              </ns1:cxn>
              <ns1:cxn ang="0">
                <ns1:pos x="T94" y="T95"/>
              </ns1:cxn>
              <ns1:cxn ang="0">
                <ns1:pos x="T96" y="T97"/>
              </ns1:cxn>
              <ns1:cxn ang="0">
                <ns1:pos x="T98" y="T99"/>
              </ns1:cxn>
              <ns1:cxn ang="0">
                <ns1:pos x="T100" y="T101"/>
              </ns1:cxn>
              <ns1:cxn ang="0">
                <ns1:pos x="T102" y="T103"/>
              </ns1:cxn>
              <ns1:cxn ang="0">
                <ns1:pos x="T104" y="T105"/>
              </ns1:cxn>
              <ns1:cxn ang="0">
                <ns1:pos x="T106" y="T107"/>
              </ns1:cxn>
              <ns1:cxn ang="0">
                <ns1:pos x="T108" y="T109"/>
              </ns1:cxn>
              <ns1:cxn ang="0">
                <ns1:pos x="T110" y="T111"/>
              </ns1:cxn>
              <ns1:cxn ang="0">
                <ns1:pos x="T112" y="T113"/>
              </ns1:cxn>
            </ns1:cxnLst>
            <ns1:rect l="0" t="0" r="r" b="b"/>
            <ns1:pathLst>
              <ns1:path w="144" h="176">
                <ns1:moveTo>
                  <ns1:pt x="56" y="115"/>
                </ns1:moveTo>
                <ns1:cubicBezTo>
                  <ns1:pt x="61" y="115"/>
                  <ns1:pt x="61" y="115"/>
                  <ns1:pt x="61" y="115"/>
                </ns1:cubicBezTo>
                <ns1:cubicBezTo>
                  <ns1:pt x="61" y="122"/>
                  <ns1:pt x="61" y="122"/>
                  <ns1:pt x="61" y="122"/>
                </ns1:cubicBezTo>
                <ns1:cubicBezTo>
                  <ns1:pt x="60" y="122"/>
                  <ns1:pt x="59" y="123"/>
                  <ns1:pt x="57" y="123"/>
                </ns1:cubicBezTo>
                <ns1:cubicBezTo>
                  <ns1:pt x="52" y="123"/>
                  <ns1:pt x="48" y="119"/>
                  <ns1:pt x="48" y="112"/>
                </ns1:cubicBezTo>
                <ns1:cubicBezTo>
                  <ns1:pt x="48" y="105"/>
                  <ns1:pt x="52" y="102"/>
                  <ns1:pt x="58" y="102"/>
                </ns1:cubicBezTo>
                <ns1:cubicBezTo>
                  <ns1:pt x="61" y="102"/>
                  <ns1:pt x="63" y="102"/>
                  <ns1:pt x="65" y="103"/>
                </ns1:cubicBezTo>
                <ns1:cubicBezTo>
                  <ns1:pt x="66" y="98"/>
                  <ns1:pt x="66" y="98"/>
                  <ns1:pt x="66" y="98"/>
                </ns1:cubicBezTo>
                <ns1:cubicBezTo>
                  <ns1:pt x="65" y="97"/>
                  <ns1:pt x="62" y="96"/>
                  <ns1:pt x="58" y="96"/>
                </ns1:cubicBezTo>
                <ns1:cubicBezTo>
                  <ns1:pt x="48" y="96"/>
                  <ns1:pt x="41" y="102"/>
                  <ns1:pt x="41" y="113"/>
                </ns1:cubicBezTo>
                <ns1:cubicBezTo>
                  <ns1:pt x="41" y="117"/>
                  <ns1:pt x="42" y="121"/>
                  <ns1:pt x="45" y="124"/>
                </ns1:cubicBezTo>
                <ns1:cubicBezTo>
                  <ns1:pt x="48" y="127"/>
                  <ns1:pt x="52" y="128"/>
                  <ns1:pt x="57" y="128"/>
                </ns1:cubicBezTo>
                <ns1:cubicBezTo>
                  <ns1:pt x="61" y="128"/>
                  <ns1:pt x="65" y="127"/>
                  <ns1:pt x="67" y="127"/>
                </ns1:cubicBezTo>
                <ns1:cubicBezTo>
                  <ns1:pt x="67" y="110"/>
                  <ns1:pt x="67" y="110"/>
                  <ns1:pt x="67" y="110"/>
                </ns1:cubicBezTo>
                <ns1:cubicBezTo>
                  <ns1:pt x="56" y="110"/>
                  <ns1:pt x="56" y="110"/>
                  <ns1:pt x="56" y="110"/>
                </ns1:cubicBezTo>
                <ns1:lnTo>
                  <ns1:pt x="56" y="115"/>
                </ns1:lnTo>
                <ns1:close/>
                <ns1:moveTo>
                  <ns1:pt x="74" y="128"/>
                </ns1:moveTo>
                <ns1:cubicBezTo>
                  <ns1:pt x="81" y="128"/>
                  <ns1:pt x="81" y="128"/>
                  <ns1:pt x="81" y="128"/>
                </ns1:cubicBezTo>
                <ns1:cubicBezTo>
                  <ns1:pt x="81" y="96"/>
                  <ns1:pt x="81" y="96"/>
                  <ns1:pt x="81" y="96"/>
                </ns1:cubicBezTo>
                <ns1:cubicBezTo>
                  <ns1:pt x="74" y="96"/>
                  <ns1:pt x="74" y="96"/>
                  <ns1:pt x="74" y="96"/>
                </ns1:cubicBezTo>
                <ns1:lnTo>
                  <ns1:pt x="74" y="128"/>
                </ns1:lnTo>
                <ns1:close/>
                <ns1:moveTo>
                  <ns1:pt x="104" y="0"/>
                </ns1:moveTo>
                <ns1:cubicBezTo>
                  <ns1:pt x="16" y="0"/>
                  <ns1:pt x="16" y="0"/>
                  <ns1:pt x="16" y="0"/>
                </ns1:cubicBezTo>
                <ns1:cubicBezTo>
                  <ns1:pt x="7" y="0"/>
                  <ns1:pt x="0" y="7"/>
                  <ns1:pt x="0" y="16"/>
                </ns1:cubicBezTo>
                <ns1:cubicBezTo>
                  <ns1:pt x="0" y="160"/>
                  <ns1:pt x="0" y="160"/>
                  <ns1:pt x="0" y="160"/>
                </ns1:cubicBezTo>
                <ns1:cubicBezTo>
                  <ns1:pt x="0" y="169"/>
                  <ns1:pt x="7" y="176"/>
                  <ns1:pt x="16" y="176"/>
                </ns1:cubicBezTo>
                <ns1:cubicBezTo>
                  <ns1:pt x="128" y="176"/>
                  <ns1:pt x="128" y="176"/>
                  <ns1:pt x="128" y="176"/>
                </ns1:cubicBezTo>
                <ns1:cubicBezTo>
                  <ns1:pt x="137" y="176"/>
                  <ns1:pt x="144" y="169"/>
                  <ns1:pt x="144" y="160"/>
                </ns1:cubicBezTo>
                <ns1:cubicBezTo>
                  <ns1:pt x="144" y="44"/>
                  <ns1:pt x="144" y="44"/>
                  <ns1:pt x="144" y="44"/>
                </ns1:cubicBezTo>
                <ns1:lnTo>
                  <ns1:pt x="104" y="0"/>
                </ns1:lnTo>
                <ns1:close/>
                <ns1:moveTo>
                  <ns1:pt x="136" y="160"/>
                </ns1:moveTo>
                <ns1:cubicBezTo>
                  <ns1:pt x="136" y="164"/>
                  <ns1:pt x="132" y="168"/>
                  <ns1:pt x="128" y="168"/>
                </ns1:cubicBezTo>
                <ns1:cubicBezTo>
                  <ns1:pt x="16" y="168"/>
                  <ns1:pt x="16" y="168"/>
                  <ns1:pt x="16" y="168"/>
                </ns1:cubicBezTo>
                <ns1:cubicBezTo>
                  <ns1:pt x="12" y="168"/>
                  <ns1:pt x="8" y="164"/>
                  <ns1:pt x="8" y="160"/>
                </ns1:cubicBezTo>
                <ns1:cubicBezTo>
                  <ns1:pt x="8" y="16"/>
                  <ns1:pt x="8" y="16"/>
                  <ns1:pt x="8" y="16"/>
                </ns1:cubicBezTo>
                <ns1:cubicBezTo>
                  <ns1:pt x="8" y="12"/>
                  <ns1:pt x="12" y="8"/>
                  <ns1:pt x="16" y="8"/>
                </ns1:cubicBezTo>
                <ns1:cubicBezTo>
                  <ns1:pt x="88" y="8"/>
                  <ns1:pt x="88" y="8"/>
                  <ns1:pt x="88" y="8"/>
                </ns1:cubicBezTo>
                <ns1:cubicBezTo>
                  <ns1:pt x="88" y="48"/>
                  <ns1:pt x="88" y="48"/>
                  <ns1:pt x="88" y="48"/>
                </ns1:cubicBezTo>
                <ns1:cubicBezTo>
                  <ns1:pt x="88" y="52"/>
                  <ns1:pt x="92" y="56"/>
                  <ns1:pt x="96" y="56"/>
                </ns1:cubicBezTo>
                <ns1:cubicBezTo>
                  <ns1:pt x="136" y="56"/>
                  <ns1:pt x="136" y="56"/>
                  <ns1:pt x="136" y="56"/>
                </ns1:cubicBezTo>
                <ns1:lnTo>
                  <ns1:pt x="136" y="160"/>
                </ns1:lnTo>
                <ns1:close/>
                <ns1:moveTo>
                  <ns1:pt x="96" y="48"/>
                </ns1:moveTo>
                <ns1:cubicBezTo>
                  <ns1:pt x="96" y="8"/>
                  <ns1:pt x="96" y="8"/>
                  <ns1:pt x="96" y="8"/>
                </ns1:cubicBezTo>
                <ns1:cubicBezTo>
                  <ns1:pt x="100" y="8"/>
                  <ns1:pt x="100" y="8"/>
                  <ns1:pt x="100" y="8"/>
                </ns1:cubicBezTo>
                <ns1:cubicBezTo>
                  <ns1:pt x="136" y="48"/>
                  <ns1:pt x="136" y="48"/>
                  <ns1:pt x="136" y="48"/>
                </ns1:cubicBezTo>
                <ns1:lnTo>
                  <ns1:pt x="96" y="48"/>
                </ns1:lnTo>
                <ns1:close/>
                <ns1:moveTo>
                  <ns1:pt x="86" y="128"/>
                </ns1:moveTo>
                <ns1:cubicBezTo>
                  <ns1:pt x="93" y="128"/>
                  <ns1:pt x="93" y="128"/>
                  <ns1:pt x="93" y="128"/>
                </ns1:cubicBezTo>
                <ns1:cubicBezTo>
                  <ns1:pt x="93" y="115"/>
                  <ns1:pt x="93" y="115"/>
                  <ns1:pt x="93" y="115"/>
                </ns1:cubicBezTo>
                <ns1:cubicBezTo>
                  <ns1:pt x="104" y="115"/>
                  <ns1:pt x="104" y="115"/>
                  <ns1:pt x="104" y="115"/>
                </ns1:cubicBezTo>
                <ns1:cubicBezTo>
                  <ns1:pt x="104" y="109"/>
                  <ns1:pt x="104" y="109"/>
                  <ns1:pt x="104" y="109"/>
                </ns1:cubicBezTo>
                <ns1:cubicBezTo>
                  <ns1:pt x="93" y="109"/>
                  <ns1:pt x="93" y="109"/>
                  <ns1:pt x="93" y="109"/>
                </ns1:cubicBezTo>
                <ns1:cubicBezTo>
                  <ns1:pt x="93" y="102"/>
                  <ns1:pt x="93" y="102"/>
                  <ns1:pt x="93" y="102"/>
                </ns1:cubicBezTo>
                <ns1:cubicBezTo>
                  <ns1:pt x="104" y="102"/>
                  <ns1:pt x="104" y="102"/>
                  <ns1:pt x="104" y="102"/>
                </ns1:cubicBezTo>
                <ns1:cubicBezTo>
                  <ns1:pt x="104" y="96"/>
                  <ns1:pt x="104" y="96"/>
                  <ns1:pt x="104" y="96"/>
                </ns1:cubicBezTo>
                <ns1:cubicBezTo>
                  <ns1:pt x="86" y="96"/>
                  <ns1:pt x="86" y="96"/>
                  <ns1:pt x="86" y="96"/>
                </ns1:cubicBezTo>
                <ns1:lnTo>
                  <ns1:pt x="86" y="128"/>
                </ns1:lnTo>
                <ns1:close/>
              </ns1:path>
            </ns1:pathLst>
          </ns1:custGeom>
          <ns1:solidFill>
            <ns1:schemeClr val="tx1"/>
          </ns1:solidFill>
          <ns1:ln>
            <ns1:noFill/>
          </ns1:ln>
          <ns1:extLst/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en-US"/>
          </ns1:p>
        </ns0:txBody>
      </ns0:sp>
      <ns0:sp>
        <ns0:nvSpPr>
          <ns0:cNvPr id="67" name="Freeform 63"/>
          <ns0:cNvSpPr>
            <ns1:spLocks noEditPoints="1"/>
          </ns0:cNvSpPr>
          <ns0:nvPr/>
        </ns0:nvSpPr>
        <ns0:spPr bwMode="auto">
          <ns1:xfrm>
            <ns1:off x="9720263" y="5810251"/>
            <ns1:ext cx="455612" cy="557213"/>
          </ns1:xfrm>
          <ns1:custGeom>
            <ns1:avLst/>
            <ns1:gdLst>
              <ns1:gd name="T0" fmla="*/ 39 w 144"/>
              <ns1:gd name="T1" fmla="*/ 123 h 176"/>
              <ns1:gd name="T2" fmla="*/ 35 w 144"/>
              <ns1:gd name="T3" fmla="*/ 128 h 176"/>
              <ns1:gd name="T4" fmla="*/ 51 w 144"/>
              <ns1:gd name="T5" fmla="*/ 116 h 176"/>
              <ns1:gd name="T6" fmla="*/ 44 w 144"/>
              <ns1:gd name="T7" fmla="*/ 96 h 176"/>
              <ns1:gd name="T8" fmla="*/ 104 w 144"/>
              <ns1:gd name="T9" fmla="*/ 0 h 176"/>
              <ns1:gd name="T10" fmla="*/ 0 w 144"/>
              <ns1:gd name="T11" fmla="*/ 16 h 176"/>
              <ns1:gd name="T12" fmla="*/ 16 w 144"/>
              <ns1:gd name="T13" fmla="*/ 176 h 176"/>
              <ns1:gd name="T14" fmla="*/ 144 w 144"/>
              <ns1:gd name="T15" fmla="*/ 160 h 176"/>
              <ns1:gd name="T16" fmla="*/ 104 w 144"/>
              <ns1:gd name="T17" fmla="*/ 0 h 176"/>
              <ns1:gd name="T18" fmla="*/ 128 w 144"/>
              <ns1:gd name="T19" fmla="*/ 168 h 176"/>
              <ns1:gd name="T20" fmla="*/ 8 w 144"/>
              <ns1:gd name="T21" fmla="*/ 160 h 176"/>
              <ns1:gd name="T22" fmla="*/ 16 w 144"/>
              <ns1:gd name="T23" fmla="*/ 8 h 176"/>
              <ns1:gd name="T24" fmla="*/ 88 w 144"/>
              <ns1:gd name="T25" fmla="*/ 48 h 176"/>
              <ns1:gd name="T26" fmla="*/ 136 w 144"/>
              <ns1:gd name="T27" fmla="*/ 56 h 176"/>
              <ns1:gd name="T28" fmla="*/ 96 w 144"/>
              <ns1:gd name="T29" fmla="*/ 48 h 176"/>
              <ns1:gd name="T30" fmla="*/ 100 w 144"/>
              <ns1:gd name="T31" fmla="*/ 8 h 176"/>
              <ns1:gd name="T32" fmla="*/ 96 w 144"/>
              <ns1:gd name="T33" fmla="*/ 48 h 176"/>
              <ns1:gd name="T34" fmla="*/ 85 w 144"/>
              <ns1:gd name="T35" fmla="*/ 124 h 176"/>
              <ns1:gd name="T36" fmla="*/ 107 w 144"/>
              <ns1:gd name="T37" fmla="*/ 127 h 176"/>
              <ns1:gd name="T38" fmla="*/ 96 w 144"/>
              <ns1:gd name="T39" fmla="*/ 110 h 176"/>
              <ns1:gd name="T40" fmla="*/ 101 w 144"/>
              <ns1:gd name="T41" fmla="*/ 115 h 176"/>
              <ns1:gd name="T42" fmla="*/ 97 w 144"/>
              <ns1:gd name="T43" fmla="*/ 123 h 176"/>
              <ns1:gd name="T44" fmla="*/ 98 w 144"/>
              <ns1:gd name="T45" fmla="*/ 102 h 176"/>
              <ns1:gd name="T46" fmla="*/ 106 w 144"/>
              <ns1:gd name="T47" fmla="*/ 98 h 176"/>
              <ns1:gd name="T48" fmla="*/ 81 w 144"/>
              <ns1:gd name="T49" fmla="*/ 113 h 176"/>
              <ns1:gd name="T50" fmla="*/ 58 w 144"/>
              <ns1:gd name="T51" fmla="*/ 97 h 176"/>
              <ns1:gd name="T52" fmla="*/ 65 w 144"/>
              <ns1:gd name="T53" fmla="*/ 128 h 176"/>
              <ns1:gd name="T54" fmla="*/ 67 w 144"/>
              <ns1:gd name="T55" fmla="*/ 117 h 176"/>
              <ns1:gd name="T56" fmla="*/ 80 w 144"/>
              <ns1:gd name="T57" fmla="*/ 106 h 176"/>
              <ns1:gd name="T58" fmla="*/ 67 w 144"/>
              <ns1:gd name="T59" fmla="*/ 96 h 176"/>
              <ns1:gd name="T60" fmla="*/ 65 w 144"/>
              <ns1:gd name="T61" fmla="*/ 111 h 176"/>
              <ns1:gd name="T62" fmla="*/ 68 w 144"/>
              <ns1:gd name="T63" fmla="*/ 101 h 176"/>
              <ns1:gd name="T64" fmla="*/ 67 w 144"/>
              <ns1:gd name="T65" fmla="*/ 111 h 176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  <ns1:cxn ang="0">
                <ns1:pos x="T32" y="T33"/>
              </ns1:cxn>
              <ns1:cxn ang="0">
                <ns1:pos x="T34" y="T35"/>
              </ns1:cxn>
              <ns1:cxn ang="0">
                <ns1:pos x="T36" y="T37"/>
              </ns1:cxn>
              <ns1:cxn ang="0">
                <ns1:pos x="T38" y="T39"/>
              </ns1:cxn>
              <ns1:cxn ang="0">
                <ns1:pos x="T40" y="T41"/>
              </ns1:cxn>
              <ns1:cxn ang="0">
                <ns1:pos x="T42" y="T43"/>
              </ns1:cxn>
              <ns1:cxn ang="0">
                <ns1:pos x="T44" y="T45"/>
              </ns1:cxn>
              <ns1:cxn ang="0">
                <ns1:pos x="T46" y="T47"/>
              </ns1:cxn>
              <ns1:cxn ang="0">
                <ns1:pos x="T48" y="T49"/>
              </ns1:cxn>
              <ns1:cxn ang="0">
                <ns1:pos x="T50" y="T51"/>
              </ns1:cxn>
              <ns1:cxn ang="0">
                <ns1:pos x="T52" y="T53"/>
              </ns1:cxn>
              <ns1:cxn ang="0">
                <ns1:pos x="T54" y="T55"/>
              </ns1:cxn>
              <ns1:cxn ang="0">
                <ns1:pos x="T56" y="T57"/>
              </ns1:cxn>
              <ns1:cxn ang="0">
                <ns1:pos x="T58" y="T59"/>
              </ns1:cxn>
              <ns1:cxn ang="0">
                <ns1:pos x="T60" y="T61"/>
              </ns1:cxn>
              <ns1:cxn ang="0">
                <ns1:pos x="T62" y="T63"/>
              </ns1:cxn>
              <ns1:cxn ang="0">
                <ns1:pos x="T64" y="T65"/>
              </ns1:cxn>
            </ns1:cxnLst>
            <ns1:rect l="0" t="0" r="r" b="b"/>
            <ns1:pathLst>
              <ns1:path w="144" h="176">
                <ns1:moveTo>
                  <ns1:pt x="44" y="116"/>
                </ns1:moveTo>
                <ns1:cubicBezTo>
                  <ns1:pt x="44" y="121"/>
                  <ns1:pt x="42" y="123"/>
                  <ns1:pt x="39" y="123"/>
                </ns1:cubicBezTo>
                <ns1:cubicBezTo>
                  <ns1:pt x="38" y="123"/>
                  <ns1:pt x="37" y="122"/>
                  <ns1:pt x="36" y="122"/>
                </ns1:cubicBezTo>
                <ns1:cubicBezTo>
                  <ns1:pt x="35" y="128"/>
                  <ns1:pt x="35" y="128"/>
                  <ns1:pt x="35" y="128"/>
                </ns1:cubicBezTo>
                <ns1:cubicBezTo>
                  <ns1:pt x="37" y="128"/>
                  <ns1:pt x="39" y="129"/>
                  <ns1:pt x="40" y="129"/>
                </ns1:cubicBezTo>
                <ns1:cubicBezTo>
                  <ns1:pt x="47" y="129"/>
                  <ns1:pt x="51" y="125"/>
                  <ns1:pt x="51" y="116"/>
                </ns1:cubicBezTo>
                <ns1:cubicBezTo>
                  <ns1:pt x="51" y="96"/>
                  <ns1:pt x="51" y="96"/>
                  <ns1:pt x="51" y="96"/>
                </ns1:cubicBezTo>
                <ns1:cubicBezTo>
                  <ns1:pt x="44" y="96"/>
                  <ns1:pt x="44" y="96"/>
                  <ns1:pt x="44" y="96"/>
                </ns1:cubicBezTo>
                <ns1:lnTo>
                  <ns1:pt x="44" y="116"/>
                </ns1:lnTo>
                <ns1:close/>
                <ns1:moveTo>
                  <ns1:pt x="104" y="0"/>
                </ns1:moveTo>
                <ns1:cubicBezTo>
                  <ns1:pt x="16" y="0"/>
                  <ns1:pt x="16" y="0"/>
                  <ns1:pt x="16" y="0"/>
                </ns1:cubicBezTo>
                <ns1:cubicBezTo>
                  <ns1:pt x="7" y="0"/>
                  <ns1:pt x="0" y="7"/>
                  <ns1:pt x="0" y="16"/>
                </ns1:cubicBezTo>
                <ns1:cubicBezTo>
                  <ns1:pt x="0" y="160"/>
                  <ns1:pt x="0" y="160"/>
                  <ns1:pt x="0" y="160"/>
                </ns1:cubicBezTo>
                <ns1:cubicBezTo>
                  <ns1:pt x="0" y="169"/>
                  <ns1:pt x="7" y="176"/>
                  <ns1:pt x="16" y="176"/>
                </ns1:cubicBezTo>
                <ns1:cubicBezTo>
                  <ns1:pt x="128" y="176"/>
                  <ns1:pt x="128" y="176"/>
                  <ns1:pt x="128" y="176"/>
                </ns1:cubicBezTo>
                <ns1:cubicBezTo>
                  <ns1:pt x="137" y="176"/>
                  <ns1:pt x="144" y="169"/>
                  <ns1:pt x="144" y="160"/>
                </ns1:cubicBezTo>
                <ns1:cubicBezTo>
                  <ns1:pt x="144" y="44"/>
                  <ns1:pt x="144" y="44"/>
                  <ns1:pt x="144" y="44"/>
                </ns1:cubicBezTo>
                <ns1:lnTo>
                  <ns1:pt x="104" y="0"/>
                </ns1:lnTo>
                <ns1:close/>
                <ns1:moveTo>
                  <ns1:pt x="136" y="160"/>
                </ns1:moveTo>
                <ns1:cubicBezTo>
                  <ns1:pt x="136" y="164"/>
                  <ns1:pt x="132" y="168"/>
                  <ns1:pt x="128" y="168"/>
                </ns1:cubicBezTo>
                <ns1:cubicBezTo>
                  <ns1:pt x="16" y="168"/>
                  <ns1:pt x="16" y="168"/>
                  <ns1:pt x="16" y="168"/>
                </ns1:cubicBezTo>
                <ns1:cubicBezTo>
                  <ns1:pt x="12" y="168"/>
                  <ns1:pt x="8" y="164"/>
                  <ns1:pt x="8" y="160"/>
                </ns1:cubicBezTo>
                <ns1:cubicBezTo>
                  <ns1:pt x="8" y="16"/>
                  <ns1:pt x="8" y="16"/>
                  <ns1:pt x="8" y="16"/>
                </ns1:cubicBezTo>
                <ns1:cubicBezTo>
                  <ns1:pt x="8" y="12"/>
                  <ns1:pt x="12" y="8"/>
                  <ns1:pt x="16" y="8"/>
                </ns1:cubicBezTo>
                <ns1:cubicBezTo>
                  <ns1:pt x="88" y="8"/>
                  <ns1:pt x="88" y="8"/>
                  <ns1:pt x="88" y="8"/>
                </ns1:cubicBezTo>
                <ns1:cubicBezTo>
                  <ns1:pt x="88" y="48"/>
                  <ns1:pt x="88" y="48"/>
                  <ns1:pt x="88" y="48"/>
                </ns1:cubicBezTo>
                <ns1:cubicBezTo>
                  <ns1:pt x="88" y="52"/>
                  <ns1:pt x="92" y="56"/>
                  <ns1:pt x="96" y="56"/>
                </ns1:cubicBezTo>
                <ns1:cubicBezTo>
                  <ns1:pt x="136" y="56"/>
                  <ns1:pt x="136" y="56"/>
                  <ns1:pt x="136" y="56"/>
                </ns1:cubicBezTo>
                <ns1:lnTo>
                  <ns1:pt x="136" y="160"/>
                </ns1:lnTo>
                <ns1:close/>
                <ns1:moveTo>
                  <ns1:pt x="96" y="48"/>
                </ns1:moveTo>
                <ns1:cubicBezTo>
                  <ns1:pt x="96" y="8"/>
                  <ns1:pt x="96" y="8"/>
                  <ns1:pt x="96" y="8"/>
                </ns1:cubicBezTo>
                <ns1:cubicBezTo>
                  <ns1:pt x="100" y="8"/>
                  <ns1:pt x="100" y="8"/>
                  <ns1:pt x="100" y="8"/>
                </ns1:cubicBezTo>
                <ns1:cubicBezTo>
                  <ns1:pt x="136" y="48"/>
                  <ns1:pt x="136" y="48"/>
                  <ns1:pt x="136" y="48"/>
                </ns1:cubicBezTo>
                <ns1:lnTo>
                  <ns1:pt x="96" y="48"/>
                </ns1:lnTo>
                <ns1:close/>
                <ns1:moveTo>
                  <ns1:pt x="81" y="113"/>
                </ns1:moveTo>
                <ns1:cubicBezTo>
                  <ns1:pt x="81" y="117"/>
                  <ns1:pt x="82" y="121"/>
                  <ns1:pt x="85" y="124"/>
                </ns1:cubicBezTo>
                <ns1:cubicBezTo>
                  <ns1:pt x="88" y="127"/>
                  <ns1:pt x="92" y="128"/>
                  <ns1:pt x="97" y="128"/>
                </ns1:cubicBezTo>
                <ns1:cubicBezTo>
                  <ns1:pt x="101" y="128"/>
                  <ns1:pt x="105" y="127"/>
                  <ns1:pt x="107" y="127"/>
                </ns1:cubicBezTo>
                <ns1:cubicBezTo>
                  <ns1:pt x="107" y="110"/>
                  <ns1:pt x="107" y="110"/>
                  <ns1:pt x="107" y="110"/>
                </ns1:cubicBezTo>
                <ns1:cubicBezTo>
                  <ns1:pt x="96" y="110"/>
                  <ns1:pt x="96" y="110"/>
                  <ns1:pt x="96" y="110"/>
                </ns1:cubicBezTo>
                <ns1:cubicBezTo>
                  <ns1:pt x="96" y="115"/>
                  <ns1:pt x="96" y="115"/>
                  <ns1:pt x="96" y="115"/>
                </ns1:cubicBezTo>
                <ns1:cubicBezTo>
                  <ns1:pt x="101" y="115"/>
                  <ns1:pt x="101" y="115"/>
                  <ns1:pt x="101" y="115"/>
                </ns1:cubicBezTo>
                <ns1:cubicBezTo>
                  <ns1:pt x="101" y="122"/>
                  <ns1:pt x="101" y="122"/>
                  <ns1:pt x="101" y="122"/>
                </ns1:cubicBezTo>
                <ns1:cubicBezTo>
                  <ns1:pt x="100" y="122"/>
                  <ns1:pt x="99" y="123"/>
                  <ns1:pt x="97" y="123"/>
                </ns1:cubicBezTo>
                <ns1:cubicBezTo>
                  <ns1:pt x="92" y="123"/>
                  <ns1:pt x="88" y="119"/>
                  <ns1:pt x="88" y="112"/>
                </ns1:cubicBezTo>
                <ns1:cubicBezTo>
                  <ns1:pt x="88" y="105"/>
                  <ns1:pt x="92" y="102"/>
                  <ns1:pt x="98" y="102"/>
                </ns1:cubicBezTo>
                <ns1:cubicBezTo>
                  <ns1:pt x="101" y="102"/>
                  <ns1:pt x="103" y="102"/>
                  <ns1:pt x="105" y="103"/>
                </ns1:cubicBezTo>
                <ns1:cubicBezTo>
                  <ns1:pt x="106" y="98"/>
                  <ns1:pt x="106" y="98"/>
                  <ns1:pt x="106" y="98"/>
                </ns1:cubicBezTo>
                <ns1:cubicBezTo>
                  <ns1:pt x="105" y="97"/>
                  <ns1:pt x="102" y="96"/>
                  <ns1:pt x="98" y="96"/>
                </ns1:cubicBezTo>
                <ns1:cubicBezTo>
                  <ns1:pt x="88" y="96"/>
                  <ns1:pt x="81" y="102"/>
                  <ns1:pt x="81" y="113"/>
                </ns1:cubicBezTo>
                <ns1:moveTo>
                  <ns1:pt x="67" y="96"/>
                </ns1:moveTo>
                <ns1:cubicBezTo>
                  <ns1:pt x="63" y="96"/>
                  <ns1:pt x="60" y="96"/>
                  <ns1:pt x="58" y="97"/>
                </ns1:cubicBezTo>
                <ns1:cubicBezTo>
                  <ns1:pt x="58" y="128"/>
                  <ns1:pt x="58" y="128"/>
                  <ns1:pt x="58" y="128"/>
                </ns1:cubicBezTo>
                <ns1:cubicBezTo>
                  <ns1:pt x="65" y="128"/>
                  <ns1:pt x="65" y="128"/>
                  <ns1:pt x="65" y="128"/>
                </ns1:cubicBezTo>
                <ns1:cubicBezTo>
                  <ns1:pt x="65" y="117"/>
                  <ns1:pt x="65" y="117"/>
                  <ns1:pt x="65" y="117"/>
                </ns1:cubicBezTo>
                <ns1:cubicBezTo>
                  <ns1:pt x="66" y="117"/>
                  <ns1:pt x="66" y="117"/>
                  <ns1:pt x="67" y="117"/>
                </ns1:cubicBezTo>
                <ns1:cubicBezTo>
                  <ns1:pt x="71" y="117"/>
                  <ns1:pt x="75" y="116"/>
                  <ns1:pt x="77" y="113"/>
                </ns1:cubicBezTo>
                <ns1:cubicBezTo>
                  <ns1:pt x="79" y="112"/>
                  <ns1:pt x="80" y="109"/>
                  <ns1:pt x="80" y="106"/>
                </ns1:cubicBezTo>
                <ns1:cubicBezTo>
                  <ns1:pt x="80" y="103"/>
                  <ns1:pt x="78" y="100"/>
                  <ns1:pt x="76" y="99"/>
                </ns1:cubicBezTo>
                <ns1:cubicBezTo>
                  <ns1:pt x="74" y="97"/>
                  <ns1:pt x="71" y="96"/>
                  <ns1:pt x="67" y="96"/>
                </ns1:cubicBezTo>
                <ns1:moveTo>
                  <ns1:pt x="67" y="111"/>
                </ns1:moveTo>
                <ns1:cubicBezTo>
                  <ns1:pt x="66" y="111"/>
                  <ns1:pt x="65" y="111"/>
                  <ns1:pt x="65" y="111"/>
                </ns1:cubicBezTo>
                <ns1:cubicBezTo>
                  <ns1:pt x="65" y="102"/>
                  <ns1:pt x="65" y="102"/>
                  <ns1:pt x="65" y="102"/>
                </ns1:cubicBezTo>
                <ns1:cubicBezTo>
                  <ns1:pt x="65" y="102"/>
                  <ns1:pt x="66" y="101"/>
                  <ns1:pt x="68" y="101"/>
                </ns1:cubicBezTo>
                <ns1:cubicBezTo>
                  <ns1:pt x="71" y="101"/>
                  <ns1:pt x="73" y="103"/>
                  <ns1:pt x="73" y="106"/>
                </ns1:cubicBezTo>
                <ns1:cubicBezTo>
                  <ns1:pt x="73" y="109"/>
                  <ns1:pt x="71" y="111"/>
                  <ns1:pt x="67" y="111"/>
                </ns1:cubicBezTo>
              </ns1:path>
            </ns1:pathLst>
          </ns1:custGeom>
          <ns1:solidFill>
            <ns1:schemeClr val="tx1"/>
          </ns1:solidFill>
          <ns1:ln>
            <ns1:noFill/>
          </ns1:ln>
          <ns1:extLst/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en-US"/>
          </ns1:p>
        </ns0:txBody>
      </ns0:sp>
      <ns0:sp>
        <ns0:nvSpPr>
          <ns0:cNvPr id="68" name="Freeform 64"/>
          <ns0:cNvSpPr>
            <ns1:spLocks noEditPoints="1"/>
          </ns0:cNvSpPr>
          <ns0:nvPr/>
        </ns0:nvSpPr>
        <ns0:spPr bwMode="auto">
          <ns1:xfrm>
            <ns1:off x="10783888" y="5810251"/>
            <ns1:ext cx="455612" cy="557213"/>
          </ns1:xfrm>
          <ns1:custGeom>
            <ns1:avLst/>
            <ns1:gdLst>
              <ns1:gd name="T0" fmla="*/ 75 w 144"/>
              <ns1:gd name="T1" fmla="*/ 119 h 176"/>
              <ns1:gd name="T2" fmla="*/ 70 w 144"/>
              <ns1:gd name="T3" fmla="*/ 108 h 176"/>
              <ns1:gd name="T4" fmla="*/ 56 w 144"/>
              <ns1:gd name="T5" fmla="*/ 96 h 176"/>
              <ns1:gd name="T6" fmla="*/ 62 w 144"/>
              <ns1:gd name="T7" fmla="*/ 128 h 176"/>
              <ns1:gd name="T8" fmla="*/ 62 w 144"/>
              <ns1:gd name="T9" fmla="*/ 105 h 176"/>
              <ns1:gd name="T10" fmla="*/ 67 w 144"/>
              <ns1:gd name="T11" fmla="*/ 116 h 176"/>
              <ns1:gd name="T12" fmla="*/ 81 w 144"/>
              <ns1:gd name="T13" fmla="*/ 128 h 176"/>
              <ns1:gd name="T14" fmla="*/ 75 w 144"/>
              <ns1:gd name="T15" fmla="*/ 96 h 176"/>
              <ns1:gd name="T16" fmla="*/ 41 w 144"/>
              <ns1:gd name="T17" fmla="*/ 96 h 176"/>
              <ns1:gd name="T18" fmla="*/ 32 w 144"/>
              <ns1:gd name="T19" fmla="*/ 128 h 176"/>
              <ns1:gd name="T20" fmla="*/ 39 w 144"/>
              <ns1:gd name="T21" fmla="*/ 117 h 176"/>
              <ns1:gd name="T22" fmla="*/ 51 w 144"/>
              <ns1:gd name="T23" fmla="*/ 113 h 176"/>
              <ns1:gd name="T24" fmla="*/ 50 w 144"/>
              <ns1:gd name="T25" fmla="*/ 99 h 176"/>
              <ns1:gd name="T26" fmla="*/ 41 w 144"/>
              <ns1:gd name="T27" fmla="*/ 111 h 176"/>
              <ns1:gd name="T28" fmla="*/ 39 w 144"/>
              <ns1:gd name="T29" fmla="*/ 102 h 176"/>
              <ns1:gd name="T30" fmla="*/ 47 w 144"/>
              <ns1:gd name="T31" fmla="*/ 106 h 176"/>
              <ns1:gd name="T32" fmla="*/ 87 w 144"/>
              <ns1:gd name="T33" fmla="*/ 113 h 176"/>
              <ns1:gd name="T34" fmla="*/ 103 w 144"/>
              <ns1:gd name="T35" fmla="*/ 128 h 176"/>
              <ns1:gd name="T36" fmla="*/ 113 w 144"/>
              <ns1:gd name="T37" fmla="*/ 110 h 176"/>
              <ns1:gd name="T38" fmla="*/ 102 w 144"/>
              <ns1:gd name="T39" fmla="*/ 115 h 176"/>
              <ns1:gd name="T40" fmla="*/ 107 w 144"/>
              <ns1:gd name="T41" fmla="*/ 122 h 176"/>
              <ns1:gd name="T42" fmla="*/ 94 w 144"/>
              <ns1:gd name="T43" fmla="*/ 112 h 176"/>
              <ns1:gd name="T44" fmla="*/ 111 w 144"/>
              <ns1:gd name="T45" fmla="*/ 103 h 176"/>
              <ns1:gd name="T46" fmla="*/ 104 w 144"/>
              <ns1:gd name="T47" fmla="*/ 96 h 176"/>
              <ns1:gd name="T48" fmla="*/ 104 w 144"/>
              <ns1:gd name="T49" fmla="*/ 0 h 176"/>
              <ns1:gd name="T50" fmla="*/ 0 w 144"/>
              <ns1:gd name="T51" fmla="*/ 16 h 176"/>
              <ns1:gd name="T52" fmla="*/ 16 w 144"/>
              <ns1:gd name="T53" fmla="*/ 176 h 176"/>
              <ns1:gd name="T54" fmla="*/ 144 w 144"/>
              <ns1:gd name="T55" fmla="*/ 160 h 176"/>
              <ns1:gd name="T56" fmla="*/ 104 w 144"/>
              <ns1:gd name="T57" fmla="*/ 0 h 176"/>
              <ns1:gd name="T58" fmla="*/ 128 w 144"/>
              <ns1:gd name="T59" fmla="*/ 168 h 176"/>
              <ns1:gd name="T60" fmla="*/ 8 w 144"/>
              <ns1:gd name="T61" fmla="*/ 160 h 176"/>
              <ns1:gd name="T62" fmla="*/ 16 w 144"/>
              <ns1:gd name="T63" fmla="*/ 8 h 176"/>
              <ns1:gd name="T64" fmla="*/ 88 w 144"/>
              <ns1:gd name="T65" fmla="*/ 48 h 176"/>
              <ns1:gd name="T66" fmla="*/ 136 w 144"/>
              <ns1:gd name="T67" fmla="*/ 56 h 176"/>
              <ns1:gd name="T68" fmla="*/ 96 w 144"/>
              <ns1:gd name="T69" fmla="*/ 48 h 176"/>
              <ns1:gd name="T70" fmla="*/ 100 w 144"/>
              <ns1:gd name="T71" fmla="*/ 8 h 176"/>
              <ns1:gd name="T72" fmla="*/ 96 w 144"/>
              <ns1:gd name="T73" fmla="*/ 48 h 176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  <ns1:cxn ang="0">
                <ns1:pos x="T32" y="T33"/>
              </ns1:cxn>
              <ns1:cxn ang="0">
                <ns1:pos x="T34" y="T35"/>
              </ns1:cxn>
              <ns1:cxn ang="0">
                <ns1:pos x="T36" y="T37"/>
              </ns1:cxn>
              <ns1:cxn ang="0">
                <ns1:pos x="T38" y="T39"/>
              </ns1:cxn>
              <ns1:cxn ang="0">
                <ns1:pos x="T40" y="T41"/>
              </ns1:cxn>
              <ns1:cxn ang="0">
                <ns1:pos x="T42" y="T43"/>
              </ns1:cxn>
              <ns1:cxn ang="0">
                <ns1:pos x="T44" y="T45"/>
              </ns1:cxn>
              <ns1:cxn ang="0">
                <ns1:pos x="T46" y="T47"/>
              </ns1:cxn>
              <ns1:cxn ang="0">
                <ns1:pos x="T48" y="T49"/>
              </ns1:cxn>
              <ns1:cxn ang="0">
                <ns1:pos x="T50" y="T51"/>
              </ns1:cxn>
              <ns1:cxn ang="0">
                <ns1:pos x="T52" y="T53"/>
              </ns1:cxn>
              <ns1:cxn ang="0">
                <ns1:pos x="T54" y="T55"/>
              </ns1:cxn>
              <ns1:cxn ang="0">
                <ns1:pos x="T56" y="T57"/>
              </ns1:cxn>
              <ns1:cxn ang="0">
                <ns1:pos x="T58" y="T59"/>
              </ns1:cxn>
              <ns1:cxn ang="0">
                <ns1:pos x="T60" y="T61"/>
              </ns1:cxn>
              <ns1:cxn ang="0">
                <ns1:pos x="T62" y="T63"/>
              </ns1:cxn>
              <ns1:cxn ang="0">
                <ns1:pos x="T64" y="T65"/>
              </ns1:cxn>
              <ns1:cxn ang="0">
                <ns1:pos x="T66" y="T67"/>
              </ns1:cxn>
              <ns1:cxn ang="0">
                <ns1:pos x="T68" y="T69"/>
              </ns1:cxn>
              <ns1:cxn ang="0">
                <ns1:pos x="T70" y="T71"/>
              </ns1:cxn>
              <ns1:cxn ang="0">
                <ns1:pos x="T72" y="T73"/>
              </ns1:cxn>
            </ns1:cxnLst>
            <ns1:rect l="0" t="0" r="r" b="b"/>
            <ns1:pathLst>
              <ns1:path w="144" h="176">
                <ns1:moveTo>
                  <ns1:pt x="75" y="106"/>
                </ns1:moveTo>
                <ns1:cubicBezTo>
                  <ns1:pt x="75" y="110"/>
                  <ns1:pt x="75" y="115"/>
                  <ns1:pt x="75" y="119"/>
                </ns1:cubicBezTo>
                <ns1:cubicBezTo>
                  <ns1:pt x="75" y="119"/>
                  <ns1:pt x="75" y="119"/>
                  <ns1:pt x="75" y="119"/>
                </ns1:cubicBezTo>
                <ns1:cubicBezTo>
                  <ns1:pt x="74" y="115"/>
                  <ns1:pt x="72" y="111"/>
                  <ns1:pt x="70" y="108"/>
                </ns1:cubicBezTo>
                <ns1:cubicBezTo>
                  <ns1:pt x="64" y="96"/>
                  <ns1:pt x="64" y="96"/>
                  <ns1:pt x="64" y="96"/>
                </ns1:cubicBezTo>
                <ns1:cubicBezTo>
                  <ns1:pt x="56" y="96"/>
                  <ns1:pt x="56" y="96"/>
                  <ns1:pt x="56" y="96"/>
                </ns1:cubicBezTo>
                <ns1:cubicBezTo>
                  <ns1:pt x="56" y="128"/>
                  <ns1:pt x="56" y="128"/>
                  <ns1:pt x="56" y="128"/>
                </ns1:cubicBezTo>
                <ns1:cubicBezTo>
                  <ns1:pt x="62" y="128"/>
                  <ns1:pt x="62" y="128"/>
                  <ns1:pt x="62" y="128"/>
                </ns1:cubicBezTo>
                <ns1:cubicBezTo>
                  <ns1:pt x="62" y="118"/>
                  <ns1:pt x="62" y="118"/>
                  <ns1:pt x="62" y="118"/>
                </ns1:cubicBezTo>
                <ns1:cubicBezTo>
                  <ns1:pt x="62" y="113"/>
                  <ns1:pt x="62" y="109"/>
                  <ns1:pt x="62" y="105"/>
                </ns1:cubicBezTo>
                <ns1:cubicBezTo>
                  <ns1:pt x="62" y="105"/>
                  <ns1:pt x="62" y="105"/>
                  <ns1:pt x="62" y="105"/>
                </ns1:cubicBezTo>
                <ns1:cubicBezTo>
                  <ns1:pt x="64" y="108"/>
                  <ns1:pt x="66" y="112"/>
                  <ns1:pt x="67" y="116"/>
                </ns1:cubicBezTo>
                <ns1:cubicBezTo>
                  <ns1:pt x="74" y="128"/>
                  <ns1:pt x="74" y="128"/>
                  <ns1:pt x="74" y="128"/>
                </ns1:cubicBezTo>
                <ns1:cubicBezTo>
                  <ns1:pt x="81" y="128"/>
                  <ns1:pt x="81" y="128"/>
                  <ns1:pt x="81" y="128"/>
                </ns1:cubicBezTo>
                <ns1:cubicBezTo>
                  <ns1:pt x="81" y="96"/>
                  <ns1:pt x="81" y="96"/>
                  <ns1:pt x="81" y="96"/>
                </ns1:cubicBezTo>
                <ns1:cubicBezTo>
                  <ns1:pt x="75" y="96"/>
                  <ns1:pt x="75" y="96"/>
                  <ns1:pt x="75" y="96"/>
                </ns1:cubicBezTo>
                <ns1:lnTo>
                  <ns1:pt x="75" y="106"/>
                </ns1:lnTo>
                <ns1:close/>
                <ns1:moveTo>
                  <ns1:pt x="41" y="96"/>
                </ns1:moveTo>
                <ns1:cubicBezTo>
                  <ns1:pt x="37" y="96"/>
                  <ns1:pt x="34" y="96"/>
                  <ns1:pt x="32" y="97"/>
                </ns1:cubicBezTo>
                <ns1:cubicBezTo>
                  <ns1:pt x="32" y="128"/>
                  <ns1:pt x="32" y="128"/>
                  <ns1:pt x="32" y="128"/>
                </ns1:cubicBezTo>
                <ns1:cubicBezTo>
                  <ns1:pt x="39" y="128"/>
                  <ns1:pt x="39" y="128"/>
                  <ns1:pt x="39" y="128"/>
                </ns1:cubicBezTo>
                <ns1:cubicBezTo>
                  <ns1:pt x="39" y="117"/>
                  <ns1:pt x="39" y="117"/>
                  <ns1:pt x="39" y="117"/>
                </ns1:cubicBezTo>
                <ns1:cubicBezTo>
                  <ns1:pt x="40" y="117"/>
                  <ns1:pt x="40" y="117"/>
                  <ns1:pt x="41" y="117"/>
                </ns1:cubicBezTo>
                <ns1:cubicBezTo>
                  <ns1:pt x="45" y="117"/>
                  <ns1:pt x="49" y="116"/>
                  <ns1:pt x="51" y="113"/>
                </ns1:cubicBezTo>
                <ns1:cubicBezTo>
                  <ns1:pt x="53" y="112"/>
                  <ns1:pt x="54" y="109"/>
                  <ns1:pt x="54" y="106"/>
                </ns1:cubicBezTo>
                <ns1:cubicBezTo>
                  <ns1:pt x="54" y="103"/>
                  <ns1:pt x="52" y="100"/>
                  <ns1:pt x="50" y="99"/>
                </ns1:cubicBezTo>
                <ns1:cubicBezTo>
                  <ns1:pt x="48" y="97"/>
                  <ns1:pt x="45" y="96"/>
                  <ns1:pt x="41" y="96"/>
                </ns1:cubicBezTo>
                <ns1:moveTo>
                  <ns1:pt x="41" y="111"/>
                </ns1:moveTo>
                <ns1:cubicBezTo>
                  <ns1:pt x="40" y="111"/>
                  <ns1:pt x="39" y="111"/>
                  <ns1:pt x="39" y="111"/>
                </ns1:cubicBezTo>
                <ns1:cubicBezTo>
                  <ns1:pt x="39" y="102"/>
                  <ns1:pt x="39" y="102"/>
                  <ns1:pt x="39" y="102"/>
                </ns1:cubicBezTo>
                <ns1:cubicBezTo>
                  <ns1:pt x="39" y="102"/>
                  <ns1:pt x="40" y="101"/>
                  <ns1:pt x="42" y="101"/>
                </ns1:cubicBezTo>
                <ns1:cubicBezTo>
                  <ns1:pt x="45" y="101"/>
                  <ns1:pt x="47" y="103"/>
                  <ns1:pt x="47" y="106"/>
                </ns1:cubicBezTo>
                <ns1:cubicBezTo>
                  <ns1:pt x="47" y="109"/>
                  <ns1:pt x="45" y="111"/>
                  <ns1:pt x="41" y="111"/>
                </ns1:cubicBezTo>
                <ns1:moveTo>
                  <ns1:pt x="87" y="113"/>
                </ns1:moveTo>
                <ns1:cubicBezTo>
                  <ns1:pt x="87" y="117"/>
                  <ns1:pt x="88" y="121"/>
                  <ns1:pt x="91" y="124"/>
                </ns1:cubicBezTo>
                <ns1:cubicBezTo>
                  <ns1:pt x="94" y="127"/>
                  <ns1:pt x="98" y="128"/>
                  <ns1:pt x="103" y="128"/>
                </ns1:cubicBezTo>
                <ns1:cubicBezTo>
                  <ns1:pt x="107" y="128"/>
                  <ns1:pt x="111" y="127"/>
                  <ns1:pt x="113" y="127"/>
                </ns1:cubicBezTo>
                <ns1:cubicBezTo>
                  <ns1:pt x="113" y="110"/>
                  <ns1:pt x="113" y="110"/>
                  <ns1:pt x="113" y="110"/>
                </ns1:cubicBezTo>
                <ns1:cubicBezTo>
                  <ns1:pt x="102" y="110"/>
                  <ns1:pt x="102" y="110"/>
                  <ns1:pt x="102" y="110"/>
                </ns1:cubicBezTo>
                <ns1:cubicBezTo>
                  <ns1:pt x="102" y="115"/>
                  <ns1:pt x="102" y="115"/>
                  <ns1:pt x="102" y="115"/>
                </ns1:cubicBezTo>
                <ns1:cubicBezTo>
                  <ns1:pt x="107" y="115"/>
                  <ns1:pt x="107" y="115"/>
                  <ns1:pt x="107" y="115"/>
                </ns1:cubicBezTo>
                <ns1:cubicBezTo>
                  <ns1:pt x="107" y="122"/>
                  <ns1:pt x="107" y="122"/>
                  <ns1:pt x="107" y="122"/>
                </ns1:cubicBezTo>
                <ns1:cubicBezTo>
                  <ns1:pt x="106" y="122"/>
                  <ns1:pt x="105" y="123"/>
                  <ns1:pt x="103" y="123"/>
                </ns1:cubicBezTo>
                <ns1:cubicBezTo>
                  <ns1:pt x="98" y="123"/>
                  <ns1:pt x="94" y="119"/>
                  <ns1:pt x="94" y="112"/>
                </ns1:cubicBezTo>
                <ns1:cubicBezTo>
                  <ns1:pt x="94" y="105"/>
                  <ns1:pt x="98" y="102"/>
                  <ns1:pt x="104" y="102"/>
                </ns1:cubicBezTo>
                <ns1:cubicBezTo>
                  <ns1:pt x="107" y="102"/>
                  <ns1:pt x="109" y="102"/>
                  <ns1:pt x="111" y="103"/>
                </ns1:cubicBezTo>
                <ns1:cubicBezTo>
                  <ns1:pt x="112" y="98"/>
                  <ns1:pt x="112" y="98"/>
                  <ns1:pt x="112" y="98"/>
                </ns1:cubicBezTo>
                <ns1:cubicBezTo>
                  <ns1:pt x="111" y="97"/>
                  <ns1:pt x="108" y="96"/>
                  <ns1:pt x="104" y="96"/>
                </ns1:cubicBezTo>
                <ns1:cubicBezTo>
                  <ns1:pt x="94" y="96"/>
                  <ns1:pt x="87" y="102"/>
                  <ns1:pt x="87" y="113"/>
                </ns1:cubicBezTo>
                <ns1:moveTo>
                  <ns1:pt x="104" y="0"/>
                </ns1:moveTo>
                <ns1:cubicBezTo>
                  <ns1:pt x="16" y="0"/>
                  <ns1:pt x="16" y="0"/>
                  <ns1:pt x="16" y="0"/>
                </ns1:cubicBezTo>
                <ns1:cubicBezTo>
                  <ns1:pt x="7" y="0"/>
                  <ns1:pt x="0" y="7"/>
                  <ns1:pt x="0" y="16"/>
                </ns1:cubicBezTo>
                <ns1:cubicBezTo>
                  <ns1:pt x="0" y="160"/>
                  <ns1:pt x="0" y="160"/>
                  <ns1:pt x="0" y="160"/>
                </ns1:cubicBezTo>
                <ns1:cubicBezTo>
                  <ns1:pt x="0" y="169"/>
                  <ns1:pt x="7" y="176"/>
                  <ns1:pt x="16" y="176"/>
                </ns1:cubicBezTo>
                <ns1:cubicBezTo>
                  <ns1:pt x="128" y="176"/>
                  <ns1:pt x="128" y="176"/>
                  <ns1:pt x="128" y="176"/>
                </ns1:cubicBezTo>
                <ns1:cubicBezTo>
                  <ns1:pt x="137" y="176"/>
                  <ns1:pt x="144" y="169"/>
                  <ns1:pt x="144" y="160"/>
                </ns1:cubicBezTo>
                <ns1:cubicBezTo>
                  <ns1:pt x="144" y="44"/>
                  <ns1:pt x="144" y="44"/>
                  <ns1:pt x="144" y="44"/>
                </ns1:cubicBezTo>
                <ns1:lnTo>
                  <ns1:pt x="104" y="0"/>
                </ns1:lnTo>
                <ns1:close/>
                <ns1:moveTo>
                  <ns1:pt x="136" y="160"/>
                </ns1:moveTo>
                <ns1:cubicBezTo>
                  <ns1:pt x="136" y="164"/>
                  <ns1:pt x="132" y="168"/>
                  <ns1:pt x="128" y="168"/>
                </ns1:cubicBezTo>
                <ns1:cubicBezTo>
                  <ns1:pt x="16" y="168"/>
                  <ns1:pt x="16" y="168"/>
                  <ns1:pt x="16" y="168"/>
                </ns1:cubicBezTo>
                <ns1:cubicBezTo>
                  <ns1:pt x="12" y="168"/>
                  <ns1:pt x="8" y="164"/>
                  <ns1:pt x="8" y="160"/>
                </ns1:cubicBezTo>
                <ns1:cubicBezTo>
                  <ns1:pt x="8" y="16"/>
                  <ns1:pt x="8" y="16"/>
                  <ns1:pt x="8" y="16"/>
                </ns1:cubicBezTo>
                <ns1:cubicBezTo>
                  <ns1:pt x="8" y="12"/>
                  <ns1:pt x="12" y="8"/>
                  <ns1:pt x="16" y="8"/>
                </ns1:cubicBezTo>
                <ns1:cubicBezTo>
                  <ns1:pt x="88" y="8"/>
                  <ns1:pt x="88" y="8"/>
                  <ns1:pt x="88" y="8"/>
                </ns1:cubicBezTo>
                <ns1:cubicBezTo>
                  <ns1:pt x="88" y="48"/>
                  <ns1:pt x="88" y="48"/>
                  <ns1:pt x="88" y="48"/>
                </ns1:cubicBezTo>
                <ns1:cubicBezTo>
                  <ns1:pt x="88" y="52"/>
                  <ns1:pt x="92" y="56"/>
                  <ns1:pt x="96" y="56"/>
                </ns1:cubicBezTo>
                <ns1:cubicBezTo>
                  <ns1:pt x="136" y="56"/>
                  <ns1:pt x="136" y="56"/>
                  <ns1:pt x="136" y="56"/>
                </ns1:cubicBezTo>
                <ns1:lnTo>
                  <ns1:pt x="136" y="160"/>
                </ns1:lnTo>
                <ns1:close/>
                <ns1:moveTo>
                  <ns1:pt x="96" y="48"/>
                </ns1:moveTo>
                <ns1:cubicBezTo>
                  <ns1:pt x="96" y="8"/>
                  <ns1:pt x="96" y="8"/>
                  <ns1:pt x="96" y="8"/>
                </ns1:cubicBezTo>
                <ns1:cubicBezTo>
                  <ns1:pt x="100" y="8"/>
                  <ns1:pt x="100" y="8"/>
                  <ns1:pt x="100" y="8"/>
                </ns1:cubicBezTo>
                <ns1:cubicBezTo>
                  <ns1:pt x="136" y="48"/>
                  <ns1:pt x="136" y="48"/>
                  <ns1:pt x="136" y="48"/>
                </ns1:cubicBezTo>
                <ns1:lnTo>
                  <ns1:pt x="96" y="48"/>
                </ns1:lnTo>
                <ns1:close/>
              </ns1:path>
            </ns1:pathLst>
          </ns1:custGeom>
          <ns1:solidFill>
            <ns1:schemeClr val="tx1"/>
          </ns1:solidFill>
          <ns1:ln>
            <ns1:noFill/>
          </ns1:ln>
          <ns1:extLst/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en-US"/>
          </ns1:p>
        </ns0:txBody>
      </ns0:sp>
    </ns0:spTree>
    <ns0:extLst>
      <ns0:ext uri="{BB962C8B-B14F-4D97-AF65-F5344CB8AC3E}">
        <ns2:creationId val="871322933"/>
      </ns0:ext>
    </ns0:extLst>
  </ns0:cSld>
  <ns0:clrMapOvr>
    <ns1:masterClrMapping/>
  </ns0:clrMapOvr>
</ns0:sld>
</file>

<file path=ppt/slides/slide35.xml><?xml version="1.0" encoding="utf-8"?>
<ns0:sld xmlns:ns0="http://schemas.openxmlformats.org/presentationml/2006/main" xmlns:ns1="http://schemas.openxmlformats.org/drawingml/2006/main" xmlns:ns2="http://schemas.microsoft.com/office/powerpoint/2010/main">
  <ns0:cSld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8" name="Freeform 5"/>
          <ns0:cNvSpPr>
            <ns1:spLocks noEditPoints="1"/>
          </ns0:cNvSpPr>
          <ns0:nvPr/>
        </ns0:nvSpPr>
        <ns0:spPr bwMode="auto">
          <ns1:xfrm>
            <ns1:off x="893764" y="938212"/>
            <ns1:ext cx="414338" cy="571500"/>
          </ns1:xfrm>
          <ns1:custGeom>
            <ns1:avLst/>
            <ns1:gdLst>
              <ns1:gd name="T0" fmla="*/ 64 w 128"/>
              <ns1:gd name="T1" fmla="*/ 0 h 176"/>
              <ns1:gd name="T2" fmla="*/ 0 w 128"/>
              <ns1:gd name="T3" fmla="*/ 64 h 176"/>
              <ns1:gd name="T4" fmla="*/ 64 w 128"/>
              <ns1:gd name="T5" fmla="*/ 176 h 176"/>
              <ns1:gd name="T6" fmla="*/ 128 w 128"/>
              <ns1:gd name="T7" fmla="*/ 64 h 176"/>
              <ns1:gd name="T8" fmla="*/ 64 w 128"/>
              <ns1:gd name="T9" fmla="*/ 0 h 176"/>
              <ns1:gd name="T10" fmla="*/ 64 w 128"/>
              <ns1:gd name="T11" fmla="*/ 164 h 176"/>
              <ns1:gd name="T12" fmla="*/ 8 w 128"/>
              <ns1:gd name="T13" fmla="*/ 64 h 176"/>
              <ns1:gd name="T14" fmla="*/ 64 w 128"/>
              <ns1:gd name="T15" fmla="*/ 8 h 176"/>
              <ns1:gd name="T16" fmla="*/ 120 w 128"/>
              <ns1:gd name="T17" fmla="*/ 64 h 176"/>
              <ns1:gd name="T18" fmla="*/ 64 w 128"/>
              <ns1:gd name="T19" fmla="*/ 164 h 176"/>
              <ns1:gd name="T20" fmla="*/ 64 w 128"/>
              <ns1:gd name="T21" fmla="*/ 32 h 176"/>
              <ns1:gd name="T22" fmla="*/ 32 w 128"/>
              <ns1:gd name="T23" fmla="*/ 64 h 176"/>
              <ns1:gd name="T24" fmla="*/ 64 w 128"/>
              <ns1:gd name="T25" fmla="*/ 96 h 176"/>
              <ns1:gd name="T26" fmla="*/ 96 w 128"/>
              <ns1:gd name="T27" fmla="*/ 64 h 176"/>
              <ns1:gd name="T28" fmla="*/ 64 w 128"/>
              <ns1:gd name="T29" fmla="*/ 32 h 176"/>
              <ns1:gd name="T30" fmla="*/ 64 w 128"/>
              <ns1:gd name="T31" fmla="*/ 88 h 176"/>
              <ns1:gd name="T32" fmla="*/ 40 w 128"/>
              <ns1:gd name="T33" fmla="*/ 64 h 176"/>
              <ns1:gd name="T34" fmla="*/ 64 w 128"/>
              <ns1:gd name="T35" fmla="*/ 40 h 176"/>
              <ns1:gd name="T36" fmla="*/ 88 w 128"/>
              <ns1:gd name="T37" fmla="*/ 64 h 176"/>
              <ns1:gd name="T38" fmla="*/ 64 w 128"/>
              <ns1:gd name="T39" fmla="*/ 88 h 176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  <ns1:cxn ang="0">
                <ns1:pos x="T32" y="T33"/>
              </ns1:cxn>
              <ns1:cxn ang="0">
                <ns1:pos x="T34" y="T35"/>
              </ns1:cxn>
              <ns1:cxn ang="0">
                <ns1:pos x="T36" y="T37"/>
              </ns1:cxn>
              <ns1:cxn ang="0">
                <ns1:pos x="T38" y="T39"/>
              </ns1:cxn>
            </ns1:cxnLst>
            <ns1:rect l="0" t="0" r="r" b="b"/>
            <ns1:pathLst>
              <ns1:path w="128" h="176">
                <ns1:moveTo>
                  <ns1:pt x="64" y="0"/>
                </ns1:moveTo>
                <ns1:cubicBezTo>
                  <ns1:pt x="29" y="0"/>
                  <ns1:pt x="0" y="29"/>
                  <ns1:pt x="0" y="64"/>
                </ns1:cubicBezTo>
                <ns1:cubicBezTo>
                  <ns1:pt x="0" y="116"/>
                  <ns1:pt x="64" y="176"/>
                  <ns1:pt x="64" y="176"/>
                </ns1:cubicBezTo>
                <ns1:cubicBezTo>
                  <ns1:pt x="64" y="176"/>
                  <ns1:pt x="128" y="116"/>
                  <ns1:pt x="128" y="64"/>
                </ns1:cubicBezTo>
                <ns1:cubicBezTo>
                  <ns1:pt x="128" y="29"/>
                  <ns1:pt x="99" y="0"/>
                  <ns1:pt x="64" y="0"/>
                </ns1:cubicBezTo>
                <ns1:moveTo>
                  <ns1:pt x="64" y="164"/>
                </ns1:moveTo>
                <ns1:cubicBezTo>
                  <ns1:pt x="64" y="164"/>
                  <ns1:pt x="8" y="112"/>
                  <ns1:pt x="8" y="64"/>
                </ns1:cubicBezTo>
                <ns1:cubicBezTo>
                  <ns1:pt x="8" y="33"/>
                  <ns1:pt x="33" y="8"/>
                  <ns1:pt x="64" y="8"/>
                </ns1:cubicBezTo>
                <ns1:cubicBezTo>
                  <ns1:pt x="95" y="8"/>
                  <ns1:pt x="120" y="33"/>
                  <ns1:pt x="120" y="64"/>
                </ns1:cubicBezTo>
                <ns1:cubicBezTo>
                  <ns1:pt x="120" y="112"/>
                  <ns1:pt x="64" y="164"/>
                  <ns1:pt x="64" y="164"/>
                </ns1:cubicBezTo>
                <ns1:moveTo>
                  <ns1:pt x="64" y="32"/>
                </ns1:moveTo>
                <ns1:cubicBezTo>
                  <ns1:pt x="46" y="32"/>
                  <ns1:pt x="32" y="46"/>
                  <ns1:pt x="32" y="64"/>
                </ns1:cubicBezTo>
                <ns1:cubicBezTo>
                  <ns1:pt x="32" y="82"/>
                  <ns1:pt x="46" y="96"/>
                  <ns1:pt x="64" y="96"/>
                </ns1:cubicBezTo>
                <ns1:cubicBezTo>
                  <ns1:pt x="82" y="96"/>
                  <ns1:pt x="96" y="82"/>
                  <ns1:pt x="96" y="64"/>
                </ns1:cubicBezTo>
                <ns1:cubicBezTo>
                  <ns1:pt x="96" y="46"/>
                  <ns1:pt x="82" y="32"/>
                  <ns1:pt x="64" y="32"/>
                </ns1:cubicBezTo>
                <ns1:moveTo>
                  <ns1:pt x="64" y="88"/>
                </ns1:moveTo>
                <ns1:cubicBezTo>
                  <ns1:pt x="51" y="88"/>
                  <ns1:pt x="40" y="77"/>
                  <ns1:pt x="40" y="64"/>
                </ns1:cubicBezTo>
                <ns1:cubicBezTo>
                  <ns1:pt x="40" y="51"/>
                  <ns1:pt x="51" y="40"/>
                  <ns1:pt x="64" y="40"/>
                </ns1:cubicBezTo>
                <ns1:cubicBezTo>
                  <ns1:pt x="77" y="40"/>
                  <ns1:pt x="88" y="51"/>
                  <ns1:pt x="88" y="64"/>
                </ns1:cubicBezTo>
                <ns1:cubicBezTo>
                  <ns1:pt x="88" y="77"/>
                  <ns1:pt x="77" y="88"/>
                  <ns1:pt x="64" y="88"/>
                </ns1:cubicBezTo>
              </ns1:path>
            </ns1:pathLst>
          </ns1:custGeom>
          <ns1:solidFill>
            <ns1:schemeClr val="tx1"/>
          </ns1:solidFill>
          <ns1:ln>
            <ns1:noFill/>
          </ns1:ln>
          <ns1:extLst/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en-US" sz="2700"/>
          </ns1:p>
        </ns0:txBody>
      </ns0:sp>
      <ns0:sp>
        <ns0:nvSpPr>
          <ns0:cNvPr id="9" name="Freeform 6"/>
          <ns0:cNvSpPr>
            <ns1:spLocks noEditPoints="1"/>
          </ns0:cNvSpPr>
          <ns0:nvPr/>
        </ns0:nvSpPr>
        <ns0:spPr bwMode="auto">
          <ns1:xfrm>
            <ns1:off x="1901826" y="938212"/>
            <ns1:ext cx="569913" cy="571500"/>
          </ns1:xfrm>
          <ns1:custGeom>
            <ns1:avLst/>
            <ns1:gdLst>
              <ns1:gd name="T0" fmla="*/ 24 w 176"/>
              <ns1:gd name="T1" fmla="*/ 52 h 176"/>
              <ns1:gd name="T2" fmla="*/ 80 w 176"/>
              <ns1:gd name="T3" fmla="*/ 52 h 176"/>
              <ns1:gd name="T4" fmla="*/ 52 w 176"/>
              <ns1:gd name="T5" fmla="*/ 72 h 176"/>
              <ns1:gd name="T6" fmla="*/ 52 w 176"/>
              <ns1:gd name="T7" fmla="*/ 32 h 176"/>
              <ns1:gd name="T8" fmla="*/ 52 w 176"/>
              <ns1:gd name="T9" fmla="*/ 72 h 176"/>
              <ns1:gd name="T10" fmla="*/ 131 w 176"/>
              <ns1:gd name="T11" fmla="*/ 88 h 176"/>
              <ns1:gd name="T12" fmla="*/ 139 w 176"/>
              <ns1:gd name="T13" fmla="*/ 80 h 176"/>
              <ns1:gd name="T14" fmla="*/ 133 w 176"/>
              <ns1:gd name="T15" fmla="*/ 75 h 176"/>
              <ns1:gd name="T16" fmla="*/ 129 w 176"/>
              <ns1:gd name="T17" fmla="*/ 88 h 176"/>
              <ns1:gd name="T18" fmla="*/ 52 w 176"/>
              <ns1:gd name="T19" fmla="*/ 144 h 176"/>
              <ns1:gd name="T20" fmla="*/ 49 w 176"/>
              <ns1:gd name="T21" fmla="*/ 153 h 176"/>
              <ns1:gd name="T22" fmla="*/ 54 w 176"/>
              <ns1:gd name="T23" fmla="*/ 156 h 176"/>
              <ns1:gd name="T24" fmla="*/ 56 w 176"/>
              <ns1:gd name="T25" fmla="*/ 148 h 176"/>
              <ns1:gd name="T26" fmla="*/ 88 w 176"/>
              <ns1:gd name="T27" fmla="*/ 167 h 176"/>
              <ns1:gd name="T28" fmla="*/ 87 w 176"/>
              <ns1:gd name="T29" fmla="*/ 175 h 176"/>
              <ns1:gd name="T30" fmla="*/ 96 w 176"/>
              <ns1:gd name="T31" fmla="*/ 176 h 176"/>
              <ns1:gd name="T32" fmla="*/ 96 w 176"/>
              <ns1:gd name="T33" fmla="*/ 168 h 176"/>
              <ns1:gd name="T34" fmla="*/ 66 w 176"/>
              <ns1:gd name="T35" fmla="*/ 161 h 176"/>
              <ns1:gd name="T36" fmla="*/ 62 w 176"/>
              <ns1:gd name="T37" fmla="*/ 167 h 176"/>
              <ns1:gd name="T38" fmla="*/ 71 w 176"/>
              <ns1:gd name="T39" fmla="*/ 172 h 176"/>
              <ns1:gd name="T40" fmla="*/ 73 w 176"/>
              <ns1:gd name="T41" fmla="*/ 164 h 176"/>
              <ns1:gd name="T42" fmla="*/ 112 w 176"/>
              <ns1:gd name="T43" fmla="*/ 168 h 176"/>
              <ns1:gd name="T44" fmla="*/ 112 w 176"/>
              <ns1:gd name="T45" fmla="*/ 176 h 176"/>
              <ns1:gd name="T46" fmla="*/ 121 w 176"/>
              <ns1:gd name="T47" fmla="*/ 175 h 176"/>
              <ns1:gd name="T48" fmla="*/ 120 w 176"/>
              <ns1:gd name="T49" fmla="*/ 167 h 176"/>
              <ns1:gd name="T50" fmla="*/ 145 w 176"/>
              <ns1:gd name="T51" fmla="*/ 63 h 176"/>
              <ns1:gd name="T52" fmla="*/ 148 w 176"/>
              <ns1:gd name="T53" fmla="*/ 70 h 176"/>
              <ns1:gd name="T54" fmla="*/ 157 w 176"/>
              <ns1:gd name="T55" fmla="*/ 64 h 176"/>
              <ns1:gd name="T56" fmla="*/ 152 w 176"/>
              <ns1:gd name="T57" fmla="*/ 58 h 176"/>
              <ns1:gd name="T58" fmla="*/ 149 w 176"/>
              <ns1:gd name="T59" fmla="*/ 142 h 176"/>
              <ns1:gd name="T60" fmla="*/ 149 w 176"/>
              <ns1:gd name="T61" fmla="*/ 149 h 176"/>
              <ns1:gd name="T62" fmla="*/ 153 w 176"/>
              <ns1:gd name="T63" fmla="*/ 154 h 176"/>
              <ns1:gd name="T64" fmla="*/ 158 w 176"/>
              <ns1:gd name="T65" fmla="*/ 146 h 176"/>
              <ns1:gd name="T66" fmla="*/ 152 w 176"/>
              <ns1:gd name="T67" fmla="*/ 138 h 176"/>
              <ns1:gd name="T68" fmla="*/ 170 w 176"/>
              <ns1:gd name="T69" fmla="*/ 47 h 176"/>
              <ns1:gd name="T70" fmla="*/ 165 w 176"/>
              <ns1:gd name="T71" fmla="*/ 54 h 176"/>
              <ns1:gd name="T72" fmla="*/ 170 w 176"/>
              <ns1:gd name="T73" fmla="*/ 55 h 176"/>
              <ns1:gd name="T74" fmla="*/ 175 w 176"/>
              <ns1:gd name="T75" fmla="*/ 48 h 176"/>
              <ns1:gd name="T76" fmla="*/ 143 w 176"/>
              <ns1:gd name="T77" fmla="*/ 118 h 176"/>
              <ns1:gd name="T78" fmla="*/ 138 w 176"/>
              <ns1:gd name="T79" fmla="*/ 123 h 176"/>
              <ns1:gd name="T80" fmla="*/ 146 w 176"/>
              <ns1:gd name="T81" fmla="*/ 131 h 176"/>
              <ns1:gd name="T82" fmla="*/ 149 w 176"/>
              <ns1:gd name="T83" fmla="*/ 124 h 176"/>
              <ns1:gd name="T84" fmla="*/ 131 w 176"/>
              <ns1:gd name="T85" fmla="*/ 100 h 176"/>
              <ns1:gd name="T86" fmla="*/ 123 w 176"/>
              <ns1:gd name="T87" fmla="*/ 101 h 176"/>
              <ns1:gd name="T88" fmla="*/ 129 w 176"/>
              <ns1:gd name="T89" fmla="*/ 112 h 176"/>
              <ns1:gd name="T90" fmla="*/ 133 w 176"/>
              <ns1:gd name="T91" fmla="*/ 106 h 176"/>
              <ns1:gd name="T92" fmla="*/ 135 w 176"/>
              <ns1:gd name="T93" fmla="*/ 163 h 176"/>
              <ns1:gd name="T94" fmla="*/ 137 w 176"/>
              <ns1:gd name="T95" fmla="*/ 171 h 176"/>
              <ns1:gd name="T96" fmla="*/ 146 w 176"/>
              <ns1:gd name="T97" fmla="*/ 166 h 176"/>
              <ns1:gd name="T98" fmla="*/ 142 w 176"/>
              <ns1:gd name="T99" fmla="*/ 160 h 176"/>
              <ns1:gd name="T100" fmla="*/ 0 w 176"/>
              <ns1:gd name="T101" fmla="*/ 52 h 176"/>
              <ns1:gd name="T102" fmla="*/ 104 w 176"/>
              <ns1:gd name="T103" fmla="*/ 52 h 176"/>
              <ns1:gd name="T104" fmla="*/ 52 w 176"/>
              <ns1:gd name="T105" fmla="*/ 125 h 176"/>
              <ns1:gd name="T106" fmla="*/ 8 w 176"/>
              <ns1:gd name="T107" fmla="*/ 52 h 176"/>
              <ns1:gd name="T108" fmla="*/ 96 w 176"/>
              <ns1:gd name="T109" fmla="*/ 52 h 176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  <ns1:cxn ang="0">
                <ns1:pos x="T32" y="T33"/>
              </ns1:cxn>
              <ns1:cxn ang="0">
                <ns1:pos x="T34" y="T35"/>
              </ns1:cxn>
              <ns1:cxn ang="0">
                <ns1:pos x="T36" y="T37"/>
              </ns1:cxn>
              <ns1:cxn ang="0">
                <ns1:pos x="T38" y="T39"/>
              </ns1:cxn>
              <ns1:cxn ang="0">
                <ns1:pos x="T40" y="T41"/>
              </ns1:cxn>
              <ns1:cxn ang="0">
                <ns1:pos x="T42" y="T43"/>
              </ns1:cxn>
              <ns1:cxn ang="0">
                <ns1:pos x="T44" y="T45"/>
              </ns1:cxn>
              <ns1:cxn ang="0">
                <ns1:pos x="T46" y="T47"/>
              </ns1:cxn>
              <ns1:cxn ang="0">
                <ns1:pos x="T48" y="T49"/>
              </ns1:cxn>
              <ns1:cxn ang="0">
                <ns1:pos x="T50" y="T51"/>
              </ns1:cxn>
              <ns1:cxn ang="0">
                <ns1:pos x="T52" y="T53"/>
              </ns1:cxn>
              <ns1:cxn ang="0">
                <ns1:pos x="T54" y="T55"/>
              </ns1:cxn>
              <ns1:cxn ang="0">
                <ns1:pos x="T56" y="T57"/>
              </ns1:cxn>
              <ns1:cxn ang="0">
                <ns1:pos x="T58" y="T59"/>
              </ns1:cxn>
              <ns1:cxn ang="0">
                <ns1:pos x="T60" y="T61"/>
              </ns1:cxn>
              <ns1:cxn ang="0">
                <ns1:pos x="T62" y="T63"/>
              </ns1:cxn>
              <ns1:cxn ang="0">
                <ns1:pos x="T64" y="T65"/>
              </ns1:cxn>
              <ns1:cxn ang="0">
                <ns1:pos x="T66" y="T67"/>
              </ns1:cxn>
              <ns1:cxn ang="0">
                <ns1:pos x="T68" y="T69"/>
              </ns1:cxn>
              <ns1:cxn ang="0">
                <ns1:pos x="T70" y="T71"/>
              </ns1:cxn>
              <ns1:cxn ang="0">
                <ns1:pos x="T72" y="T73"/>
              </ns1:cxn>
              <ns1:cxn ang="0">
                <ns1:pos x="T74" y="T75"/>
              </ns1:cxn>
              <ns1:cxn ang="0">
                <ns1:pos x="T76" y="T77"/>
              </ns1:cxn>
              <ns1:cxn ang="0">
                <ns1:pos x="T78" y="T79"/>
              </ns1:cxn>
              <ns1:cxn ang="0">
                <ns1:pos x="T80" y="T81"/>
              </ns1:cxn>
              <ns1:cxn ang="0">
                <ns1:pos x="T82" y="T83"/>
              </ns1:cxn>
              <ns1:cxn ang="0">
                <ns1:pos x="T84" y="T85"/>
              </ns1:cxn>
              <ns1:cxn ang="0">
                <ns1:pos x="T86" y="T87"/>
              </ns1:cxn>
              <ns1:cxn ang="0">
                <ns1:pos x="T88" y="T89"/>
              </ns1:cxn>
              <ns1:cxn ang="0">
                <ns1:pos x="T90" y="T91"/>
              </ns1:cxn>
              <ns1:cxn ang="0">
                <ns1:pos x="T92" y="T93"/>
              </ns1:cxn>
              <ns1:cxn ang="0">
                <ns1:pos x="T94" y="T95"/>
              </ns1:cxn>
              <ns1:cxn ang="0">
                <ns1:pos x="T96" y="T97"/>
              </ns1:cxn>
              <ns1:cxn ang="0">
                <ns1:pos x="T98" y="T99"/>
              </ns1:cxn>
              <ns1:cxn ang="0">
                <ns1:pos x="T100" y="T101"/>
              </ns1:cxn>
              <ns1:cxn ang="0">
                <ns1:pos x="T102" y="T103"/>
              </ns1:cxn>
              <ns1:cxn ang="0">
                <ns1:pos x="T104" y="T105"/>
              </ns1:cxn>
              <ns1:cxn ang="0">
                <ns1:pos x="T106" y="T107"/>
              </ns1:cxn>
              <ns1:cxn ang="0">
                <ns1:pos x="T108" y="T109"/>
              </ns1:cxn>
            </ns1:cxnLst>
            <ns1:rect l="0" t="0" r="r" b="b"/>
            <ns1:pathLst>
              <ns1:path w="176" h="176">
                <ns1:moveTo>
                  <ns1:pt x="52" y="24"/>
                </ns1:moveTo>
                <ns1:cubicBezTo>
                  <ns1:pt x="37" y="24"/>
                  <ns1:pt x="24" y="37"/>
                  <ns1:pt x="24" y="52"/>
                </ns1:cubicBezTo>
                <ns1:cubicBezTo>
                  <ns1:pt x="24" y="68"/>
                  <ns1:pt x="37" y="80"/>
                  <ns1:pt x="52" y="80"/>
                </ns1:cubicBezTo>
                <ns1:cubicBezTo>
                  <ns1:pt x="67" y="80"/>
                  <ns1:pt x="80" y="68"/>
                  <ns1:pt x="80" y="52"/>
                </ns1:cubicBezTo>
                <ns1:cubicBezTo>
                  <ns1:pt x="80" y="37"/>
                  <ns1:pt x="67" y="24"/>
                  <ns1:pt x="52" y="24"/>
                </ns1:cubicBezTo>
                <ns1:moveTo>
                  <ns1:pt x="52" y="72"/>
                </ns1:moveTo>
                <ns1:cubicBezTo>
                  <ns1:pt x="41" y="72"/>
                  <ns1:pt x="32" y="63"/>
                  <ns1:pt x="32" y="52"/>
                </ns1:cubicBezTo>
                <ns1:cubicBezTo>
                  <ns1:pt x="32" y="41"/>
                  <ns1:pt x="41" y="32"/>
                  <ns1:pt x="52" y="32"/>
                </ns1:cubicBezTo>
                <ns1:cubicBezTo>
                  <ns1:pt x="63" y="32"/>
                  <ns1:pt x="72" y="41"/>
                  <ns1:pt x="72" y="52"/>
                </ns1:cubicBezTo>
                <ns1:cubicBezTo>
                  <ns1:pt x="72" y="63"/>
                  <ns1:pt x="63" y="72"/>
                  <ns1:pt x="52" y="72"/>
                </ns1:cubicBezTo>
                <ns1:moveTo>
                  <ns1:pt x="129" y="88"/>
                </ns1:moveTo>
                <ns1:cubicBezTo>
                  <ns1:pt x="129" y="88"/>
                  <ns1:pt x="130" y="88"/>
                  <ns1:pt x="131" y="88"/>
                </ns1:cubicBezTo>
                <ns1:cubicBezTo>
                  <ns1:pt x="132" y="88"/>
                  <ns1:pt x="133" y="88"/>
                  <ns1:pt x="134" y="87"/>
                </ns1:cubicBezTo>
                <ns1:cubicBezTo>
                  <ns1:pt x="135" y="84"/>
                  <ns1:pt x="137" y="82"/>
                  <ns1:pt x="139" y="80"/>
                </ns1:cubicBezTo>
                <ns1:cubicBezTo>
                  <ns1:pt x="140" y="79"/>
                  <ns1:pt x="140" y="76"/>
                  <ns1:pt x="138" y="75"/>
                </ns1:cubicBezTo>
                <ns1:cubicBezTo>
                  <ns1:pt x="136" y="73"/>
                  <ns1:pt x="134" y="73"/>
                  <ns1:pt x="133" y="75"/>
                </ns1:cubicBezTo>
                <ns1:cubicBezTo>
                  <ns1:pt x="131" y="78"/>
                  <ns1:pt x="129" y="80"/>
                  <ns1:pt x="127" y="82"/>
                </ns1:cubicBezTo>
                <ns1:cubicBezTo>
                  <ns1:pt x="126" y="84"/>
                  <ns1:pt x="127" y="87"/>
                  <ns1:pt x="129" y="88"/>
                </ns1:cubicBezTo>
                <ns1:moveTo>
                  <ns1:pt x="56" y="148"/>
                </ns1:moveTo>
                <ns1:cubicBezTo>
                  <ns1:pt x="56" y="146"/>
                  <ns1:pt x="54" y="144"/>
                  <ns1:pt x="52" y="144"/>
                </ns1:cubicBezTo>
                <ns1:cubicBezTo>
                  <ns1:pt x="50" y="144"/>
                  <ns1:pt x="48" y="146"/>
                  <ns1:pt x="48" y="148"/>
                </ns1:cubicBezTo>
                <ns1:cubicBezTo>
                  <ns1:pt x="48" y="148"/>
                  <ns1:pt x="48" y="151"/>
                  <ns1:pt x="49" y="153"/>
                </ns1:cubicBezTo>
                <ns1:cubicBezTo>
                  <ns1:pt x="50" y="155"/>
                  <ns1:pt x="51" y="156"/>
                  <ns1:pt x="53" y="156"/>
                </ns1:cubicBezTo>
                <ns1:cubicBezTo>
                  <ns1:pt x="53" y="156"/>
                  <ns1:pt x="54" y="156"/>
                  <ns1:pt x="54" y="156"/>
                </ns1:cubicBezTo>
                <ns1:cubicBezTo>
                  <ns1:pt x="56" y="155"/>
                  <ns1:pt x="57" y="153"/>
                  <ns1:pt x="56" y="151"/>
                </ns1:cubicBezTo>
                <ns1:cubicBezTo>
                  <ns1:pt x="56" y="149"/>
                  <ns1:pt x="56" y="148"/>
                  <ns1:pt x="56" y="148"/>
                </ns1:cubicBezTo>
                <ns1:moveTo>
                  <ns1:pt x="96" y="168"/>
                </ns1:moveTo>
                <ns1:cubicBezTo>
                  <ns1:pt x="93" y="168"/>
                  <ns1:pt x="91" y="168"/>
                  <ns1:pt x="88" y="167"/>
                </ns1:cubicBezTo>
                <ns1:cubicBezTo>
                  <ns1:pt x="86" y="167"/>
                  <ns1:pt x="84" y="168"/>
                  <ns1:pt x="84" y="171"/>
                </ns1:cubicBezTo>
                <ns1:cubicBezTo>
                  <ns1:pt x="83" y="173"/>
                  <ns1:pt x="85" y="175"/>
                  <ns1:pt x="87" y="175"/>
                </ns1:cubicBezTo>
                <ns1:cubicBezTo>
                  <ns1:pt x="90" y="175"/>
                  <ns1:pt x="93" y="176"/>
                  <ns1:pt x="96" y="176"/>
                </ns1:cubicBezTo>
                <ns1:cubicBezTo>
                  <ns1:pt x="96" y="176"/>
                  <ns1:pt x="96" y="176"/>
                  <ns1:pt x="96" y="176"/>
                </ns1:cubicBezTo>
                <ns1:cubicBezTo>
                  <ns1:pt x="98" y="176"/>
                  <ns1:pt x="100" y="174"/>
                  <ns1:pt x="100" y="172"/>
                </ns1:cubicBezTo>
                <ns1:cubicBezTo>
                  <ns1:pt x="100" y="170"/>
                  <ns1:pt x="98" y="168"/>
                  <ns1:pt x="96" y="168"/>
                </ns1:cubicBezTo>
                <ns1:moveTo>
                  <ns1:pt x="73" y="164"/>
                </ns1:moveTo>
                <ns1:cubicBezTo>
                  <ns1:pt x="70" y="163"/>
                  <ns1:pt x="68" y="162"/>
                  <ns1:pt x="66" y="161"/>
                </ns1:cubicBezTo>
                <ns1:cubicBezTo>
                  <ns1:pt x="64" y="159"/>
                  <ns1:pt x="61" y="160"/>
                  <ns1:pt x="60" y="162"/>
                </ns1:cubicBezTo>
                <ns1:cubicBezTo>
                  <ns1:pt x="59" y="164"/>
                  <ns1:pt x="60" y="166"/>
                  <ns1:pt x="62" y="167"/>
                </ns1:cubicBezTo>
                <ns1:cubicBezTo>
                  <ns1:pt x="64" y="169"/>
                  <ns1:pt x="67" y="170"/>
                  <ns1:pt x="70" y="171"/>
                </ns1:cubicBezTo>
                <ns1:cubicBezTo>
                  <ns1:pt x="70" y="171"/>
                  <ns1:pt x="71" y="172"/>
                  <ns1:pt x="71" y="172"/>
                </ns1:cubicBezTo>
                <ns1:cubicBezTo>
                  <ns1:pt x="73" y="172"/>
                  <ns1:pt x="74" y="171"/>
                  <ns1:pt x="75" y="169"/>
                </ns1:cubicBezTo>
                <ns1:cubicBezTo>
                  <ns1:pt x="76" y="167"/>
                  <ns1:pt x="75" y="164"/>
                  <ns1:pt x="73" y="164"/>
                </ns1:cubicBezTo>
                <ns1:moveTo>
                  <ns1:pt x="120" y="167"/>
                </ns1:moveTo>
                <ns1:cubicBezTo>
                  <ns1:pt x="118" y="167"/>
                  <ns1:pt x="115" y="168"/>
                  <ns1:pt x="112" y="168"/>
                </ns1:cubicBezTo>
                <ns1:cubicBezTo>
                  <ns1:pt x="110" y="168"/>
                  <ns1:pt x="108" y="170"/>
                  <ns1:pt x="108" y="172"/>
                </ns1:cubicBezTo>
                <ns1:cubicBezTo>
                  <ns1:pt x="109" y="174"/>
                  <ns1:pt x="110" y="176"/>
                  <ns1:pt x="112" y="176"/>
                </ns1:cubicBezTo>
                <ns1:cubicBezTo>
                  <ns1:pt x="112" y="176"/>
                  <ns1:pt x="113" y="176"/>
                  <ns1:pt x="113" y="176"/>
                </ns1:cubicBezTo>
                <ns1:cubicBezTo>
                  <ns1:pt x="116" y="176"/>
                  <ns1:pt x="118" y="175"/>
                  <ns1:pt x="121" y="175"/>
                </ns1:cubicBezTo>
                <ns1:cubicBezTo>
                  <ns1:pt x="123" y="175"/>
                  <ns1:pt x="125" y="173"/>
                  <ns1:pt x="125" y="170"/>
                </ns1:cubicBezTo>
                <ns1:cubicBezTo>
                  <ns1:pt x="124" y="168"/>
                  <ns1:pt x="122" y="167"/>
                  <ns1:pt x="120" y="167"/>
                </ns1:cubicBezTo>
                <ns1:moveTo>
                  <ns1:pt x="152" y="58"/>
                </ns1:moveTo>
                <ns1:cubicBezTo>
                  <ns1:pt x="150" y="59"/>
                  <ns1:pt x="147" y="61"/>
                  <ns1:pt x="145" y="63"/>
                </ns1:cubicBezTo>
                <ns1:cubicBezTo>
                  <ns1:pt x="143" y="64"/>
                  <ns1:pt x="143" y="67"/>
                  <ns1:pt x="144" y="69"/>
                </ns1:cubicBezTo>
                <ns1:cubicBezTo>
                  <ns1:pt x="145" y="70"/>
                  <ns1:pt x="146" y="70"/>
                  <ns1:pt x="148" y="70"/>
                </ns1:cubicBezTo>
                <ns1:cubicBezTo>
                  <ns1:pt x="148" y="70"/>
                  <ns1:pt x="149" y="70"/>
                  <ns1:pt x="150" y="69"/>
                </ns1:cubicBezTo>
                <ns1:cubicBezTo>
                  <ns1:pt x="152" y="68"/>
                  <ns1:pt x="154" y="66"/>
                  <ns1:pt x="157" y="64"/>
                </ns1:cubicBezTo>
                <ns1:cubicBezTo>
                  <ns1:pt x="158" y="63"/>
                  <ns1:pt x="159" y="61"/>
                  <ns1:pt x="157" y="59"/>
                </ns1:cubicBezTo>
                <ns1:cubicBezTo>
                  <ns1:pt x="156" y="57"/>
                  <ns1:pt x="154" y="57"/>
                  <ns1:pt x="152" y="58"/>
                </ns1:cubicBezTo>
                <ns1:moveTo>
                  <ns1:pt x="152" y="138"/>
                </ns1:moveTo>
                <ns1:cubicBezTo>
                  <ns1:pt x="150" y="138"/>
                  <ns1:pt x="149" y="140"/>
                  <ns1:pt x="149" y="142"/>
                </ns1:cubicBezTo>
                <ns1:cubicBezTo>
                  <ns1:pt x="150" y="144"/>
                  <ns1:pt x="150" y="145"/>
                  <ns1:pt x="150" y="146"/>
                </ns1:cubicBezTo>
                <ns1:cubicBezTo>
                  <ns1:pt x="150" y="147"/>
                  <ns1:pt x="150" y="148"/>
                  <ns1:pt x="149" y="149"/>
                </ns1:cubicBezTo>
                <ns1:cubicBezTo>
                  <ns1:pt x="149" y="151"/>
                  <ns1:pt x="150" y="153"/>
                  <ns1:pt x="153" y="154"/>
                </ns1:cubicBezTo>
                <ns1:cubicBezTo>
                  <ns1:pt x="153" y="154"/>
                  <ns1:pt x="153" y="154"/>
                  <ns1:pt x="153" y="154"/>
                </ns1:cubicBezTo>
                <ns1:cubicBezTo>
                  <ns1:pt x="155" y="154"/>
                  <ns1:pt x="157" y="152"/>
                  <ns1:pt x="157" y="150"/>
                </ns1:cubicBezTo>
                <ns1:cubicBezTo>
                  <ns1:pt x="158" y="149"/>
                  <ns1:pt x="158" y="148"/>
                  <ns1:pt x="158" y="146"/>
                </ns1:cubicBezTo>
                <ns1:cubicBezTo>
                  <ns1:pt x="158" y="144"/>
                  <ns1:pt x="158" y="142"/>
                  <ns1:pt x="157" y="141"/>
                </ns1:cubicBezTo>
                <ns1:cubicBezTo>
                  <ns1:pt x="157" y="138"/>
                  <ns1:pt x="155" y="137"/>
                  <ns1:pt x="152" y="138"/>
                </ns1:cubicBezTo>
                <ns1:moveTo>
                  <ns1:pt x="175" y="48"/>
                </ns1:moveTo>
                <ns1:cubicBezTo>
                  <ns1:pt x="174" y="46"/>
                  <ns1:pt x="172" y="46"/>
                  <ns1:pt x="170" y="47"/>
                </ns1:cubicBezTo>
                <ns1:cubicBezTo>
                  <ns1:pt x="170" y="47"/>
                  <ns1:pt x="169" y="47"/>
                  <ns1:pt x="166" y="49"/>
                </ns1:cubicBezTo>
                <ns1:cubicBezTo>
                  <ns1:pt x="164" y="50"/>
                  <ns1:pt x="164" y="52"/>
                  <ns1:pt x="165" y="54"/>
                </ns1:cubicBezTo>
                <ns1:cubicBezTo>
                  <ns1:pt x="166" y="55"/>
                  <ns1:pt x="167" y="56"/>
                  <ns1:pt x="168" y="56"/>
                </ns1:cubicBezTo>
                <ns1:cubicBezTo>
                  <ns1:pt x="169" y="56"/>
                  <ns1:pt x="170" y="56"/>
                  <ns1:pt x="170" y="55"/>
                </ns1:cubicBezTo>
                <ns1:cubicBezTo>
                  <ns1:pt x="172" y="54"/>
                  <ns1:pt x="174" y="54"/>
                  <ns1:pt x="174" y="54"/>
                </ns1:cubicBezTo>
                <ns1:cubicBezTo>
                  <ns1:pt x="176" y="53"/>
                  <ns1:pt x="176" y="50"/>
                  <ns1:pt x="175" y="48"/>
                </ns1:cubicBezTo>
                <ns1:moveTo>
                  <ns1:pt x="149" y="124"/>
                </ns1:moveTo>
                <ns1:cubicBezTo>
                  <ns1:pt x="147" y="122"/>
                  <ns1:pt x="145" y="120"/>
                  <ns1:pt x="143" y="118"/>
                </ns1:cubicBezTo>
                <ns1:cubicBezTo>
                  <ns1:pt x="142" y="116"/>
                  <ns1:pt x="139" y="116"/>
                  <ns1:pt x="138" y="118"/>
                </ns1:cubicBezTo>
                <ns1:cubicBezTo>
                  <ns1:pt x="136" y="119"/>
                  <ns1:pt x="136" y="122"/>
                  <ns1:pt x="138" y="123"/>
                </ns1:cubicBezTo>
                <ns1:cubicBezTo>
                  <ns1:pt x="139" y="125"/>
                  <ns1:pt x="141" y="127"/>
                  <ns1:pt x="143" y="129"/>
                </ns1:cubicBezTo>
                <ns1:cubicBezTo>
                  <ns1:pt x="144" y="130"/>
                  <ns1:pt x="145" y="131"/>
                  <ns1:pt x="146" y="131"/>
                </ns1:cubicBezTo>
                <ns1:cubicBezTo>
                  <ns1:pt x="147" y="131"/>
                  <ns1:pt x="148" y="130"/>
                  <ns1:pt x="148" y="130"/>
                </ns1:cubicBezTo>
                <ns1:cubicBezTo>
                  <ns1:pt x="150" y="128"/>
                  <ns1:pt x="150" y="126"/>
                  <ns1:pt x="149" y="124"/>
                </ns1:cubicBezTo>
                <ns1:moveTo>
                  <ns1:pt x="133" y="106"/>
                </ns1:moveTo>
                <ns1:cubicBezTo>
                  <ns1:pt x="132" y="104"/>
                  <ns1:pt x="131" y="102"/>
                  <ns1:pt x="131" y="100"/>
                </ns1:cubicBezTo>
                <ns1:cubicBezTo>
                  <ns1:pt x="130" y="98"/>
                  <ns1:pt x="128" y="96"/>
                  <ns1:pt x="126" y="96"/>
                </ns1:cubicBezTo>
                <ns1:cubicBezTo>
                  <ns1:pt x="124" y="97"/>
                  <ns1:pt x="122" y="99"/>
                  <ns1:pt x="123" y="101"/>
                </ns1:cubicBezTo>
                <ns1:cubicBezTo>
                  <ns1:pt x="123" y="104"/>
                  <ns1:pt x="124" y="107"/>
                  <ns1:pt x="126" y="110"/>
                </ns1:cubicBezTo>
                <ns1:cubicBezTo>
                  <ns1:pt x="126" y="111"/>
                  <ns1:pt x="128" y="112"/>
                  <ns1:pt x="129" y="112"/>
                </ns1:cubicBezTo>
                <ns1:cubicBezTo>
                  <ns1:pt x="130" y="112"/>
                  <ns1:pt x="131" y="112"/>
                  <ns1:pt x="131" y="112"/>
                </ns1:cubicBezTo>
                <ns1:cubicBezTo>
                  <ns1:pt x="133" y="111"/>
                  <ns1:pt x="134" y="108"/>
                  <ns1:pt x="133" y="106"/>
                </ns1:cubicBezTo>
                <ns1:moveTo>
                  <ns1:pt x="142" y="160"/>
                </ns1:moveTo>
                <ns1:cubicBezTo>
                  <ns1:pt x="140" y="161"/>
                  <ns1:pt x="138" y="162"/>
                  <ns1:pt x="135" y="163"/>
                </ns1:cubicBezTo>
                <ns1:cubicBezTo>
                  <ns1:pt x="133" y="164"/>
                  <ns1:pt x="132" y="166"/>
                  <ns1:pt x="133" y="168"/>
                </ns1:cubicBezTo>
                <ns1:cubicBezTo>
                  <ns1:pt x="134" y="170"/>
                  <ns1:pt x="135" y="171"/>
                  <ns1:pt x="137" y="171"/>
                </ns1:cubicBezTo>
                <ns1:cubicBezTo>
                  <ns1:pt x="137" y="171"/>
                  <ns1:pt x="138" y="171"/>
                  <ns1:pt x="138" y="171"/>
                </ns1:cubicBezTo>
                <ns1:cubicBezTo>
                  <ns1:pt x="141" y="169"/>
                  <ns1:pt x="144" y="168"/>
                  <ns1:pt x="146" y="166"/>
                </ns1:cubicBezTo>
                <ns1:cubicBezTo>
                  <ns1:pt x="148" y="165"/>
                  <ns1:pt x="149" y="162"/>
                  <ns1:pt x="147" y="161"/>
                </ns1:cubicBezTo>
                <ns1:cubicBezTo>
                  <ns1:pt x="146" y="159"/>
                  <ns1:pt x="144" y="158"/>
                  <ns1:pt x="142" y="160"/>
                </ns1:cubicBezTo>
                <ns1:moveTo>
                  <ns1:pt x="52" y="0"/>
                </ns1:moveTo>
                <ns1:cubicBezTo>
                  <ns1:pt x="23" y="0"/>
                  <ns1:pt x="0" y="23"/>
                  <ns1:pt x="0" y="52"/>
                </ns1:cubicBezTo>
                <ns1:cubicBezTo>
                  <ns1:pt x="0" y="95"/>
                  <ns1:pt x="52" y="136"/>
                  <ns1:pt x="52" y="136"/>
                </ns1:cubicBezTo>
                <ns1:cubicBezTo>
                  <ns1:pt x="52" y="136"/>
                  <ns1:pt x="104" y="95"/>
                  <ns1:pt x="104" y="52"/>
                </ns1:cubicBezTo>
                <ns1:cubicBezTo>
                  <ns1:pt x="104" y="23"/>
                  <ns1:pt x="81" y="0"/>
                  <ns1:pt x="52" y="0"/>
                </ns1:cubicBezTo>
                <ns1:moveTo>
                  <ns1:pt x="52" y="125"/>
                </ns1:moveTo>
                <ns1:cubicBezTo>
                  <ns1:pt x="47" y="121"/>
                  <ns1:pt x="40" y="114"/>
                  <ns1:pt x="32" y="105"/>
                </ns1:cubicBezTo>
                <ns1:cubicBezTo>
                  <ns1:pt x="21" y="92"/>
                  <ns1:pt x="8" y="72"/>
                  <ns1:pt x="8" y="52"/>
                </ns1:cubicBezTo>
                <ns1:cubicBezTo>
                  <ns1:pt x="8" y="28"/>
                  <ns1:pt x="28" y="8"/>
                  <ns1:pt x="52" y="8"/>
                </ns1:cubicBezTo>
                <ns1:cubicBezTo>
                  <ns1:pt x="76" y="8"/>
                  <ns1:pt x="96" y="28"/>
                  <ns1:pt x="96" y="52"/>
                </ns1:cubicBezTo>
                <ns1:cubicBezTo>
                  <ns1:pt x="96" y="83"/>
                  <ns1:pt x="64" y="114"/>
                  <ns1:pt x="52" y="125"/>
                </ns1:cubicBezTo>
              </ns1:path>
            </ns1:pathLst>
          </ns1:custGeom>
          <ns1:solidFill>
            <ns1:schemeClr val="tx1"/>
          </ns1:solidFill>
          <ns1:ln>
            <ns1:noFill/>
          </ns1:ln>
          <ns1:extLst/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en-US" sz="2700"/>
          </ns1:p>
        </ns0:txBody>
      </ns0:sp>
      <ns0:sp>
        <ns0:nvSpPr>
          <ns0:cNvPr id="10" name="Freeform 7"/>
          <ns0:cNvSpPr>
            <ns1:spLocks noEditPoints="1"/>
          </ns0:cNvSpPr>
          <ns0:nvPr/>
        </ns0:nvSpPr>
        <ns0:spPr bwMode="auto">
          <ns1:xfrm>
            <ns1:off x="3144839" y="938212"/>
            <ns1:ext cx="258763" cy="571500"/>
          </ns1:xfrm>
          <ns1:custGeom>
            <ns1:avLst/>
            <ns1:gdLst>
              <ns1:gd name="T0" fmla="*/ 40 w 80"/>
              <ns1:gd name="T1" fmla="*/ 0 h 176"/>
              <ns1:gd name="T2" fmla="*/ 0 w 80"/>
              <ns1:gd name="T3" fmla="*/ 40 h 176"/>
              <ns1:gd name="T4" fmla="*/ 22 w 80"/>
              <ns1:gd name="T5" fmla="*/ 76 h 176"/>
              <ns1:gd name="T6" fmla="*/ 40 w 80"/>
              <ns1:gd name="T7" fmla="*/ 176 h 176"/>
              <ns1:gd name="T8" fmla="*/ 58 w 80"/>
              <ns1:gd name="T9" fmla="*/ 76 h 176"/>
              <ns1:gd name="T10" fmla="*/ 80 w 80"/>
              <ns1:gd name="T11" fmla="*/ 40 h 176"/>
              <ns1:gd name="T12" fmla="*/ 40 w 80"/>
              <ns1:gd name="T13" fmla="*/ 0 h 176"/>
              <ns1:gd name="T14" fmla="*/ 40 w 80"/>
              <ns1:gd name="T15" fmla="*/ 140 h 176"/>
              <ns1:gd name="T16" fmla="*/ 30 w 80"/>
              <ns1:gd name="T17" fmla="*/ 79 h 176"/>
              <ns1:gd name="T18" fmla="*/ 40 w 80"/>
              <ns1:gd name="T19" fmla="*/ 80 h 176"/>
              <ns1:gd name="T20" fmla="*/ 50 w 80"/>
              <ns1:gd name="T21" fmla="*/ 79 h 176"/>
              <ns1:gd name="T22" fmla="*/ 40 w 80"/>
              <ns1:gd name="T23" fmla="*/ 140 h 176"/>
              <ns1:gd name="T24" fmla="*/ 40 w 80"/>
              <ns1:gd name="T25" fmla="*/ 72 h 176"/>
              <ns1:gd name="T26" fmla="*/ 8 w 80"/>
              <ns1:gd name="T27" fmla="*/ 40 h 176"/>
              <ns1:gd name="T28" fmla="*/ 40 w 80"/>
              <ns1:gd name="T29" fmla="*/ 8 h 176"/>
              <ns1:gd name="T30" fmla="*/ 72 w 80"/>
              <ns1:gd name="T31" fmla="*/ 40 h 176"/>
              <ns1:gd name="T32" fmla="*/ 40 w 80"/>
              <ns1:gd name="T33" fmla="*/ 72 h 176"/>
              <ns1:gd name="T34" fmla="*/ 40 w 80"/>
              <ns1:gd name="T35" fmla="*/ 16 h 176"/>
              <ns1:gd name="T36" fmla="*/ 16 w 80"/>
              <ns1:gd name="T37" fmla="*/ 40 h 176"/>
              <ns1:gd name="T38" fmla="*/ 20 w 80"/>
              <ns1:gd name="T39" fmla="*/ 44 h 176"/>
              <ns1:gd name="T40" fmla="*/ 24 w 80"/>
              <ns1:gd name="T41" fmla="*/ 40 h 176"/>
              <ns1:gd name="T42" fmla="*/ 40 w 80"/>
              <ns1:gd name="T43" fmla="*/ 24 h 176"/>
              <ns1:gd name="T44" fmla="*/ 44 w 80"/>
              <ns1:gd name="T45" fmla="*/ 20 h 176"/>
              <ns1:gd name="T46" fmla="*/ 40 w 80"/>
              <ns1:gd name="T47" fmla="*/ 16 h 176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  <ns1:cxn ang="0">
                <ns1:pos x="T32" y="T33"/>
              </ns1:cxn>
              <ns1:cxn ang="0">
                <ns1:pos x="T34" y="T35"/>
              </ns1:cxn>
              <ns1:cxn ang="0">
                <ns1:pos x="T36" y="T37"/>
              </ns1:cxn>
              <ns1:cxn ang="0">
                <ns1:pos x="T38" y="T39"/>
              </ns1:cxn>
              <ns1:cxn ang="0">
                <ns1:pos x="T40" y="T41"/>
              </ns1:cxn>
              <ns1:cxn ang="0">
                <ns1:pos x="T42" y="T43"/>
              </ns1:cxn>
              <ns1:cxn ang="0">
                <ns1:pos x="T44" y="T45"/>
              </ns1:cxn>
              <ns1:cxn ang="0">
                <ns1:pos x="T46" y="T47"/>
              </ns1:cxn>
            </ns1:cxnLst>
            <ns1:rect l="0" t="0" r="r" b="b"/>
            <ns1:pathLst>
              <ns1:path w="80" h="176">
                <ns1:moveTo>
                  <ns1:pt x="40" y="0"/>
                </ns1:moveTo>
                <ns1:cubicBezTo>
                  <ns1:pt x="18" y="0"/>
                  <ns1:pt x="0" y="18"/>
                  <ns1:pt x="0" y="40"/>
                </ns1:cubicBezTo>
                <ns1:cubicBezTo>
                  <ns1:pt x="0" y="56"/>
                  <ns1:pt x="9" y="69"/>
                  <ns1:pt x="22" y="76"/>
                </ns1:cubicBezTo>
                <ns1:cubicBezTo>
                  <ns1:pt x="40" y="176"/>
                  <ns1:pt x="40" y="176"/>
                  <ns1:pt x="40" y="176"/>
                </ns1:cubicBezTo>
                <ns1:cubicBezTo>
                  <ns1:pt x="58" y="76"/>
                  <ns1:pt x="58" y="76"/>
                  <ns1:pt x="58" y="76"/>
                </ns1:cubicBezTo>
                <ns1:cubicBezTo>
                  <ns1:pt x="71" y="69"/>
                  <ns1:pt x="80" y="56"/>
                  <ns1:pt x="80" y="40"/>
                </ns1:cubicBezTo>
                <ns1:cubicBezTo>
                  <ns1:pt x="80" y="18"/>
                  <ns1:pt x="62" y="0"/>
                  <ns1:pt x="40" y="0"/>
                </ns1:cubicBezTo>
                <ns1:moveTo>
                  <ns1:pt x="40" y="140"/>
                </ns1:moveTo>
                <ns1:cubicBezTo>
                  <ns1:pt x="30" y="79"/>
                  <ns1:pt x="30" y="79"/>
                  <ns1:pt x="30" y="79"/>
                </ns1:cubicBezTo>
                <ns1:cubicBezTo>
                  <ns1:pt x="33" y="80"/>
                  <ns1:pt x="37" y="80"/>
                  <ns1:pt x="40" y="80"/>
                </ns1:cubicBezTo>
                <ns1:cubicBezTo>
                  <ns1:pt x="43" y="80"/>
                  <ns1:pt x="47" y="80"/>
                  <ns1:pt x="50" y="79"/>
                </ns1:cubicBezTo>
                <ns1:lnTo>
                  <ns1:pt x="40" y="140"/>
                </ns1:lnTo>
                <ns1:close/>
                <ns1:moveTo>
                  <ns1:pt x="40" y="72"/>
                </ns1:moveTo>
                <ns1:cubicBezTo>
                  <ns1:pt x="22" y="72"/>
                  <ns1:pt x="8" y="58"/>
                  <ns1:pt x="8" y="40"/>
                </ns1:cubicBezTo>
                <ns1:cubicBezTo>
                  <ns1:pt x="8" y="22"/>
                  <ns1:pt x="22" y="8"/>
                  <ns1:pt x="40" y="8"/>
                </ns1:cubicBezTo>
                <ns1:cubicBezTo>
                  <ns1:pt x="58" y="8"/>
                  <ns1:pt x="72" y="22"/>
                  <ns1:pt x="72" y="40"/>
                </ns1:cubicBezTo>
                <ns1:cubicBezTo>
                  <ns1:pt x="72" y="58"/>
                  <ns1:pt x="58" y="72"/>
                  <ns1:pt x="40" y="72"/>
                </ns1:cubicBezTo>
                <ns1:moveTo>
                  <ns1:pt x="40" y="16"/>
                </ns1:moveTo>
                <ns1:cubicBezTo>
                  <ns1:pt x="40" y="16"/>
                  <ns1:pt x="16" y="16"/>
                  <ns1:pt x="16" y="40"/>
                </ns1:cubicBezTo>
                <ns1:cubicBezTo>
                  <ns1:pt x="16" y="42"/>
                  <ns1:pt x="18" y="44"/>
                  <ns1:pt x="20" y="44"/>
                </ns1:cubicBezTo>
                <ns1:cubicBezTo>
                  <ns1:pt x="22" y="44"/>
                  <ns1:pt x="24" y="42"/>
                  <ns1:pt x="24" y="40"/>
                </ns1:cubicBezTo>
                <ns1:cubicBezTo>
                  <ns1:pt x="24" y="24"/>
                  <ns1:pt x="40" y="24"/>
                  <ns1:pt x="40" y="24"/>
                </ns1:cubicBezTo>
                <ns1:cubicBezTo>
                  <ns1:pt x="42" y="24"/>
                  <ns1:pt x="44" y="22"/>
                  <ns1:pt x="44" y="20"/>
                </ns1:cubicBezTo>
                <ns1:cubicBezTo>
                  <ns1:pt x="44" y="18"/>
                  <ns1:pt x="42" y="16"/>
                  <ns1:pt x="40" y="16"/>
                </ns1:cubicBezTo>
              </ns1:path>
            </ns1:pathLst>
          </ns1:custGeom>
          <ns1:solidFill>
            <ns1:schemeClr val="tx1"/>
          </ns1:solidFill>
          <ns1:ln>
            <ns1:noFill/>
          </ns1:ln>
          <ns1:extLst/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en-US" sz="2700"/>
          </ns1:p>
        </ns0:txBody>
      </ns0:sp>
      <ns0:sp>
        <ns0:nvSpPr>
          <ns0:cNvPr id="11" name="Freeform 8"/>
          <ns0:cNvSpPr>
            <ns1:spLocks noEditPoints="1"/>
          </ns0:cNvSpPr>
          <ns0:nvPr/>
        </ns0:nvSpPr>
        <ns0:spPr bwMode="auto">
          <ns1:xfrm>
            <ns1:off x="4075114" y="938212"/>
            <ns1:ext cx="569913" cy="571500"/>
          </ns1:xfrm>
          <ns1:custGeom>
            <ns1:avLst/>
            <ns1:gdLst>
              <ns1:gd name="T0" fmla="*/ 94 w 176"/>
              <ns1:gd name="T1" fmla="*/ 94 h 176"/>
              <ns1:gd name="T2" fmla="*/ 94 w 176"/>
              <ns1:gd name="T3" fmla="*/ 82 h 176"/>
              <ns1:gd name="T4" fmla="*/ 82 w 176"/>
              <ns1:gd name="T5" fmla="*/ 82 h 176"/>
              <ns1:gd name="T6" fmla="*/ 82 w 176"/>
              <ns1:gd name="T7" fmla="*/ 94 h 176"/>
              <ns1:gd name="T8" fmla="*/ 94 w 176"/>
              <ns1:gd name="T9" fmla="*/ 94 h 176"/>
              <ns1:gd name="T10" fmla="*/ 37 w 176"/>
              <ns1:gd name="T11" fmla="*/ 139 h 176"/>
              <ns1:gd name="T12" fmla="*/ 105 w 176"/>
              <ns1:gd name="T13" fmla="*/ 105 h 176"/>
              <ns1:gd name="T14" fmla="*/ 139 w 176"/>
              <ns1:gd name="T15" fmla="*/ 37 h 176"/>
              <ns1:gd name="T16" fmla="*/ 71 w 176"/>
              <ns1:gd name="T17" fmla="*/ 71 h 176"/>
              <ns1:gd name="T18" fmla="*/ 37 w 176"/>
              <ns1:gd name="T19" fmla="*/ 139 h 176"/>
              <ns1:gd name="T20" fmla="*/ 122 w 176"/>
              <ns1:gd name="T21" fmla="*/ 54 h 176"/>
              <ns1:gd name="T22" fmla="*/ 99 w 176"/>
              <ns1:gd name="T23" fmla="*/ 99 h 176"/>
              <ns1:gd name="T24" fmla="*/ 54 w 176"/>
              <ns1:gd name="T25" fmla="*/ 122 h 176"/>
              <ns1:gd name="T26" fmla="*/ 77 w 176"/>
              <ns1:gd name="T27" fmla="*/ 77 h 176"/>
              <ns1:gd name="T28" fmla="*/ 122 w 176"/>
              <ns1:gd name="T29" fmla="*/ 54 h 176"/>
              <ns1:gd name="T30" fmla="*/ 88 w 176"/>
              <ns1:gd name="T31" fmla="*/ 0 h 176"/>
              <ns1:gd name="T32" fmla="*/ 0 w 176"/>
              <ns1:gd name="T33" fmla="*/ 88 h 176"/>
              <ns1:gd name="T34" fmla="*/ 88 w 176"/>
              <ns1:gd name="T35" fmla="*/ 176 h 176"/>
              <ns1:gd name="T36" fmla="*/ 176 w 176"/>
              <ns1:gd name="T37" fmla="*/ 88 h 176"/>
              <ns1:gd name="T38" fmla="*/ 88 w 176"/>
              <ns1:gd name="T39" fmla="*/ 0 h 176"/>
              <ns1:gd name="T40" fmla="*/ 92 w 176"/>
              <ns1:gd name="T41" fmla="*/ 168 h 176"/>
              <ns1:gd name="T42" fmla="*/ 92 w 176"/>
              <ns1:gd name="T43" fmla="*/ 156 h 176"/>
              <ns1:gd name="T44" fmla="*/ 88 w 176"/>
              <ns1:gd name="T45" fmla="*/ 152 h 176"/>
              <ns1:gd name="T46" fmla="*/ 84 w 176"/>
              <ns1:gd name="T47" fmla="*/ 156 h 176"/>
              <ns1:gd name="T48" fmla="*/ 84 w 176"/>
              <ns1:gd name="T49" fmla="*/ 168 h 176"/>
              <ns1:gd name="T50" fmla="*/ 8 w 176"/>
              <ns1:gd name="T51" fmla="*/ 92 h 176"/>
              <ns1:gd name="T52" fmla="*/ 20 w 176"/>
              <ns1:gd name="T53" fmla="*/ 92 h 176"/>
              <ns1:gd name="T54" fmla="*/ 24 w 176"/>
              <ns1:gd name="T55" fmla="*/ 88 h 176"/>
              <ns1:gd name="T56" fmla="*/ 20 w 176"/>
              <ns1:gd name="T57" fmla="*/ 84 h 176"/>
              <ns1:gd name="T58" fmla="*/ 8 w 176"/>
              <ns1:gd name="T59" fmla="*/ 84 h 176"/>
              <ns1:gd name="T60" fmla="*/ 84 w 176"/>
              <ns1:gd name="T61" fmla="*/ 8 h 176"/>
              <ns1:gd name="T62" fmla="*/ 84 w 176"/>
              <ns1:gd name="T63" fmla="*/ 20 h 176"/>
              <ns1:gd name="T64" fmla="*/ 88 w 176"/>
              <ns1:gd name="T65" fmla="*/ 24 h 176"/>
              <ns1:gd name="T66" fmla="*/ 92 w 176"/>
              <ns1:gd name="T67" fmla="*/ 20 h 176"/>
              <ns1:gd name="T68" fmla="*/ 92 w 176"/>
              <ns1:gd name="T69" fmla="*/ 8 h 176"/>
              <ns1:gd name="T70" fmla="*/ 168 w 176"/>
              <ns1:gd name="T71" fmla="*/ 84 h 176"/>
              <ns1:gd name="T72" fmla="*/ 156 w 176"/>
              <ns1:gd name="T73" fmla="*/ 84 h 176"/>
              <ns1:gd name="T74" fmla="*/ 152 w 176"/>
              <ns1:gd name="T75" fmla="*/ 88 h 176"/>
              <ns1:gd name="T76" fmla="*/ 156 w 176"/>
              <ns1:gd name="T77" fmla="*/ 92 h 176"/>
              <ns1:gd name="T78" fmla="*/ 168 w 176"/>
              <ns1:gd name="T79" fmla="*/ 92 h 176"/>
              <ns1:gd name="T80" fmla="*/ 92 w 176"/>
              <ns1:gd name="T81" fmla="*/ 168 h 176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  <ns1:cxn ang="0">
                <ns1:pos x="T32" y="T33"/>
              </ns1:cxn>
              <ns1:cxn ang="0">
                <ns1:pos x="T34" y="T35"/>
              </ns1:cxn>
              <ns1:cxn ang="0">
                <ns1:pos x="T36" y="T37"/>
              </ns1:cxn>
              <ns1:cxn ang="0">
                <ns1:pos x="T38" y="T39"/>
              </ns1:cxn>
              <ns1:cxn ang="0">
                <ns1:pos x="T40" y="T41"/>
              </ns1:cxn>
              <ns1:cxn ang="0">
                <ns1:pos x="T42" y="T43"/>
              </ns1:cxn>
              <ns1:cxn ang="0">
                <ns1:pos x="T44" y="T45"/>
              </ns1:cxn>
              <ns1:cxn ang="0">
                <ns1:pos x="T46" y="T47"/>
              </ns1:cxn>
              <ns1:cxn ang="0">
                <ns1:pos x="T48" y="T49"/>
              </ns1:cxn>
              <ns1:cxn ang="0">
                <ns1:pos x="T50" y="T51"/>
              </ns1:cxn>
              <ns1:cxn ang="0">
                <ns1:pos x="T52" y="T53"/>
              </ns1:cxn>
              <ns1:cxn ang="0">
                <ns1:pos x="T54" y="T55"/>
              </ns1:cxn>
              <ns1:cxn ang="0">
                <ns1:pos x="T56" y="T57"/>
              </ns1:cxn>
              <ns1:cxn ang="0">
                <ns1:pos x="T58" y="T59"/>
              </ns1:cxn>
              <ns1:cxn ang="0">
                <ns1:pos x="T60" y="T61"/>
              </ns1:cxn>
              <ns1:cxn ang="0">
                <ns1:pos x="T62" y="T63"/>
              </ns1:cxn>
              <ns1:cxn ang="0">
                <ns1:pos x="T64" y="T65"/>
              </ns1:cxn>
              <ns1:cxn ang="0">
                <ns1:pos x="T66" y="T67"/>
              </ns1:cxn>
              <ns1:cxn ang="0">
                <ns1:pos x="T68" y="T69"/>
              </ns1:cxn>
              <ns1:cxn ang="0">
                <ns1:pos x="T70" y="T71"/>
              </ns1:cxn>
              <ns1:cxn ang="0">
                <ns1:pos x="T72" y="T73"/>
              </ns1:cxn>
              <ns1:cxn ang="0">
                <ns1:pos x="T74" y="T75"/>
              </ns1:cxn>
              <ns1:cxn ang="0">
                <ns1:pos x="T76" y="T77"/>
              </ns1:cxn>
              <ns1:cxn ang="0">
                <ns1:pos x="T78" y="T79"/>
              </ns1:cxn>
              <ns1:cxn ang="0">
                <ns1:pos x="T80" y="T81"/>
              </ns1:cxn>
            </ns1:cxnLst>
            <ns1:rect l="0" t="0" r="r" b="b"/>
            <ns1:pathLst>
              <ns1:path w="176" h="176">
                <ns1:moveTo>
                  <ns1:pt x="94" y="94"/>
                </ns1:moveTo>
                <ns1:cubicBezTo>
                  <ns1:pt x="97" y="91"/>
                  <ns1:pt x="97" y="85"/>
                  <ns1:pt x="94" y="82"/>
                </ns1:cubicBezTo>
                <ns1:cubicBezTo>
                  <ns1:pt x="91" y="79"/>
                  <ns1:pt x="85" y="79"/>
                  <ns1:pt x="82" y="82"/>
                </ns1:cubicBezTo>
                <ns1:cubicBezTo>
                  <ns1:pt x="79" y="85"/>
                  <ns1:pt x="79" y="91"/>
                  <ns1:pt x="82" y="94"/>
                </ns1:cubicBezTo>
                <ns1:cubicBezTo>
                  <ns1:pt x="85" y="97"/>
                  <ns1:pt x="91" y="97"/>
                  <ns1:pt x="94" y="94"/>
                </ns1:cubicBezTo>
                <ns1:moveTo>
                  <ns1:pt x="37" y="139"/>
                </ns1:moveTo>
                <ns1:cubicBezTo>
                  <ns1:pt x="105" y="105"/>
                  <ns1:pt x="105" y="105"/>
                  <ns1:pt x="105" y="105"/>
                </ns1:cubicBezTo>
                <ns1:cubicBezTo>
                  <ns1:pt x="139" y="37"/>
                  <ns1:pt x="139" y="37"/>
                  <ns1:pt x="139" y="37"/>
                </ns1:cubicBezTo>
                <ns1:cubicBezTo>
                  <ns1:pt x="71" y="71"/>
                  <ns1:pt x="71" y="71"/>
                  <ns1:pt x="71" y="71"/>
                </ns1:cubicBezTo>
                <ns1:lnTo>
                  <ns1:pt x="37" y="139"/>
                </ns1:lnTo>
                <ns1:close/>
                <ns1:moveTo>
                  <ns1:pt x="122" y="54"/>
                </ns1:moveTo>
                <ns1:cubicBezTo>
                  <ns1:pt x="99" y="99"/>
                  <ns1:pt x="99" y="99"/>
                  <ns1:pt x="99" y="99"/>
                </ns1:cubicBezTo>
                <ns1:cubicBezTo>
                  <ns1:pt x="54" y="122"/>
                  <ns1:pt x="54" y="122"/>
                  <ns1:pt x="54" y="122"/>
                </ns1:cubicBezTo>
                <ns1:cubicBezTo>
                  <ns1:pt x="77" y="77"/>
                  <ns1:pt x="77" y="77"/>
                  <ns1:pt x="77" y="77"/>
                </ns1:cubicBezTo>
                <ns1:lnTo>
                  <ns1:pt x="122" y="54"/>
                </ns1:lnTo>
                <ns1:close/>
                <ns1:moveTo>
                  <ns1:pt x="88" y="0"/>
                </ns1:moveTo>
                <ns1:cubicBezTo>
                  <ns1:pt x="39" y="0"/>
                  <ns1:pt x="0" y="39"/>
                  <ns1:pt x="0" y="88"/>
                </ns1:cubicBezTo>
                <ns1:cubicBezTo>
                  <ns1:pt x="0" y="137"/>
                  <ns1:pt x="39" y="176"/>
                  <ns1:pt x="88" y="176"/>
                </ns1:cubicBezTo>
                <ns1:cubicBezTo>
                  <ns1:pt x="137" y="176"/>
                  <ns1:pt x="176" y="137"/>
                  <ns1:pt x="176" y="88"/>
                </ns1:cubicBezTo>
                <ns1:cubicBezTo>
                  <ns1:pt x="176" y="39"/>
                  <ns1:pt x="137" y="0"/>
                  <ns1:pt x="88" y="0"/>
                </ns1:cubicBezTo>
                <ns1:moveTo>
                  <ns1:pt x="92" y="168"/>
                </ns1:moveTo>
                <ns1:cubicBezTo>
                  <ns1:pt x="92" y="156"/>
                  <ns1:pt x="92" y="156"/>
                  <ns1:pt x="92" y="156"/>
                </ns1:cubicBezTo>
                <ns1:cubicBezTo>
                  <ns1:pt x="92" y="154"/>
                  <ns1:pt x="90" y="152"/>
                  <ns1:pt x="88" y="152"/>
                </ns1:cubicBezTo>
                <ns1:cubicBezTo>
                  <ns1:pt x="86" y="152"/>
                  <ns1:pt x="84" y="154"/>
                  <ns1:pt x="84" y="156"/>
                </ns1:cubicBezTo>
                <ns1:cubicBezTo>
                  <ns1:pt x="84" y="168"/>
                  <ns1:pt x="84" y="168"/>
                  <ns1:pt x="84" y="168"/>
                </ns1:cubicBezTo>
                <ns1:cubicBezTo>
                  <ns1:pt x="43" y="166"/>
                  <ns1:pt x="10" y="133"/>
                  <ns1:pt x="8" y="92"/>
                </ns1:cubicBezTo>
                <ns1:cubicBezTo>
                  <ns1:pt x="20" y="92"/>
                  <ns1:pt x="20" y="92"/>
                  <ns1:pt x="20" y="92"/>
                </ns1:cubicBezTo>
                <ns1:cubicBezTo>
                  <ns1:pt x="22" y="92"/>
                  <ns1:pt x="24" y="90"/>
                  <ns1:pt x="24" y="88"/>
                </ns1:cubicBezTo>
                <ns1:cubicBezTo>
                  <ns1:pt x="24" y="86"/>
                  <ns1:pt x="22" y="84"/>
                  <ns1:pt x="20" y="84"/>
                </ns1:cubicBezTo>
                <ns1:cubicBezTo>
                  <ns1:pt x="8" y="84"/>
                  <ns1:pt x="8" y="84"/>
                  <ns1:pt x="8" y="84"/>
                </ns1:cubicBezTo>
                <ns1:cubicBezTo>
                  <ns1:pt x="10" y="43"/>
                  <ns1:pt x="43" y="10"/>
                  <ns1:pt x="84" y="8"/>
                </ns1:cubicBezTo>
                <ns1:cubicBezTo>
                  <ns1:pt x="84" y="20"/>
                  <ns1:pt x="84" y="20"/>
                  <ns1:pt x="84" y="20"/>
                </ns1:cubicBezTo>
                <ns1:cubicBezTo>
                  <ns1:pt x="84" y="22"/>
                  <ns1:pt x="86" y="24"/>
                  <ns1:pt x="88" y="24"/>
                </ns1:cubicBezTo>
                <ns1:cubicBezTo>
                  <ns1:pt x="90" y="24"/>
                  <ns1:pt x="92" y="22"/>
                  <ns1:pt x="92" y="20"/>
                </ns1:cubicBezTo>
                <ns1:cubicBezTo>
                  <ns1:pt x="92" y="8"/>
                  <ns1:pt x="92" y="8"/>
                  <ns1:pt x="92" y="8"/>
                </ns1:cubicBezTo>
                <ns1:cubicBezTo>
                  <ns1:pt x="133" y="10"/>
                  <ns1:pt x="166" y="43"/>
                  <ns1:pt x="168" y="84"/>
                </ns1:cubicBezTo>
                <ns1:cubicBezTo>
                  <ns1:pt x="156" y="84"/>
                  <ns1:pt x="156" y="84"/>
                  <ns1:pt x="156" y="84"/>
                </ns1:cubicBezTo>
                <ns1:cubicBezTo>
                  <ns1:pt x="154" y="84"/>
                  <ns1:pt x="152" y="86"/>
                  <ns1:pt x="152" y="88"/>
                </ns1:cubicBezTo>
                <ns1:cubicBezTo>
                  <ns1:pt x="152" y="90"/>
                  <ns1:pt x="154" y="92"/>
                  <ns1:pt x="156" y="92"/>
                </ns1:cubicBezTo>
                <ns1:cubicBezTo>
                  <ns1:pt x="168" y="92"/>
                  <ns1:pt x="168" y="92"/>
                  <ns1:pt x="168" y="92"/>
                </ns1:cubicBezTo>
                <ns1:cubicBezTo>
                  <ns1:pt x="166" y="133"/>
                  <ns1:pt x="133" y="166"/>
                  <ns1:pt x="92" y="168"/>
                </ns1:cubicBezTo>
              </ns1:path>
            </ns1:pathLst>
          </ns1:custGeom>
          <ns1:solidFill>
            <ns1:schemeClr val="tx1"/>
          </ns1:solidFill>
          <ns1:ln>
            <ns1:noFill/>
          </ns1:ln>
          <ns1:extLst/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en-US" sz="2700"/>
          </ns1:p>
        </ns0:txBody>
      </ns0:sp>
      <ns0:sp>
        <ns0:nvSpPr>
          <ns0:cNvPr id="12" name="Freeform 9"/>
          <ns0:cNvSpPr>
            <ns1:spLocks noEditPoints="1"/>
          </ns0:cNvSpPr>
          <ns0:nvPr/>
        </ns0:nvSpPr>
        <ns0:spPr bwMode="auto">
          <ns1:xfrm>
            <ns1:off x="5162551" y="938212"/>
            <ns1:ext cx="568325" cy="571500"/>
          </ns1:xfrm>
          <ns1:custGeom>
            <ns1:avLst/>
            <ns1:gdLst>
              <ns1:gd name="T0" fmla="*/ 173 w 176"/>
              <ns1:gd name="T1" fmla="*/ 16 h 176"/>
              <ns1:gd name="T2" fmla="*/ 173 w 176"/>
              <ns1:gd name="T3" fmla="*/ 16 h 176"/>
              <ns1:gd name="T4" fmla="*/ 117 w 176"/>
              <ns1:gd name="T5" fmla="*/ 0 h 176"/>
              <ns1:gd name="T6" fmla="*/ 117 w 176"/>
              <ns1:gd name="T7" fmla="*/ 0 h 176"/>
              <ns1:gd name="T8" fmla="*/ 116 w 176"/>
              <ns1:gd name="T9" fmla="*/ 0 h 176"/>
              <ns1:gd name="T10" fmla="*/ 115 w 176"/>
              <ns1:gd name="T11" fmla="*/ 0 h 176"/>
              <ns1:gd name="T12" fmla="*/ 115 w 176"/>
              <ns1:gd name="T13" fmla="*/ 0 h 176"/>
              <ns1:gd name="T14" fmla="*/ 60 w 176"/>
              <ns1:gd name="T15" fmla="*/ 16 h 176"/>
              <ns1:gd name="T16" fmla="*/ 5 w 176"/>
              <ns1:gd name="T17" fmla="*/ 0 h 176"/>
              <ns1:gd name="T18" fmla="*/ 5 w 176"/>
              <ns1:gd name="T19" fmla="*/ 0 h 176"/>
              <ns1:gd name="T20" fmla="*/ 4 w 176"/>
              <ns1:gd name="T21" fmla="*/ 0 h 176"/>
              <ns1:gd name="T22" fmla="*/ 0 w 176"/>
              <ns1:gd name="T23" fmla="*/ 4 h 176"/>
              <ns1:gd name="T24" fmla="*/ 0 w 176"/>
              <ns1:gd name="T25" fmla="*/ 156 h 176"/>
              <ns1:gd name="T26" fmla="*/ 3 w 176"/>
              <ns1:gd name="T27" fmla="*/ 160 h 176"/>
              <ns1:gd name="T28" fmla="*/ 3 w 176"/>
              <ns1:gd name="T29" fmla="*/ 160 h 176"/>
              <ns1:gd name="T30" fmla="*/ 59 w 176"/>
              <ns1:gd name="T31" fmla="*/ 176 h 176"/>
              <ns1:gd name="T32" fmla="*/ 59 w 176"/>
              <ns1:gd name="T33" fmla="*/ 176 h 176"/>
              <ns1:gd name="T34" fmla="*/ 60 w 176"/>
              <ns1:gd name="T35" fmla="*/ 176 h 176"/>
              <ns1:gd name="T36" fmla="*/ 61 w 176"/>
              <ns1:gd name="T37" fmla="*/ 176 h 176"/>
              <ns1:gd name="T38" fmla="*/ 61 w 176"/>
              <ns1:gd name="T39" fmla="*/ 176 h 176"/>
              <ns1:gd name="T40" fmla="*/ 116 w 176"/>
              <ns1:gd name="T41" fmla="*/ 160 h 176"/>
              <ns1:gd name="T42" fmla="*/ 171 w 176"/>
              <ns1:gd name="T43" fmla="*/ 176 h 176"/>
              <ns1:gd name="T44" fmla="*/ 171 w 176"/>
              <ns1:gd name="T45" fmla="*/ 176 h 176"/>
              <ns1:gd name="T46" fmla="*/ 172 w 176"/>
              <ns1:gd name="T47" fmla="*/ 176 h 176"/>
              <ns1:gd name="T48" fmla="*/ 176 w 176"/>
              <ns1:gd name="T49" fmla="*/ 172 h 176"/>
              <ns1:gd name="T50" fmla="*/ 176 w 176"/>
              <ns1:gd name="T51" fmla="*/ 20 h 176"/>
              <ns1:gd name="T52" fmla="*/ 173 w 176"/>
              <ns1:gd name="T53" fmla="*/ 16 h 176"/>
              <ns1:gd name="T54" fmla="*/ 56 w 176"/>
              <ns1:gd name="T55" fmla="*/ 167 h 176"/>
              <ns1:gd name="T56" fmla="*/ 8 w 176"/>
              <ns1:gd name="T57" fmla="*/ 153 h 176"/>
              <ns1:gd name="T58" fmla="*/ 8 w 176"/>
              <ns1:gd name="T59" fmla="*/ 9 h 176"/>
              <ns1:gd name="T60" fmla="*/ 56 w 176"/>
              <ns1:gd name="T61" fmla="*/ 23 h 176"/>
              <ns1:gd name="T62" fmla="*/ 56 w 176"/>
              <ns1:gd name="T63" fmla="*/ 167 h 176"/>
              <ns1:gd name="T64" fmla="*/ 112 w 176"/>
              <ns1:gd name="T65" fmla="*/ 153 h 176"/>
              <ns1:gd name="T66" fmla="*/ 64 w 176"/>
              <ns1:gd name="T67" fmla="*/ 167 h 176"/>
              <ns1:gd name="T68" fmla="*/ 64 w 176"/>
              <ns1:gd name="T69" fmla="*/ 23 h 176"/>
              <ns1:gd name="T70" fmla="*/ 112 w 176"/>
              <ns1:gd name="T71" fmla="*/ 9 h 176"/>
              <ns1:gd name="T72" fmla="*/ 112 w 176"/>
              <ns1:gd name="T73" fmla="*/ 153 h 176"/>
              <ns1:gd name="T74" fmla="*/ 168 w 176"/>
              <ns1:gd name="T75" fmla="*/ 167 h 176"/>
              <ns1:gd name="T76" fmla="*/ 120 w 176"/>
              <ns1:gd name="T77" fmla="*/ 153 h 176"/>
              <ns1:gd name="T78" fmla="*/ 120 w 176"/>
              <ns1:gd name="T79" fmla="*/ 9 h 176"/>
              <ns1:gd name="T80" fmla="*/ 168 w 176"/>
              <ns1:gd name="T81" fmla="*/ 23 h 176"/>
              <ns1:gd name="T82" fmla="*/ 168 w 176"/>
              <ns1:gd name="T83" fmla="*/ 167 h 176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  <ns1:cxn ang="0">
                <ns1:pos x="T32" y="T33"/>
              </ns1:cxn>
              <ns1:cxn ang="0">
                <ns1:pos x="T34" y="T35"/>
              </ns1:cxn>
              <ns1:cxn ang="0">
                <ns1:pos x="T36" y="T37"/>
              </ns1:cxn>
              <ns1:cxn ang="0">
                <ns1:pos x="T38" y="T39"/>
              </ns1:cxn>
              <ns1:cxn ang="0">
                <ns1:pos x="T40" y="T41"/>
              </ns1:cxn>
              <ns1:cxn ang="0">
                <ns1:pos x="T42" y="T43"/>
              </ns1:cxn>
              <ns1:cxn ang="0">
                <ns1:pos x="T44" y="T45"/>
              </ns1:cxn>
              <ns1:cxn ang="0">
                <ns1:pos x="T46" y="T47"/>
              </ns1:cxn>
              <ns1:cxn ang="0">
                <ns1:pos x="T48" y="T49"/>
              </ns1:cxn>
              <ns1:cxn ang="0">
                <ns1:pos x="T50" y="T51"/>
              </ns1:cxn>
              <ns1:cxn ang="0">
                <ns1:pos x="T52" y="T53"/>
              </ns1:cxn>
              <ns1:cxn ang="0">
                <ns1:pos x="T54" y="T55"/>
              </ns1:cxn>
              <ns1:cxn ang="0">
                <ns1:pos x="T56" y="T57"/>
              </ns1:cxn>
              <ns1:cxn ang="0">
                <ns1:pos x="T58" y="T59"/>
              </ns1:cxn>
              <ns1:cxn ang="0">
                <ns1:pos x="T60" y="T61"/>
              </ns1:cxn>
              <ns1:cxn ang="0">
                <ns1:pos x="T62" y="T63"/>
              </ns1:cxn>
              <ns1:cxn ang="0">
                <ns1:pos x="T64" y="T65"/>
              </ns1:cxn>
              <ns1:cxn ang="0">
                <ns1:pos x="T66" y="T67"/>
              </ns1:cxn>
              <ns1:cxn ang="0">
                <ns1:pos x="T68" y="T69"/>
              </ns1:cxn>
              <ns1:cxn ang="0">
                <ns1:pos x="T70" y="T71"/>
              </ns1:cxn>
              <ns1:cxn ang="0">
                <ns1:pos x="T72" y="T73"/>
              </ns1:cxn>
              <ns1:cxn ang="0">
                <ns1:pos x="T74" y="T75"/>
              </ns1:cxn>
              <ns1:cxn ang="0">
                <ns1:pos x="T76" y="T77"/>
              </ns1:cxn>
              <ns1:cxn ang="0">
                <ns1:pos x="T78" y="T79"/>
              </ns1:cxn>
              <ns1:cxn ang="0">
                <ns1:pos x="T80" y="T81"/>
              </ns1:cxn>
              <ns1:cxn ang="0">
                <ns1:pos x="T82" y="T83"/>
              </ns1:cxn>
            </ns1:cxnLst>
            <ns1:rect l="0" t="0" r="r" b="b"/>
            <ns1:pathLst>
              <ns1:path w="176" h="176">
                <ns1:moveTo>
                  <ns1:pt x="173" y="16"/>
                </ns1:moveTo>
                <ns1:cubicBezTo>
                  <ns1:pt x="173" y="16"/>
                  <ns1:pt x="173" y="16"/>
                  <ns1:pt x="173" y="16"/>
                </ns1:cubicBezTo>
                <ns1:cubicBezTo>
                  <ns1:pt x="117" y="0"/>
                  <ns1:pt x="117" y="0"/>
                  <ns1:pt x="117" y="0"/>
                </ns1:cubicBezTo>
                <ns1:cubicBezTo>
                  <ns1:pt x="117" y="0"/>
                  <ns1:pt x="117" y="0"/>
                  <ns1:pt x="117" y="0"/>
                </ns1:cubicBezTo>
                <ns1:cubicBezTo>
                  <ns1:pt x="117" y="0"/>
                  <ns1:pt x="116" y="0"/>
                  <ns1:pt x="116" y="0"/>
                </ns1:cubicBezTo>
                <ns1:cubicBezTo>
                  <ns1:pt x="116" y="0"/>
                  <ns1:pt x="115" y="0"/>
                  <ns1:pt x="115" y="0"/>
                </ns1:cubicBezTo>
                <ns1:cubicBezTo>
                  <ns1:pt x="115" y="0"/>
                  <ns1:pt x="115" y="0"/>
                  <ns1:pt x="115" y="0"/>
                </ns1:cubicBezTo>
                <ns1:cubicBezTo>
                  <ns1:pt x="60" y="16"/>
                  <ns1:pt x="60" y="16"/>
                  <ns1:pt x="60" y="16"/>
                </ns1:cubicBezTo>
                <ns1:cubicBezTo>
                  <ns1:pt x="5" y="0"/>
                  <ns1:pt x="5" y="0"/>
                  <ns1:pt x="5" y="0"/>
                </ns1:cubicBezTo>
                <ns1:cubicBezTo>
                  <ns1:pt x="5" y="0"/>
                  <ns1:pt x="5" y="0"/>
                  <ns1:pt x="5" y="0"/>
                </ns1:cubicBezTo>
                <ns1:cubicBezTo>
                  <ns1:pt x="5" y="0"/>
                  <ns1:pt x="4" y="0"/>
                  <ns1:pt x="4" y="0"/>
                </ns1:cubicBezTo>
                <ns1:cubicBezTo>
                  <ns1:pt x="2" y="0"/>
                  <ns1:pt x="0" y="2"/>
                  <ns1:pt x="0" y="4"/>
                </ns1:cubicBezTo>
                <ns1:cubicBezTo>
                  <ns1:pt x="0" y="156"/>
                  <ns1:pt x="0" y="156"/>
                  <ns1:pt x="0" y="156"/>
                </ns1:cubicBezTo>
                <ns1:cubicBezTo>
                  <ns1:pt x="0" y="158"/>
                  <ns1:pt x="1" y="159"/>
                  <ns1:pt x="3" y="160"/>
                </ns1:cubicBezTo>
                <ns1:cubicBezTo>
                  <ns1:pt x="3" y="160"/>
                  <ns1:pt x="3" y="160"/>
                  <ns1:pt x="3" y="160"/>
                </ns1:cubicBezTo>
                <ns1:cubicBezTo>
                  <ns1:pt x="59" y="176"/>
                  <ns1:pt x="59" y="176"/>
                  <ns1:pt x="59" y="176"/>
                </ns1:cubicBezTo>
                <ns1:cubicBezTo>
                  <ns1:pt x="59" y="176"/>
                  <ns1:pt x="59" y="176"/>
                  <ns1:pt x="59" y="176"/>
                </ns1:cubicBezTo>
                <ns1:cubicBezTo>
                  <ns1:pt x="59" y="176"/>
                  <ns1:pt x="60" y="176"/>
                  <ns1:pt x="60" y="176"/>
                </ns1:cubicBezTo>
                <ns1:cubicBezTo>
                  <ns1:pt x="60" y="176"/>
                  <ns1:pt x="61" y="176"/>
                  <ns1:pt x="61" y="176"/>
                </ns1:cubicBezTo>
                <ns1:cubicBezTo>
                  <ns1:pt x="61" y="176"/>
                  <ns1:pt x="61" y="176"/>
                  <ns1:pt x="61" y="176"/>
                </ns1:cubicBezTo>
                <ns1:cubicBezTo>
                  <ns1:pt x="116" y="160"/>
                  <ns1:pt x="116" y="160"/>
                  <ns1:pt x="116" y="160"/>
                </ns1:cubicBezTo>
                <ns1:cubicBezTo>
                  <ns1:pt x="171" y="176"/>
                  <ns1:pt x="171" y="176"/>
                  <ns1:pt x="171" y="176"/>
                </ns1:cubicBezTo>
                <ns1:cubicBezTo>
                  <ns1:pt x="171" y="176"/>
                  <ns1:pt x="171" y="176"/>
                  <ns1:pt x="171" y="176"/>
                </ns1:cubicBezTo>
                <ns1:cubicBezTo>
                  <ns1:pt x="171" y="176"/>
                  <ns1:pt x="172" y="176"/>
                  <ns1:pt x="172" y="176"/>
                </ns1:cubicBezTo>
                <ns1:cubicBezTo>
                  <ns1:pt x="174" y="176"/>
                  <ns1:pt x="176" y="174"/>
                  <ns1:pt x="176" y="172"/>
                </ns1:cubicBezTo>
                <ns1:cubicBezTo>
                  <ns1:pt x="176" y="20"/>
                  <ns1:pt x="176" y="20"/>
                  <ns1:pt x="176" y="20"/>
                </ns1:cubicBezTo>
                <ns1:cubicBezTo>
                  <ns1:pt x="176" y="18"/>
                  <ns1:pt x="175" y="17"/>
                  <ns1:pt x="173" y="16"/>
                </ns1:cubicBezTo>
                <ns1:moveTo>
                  <ns1:pt x="56" y="167"/>
                </ns1:moveTo>
                <ns1:cubicBezTo>
                  <ns1:pt x="8" y="153"/>
                  <ns1:pt x="8" y="153"/>
                  <ns1:pt x="8" y="153"/>
                </ns1:cubicBezTo>
                <ns1:cubicBezTo>
                  <ns1:pt x="8" y="9"/>
                  <ns1:pt x="8" y="9"/>
                  <ns1:pt x="8" y="9"/>
                </ns1:cubicBezTo>
                <ns1:cubicBezTo>
                  <ns1:pt x="56" y="23"/>
                  <ns1:pt x="56" y="23"/>
                  <ns1:pt x="56" y="23"/>
                </ns1:cubicBezTo>
                <ns1:lnTo>
                  <ns1:pt x="56" y="167"/>
                </ns1:lnTo>
                <ns1:close/>
                <ns1:moveTo>
                  <ns1:pt x="112" y="153"/>
                </ns1:moveTo>
                <ns1:cubicBezTo>
                  <ns1:pt x="64" y="167"/>
                  <ns1:pt x="64" y="167"/>
                  <ns1:pt x="64" y="167"/>
                </ns1:cubicBezTo>
                <ns1:cubicBezTo>
                  <ns1:pt x="64" y="23"/>
                  <ns1:pt x="64" y="23"/>
                  <ns1:pt x="64" y="23"/>
                </ns1:cubicBezTo>
                <ns1:cubicBezTo>
                  <ns1:pt x="112" y="9"/>
                  <ns1:pt x="112" y="9"/>
                  <ns1:pt x="112" y="9"/>
                </ns1:cubicBezTo>
                <ns1:lnTo>
                  <ns1:pt x="112" y="153"/>
                </ns1:lnTo>
                <ns1:close/>
                <ns1:moveTo>
                  <ns1:pt x="168" y="167"/>
                </ns1:moveTo>
                <ns1:cubicBezTo>
                  <ns1:pt x="120" y="153"/>
                  <ns1:pt x="120" y="153"/>
                  <ns1:pt x="120" y="153"/>
                </ns1:cubicBezTo>
                <ns1:cubicBezTo>
                  <ns1:pt x="120" y="9"/>
                  <ns1:pt x="120" y="9"/>
                  <ns1:pt x="120" y="9"/>
                </ns1:cubicBezTo>
                <ns1:cubicBezTo>
                  <ns1:pt x="168" y="23"/>
                  <ns1:pt x="168" y="23"/>
                  <ns1:pt x="168" y="23"/>
                </ns1:cubicBezTo>
                <ns1:lnTo>
                  <ns1:pt x="168" y="167"/>
                </ns1:lnTo>
                <ns1:close/>
              </ns1:path>
            </ns1:pathLst>
          </ns1:custGeom>
          <ns1:solidFill>
            <ns1:schemeClr val="tx1"/>
          </ns1:solidFill>
          <ns1:ln>
            <ns1:noFill/>
          </ns1:ln>
          <ns1:extLst/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en-US" sz="2700"/>
          </ns1:p>
        </ns0:txBody>
      </ns0:sp>
      <ns0:sp>
        <ns0:nvSpPr>
          <ns0:cNvPr id="13" name="Freeform 10"/>
          <ns0:cNvSpPr>
            <ns1:spLocks noEditPoints="1"/>
          </ns0:cNvSpPr>
          <ns0:nvPr/>
        </ns0:nvSpPr>
        <ns0:spPr bwMode="auto">
          <ns1:xfrm>
            <ns1:off x="6248401" y="938212"/>
            <ns1:ext cx="569913" cy="571500"/>
          </ns1:xfrm>
          <ns1:custGeom>
            <ns1:avLst/>
            <ns1:gdLst>
              <ns1:gd name="T0" fmla="*/ 108 w 176"/>
              <ns1:gd name="T1" fmla="*/ 56 h 176"/>
              <ns1:gd name="T2" fmla="*/ 92 w 176"/>
              <ns1:gd name="T3" fmla="*/ 56 h 176"/>
              <ns1:gd name="T4" fmla="*/ 32 w 176"/>
              <ns1:gd name="T5" fmla="*/ 128 h 176"/>
              <ns1:gd name="T6" fmla="*/ 32 w 176"/>
              <ns1:gd name="T7" fmla="*/ 112 h 176"/>
              <ns1:gd name="T8" fmla="*/ 32 w 176"/>
              <ns1:gd name="T9" fmla="*/ 128 h 176"/>
              <ns1:gd name="T10" fmla="*/ 81 w 176"/>
              <ns1:gd name="T11" fmla="*/ 61 h 176"/>
              <ns1:gd name="T12" fmla="*/ 80 w 176"/>
              <ns1:gd name="T13" fmla="*/ 72 h 176"/>
              <ns1:gd name="T14" fmla="*/ 41 w 176"/>
              <ns1:gd name="T15" fmla="*/ 99 h 176"/>
              <ns1:gd name="T16" fmla="*/ 30 w 176"/>
              <ns1:gd name="T17" fmla="*/ 103 h 176"/>
              <ns1:gd name="T18" fmla="*/ 41 w 176"/>
              <ns1:gd name="T19" fmla="*/ 99 h 176"/>
              <ns1:gd name="T20" fmla="*/ 47 w 176"/>
              <ns1:gd name="T21" fmla="*/ 83 h 176"/>
              <ns1:gd name="T22" fmla="*/ 45 w 176"/>
              <ns1:gd name="T23" fmla="*/ 94 h 176"/>
              <ns1:gd name="T24" fmla="*/ 134 w 176"/>
              <ns1:gd name="T25" fmla="*/ 76 h 176"/>
              <ns1:gd name="T26" fmla="*/ 141 w 176"/>
              <ns1:gd name="T27" fmla="*/ 71 h 176"/>
              <ns1:gd name="T28" fmla="*/ 136 w 176"/>
              <ns1:gd name="T29" fmla="*/ 65 h 176"/>
              <ns1:gd name="T30" fmla="*/ 134 w 176"/>
              <ns1:gd name="T31" fmla="*/ 76 h 176"/>
              <ns1:gd name="T32" fmla="*/ 173 w 176"/>
              <ns1:gd name="T33" fmla="*/ 16 h 176"/>
              <ns1:gd name="T34" fmla="*/ 117 w 176"/>
              <ns1:gd name="T35" fmla="*/ 0 h 176"/>
              <ns1:gd name="T36" fmla="*/ 115 w 176"/>
              <ns1:gd name="T37" fmla="*/ 0 h 176"/>
              <ns1:gd name="T38" fmla="*/ 60 w 176"/>
              <ns1:gd name="T39" fmla="*/ 16 h 176"/>
              <ns1:gd name="T40" fmla="*/ 5 w 176"/>
              <ns1:gd name="T41" fmla="*/ 0 h 176"/>
              <ns1:gd name="T42" fmla="*/ 0 w 176"/>
              <ns1:gd name="T43" fmla="*/ 4 h 176"/>
              <ns1:gd name="T44" fmla="*/ 3 w 176"/>
              <ns1:gd name="T45" fmla="*/ 160 h 176"/>
              <ns1:gd name="T46" fmla="*/ 59 w 176"/>
              <ns1:gd name="T47" fmla="*/ 176 h 176"/>
              <ns1:gd name="T48" fmla="*/ 60 w 176"/>
              <ns1:gd name="T49" fmla="*/ 176 h 176"/>
              <ns1:gd name="T50" fmla="*/ 61 w 176"/>
              <ns1:gd name="T51" fmla="*/ 176 h 176"/>
              <ns1:gd name="T52" fmla="*/ 171 w 176"/>
              <ns1:gd name="T53" fmla="*/ 176 h 176"/>
              <ns1:gd name="T54" fmla="*/ 172 w 176"/>
              <ns1:gd name="T55" fmla="*/ 176 h 176"/>
              <ns1:gd name="T56" fmla="*/ 176 w 176"/>
              <ns1:gd name="T57" fmla="*/ 20 h 176"/>
              <ns1:gd name="T58" fmla="*/ 56 w 176"/>
              <ns1:gd name="T59" fmla="*/ 167 h 176"/>
              <ns1:gd name="T60" fmla="*/ 8 w 176"/>
              <ns1:gd name="T61" fmla="*/ 9 h 176"/>
              <ns1:gd name="T62" fmla="*/ 56 w 176"/>
              <ns1:gd name="T63" fmla="*/ 167 h 176"/>
              <ns1:gd name="T64" fmla="*/ 64 w 176"/>
              <ns1:gd name="T65" fmla="*/ 167 h 176"/>
              <ns1:gd name="T66" fmla="*/ 67 w 176"/>
              <ns1:gd name="T67" fmla="*/ 83 h 176"/>
              <ns1:gd name="T68" fmla="*/ 69 w 176"/>
              <ns1:gd name="T69" fmla="*/ 72 h 176"/>
              <ns1:gd name="T70" fmla="*/ 64 w 176"/>
              <ns1:gd name="T71" fmla="*/ 23 h 176"/>
              <ns1:gd name="T72" fmla="*/ 112 w 176"/>
              <ns1:gd name="T73" fmla="*/ 153 h 176"/>
              <ns1:gd name="T74" fmla="*/ 120 w 176"/>
              <ns1:gd name="T75" fmla="*/ 153 h 176"/>
              <ns1:gd name="T76" fmla="*/ 125 w 176"/>
              <ns1:gd name="T77" fmla="*/ 65 h 176"/>
              <ns1:gd name="T78" fmla="*/ 122 w 176"/>
              <ns1:gd name="T79" fmla="*/ 55 h 176"/>
              <ns1:gd name="T80" fmla="*/ 120 w 176"/>
              <ns1:gd name="T81" fmla="*/ 9 h 176"/>
              <ns1:gd name="T82" fmla="*/ 168 w 176"/>
              <ns1:gd name="T83" fmla="*/ 167 h 176"/>
              <ns1:gd name="T84" fmla="*/ 140 w 176"/>
              <ns1:gd name="T85" fmla="*/ 112 h 176"/>
              <ns1:gd name="T86" fmla="*/ 137 w 176"/>
              <ns1:gd name="T87" fmla="*/ 119 h 176"/>
              <ns1:gd name="T88" fmla="*/ 137 w 176"/>
              <ns1:gd name="T89" fmla="*/ 129 h 176"/>
              <ns1:gd name="T90" fmla="*/ 140 w 176"/>
              <ns1:gd name="T91" fmla="*/ 136 h 176"/>
              <ns1:gd name="T92" fmla="*/ 148 w 176"/>
              <ns1:gd name="T93" fmla="*/ 130 h 176"/>
              <ns1:gd name="T94" fmla="*/ 156 w 176"/>
              <ns1:gd name="T95" fmla="*/ 136 h 176"/>
              <ns1:gd name="T96" fmla="*/ 159 w 176"/>
              <ns1:gd name="T97" fmla="*/ 129 h 176"/>
              <ns1:gd name="T98" fmla="*/ 159 w 176"/>
              <ns1:gd name="T99" fmla="*/ 119 h 176"/>
              <ns1:gd name="T100" fmla="*/ 156 w 176"/>
              <ns1:gd name="T101" fmla="*/ 112 h 176"/>
              <ns1:gd name="T102" fmla="*/ 148 w 176"/>
              <ns1:gd name="T103" fmla="*/ 118 h 176"/>
              <ns1:gd name="T104" fmla="*/ 142 w 176"/>
              <ns1:gd name="T105" fmla="*/ 88 h 176"/>
              <ns1:gd name="T106" fmla="*/ 146 w 176"/>
              <ns1:gd name="T107" fmla="*/ 78 h 176"/>
              <ns1:gd name="T108" fmla="*/ 142 w 176"/>
              <ns1:gd name="T109" fmla="*/ 88 h 176"/>
              <ns1:gd name="T110" fmla="*/ 151 w 176"/>
              <ns1:gd name="T111" fmla="*/ 103 h 176"/>
              <ns1:gd name="T112" fmla="*/ 143 w 176"/>
              <ns1:gd name="T113" fmla="*/ 95 h 176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  <ns1:cxn ang="0">
                <ns1:pos x="T32" y="T33"/>
              </ns1:cxn>
              <ns1:cxn ang="0">
                <ns1:pos x="T34" y="T35"/>
              </ns1:cxn>
              <ns1:cxn ang="0">
                <ns1:pos x="T36" y="T37"/>
              </ns1:cxn>
              <ns1:cxn ang="0">
                <ns1:pos x="T38" y="T39"/>
              </ns1:cxn>
              <ns1:cxn ang="0">
                <ns1:pos x="T40" y="T41"/>
              </ns1:cxn>
              <ns1:cxn ang="0">
                <ns1:pos x="T42" y="T43"/>
              </ns1:cxn>
              <ns1:cxn ang="0">
                <ns1:pos x="T44" y="T45"/>
              </ns1:cxn>
              <ns1:cxn ang="0">
                <ns1:pos x="T46" y="T47"/>
              </ns1:cxn>
              <ns1:cxn ang="0">
                <ns1:pos x="T48" y="T49"/>
              </ns1:cxn>
              <ns1:cxn ang="0">
                <ns1:pos x="T50" y="T51"/>
              </ns1:cxn>
              <ns1:cxn ang="0">
                <ns1:pos x="T52" y="T53"/>
              </ns1:cxn>
              <ns1:cxn ang="0">
                <ns1:pos x="T54" y="T55"/>
              </ns1:cxn>
              <ns1:cxn ang="0">
                <ns1:pos x="T56" y="T57"/>
              </ns1:cxn>
              <ns1:cxn ang="0">
                <ns1:pos x="T58" y="T59"/>
              </ns1:cxn>
              <ns1:cxn ang="0">
                <ns1:pos x="T60" y="T61"/>
              </ns1:cxn>
              <ns1:cxn ang="0">
                <ns1:pos x="T62" y="T63"/>
              </ns1:cxn>
              <ns1:cxn ang="0">
                <ns1:pos x="T64" y="T65"/>
              </ns1:cxn>
              <ns1:cxn ang="0">
                <ns1:pos x="T66" y="T67"/>
              </ns1:cxn>
              <ns1:cxn ang="0">
                <ns1:pos x="T68" y="T69"/>
              </ns1:cxn>
              <ns1:cxn ang="0">
                <ns1:pos x="T70" y="T71"/>
              </ns1:cxn>
              <ns1:cxn ang="0">
                <ns1:pos x="T72" y="T73"/>
              </ns1:cxn>
              <ns1:cxn ang="0">
                <ns1:pos x="T74" y="T75"/>
              </ns1:cxn>
              <ns1:cxn ang="0">
                <ns1:pos x="T76" y="T77"/>
              </ns1:cxn>
              <ns1:cxn ang="0">
                <ns1:pos x="T78" y="T79"/>
              </ns1:cxn>
              <ns1:cxn ang="0">
                <ns1:pos x="T80" y="T81"/>
              </ns1:cxn>
              <ns1:cxn ang="0">
                <ns1:pos x="T82" y="T83"/>
              </ns1:cxn>
              <ns1:cxn ang="0">
                <ns1:pos x="T84" y="T85"/>
              </ns1:cxn>
              <ns1:cxn ang="0">
                <ns1:pos x="T86" y="T87"/>
              </ns1:cxn>
              <ns1:cxn ang="0">
                <ns1:pos x="T88" y="T89"/>
              </ns1:cxn>
              <ns1:cxn ang="0">
                <ns1:pos x="T90" y="T91"/>
              </ns1:cxn>
              <ns1:cxn ang="0">
                <ns1:pos x="T92" y="T93"/>
              </ns1:cxn>
              <ns1:cxn ang="0">
                <ns1:pos x="T94" y="T95"/>
              </ns1:cxn>
              <ns1:cxn ang="0">
                <ns1:pos x="T96" y="T97"/>
              </ns1:cxn>
              <ns1:cxn ang="0">
                <ns1:pos x="T98" y="T99"/>
              </ns1:cxn>
              <ns1:cxn ang="0">
                <ns1:pos x="T100" y="T101"/>
              </ns1:cxn>
              <ns1:cxn ang="0">
                <ns1:pos x="T102" y="T103"/>
              </ns1:cxn>
              <ns1:cxn ang="0">
                <ns1:pos x="T104" y="T105"/>
              </ns1:cxn>
              <ns1:cxn ang="0">
                <ns1:pos x="T106" y="T107"/>
              </ns1:cxn>
              <ns1:cxn ang="0">
                <ns1:pos x="T108" y="T109"/>
              </ns1:cxn>
              <ns1:cxn ang="0">
                <ns1:pos x="T110" y="T111"/>
              </ns1:cxn>
              <ns1:cxn ang="0">
                <ns1:pos x="T112" y="T113"/>
              </ns1:cxn>
            </ns1:cxnLst>
            <ns1:rect l="0" t="0" r="r" b="b"/>
            <ns1:pathLst>
              <ns1:path w="176" h="176">
                <ns1:moveTo>
                  <ns1:pt x="100" y="64"/>
                </ns1:moveTo>
                <ns1:cubicBezTo>
                  <ns1:pt x="104" y="64"/>
                  <ns1:pt x="108" y="60"/>
                  <ns1:pt x="108" y="56"/>
                </ns1:cubicBezTo>
                <ns1:cubicBezTo>
                  <ns1:pt x="108" y="52"/>
                  <ns1:pt x="104" y="48"/>
                  <ns1:pt x="100" y="48"/>
                </ns1:cubicBezTo>
                <ns1:cubicBezTo>
                  <ns1:pt x="96" y="48"/>
                  <ns1:pt x="92" y="52"/>
                  <ns1:pt x="92" y="56"/>
                </ns1:cubicBezTo>
                <ns1:cubicBezTo>
                  <ns1:pt x="92" y="60"/>
                  <ns1:pt x="96" y="64"/>
                  <ns1:pt x="100" y="64"/>
                </ns1:cubicBezTo>
                <ns1:moveTo>
                  <ns1:pt x="32" y="128"/>
                </ns1:moveTo>
                <ns1:cubicBezTo>
                  <ns1:pt x="36" y="128"/>
                  <ns1:pt x="40" y="124"/>
                  <ns1:pt x="40" y="120"/>
                </ns1:cubicBezTo>
                <ns1:cubicBezTo>
                  <ns1:pt x="40" y="116"/>
                  <ns1:pt x="36" y="112"/>
                  <ns1:pt x="32" y="112"/>
                </ns1:cubicBezTo>
                <ns1:cubicBezTo>
                  <ns1:pt x="28" y="112"/>
                  <ns1:pt x="24" y="116"/>
                  <ns1:pt x="24" y="120"/>
                </ns1:cubicBezTo>
                <ns1:cubicBezTo>
                  <ns1:pt x="24" y="124"/>
                  <ns1:pt x="28" y="128"/>
                  <ns1:pt x="32" y="128"/>
                </ns1:cubicBezTo>
                <ns1:moveTo>
                  <ns1:pt x="85" y="68"/>
                </ns1:moveTo>
                <ns1:cubicBezTo>
                  <ns1:pt x="81" y="61"/>
                  <ns1:pt x="81" y="61"/>
                  <ns1:pt x="81" y="61"/>
                </ns1:cubicBezTo>
                <ns1:cubicBezTo>
                  <ns1:pt x="78" y="63"/>
                  <ns1:pt x="76" y="65"/>
                  <ns1:pt x="74" y="67"/>
                </ns1:cubicBezTo>
                <ns1:cubicBezTo>
                  <ns1:pt x="80" y="72"/>
                  <ns1:pt x="80" y="72"/>
                  <ns1:pt x="80" y="72"/>
                </ns1:cubicBezTo>
                <ns1:cubicBezTo>
                  <ns1:pt x="82" y="70"/>
                  <ns1:pt x="83" y="69"/>
                  <ns1:pt x="85" y="68"/>
                </ns1:cubicBezTo>
                <ns1:moveTo>
                  <ns1:pt x="41" y="99"/>
                </ns1:moveTo>
                <ns1:cubicBezTo>
                  <ns1:pt x="34" y="95"/>
                  <ns1:pt x="34" y="95"/>
                  <ns1:pt x="34" y="95"/>
                </ns1:cubicBezTo>
                <ns1:cubicBezTo>
                  <ns1:pt x="32" y="97"/>
                  <ns1:pt x="31" y="100"/>
                  <ns1:pt x="30" y="103"/>
                </ns1:cubicBezTo>
                <ns1:cubicBezTo>
                  <ns1:pt x="38" y="105"/>
                  <ns1:pt x="38" y="105"/>
                  <ns1:pt x="38" y="105"/>
                </ns1:cubicBezTo>
                <ns1:cubicBezTo>
                  <ns1:pt x="39" y="103"/>
                  <ns1:pt x="39" y="101"/>
                  <ns1:pt x="41" y="99"/>
                </ns1:cubicBezTo>
                <ns1:moveTo>
                  <ns1:pt x="51" y="90"/>
                </ns1:moveTo>
                <ns1:cubicBezTo>
                  <ns1:pt x="47" y="83"/>
                  <ns1:pt x="47" y="83"/>
                  <ns1:pt x="47" y="83"/>
                </ns1:cubicBezTo>
                <ns1:cubicBezTo>
                  <ns1:pt x="44" y="85"/>
                  <ns1:pt x="42" y="86"/>
                  <ns1:pt x="40" y="88"/>
                </ns1:cubicBezTo>
                <ns1:cubicBezTo>
                  <ns1:pt x="45" y="94"/>
                  <ns1:pt x="45" y="94"/>
                  <ns1:pt x="45" y="94"/>
                </ns1:cubicBezTo>
                <ns1:cubicBezTo>
                  <ns1:pt x="47" y="93"/>
                  <ns1:pt x="49" y="91"/>
                  <ns1:pt x="51" y="90"/>
                </ns1:cubicBezTo>
                <ns1:moveTo>
                  <ns1:pt x="134" y="76"/>
                </ns1:moveTo>
                <ns1:cubicBezTo>
                  <ns1:pt x="135" y="76"/>
                  <ns1:pt x="135" y="76"/>
                  <ns1:pt x="135" y="76"/>
                </ns1:cubicBezTo>
                <ns1:cubicBezTo>
                  <ns1:pt x="141" y="71"/>
                  <ns1:pt x="141" y="71"/>
                  <ns1:pt x="141" y="71"/>
                </ns1:cubicBezTo>
                <ns1:cubicBezTo>
                  <ns1:pt x="140" y="70"/>
                  <ns1:pt x="140" y="70"/>
                  <ns1:pt x="140" y="70"/>
                </ns1:cubicBezTo>
                <ns1:cubicBezTo>
                  <ns1:pt x="139" y="69"/>
                  <ns1:pt x="137" y="67"/>
                  <ns1:pt x="136" y="65"/>
                </ns1:cubicBezTo>
                <ns1:cubicBezTo>
                  <ns1:pt x="129" y="70"/>
                  <ns1:pt x="129" y="70"/>
                  <ns1:pt x="129" y="70"/>
                </ns1:cubicBezTo>
                <ns1:cubicBezTo>
                  <ns1:pt x="131" y="72"/>
                  <ns1:pt x="132" y="74"/>
                  <ns1:pt x="134" y="76"/>
                </ns1:cubicBezTo>
                <ns1:moveTo>
                  <ns1:pt x="173" y="16"/>
                </ns1:moveTo>
                <ns1:cubicBezTo>
                  <ns1:pt x="173" y="16"/>
                  <ns1:pt x="173" y="16"/>
                  <ns1:pt x="173" y="16"/>
                </ns1:cubicBezTo>
                <ns1:cubicBezTo>
                  <ns1:pt x="117" y="0"/>
                  <ns1:pt x="117" y="0"/>
                  <ns1:pt x="117" y="0"/>
                </ns1:cubicBezTo>
                <ns1:cubicBezTo>
                  <ns1:pt x="117" y="0"/>
                  <ns1:pt x="117" y="0"/>
                  <ns1:pt x="117" y="0"/>
                </ns1:cubicBezTo>
                <ns1:cubicBezTo>
                  <ns1:pt x="117" y="0"/>
                  <ns1:pt x="116" y="0"/>
                  <ns1:pt x="116" y="0"/>
                </ns1:cubicBezTo>
                <ns1:cubicBezTo>
                  <ns1:pt x="116" y="0"/>
                  <ns1:pt x="115" y="0"/>
                  <ns1:pt x="115" y="0"/>
                </ns1:cubicBezTo>
                <ns1:cubicBezTo>
                  <ns1:pt x="115" y="0"/>
                  <ns1:pt x="115" y="0"/>
                  <ns1:pt x="115" y="0"/>
                </ns1:cubicBezTo>
                <ns1:cubicBezTo>
                  <ns1:pt x="60" y="16"/>
                  <ns1:pt x="60" y="16"/>
                  <ns1:pt x="60" y="16"/>
                </ns1:cubicBezTo>
                <ns1:cubicBezTo>
                  <ns1:pt x="5" y="0"/>
                  <ns1:pt x="5" y="0"/>
                  <ns1:pt x="5" y="0"/>
                </ns1:cubicBezTo>
                <ns1:cubicBezTo>
                  <ns1:pt x="5" y="0"/>
                  <ns1:pt x="5" y="0"/>
                  <ns1:pt x="5" y="0"/>
                </ns1:cubicBezTo>
                <ns1:cubicBezTo>
                  <ns1:pt x="5" y="0"/>
                  <ns1:pt x="4" y="0"/>
                  <ns1:pt x="4" y="0"/>
                </ns1:cubicBezTo>
                <ns1:cubicBezTo>
                  <ns1:pt x="2" y="0"/>
                  <ns1:pt x="0" y="2"/>
                  <ns1:pt x="0" y="4"/>
                </ns1:cubicBezTo>
                <ns1:cubicBezTo>
                  <ns1:pt x="0" y="156"/>
                  <ns1:pt x="0" y="156"/>
                  <ns1:pt x="0" y="156"/>
                </ns1:cubicBezTo>
                <ns1:cubicBezTo>
                  <ns1:pt x="0" y="158"/>
                  <ns1:pt x="1" y="159"/>
                  <ns1:pt x="3" y="160"/>
                </ns1:cubicBezTo>
                <ns1:cubicBezTo>
                  <ns1:pt x="3" y="160"/>
                  <ns1:pt x="3" y="160"/>
                  <ns1:pt x="3" y="160"/>
                </ns1:cubicBezTo>
                <ns1:cubicBezTo>
                  <ns1:pt x="59" y="176"/>
                  <ns1:pt x="59" y="176"/>
                  <ns1:pt x="59" y="176"/>
                </ns1:cubicBezTo>
                <ns1:cubicBezTo>
                  <ns1:pt x="59" y="176"/>
                  <ns1:pt x="59" y="176"/>
                  <ns1:pt x="59" y="176"/>
                </ns1:cubicBezTo>
                <ns1:cubicBezTo>
                  <ns1:pt x="59" y="176"/>
                  <ns1:pt x="60" y="176"/>
                  <ns1:pt x="60" y="176"/>
                </ns1:cubicBezTo>
                <ns1:cubicBezTo>
                  <ns1:pt x="60" y="176"/>
                  <ns1:pt x="61" y="176"/>
                  <ns1:pt x="61" y="176"/>
                </ns1:cubicBezTo>
                <ns1:cubicBezTo>
                  <ns1:pt x="61" y="176"/>
                  <ns1:pt x="61" y="176"/>
                  <ns1:pt x="61" y="176"/>
                </ns1:cubicBezTo>
                <ns1:cubicBezTo>
                  <ns1:pt x="116" y="160"/>
                  <ns1:pt x="116" y="160"/>
                  <ns1:pt x="116" y="160"/>
                </ns1:cubicBezTo>
                <ns1:cubicBezTo>
                  <ns1:pt x="171" y="176"/>
                  <ns1:pt x="171" y="176"/>
                  <ns1:pt x="171" y="176"/>
                </ns1:cubicBezTo>
                <ns1:cubicBezTo>
                  <ns1:pt x="171" y="176"/>
                  <ns1:pt x="171" y="176"/>
                  <ns1:pt x="171" y="176"/>
                </ns1:cubicBezTo>
                <ns1:cubicBezTo>
                  <ns1:pt x="171" y="176"/>
                  <ns1:pt x="172" y="176"/>
                  <ns1:pt x="172" y="176"/>
                </ns1:cubicBezTo>
                <ns1:cubicBezTo>
                  <ns1:pt x="174" y="176"/>
                  <ns1:pt x="176" y="174"/>
                  <ns1:pt x="176" y="172"/>
                </ns1:cubicBezTo>
                <ns1:cubicBezTo>
                  <ns1:pt x="176" y="20"/>
                  <ns1:pt x="176" y="20"/>
                  <ns1:pt x="176" y="20"/>
                </ns1:cubicBezTo>
                <ns1:cubicBezTo>
                  <ns1:pt x="176" y="18"/>
                  <ns1:pt x="175" y="17"/>
                  <ns1:pt x="173" y="16"/>
                </ns1:cubicBezTo>
                <ns1:moveTo>
                  <ns1:pt x="56" y="167"/>
                </ns1:moveTo>
                <ns1:cubicBezTo>
                  <ns1:pt x="8" y="153"/>
                  <ns1:pt x="8" y="153"/>
                  <ns1:pt x="8" y="153"/>
                </ns1:cubicBezTo>
                <ns1:cubicBezTo>
                  <ns1:pt x="8" y="9"/>
                  <ns1:pt x="8" y="9"/>
                  <ns1:pt x="8" y="9"/>
                </ns1:cubicBezTo>
                <ns1:cubicBezTo>
                  <ns1:pt x="56" y="23"/>
                  <ns1:pt x="56" y="23"/>
                  <ns1:pt x="56" y="23"/>
                </ns1:cubicBezTo>
                <ns1:lnTo>
                  <ns1:pt x="56" y="167"/>
                </ns1:lnTo>
                <ns1:close/>
                <ns1:moveTo>
                  <ns1:pt x="112" y="153"/>
                </ns1:moveTo>
                <ns1:cubicBezTo>
                  <ns1:pt x="64" y="167"/>
                  <ns1:pt x="64" y="167"/>
                  <ns1:pt x="64" y="167"/>
                </ns1:cubicBezTo>
                <ns1:cubicBezTo>
                  <ns1:pt x="64" y="76"/>
                  <ns1:pt x="64" y="76"/>
                  <ns1:pt x="64" y="76"/>
                </ns1:cubicBezTo>
                <ns1:cubicBezTo>
                  <ns1:pt x="67" y="83"/>
                  <ns1:pt x="67" y="83"/>
                  <ns1:pt x="67" y="83"/>
                </ns1:cubicBezTo>
                <ns1:cubicBezTo>
                  <ns1:pt x="70" y="82"/>
                  <ns1:pt x="72" y="80"/>
                  <ns1:pt x="75" y="78"/>
                </ns1:cubicBezTo>
                <ns1:cubicBezTo>
                  <ns1:pt x="69" y="72"/>
                  <ns1:pt x="69" y="72"/>
                  <ns1:pt x="69" y="72"/>
                </ns1:cubicBezTo>
                <ns1:cubicBezTo>
                  <ns1:pt x="68" y="74"/>
                  <ns1:pt x="66" y="75"/>
                  <ns1:pt x="64" y="76"/>
                </ns1:cubicBezTo>
                <ns1:cubicBezTo>
                  <ns1:pt x="64" y="23"/>
                  <ns1:pt x="64" y="23"/>
                  <ns1:pt x="64" y="23"/>
                </ns1:cubicBezTo>
                <ns1:cubicBezTo>
                  <ns1:pt x="112" y="9"/>
                  <ns1:pt x="112" y="9"/>
                  <ns1:pt x="112" y="9"/>
                </ns1:cubicBezTo>
                <ns1:lnTo>
                  <ns1:pt x="112" y="153"/>
                </ns1:lnTo>
                <ns1:close/>
                <ns1:moveTo>
                  <ns1:pt x="168" y="167"/>
                </ns1:moveTo>
                <ns1:cubicBezTo>
                  <ns1:pt x="120" y="153"/>
                  <ns1:pt x="120" y="153"/>
                  <ns1:pt x="120" y="153"/>
                </ns1:cubicBezTo>
                <ns1:cubicBezTo>
                  <ns1:pt x="120" y="63"/>
                  <ns1:pt x="120" y="63"/>
                  <ns1:pt x="120" y="63"/>
                </ns1:cubicBezTo>
                <ns1:cubicBezTo>
                  <ns1:pt x="122" y="64"/>
                  <ns1:pt x="123" y="64"/>
                  <ns1:pt x="125" y="65"/>
                </ns1:cubicBezTo>
                <ns1:cubicBezTo>
                  <ns1:pt x="130" y="59"/>
                  <ns1:pt x="130" y="59"/>
                  <ns1:pt x="130" y="59"/>
                </ns1:cubicBezTo>
                <ns1:cubicBezTo>
                  <ns1:pt x="127" y="57"/>
                  <ns1:pt x="125" y="56"/>
                  <ns1:pt x="122" y="55"/>
                </ns1:cubicBezTo>
                <ns1:cubicBezTo>
                  <ns1:pt x="120" y="59"/>
                  <ns1:pt x="120" y="59"/>
                  <ns1:pt x="120" y="59"/>
                </ns1:cubicBezTo>
                <ns1:cubicBezTo>
                  <ns1:pt x="120" y="9"/>
                  <ns1:pt x="120" y="9"/>
                  <ns1:pt x="120" y="9"/>
                </ns1:cubicBezTo>
                <ns1:cubicBezTo>
                  <ns1:pt x="168" y="23"/>
                  <ns1:pt x="168" y="23"/>
                  <ns1:pt x="168" y="23"/>
                </ns1:cubicBezTo>
                <ns1:lnTo>
                  <ns1:pt x="168" y="167"/>
                </ns1:lnTo>
                <ns1:close/>
                <ns1:moveTo>
                  <ns1:pt x="143" y="113"/>
                </ns1:moveTo>
                <ns1:cubicBezTo>
                  <ns1:pt x="142" y="112"/>
                  <ns1:pt x="141" y="112"/>
                  <ns1:pt x="140" y="112"/>
                </ns1:cubicBezTo>
                <ns1:cubicBezTo>
                  <ns1:pt x="138" y="112"/>
                  <ns1:pt x="136" y="114"/>
                  <ns1:pt x="136" y="116"/>
                </ns1:cubicBezTo>
                <ns1:cubicBezTo>
                  <ns1:pt x="136" y="117"/>
                  <ns1:pt x="136" y="118"/>
                  <ns1:pt x="137" y="119"/>
                </ns1:cubicBezTo>
                <ns1:cubicBezTo>
                  <ns1:pt x="142" y="124"/>
                  <ns1:pt x="142" y="124"/>
                  <ns1:pt x="142" y="124"/>
                </ns1:cubicBezTo>
                <ns1:cubicBezTo>
                  <ns1:pt x="137" y="129"/>
                  <ns1:pt x="137" y="129"/>
                  <ns1:pt x="137" y="129"/>
                </ns1:cubicBezTo>
                <ns1:cubicBezTo>
                  <ns1:pt x="136" y="130"/>
                  <ns1:pt x="136" y="131"/>
                  <ns1:pt x="136" y="132"/>
                </ns1:cubicBezTo>
                <ns1:cubicBezTo>
                  <ns1:pt x="136" y="134"/>
                  <ns1:pt x="138" y="136"/>
                  <ns1:pt x="140" y="136"/>
                </ns1:cubicBezTo>
                <ns1:cubicBezTo>
                  <ns1:pt x="141" y="136"/>
                  <ns1:pt x="142" y="136"/>
                  <ns1:pt x="143" y="135"/>
                </ns1:cubicBezTo>
                <ns1:cubicBezTo>
                  <ns1:pt x="148" y="130"/>
                  <ns1:pt x="148" y="130"/>
                  <ns1:pt x="148" y="130"/>
                </ns1:cubicBezTo>
                <ns1:cubicBezTo>
                  <ns1:pt x="153" y="135"/>
                  <ns1:pt x="153" y="135"/>
                  <ns1:pt x="153" y="135"/>
                </ns1:cubicBezTo>
                <ns1:cubicBezTo>
                  <ns1:pt x="154" y="136"/>
                  <ns1:pt x="155" y="136"/>
                  <ns1:pt x="156" y="136"/>
                </ns1:cubicBezTo>
                <ns1:cubicBezTo>
                  <ns1:pt x="158" y="136"/>
                  <ns1:pt x="160" y="134"/>
                  <ns1:pt x="160" y="132"/>
                </ns1:cubicBezTo>
                <ns1:cubicBezTo>
                  <ns1:pt x="160" y="131"/>
                  <ns1:pt x="160" y="130"/>
                  <ns1:pt x="159" y="129"/>
                </ns1:cubicBezTo>
                <ns1:cubicBezTo>
                  <ns1:pt x="154" y="124"/>
                  <ns1:pt x="154" y="124"/>
                  <ns1:pt x="154" y="124"/>
                </ns1:cubicBezTo>
                <ns1:cubicBezTo>
                  <ns1:pt x="159" y="119"/>
                  <ns1:pt x="159" y="119"/>
                  <ns1:pt x="159" y="119"/>
                </ns1:cubicBezTo>
                <ns1:cubicBezTo>
                  <ns1:pt x="160" y="118"/>
                  <ns1:pt x="160" y="117"/>
                  <ns1:pt x="160" y="116"/>
                </ns1:cubicBezTo>
                <ns1:cubicBezTo>
                  <ns1:pt x="160" y="114"/>
                  <ns1:pt x="158" y="112"/>
                  <ns1:pt x="156" y="112"/>
                </ns1:cubicBezTo>
                <ns1:cubicBezTo>
                  <ns1:pt x="155" y="112"/>
                  <ns1:pt x="154" y="112"/>
                  <ns1:pt x="153" y="113"/>
                </ns1:cubicBezTo>
                <ns1:cubicBezTo>
                  <ns1:pt x="148" y="118"/>
                  <ns1:pt x="148" y="118"/>
                  <ns1:pt x="148" y="118"/>
                </ns1:cubicBezTo>
                <ns1:lnTo>
                  <ns1:pt x="143" y="113"/>
                </ns1:lnTo>
                <ns1:close/>
                <ns1:moveTo>
                  <ns1:pt x="142" y="88"/>
                </ns1:moveTo>
                <ns1:cubicBezTo>
                  <ns1:pt x="150" y="86"/>
                  <ns1:pt x="150" y="86"/>
                  <ns1:pt x="150" y="86"/>
                </ns1:cubicBezTo>
                <ns1:cubicBezTo>
                  <ns1:pt x="149" y="83"/>
                  <ns1:pt x="148" y="80"/>
                  <ns1:pt x="146" y="78"/>
                </ns1:cubicBezTo>
                <ns1:cubicBezTo>
                  <ns1:pt x="139" y="82"/>
                  <ns1:pt x="139" y="82"/>
                  <ns1:pt x="139" y="82"/>
                </ns1:cubicBezTo>
                <ns1:cubicBezTo>
                  <ns1:pt x="140" y="84"/>
                  <ns1:pt x="141" y="86"/>
                  <ns1:pt x="142" y="88"/>
                </ns1:cubicBezTo>
                <ns1:moveTo>
                  <ns1:pt x="143" y="102"/>
                </ns1:moveTo>
                <ns1:cubicBezTo>
                  <ns1:pt x="151" y="103"/>
                  <ns1:pt x="151" y="103"/>
                  <ns1:pt x="151" y="103"/>
                </ns1:cubicBezTo>
                <ns1:cubicBezTo>
                  <ns1:pt x="151" y="100"/>
                  <ns1:pt x="151" y="97"/>
                  <ns1:pt x="151" y="94"/>
                </ns1:cubicBezTo>
                <ns1:cubicBezTo>
                  <ns1:pt x="143" y="95"/>
                  <ns1:pt x="143" y="95"/>
                  <ns1:pt x="143" y="95"/>
                </ns1:cubicBezTo>
                <ns1:cubicBezTo>
                  <ns1:pt x="143" y="97"/>
                  <ns1:pt x="143" y="99"/>
                  <ns1:pt x="143" y="102"/>
                </ns1:cubicBezTo>
              </ns1:path>
            </ns1:pathLst>
          </ns1:custGeom>
          <ns1:solidFill>
            <ns1:schemeClr val="tx1"/>
          </ns1:solidFill>
          <ns1:ln>
            <ns1:noFill/>
          </ns1:ln>
          <ns1:extLst/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en-US" sz="2700"/>
          </ns1:p>
        </ns0:txBody>
      </ns0:sp>
      <ns0:sp>
        <ns0:nvSpPr>
          <ns0:cNvPr id="14" name="Freeform 11"/>
          <ns0:cNvSpPr>
            <ns1:spLocks noEditPoints="1"/>
          </ns0:cNvSpPr>
          <ns0:nvPr/>
        </ns0:nvSpPr>
        <ns0:spPr bwMode="auto">
          <ns1:xfrm>
            <ns1:off x="7334251" y="938212"/>
            <ns1:ext cx="569913" cy="571500"/>
          </ns1:xfrm>
          <ns1:custGeom>
            <ns1:avLst/>
            <ns1:gdLst>
              <ns1:gd name="T0" fmla="*/ 88 w 176"/>
              <ns1:gd name="T1" fmla="*/ 0 h 176"/>
              <ns1:gd name="T2" fmla="*/ 88 w 176"/>
              <ns1:gd name="T3" fmla="*/ 0 h 176"/>
              <ns1:gd name="T4" fmla="*/ 88 w 176"/>
              <ns1:gd name="T5" fmla="*/ 0 h 176"/>
              <ns1:gd name="T6" fmla="*/ 0 w 176"/>
              <ns1:gd name="T7" fmla="*/ 88 h 176"/>
              <ns1:gd name="T8" fmla="*/ 88 w 176"/>
              <ns1:gd name="T9" fmla="*/ 176 h 176"/>
              <ns1:gd name="T10" fmla="*/ 176 w 176"/>
              <ns1:gd name="T11" fmla="*/ 88 h 176"/>
              <ns1:gd name="T12" fmla="*/ 88 w 176"/>
              <ns1:gd name="T13" fmla="*/ 0 h 176"/>
              <ns1:gd name="T14" fmla="*/ 92 w 176"/>
              <ns1:gd name="T15" fmla="*/ 168 h 176"/>
              <ns1:gd name="T16" fmla="*/ 92 w 176"/>
              <ns1:gd name="T17" fmla="*/ 140 h 176"/>
              <ns1:gd name="T18" fmla="*/ 88 w 176"/>
              <ns1:gd name="T19" fmla="*/ 136 h 176"/>
              <ns1:gd name="T20" fmla="*/ 84 w 176"/>
              <ns1:gd name="T21" fmla="*/ 140 h 176"/>
              <ns1:gd name="T22" fmla="*/ 84 w 176"/>
              <ns1:gd name="T23" fmla="*/ 168 h 176"/>
              <ns1:gd name="T24" fmla="*/ 8 w 176"/>
              <ns1:gd name="T25" fmla="*/ 92 h 176"/>
              <ns1:gd name="T26" fmla="*/ 36 w 176"/>
              <ns1:gd name="T27" fmla="*/ 92 h 176"/>
              <ns1:gd name="T28" fmla="*/ 40 w 176"/>
              <ns1:gd name="T29" fmla="*/ 88 h 176"/>
              <ns1:gd name="T30" fmla="*/ 36 w 176"/>
              <ns1:gd name="T31" fmla="*/ 84 h 176"/>
              <ns1:gd name="T32" fmla="*/ 8 w 176"/>
              <ns1:gd name="T33" fmla="*/ 84 h 176"/>
              <ns1:gd name="T34" fmla="*/ 84 w 176"/>
              <ns1:gd name="T35" fmla="*/ 8 h 176"/>
              <ns1:gd name="T36" fmla="*/ 84 w 176"/>
              <ns1:gd name="T37" fmla="*/ 36 h 176"/>
              <ns1:gd name="T38" fmla="*/ 88 w 176"/>
              <ns1:gd name="T39" fmla="*/ 40 h 176"/>
              <ns1:gd name="T40" fmla="*/ 92 w 176"/>
              <ns1:gd name="T41" fmla="*/ 36 h 176"/>
              <ns1:gd name="T42" fmla="*/ 92 w 176"/>
              <ns1:gd name="T43" fmla="*/ 8 h 176"/>
              <ns1:gd name="T44" fmla="*/ 168 w 176"/>
              <ns1:gd name="T45" fmla="*/ 84 h 176"/>
              <ns1:gd name="T46" fmla="*/ 140 w 176"/>
              <ns1:gd name="T47" fmla="*/ 84 h 176"/>
              <ns1:gd name="T48" fmla="*/ 136 w 176"/>
              <ns1:gd name="T49" fmla="*/ 88 h 176"/>
              <ns1:gd name="T50" fmla="*/ 140 w 176"/>
              <ns1:gd name="T51" fmla="*/ 92 h 176"/>
              <ns1:gd name="T52" fmla="*/ 168 w 176"/>
              <ns1:gd name="T53" fmla="*/ 92 h 176"/>
              <ns1:gd name="T54" fmla="*/ 92 w 176"/>
              <ns1:gd name="T55" fmla="*/ 168 h 176"/>
              <ns1:gd name="T56" fmla="*/ 88 w 176"/>
              <ns1:gd name="T57" fmla="*/ 68 h 176"/>
              <ns1:gd name="T58" fmla="*/ 68 w 176"/>
              <ns1:gd name="T59" fmla="*/ 88 h 176"/>
              <ns1:gd name="T60" fmla="*/ 88 w 176"/>
              <ns1:gd name="T61" fmla="*/ 108 h 176"/>
              <ns1:gd name="T62" fmla="*/ 108 w 176"/>
              <ns1:gd name="T63" fmla="*/ 88 h 176"/>
              <ns1:gd name="T64" fmla="*/ 88 w 176"/>
              <ns1:gd name="T65" fmla="*/ 68 h 176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  <ns1:cxn ang="0">
                <ns1:pos x="T32" y="T33"/>
              </ns1:cxn>
              <ns1:cxn ang="0">
                <ns1:pos x="T34" y="T35"/>
              </ns1:cxn>
              <ns1:cxn ang="0">
                <ns1:pos x="T36" y="T37"/>
              </ns1:cxn>
              <ns1:cxn ang="0">
                <ns1:pos x="T38" y="T39"/>
              </ns1:cxn>
              <ns1:cxn ang="0">
                <ns1:pos x="T40" y="T41"/>
              </ns1:cxn>
              <ns1:cxn ang="0">
                <ns1:pos x="T42" y="T43"/>
              </ns1:cxn>
              <ns1:cxn ang="0">
                <ns1:pos x="T44" y="T45"/>
              </ns1:cxn>
              <ns1:cxn ang="0">
                <ns1:pos x="T46" y="T47"/>
              </ns1:cxn>
              <ns1:cxn ang="0">
                <ns1:pos x="T48" y="T49"/>
              </ns1:cxn>
              <ns1:cxn ang="0">
                <ns1:pos x="T50" y="T51"/>
              </ns1:cxn>
              <ns1:cxn ang="0">
                <ns1:pos x="T52" y="T53"/>
              </ns1:cxn>
              <ns1:cxn ang="0">
                <ns1:pos x="T54" y="T55"/>
              </ns1:cxn>
              <ns1:cxn ang="0">
                <ns1:pos x="T56" y="T57"/>
              </ns1:cxn>
              <ns1:cxn ang="0">
                <ns1:pos x="T58" y="T59"/>
              </ns1:cxn>
              <ns1:cxn ang="0">
                <ns1:pos x="T60" y="T61"/>
              </ns1:cxn>
              <ns1:cxn ang="0">
                <ns1:pos x="T62" y="T63"/>
              </ns1:cxn>
              <ns1:cxn ang="0">
                <ns1:pos x="T64" y="T65"/>
              </ns1:cxn>
            </ns1:cxnLst>
            <ns1:rect l="0" t="0" r="r" b="b"/>
            <ns1:pathLst>
              <ns1:path w="176" h="176">
                <ns1:moveTo>
                  <ns1:pt x="88" y="0"/>
                </ns1:moveTo>
                <ns1:cubicBezTo>
                  <ns1:pt x="88" y="0"/>
                  <ns1:pt x="88" y="0"/>
                  <ns1:pt x="88" y="0"/>
                </ns1:cubicBezTo>
                <ns1:cubicBezTo>
                  <ns1:pt x="88" y="0"/>
                  <ns1:pt x="88" y="0"/>
                  <ns1:pt x="88" y="0"/>
                </ns1:cubicBezTo>
                <ns1:cubicBezTo>
                  <ns1:pt x="39" y="0"/>
                  <ns1:pt x="0" y="39"/>
                  <ns1:pt x="0" y="88"/>
                </ns1:cubicBezTo>
                <ns1:cubicBezTo>
                  <ns1:pt x="0" y="137"/>
                  <ns1:pt x="39" y="176"/>
                  <ns1:pt x="88" y="176"/>
                </ns1:cubicBezTo>
                <ns1:cubicBezTo>
                  <ns1:pt x="137" y="176"/>
                  <ns1:pt x="176" y="137"/>
                  <ns1:pt x="176" y="88"/>
                </ns1:cubicBezTo>
                <ns1:cubicBezTo>
                  <ns1:pt x="176" y="39"/>
                  <ns1:pt x="137" y="0"/>
                  <ns1:pt x="88" y="0"/>
                </ns1:cubicBezTo>
                <ns1:moveTo>
                  <ns1:pt x="92" y="168"/>
                </ns1:moveTo>
                <ns1:cubicBezTo>
                  <ns1:pt x="92" y="140"/>
                  <ns1:pt x="92" y="140"/>
                  <ns1:pt x="92" y="140"/>
                </ns1:cubicBezTo>
                <ns1:cubicBezTo>
                  <ns1:pt x="92" y="138"/>
                  <ns1:pt x="90" y="136"/>
                  <ns1:pt x="88" y="136"/>
                </ns1:cubicBezTo>
                <ns1:cubicBezTo>
                  <ns1:pt x="86" y="136"/>
                  <ns1:pt x="84" y="138"/>
                  <ns1:pt x="84" y="140"/>
                </ns1:cubicBezTo>
                <ns1:cubicBezTo>
                  <ns1:pt x="84" y="168"/>
                  <ns1:pt x="84" y="168"/>
                  <ns1:pt x="84" y="168"/>
                </ns1:cubicBezTo>
                <ns1:cubicBezTo>
                  <ns1:pt x="43" y="166"/>
                  <ns1:pt x="10" y="133"/>
                  <ns1:pt x="8" y="92"/>
                </ns1:cubicBezTo>
                <ns1:cubicBezTo>
                  <ns1:pt x="36" y="92"/>
                  <ns1:pt x="36" y="92"/>
                  <ns1:pt x="36" y="92"/>
                </ns1:cubicBezTo>
                <ns1:cubicBezTo>
                  <ns1:pt x="38" y="92"/>
                  <ns1:pt x="40" y="90"/>
                  <ns1:pt x="40" y="88"/>
                </ns1:cubicBezTo>
                <ns1:cubicBezTo>
                  <ns1:pt x="40" y="86"/>
                  <ns1:pt x="38" y="84"/>
                  <ns1:pt x="36" y="84"/>
                </ns1:cubicBezTo>
                <ns1:cubicBezTo>
                  <ns1:pt x="8" y="84"/>
                  <ns1:pt x="8" y="84"/>
                  <ns1:pt x="8" y="84"/>
                </ns1:cubicBezTo>
                <ns1:cubicBezTo>
                  <ns1:pt x="10" y="43"/>
                  <ns1:pt x="43" y="10"/>
                  <ns1:pt x="84" y="8"/>
                </ns1:cubicBezTo>
                <ns1:cubicBezTo>
                  <ns1:pt x="84" y="36"/>
                  <ns1:pt x="84" y="36"/>
                  <ns1:pt x="84" y="36"/>
                </ns1:cubicBezTo>
                <ns1:cubicBezTo>
                  <ns1:pt x="84" y="38"/>
                  <ns1:pt x="86" y="40"/>
                  <ns1:pt x="88" y="40"/>
                </ns1:cubicBezTo>
                <ns1:cubicBezTo>
                  <ns1:pt x="90" y="40"/>
                  <ns1:pt x="92" y="38"/>
                  <ns1:pt x="92" y="36"/>
                </ns1:cubicBezTo>
                <ns1:cubicBezTo>
                  <ns1:pt x="92" y="8"/>
                  <ns1:pt x="92" y="8"/>
                  <ns1:pt x="92" y="8"/>
                </ns1:cubicBezTo>
                <ns1:cubicBezTo>
                  <ns1:pt x="133" y="10"/>
                  <ns1:pt x="166" y="43"/>
                  <ns1:pt x="168" y="84"/>
                </ns1:cubicBezTo>
                <ns1:cubicBezTo>
                  <ns1:pt x="140" y="84"/>
                  <ns1:pt x="140" y="84"/>
                  <ns1:pt x="140" y="84"/>
                </ns1:cubicBezTo>
                <ns1:cubicBezTo>
                  <ns1:pt x="138" y="84"/>
                  <ns1:pt x="136" y="86"/>
                  <ns1:pt x="136" y="88"/>
                </ns1:cubicBezTo>
                <ns1:cubicBezTo>
                  <ns1:pt x="136" y="90"/>
                  <ns1:pt x="138" y="92"/>
                  <ns1:pt x="140" y="92"/>
                </ns1:cubicBezTo>
                <ns1:cubicBezTo>
                  <ns1:pt x="168" y="92"/>
                  <ns1:pt x="168" y="92"/>
                  <ns1:pt x="168" y="92"/>
                </ns1:cubicBezTo>
                <ns1:cubicBezTo>
                  <ns1:pt x="166" y="133"/>
                  <ns1:pt x="133" y="166"/>
                  <ns1:pt x="92" y="168"/>
                </ns1:cubicBezTo>
                <ns1:moveTo>
                  <ns1:pt x="88" y="68"/>
                </ns1:moveTo>
                <ns1:cubicBezTo>
                  <ns1:pt x="77" y="68"/>
                  <ns1:pt x="68" y="77"/>
                  <ns1:pt x="68" y="88"/>
                </ns1:cubicBezTo>
                <ns1:cubicBezTo>
                  <ns1:pt x="68" y="99"/>
                  <ns1:pt x="77" y="108"/>
                  <ns1:pt x="88" y="108"/>
                </ns1:cubicBezTo>
                <ns1:cubicBezTo>
                  <ns1:pt x="99" y="108"/>
                  <ns1:pt x="108" y="99"/>
                  <ns1:pt x="108" y="88"/>
                </ns1:cubicBezTo>
                <ns1:cubicBezTo>
                  <ns1:pt x="108" y="77"/>
                  <ns1:pt x="99" y="68"/>
                  <ns1:pt x="88" y="68"/>
                </ns1:cubicBezTo>
              </ns1:path>
            </ns1:pathLst>
          </ns1:custGeom>
          <ns1:solidFill>
            <ns1:schemeClr val="tx1"/>
          </ns1:solidFill>
          <ns1:ln>
            <ns1:noFill/>
          </ns1:ln>
          <ns1:extLst/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en-US" sz="2700"/>
          </ns1:p>
        </ns0:txBody>
      </ns0:sp>
      <ns0:sp>
        <ns0:nvSpPr>
          <ns0:cNvPr id="15" name="Freeform 12"/>
          <ns0:cNvSpPr>
            <ns1:spLocks noEditPoints="1"/>
          </ns0:cNvSpPr>
          <ns0:nvPr/>
        </ns0:nvSpPr>
        <ns0:spPr bwMode="auto">
          <ns1:xfrm>
            <ns1:off x="8421689" y="938212"/>
            <ns1:ext cx="568325" cy="571500"/>
          </ns1:xfrm>
          <ns1:custGeom>
            <ns1:avLst/>
            <ns1:gdLst>
              <ns1:gd name="T0" fmla="*/ 88 w 176"/>
              <ns1:gd name="T1" fmla="*/ 0 h 176"/>
              <ns1:gd name="T2" fmla="*/ 0 w 176"/>
              <ns1:gd name="T3" fmla="*/ 88 h 176"/>
              <ns1:gd name="T4" fmla="*/ 88 w 176"/>
              <ns1:gd name="T5" fmla="*/ 176 h 176"/>
              <ns1:gd name="T6" fmla="*/ 176 w 176"/>
              <ns1:gd name="T7" fmla="*/ 88 h 176"/>
              <ns1:gd name="T8" fmla="*/ 88 w 176"/>
              <ns1:gd name="T9" fmla="*/ 0 h 176"/>
              <ns1:gd name="T10" fmla="*/ 84 w 176"/>
              <ns1:gd name="T11" fmla="*/ 168 h 176"/>
              <ns1:gd name="T12" fmla="*/ 8 w 176"/>
              <ns1:gd name="T13" fmla="*/ 92 h 176"/>
              <ns1:gd name="T14" fmla="*/ 25 w 176"/>
              <ns1:gd name="T15" fmla="*/ 92 h 176"/>
              <ns1:gd name="T16" fmla="*/ 33 w 176"/>
              <ns1:gd name="T17" fmla="*/ 100 h 176"/>
              <ns1:gd name="T18" fmla="*/ 84 w 176"/>
              <ns1:gd name="T19" fmla="*/ 144 h 176"/>
              <ns1:gd name="T20" fmla="*/ 84 w 176"/>
              <ns1:gd name="T21" fmla="*/ 168 h 176"/>
              <ns1:gd name="T22" fmla="*/ 84 w 176"/>
              <ns1:gd name="T23" fmla="*/ 136 h 176"/>
              <ns1:gd name="T24" fmla="*/ 41 w 176"/>
              <ns1:gd name="T25" fmla="*/ 99 h 176"/>
              <ns1:gd name="T26" fmla="*/ 47 w 176"/>
              <ns1:gd name="T27" fmla="*/ 92 h 176"/>
              <ns1:gd name="T28" fmla="*/ 68 w 176"/>
              <ns1:gd name="T29" fmla="*/ 92 h 176"/>
              <ns1:gd name="T30" fmla="*/ 84 w 176"/>
              <ns1:gd name="T31" fmla="*/ 108 h 176"/>
              <ns1:gd name="T32" fmla="*/ 84 w 176"/>
              <ns1:gd name="T33" fmla="*/ 136 h 176"/>
              <ns1:gd name="T34" fmla="*/ 84 w 176"/>
              <ns1:gd name="T35" fmla="*/ 68 h 176"/>
              <ns1:gd name="T36" fmla="*/ 68 w 176"/>
              <ns1:gd name="T37" fmla="*/ 84 h 176"/>
              <ns1:gd name="T38" fmla="*/ 47 w 176"/>
              <ns1:gd name="T39" fmla="*/ 84 h 176"/>
              <ns1:gd name="T40" fmla="*/ 41 w 176"/>
              <ns1:gd name="T41" fmla="*/ 77 h 176"/>
              <ns1:gd name="T42" fmla="*/ 84 w 176"/>
              <ns1:gd name="T43" fmla="*/ 40 h 176"/>
              <ns1:gd name="T44" fmla="*/ 84 w 176"/>
              <ns1:gd name="T45" fmla="*/ 68 h 176"/>
              <ns1:gd name="T46" fmla="*/ 84 w 176"/>
              <ns1:gd name="T47" fmla="*/ 32 h 176"/>
              <ns1:gd name="T48" fmla="*/ 33 w 176"/>
              <ns1:gd name="T49" fmla="*/ 76 h 176"/>
              <ns1:gd name="T50" fmla="*/ 25 w 176"/>
              <ns1:gd name="T51" fmla="*/ 84 h 176"/>
              <ns1:gd name="T52" fmla="*/ 8 w 176"/>
              <ns1:gd name="T53" fmla="*/ 84 h 176"/>
              <ns1:gd name="T54" fmla="*/ 84 w 176"/>
              <ns1:gd name="T55" fmla="*/ 8 h 176"/>
              <ns1:gd name="T56" fmla="*/ 84 w 176"/>
              <ns1:gd name="T57" fmla="*/ 32 h 176"/>
              <ns1:gd name="T58" fmla="*/ 92 w 176"/>
              <ns1:gd name="T59" fmla="*/ 8 h 176"/>
              <ns1:gd name="T60" fmla="*/ 168 w 176"/>
              <ns1:gd name="T61" fmla="*/ 84 h 176"/>
              <ns1:gd name="T62" fmla="*/ 144 w 176"/>
              <ns1:gd name="T63" fmla="*/ 84 h 176"/>
              <ns1:gd name="T64" fmla="*/ 135 w 176"/>
              <ns1:gd name="T65" fmla="*/ 57 h 176"/>
              <ns1:gd name="T66" fmla="*/ 136 w 176"/>
              <ns1:gd name="T67" fmla="*/ 52 h 176"/>
              <ns1:gd name="T68" fmla="*/ 124 w 176"/>
              <ns1:gd name="T69" fmla="*/ 40 h 176"/>
              <ns1:gd name="T70" fmla="*/ 119 w 176"/>
              <ns1:gd name="T71" fmla="*/ 41 h 176"/>
              <ns1:gd name="T72" fmla="*/ 92 w 176"/>
              <ns1:gd name="T73" fmla="*/ 32 h 176"/>
              <ns1:gd name="T74" fmla="*/ 92 w 176"/>
              <ns1:gd name="T75" fmla="*/ 8 h 176"/>
              <ns1:gd name="T76" fmla="*/ 92 w 176"/>
              <ns1:gd name="T77" fmla="*/ 40 h 176"/>
              <ns1:gd name="T78" fmla="*/ 113 w 176"/>
              <ns1:gd name="T79" fmla="*/ 47 h 176"/>
              <ns1:gd name="T80" fmla="*/ 112 w 176"/>
              <ns1:gd name="T81" fmla="*/ 52 h 176"/>
              <ns1:gd name="T82" fmla="*/ 124 w 176"/>
              <ns1:gd name="T83" fmla="*/ 64 h 176"/>
              <ns1:gd name="T84" fmla="*/ 129 w 176"/>
              <ns1:gd name="T85" fmla="*/ 63 h 176"/>
              <ns1:gd name="T86" fmla="*/ 136 w 176"/>
              <ns1:gd name="T87" fmla="*/ 84 h 176"/>
              <ns1:gd name="T88" fmla="*/ 108 w 176"/>
              <ns1:gd name="T89" fmla="*/ 84 h 176"/>
              <ns1:gd name="T90" fmla="*/ 92 w 176"/>
              <ns1:gd name="T91" fmla="*/ 68 h 176"/>
              <ns1:gd name="T92" fmla="*/ 92 w 176"/>
              <ns1:gd name="T93" fmla="*/ 40 h 176"/>
              <ns1:gd name="T94" fmla="*/ 92 w 176"/>
              <ns1:gd name="T95" fmla="*/ 108 h 176"/>
              <ns1:gd name="T96" fmla="*/ 108 w 176"/>
              <ns1:gd name="T97" fmla="*/ 92 h 176"/>
              <ns1:gd name="T98" fmla="*/ 136 w 176"/>
              <ns1:gd name="T99" fmla="*/ 92 h 176"/>
              <ns1:gd name="T100" fmla="*/ 92 w 176"/>
              <ns1:gd name="T101" fmla="*/ 136 h 176"/>
              <ns1:gd name="T102" fmla="*/ 92 w 176"/>
              <ns1:gd name="T103" fmla="*/ 108 h 176"/>
              <ns1:gd name="T104" fmla="*/ 92 w 176"/>
              <ns1:gd name="T105" fmla="*/ 168 h 176"/>
              <ns1:gd name="T106" fmla="*/ 92 w 176"/>
              <ns1:gd name="T107" fmla="*/ 144 h 176"/>
              <ns1:gd name="T108" fmla="*/ 144 w 176"/>
              <ns1:gd name="T109" fmla="*/ 92 h 176"/>
              <ns1:gd name="T110" fmla="*/ 168 w 176"/>
              <ns1:gd name="T111" fmla="*/ 92 h 176"/>
              <ns1:gd name="T112" fmla="*/ 92 w 176"/>
              <ns1:gd name="T113" fmla="*/ 168 h 176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  <ns1:cxn ang="0">
                <ns1:pos x="T32" y="T33"/>
              </ns1:cxn>
              <ns1:cxn ang="0">
                <ns1:pos x="T34" y="T35"/>
              </ns1:cxn>
              <ns1:cxn ang="0">
                <ns1:pos x="T36" y="T37"/>
              </ns1:cxn>
              <ns1:cxn ang="0">
                <ns1:pos x="T38" y="T39"/>
              </ns1:cxn>
              <ns1:cxn ang="0">
                <ns1:pos x="T40" y="T41"/>
              </ns1:cxn>
              <ns1:cxn ang="0">
                <ns1:pos x="T42" y="T43"/>
              </ns1:cxn>
              <ns1:cxn ang="0">
                <ns1:pos x="T44" y="T45"/>
              </ns1:cxn>
              <ns1:cxn ang="0">
                <ns1:pos x="T46" y="T47"/>
              </ns1:cxn>
              <ns1:cxn ang="0">
                <ns1:pos x="T48" y="T49"/>
              </ns1:cxn>
              <ns1:cxn ang="0">
                <ns1:pos x="T50" y="T51"/>
              </ns1:cxn>
              <ns1:cxn ang="0">
                <ns1:pos x="T52" y="T53"/>
              </ns1:cxn>
              <ns1:cxn ang="0">
                <ns1:pos x="T54" y="T55"/>
              </ns1:cxn>
              <ns1:cxn ang="0">
                <ns1:pos x="T56" y="T57"/>
              </ns1:cxn>
              <ns1:cxn ang="0">
                <ns1:pos x="T58" y="T59"/>
              </ns1:cxn>
              <ns1:cxn ang="0">
                <ns1:pos x="T60" y="T61"/>
              </ns1:cxn>
              <ns1:cxn ang="0">
                <ns1:pos x="T62" y="T63"/>
              </ns1:cxn>
              <ns1:cxn ang="0">
                <ns1:pos x="T64" y="T65"/>
              </ns1:cxn>
              <ns1:cxn ang="0">
                <ns1:pos x="T66" y="T67"/>
              </ns1:cxn>
              <ns1:cxn ang="0">
                <ns1:pos x="T68" y="T69"/>
              </ns1:cxn>
              <ns1:cxn ang="0">
                <ns1:pos x="T70" y="T71"/>
              </ns1:cxn>
              <ns1:cxn ang="0">
                <ns1:pos x="T72" y="T73"/>
              </ns1:cxn>
              <ns1:cxn ang="0">
                <ns1:pos x="T74" y="T75"/>
              </ns1:cxn>
              <ns1:cxn ang="0">
                <ns1:pos x="T76" y="T77"/>
              </ns1:cxn>
              <ns1:cxn ang="0">
                <ns1:pos x="T78" y="T79"/>
              </ns1:cxn>
              <ns1:cxn ang="0">
                <ns1:pos x="T80" y="T81"/>
              </ns1:cxn>
              <ns1:cxn ang="0">
                <ns1:pos x="T82" y="T83"/>
              </ns1:cxn>
              <ns1:cxn ang="0">
                <ns1:pos x="T84" y="T85"/>
              </ns1:cxn>
              <ns1:cxn ang="0">
                <ns1:pos x="T86" y="T87"/>
              </ns1:cxn>
              <ns1:cxn ang="0">
                <ns1:pos x="T88" y="T89"/>
              </ns1:cxn>
              <ns1:cxn ang="0">
                <ns1:pos x="T90" y="T91"/>
              </ns1:cxn>
              <ns1:cxn ang="0">
                <ns1:pos x="T92" y="T93"/>
              </ns1:cxn>
              <ns1:cxn ang="0">
                <ns1:pos x="T94" y="T95"/>
              </ns1:cxn>
              <ns1:cxn ang="0">
                <ns1:pos x="T96" y="T97"/>
              </ns1:cxn>
              <ns1:cxn ang="0">
                <ns1:pos x="T98" y="T99"/>
              </ns1:cxn>
              <ns1:cxn ang="0">
                <ns1:pos x="T100" y="T101"/>
              </ns1:cxn>
              <ns1:cxn ang="0">
                <ns1:pos x="T102" y="T103"/>
              </ns1:cxn>
              <ns1:cxn ang="0">
                <ns1:pos x="T104" y="T105"/>
              </ns1:cxn>
              <ns1:cxn ang="0">
                <ns1:pos x="T106" y="T107"/>
              </ns1:cxn>
              <ns1:cxn ang="0">
                <ns1:pos x="T108" y="T109"/>
              </ns1:cxn>
              <ns1:cxn ang="0">
                <ns1:pos x="T110" y="T111"/>
              </ns1:cxn>
              <ns1:cxn ang="0">
                <ns1:pos x="T112" y="T113"/>
              </ns1:cxn>
            </ns1:cxnLst>
            <ns1:rect l="0" t="0" r="r" b="b"/>
            <ns1:pathLst>
              <ns1:path w="176" h="176">
                <ns1:moveTo>
                  <ns1:pt x="88" y="0"/>
                </ns1:moveTo>
                <ns1:cubicBezTo>
                  <ns1:pt x="39" y="0"/>
                  <ns1:pt x="0" y="39"/>
                  <ns1:pt x="0" y="88"/>
                </ns1:cubicBezTo>
                <ns1:cubicBezTo>
                  <ns1:pt x="0" y="137"/>
                  <ns1:pt x="39" y="176"/>
                  <ns1:pt x="88" y="176"/>
                </ns1:cubicBezTo>
                <ns1:cubicBezTo>
                  <ns1:pt x="137" y="176"/>
                  <ns1:pt x="176" y="137"/>
                  <ns1:pt x="176" y="88"/>
                </ns1:cubicBezTo>
                <ns1:cubicBezTo>
                  <ns1:pt x="176" y="39"/>
                  <ns1:pt x="137" y="0"/>
                  <ns1:pt x="88" y="0"/>
                </ns1:cubicBezTo>
                <ns1:moveTo>
                  <ns1:pt x="84" y="168"/>
                </ns1:moveTo>
                <ns1:cubicBezTo>
                  <ns1:pt x="43" y="166"/>
                  <ns1:pt x="10" y="133"/>
                  <ns1:pt x="8" y="92"/>
                </ns1:cubicBezTo>
                <ns1:cubicBezTo>
                  <ns1:pt x="25" y="92"/>
                  <ns1:pt x="25" y="92"/>
                  <ns1:pt x="25" y="92"/>
                </ns1:cubicBezTo>
                <ns1:cubicBezTo>
                  <ns1:pt x="26" y="96"/>
                  <ns1:pt x="29" y="99"/>
                  <ns1:pt x="33" y="100"/>
                </ns1:cubicBezTo>
                <ns1:cubicBezTo>
                  <ns1:pt x="38" y="124"/>
                  <ns1:pt x="59" y="142"/>
                  <ns1:pt x="84" y="144"/>
                </ns1:cubicBezTo>
                <ns1:lnTo>
                  <ns1:pt x="84" y="168"/>
                </ns1:lnTo>
                <ns1:close/>
                <ns1:moveTo>
                  <ns1:pt x="84" y="136"/>
                </ns1:moveTo>
                <ns1:cubicBezTo>
                  <ns1:pt x="63" y="134"/>
                  <ns1:pt x="46" y="119"/>
                  <ns1:pt x="41" y="99"/>
                </ns1:cubicBezTo>
                <ns1:cubicBezTo>
                  <ns1:pt x="44" y="97"/>
                  <ns1:pt x="46" y="95"/>
                  <ns1:pt x="47" y="92"/>
                </ns1:cubicBezTo>
                <ns1:cubicBezTo>
                  <ns1:pt x="68" y="92"/>
                  <ns1:pt x="68" y="92"/>
                  <ns1:pt x="68" y="92"/>
                </ns1:cubicBezTo>
                <ns1:cubicBezTo>
                  <ns1:pt x="70" y="100"/>
                  <ns1:pt x="76" y="106"/>
                  <ns1:pt x="84" y="108"/>
                </ns1:cubicBezTo>
                <ns1:lnTo>
                  <ns1:pt x="84" y="136"/>
                </ns1:lnTo>
                <ns1:close/>
                <ns1:moveTo>
                  <ns1:pt x="84" y="68"/>
                </ns1:moveTo>
                <ns1:cubicBezTo>
                  <ns1:pt x="76" y="70"/>
                  <ns1:pt x="70" y="76"/>
                  <ns1:pt x="68" y="84"/>
                </ns1:cubicBezTo>
                <ns1:cubicBezTo>
                  <ns1:pt x="47" y="84"/>
                  <ns1:pt x="47" y="84"/>
                  <ns1:pt x="47" y="84"/>
                </ns1:cubicBezTo>
                <ns1:cubicBezTo>
                  <ns1:pt x="46" y="81"/>
                  <ns1:pt x="44" y="79"/>
                  <ns1:pt x="41" y="77"/>
                </ns1:cubicBezTo>
                <ns1:cubicBezTo>
                  <ns1:pt x="46" y="57"/>
                  <ns1:pt x="63" y="42"/>
                  <ns1:pt x="84" y="40"/>
                </ns1:cubicBezTo>
                <ns1:lnTo>
                  <ns1:pt x="84" y="68"/>
                </ns1:lnTo>
                <ns1:close/>
                <ns1:moveTo>
                  <ns1:pt x="84" y="32"/>
                </ns1:moveTo>
                <ns1:cubicBezTo>
                  <ns1:pt x="59" y="34"/>
                  <ns1:pt x="38" y="52"/>
                  <ns1:pt x="33" y="76"/>
                </ns1:cubicBezTo>
                <ns1:cubicBezTo>
                  <ns1:pt x="29" y="77"/>
                  <ns1:pt x="26" y="80"/>
                  <ns1:pt x="25" y="84"/>
                </ns1:cubicBezTo>
                <ns1:cubicBezTo>
                  <ns1:pt x="8" y="84"/>
                  <ns1:pt x="8" y="84"/>
                  <ns1:pt x="8" y="84"/>
                </ns1:cubicBezTo>
                <ns1:cubicBezTo>
                  <ns1:pt x="10" y="43"/>
                  <ns1:pt x="43" y="10"/>
                  <ns1:pt x="84" y="8"/>
                </ns1:cubicBezTo>
                <ns1:lnTo>
                  <ns1:pt x="84" y="32"/>
                </ns1:lnTo>
                <ns1:close/>
                <ns1:moveTo>
                  <ns1:pt x="92" y="8"/>
                </ns1:moveTo>
                <ns1:cubicBezTo>
                  <ns1:pt x="133" y="10"/>
                  <ns1:pt x="166" y="43"/>
                  <ns1:pt x="168" y="84"/>
                </ns1:cubicBezTo>
                <ns1:cubicBezTo>
                  <ns1:pt x="144" y="84"/>
                  <ns1:pt x="144" y="84"/>
                  <ns1:pt x="144" y="84"/>
                </ns1:cubicBezTo>
                <ns1:cubicBezTo>
                  <ns1:pt x="143" y="74"/>
                  <ns1:pt x="140" y="65"/>
                  <ns1:pt x="135" y="57"/>
                </ns1:cubicBezTo>
                <ns1:cubicBezTo>
                  <ns1:pt x="136" y="56"/>
                  <ns1:pt x="136" y="54"/>
                  <ns1:pt x="136" y="52"/>
                </ns1:cubicBezTo>
                <ns1:cubicBezTo>
                  <ns1:pt x="136" y="45"/>
                  <ns1:pt x="131" y="40"/>
                  <ns1:pt x="124" y="40"/>
                </ns1:cubicBezTo>
                <ns1:cubicBezTo>
                  <ns1:pt x="122" y="40"/>
                  <ns1:pt x="120" y="40"/>
                  <ns1:pt x="119" y="41"/>
                </ns1:cubicBezTo>
                <ns1:cubicBezTo>
                  <ns1:pt x="111" y="36"/>
                  <ns1:pt x="102" y="33"/>
                  <ns1:pt x="92" y="32"/>
                </ns1:cubicBezTo>
                <ns1:lnTo>
                  <ns1:pt x="92" y="8"/>
                </ns1:lnTo>
                <ns1:close/>
                <ns1:moveTo>
                  <ns1:pt x="92" y="40"/>
                </ns1:moveTo>
                <ns1:cubicBezTo>
                  <ns1:pt x="100" y="41"/>
                  <ns1:pt x="107" y="43"/>
                  <ns1:pt x="113" y="47"/>
                </ns1:cubicBezTo>
                <ns1:cubicBezTo>
                  <ns1:pt x="112" y="49"/>
                  <ns1:pt x="112" y="50"/>
                  <ns1:pt x="112" y="52"/>
                </ns1:cubicBezTo>
                <ns1:cubicBezTo>
                  <ns1:pt x="112" y="59"/>
                  <ns1:pt x="117" y="64"/>
                  <ns1:pt x="124" y="64"/>
                </ns1:cubicBezTo>
                <ns1:cubicBezTo>
                  <ns1:pt x="126" y="64"/>
                  <ns1:pt x="127" y="64"/>
                  <ns1:pt x="129" y="63"/>
                </ns1:cubicBezTo>
                <ns1:cubicBezTo>
                  <ns1:pt x="133" y="69"/>
                  <ns1:pt x="135" y="76"/>
                  <ns1:pt x="136" y="84"/>
                </ns1:cubicBezTo>
                <ns1:cubicBezTo>
                  <ns1:pt x="108" y="84"/>
                  <ns1:pt x="108" y="84"/>
                  <ns1:pt x="108" y="84"/>
                </ns1:cubicBezTo>
                <ns1:cubicBezTo>
                  <ns1:pt x="106" y="76"/>
                  <ns1:pt x="100" y="70"/>
                  <ns1:pt x="92" y="68"/>
                </ns1:cubicBezTo>
                <ns1:lnTo>
                  <ns1:pt x="92" y="40"/>
                </ns1:lnTo>
                <ns1:close/>
                <ns1:moveTo>
                  <ns1:pt x="92" y="108"/>
                </ns1:moveTo>
                <ns1:cubicBezTo>
                  <ns1:pt x="100" y="106"/>
                  <ns1:pt x="106" y="100"/>
                  <ns1:pt x="108" y="92"/>
                </ns1:cubicBezTo>
                <ns1:cubicBezTo>
                  <ns1:pt x="136" y="92"/>
                  <ns1:pt x="136" y="92"/>
                  <ns1:pt x="136" y="92"/>
                </ns1:cubicBezTo>
                <ns1:cubicBezTo>
                  <ns1:pt x="134" y="115"/>
                  <ns1:pt x="115" y="134"/>
                  <ns1:pt x="92" y="136"/>
                </ns1:cubicBezTo>
                <ns1:lnTo>
                  <ns1:pt x="92" y="108"/>
                </ns1:lnTo>
                <ns1:close/>
                <ns1:moveTo>
                  <ns1:pt x="92" y="168"/>
                </ns1:moveTo>
                <ns1:cubicBezTo>
                  <ns1:pt x="92" y="144"/>
                  <ns1:pt x="92" y="144"/>
                  <ns1:pt x="92" y="144"/>
                </ns1:cubicBezTo>
                <ns1:cubicBezTo>
                  <ns1:pt x="120" y="142"/>
                  <ns1:pt x="142" y="120"/>
                  <ns1:pt x="144" y="92"/>
                </ns1:cubicBezTo>
                <ns1:cubicBezTo>
                  <ns1:pt x="168" y="92"/>
                  <ns1:pt x="168" y="92"/>
                  <ns1:pt x="168" y="92"/>
                </ns1:cubicBezTo>
                <ns1:cubicBezTo>
                  <ns1:pt x="166" y="133"/>
                  <ns1:pt x="133" y="166"/>
                  <ns1:pt x="92" y="168"/>
                </ns1:cubicBezTo>
              </ns1:path>
            </ns1:pathLst>
          </ns1:custGeom>
          <ns1:solidFill>
            <ns1:schemeClr val="tx1"/>
          </ns1:solidFill>
          <ns1:ln>
            <ns1:noFill/>
          </ns1:ln>
          <ns1:extLst/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en-US" sz="2700"/>
          </ns1:p>
        </ns0:txBody>
      </ns0:sp>
      <ns0:sp>
        <ns0:nvSpPr>
          <ns0:cNvPr id="16" name="Freeform 13"/>
          <ns0:cNvSpPr>
            <ns1:spLocks noEditPoints="1"/>
          </ns0:cNvSpPr>
          <ns0:nvPr/>
        </ns0:nvSpPr>
        <ns0:spPr bwMode="auto">
          <ns1:xfrm>
            <ns1:off x="9559926" y="938212"/>
            <ns1:ext cx="465138" cy="571500"/>
          </ns1:xfrm>
          <ns1:custGeom>
            <ns1:avLst/>
            <ns1:gdLst>
              <ns1:gd name="T0" fmla="*/ 144 w 144"/>
              <ns1:gd name="T1" fmla="*/ 12 h 176"/>
              <ns1:gd name="T2" fmla="*/ 142 w 144"/>
              <ns1:gd name="T3" fmla="*/ 8 h 176"/>
              <ns1:gd name="T4" fmla="*/ 100 w 144"/>
              <ns1:gd name="T5" fmla="*/ 0 h 176"/>
              <ns1:gd name="T6" fmla="*/ 70 w 144"/>
              <ns1:gd name="T7" fmla="*/ 5 h 176"/>
              <ns1:gd name="T8" fmla="*/ 52 w 144"/>
              <ns1:gd name="T9" fmla="*/ 8 h 176"/>
              <ns1:gd name="T10" fmla="*/ 29 w 144"/>
              <ns1:gd name="T11" fmla="*/ 4 h 176"/>
              <ns1:gd name="T12" fmla="*/ 4 w 144"/>
              <ns1:gd name="T13" fmla="*/ 0 h 176"/>
              <ns1:gd name="T14" fmla="*/ 0 w 144"/>
              <ns1:gd name="T15" fmla="*/ 4 h 176"/>
              <ns1:gd name="T16" fmla="*/ 0 w 144"/>
              <ns1:gd name="T17" fmla="*/ 172 h 176"/>
              <ns1:gd name="T18" fmla="*/ 4 w 144"/>
              <ns1:gd name="T19" fmla="*/ 176 h 176"/>
              <ns1:gd name="T20" fmla="*/ 8 w 144"/>
              <ns1:gd name="T21" fmla="*/ 172 h 176"/>
              <ns1:gd name="T22" fmla="*/ 8 w 144"/>
              <ns1:gd name="T23" fmla="*/ 104 h 176"/>
              <ns1:gd name="T24" fmla="*/ 27 w 144"/>
              <ns1:gd name="T25" fmla="*/ 108 h 176"/>
              <ns1:gd name="T26" fmla="*/ 52 w 144"/>
              <ns1:gd name="T27" fmla="*/ 112 h 176"/>
              <ns1:gd name="T28" fmla="*/ 73 w 144"/>
              <ns1:gd name="T29" fmla="*/ 108 h 176"/>
              <ns1:gd name="T30" fmla="*/ 100 w 144"/>
              <ns1:gd name="T31" fmla="*/ 104 h 176"/>
              <ns1:gd name="T32" fmla="*/ 138 w 144"/>
              <ns1:gd name="T33" fmla="*/ 112 h 176"/>
              <ns1:gd name="T34" fmla="*/ 144 w 144"/>
              <ns1:gd name="T35" fmla="*/ 110 h 176"/>
              <ns1:gd name="T36" fmla="*/ 144 w 144"/>
              <ns1:gd name="T37" fmla="*/ 108 h 176"/>
              <ns1:gd name="T38" fmla="*/ 144 w 144"/>
              <ns1:gd name="T39" fmla="*/ 108 h 176"/>
              <ns1:gd name="T40" fmla="*/ 144 w 144"/>
              <ns1:gd name="T41" fmla="*/ 12 h 176"/>
              <ns1:gd name="T42" fmla="*/ 136 w 144"/>
              <ns1:gd name="T43" fmla="*/ 102 h 176"/>
              <ns1:gd name="T44" fmla="*/ 100 w 144"/>
              <ns1:gd name="T45" fmla="*/ 96 h 176"/>
              <ns1:gd name="T46" fmla="*/ 70 w 144"/>
              <ns1:gd name="T47" fmla="*/ 101 h 176"/>
              <ns1:gd name="T48" fmla="*/ 52 w 144"/>
              <ns1:gd name="T49" fmla="*/ 104 h 176"/>
              <ns1:gd name="T50" fmla="*/ 29 w 144"/>
              <ns1:gd name="T51" fmla="*/ 100 h 176"/>
              <ns1:gd name="T52" fmla="*/ 8 w 144"/>
              <ns1:gd name="T53" fmla="*/ 96 h 176"/>
              <ns1:gd name="T54" fmla="*/ 8 w 144"/>
              <ns1:gd name="T55" fmla="*/ 8 h 176"/>
              <ns1:gd name="T56" fmla="*/ 27 w 144"/>
              <ns1:gd name="T57" fmla="*/ 12 h 176"/>
              <ns1:gd name="T58" fmla="*/ 52 w 144"/>
              <ns1:gd name="T59" fmla="*/ 16 h 176"/>
              <ns1:gd name="T60" fmla="*/ 73 w 144"/>
              <ns1:gd name="T61" fmla="*/ 12 h 176"/>
              <ns1:gd name="T62" fmla="*/ 100 w 144"/>
              <ns1:gd name="T63" fmla="*/ 8 h 176"/>
              <ns1:gd name="T64" fmla="*/ 136 w 144"/>
              <ns1:gd name="T65" fmla="*/ 15 h 176"/>
              <ns1:gd name="T66" fmla="*/ 136 w 144"/>
              <ns1:gd name="T67" fmla="*/ 102 h 176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  <ns1:cxn ang="0">
                <ns1:pos x="T32" y="T33"/>
              </ns1:cxn>
              <ns1:cxn ang="0">
                <ns1:pos x="T34" y="T35"/>
              </ns1:cxn>
              <ns1:cxn ang="0">
                <ns1:pos x="T36" y="T37"/>
              </ns1:cxn>
              <ns1:cxn ang="0">
                <ns1:pos x="T38" y="T39"/>
              </ns1:cxn>
              <ns1:cxn ang="0">
                <ns1:pos x="T40" y="T41"/>
              </ns1:cxn>
              <ns1:cxn ang="0">
                <ns1:pos x="T42" y="T43"/>
              </ns1:cxn>
              <ns1:cxn ang="0">
                <ns1:pos x="T44" y="T45"/>
              </ns1:cxn>
              <ns1:cxn ang="0">
                <ns1:pos x="T46" y="T47"/>
              </ns1:cxn>
              <ns1:cxn ang="0">
                <ns1:pos x="T48" y="T49"/>
              </ns1:cxn>
              <ns1:cxn ang="0">
                <ns1:pos x="T50" y="T51"/>
              </ns1:cxn>
              <ns1:cxn ang="0">
                <ns1:pos x="T52" y="T53"/>
              </ns1:cxn>
              <ns1:cxn ang="0">
                <ns1:pos x="T54" y="T55"/>
              </ns1:cxn>
              <ns1:cxn ang="0">
                <ns1:pos x="T56" y="T57"/>
              </ns1:cxn>
              <ns1:cxn ang="0">
                <ns1:pos x="T58" y="T59"/>
              </ns1:cxn>
              <ns1:cxn ang="0">
                <ns1:pos x="T60" y="T61"/>
              </ns1:cxn>
              <ns1:cxn ang="0">
                <ns1:pos x="T62" y="T63"/>
              </ns1:cxn>
              <ns1:cxn ang="0">
                <ns1:pos x="T64" y="T65"/>
              </ns1:cxn>
              <ns1:cxn ang="0">
                <ns1:pos x="T66" y="T67"/>
              </ns1:cxn>
            </ns1:cxnLst>
            <ns1:rect l="0" t="0" r="r" b="b"/>
            <ns1:pathLst>
              <ns1:path w="144" h="176">
                <ns1:moveTo>
                  <ns1:pt x="144" y="12"/>
                </ns1:moveTo>
                <ns1:cubicBezTo>
                  <ns1:pt x="144" y="11"/>
                  <ns1:pt x="143" y="9"/>
                  <ns1:pt x="142" y="8"/>
                </ns1:cubicBezTo>
                <ns1:cubicBezTo>
                  <ns1:pt x="141" y="8"/>
                  <ns1:pt x="125" y="0"/>
                  <ns1:pt x="100" y="0"/>
                </ns1:cubicBezTo>
                <ns1:cubicBezTo>
                  <ns1:pt x="84" y="0"/>
                  <ns1:pt x="77" y="3"/>
                  <ns1:pt x="70" y="5"/>
                </ns1:cubicBezTo>
                <ns1:cubicBezTo>
                  <ns1:pt x="65" y="6"/>
                  <ns1:pt x="61" y="8"/>
                  <ns1:pt x="52" y="8"/>
                </ns1:cubicBezTo>
                <ns1:cubicBezTo>
                  <ns1:pt x="41" y="8"/>
                  <ns1:pt x="35" y="6"/>
                  <ns1:pt x="29" y="4"/>
                </ns1:cubicBezTo>
                <ns1:cubicBezTo>
                  <ns1:pt x="23" y="2"/>
                  <ns1:pt x="17" y="0"/>
                  <ns1:pt x="4" y="0"/>
                </ns1:cubicBezTo>
                <ns1:cubicBezTo>
                  <ns1:pt x="2" y="0"/>
                  <ns1:pt x="0" y="2"/>
                  <ns1:pt x="0" y="4"/>
                </ns1:cubicBezTo>
                <ns1:cubicBezTo>
                  <ns1:pt x="0" y="172"/>
                  <ns1:pt x="0" y="172"/>
                  <ns1:pt x="0" y="172"/>
                </ns1:cubicBezTo>
                <ns1:cubicBezTo>
                  <ns1:pt x="0" y="174"/>
                  <ns1:pt x="2" y="176"/>
                  <ns1:pt x="4" y="176"/>
                </ns1:cubicBezTo>
                <ns1:cubicBezTo>
                  <ns1:pt x="6" y="176"/>
                  <ns1:pt x="8" y="174"/>
                  <ns1:pt x="8" y="172"/>
                </ns1:cubicBezTo>
                <ns1:cubicBezTo>
                  <ns1:pt x="8" y="104"/>
                  <ns1:pt x="8" y="104"/>
                  <ns1:pt x="8" y="104"/>
                </ns1:cubicBezTo>
                <ns1:cubicBezTo>
                  <ns1:pt x="17" y="104"/>
                  <ns1:pt x="22" y="106"/>
                  <ns1:pt x="27" y="108"/>
                </ns1:cubicBezTo>
                <ns1:cubicBezTo>
                  <ns1:pt x="33" y="110"/>
                  <ns1:pt x="39" y="112"/>
                  <ns1:pt x="52" y="112"/>
                </ns1:cubicBezTo>
                <ns1:cubicBezTo>
                  <ns1:pt x="62" y="112"/>
                  <ns1:pt x="67" y="110"/>
                  <ns1:pt x="73" y="108"/>
                </ns1:cubicBezTo>
                <ns1:cubicBezTo>
                  <ns1:pt x="79" y="106"/>
                  <ns1:pt x="85" y="104"/>
                  <ns1:pt x="100" y="104"/>
                </ns1:cubicBezTo>
                <ns1:cubicBezTo>
                  <ns1:pt x="123" y="104"/>
                  <ns1:pt x="138" y="112"/>
                  <ns1:pt x="138" y="112"/>
                </ns1:cubicBezTo>
                <ns1:cubicBezTo>
                  <ns1:pt x="140" y="113"/>
                  <ns1:pt x="143" y="112"/>
                  <ns1:pt x="144" y="110"/>
                </ns1:cubicBezTo>
                <ns1:cubicBezTo>
                  <ns1:pt x="144" y="109"/>
                  <ns1:pt x="144" y="109"/>
                  <ns1:pt x="144" y="108"/>
                </ns1:cubicBezTo>
                <ns1:cubicBezTo>
                  <ns1:pt x="144" y="108"/>
                  <ns1:pt x="144" y="108"/>
                  <ns1:pt x="144" y="108"/>
                </ns1:cubicBezTo>
                <ns1:cubicBezTo>
                  <ns1:pt x="144" y="12"/>
                  <ns1:pt x="144" y="12"/>
                  <ns1:pt x="144" y="12"/>
                </ns1:cubicBezTo>
                <ns1:close/>
                <ns1:moveTo>
                  <ns1:pt x="136" y="102"/>
                </ns1:moveTo>
                <ns1:cubicBezTo>
                  <ns1:pt x="129" y="100"/>
                  <ns1:pt x="116" y="96"/>
                  <ns1:pt x="100" y="96"/>
                </ns1:cubicBezTo>
                <ns1:cubicBezTo>
                  <ns1:pt x="84" y="96"/>
                  <ns1:pt x="77" y="99"/>
                  <ns1:pt x="70" y="101"/>
                </ns1:cubicBezTo>
                <ns1:cubicBezTo>
                  <ns1:pt x="65" y="102"/>
                  <ns1:pt x="61" y="104"/>
                  <ns1:pt x="52" y="104"/>
                </ns1:cubicBezTo>
                <ns1:cubicBezTo>
                  <ns1:pt x="41" y="104"/>
                  <ns1:pt x="35" y="102"/>
                  <ns1:pt x="29" y="100"/>
                </ns1:cubicBezTo>
                <ns1:cubicBezTo>
                  <ns1:pt x="24" y="98"/>
                  <ns1:pt x="18" y="96"/>
                  <ns1:pt x="8" y="96"/>
                </ns1:cubicBezTo>
                <ns1:cubicBezTo>
                  <ns1:pt x="8" y="8"/>
                  <ns1:pt x="8" y="8"/>
                  <ns1:pt x="8" y="8"/>
                </ns1:cubicBezTo>
                <ns1:cubicBezTo>
                  <ns1:pt x="17" y="8"/>
                  <ns1:pt x="22" y="10"/>
                  <ns1:pt x="27" y="12"/>
                </ns1:cubicBezTo>
                <ns1:cubicBezTo>
                  <ns1:pt x="33" y="14"/>
                  <ns1:pt x="39" y="16"/>
                  <ns1:pt x="52" y="16"/>
                </ns1:cubicBezTo>
                <ns1:cubicBezTo>
                  <ns1:pt x="62" y="16"/>
                  <ns1:pt x="67" y="14"/>
                  <ns1:pt x="73" y="12"/>
                </ns1:cubicBezTo>
                <ns1:cubicBezTo>
                  <ns1:pt x="79" y="10"/>
                  <ns1:pt x="85" y="8"/>
                  <ns1:pt x="100" y="8"/>
                </ns1:cubicBezTo>
                <ns1:cubicBezTo>
                  <ns1:pt x="118" y="8"/>
                  <ns1:pt x="131" y="13"/>
                  <ns1:pt x="136" y="15"/>
                </ns1:cubicBezTo>
                <ns1:lnTo>
                  <ns1:pt x="136" y="102"/>
                </ns1:lnTo>
                <ns1:close/>
              </ns1:path>
            </ns1:pathLst>
          </ns1:custGeom>
          <ns1:solidFill>
            <ns1:schemeClr val="tx1"/>
          </ns1:solidFill>
          <ns1:ln>
            <ns1:noFill/>
          </ns1:ln>
          <ns1:extLst/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en-US" sz="2700"/>
          </ns1:p>
        </ns0:txBody>
      </ns0:sp>
      <ns0:sp>
        <ns0:nvSpPr>
          <ns0:cNvPr id="17" name="Freeform 14"/>
          <ns0:cNvSpPr>
            <ns1:spLocks noEditPoints="1"/>
          </ns0:cNvSpPr>
          <ns0:nvPr/>
        </ns0:nvSpPr>
        <ns0:spPr bwMode="auto">
          <ns1:xfrm>
            <ns1:off x="10645776" y="938212"/>
            <ns1:ext cx="465138" cy="571500"/>
          </ns1:xfrm>
          <ns1:custGeom>
            <ns1:avLst/>
            <ns1:gdLst>
              <ns1:gd name="T0" fmla="*/ 143 w 144"/>
              <ns1:gd name="T1" fmla="*/ 98 h 176"/>
              <ns1:gd name="T2" fmla="*/ 121 w 144"/>
              <ns1:gd name="T3" fmla="*/ 60 h 176"/>
              <ns1:gd name="T4" fmla="*/ 143 w 144"/>
              <ns1:gd name="T5" fmla="*/ 22 h 176"/>
              <ns1:gd name="T6" fmla="*/ 143 w 144"/>
              <ns1:gd name="T7" fmla="*/ 22 h 176"/>
              <ns1:gd name="T8" fmla="*/ 144 w 144"/>
              <ns1:gd name="T9" fmla="*/ 20 h 176"/>
              <ns1:gd name="T10" fmla="*/ 140 w 144"/>
              <ns1:gd name="T11" fmla="*/ 16 h 176"/>
              <ns1:gd name="T12" fmla="*/ 80 w 144"/>
              <ns1:gd name="T13" fmla="*/ 16 h 176"/>
              <ns1:gd name="T14" fmla="*/ 80 w 144"/>
              <ns1:gd name="T15" fmla="*/ 4 h 176"/>
              <ns1:gd name="T16" fmla="*/ 76 w 144"/>
              <ns1:gd name="T17" fmla="*/ 0 h 176"/>
              <ns1:gd name="T18" fmla="*/ 4 w 144"/>
              <ns1:gd name="T19" fmla="*/ 0 h 176"/>
              <ns1:gd name="T20" fmla="*/ 0 w 144"/>
              <ns1:gd name="T21" fmla="*/ 4 h 176"/>
              <ns1:gd name="T22" fmla="*/ 0 w 144"/>
              <ns1:gd name="T23" fmla="*/ 172 h 176"/>
              <ns1:gd name="T24" fmla="*/ 4 w 144"/>
              <ns1:gd name="T25" fmla="*/ 176 h 176"/>
              <ns1:gd name="T26" fmla="*/ 8 w 144"/>
              <ns1:gd name="T27" fmla="*/ 172 h 176"/>
              <ns1:gd name="T28" fmla="*/ 8 w 144"/>
              <ns1:gd name="T29" fmla="*/ 88 h 176"/>
              <ns1:gd name="T30" fmla="*/ 56 w 144"/>
              <ns1:gd name="T31" fmla="*/ 88 h 176"/>
              <ns1:gd name="T32" fmla="*/ 56 w 144"/>
              <ns1:gd name="T33" fmla="*/ 100 h 176"/>
              <ns1:gd name="T34" fmla="*/ 60 w 144"/>
              <ns1:gd name="T35" fmla="*/ 104 h 176"/>
              <ns1:gd name="T36" fmla="*/ 140 w 144"/>
              <ns1:gd name="T37" fmla="*/ 104 h 176"/>
              <ns1:gd name="T38" fmla="*/ 144 w 144"/>
              <ns1:gd name="T39" fmla="*/ 100 h 176"/>
              <ns1:gd name="T40" fmla="*/ 143 w 144"/>
              <ns1:gd name="T41" fmla="*/ 98 h 176"/>
              <ns1:gd name="T42" fmla="*/ 8 w 144"/>
              <ns1:gd name="T43" fmla="*/ 8 h 176"/>
              <ns1:gd name="T44" fmla="*/ 72 w 144"/>
              <ns1:gd name="T45" fmla="*/ 8 h 176"/>
              <ns1:gd name="T46" fmla="*/ 72 w 144"/>
              <ns1:gd name="T47" fmla="*/ 80 h 176"/>
              <ns1:gd name="T48" fmla="*/ 8 w 144"/>
              <ns1:gd name="T49" fmla="*/ 80 h 176"/>
              <ns1:gd name="T50" fmla="*/ 8 w 144"/>
              <ns1:gd name="T51" fmla="*/ 8 h 176"/>
              <ns1:gd name="T52" fmla="*/ 64 w 144"/>
              <ns1:gd name="T53" fmla="*/ 96 h 176"/>
              <ns1:gd name="T54" fmla="*/ 64 w 144"/>
              <ns1:gd name="T55" fmla="*/ 88 h 176"/>
              <ns1:gd name="T56" fmla="*/ 76 w 144"/>
              <ns1:gd name="T57" fmla="*/ 88 h 176"/>
              <ns1:gd name="T58" fmla="*/ 80 w 144"/>
              <ns1:gd name="T59" fmla="*/ 84 h 176"/>
              <ns1:gd name="T60" fmla="*/ 80 w 144"/>
              <ns1:gd name="T61" fmla="*/ 24 h 176"/>
              <ns1:gd name="T62" fmla="*/ 133 w 144"/>
              <ns1:gd name="T63" fmla="*/ 24 h 176"/>
              <ns1:gd name="T64" fmla="*/ 113 w 144"/>
              <ns1:gd name="T65" fmla="*/ 58 h 176"/>
              <ns1:gd name="T66" fmla="*/ 113 w 144"/>
              <ns1:gd name="T67" fmla="*/ 58 h 176"/>
              <ns1:gd name="T68" fmla="*/ 112 w 144"/>
              <ns1:gd name="T69" fmla="*/ 60 h 176"/>
              <ns1:gd name="T70" fmla="*/ 113 w 144"/>
              <ns1:gd name="T71" fmla="*/ 62 h 176"/>
              <ns1:gd name="T72" fmla="*/ 113 w 144"/>
              <ns1:gd name="T73" fmla="*/ 62 h 176"/>
              <ns1:gd name="T74" fmla="*/ 133 w 144"/>
              <ns1:gd name="T75" fmla="*/ 96 h 176"/>
              <ns1:gd name="T76" fmla="*/ 64 w 144"/>
              <ns1:gd name="T77" fmla="*/ 96 h 176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  <ns1:cxn ang="0">
                <ns1:pos x="T32" y="T33"/>
              </ns1:cxn>
              <ns1:cxn ang="0">
                <ns1:pos x="T34" y="T35"/>
              </ns1:cxn>
              <ns1:cxn ang="0">
                <ns1:pos x="T36" y="T37"/>
              </ns1:cxn>
              <ns1:cxn ang="0">
                <ns1:pos x="T38" y="T39"/>
              </ns1:cxn>
              <ns1:cxn ang="0">
                <ns1:pos x="T40" y="T41"/>
              </ns1:cxn>
              <ns1:cxn ang="0">
                <ns1:pos x="T42" y="T43"/>
              </ns1:cxn>
              <ns1:cxn ang="0">
                <ns1:pos x="T44" y="T45"/>
              </ns1:cxn>
              <ns1:cxn ang="0">
                <ns1:pos x="T46" y="T47"/>
              </ns1:cxn>
              <ns1:cxn ang="0">
                <ns1:pos x="T48" y="T49"/>
              </ns1:cxn>
              <ns1:cxn ang="0">
                <ns1:pos x="T50" y="T51"/>
              </ns1:cxn>
              <ns1:cxn ang="0">
                <ns1:pos x="T52" y="T53"/>
              </ns1:cxn>
              <ns1:cxn ang="0">
                <ns1:pos x="T54" y="T55"/>
              </ns1:cxn>
              <ns1:cxn ang="0">
                <ns1:pos x="T56" y="T57"/>
              </ns1:cxn>
              <ns1:cxn ang="0">
                <ns1:pos x="T58" y="T59"/>
              </ns1:cxn>
              <ns1:cxn ang="0">
                <ns1:pos x="T60" y="T61"/>
              </ns1:cxn>
              <ns1:cxn ang="0">
                <ns1:pos x="T62" y="T63"/>
              </ns1:cxn>
              <ns1:cxn ang="0">
                <ns1:pos x="T64" y="T65"/>
              </ns1:cxn>
              <ns1:cxn ang="0">
                <ns1:pos x="T66" y="T67"/>
              </ns1:cxn>
              <ns1:cxn ang="0">
                <ns1:pos x="T68" y="T69"/>
              </ns1:cxn>
              <ns1:cxn ang="0">
                <ns1:pos x="T70" y="T71"/>
              </ns1:cxn>
              <ns1:cxn ang="0">
                <ns1:pos x="T72" y="T73"/>
              </ns1:cxn>
              <ns1:cxn ang="0">
                <ns1:pos x="T74" y="T75"/>
              </ns1:cxn>
              <ns1:cxn ang="0">
                <ns1:pos x="T76" y="T77"/>
              </ns1:cxn>
            </ns1:cxnLst>
            <ns1:rect l="0" t="0" r="r" b="b"/>
            <ns1:pathLst>
              <ns1:path w="144" h="176">
                <ns1:moveTo>
                  <ns1:pt x="143" y="98"/>
                </ns1:moveTo>
                <ns1:cubicBezTo>
                  <ns1:pt x="121" y="60"/>
                  <ns1:pt x="121" y="60"/>
                  <ns1:pt x="121" y="60"/>
                </ns1:cubicBezTo>
                <ns1:cubicBezTo>
                  <ns1:pt x="143" y="22"/>
                  <ns1:pt x="143" y="22"/>
                  <ns1:pt x="143" y="22"/>
                </ns1:cubicBezTo>
                <ns1:cubicBezTo>
                  <ns1:pt x="143" y="22"/>
                  <ns1:pt x="143" y="22"/>
                  <ns1:pt x="143" y="22"/>
                </ns1:cubicBezTo>
                <ns1:cubicBezTo>
                  <ns1:pt x="144" y="21"/>
                  <ns1:pt x="144" y="21"/>
                  <ns1:pt x="144" y="20"/>
                </ns1:cubicBezTo>
                <ns1:cubicBezTo>
                  <ns1:pt x="144" y="18"/>
                  <ns1:pt x="142" y="16"/>
                  <ns1:pt x="140" y="16"/>
                </ns1:cubicBezTo>
                <ns1:cubicBezTo>
                  <ns1:pt x="80" y="16"/>
                  <ns1:pt x="80" y="16"/>
                  <ns1:pt x="80" y="16"/>
                </ns1:cubicBezTo>
                <ns1:cubicBezTo>
                  <ns1:pt x="80" y="4"/>
                  <ns1:pt x="80" y="4"/>
                  <ns1:pt x="80" y="4"/>
                </ns1:cubicBezTo>
                <ns1:cubicBezTo>
                  <ns1:pt x="80" y="2"/>
                  <ns1:pt x="78" y="0"/>
                  <ns1:pt x="76" y="0"/>
                </ns1:cubicBezTo>
                <ns1:cubicBezTo>
                  <ns1:pt x="4" y="0"/>
                  <ns1:pt x="4" y="0"/>
                  <ns1:pt x="4" y="0"/>
                </ns1:cubicBezTo>
                <ns1:cubicBezTo>
                  <ns1:pt x="2" y="0"/>
                  <ns1:pt x="0" y="2"/>
                  <ns1:pt x="0" y="4"/>
                </ns1:cubicBezTo>
                <ns1:cubicBezTo>
                  <ns1:pt x="0" y="172"/>
                  <ns1:pt x="0" y="172"/>
                  <ns1:pt x="0" y="172"/>
                </ns1:cubicBezTo>
                <ns1:cubicBezTo>
                  <ns1:pt x="0" y="174"/>
                  <ns1:pt x="2" y="176"/>
                  <ns1:pt x="4" y="176"/>
                </ns1:cubicBezTo>
                <ns1:cubicBezTo>
                  <ns1:pt x="6" y="176"/>
                  <ns1:pt x="8" y="174"/>
                  <ns1:pt x="8" y="172"/>
                </ns1:cubicBezTo>
                <ns1:cubicBezTo>
                  <ns1:pt x="8" y="88"/>
                  <ns1:pt x="8" y="88"/>
                  <ns1:pt x="8" y="88"/>
                </ns1:cubicBezTo>
                <ns1:cubicBezTo>
                  <ns1:pt x="56" y="88"/>
                  <ns1:pt x="56" y="88"/>
                  <ns1:pt x="56" y="88"/>
                </ns1:cubicBezTo>
                <ns1:cubicBezTo>
                  <ns1:pt x="56" y="100"/>
                  <ns1:pt x="56" y="100"/>
                  <ns1:pt x="56" y="100"/>
                </ns1:cubicBezTo>
                <ns1:cubicBezTo>
                  <ns1:pt x="56" y="102"/>
                  <ns1:pt x="58" y="104"/>
                  <ns1:pt x="60" y="104"/>
                </ns1:cubicBezTo>
                <ns1:cubicBezTo>
                  <ns1:pt x="140" y="104"/>
                  <ns1:pt x="140" y="104"/>
                  <ns1:pt x="140" y="104"/>
                </ns1:cubicBezTo>
                <ns1:cubicBezTo>
                  <ns1:pt x="142" y="104"/>
                  <ns1:pt x="144" y="102"/>
                  <ns1:pt x="144" y="100"/>
                </ns1:cubicBezTo>
                <ns1:cubicBezTo>
                  <ns1:pt x="144" y="99"/>
                  <ns1:pt x="144" y="99"/>
                  <ns1:pt x="143" y="98"/>
                </ns1:cubicBezTo>
                <ns1:close/>
                <ns1:moveTo>
                  <ns1:pt x="8" y="8"/>
                </ns1:moveTo>
                <ns1:cubicBezTo>
                  <ns1:pt x="72" y="8"/>
                  <ns1:pt x="72" y="8"/>
                  <ns1:pt x="72" y="8"/>
                </ns1:cubicBezTo>
                <ns1:cubicBezTo>
                  <ns1:pt x="72" y="80"/>
                  <ns1:pt x="72" y="80"/>
                  <ns1:pt x="72" y="80"/>
                </ns1:cubicBezTo>
                <ns1:cubicBezTo>
                  <ns1:pt x="8" y="80"/>
                  <ns1:pt x="8" y="80"/>
                  <ns1:pt x="8" y="80"/>
                </ns1:cubicBezTo>
                <ns1:lnTo>
                  <ns1:pt x="8" y="8"/>
                </ns1:lnTo>
                <ns1:close/>
                <ns1:moveTo>
                  <ns1:pt x="64" y="96"/>
                </ns1:moveTo>
                <ns1:cubicBezTo>
                  <ns1:pt x="64" y="88"/>
                  <ns1:pt x="64" y="88"/>
                  <ns1:pt x="64" y="88"/>
                </ns1:cubicBezTo>
                <ns1:cubicBezTo>
                  <ns1:pt x="76" y="88"/>
                  <ns1:pt x="76" y="88"/>
                  <ns1:pt x="76" y="88"/>
                </ns1:cubicBezTo>
                <ns1:cubicBezTo>
                  <ns1:pt x="78" y="88"/>
                  <ns1:pt x="80" y="86"/>
                  <ns1:pt x="80" y="84"/>
                </ns1:cubicBezTo>
                <ns1:cubicBezTo>
                  <ns1:pt x="80" y="24"/>
                  <ns1:pt x="80" y="24"/>
                  <ns1:pt x="80" y="24"/>
                </ns1:cubicBezTo>
                <ns1:cubicBezTo>
                  <ns1:pt x="133" y="24"/>
                  <ns1:pt x="133" y="24"/>
                  <ns1:pt x="133" y="24"/>
                </ns1:cubicBezTo>
                <ns1:cubicBezTo>
                  <ns1:pt x="113" y="58"/>
                  <ns1:pt x="113" y="58"/>
                  <ns1:pt x="113" y="58"/>
                </ns1:cubicBezTo>
                <ns1:cubicBezTo>
                  <ns1:pt x="113" y="58"/>
                  <ns1:pt x="113" y="58"/>
                  <ns1:pt x="113" y="58"/>
                </ns1:cubicBezTo>
                <ns1:cubicBezTo>
                  <ns1:pt x="112" y="59"/>
                  <ns1:pt x="112" y="59"/>
                  <ns1:pt x="112" y="60"/>
                </ns1:cubicBezTo>
                <ns1:cubicBezTo>
                  <ns1:pt x="112" y="61"/>
                  <ns1:pt x="112" y="61"/>
                  <ns1:pt x="113" y="62"/>
                </ns1:cubicBezTo>
                <ns1:cubicBezTo>
                  <ns1:pt x="113" y="62"/>
                  <ns1:pt x="113" y="62"/>
                  <ns1:pt x="113" y="62"/>
                </ns1:cubicBezTo>
                <ns1:cubicBezTo>
                  <ns1:pt x="133" y="96"/>
                  <ns1:pt x="133" y="96"/>
                  <ns1:pt x="133" y="96"/>
                </ns1:cubicBezTo>
                <ns1:lnTo>
                  <ns1:pt x="64" y="96"/>
                </ns1:lnTo>
                <ns1:close/>
              </ns1:path>
            </ns1:pathLst>
          </ns1:custGeom>
          <ns1:solidFill>
            <ns1:schemeClr val="tx1"/>
          </ns1:solidFill>
          <ns1:ln>
            <ns1:noFill/>
          </ns1:ln>
          <ns1:extLst/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en-US" sz="2700"/>
          </ns1:p>
        </ns0:txBody>
      </ns0:sp>
      <ns0:sp>
        <ns0:nvSpPr>
          <ns0:cNvPr id="18" name="Freeform 15"/>
          <ns0:cNvSpPr>
            <ns1:spLocks noEditPoints="1"/>
          </ns0:cNvSpPr>
          <ns0:nvPr/>
        </ns0:nvSpPr>
        <ns0:spPr bwMode="auto">
          <ns1:xfrm>
            <ns1:off x="815976" y="2030412"/>
            <ns1:ext cx="569913" cy="571500"/>
          </ns1:xfrm>
          <ns1:custGeom>
            <ns1:avLst/>
            <ns1:gdLst>
              <ns1:gd name="T0" fmla="*/ 0 w 176"/>
              <ns1:gd name="T1" fmla="*/ 88 h 176"/>
              <ns1:gd name="T2" fmla="*/ 176 w 176"/>
              <ns1:gd name="T3" fmla="*/ 88 h 176"/>
              <ns1:gd name="T4" fmla="*/ 64 w 176"/>
              <ns1:gd name="T5" fmla="*/ 12 h 176"/>
              <ns1:gd name="T6" fmla="*/ 59 w 176"/>
              <ns1:gd name="T7" fmla="*/ 18 h 176"/>
              <ns1:gd name="T8" fmla="*/ 50 w 176"/>
              <ns1:gd name="T9" fmla="*/ 34 h 176"/>
              <ns1:gd name="T10" fmla="*/ 36 w 176"/>
              <ns1:gd name="T11" fmla="*/ 27 h 176"/>
              <ns1:gd name="T12" fmla="*/ 31 w 176"/>
              <ns1:gd name="T13" fmla="*/ 32 h 176"/>
              <ns1:gd name="T14" fmla="*/ 46 w 176"/>
              <ns1:gd name="T15" fmla="*/ 44 h 176"/>
              <ns1:gd name="T16" fmla="*/ 42 w 176"/>
              <ns1:gd name="T17" fmla="*/ 66 h 176"/>
              <ns1:gd name="T18" fmla="*/ 40 w 176"/>
              <ns1:gd name="T19" fmla="*/ 77 h 176"/>
              <ns1:gd name="T20" fmla="*/ 8 w 176"/>
              <ns1:gd name="T21" fmla="*/ 84 h 176"/>
              <ns1:gd name="T22" fmla="*/ 8 w 176"/>
              <ns1:gd name="T23" fmla="*/ 92 h 176"/>
              <ns1:gd name="T24" fmla="*/ 40 w 176"/>
              <ns1:gd name="T25" fmla="*/ 99 h 176"/>
              <ns1:gd name="T26" fmla="*/ 42 w 176"/>
              <ns1:gd name="T27" fmla="*/ 110 h 176"/>
              <ns1:gd name="T28" fmla="*/ 46 w 176"/>
              <ns1:gd name="T29" fmla="*/ 132 h 176"/>
              <ns1:gd name="T30" fmla="*/ 31 w 176"/>
              <ns1:gd name="T31" fmla="*/ 144 h 176"/>
              <ns1:gd name="T32" fmla="*/ 36 w 176"/>
              <ns1:gd name="T33" fmla="*/ 149 h 176"/>
              <ns1:gd name="T34" fmla="*/ 50 w 176"/>
              <ns1:gd name="T35" fmla="*/ 142 h 176"/>
              <ns1:gd name="T36" fmla="*/ 59 w 176"/>
              <ns1:gd name="T37" fmla="*/ 158 h 176"/>
              <ns1:gd name="T38" fmla="*/ 64 w 176"/>
              <ns1:gd name="T39" fmla="*/ 164 h 176"/>
              <ns1:gd name="T40" fmla="*/ 84 w 176"/>
              <ns1:gd name="T41" fmla="*/ 168 h 176"/>
              <ns1:gd name="T42" fmla="*/ 84 w 176"/>
              <ns1:gd name="T43" fmla="*/ 132 h 176"/>
              <ns1:gd name="T44" fmla="*/ 84 w 176"/>
              <ns1:gd name="T45" fmla="*/ 124 h 176"/>
              <ns1:gd name="T46" fmla="*/ 48 w 176"/>
              <ns1:gd name="T47" fmla="*/ 92 h 176"/>
              <ns1:gd name="T48" fmla="*/ 84 w 176"/>
              <ns1:gd name="T49" fmla="*/ 124 h 176"/>
              <ns1:gd name="T50" fmla="*/ 48 w 176"/>
              <ns1:gd name="T51" fmla="*/ 84 h 176"/>
              <ns1:gd name="T52" fmla="*/ 84 w 176"/>
              <ns1:gd name="T53" fmla="*/ 52 h 176"/>
              <ns1:gd name="T54" fmla="*/ 84 w 176"/>
              <ns1:gd name="T55" fmla="*/ 44 h 176"/>
              <ns1:gd name="T56" fmla="*/ 84 w 176"/>
              <ns1:gd name="T57" fmla="*/ 8 h 176"/>
              <ns1:gd name="T58" fmla="*/ 168 w 176"/>
              <ns1:gd name="T59" fmla="*/ 84 h 176"/>
              <ns1:gd name="T60" fmla="*/ 136 w 176"/>
              <ns1:gd name="T61" fmla="*/ 77 h 176"/>
              <ns1:gd name="T62" fmla="*/ 134 w 176"/>
              <ns1:gd name="T63" fmla="*/ 66 h 176"/>
              <ns1:gd name="T64" fmla="*/ 130 w 176"/>
              <ns1:gd name="T65" fmla="*/ 44 h 176"/>
              <ns1:gd name="T66" fmla="*/ 145 w 176"/>
              <ns1:gd name="T67" fmla="*/ 32 h 176"/>
              <ns1:gd name="T68" fmla="*/ 140 w 176"/>
              <ns1:gd name="T69" fmla="*/ 27 h 176"/>
              <ns1:gd name="T70" fmla="*/ 126 w 176"/>
              <ns1:gd name="T71" fmla="*/ 34 h 176"/>
              <ns1:gd name="T72" fmla="*/ 117 w 176"/>
              <ns1:gd name="T73" fmla="*/ 18 h 176"/>
              <ns1:gd name="T74" fmla="*/ 112 w 176"/>
              <ns1:gd name="T75" fmla="*/ 12 h 176"/>
              <ns1:gd name="T76" fmla="*/ 92 w 176"/>
              <ns1:gd name="T77" fmla="*/ 8 h 176"/>
              <ns1:gd name="T78" fmla="*/ 92 w 176"/>
              <ns1:gd name="T79" fmla="*/ 44 h 176"/>
              <ns1:gd name="T80" fmla="*/ 92 w 176"/>
              <ns1:gd name="T81" fmla="*/ 52 h 176"/>
              <ns1:gd name="T82" fmla="*/ 128 w 176"/>
              <ns1:gd name="T83" fmla="*/ 84 h 176"/>
              <ns1:gd name="T84" fmla="*/ 92 w 176"/>
              <ns1:gd name="T85" fmla="*/ 52 h 176"/>
              <ns1:gd name="T86" fmla="*/ 128 w 176"/>
              <ns1:gd name="T87" fmla="*/ 92 h 176"/>
              <ns1:gd name="T88" fmla="*/ 92 w 176"/>
              <ns1:gd name="T89" fmla="*/ 124 h 176"/>
              <ns1:gd name="T90" fmla="*/ 92 w 176"/>
              <ns1:gd name="T91" fmla="*/ 168 h 176"/>
              <ns1:gd name="T92" fmla="*/ 119 w 176"/>
              <ns1:gd name="T93" fmla="*/ 137 h 176"/>
              <ns1:gd name="T94" fmla="*/ 112 w 176"/>
              <ns1:gd name="T95" fmla="*/ 164 h 176"/>
              <ns1:gd name="T96" fmla="*/ 117 w 176"/>
              <ns1:gd name="T97" fmla="*/ 158 h 176"/>
              <ns1:gd name="T98" fmla="*/ 126 w 176"/>
              <ns1:gd name="T99" fmla="*/ 142 h 176"/>
              <ns1:gd name="T100" fmla="*/ 140 w 176"/>
              <ns1:gd name="T101" fmla="*/ 149 h 176"/>
              <ns1:gd name="T102" fmla="*/ 145 w 176"/>
              <ns1:gd name="T103" fmla="*/ 144 h 176"/>
              <ns1:gd name="T104" fmla="*/ 130 w 176"/>
              <ns1:gd name="T105" fmla="*/ 132 h 176"/>
              <ns1:gd name="T106" fmla="*/ 134 w 176"/>
              <ns1:gd name="T107" fmla="*/ 110 h 176"/>
              <ns1:gd name="T108" fmla="*/ 136 w 176"/>
              <ns1:gd name="T109" fmla="*/ 99 h 176"/>
              <ns1:gd name="T110" fmla="*/ 168 w 176"/>
              <ns1:gd name="T111" fmla="*/ 92 h 176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  <ns1:cxn ang="0">
                <ns1:pos x="T32" y="T33"/>
              </ns1:cxn>
              <ns1:cxn ang="0">
                <ns1:pos x="T34" y="T35"/>
              </ns1:cxn>
              <ns1:cxn ang="0">
                <ns1:pos x="T36" y="T37"/>
              </ns1:cxn>
              <ns1:cxn ang="0">
                <ns1:pos x="T38" y="T39"/>
              </ns1:cxn>
              <ns1:cxn ang="0">
                <ns1:pos x="T40" y="T41"/>
              </ns1:cxn>
              <ns1:cxn ang="0">
                <ns1:pos x="T42" y="T43"/>
              </ns1:cxn>
              <ns1:cxn ang="0">
                <ns1:pos x="T44" y="T45"/>
              </ns1:cxn>
              <ns1:cxn ang="0">
                <ns1:pos x="T46" y="T47"/>
              </ns1:cxn>
              <ns1:cxn ang="0">
                <ns1:pos x="T48" y="T49"/>
              </ns1:cxn>
              <ns1:cxn ang="0">
                <ns1:pos x="T50" y="T51"/>
              </ns1:cxn>
              <ns1:cxn ang="0">
                <ns1:pos x="T52" y="T53"/>
              </ns1:cxn>
              <ns1:cxn ang="0">
                <ns1:pos x="T54" y="T55"/>
              </ns1:cxn>
              <ns1:cxn ang="0">
                <ns1:pos x="T56" y="T57"/>
              </ns1:cxn>
              <ns1:cxn ang="0">
                <ns1:pos x="T58" y="T59"/>
              </ns1:cxn>
              <ns1:cxn ang="0">
                <ns1:pos x="T60" y="T61"/>
              </ns1:cxn>
              <ns1:cxn ang="0">
                <ns1:pos x="T62" y="T63"/>
              </ns1:cxn>
              <ns1:cxn ang="0">
                <ns1:pos x="T64" y="T65"/>
              </ns1:cxn>
              <ns1:cxn ang="0">
                <ns1:pos x="T66" y="T67"/>
              </ns1:cxn>
              <ns1:cxn ang="0">
                <ns1:pos x="T68" y="T69"/>
              </ns1:cxn>
              <ns1:cxn ang="0">
                <ns1:pos x="T70" y="T71"/>
              </ns1:cxn>
              <ns1:cxn ang="0">
                <ns1:pos x="T72" y="T73"/>
              </ns1:cxn>
              <ns1:cxn ang="0">
                <ns1:pos x="T74" y="T75"/>
              </ns1:cxn>
              <ns1:cxn ang="0">
                <ns1:pos x="T76" y="T77"/>
              </ns1:cxn>
              <ns1:cxn ang="0">
                <ns1:pos x="T78" y="T79"/>
              </ns1:cxn>
              <ns1:cxn ang="0">
                <ns1:pos x="T80" y="T81"/>
              </ns1:cxn>
              <ns1:cxn ang="0">
                <ns1:pos x="T82" y="T83"/>
              </ns1:cxn>
              <ns1:cxn ang="0">
                <ns1:pos x="T84" y="T85"/>
              </ns1:cxn>
              <ns1:cxn ang="0">
                <ns1:pos x="T86" y="T87"/>
              </ns1:cxn>
              <ns1:cxn ang="0">
                <ns1:pos x="T88" y="T89"/>
              </ns1:cxn>
              <ns1:cxn ang="0">
                <ns1:pos x="T90" y="T91"/>
              </ns1:cxn>
              <ns1:cxn ang="0">
                <ns1:pos x="T92" y="T93"/>
              </ns1:cxn>
              <ns1:cxn ang="0">
                <ns1:pos x="T94" y="T95"/>
              </ns1:cxn>
              <ns1:cxn ang="0">
                <ns1:pos x="T96" y="T97"/>
              </ns1:cxn>
              <ns1:cxn ang="0">
                <ns1:pos x="T98" y="T99"/>
              </ns1:cxn>
              <ns1:cxn ang="0">
                <ns1:pos x="T100" y="T101"/>
              </ns1:cxn>
              <ns1:cxn ang="0">
                <ns1:pos x="T102" y="T103"/>
              </ns1:cxn>
              <ns1:cxn ang="0">
                <ns1:pos x="T104" y="T105"/>
              </ns1:cxn>
              <ns1:cxn ang="0">
                <ns1:pos x="T106" y="T107"/>
              </ns1:cxn>
              <ns1:cxn ang="0">
                <ns1:pos x="T108" y="T109"/>
              </ns1:cxn>
              <ns1:cxn ang="0">
                <ns1:pos x="T110" y="T111"/>
              </ns1:cxn>
            </ns1:cxnLst>
            <ns1:rect l="0" t="0" r="r" b="b"/>
            <ns1:pathLst>
              <ns1:path w="176" h="176">
                <ns1:moveTo>
                  <ns1:pt x="88" y="0"/>
                </ns1:moveTo>
                <ns1:cubicBezTo>
                  <ns1:pt x="39" y="0"/>
                  <ns1:pt x="0" y="39"/>
                  <ns1:pt x="0" y="88"/>
                </ns1:cubicBezTo>
                <ns1:cubicBezTo>
                  <ns1:pt x="0" y="137"/>
                  <ns1:pt x="39" y="176"/>
                  <ns1:pt x="88" y="176"/>
                </ns1:cubicBezTo>
                <ns1:cubicBezTo>
                  <ns1:pt x="137" y="176"/>
                  <ns1:pt x="176" y="137"/>
                  <ns1:pt x="176" y="88"/>
                </ns1:cubicBezTo>
                <ns1:cubicBezTo>
                  <ns1:pt x="176" y="39"/>
                  <ns1:pt x="137" y="0"/>
                  <ns1:pt x="88" y="0"/>
                </ns1:cubicBezTo>
                <ns1:moveTo>
                  <ns1:pt x="64" y="12"/>
                </ns1:moveTo>
                <ns1:cubicBezTo>
                  <ns1:pt x="63" y="13"/>
                  <ns1:pt x="61" y="15"/>
                  <ns1:pt x="59" y="18"/>
                </ns1:cubicBezTo>
                <ns1:cubicBezTo>
                  <ns1:pt x="59" y="18"/>
                  <ns1:pt x="59" y="18"/>
                  <ns1:pt x="59" y="18"/>
                </ns1:cubicBezTo>
                <ns1:cubicBezTo>
                  <ns1:pt x="56" y="23"/>
                  <ns1:pt x="53" y="28"/>
                  <ns1:pt x="50" y="34"/>
                </ns1:cubicBezTo>
                <ns1:cubicBezTo>
                  <ns1:pt x="50" y="34"/>
                  <ns1:pt x="50" y="34"/>
                  <ns1:pt x="50" y="34"/>
                </ns1:cubicBezTo>
                <ns1:cubicBezTo>
                  <ns1:pt x="50" y="35"/>
                  <ns1:pt x="50" y="35"/>
                  <ns1:pt x="50" y="36"/>
                </ns1:cubicBezTo>
                <ns1:cubicBezTo>
                  <ns1:pt x="45" y="33"/>
                  <ns1:pt x="40" y="30"/>
                  <ns1:pt x="36" y="27"/>
                </ns1:cubicBezTo>
                <ns1:cubicBezTo>
                  <ns1:pt x="44" y="20"/>
                  <ns1:pt x="54" y="15"/>
                  <ns1:pt x="64" y="12"/>
                </ns1:cubicBezTo>
                <ns1:moveTo>
                  <ns1:pt x="31" y="32"/>
                </ns1:moveTo>
                <ns1:cubicBezTo>
                  <ns1:pt x="35" y="36"/>
                  <ns1:pt x="41" y="40"/>
                  <ns1:pt x="47" y="43"/>
                </ns1:cubicBezTo>
                <ns1:cubicBezTo>
                  <ns1:pt x="47" y="43"/>
                  <ns1:pt x="47" y="44"/>
                  <ns1:pt x="46" y="44"/>
                </ns1:cubicBezTo>
                <ns1:cubicBezTo>
                  <ns1:pt x="45" y="50"/>
                  <ns1:pt x="43" y="57"/>
                  <ns1:pt x="42" y="63"/>
                </ns1:cubicBezTo>
                <ns1:cubicBezTo>
                  <ns1:pt x="42" y="64"/>
                  <ns1:pt x="42" y="65"/>
                  <ns1:pt x="42" y="66"/>
                </ns1:cubicBezTo>
                <ns1:cubicBezTo>
                  <ns1:pt x="41" y="69"/>
                  <ns1:pt x="41" y="71"/>
                  <ns1:pt x="41" y="74"/>
                </ns1:cubicBezTo>
                <ns1:cubicBezTo>
                  <ns1:pt x="41" y="75"/>
                  <ns1:pt x="40" y="76"/>
                  <ns1:pt x="40" y="77"/>
                </ns1:cubicBezTo>
                <ns1:cubicBezTo>
                  <ns1:pt x="40" y="79"/>
                  <ns1:pt x="40" y="82"/>
                  <ns1:pt x="40" y="84"/>
                </ns1:cubicBezTo>
                <ns1:cubicBezTo>
                  <ns1:pt x="8" y="84"/>
                  <ns1:pt x="8" y="84"/>
                  <ns1:pt x="8" y="84"/>
                </ns1:cubicBezTo>
                <ns1:cubicBezTo>
                  <ns1:pt x="9" y="64"/>
                  <ns1:pt x="18" y="46"/>
                  <ns1:pt x="31" y="32"/>
                </ns1:cubicBezTo>
                <ns1:moveTo>
                  <ns1:pt x="8" y="92"/>
                </ns1:moveTo>
                <ns1:cubicBezTo>
                  <ns1:pt x="40" y="92"/>
                  <ns1:pt x="40" y="92"/>
                  <ns1:pt x="40" y="92"/>
                </ns1:cubicBezTo>
                <ns1:cubicBezTo>
                  <ns1:pt x="40" y="94"/>
                  <ns1:pt x="40" y="97"/>
                  <ns1:pt x="40" y="99"/>
                </ns1:cubicBezTo>
                <ns1:cubicBezTo>
                  <ns1:pt x="40" y="100"/>
                  <ns1:pt x="41" y="101"/>
                  <ns1:pt x="41" y="102"/>
                </ns1:cubicBezTo>
                <ns1:cubicBezTo>
                  <ns1:pt x="41" y="105"/>
                  <ns1:pt x="41" y="107"/>
                  <ns1:pt x="42" y="110"/>
                </ns1:cubicBezTo>
                <ns1:cubicBezTo>
                  <ns1:pt x="42" y="111"/>
                  <ns1:pt x="42" y="112"/>
                  <ns1:pt x="42" y="113"/>
                </ns1:cubicBezTo>
                <ns1:cubicBezTo>
                  <ns1:pt x="43" y="119"/>
                  <ns1:pt x="45" y="126"/>
                  <ns1:pt x="46" y="132"/>
                </ns1:cubicBezTo>
                <ns1:cubicBezTo>
                  <ns1:pt x="47" y="132"/>
                  <ns1:pt x="47" y="133"/>
                  <ns1:pt x="47" y="133"/>
                </ns1:cubicBezTo>
                <ns1:cubicBezTo>
                  <ns1:pt x="41" y="136"/>
                  <ns1:pt x="35" y="140"/>
                  <ns1:pt x="31" y="144"/>
                </ns1:cubicBezTo>
                <ns1:cubicBezTo>
                  <ns1:pt x="18" y="130"/>
                  <ns1:pt x="9" y="112"/>
                  <ns1:pt x="8" y="92"/>
                </ns1:cubicBezTo>
                <ns1:moveTo>
                  <ns1:pt x="36" y="149"/>
                </ns1:moveTo>
                <ns1:cubicBezTo>
                  <ns1:pt x="40" y="146"/>
                  <ns1:pt x="45" y="143"/>
                  <ns1:pt x="50" y="140"/>
                </ns1:cubicBezTo>
                <ns1:cubicBezTo>
                  <ns1:pt x="50" y="141"/>
                  <ns1:pt x="50" y="141"/>
                  <ns1:pt x="50" y="142"/>
                </ns1:cubicBezTo>
                <ns1:cubicBezTo>
                  <ns1:pt x="50" y="142"/>
                  <ns1:pt x="50" y="142"/>
                  <ns1:pt x="50" y="142"/>
                </ns1:cubicBezTo>
                <ns1:cubicBezTo>
                  <ns1:pt x="53" y="148"/>
                  <ns1:pt x="56" y="153"/>
                  <ns1:pt x="59" y="158"/>
                </ns1:cubicBezTo>
                <ns1:cubicBezTo>
                  <ns1:pt x="59" y="158"/>
                  <ns1:pt x="59" y="158"/>
                  <ns1:pt x="59" y="158"/>
                </ns1:cubicBezTo>
                <ns1:cubicBezTo>
                  <ns1:pt x="61" y="161"/>
                  <ns1:pt x="63" y="163"/>
                  <ns1:pt x="64" y="164"/>
                </ns1:cubicBezTo>
                <ns1:cubicBezTo>
                  <ns1:pt x="54" y="161"/>
                  <ns1:pt x="44" y="156"/>
                  <ns1:pt x="36" y="149"/>
                </ns1:cubicBezTo>
                <ns1:moveTo>
                  <ns1:pt x="84" y="168"/>
                </ns1:moveTo>
                <ns1:cubicBezTo>
                  <ns1:pt x="73" y="165"/>
                  <ns1:pt x="63" y="154"/>
                  <ns1:pt x="57" y="137"/>
                </ns1:cubicBezTo>
                <ns1:cubicBezTo>
                  <ns1:pt x="65" y="134"/>
                  <ns1:pt x="74" y="133"/>
                  <ns1:pt x="84" y="132"/>
                </ns1:cubicBezTo>
                <ns1:lnTo>
                  <ns1:pt x="84" y="168"/>
                </ns1:lnTo>
                <ns1:close/>
                <ns1:moveTo>
                  <ns1:pt x="84" y="124"/>
                </ns1:moveTo>
                <ns1:cubicBezTo>
                  <ns1:pt x="73" y="125"/>
                  <ns1:pt x="63" y="127"/>
                  <ns1:pt x="54" y="130"/>
                </ns1:cubicBezTo>
                <ns1:cubicBezTo>
                  <ns1:pt x="51" y="119"/>
                  <ns1:pt x="48" y="106"/>
                  <ns1:pt x="48" y="92"/>
                </ns1:cubicBezTo>
                <ns1:cubicBezTo>
                  <ns1:pt x="84" y="92"/>
                  <ns1:pt x="84" y="92"/>
                  <ns1:pt x="84" y="92"/>
                </ns1:cubicBezTo>
                <ns1:lnTo>
                  <ns1:pt x="84" y="124"/>
                </ns1:lnTo>
                <ns1:close/>
                <ns1:moveTo>
                  <ns1:pt x="84" y="84"/>
                </ns1:moveTo>
                <ns1:cubicBezTo>
                  <ns1:pt x="48" y="84"/>
                  <ns1:pt x="48" y="84"/>
                  <ns1:pt x="48" y="84"/>
                </ns1:cubicBezTo>
                <ns1:cubicBezTo>
                  <ns1:pt x="48" y="70"/>
                  <ns1:pt x="51" y="57"/>
                  <ns1:pt x="54" y="46"/>
                </ns1:cubicBezTo>
                <ns1:cubicBezTo>
                  <ns1:pt x="63" y="49"/>
                  <ns1:pt x="73" y="51"/>
                  <ns1:pt x="84" y="52"/>
                </ns1:cubicBezTo>
                <ns1:lnTo>
                  <ns1:pt x="84" y="84"/>
                </ns1:lnTo>
                <ns1:close/>
                <ns1:moveTo>
                  <ns1:pt x="84" y="44"/>
                </ns1:moveTo>
                <ns1:cubicBezTo>
                  <ns1:pt x="74" y="43"/>
                  <ns1:pt x="65" y="42"/>
                  <ns1:pt x="57" y="39"/>
                </ns1:cubicBezTo>
                <ns1:cubicBezTo>
                  <ns1:pt x="63" y="22"/>
                  <ns1:pt x="73" y="11"/>
                  <ns1:pt x="84" y="8"/>
                </ns1:cubicBezTo>
                <ns1:lnTo>
                  <ns1:pt x="84" y="44"/>
                </ns1:lnTo>
                <ns1:close/>
                <ns1:moveTo>
                  <ns1:pt x="168" y="84"/>
                </ns1:moveTo>
                <ns1:cubicBezTo>
                  <ns1:pt x="136" y="84"/>
                  <ns1:pt x="136" y="84"/>
                  <ns1:pt x="136" y="84"/>
                </ns1:cubicBezTo>
                <ns1:cubicBezTo>
                  <ns1:pt x="136" y="82"/>
                  <ns1:pt x="136" y="79"/>
                  <ns1:pt x="136" y="77"/>
                </ns1:cubicBezTo>
                <ns1:cubicBezTo>
                  <ns1:pt x="136" y="76"/>
                  <ns1:pt x="135" y="75"/>
                  <ns1:pt x="135" y="74"/>
                </ns1:cubicBezTo>
                <ns1:cubicBezTo>
                  <ns1:pt x="135" y="71"/>
                  <ns1:pt x="135" y="69"/>
                  <ns1:pt x="134" y="66"/>
                </ns1:cubicBezTo>
                <ns1:cubicBezTo>
                  <ns1:pt x="134" y="65"/>
                  <ns1:pt x="134" y="64"/>
                  <ns1:pt x="134" y="63"/>
                </ns1:cubicBezTo>
                <ns1:cubicBezTo>
                  <ns1:pt x="133" y="57"/>
                  <ns1:pt x="131" y="50"/>
                  <ns1:pt x="130" y="44"/>
                </ns1:cubicBezTo>
                <ns1:cubicBezTo>
                  <ns1:pt x="129" y="44"/>
                  <ns1:pt x="129" y="43"/>
                  <ns1:pt x="129" y="43"/>
                </ns1:cubicBezTo>
                <ns1:cubicBezTo>
                  <ns1:pt x="135" y="40"/>
                  <ns1:pt x="141" y="36"/>
                  <ns1:pt x="145" y="32"/>
                </ns1:cubicBezTo>
                <ns1:cubicBezTo>
                  <ns1:pt x="158" y="46"/>
                  <ns1:pt x="167" y="64"/>
                  <ns1:pt x="168" y="84"/>
                </ns1:cubicBezTo>
                <ns1:moveTo>
                  <ns1:pt x="140" y="27"/>
                </ns1:moveTo>
                <ns1:cubicBezTo>
                  <ns1:pt x="136" y="30"/>
                  <ns1:pt x="131" y="33"/>
                  <ns1:pt x="126" y="36"/>
                </ns1:cubicBezTo>
                <ns1:cubicBezTo>
                  <ns1:pt x="126" y="35"/>
                  <ns1:pt x="126" y="35"/>
                  <ns1:pt x="126" y="34"/>
                </ns1:cubicBezTo>
                <ns1:cubicBezTo>
                  <ns1:pt x="126" y="34"/>
                  <ns1:pt x="126" y="34"/>
                  <ns1:pt x="126" y="34"/>
                </ns1:cubicBezTo>
                <ns1:cubicBezTo>
                  <ns1:pt x="123" y="28"/>
                  <ns1:pt x="120" y="23"/>
                  <ns1:pt x="117" y="18"/>
                </ns1:cubicBezTo>
                <ns1:cubicBezTo>
                  <ns1:pt x="117" y="18"/>
                  <ns1:pt x="117" y="18"/>
                  <ns1:pt x="117" y="18"/>
                </ns1:cubicBezTo>
                <ns1:cubicBezTo>
                  <ns1:pt x="115" y="15"/>
                  <ns1:pt x="113" y="13"/>
                  <ns1:pt x="112" y="12"/>
                </ns1:cubicBezTo>
                <ns1:cubicBezTo>
                  <ns1:pt x="122" y="15"/>
                  <ns1:pt x="132" y="20"/>
                  <ns1:pt x="140" y="27"/>
                </ns1:cubicBezTo>
                <ns1:moveTo>
                  <ns1:pt x="92" y="8"/>
                </ns1:moveTo>
                <ns1:cubicBezTo>
                  <ns1:pt x="103" y="11"/>
                  <ns1:pt x="113" y="22"/>
                  <ns1:pt x="119" y="39"/>
                </ns1:cubicBezTo>
                <ns1:cubicBezTo>
                  <ns1:pt x="111" y="42"/>
                  <ns1:pt x="102" y="43"/>
                  <ns1:pt x="92" y="44"/>
                </ns1:cubicBezTo>
                <ns1:lnTo>
                  <ns1:pt x="92" y="8"/>
                </ns1:lnTo>
                <ns1:close/>
                <ns1:moveTo>
                  <ns1:pt x="92" y="52"/>
                </ns1:moveTo>
                <ns1:cubicBezTo>
                  <ns1:pt x="103" y="51"/>
                  <ns1:pt x="113" y="49"/>
                  <ns1:pt x="122" y="46"/>
                </ns1:cubicBezTo>
                <ns1:cubicBezTo>
                  <ns1:pt x="125" y="57"/>
                  <ns1:pt x="128" y="70"/>
                  <ns1:pt x="128" y="84"/>
                </ns1:cubicBezTo>
                <ns1:cubicBezTo>
                  <ns1:pt x="92" y="84"/>
                  <ns1:pt x="92" y="84"/>
                  <ns1:pt x="92" y="84"/>
                </ns1:cubicBezTo>
                <ns1:lnTo>
                  <ns1:pt x="92" y="52"/>
                </ns1:lnTo>
                <ns1:close/>
                <ns1:moveTo>
                  <ns1:pt x="92" y="92"/>
                </ns1:moveTo>
                <ns1:cubicBezTo>
                  <ns1:pt x="128" y="92"/>
                  <ns1:pt x="128" y="92"/>
                  <ns1:pt x="128" y="92"/>
                </ns1:cubicBezTo>
                <ns1:cubicBezTo>
                  <ns1:pt x="128" y="106"/>
                  <ns1:pt x="125" y="119"/>
                  <ns1:pt x="122" y="130"/>
                </ns1:cubicBezTo>
                <ns1:cubicBezTo>
                  <ns1:pt x="113" y="127"/>
                  <ns1:pt x="103" y="125"/>
                  <ns1:pt x="92" y="124"/>
                </ns1:cubicBezTo>
                <ns1:lnTo>
                  <ns1:pt x="92" y="92"/>
                </ns1:lnTo>
                <ns1:close/>
                <ns1:moveTo>
                  <ns1:pt x="92" y="168"/>
                </ns1:moveTo>
                <ns1:cubicBezTo>
                  <ns1:pt x="92" y="132"/>
                  <ns1:pt x="92" y="132"/>
                  <ns1:pt x="92" y="132"/>
                </ns1:cubicBezTo>
                <ns1:cubicBezTo>
                  <ns1:pt x="102" y="133"/>
                  <ns1:pt x="111" y="134"/>
                  <ns1:pt x="119" y="137"/>
                </ns1:cubicBezTo>
                <ns1:cubicBezTo>
                  <ns1:pt x="113" y="154"/>
                  <ns1:pt x="103" y="165"/>
                  <ns1:pt x="92" y="168"/>
                </ns1:cubicBezTo>
                <ns1:moveTo>
                  <ns1:pt x="112" y="164"/>
                </ns1:moveTo>
                <ns1:cubicBezTo>
                  <ns1:pt x="113" y="163"/>
                  <ns1:pt x="115" y="161"/>
                  <ns1:pt x="117" y="158"/>
                </ns1:cubicBezTo>
                <ns1:cubicBezTo>
                  <ns1:pt x="117" y="158"/>
                  <ns1:pt x="117" y="158"/>
                  <ns1:pt x="117" y="158"/>
                </ns1:cubicBezTo>
                <ns1:cubicBezTo>
                  <ns1:pt x="120" y="153"/>
                  <ns1:pt x="123" y="148"/>
                  <ns1:pt x="126" y="142"/>
                </ns1:cubicBezTo>
                <ns1:cubicBezTo>
                  <ns1:pt x="126" y="142"/>
                  <ns1:pt x="126" y="142"/>
                  <ns1:pt x="126" y="142"/>
                </ns1:cubicBezTo>
                <ns1:cubicBezTo>
                  <ns1:pt x="126" y="141"/>
                  <ns1:pt x="126" y="141"/>
                  <ns1:pt x="126" y="140"/>
                </ns1:cubicBezTo>
                <ns1:cubicBezTo>
                  <ns1:pt x="131" y="143"/>
                  <ns1:pt x="136" y="146"/>
                  <ns1:pt x="140" y="149"/>
                </ns1:cubicBezTo>
                <ns1:cubicBezTo>
                  <ns1:pt x="132" y="156"/>
                  <ns1:pt x="122" y="161"/>
                  <ns1:pt x="112" y="164"/>
                </ns1:cubicBezTo>
                <ns1:moveTo>
                  <ns1:pt x="145" y="144"/>
                </ns1:moveTo>
                <ns1:cubicBezTo>
                  <ns1:pt x="141" y="140"/>
                  <ns1:pt x="135" y="136"/>
                  <ns1:pt x="129" y="133"/>
                </ns1:cubicBezTo>
                <ns1:cubicBezTo>
                  <ns1:pt x="129" y="133"/>
                  <ns1:pt x="129" y="132"/>
                  <ns1:pt x="130" y="132"/>
                </ns1:cubicBezTo>
                <ns1:cubicBezTo>
                  <ns1:pt x="131" y="126"/>
                  <ns1:pt x="133" y="119"/>
                  <ns1:pt x="134" y="113"/>
                </ns1:cubicBezTo>
                <ns1:cubicBezTo>
                  <ns1:pt x="134" y="112"/>
                  <ns1:pt x="134" y="111"/>
                  <ns1:pt x="134" y="110"/>
                </ns1:cubicBezTo>
                <ns1:cubicBezTo>
                  <ns1:pt x="135" y="107"/>
                  <ns1:pt x="135" y="105"/>
                  <ns1:pt x="135" y="102"/>
                </ns1:cubicBezTo>
                <ns1:cubicBezTo>
                  <ns1:pt x="135" y="101"/>
                  <ns1:pt x="136" y="100"/>
                  <ns1:pt x="136" y="99"/>
                </ns1:cubicBezTo>
                <ns1:cubicBezTo>
                  <ns1:pt x="136" y="97"/>
                  <ns1:pt x="136" y="94"/>
                  <ns1:pt x="136" y="92"/>
                </ns1:cubicBezTo>
                <ns1:cubicBezTo>
                  <ns1:pt x="168" y="92"/>
                  <ns1:pt x="168" y="92"/>
                  <ns1:pt x="168" y="92"/>
                </ns1:cubicBezTo>
                <ns1:cubicBezTo>
                  <ns1:pt x="167" y="112"/>
                  <ns1:pt x="158" y="130"/>
                  <ns1:pt x="145" y="144"/>
                </ns1:cubicBezTo>
              </ns1:path>
            </ns1:pathLst>
          </ns1:custGeom>
          <ns1:solidFill>
            <ns1:schemeClr val="tx1"/>
          </ns1:solidFill>
          <ns1:ln>
            <ns1:noFill/>
          </ns1:ln>
          <ns1:extLst/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en-US" sz="2700"/>
          </ns1:p>
        </ns0:txBody>
      </ns0:sp>
      <ns0:sp>
        <ns0:nvSpPr>
          <ns0:cNvPr id="19" name="Freeform 16"/>
          <ns0:cNvSpPr>
            <ns1:spLocks noEditPoints="1"/>
          </ns0:cNvSpPr>
          <ns0:nvPr/>
        </ns0:nvSpPr>
        <ns0:spPr bwMode="auto">
          <ns1:xfrm>
            <ns1:off x="1901826" y="2030412"/>
            <ns1:ext cx="569913" cy="571500"/>
          </ns1:xfrm>
          <ns1:custGeom>
            <ns1:avLst/>
            <ns1:gdLst>
              <ns1:gd name="T0" fmla="*/ 0 w 176"/>
              <ns1:gd name="T1" fmla="*/ 104 h 176"/>
              <ns1:gd name="T2" fmla="*/ 144 w 176"/>
              <ns1:gd name="T3" fmla="*/ 104 h 176"/>
              <ns1:gd name="T4" fmla="*/ 50 w 176"/>
              <ns1:gd name="T5" fmla="*/ 44 h 176"/>
              <ns1:gd name="T6" fmla="*/ 32 w 176"/>
              <ns1:gd name="T7" fmla="*/ 55 h 176"/>
              <ns1:gd name="T8" fmla="*/ 26 w 176"/>
              <ns1:gd name="T9" fmla="*/ 60 h 176"/>
              <ns1:gd name="T10" fmla="*/ 32 w 176"/>
              <ns1:gd name="T11" fmla="*/ 100 h 176"/>
              <ns1:gd name="T12" fmla="*/ 26 w 176"/>
              <ns1:gd name="T13" fmla="*/ 60 h 176"/>
              <ns1:gd name="T14" fmla="*/ 32 w 176"/>
              <ns1:gd name="T15" fmla="*/ 108 h 176"/>
              <ns1:gd name="T16" fmla="*/ 26 w 176"/>
              <ns1:gd name="T17" fmla="*/ 148 h 176"/>
              <ns1:gd name="T18" fmla="*/ 32 w 176"/>
              <ns1:gd name="T19" fmla="*/ 153 h 176"/>
              <ns1:gd name="T20" fmla="*/ 50 w 176"/>
              <ns1:gd name="T21" fmla="*/ 164 h 176"/>
              <ns1:gd name="T22" fmla="*/ 68 w 176"/>
              <ns1:gd name="T23" fmla="*/ 167 h 176"/>
              <ns1:gd name="T24" fmla="*/ 68 w 176"/>
              <ns1:gd name="T25" fmla="*/ 140 h 176"/>
              <ns1:gd name="T26" fmla="*/ 68 w 176"/>
              <ns1:gd name="T27" fmla="*/ 132 h 176"/>
              <ns1:gd name="T28" fmla="*/ 40 w 176"/>
              <ns1:gd name="T29" fmla="*/ 108 h 176"/>
              <ns1:gd name="T30" fmla="*/ 68 w 176"/>
              <ns1:gd name="T31" fmla="*/ 132 h 176"/>
              <ns1:gd name="T32" fmla="*/ 40 w 176"/>
              <ns1:gd name="T33" fmla="*/ 100 h 176"/>
              <ns1:gd name="T34" fmla="*/ 68 w 176"/>
              <ns1:gd name="T35" fmla="*/ 76 h 176"/>
              <ns1:gd name="T36" fmla="*/ 68 w 176"/>
              <ns1:gd name="T37" fmla="*/ 68 h 176"/>
              <ns1:gd name="T38" fmla="*/ 68 w 176"/>
              <ns1:gd name="T39" fmla="*/ 41 h 176"/>
              <ns1:gd name="T40" fmla="*/ 112 w 176"/>
              <ns1:gd name="T41" fmla="*/ 55 h 176"/>
              <ns1:gd name="T42" fmla="*/ 94 w 176"/>
              <ns1:gd name="T43" fmla="*/ 44 h 176"/>
              <ns1:gd name="T44" fmla="*/ 76 w 176"/>
              <ns1:gd name="T45" fmla="*/ 41 h 176"/>
              <ns1:gd name="T46" fmla="*/ 76 w 176"/>
              <ns1:gd name="T47" fmla="*/ 68 h 176"/>
              <ns1:gd name="T48" fmla="*/ 76 w 176"/>
              <ns1:gd name="T49" fmla="*/ 76 h 176"/>
              <ns1:gd name="T50" fmla="*/ 104 w 176"/>
              <ns1:gd name="T51" fmla="*/ 100 h 176"/>
              <ns1:gd name="T52" fmla="*/ 76 w 176"/>
              <ns1:gd name="T53" fmla="*/ 76 h 176"/>
              <ns1:gd name="T54" fmla="*/ 104 w 176"/>
              <ns1:gd name="T55" fmla="*/ 108 h 176"/>
              <ns1:gd name="T56" fmla="*/ 76 w 176"/>
              <ns1:gd name="T57" fmla="*/ 132 h 176"/>
              <ns1:gd name="T58" fmla="*/ 76 w 176"/>
              <ns1:gd name="T59" fmla="*/ 167 h 176"/>
              <ns1:gd name="T60" fmla="*/ 97 w 176"/>
              <ns1:gd name="T61" fmla="*/ 144 h 176"/>
              <ns1:gd name="T62" fmla="*/ 94 w 176"/>
              <ns1:gd name="T63" fmla="*/ 164 h 176"/>
              <ns1:gd name="T64" fmla="*/ 112 w 176"/>
              <ns1:gd name="T65" fmla="*/ 153 h 176"/>
              <ns1:gd name="T66" fmla="*/ 118 w 176"/>
              <ns1:gd name="T67" fmla="*/ 148 h 176"/>
              <ns1:gd name="T68" fmla="*/ 112 w 176"/>
              <ns1:gd name="T69" fmla="*/ 108 h 176"/>
              <ns1:gd name="T70" fmla="*/ 118 w 176"/>
              <ns1:gd name="T71" fmla="*/ 148 h 176"/>
              <ns1:gd name="T72" fmla="*/ 107 w 176"/>
              <ns1:gd name="T73" fmla="*/ 68 h 176"/>
              <ns1:gd name="T74" fmla="*/ 136 w 176"/>
              <ns1:gd name="T75" fmla="*/ 100 h 176"/>
              <ns1:gd name="T76" fmla="*/ 104 w 176"/>
              <ns1:gd name="T77" fmla="*/ 0 h 176"/>
              <ns1:gd name="T78" fmla="*/ 66 w 176"/>
              <ns1:gd name="T79" fmla="*/ 24 h 176"/>
              <ns1:gd name="T80" fmla="*/ 82 w 176"/>
              <ns1:gd name="T81" fmla="*/ 12 h 176"/>
              <ns1:gd name="T82" fmla="*/ 83 w 176"/>
              <ns1:gd name="T83" fmla="*/ 25 h 176"/>
              <ns1:gd name="T84" fmla="*/ 100 w 176"/>
              <ns1:gd name="T85" fmla="*/ 29 h 176"/>
              <ns1:gd name="T86" fmla="*/ 108 w 176"/>
              <ns1:gd name="T87" fmla="*/ 9 h 176"/>
              <ns1:gd name="T88" fmla="*/ 113 w 176"/>
              <ns1:gd name="T89" fmla="*/ 35 h 176"/>
              <ns1:gd name="T90" fmla="*/ 131 w 176"/>
              <ns1:gd name="T91" fmla="*/ 39 h 176"/>
              <ns1:gd name="T92" fmla="*/ 147 w 176"/>
              <ns1:gd name="T93" fmla="*/ 76 h 176"/>
              <ns1:gd name="T94" fmla="*/ 151 w 176"/>
              <ns1:gd name="T95" fmla="*/ 115 h 176"/>
              <ns1:gd name="T96" fmla="*/ 176 w 176"/>
              <ns1:gd name="T97" fmla="*/ 72 h 176"/>
              <ns1:gd name="T98" fmla="*/ 126 w 176"/>
              <ns1:gd name="T99" fmla="*/ 12 h 176"/>
              <ns1:gd name="T100" fmla="*/ 136 w 176"/>
              <ns1:gd name="T101" fmla="*/ 28 h 176"/>
              <ns1:gd name="T102" fmla="*/ 144 w 176"/>
              <ns1:gd name="T103" fmla="*/ 68 h 176"/>
              <ns1:gd name="T104" fmla="*/ 150 w 176"/>
              <ns1:gd name="T105" fmla="*/ 28 h 176"/>
              <ns1:gd name="T106" fmla="*/ 144 w 176"/>
              <ns1:gd name="T107" fmla="*/ 68 h 176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  <ns1:cxn ang="0">
                <ns1:pos x="T32" y="T33"/>
              </ns1:cxn>
              <ns1:cxn ang="0">
                <ns1:pos x="T34" y="T35"/>
              </ns1:cxn>
              <ns1:cxn ang="0">
                <ns1:pos x="T36" y="T37"/>
              </ns1:cxn>
              <ns1:cxn ang="0">
                <ns1:pos x="T38" y="T39"/>
              </ns1:cxn>
              <ns1:cxn ang="0">
                <ns1:pos x="T40" y="T41"/>
              </ns1:cxn>
              <ns1:cxn ang="0">
                <ns1:pos x="T42" y="T43"/>
              </ns1:cxn>
              <ns1:cxn ang="0">
                <ns1:pos x="T44" y="T45"/>
              </ns1:cxn>
              <ns1:cxn ang="0">
                <ns1:pos x="T46" y="T47"/>
              </ns1:cxn>
              <ns1:cxn ang="0">
                <ns1:pos x="T48" y="T49"/>
              </ns1:cxn>
              <ns1:cxn ang="0">
                <ns1:pos x="T50" y="T51"/>
              </ns1:cxn>
              <ns1:cxn ang="0">
                <ns1:pos x="T52" y="T53"/>
              </ns1:cxn>
              <ns1:cxn ang="0">
                <ns1:pos x="T54" y="T55"/>
              </ns1:cxn>
              <ns1:cxn ang="0">
                <ns1:pos x="T56" y="T57"/>
              </ns1:cxn>
              <ns1:cxn ang="0">
                <ns1:pos x="T58" y="T59"/>
              </ns1:cxn>
              <ns1:cxn ang="0">
                <ns1:pos x="T60" y="T61"/>
              </ns1:cxn>
              <ns1:cxn ang="0">
                <ns1:pos x="T62" y="T63"/>
              </ns1:cxn>
              <ns1:cxn ang="0">
                <ns1:pos x="T64" y="T65"/>
              </ns1:cxn>
              <ns1:cxn ang="0">
                <ns1:pos x="T66" y="T67"/>
              </ns1:cxn>
              <ns1:cxn ang="0">
                <ns1:pos x="T68" y="T69"/>
              </ns1:cxn>
              <ns1:cxn ang="0">
                <ns1:pos x="T70" y="T71"/>
              </ns1:cxn>
              <ns1:cxn ang="0">
                <ns1:pos x="T72" y="T73"/>
              </ns1:cxn>
              <ns1:cxn ang="0">
                <ns1:pos x="T74" y="T75"/>
              </ns1:cxn>
              <ns1:cxn ang="0">
                <ns1:pos x="T76" y="T77"/>
              </ns1:cxn>
              <ns1:cxn ang="0">
                <ns1:pos x="T78" y="T79"/>
              </ns1:cxn>
              <ns1:cxn ang="0">
                <ns1:pos x="T80" y="T81"/>
              </ns1:cxn>
              <ns1:cxn ang="0">
                <ns1:pos x="T82" y="T83"/>
              </ns1:cxn>
              <ns1:cxn ang="0">
                <ns1:pos x="T84" y="T85"/>
              </ns1:cxn>
              <ns1:cxn ang="0">
                <ns1:pos x="T86" y="T87"/>
              </ns1:cxn>
              <ns1:cxn ang="0">
                <ns1:pos x="T88" y="T89"/>
              </ns1:cxn>
              <ns1:cxn ang="0">
                <ns1:pos x="T90" y="T91"/>
              </ns1:cxn>
              <ns1:cxn ang="0">
                <ns1:pos x="T92" y="T93"/>
              </ns1:cxn>
              <ns1:cxn ang="0">
                <ns1:pos x="T94" y="T95"/>
              </ns1:cxn>
              <ns1:cxn ang="0">
                <ns1:pos x="T96" y="T97"/>
              </ns1:cxn>
              <ns1:cxn ang="0">
                <ns1:pos x="T98" y="T99"/>
              </ns1:cxn>
              <ns1:cxn ang="0">
                <ns1:pos x="T100" y="T101"/>
              </ns1:cxn>
              <ns1:cxn ang="0">
                <ns1:pos x="T102" y="T103"/>
              </ns1:cxn>
              <ns1:cxn ang="0">
                <ns1:pos x="T104" y="T105"/>
              </ns1:cxn>
              <ns1:cxn ang="0">
                <ns1:pos x="T106" y="T107"/>
              </ns1:cxn>
            </ns1:cxnLst>
            <ns1:rect l="0" t="0" r="r" b="b"/>
            <ns1:pathLst>
              <ns1:path w="176" h="176">
                <ns1:moveTo>
                  <ns1:pt x="72" y="32"/>
                </ns1:moveTo>
                <ns1:cubicBezTo>
                  <ns1:pt x="32" y="32"/>
                  <ns1:pt x="0" y="64"/>
                  <ns1:pt x="0" y="104"/>
                </ns1:cubicBezTo>
                <ns1:cubicBezTo>
                  <ns1:pt x="0" y="144"/>
                  <ns1:pt x="32" y="176"/>
                  <ns1:pt x="72" y="176"/>
                </ns1:cubicBezTo>
                <ns1:cubicBezTo>
                  <ns1:pt x="112" y="176"/>
                  <ns1:pt x="144" y="144"/>
                  <ns1:pt x="144" y="104"/>
                </ns1:cubicBezTo>
                <ns1:cubicBezTo>
                  <ns1:pt x="144" y="64"/>
                  <ns1:pt x="112" y="32"/>
                  <ns1:pt x="72" y="32"/>
                </ns1:cubicBezTo>
                <ns1:moveTo>
                  <ns1:pt x="50" y="44"/>
                </ns1:moveTo>
                <ns1:cubicBezTo>
                  <ns1:pt x="46" y="49"/>
                  <ns1:pt x="43" y="54"/>
                  <ns1:pt x="40" y="60"/>
                </ns1:cubicBezTo>
                <ns1:cubicBezTo>
                  <ns1:pt x="37" y="59"/>
                  <ns1:pt x="34" y="57"/>
                  <ns1:pt x="32" y="55"/>
                </ns1:cubicBezTo>
                <ns1:cubicBezTo>
                  <ns1:pt x="37" y="50"/>
                  <ns1:pt x="43" y="47"/>
                  <ns1:pt x="50" y="44"/>
                </ns1:cubicBezTo>
                <ns1:moveTo>
                  <ns1:pt x="26" y="60"/>
                </ns1:moveTo>
                <ns1:cubicBezTo>
                  <ns1:pt x="29" y="63"/>
                  <ns1:pt x="33" y="66"/>
                  <ns1:pt x="37" y="68"/>
                </ns1:cubicBezTo>
                <ns1:cubicBezTo>
                  <ns1:pt x="34" y="77"/>
                  <ns1:pt x="32" y="88"/>
                  <ns1:pt x="32" y="100"/>
                </ns1:cubicBezTo>
                <ns1:cubicBezTo>
                  <ns1:pt x="8" y="100"/>
                  <ns1:pt x="8" y="100"/>
                  <ns1:pt x="8" y="100"/>
                </ns1:cubicBezTo>
                <ns1:cubicBezTo>
                  <ns1:pt x="9" y="84"/>
                  <ns1:pt x="16" y="70"/>
                  <ns1:pt x="26" y="60"/>
                </ns1:cubicBezTo>
                <ns1:moveTo>
                  <ns1:pt x="8" y="108"/>
                </ns1:moveTo>
                <ns1:cubicBezTo>
                  <ns1:pt x="32" y="108"/>
                  <ns1:pt x="32" y="108"/>
                  <ns1:pt x="32" y="108"/>
                </ns1:cubicBezTo>
                <ns1:cubicBezTo>
                  <ns1:pt x="32" y="120"/>
                  <ns1:pt x="34" y="131"/>
                  <ns1:pt x="37" y="140"/>
                </ns1:cubicBezTo>
                <ns1:cubicBezTo>
                  <ns1:pt x="33" y="142"/>
                  <ns1:pt x="29" y="145"/>
                  <ns1:pt x="26" y="148"/>
                </ns1:cubicBezTo>
                <ns1:cubicBezTo>
                  <ns1:pt x="16" y="138"/>
                  <ns1:pt x="9" y="124"/>
                  <ns1:pt x="8" y="108"/>
                </ns1:cubicBezTo>
                <ns1:moveTo>
                  <ns1:pt x="32" y="153"/>
                </ns1:moveTo>
                <ns1:cubicBezTo>
                  <ns1:pt x="34" y="151"/>
                  <ns1:pt x="37" y="149"/>
                  <ns1:pt x="40" y="148"/>
                </ns1:cubicBezTo>
                <ns1:cubicBezTo>
                  <ns1:pt x="43" y="154"/>
                  <ns1:pt x="46" y="159"/>
                  <ns1:pt x="50" y="164"/>
                </ns1:cubicBezTo>
                <ns1:cubicBezTo>
                  <ns1:pt x="43" y="161"/>
                  <ns1:pt x="37" y="158"/>
                  <ns1:pt x="32" y="153"/>
                </ns1:cubicBezTo>
                <ns1:moveTo>
                  <ns1:pt x="68" y="167"/>
                </ns1:moveTo>
                <ns1:cubicBezTo>
                  <ns1:pt x="60" y="165"/>
                  <ns1:pt x="52" y="157"/>
                  <ns1:pt x="47" y="144"/>
                </ns1:cubicBezTo>
                <ns1:cubicBezTo>
                  <ns1:pt x="53" y="142"/>
                  <ns1:pt x="61" y="141"/>
                  <ns1:pt x="68" y="140"/>
                </ns1:cubicBezTo>
                <ns1:lnTo>
                  <ns1:pt x="68" y="167"/>
                </ns1:lnTo>
                <ns1:close/>
                <ns1:moveTo>
                  <ns1:pt x="68" y="132"/>
                </ns1:moveTo>
                <ns1:cubicBezTo>
                  <ns1:pt x="60" y="133"/>
                  <ns1:pt x="52" y="134"/>
                  <ns1:pt x="45" y="137"/>
                </ns1:cubicBezTo>
                <ns1:cubicBezTo>
                  <ns1:pt x="42" y="128"/>
                  <ns1:pt x="40" y="119"/>
                  <ns1:pt x="40" y="108"/>
                </ns1:cubicBezTo>
                <ns1:cubicBezTo>
                  <ns1:pt x="68" y="108"/>
                  <ns1:pt x="68" y="108"/>
                  <ns1:pt x="68" y="108"/>
                </ns1:cubicBezTo>
                <ns1:lnTo>
                  <ns1:pt x="68" y="132"/>
                </ns1:lnTo>
                <ns1:close/>
                <ns1:moveTo>
                  <ns1:pt x="68" y="100"/>
                </ns1:moveTo>
                <ns1:cubicBezTo>
                  <ns1:pt x="40" y="100"/>
                  <ns1:pt x="40" y="100"/>
                  <ns1:pt x="40" y="100"/>
                </ns1:cubicBezTo>
                <ns1:cubicBezTo>
                  <ns1:pt x="40" y="89"/>
                  <ns1:pt x="42" y="80"/>
                  <ns1:pt x="45" y="71"/>
                </ns1:cubicBezTo>
                <ns1:cubicBezTo>
                  <ns1:pt x="52" y="74"/>
                  <ns1:pt x="60" y="75"/>
                  <ns1:pt x="68" y="76"/>
                </ns1:cubicBezTo>
                <ns1:lnTo>
                  <ns1:pt x="68" y="100"/>
                </ns1:lnTo>
                <ns1:close/>
                <ns1:moveTo>
                  <ns1:pt x="68" y="68"/>
                </ns1:moveTo>
                <ns1:cubicBezTo>
                  <ns1:pt x="61" y="67"/>
                  <ns1:pt x="53" y="66"/>
                  <ns1:pt x="47" y="64"/>
                </ns1:cubicBezTo>
                <ns1:cubicBezTo>
                  <ns1:pt x="52" y="51"/>
                  <ns1:pt x="60" y="43"/>
                  <ns1:pt x="68" y="41"/>
                </ns1:cubicBezTo>
                <ns1:lnTo>
                  <ns1:pt x="68" y="68"/>
                </ns1:lnTo>
                <ns1:close/>
                <ns1:moveTo>
                  <ns1:pt x="112" y="55"/>
                </ns1:moveTo>
                <ns1:cubicBezTo>
                  <ns1:pt x="110" y="57"/>
                  <ns1:pt x="107" y="59"/>
                  <ns1:pt x="104" y="60"/>
                </ns1:cubicBezTo>
                <ns1:cubicBezTo>
                  <ns1:pt x="101" y="54"/>
                  <ns1:pt x="98" y="49"/>
                  <ns1:pt x="94" y="44"/>
                </ns1:cubicBezTo>
                <ns1:cubicBezTo>
                  <ns1:pt x="101" y="47"/>
                  <ns1:pt x="107" y="50"/>
                  <ns1:pt x="112" y="55"/>
                </ns1:cubicBezTo>
                <ns1:moveTo>
                  <ns1:pt x="76" y="41"/>
                </ns1:moveTo>
                <ns1:cubicBezTo>
                  <ns1:pt x="84" y="43"/>
                  <ns1:pt x="92" y="51"/>
                  <ns1:pt x="97" y="64"/>
                </ns1:cubicBezTo>
                <ns1:cubicBezTo>
                  <ns1:pt x="91" y="66"/>
                  <ns1:pt x="83" y="67"/>
                  <ns1:pt x="76" y="68"/>
                </ns1:cubicBezTo>
                <ns1:lnTo>
                  <ns1:pt x="76" y="41"/>
                </ns1:lnTo>
                <ns1:close/>
                <ns1:moveTo>
                  <ns1:pt x="76" y="76"/>
                </ns1:moveTo>
                <ns1:cubicBezTo>
                  <ns1:pt x="84" y="75"/>
                  <ns1:pt x="92" y="74"/>
                  <ns1:pt x="99" y="71"/>
                </ns1:cubicBezTo>
                <ns1:cubicBezTo>
                  <ns1:pt x="102" y="80"/>
                  <ns1:pt x="104" y="89"/>
                  <ns1:pt x="104" y="100"/>
                </ns1:cubicBezTo>
                <ns1:cubicBezTo>
                  <ns1:pt x="76" y="100"/>
                  <ns1:pt x="76" y="100"/>
                  <ns1:pt x="76" y="100"/>
                </ns1:cubicBezTo>
                <ns1:lnTo>
                  <ns1:pt x="76" y="76"/>
                </ns1:lnTo>
                <ns1:close/>
                <ns1:moveTo>
                  <ns1:pt x="76" y="108"/>
                </ns1:moveTo>
                <ns1:cubicBezTo>
                  <ns1:pt x="104" y="108"/>
                  <ns1:pt x="104" y="108"/>
                  <ns1:pt x="104" y="108"/>
                </ns1:cubicBezTo>
                <ns1:cubicBezTo>
                  <ns1:pt x="104" y="119"/>
                  <ns1:pt x="102" y="128"/>
                  <ns1:pt x="99" y="137"/>
                </ns1:cubicBezTo>
                <ns1:cubicBezTo>
                  <ns1:pt x="92" y="134"/>
                  <ns1:pt x="84" y="133"/>
                  <ns1:pt x="76" y="132"/>
                </ns1:cubicBezTo>
                <ns1:lnTo>
                  <ns1:pt x="76" y="108"/>
                </ns1:lnTo>
                <ns1:close/>
                <ns1:moveTo>
                  <ns1:pt x="76" y="167"/>
                </ns1:moveTo>
                <ns1:cubicBezTo>
                  <ns1:pt x="76" y="140"/>
                  <ns1:pt x="76" y="140"/>
                  <ns1:pt x="76" y="140"/>
                </ns1:cubicBezTo>
                <ns1:cubicBezTo>
                  <ns1:pt x="83" y="141"/>
                  <ns1:pt x="91" y="142"/>
                  <ns1:pt x="97" y="144"/>
                </ns1:cubicBezTo>
                <ns1:cubicBezTo>
                  <ns1:pt x="92" y="157"/>
                  <ns1:pt x="84" y="165"/>
                  <ns1:pt x="76" y="167"/>
                </ns1:cubicBezTo>
                <ns1:moveTo>
                  <ns1:pt x="94" y="164"/>
                </ns1:moveTo>
                <ns1:cubicBezTo>
                  <ns1:pt x="98" y="159"/>
                  <ns1:pt x="101" y="154"/>
                  <ns1:pt x="104" y="148"/>
                </ns1:cubicBezTo>
                <ns1:cubicBezTo>
                  <ns1:pt x="107" y="149"/>
                  <ns1:pt x="110" y="151"/>
                  <ns1:pt x="112" y="153"/>
                </ns1:cubicBezTo>
                <ns1:cubicBezTo>
                  <ns1:pt x="107" y="158"/>
                  <ns1:pt x="101" y="161"/>
                  <ns1:pt x="94" y="164"/>
                </ns1:cubicBezTo>
                <ns1:moveTo>
                  <ns1:pt x="118" y="148"/>
                </ns1:moveTo>
                <ns1:cubicBezTo>
                  <ns1:pt x="115" y="145"/>
                  <ns1:pt x="111" y="142"/>
                  <ns1:pt x="107" y="140"/>
                </ns1:cubicBezTo>
                <ns1:cubicBezTo>
                  <ns1:pt x="110" y="131"/>
                  <ns1:pt x="112" y="120"/>
                  <ns1:pt x="112" y="108"/>
                </ns1:cubicBezTo>
                <ns1:cubicBezTo>
                  <ns1:pt x="136" y="108"/>
                  <ns1:pt x="136" y="108"/>
                  <ns1:pt x="136" y="108"/>
                </ns1:cubicBezTo>
                <ns1:cubicBezTo>
                  <ns1:pt x="135" y="124"/>
                  <ns1:pt x="128" y="138"/>
                  <ns1:pt x="118" y="148"/>
                </ns1:cubicBezTo>
                <ns1:moveTo>
                  <ns1:pt x="112" y="100"/>
                </ns1:moveTo>
                <ns1:cubicBezTo>
                  <ns1:pt x="112" y="88"/>
                  <ns1:pt x="110" y="77"/>
                  <ns1:pt x="107" y="68"/>
                </ns1:cubicBezTo>
                <ns1:cubicBezTo>
                  <ns1:pt x="111" y="66"/>
                  <ns1:pt x="115" y="63"/>
                  <ns1:pt x="118" y="60"/>
                </ns1:cubicBezTo>
                <ns1:cubicBezTo>
                  <ns1:pt x="128" y="70"/>
                  <ns1:pt x="135" y="84"/>
                  <ns1:pt x="136" y="100"/>
                </ns1:cubicBezTo>
                <ns1:lnTo>
                  <ns1:pt x="112" y="100"/>
                </ns1:lnTo>
                <ns1:close/>
                <ns1:moveTo>
                  <ns1:pt x="104" y="0"/>
                </ns1:moveTo>
                <ns1:cubicBezTo>
                  <ns1:pt x="81" y="0"/>
                  <ns1:pt x="60" y="11"/>
                  <ns1:pt x="47" y="28"/>
                </ns1:cubicBezTo>
                <ns1:cubicBezTo>
                  <ns1:pt x="53" y="26"/>
                  <ns1:pt x="59" y="25"/>
                  <ns1:pt x="66" y="24"/>
                </ns1:cubicBezTo>
                <ns1:cubicBezTo>
                  <ns1:pt x="65" y="24"/>
                  <ns1:pt x="64" y="23"/>
                  <ns1:pt x="64" y="23"/>
                </ns1:cubicBezTo>
                <ns1:cubicBezTo>
                  <ns1:pt x="69" y="18"/>
                  <ns1:pt x="75" y="15"/>
                  <ns1:pt x="82" y="12"/>
                </ns1:cubicBezTo>
                <ns1:cubicBezTo>
                  <ns1:pt x="79" y="15"/>
                  <ns1:pt x="76" y="20"/>
                  <ns1:pt x="74" y="24"/>
                </ns1:cubicBezTo>
                <ns1:cubicBezTo>
                  <ns1:pt x="77" y="24"/>
                  <ns1:pt x="80" y="24"/>
                  <ns1:pt x="83" y="25"/>
                </ns1:cubicBezTo>
                <ns1:cubicBezTo>
                  <ns1:pt x="87" y="16"/>
                  <ns1:pt x="93" y="10"/>
                  <ns1:pt x="100" y="9"/>
                </ns1:cubicBezTo>
                <ns1:cubicBezTo>
                  <ns1:pt x="100" y="29"/>
                  <ns1:pt x="100" y="29"/>
                  <ns1:pt x="100" y="29"/>
                </ns1:cubicBezTo>
                <ns1:cubicBezTo>
                  <ns1:pt x="103" y="30"/>
                  <ns1:pt x="105" y="31"/>
                  <ns1:pt x="108" y="33"/>
                </ns1:cubicBezTo>
                <ns1:cubicBezTo>
                  <ns1:pt x="108" y="9"/>
                  <ns1:pt x="108" y="9"/>
                  <ns1:pt x="108" y="9"/>
                </ns1:cubicBezTo>
                <ns1:cubicBezTo>
                  <ns1:pt x="116" y="11"/>
                  <ns1:pt x="124" y="19"/>
                  <ns1:pt x="129" y="32"/>
                </ns1:cubicBezTo>
                <ns1:cubicBezTo>
                  <ns1:pt x="124" y="33"/>
                  <ns1:pt x="119" y="35"/>
                  <ns1:pt x="113" y="35"/>
                </ns1:cubicBezTo>
                <ns1:cubicBezTo>
                  <ns1:pt x="116" y="37"/>
                  <ns1:pt x="119" y="39"/>
                  <ns1:pt x="122" y="42"/>
                </ns1:cubicBezTo>
                <ns1:cubicBezTo>
                  <ns1:pt x="125" y="41"/>
                  <ns1:pt x="128" y="40"/>
                  <ns1:pt x="131" y="39"/>
                </ns1:cubicBezTo>
                <ns1:cubicBezTo>
                  <ns1:pt x="133" y="44"/>
                  <ns1:pt x="134" y="49"/>
                  <ns1:pt x="135" y="54"/>
                </ns1:cubicBezTo>
                <ns1:cubicBezTo>
                  <ns1:pt x="140" y="61"/>
                  <ns1:pt x="144" y="68"/>
                  <ns1:pt x="147" y="76"/>
                </ns1:cubicBezTo>
                <ns1:cubicBezTo>
                  <ns1:pt x="168" y="76"/>
                  <ns1:pt x="168" y="76"/>
                  <ns1:pt x="168" y="76"/>
                </ns1:cubicBezTo>
                <ns1:cubicBezTo>
                  <ns1:pt x="167" y="91"/>
                  <ns1:pt x="161" y="105"/>
                  <ns1:pt x="151" y="115"/>
                </ns1:cubicBezTo>
                <ns1:cubicBezTo>
                  <ns1:pt x="150" y="120"/>
                  <ns1:pt x="149" y="124"/>
                  <ns1:pt x="148" y="129"/>
                </ns1:cubicBezTo>
                <ns1:cubicBezTo>
                  <ns1:pt x="165" y="116"/>
                  <ns1:pt x="176" y="95"/>
                  <ns1:pt x="176" y="72"/>
                </ns1:cubicBezTo>
                <ns1:cubicBezTo>
                  <ns1:pt x="176" y="32"/>
                  <ns1:pt x="144" y="0"/>
                  <ns1:pt x="104" y="0"/>
                </ns1:cubicBezTo>
                <ns1:moveTo>
                  <ns1:pt x="126" y="12"/>
                </ns1:moveTo>
                <ns1:cubicBezTo>
                  <ns1:pt x="133" y="15"/>
                  <ns1:pt x="139" y="18"/>
                  <ns1:pt x="144" y="23"/>
                </ns1:cubicBezTo>
                <ns1:cubicBezTo>
                  <ns1:pt x="142" y="25"/>
                  <ns1:pt x="139" y="27"/>
                  <ns1:pt x="136" y="28"/>
                </ns1:cubicBezTo>
                <ns1:cubicBezTo>
                  <ns1:pt x="133" y="22"/>
                  <ns1:pt x="130" y="17"/>
                  <ns1:pt x="126" y="12"/>
                </ns1:cubicBezTo>
                <ns1:moveTo>
                  <ns1:pt x="144" y="68"/>
                </ns1:moveTo>
                <ns1:cubicBezTo>
                  <ns1:pt x="144" y="56"/>
                  <ns1:pt x="142" y="45"/>
                  <ns1:pt x="139" y="36"/>
                </ns1:cubicBezTo>
                <ns1:cubicBezTo>
                  <ns1:pt x="143" y="34"/>
                  <ns1:pt x="147" y="31"/>
                  <ns1:pt x="150" y="28"/>
                </ns1:cubicBezTo>
                <ns1:cubicBezTo>
                  <ns1:pt x="160" y="38"/>
                  <ns1:pt x="167" y="52"/>
                  <ns1:pt x="168" y="68"/>
                </ns1:cubicBezTo>
                <ns1:lnTo>
                  <ns1:pt x="144" y="68"/>
                </ns1:lnTo>
                <ns1:close/>
              </ns1:path>
            </ns1:pathLst>
          </ns1:custGeom>
          <ns1:solidFill>
            <ns1:schemeClr val="tx1"/>
          </ns1:solidFill>
          <ns1:ln>
            <ns1:noFill/>
          </ns1:ln>
          <ns1:extLst/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en-US" sz="2700"/>
          </ns1:p>
        </ns0:txBody>
      </ns0:sp>
      <ns0:sp>
        <ns0:nvSpPr>
          <ns0:cNvPr id="20" name="Freeform 17"/>
          <ns0:cNvSpPr>
            <ns1:spLocks noEditPoints="1"/>
          </ns0:cNvSpPr>
          <ns0:nvPr/>
        </ns0:nvSpPr>
        <ns0:spPr bwMode="auto">
          <ns1:xfrm>
            <ns1:off x="2989264" y="2030412"/>
            <ns1:ext cx="568325" cy="571500"/>
          </ns1:xfrm>
          <ns1:custGeom>
            <ns1:avLst/>
            <ns1:gdLst>
              <ns1:gd name="T0" fmla="*/ 80 w 176"/>
              <ns1:gd name="T1" fmla="*/ 95 h 176"/>
              <ns1:gd name="T2" fmla="*/ 75 w 176"/>
              <ns1:gd name="T3" fmla="*/ 132 h 176"/>
              <ns1:gd name="T4" fmla="*/ 88 w 176"/>
              <ns1:gd name="T5" fmla="*/ 148 h 176"/>
              <ns1:gd name="T6" fmla="*/ 98 w 176"/>
              <ns1:gd name="T7" fmla="*/ 105 h 176"/>
              <ns1:gd name="T8" fmla="*/ 132 w 176"/>
              <ns1:gd name="T9" fmla="*/ 113 h 176"/>
              <ns1:gd name="T10" fmla="*/ 132 w 176"/>
              <ns1:gd name="T11" fmla="*/ 105 h 176"/>
              <ns1:gd name="T12" fmla="*/ 85 w 176"/>
              <ns1:gd name="T13" fmla="*/ 65 h 176"/>
              <ns1:gd name="T14" fmla="*/ 84 w 176"/>
              <ns1:gd name="T15" fmla="*/ 48 h 176"/>
              <ns1:gd name="T16" fmla="*/ 76 w 176"/>
              <ns1:gd name="T17" fmla="*/ 46 h 176"/>
              <ns1:gd name="T18" fmla="*/ 66 w 176"/>
              <ns1:gd name="T19" fmla="*/ 37 h 176"/>
              <ns1:gd name="T20" fmla="*/ 42 w 176"/>
              <ns1:gd name="T21" fmla="*/ 33 h 176"/>
              <ns1:gd name="T22" fmla="*/ 31 w 176"/>
              <ns1:gd name="T23" fmla="*/ 79 h 176"/>
              <ns1:gd name="T24" fmla="*/ 56 w 176"/>
              <ns1:gd name="T25" fmla="*/ 94 h 176"/>
              <ns1:gd name="T26" fmla="*/ 62 w 176"/>
              <ns1:gd name="T27" fmla="*/ 82 h 176"/>
              <ns1:gd name="T28" fmla="*/ 88 w 176"/>
              <ns1:gd name="T29" fmla="*/ 0 h 176"/>
              <ns1:gd name="T30" fmla="*/ 88 w 176"/>
              <ns1:gd name="T31" fmla="*/ 176 h 176"/>
              <ns1:gd name="T32" fmla="*/ 88 w 176"/>
              <ns1:gd name="T33" fmla="*/ 0 h 176"/>
              <ns1:gd name="T34" fmla="*/ 8 w 176"/>
              <ns1:gd name="T35" fmla="*/ 88 h 176"/>
              <ns1:gd name="T36" fmla="*/ 168 w 176"/>
              <ns1:gd name="T37" fmla="*/ 88 h 176"/>
              <ns1:gd name="T38" fmla="*/ 160 w 176"/>
              <ns1:gd name="T39" fmla="*/ 81 h 176"/>
              <ns1:gd name="T40" fmla="*/ 159 w 176"/>
              <ns1:gd name="T41" fmla="*/ 75 h 176"/>
              <ns1:gd name="T42" fmla="*/ 157 w 176"/>
              <ns1:gd name="T43" fmla="*/ 68 h 176"/>
              <ns1:gd name="T44" fmla="*/ 155 w 176"/>
              <ns1:gd name="T45" fmla="*/ 60 h 176"/>
              <ns1:gd name="T46" fmla="*/ 152 w 176"/>
              <ns1:gd name="T47" fmla="*/ 55 h 176"/>
              <ns1:gd name="T48" fmla="*/ 149 w 176"/>
              <ns1:gd name="T49" fmla="*/ 50 h 176"/>
              <ns1:gd name="T50" fmla="*/ 146 w 176"/>
              <ns1:gd name="T51" fmla="*/ 45 h 176"/>
              <ns1:gd name="T52" fmla="*/ 136 w 176"/>
              <ns1:gd name="T53" fmla="*/ 34 h 176"/>
              <ns1:gd name="T54" fmla="*/ 132 w 176"/>
              <ns1:gd name="T55" fmla="*/ 31 h 176"/>
              <ns1:gd name="T56" fmla="*/ 106 w 176"/>
              <ns1:gd name="T57" fmla="*/ 29 h 176"/>
              <ns1:gd name="T58" fmla="*/ 110 w 176"/>
              <ns1:gd name="T59" fmla="*/ 48 h 176"/>
              <ns1:gd name="T60" fmla="*/ 132 w 176"/>
              <ns1:gd name="T61" fmla="*/ 56 h 176"/>
              <ns1:gd name="T62" fmla="*/ 144 w 176"/>
              <ns1:gd name="T63" fmla="*/ 99 h 176"/>
              <ns1:gd name="T64" fmla="*/ 158 w 176"/>
              <ns1:gd name="T65" fmla="*/ 103 h 176"/>
              <ns1:gd name="T66" fmla="*/ 159 w 176"/>
              <ns1:gd name="T67" fmla="*/ 97 h 176"/>
              <ns1:gd name="T68" fmla="*/ 160 w 176"/>
              <ns1:gd name="T69" fmla="*/ 88 h 176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  <ns1:cxn ang="0">
                <ns1:pos x="T32" y="T33"/>
              </ns1:cxn>
              <ns1:cxn ang="0">
                <ns1:pos x="T34" y="T35"/>
              </ns1:cxn>
              <ns1:cxn ang="0">
                <ns1:pos x="T36" y="T37"/>
              </ns1:cxn>
              <ns1:cxn ang="0">
                <ns1:pos x="T38" y="T39"/>
              </ns1:cxn>
              <ns1:cxn ang="0">
                <ns1:pos x="T40" y="T41"/>
              </ns1:cxn>
              <ns1:cxn ang="0">
                <ns1:pos x="T42" y="T43"/>
              </ns1:cxn>
              <ns1:cxn ang="0">
                <ns1:pos x="T44" y="T45"/>
              </ns1:cxn>
              <ns1:cxn ang="0">
                <ns1:pos x="T46" y="T47"/>
              </ns1:cxn>
              <ns1:cxn ang="0">
                <ns1:pos x="T48" y="T49"/>
              </ns1:cxn>
              <ns1:cxn ang="0">
                <ns1:pos x="T50" y="T51"/>
              </ns1:cxn>
              <ns1:cxn ang="0">
                <ns1:pos x="T52" y="T53"/>
              </ns1:cxn>
              <ns1:cxn ang="0">
                <ns1:pos x="T54" y="T55"/>
              </ns1:cxn>
              <ns1:cxn ang="0">
                <ns1:pos x="T56" y="T57"/>
              </ns1:cxn>
              <ns1:cxn ang="0">
                <ns1:pos x="T58" y="T59"/>
              </ns1:cxn>
              <ns1:cxn ang="0">
                <ns1:pos x="T60" y="T61"/>
              </ns1:cxn>
              <ns1:cxn ang="0">
                <ns1:pos x="T62" y="T63"/>
              </ns1:cxn>
              <ns1:cxn ang="0">
                <ns1:pos x="T64" y="T65"/>
              </ns1:cxn>
              <ns1:cxn ang="0">
                <ns1:pos x="T66" y="T67"/>
              </ns1:cxn>
              <ns1:cxn ang="0">
                <ns1:pos x="T68" y="T69"/>
              </ns1:cxn>
            </ns1:cxnLst>
            <ns1:rect l="0" t="0" r="r" b="b"/>
            <ns1:pathLst>
              <ns1:path w="176" h="176">
                <ns1:moveTo>
                  <ns1:pt x="98" y="105"/>
                </ns1:moveTo>
                <ns1:cubicBezTo>
                  <ns1:pt x="90" y="98"/>
                  <ns1:pt x="91" y="95"/>
                  <ns1:pt x="80" y="95"/>
                </ns1:cubicBezTo>
                <ns1:cubicBezTo>
                  <ns1:pt x="69" y="95"/>
                  <ns1:pt x="62" y="97"/>
                  <ns1:pt x="65" y="112"/>
                </ns1:cubicBezTo>
                <ns1:cubicBezTo>
                  <ns1:pt x="68" y="127"/>
                  <ns1:pt x="76" y="121"/>
                  <ns1:pt x="75" y="132"/>
                </ns1:cubicBezTo>
                <ns1:cubicBezTo>
                  <ns1:pt x="74" y="144"/>
                  <ns1:pt x="77" y="146"/>
                  <ns1:pt x="79" y="149"/>
                </ns1:cubicBezTo>
                <ns1:cubicBezTo>
                  <ns1:pt x="81" y="152"/>
                  <ns1:pt x="86" y="160"/>
                  <ns1:pt x="88" y="148"/>
                </ns1:cubicBezTo>
                <ns1:cubicBezTo>
                  <ns1:pt x="90" y="137"/>
                  <ns1:pt x="94" y="131"/>
                  <ns1:pt x="98" y="125"/>
                </ns1:cubicBezTo>
                <ns1:cubicBezTo>
                  <ns1:pt x="102" y="120"/>
                  <ns1:pt x="107" y="113"/>
                  <ns1:pt x="98" y="105"/>
                </ns1:cubicBezTo>
                <ns1:moveTo>
                  <ns1:pt x="132" y="105"/>
                </ns1:moveTo>
                <ns1:cubicBezTo>
                  <ns1:pt x="130" y="107"/>
                  <ns1:pt x="130" y="110"/>
                  <ns1:pt x="132" y="113"/>
                </ns1:cubicBezTo>
                <ns1:cubicBezTo>
                  <ns1:pt x="134" y="115"/>
                  <ns1:pt x="139" y="117"/>
                  <ns1:pt x="141" y="113"/>
                </ns1:cubicBezTo>
                <ns1:cubicBezTo>
                  <ns1:pt x="142" y="108"/>
                  <ns1:pt x="135" y="103"/>
                  <ns1:pt x="132" y="105"/>
                </ns1:cubicBezTo>
                <ns1:moveTo>
                  <ns1:pt x="69" y="79"/>
                </ns1:moveTo>
                <ns1:cubicBezTo>
                  <ns1:pt x="69" y="73"/>
                  <ns1:pt x="78" y="67"/>
                  <ns1:pt x="85" y="65"/>
                </ns1:cubicBezTo>
                <ns1:cubicBezTo>
                  <ns1:pt x="91" y="62"/>
                  <ns1:pt x="97" y="61"/>
                  <ns1:pt x="96" y="56"/>
                </ns1:cubicBezTo>
                <ns1:cubicBezTo>
                  <ns1:pt x="95" y="51"/>
                  <ns1:pt x="93" y="48"/>
                  <ns1:pt x="84" y="48"/>
                </ns1:cubicBezTo>
                <ns1:cubicBezTo>
                  <ns1:pt x="74" y="48"/>
                  <ns1:pt x="78" y="61"/>
                  <ns1:pt x="70" y="53"/>
                </ns1:cubicBezTo>
                <ns1:cubicBezTo>
                  <ns1:pt x="62" y="45"/>
                  <ns1:pt x="72" y="47"/>
                  <ns1:pt x="76" y="46"/>
                </ns1:cubicBezTo>
                <ns1:cubicBezTo>
                  <ns1:pt x="80" y="44"/>
                  <ns1:pt x="84" y="37"/>
                  <ns1:pt x="77" y="36"/>
                </ns1:cubicBezTo>
                <ns1:cubicBezTo>
                  <ns1:pt x="70" y="36"/>
                  <ns1:pt x="71" y="39"/>
                  <ns1:pt x="66" y="37"/>
                </ns1:cubicBezTo>
                <ns1:cubicBezTo>
                  <ns1:pt x="60" y="35"/>
                  <ns1:pt x="58" y="44"/>
                  <ns1:pt x="54" y="43"/>
                </ns1:cubicBezTo>
                <ns1:cubicBezTo>
                  <ns1:pt x="52" y="42"/>
                  <ns1:pt x="46" y="38"/>
                  <ns1:pt x="42" y="33"/>
                </ns1:cubicBezTo>
                <ns1:cubicBezTo>
                  <ns1:pt x="33" y="40"/>
                  <ns1:pt x="27" y="49"/>
                  <ns1:pt x="22" y="59"/>
                </ns1:cubicBezTo>
                <ns1:cubicBezTo>
                  <ns1:pt x="23" y="72"/>
                  <ns1:pt x="31" y="79"/>
                  <ns1:pt x="31" y="79"/>
                </ns1:cubicBezTo>
                <ns1:cubicBezTo>
                  <ns1:pt x="31" y="79"/>
                  <ns1:pt x="35" y="88"/>
                  <ns1:pt x="57" y="99"/>
                </ns1:cubicBezTo>
                <ns1:cubicBezTo>
                  <ns1:pt x="57" y="99"/>
                  <ns1:pt x="61" y="99"/>
                  <ns1:pt x="56" y="94"/>
                </ns1:cubicBezTo>
                <ns1:cubicBezTo>
                  <ns1:pt x="51" y="89"/>
                  <ns1:pt x="46" y="83"/>
                  <ns1:pt x="52" y="79"/>
                </ns1:cubicBezTo>
                <ns1:cubicBezTo>
                  <ns1:pt x="58" y="76"/>
                  <ns1:pt x="60" y="76"/>
                  <ns1:pt x="62" y="82"/>
                </ns1:cubicBezTo>
                <ns1:cubicBezTo>
                  <ns1:pt x="63" y="88"/>
                  <ns1:pt x="68" y="85"/>
                  <ns1:pt x="69" y="79"/>
                </ns1:cubicBezTo>
                <ns1:moveTo>
                  <ns1:pt x="88" y="0"/>
                </ns1:moveTo>
                <ns1:cubicBezTo>
                  <ns1:pt x="39" y="0"/>
                  <ns1:pt x="0" y="39"/>
                  <ns1:pt x="0" y="88"/>
                </ns1:cubicBezTo>
                <ns1:cubicBezTo>
                  <ns1:pt x="0" y="137"/>
                  <ns1:pt x="39" y="176"/>
                  <ns1:pt x="88" y="176"/>
                </ns1:cubicBezTo>
                <ns1:cubicBezTo>
                  <ns1:pt x="137" y="176"/>
                  <ns1:pt x="176" y="137"/>
                  <ns1:pt x="176" y="88"/>
                </ns1:cubicBezTo>
                <ns1:cubicBezTo>
                  <ns1:pt x="176" y="39"/>
                  <ns1:pt x="137" y="0"/>
                  <ns1:pt x="88" y="0"/>
                </ns1:cubicBezTo>
                <ns1:moveTo>
                  <ns1:pt x="88" y="168"/>
                </ns1:moveTo>
                <ns1:cubicBezTo>
                  <ns1:pt x="44" y="168"/>
                  <ns1:pt x="8" y="132"/>
                  <ns1:pt x="8" y="88"/>
                </ns1:cubicBezTo>
                <ns1:cubicBezTo>
                  <ns1:pt x="8" y="44"/>
                  <ns1:pt x="44" y="8"/>
                  <ns1:pt x="88" y="8"/>
                </ns1:cubicBezTo>
                <ns1:cubicBezTo>
                  <ns1:pt x="132" y="8"/>
                  <ns1:pt x="168" y="44"/>
                  <ns1:pt x="168" y="88"/>
                </ns1:cubicBezTo>
                <ns1:cubicBezTo>
                  <ns1:pt x="168" y="132"/>
                  <ns1:pt x="132" y="168"/>
                  <ns1:pt x="88" y="168"/>
                </ns1:cubicBezTo>
                <ns1:moveTo>
                  <ns1:pt x="160" y="81"/>
                </ns1:moveTo>
                <ns1:cubicBezTo>
                  <ns1:pt x="160" y="81"/>
                  <ns1:pt x="160" y="80"/>
                  <ns1:pt x="159" y="79"/>
                </ns1:cubicBezTo>
                <ns1:cubicBezTo>
                  <ns1:pt x="159" y="78"/>
                  <ns1:pt x="159" y="76"/>
                  <ns1:pt x="159" y="75"/>
                </ns1:cubicBezTo>
                <ns1:cubicBezTo>
                  <ns1:pt x="159" y="74"/>
                  <ns1:pt x="158" y="73"/>
                  <ns1:pt x="158" y="72"/>
                </ns1:cubicBezTo>
                <ns1:cubicBezTo>
                  <ns1:pt x="158" y="71"/>
                  <ns1:pt x="158" y="70"/>
                  <ns1:pt x="157" y="68"/>
                </ns1:cubicBezTo>
                <ns1:cubicBezTo>
                  <ns1:pt x="157" y="67"/>
                  <ns1:pt x="157" y="67"/>
                  <ns1:pt x="157" y="66"/>
                </ns1:cubicBezTo>
                <ns1:cubicBezTo>
                  <ns1:pt x="156" y="64"/>
                  <ns1:pt x="155" y="62"/>
                  <ns1:pt x="155" y="60"/>
                </ns1:cubicBezTo>
                <ns1:cubicBezTo>
                  <ns1:pt x="154" y="60"/>
                  <ns1:pt x="154" y="59"/>
                  <ns1:pt x="153" y="58"/>
                </ns1:cubicBezTo>
                <ns1:cubicBezTo>
                  <ns1:pt x="153" y="57"/>
                  <ns1:pt x="152" y="56"/>
                  <ns1:pt x="152" y="55"/>
                </ns1:cubicBezTo>
                <ns1:cubicBezTo>
                  <ns1:pt x="151" y="54"/>
                  <ns1:pt x="151" y="53"/>
                  <ns1:pt x="150" y="52"/>
                </ns1:cubicBezTo>
                <ns1:cubicBezTo>
                  <ns1:pt x="150" y="51"/>
                  <ns1:pt x="149" y="50"/>
                  <ns1:pt x="149" y="50"/>
                </ns1:cubicBezTo>
                <ns1:cubicBezTo>
                  <ns1:pt x="148" y="49"/>
                  <ns1:pt x="148" y="48"/>
                  <ns1:pt x="147" y="47"/>
                </ns1:cubicBezTo>
                <ns1:cubicBezTo>
                  <ns1:pt x="147" y="46"/>
                  <ns1:pt x="146" y="46"/>
                  <ns1:pt x="146" y="45"/>
                </ns1:cubicBezTo>
                <ns1:cubicBezTo>
                  <ns1:pt x="143" y="41"/>
                  <ns1:pt x="140" y="38"/>
                  <ns1:pt x="136" y="35"/>
                </ns1:cubicBezTo>
                <ns1:cubicBezTo>
                  <ns1:pt x="136" y="35"/>
                  <ns1:pt x="136" y="34"/>
                  <ns1:pt x="136" y="34"/>
                </ns1:cubicBezTo>
                <ns1:cubicBezTo>
                  <ns1:pt x="134" y="33"/>
                  <ns1:pt x="133" y="32"/>
                  <ns1:pt x="132" y="31"/>
                </ns1:cubicBezTo>
                <ns1:cubicBezTo>
                  <ns1:pt x="132" y="31"/>
                  <ns1:pt x="132" y="31"/>
                  <ns1:pt x="132" y="31"/>
                </ns1:cubicBezTo>
                <ns1:cubicBezTo>
                  <ns1:pt x="126" y="26"/>
                  <ns1:pt x="120" y="23"/>
                  <ns1:pt x="113" y="20"/>
                </ns1:cubicBezTo>
                <ns1:cubicBezTo>
                  <ns1:pt x="111" y="24"/>
                  <ns1:pt x="109" y="28"/>
                  <ns1:pt x="106" y="29"/>
                </ns1:cubicBezTo>
                <ns1:cubicBezTo>
                  <ns1:pt x="103" y="31"/>
                  <ns1:pt x="103" y="39"/>
                  <ns1:pt x="110" y="38"/>
                </ns1:cubicBezTo>
                <ns1:cubicBezTo>
                  <ns1:pt x="110" y="38"/>
                  <ns1:pt x="108" y="40"/>
                  <ns1:pt x="110" y="48"/>
                </ns1:cubicBezTo>
                <ns1:cubicBezTo>
                  <ns1:pt x="112" y="55"/>
                  <ns1:pt x="115" y="57"/>
                  <ns1:pt x="125" y="52"/>
                </ns1:cubicBezTo>
                <ns1:cubicBezTo>
                  <ns1:pt x="129" y="51"/>
                  <ns1:pt x="132" y="52"/>
                  <ns1:pt x="132" y="56"/>
                </ns1:cubicBezTo>
                <ns1:cubicBezTo>
                  <ns1:pt x="131" y="65"/>
                  <ns1:pt x="124" y="65"/>
                  <ns1:pt x="129" y="80"/>
                </ns1:cubicBezTo>
                <ns1:cubicBezTo>
                  <ns1:pt x="133" y="89"/>
                  <ns1:pt x="141" y="92"/>
                  <ns1:pt x="144" y="99"/>
                </ns1:cubicBezTo>
                <ns1:cubicBezTo>
                  <ns1:pt x="145" y="103"/>
                  <ns1:pt x="151" y="107"/>
                  <ns1:pt x="157" y="109"/>
                </ns1:cubicBezTo>
                <ns1:cubicBezTo>
                  <ns1:pt x="157" y="107"/>
                  <ns1:pt x="158" y="105"/>
                  <ns1:pt x="158" y="103"/>
                </ns1:cubicBezTo>
                <ns1:cubicBezTo>
                  <ns1:pt x="158" y="103"/>
                  <ns1:pt x="159" y="102"/>
                  <ns1:pt x="159" y="101"/>
                </ns1:cubicBezTo>
                <ns1:cubicBezTo>
                  <ns1:pt x="159" y="100"/>
                  <ns1:pt x="159" y="98"/>
                  <ns1:pt x="159" y="97"/>
                </ns1:cubicBezTo>
                <ns1:cubicBezTo>
                  <ns1:pt x="160" y="96"/>
                  <ns1:pt x="160" y="95"/>
                  <ns1:pt x="160" y="95"/>
                </ns1:cubicBezTo>
                <ns1:cubicBezTo>
                  <ns1:pt x="160" y="92"/>
                  <ns1:pt x="160" y="90"/>
                  <ns1:pt x="160" y="88"/>
                </ns1:cubicBezTo>
                <ns1:cubicBezTo>
                  <ns1:pt x="160" y="86"/>
                  <ns1:pt x="160" y="84"/>
                  <ns1:pt x="160" y="81"/>
                </ns1:cubicBezTo>
              </ns1:path>
            </ns1:pathLst>
          </ns1:custGeom>
          <ns1:solidFill>
            <ns1:schemeClr val="tx1"/>
          </ns1:solidFill>
          <ns1:ln>
            <ns1:noFill/>
          </ns1:ln>
          <ns1:extLst/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en-US" sz="2700"/>
          </ns1:p>
        </ns0:txBody>
      </ns0:sp>
      <ns0:sp>
        <ns0:nvSpPr>
          <ns0:cNvPr id="21" name="Freeform 18"/>
          <ns0:cNvSpPr>
            <ns1:spLocks noEditPoints="1"/>
          </ns0:cNvSpPr>
          <ns0:nvPr/>
        </ns0:nvSpPr>
        <ns0:spPr bwMode="auto">
          <ns1:xfrm>
            <ns1:off x="4075114" y="2030412"/>
            <ns1:ext cx="569913" cy="571500"/>
          </ns1:xfrm>
          <ns1:custGeom>
            <ns1:avLst/>
            <ns1:gdLst>
              <ns1:gd name="T0" fmla="*/ 168 w 176"/>
              <ns1:gd name="T1" fmla="*/ 36 h 176"/>
              <ns1:gd name="T2" fmla="*/ 175 w 176"/>
              <ns1:gd name="T3" fmla="*/ 7 h 176"/>
              <ns1:gd name="T4" fmla="*/ 169 w 176"/>
              <ns1:gd name="T5" fmla="*/ 1 h 176"/>
              <ns1:gd name="T6" fmla="*/ 140 w 176"/>
              <ns1:gd name="T7" fmla="*/ 8 h 176"/>
              <ns1:gd name="T8" fmla="*/ 140 w 176"/>
              <ns1:gd name="T9" fmla="*/ 40 h 176"/>
              <ns1:gd name="T10" fmla="*/ 8 w 176"/>
              <ns1:gd name="T11" fmla="*/ 36 h 176"/>
              <ns1:gd name="T12" fmla="*/ 40 w 176"/>
              <ns1:gd name="T13" fmla="*/ 36 h 176"/>
              <ns1:gd name="T14" fmla="*/ 32 w 176"/>
              <ns1:gd name="T15" fmla="*/ 12 h 176"/>
              <ns1:gd name="T16" fmla="*/ 4 w 176"/>
              <ns1:gd name="T17" fmla="*/ 0 h 176"/>
              <ns1:gd name="T18" fmla="*/ 26 w 176"/>
              <ns1:gd name="T19" fmla="*/ 32 h 176"/>
              <ns1:gd name="T20" fmla="*/ 88 w 176"/>
              <ns1:gd name="T21" fmla="*/ 136 h 176"/>
              <ns1:gd name="T22" fmla="*/ 69 w 176"/>
              <ns1:gd name="T23" fmla="*/ 53 h 176"/>
              <ns1:gd name="T24" fmla="*/ 69 w 176"/>
              <ns1:gd name="T25" fmla="*/ 53 h 176"/>
              <ns1:gd name="T26" fmla="*/ 60 w 176"/>
              <ns1:gd name="T27" fmla="*/ 84 h 176"/>
              <ns1:gd name="T28" fmla="*/ 48 w 176"/>
              <ns1:gd name="T29" fmla="*/ 92 h 176"/>
              <ns1:gd name="T30" fmla="*/ 57 w 176"/>
              <ns1:gd name="T31" fmla="*/ 113 h 176"/>
              <ns1:gd name="T32" fmla="*/ 66 w 176"/>
              <ns1:gd name="T33" fmla="*/ 117 h 176"/>
              <ns1:gd name="T34" fmla="*/ 84 w 176"/>
              <ns1:gd name="T35" fmla="*/ 127 h 176"/>
              <ns1:gd name="T36" fmla="*/ 84 w 176"/>
              <ns1:gd name="T37" fmla="*/ 127 h 176"/>
              <ns1:gd name="T38" fmla="*/ 68 w 176"/>
              <ns1:gd name="T39" fmla="*/ 92 h 176"/>
              <ns1:gd name="T40" fmla="*/ 84 w 176"/>
              <ns1:gd name="T41" fmla="*/ 84 h 176"/>
              <ns1:gd name="T42" fmla="*/ 84 w 176"/>
              <ns1:gd name="T43" fmla="*/ 72 h 176"/>
              <ns1:gd name="T44" fmla="*/ 73 w 176"/>
              <ns1:gd name="T45" fmla="*/ 62 h 176"/>
              <ns1:gd name="T46" fmla="*/ 128 w 176"/>
              <ns1:gd name="T47" fmla="*/ 84 h 176"/>
              <ns1:gd name="T48" fmla="*/ 119 w 176"/>
              <ns1:gd name="T49" fmla="*/ 63 h 176"/>
              <ns1:gd name="T50" fmla="*/ 110 w 176"/>
              <ns1:gd name="T51" fmla="*/ 59 h 176"/>
              <ns1:gd name="T52" fmla="*/ 92 w 176"/>
              <ns1:gd name="T53" fmla="*/ 49 h 176"/>
              <ns1:gd name="T54" fmla="*/ 92 w 176"/>
              <ns1:gd name="T55" fmla="*/ 49 h 176"/>
              <ns1:gd name="T56" fmla="*/ 108 w 176"/>
              <ns1:gd name="T57" fmla="*/ 84 h 176"/>
              <ns1:gd name="T58" fmla="*/ 92 w 176"/>
              <ns1:gd name="T59" fmla="*/ 127 h 176"/>
              <ns1:gd name="T60" fmla="*/ 92 w 176"/>
              <ns1:gd name="T61" fmla="*/ 127 h 176"/>
              <ns1:gd name="T62" fmla="*/ 108 w 176"/>
              <ns1:gd name="T63" fmla="*/ 92 h 176"/>
              <ns1:gd name="T64" fmla="*/ 107 w 176"/>
              <ns1:gd name="T65" fmla="*/ 123 h 176"/>
              <ns1:gd name="T66" fmla="*/ 107 w 176"/>
              <ns1:gd name="T67" fmla="*/ 123 h 176"/>
              <ns1:gd name="T68" fmla="*/ 116 w 176"/>
              <ns1:gd name="T69" fmla="*/ 92 h 176"/>
              <ns1:gd name="T70" fmla="*/ 36 w 176"/>
              <ns1:gd name="T71" fmla="*/ 136 h 176"/>
              <ns1:gd name="T72" fmla="*/ 12 w 176"/>
              <ns1:gd name="T73" fmla="*/ 144 h 176"/>
              <ns1:gd name="T74" fmla="*/ 0 w 176"/>
              <ns1:gd name="T75" fmla="*/ 172 h 176"/>
              <ns1:gd name="T76" fmla="*/ 32 w 176"/>
              <ns1:gd name="T77" fmla="*/ 150 h 176"/>
              <ns1:gd name="T78" fmla="*/ 40 w 176"/>
              <ns1:gd name="T79" fmla="*/ 164 h 176"/>
              <ns1:gd name="T80" fmla="*/ 150 w 176"/>
              <ns1:gd name="T81" fmla="*/ 144 h 176"/>
              <ns1:gd name="T82" fmla="*/ 164 w 176"/>
              <ns1:gd name="T83" fmla="*/ 136 h 176"/>
              <ns1:gd name="T84" fmla="*/ 136 w 176"/>
              <ns1:gd name="T85" fmla="*/ 164 h 176"/>
              <ns1:gd name="T86" fmla="*/ 144 w 176"/>
              <ns1:gd name="T87" fmla="*/ 150 h 176"/>
              <ns1:gd name="T88" fmla="*/ 176 w 176"/>
              <ns1:gd name="T89" fmla="*/ 172 h 176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  <ns1:cxn ang="0">
                <ns1:pos x="T32" y="T33"/>
              </ns1:cxn>
              <ns1:cxn ang="0">
                <ns1:pos x="T34" y="T35"/>
              </ns1:cxn>
              <ns1:cxn ang="0">
                <ns1:pos x="T36" y="T37"/>
              </ns1:cxn>
              <ns1:cxn ang="0">
                <ns1:pos x="T38" y="T39"/>
              </ns1:cxn>
              <ns1:cxn ang="0">
                <ns1:pos x="T40" y="T41"/>
              </ns1:cxn>
              <ns1:cxn ang="0">
                <ns1:pos x="T42" y="T43"/>
              </ns1:cxn>
              <ns1:cxn ang="0">
                <ns1:pos x="T44" y="T45"/>
              </ns1:cxn>
              <ns1:cxn ang="0">
                <ns1:pos x="T46" y="T47"/>
              </ns1:cxn>
              <ns1:cxn ang="0">
                <ns1:pos x="T48" y="T49"/>
              </ns1:cxn>
              <ns1:cxn ang="0">
                <ns1:pos x="T50" y="T51"/>
              </ns1:cxn>
              <ns1:cxn ang="0">
                <ns1:pos x="T52" y="T53"/>
              </ns1:cxn>
              <ns1:cxn ang="0">
                <ns1:pos x="T54" y="T55"/>
              </ns1:cxn>
              <ns1:cxn ang="0">
                <ns1:pos x="T56" y="T57"/>
              </ns1:cxn>
              <ns1:cxn ang="0">
                <ns1:pos x="T58" y="T59"/>
              </ns1:cxn>
              <ns1:cxn ang="0">
                <ns1:pos x="T60" y="T61"/>
              </ns1:cxn>
              <ns1:cxn ang="0">
                <ns1:pos x="T62" y="T63"/>
              </ns1:cxn>
              <ns1:cxn ang="0">
                <ns1:pos x="T64" y="T65"/>
              </ns1:cxn>
              <ns1:cxn ang="0">
                <ns1:pos x="T66" y="T67"/>
              </ns1:cxn>
              <ns1:cxn ang="0">
                <ns1:pos x="T68" y="T69"/>
              </ns1:cxn>
              <ns1:cxn ang="0">
                <ns1:pos x="T70" y="T71"/>
              </ns1:cxn>
              <ns1:cxn ang="0">
                <ns1:pos x="T72" y="T73"/>
              </ns1:cxn>
              <ns1:cxn ang="0">
                <ns1:pos x="T74" y="T75"/>
              </ns1:cxn>
              <ns1:cxn ang="0">
                <ns1:pos x="T76" y="T77"/>
              </ns1:cxn>
              <ns1:cxn ang="0">
                <ns1:pos x="T78" y="T79"/>
              </ns1:cxn>
              <ns1:cxn ang="0">
                <ns1:pos x="T80" y="T81"/>
              </ns1:cxn>
              <ns1:cxn ang="0">
                <ns1:pos x="T82" y="T83"/>
              </ns1:cxn>
              <ns1:cxn ang="0">
                <ns1:pos x="T84" y="T85"/>
              </ns1:cxn>
              <ns1:cxn ang="0">
                <ns1:pos x="T86" y="T87"/>
              </ns1:cxn>
              <ns1:cxn ang="0">
                <ns1:pos x="T88" y="T89"/>
              </ns1:cxn>
            </ns1:cxnLst>
            <ns1:rect l="0" t="0" r="r" b="b"/>
            <ns1:pathLst>
              <ns1:path w="176" h="176">
                <ns1:moveTo>
                  <ns1:pt x="140" y="40"/>
                </ns1:moveTo>
                <ns1:cubicBezTo>
                  <ns1:pt x="164" y="40"/>
                  <ns1:pt x="164" y="40"/>
                  <ns1:pt x="164" y="40"/>
                </ns1:cubicBezTo>
                <ns1:cubicBezTo>
                  <ns1:pt x="166" y="40"/>
                  <ns1:pt x="168" y="38"/>
                  <ns1:pt x="168" y="36"/>
                </ns1:cubicBezTo>
                <ns1:cubicBezTo>
                  <ns1:pt x="168" y="34"/>
                  <ns1:pt x="166" y="32"/>
                  <ns1:pt x="164" y="32"/>
                </ns1:cubicBezTo>
                <ns1:cubicBezTo>
                  <ns1:pt x="150" y="32"/>
                  <ns1:pt x="150" y="32"/>
                  <ns1:pt x="150" y="32"/>
                </ns1:cubicBezTo>
                <ns1:cubicBezTo>
                  <ns1:pt x="175" y="7"/>
                  <ns1:pt x="175" y="7"/>
                  <ns1:pt x="175" y="7"/>
                </ns1:cubicBezTo>
                <ns1:cubicBezTo>
                  <ns1:pt x="176" y="6"/>
                  <ns1:pt x="176" y="5"/>
                  <ns1:pt x="176" y="4"/>
                </ns1:cubicBezTo>
                <ns1:cubicBezTo>
                  <ns1:pt x="176" y="2"/>
                  <ns1:pt x="174" y="0"/>
                  <ns1:pt x="172" y="0"/>
                </ns1:cubicBezTo>
                <ns1:cubicBezTo>
                  <ns1:pt x="171" y="0"/>
                  <ns1:pt x="170" y="0"/>
                  <ns1:pt x="169" y="1"/>
                </ns1:cubicBezTo>
                <ns1:cubicBezTo>
                  <ns1:pt x="144" y="26"/>
                  <ns1:pt x="144" y="26"/>
                  <ns1:pt x="144" y="26"/>
                </ns1:cubicBezTo>
                <ns1:cubicBezTo>
                  <ns1:pt x="144" y="12"/>
                  <ns1:pt x="144" y="12"/>
                  <ns1:pt x="144" y="12"/>
                </ns1:cubicBezTo>
                <ns1:cubicBezTo>
                  <ns1:pt x="144" y="10"/>
                  <ns1:pt x="142" y="8"/>
                  <ns1:pt x="140" y="8"/>
                </ns1:cubicBezTo>
                <ns1:cubicBezTo>
                  <ns1:pt x="138" y="8"/>
                  <ns1:pt x="136" y="10"/>
                  <ns1:pt x="136" y="12"/>
                </ns1:cubicBezTo>
                <ns1:cubicBezTo>
                  <ns1:pt x="136" y="36"/>
                  <ns1:pt x="136" y="36"/>
                  <ns1:pt x="136" y="36"/>
                </ns1:cubicBezTo>
                <ns1:cubicBezTo>
                  <ns1:pt x="136" y="38"/>
                  <ns1:pt x="138" y="40"/>
                  <ns1:pt x="140" y="40"/>
                </ns1:cubicBezTo>
                <ns1:moveTo>
                  <ns1:pt x="26" y="32"/>
                </ns1:moveTo>
                <ns1:cubicBezTo>
                  <ns1:pt x="12" y="32"/>
                  <ns1:pt x="12" y="32"/>
                  <ns1:pt x="12" y="32"/>
                </ns1:cubicBezTo>
                <ns1:cubicBezTo>
                  <ns1:pt x="10" y="32"/>
                  <ns1:pt x="8" y="34"/>
                  <ns1:pt x="8" y="36"/>
                </ns1:cubicBezTo>
                <ns1:cubicBezTo>
                  <ns1:pt x="8" y="38"/>
                  <ns1:pt x="10" y="40"/>
                  <ns1:pt x="12" y="40"/>
                </ns1:cubicBezTo>
                <ns1:cubicBezTo>
                  <ns1:pt x="36" y="40"/>
                  <ns1:pt x="36" y="40"/>
                  <ns1:pt x="36" y="40"/>
                </ns1:cubicBezTo>
                <ns1:cubicBezTo>
                  <ns1:pt x="38" y="40"/>
                  <ns1:pt x="40" y="38"/>
                  <ns1:pt x="40" y="36"/>
                </ns1:cubicBezTo>
                <ns1:cubicBezTo>
                  <ns1:pt x="40" y="12"/>
                  <ns1:pt x="40" y="12"/>
                  <ns1:pt x="40" y="12"/>
                </ns1:cubicBezTo>
                <ns1:cubicBezTo>
                  <ns1:pt x="40" y="10"/>
                  <ns1:pt x="38" y="8"/>
                  <ns1:pt x="36" y="8"/>
                </ns1:cubicBezTo>
                <ns1:cubicBezTo>
                  <ns1:pt x="34" y="8"/>
                  <ns1:pt x="32" y="10"/>
                  <ns1:pt x="32" y="12"/>
                </ns1:cubicBezTo>
                <ns1:cubicBezTo>
                  <ns1:pt x="32" y="26"/>
                  <ns1:pt x="32" y="26"/>
                  <ns1:pt x="32" y="26"/>
                </ns1:cubicBezTo>
                <ns1:cubicBezTo>
                  <ns1:pt x="7" y="1"/>
                  <ns1:pt x="7" y="1"/>
                  <ns1:pt x="7" y="1"/>
                </ns1:cubicBezTo>
                <ns1:cubicBezTo>
                  <ns1:pt x="6" y="0"/>
                  <ns1:pt x="5" y="0"/>
                  <ns1:pt x="4" y="0"/>
                </ns1:cubicBezTo>
                <ns1:cubicBezTo>
                  <ns1:pt x="2" y="0"/>
                  <ns1:pt x="0" y="2"/>
                  <ns1:pt x="0" y="4"/>
                </ns1:cubicBezTo>
                <ns1:cubicBezTo>
                  <ns1:pt x="0" y="5"/>
                  <ns1:pt x="0" y="6"/>
                  <ns1:pt x="1" y="7"/>
                </ns1:cubicBezTo>
                <ns1:lnTo>
                  <ns1:pt x="26" y="32"/>
                </ns1:lnTo>
                <ns1:close/>
                <ns1:moveTo>
                  <ns1:pt x="88" y="40"/>
                </ns1:moveTo>
                <ns1:cubicBezTo>
                  <ns1:pt x="61" y="40"/>
                  <ns1:pt x="40" y="61"/>
                  <ns1:pt x="40" y="88"/>
                </ns1:cubicBezTo>
                <ns1:cubicBezTo>
                  <ns1:pt x="40" y="115"/>
                  <ns1:pt x="61" y="136"/>
                  <ns1:pt x="88" y="136"/>
                </ns1:cubicBezTo>
                <ns1:cubicBezTo>
                  <ns1:pt x="115" y="136"/>
                  <ns1:pt x="136" y="115"/>
                  <ns1:pt x="136" y="88"/>
                </ns1:cubicBezTo>
                <ns1:cubicBezTo>
                  <ns1:pt x="136" y="61"/>
                  <ns1:pt x="115" y="40"/>
                  <ns1:pt x="88" y="40"/>
                </ns1:cubicBezTo>
                <ns1:moveTo>
                  <ns1:pt x="69" y="53"/>
                </ns1:moveTo>
                <ns1:cubicBezTo>
                  <ns1:pt x="68" y="55"/>
                  <ns1:pt x="67" y="57"/>
                  <ns1:pt x="66" y="59"/>
                </ns1:cubicBezTo>
                <ns1:cubicBezTo>
                  <ns1:pt x="65" y="58"/>
                  <ns1:pt x="64" y="58"/>
                  <ns1:pt x="63" y="57"/>
                </ns1:cubicBezTo>
                <ns1:cubicBezTo>
                  <ns1:pt x="65" y="55"/>
                  <ns1:pt x="67" y="54"/>
                  <ns1:pt x="69" y="53"/>
                </ns1:cubicBezTo>
                <ns1:moveTo>
                  <ns1:pt x="57" y="63"/>
                </ns1:moveTo>
                <ns1:cubicBezTo>
                  <ns1:pt x="59" y="64"/>
                  <ns1:pt x="61" y="65"/>
                  <ns1:pt x="63" y="66"/>
                </ns1:cubicBezTo>
                <ns1:cubicBezTo>
                  <ns1:pt x="61" y="72"/>
                  <ns1:pt x="60" y="78"/>
                  <ns1:pt x="60" y="84"/>
                </ns1:cubicBezTo>
                <ns1:cubicBezTo>
                  <ns1:pt x="48" y="84"/>
                  <ns1:pt x="48" y="84"/>
                  <ns1:pt x="48" y="84"/>
                </ns1:cubicBezTo>
                <ns1:cubicBezTo>
                  <ns1:pt x="49" y="76"/>
                  <ns1:pt x="52" y="68"/>
                  <ns1:pt x="57" y="63"/>
                </ns1:cubicBezTo>
                <ns1:moveTo>
                  <ns1:pt x="48" y="92"/>
                </ns1:moveTo>
                <ns1:cubicBezTo>
                  <ns1:pt x="60" y="92"/>
                  <ns1:pt x="60" y="92"/>
                  <ns1:pt x="60" y="92"/>
                </ns1:cubicBezTo>
                <ns1:cubicBezTo>
                  <ns1:pt x="60" y="98"/>
                  <ns1:pt x="61" y="104"/>
                  <ns1:pt x="63" y="110"/>
                </ns1:cubicBezTo>
                <ns1:cubicBezTo>
                  <ns1:pt x="61" y="111"/>
                  <ns1:pt x="59" y="112"/>
                  <ns1:pt x="57" y="113"/>
                </ns1:cubicBezTo>
                <ns1:cubicBezTo>
                  <ns1:pt x="52" y="108"/>
                  <ns1:pt x="49" y="100"/>
                  <ns1:pt x="48" y="92"/>
                </ns1:cubicBezTo>
                <ns1:moveTo>
                  <ns1:pt x="63" y="119"/>
                </ns1:moveTo>
                <ns1:cubicBezTo>
                  <ns1:pt x="64" y="118"/>
                  <ns1:pt x="65" y="118"/>
                  <ns1:pt x="66" y="117"/>
                </ns1:cubicBezTo>
                <ns1:cubicBezTo>
                  <ns1:pt x="67" y="119"/>
                  <ns1:pt x="68" y="121"/>
                  <ns1:pt x="69" y="123"/>
                </ns1:cubicBezTo>
                <ns1:cubicBezTo>
                  <ns1:pt x="67" y="122"/>
                  <ns1:pt x="65" y="121"/>
                  <ns1:pt x="63" y="119"/>
                </ns1:cubicBezTo>
                <ns1:moveTo>
                  <ns1:pt x="84" y="127"/>
                </ns1:moveTo>
                <ns1:cubicBezTo>
                  <ns1:pt x="80" y="125"/>
                  <ns1:pt x="76" y="121"/>
                  <ns1:pt x="73" y="114"/>
                </ns1:cubicBezTo>
                <ns1:cubicBezTo>
                  <ns1:pt x="76" y="113"/>
                  <ns1:pt x="80" y="112"/>
                  <ns1:pt x="84" y="112"/>
                </ns1:cubicBezTo>
                <ns1:lnTo>
                  <ns1:pt x="84" y="127"/>
                </ns1:lnTo>
                <ns1:close/>
                <ns1:moveTo>
                  <ns1:pt x="84" y="104"/>
                </ns1:moveTo>
                <ns1:cubicBezTo>
                  <ns1:pt x="79" y="104"/>
                  <ns1:pt x="75" y="105"/>
                  <ns1:pt x="70" y="107"/>
                </ns1:cubicBezTo>
                <ns1:cubicBezTo>
                  <ns1:pt x="69" y="102"/>
                  <ns1:pt x="69" y="97"/>
                  <ns1:pt x="68" y="92"/>
                </ns1:cubicBezTo>
                <ns1:cubicBezTo>
                  <ns1:pt x="84" y="92"/>
                  <ns1:pt x="84" y="92"/>
                  <ns1:pt x="84" y="92"/>
                </ns1:cubicBezTo>
                <ns1:lnTo>
                  <ns1:pt x="84" y="104"/>
                </ns1:lnTo>
                <ns1:close/>
                <ns1:moveTo>
                  <ns1:pt x="84" y="84"/>
                </ns1:moveTo>
                <ns1:cubicBezTo>
                  <ns1:pt x="68" y="84"/>
                  <ns1:pt x="68" y="84"/>
                  <ns1:pt x="68" y="84"/>
                </ns1:cubicBezTo>
                <ns1:cubicBezTo>
                  <ns1:pt x="69" y="79"/>
                  <ns1:pt x="69" y="74"/>
                  <ns1:pt x="70" y="69"/>
                </ns1:cubicBezTo>
                <ns1:cubicBezTo>
                  <ns1:pt x="75" y="71"/>
                  <ns1:pt x="79" y="72"/>
                  <ns1:pt x="84" y="72"/>
                </ns1:cubicBezTo>
                <ns1:lnTo>
                  <ns1:pt x="84" y="84"/>
                </ns1:lnTo>
                <ns1:close/>
                <ns1:moveTo>
                  <ns1:pt x="84" y="64"/>
                </ns1:moveTo>
                <ns1:cubicBezTo>
                  <ns1:pt x="80" y="64"/>
                  <ns1:pt x="76" y="63"/>
                  <ns1:pt x="73" y="62"/>
                </ns1:cubicBezTo>
                <ns1:cubicBezTo>
                  <ns1:pt x="76" y="55"/>
                  <ns1:pt x="80" y="51"/>
                  <ns1:pt x="84" y="49"/>
                </ns1:cubicBezTo>
                <ns1:lnTo>
                  <ns1:pt x="84" y="64"/>
                </ns1:lnTo>
                <ns1:close/>
                <ns1:moveTo>
                  <ns1:pt x="128" y="84"/>
                </ns1:moveTo>
                <ns1:cubicBezTo>
                  <ns1:pt x="116" y="84"/>
                  <ns1:pt x="116" y="84"/>
                  <ns1:pt x="116" y="84"/>
                </ns1:cubicBezTo>
                <ns1:cubicBezTo>
                  <ns1:pt x="116" y="78"/>
                  <ns1:pt x="115" y="72"/>
                  <ns1:pt x="113" y="66"/>
                </ns1:cubicBezTo>
                <ns1:cubicBezTo>
                  <ns1:pt x="115" y="65"/>
                  <ns1:pt x="117" y="64"/>
                  <ns1:pt x="119" y="63"/>
                </ns1:cubicBezTo>
                <ns1:cubicBezTo>
                  <ns1:pt x="124" y="68"/>
                  <ns1:pt x="127" y="76"/>
                  <ns1:pt x="128" y="84"/>
                </ns1:cubicBezTo>
                <ns1:moveTo>
                  <ns1:pt x="113" y="57"/>
                </ns1:moveTo>
                <ns1:cubicBezTo>
                  <ns1:pt x="112" y="58"/>
                  <ns1:pt x="111" y="58"/>
                  <ns1:pt x="110" y="59"/>
                </ns1:cubicBezTo>
                <ns1:cubicBezTo>
                  <ns1:pt x="109" y="57"/>
                  <ns1:pt x="108" y="55"/>
                  <ns1:pt x="107" y="53"/>
                </ns1:cubicBezTo>
                <ns1:cubicBezTo>
                  <ns1:pt x="109" y="54"/>
                  <ns1:pt x="111" y="55"/>
                  <ns1:pt x="113" y="57"/>
                </ns1:cubicBezTo>
                <ns1:moveTo>
                  <ns1:pt x="92" y="49"/>
                </ns1:moveTo>
                <ns1:cubicBezTo>
                  <ns1:pt x="96" y="51"/>
                  <ns1:pt x="100" y="55"/>
                  <ns1:pt x="103" y="62"/>
                </ns1:cubicBezTo>
                <ns1:cubicBezTo>
                  <ns1:pt x="100" y="63"/>
                  <ns1:pt x="96" y="64"/>
                  <ns1:pt x="92" y="64"/>
                </ns1:cubicBezTo>
                <ns1:lnTo>
                  <ns1:pt x="92" y="49"/>
                </ns1:lnTo>
                <ns1:close/>
                <ns1:moveTo>
                  <ns1:pt x="92" y="72"/>
                </ns1:moveTo>
                <ns1:cubicBezTo>
                  <ns1:pt x="97" y="72"/>
                  <ns1:pt x="101" y="71"/>
                  <ns1:pt x="106" y="69"/>
                </ns1:cubicBezTo>
                <ns1:cubicBezTo>
                  <ns1:pt x="107" y="74"/>
                  <ns1:pt x="107" y="79"/>
                  <ns1:pt x="108" y="84"/>
                </ns1:cubicBezTo>
                <ns1:cubicBezTo>
                  <ns1:pt x="92" y="84"/>
                  <ns1:pt x="92" y="84"/>
                  <ns1:pt x="92" y="84"/>
                </ns1:cubicBezTo>
                <ns1:lnTo>
                  <ns1:pt x="92" y="72"/>
                </ns1:lnTo>
                <ns1:close/>
                <ns1:moveTo>
                  <ns1:pt x="92" y="127"/>
                </ns1:moveTo>
                <ns1:cubicBezTo>
                  <ns1:pt x="92" y="112"/>
                  <ns1:pt x="92" y="112"/>
                  <ns1:pt x="92" y="112"/>
                </ns1:cubicBezTo>
                <ns1:cubicBezTo>
                  <ns1:pt x="96" y="112"/>
                  <ns1:pt x="100" y="113"/>
                  <ns1:pt x="103" y="114"/>
                </ns1:cubicBezTo>
                <ns1:cubicBezTo>
                  <ns1:pt x="100" y="121"/>
                  <ns1:pt x="96" y="125"/>
                  <ns1:pt x="92" y="127"/>
                </ns1:cubicBezTo>
                <ns1:moveTo>
                  <ns1:pt x="92" y="104"/>
                </ns1:moveTo>
                <ns1:cubicBezTo>
                  <ns1:pt x="92" y="92"/>
                  <ns1:pt x="92" y="92"/>
                  <ns1:pt x="92" y="92"/>
                </ns1:cubicBezTo>
                <ns1:cubicBezTo>
                  <ns1:pt x="108" y="92"/>
                  <ns1:pt x="108" y="92"/>
                  <ns1:pt x="108" y="92"/>
                </ns1:cubicBezTo>
                <ns1:cubicBezTo>
                  <ns1:pt x="107" y="97"/>
                  <ns1:pt x="107" y="102"/>
                  <ns1:pt x="106" y="107"/>
                </ns1:cubicBezTo>
                <ns1:cubicBezTo>
                  <ns1:pt x="101" y="105"/>
                  <ns1:pt x="97" y="104"/>
                  <ns1:pt x="92" y="104"/>
                </ns1:cubicBezTo>
                <ns1:moveTo>
                  <ns1:pt x="107" y="123"/>
                </ns1:moveTo>
                <ns1:cubicBezTo>
                  <ns1:pt x="108" y="121"/>
                  <ns1:pt x="109" y="119"/>
                  <ns1:pt x="110" y="117"/>
                </ns1:cubicBezTo>
                <ns1:cubicBezTo>
                  <ns1:pt x="111" y="118"/>
                  <ns1:pt x="112" y="118"/>
                  <ns1:pt x="113" y="119"/>
                </ns1:cubicBezTo>
                <ns1:cubicBezTo>
                  <ns1:pt x="111" y="121"/>
                  <ns1:pt x="109" y="122"/>
                  <ns1:pt x="107" y="123"/>
                </ns1:cubicBezTo>
                <ns1:moveTo>
                  <ns1:pt x="119" y="113"/>
                </ns1:moveTo>
                <ns1:cubicBezTo>
                  <ns1:pt x="117" y="112"/>
                  <ns1:pt x="115" y="111"/>
                  <ns1:pt x="113" y="110"/>
                </ns1:cubicBezTo>
                <ns1:cubicBezTo>
                  <ns1:pt x="115" y="104"/>
                  <ns1:pt x="116" y="98"/>
                  <ns1:pt x="116" y="92"/>
                </ns1:cubicBezTo>
                <ns1:cubicBezTo>
                  <ns1:pt x="128" y="92"/>
                  <ns1:pt x="128" y="92"/>
                  <ns1:pt x="128" y="92"/>
                </ns1:cubicBezTo>
                <ns1:cubicBezTo>
                  <ns1:pt x="127" y="100"/>
                  <ns1:pt x="124" y="108"/>
                  <ns1:pt x="119" y="113"/>
                </ns1:cubicBezTo>
                <ns1:moveTo>
                  <ns1:pt x="36" y="136"/>
                </ns1:moveTo>
                <ns1:cubicBezTo>
                  <ns1:pt x="12" y="136"/>
                  <ns1:pt x="12" y="136"/>
                  <ns1:pt x="12" y="136"/>
                </ns1:cubicBezTo>
                <ns1:cubicBezTo>
                  <ns1:pt x="10" y="136"/>
                  <ns1:pt x="8" y="138"/>
                  <ns1:pt x="8" y="140"/>
                </ns1:cubicBezTo>
                <ns1:cubicBezTo>
                  <ns1:pt x="8" y="142"/>
                  <ns1:pt x="10" y="144"/>
                  <ns1:pt x="12" y="144"/>
                </ns1:cubicBezTo>
                <ns1:cubicBezTo>
                  <ns1:pt x="26" y="144"/>
                  <ns1:pt x="26" y="144"/>
                  <ns1:pt x="26" y="144"/>
                </ns1:cubicBezTo>
                <ns1:cubicBezTo>
                  <ns1:pt x="1" y="169"/>
                  <ns1:pt x="1" y="169"/>
                  <ns1:pt x="1" y="169"/>
                </ns1:cubicBezTo>
                <ns1:cubicBezTo>
                  <ns1:pt x="0" y="170"/>
                  <ns1:pt x="0" y="171"/>
                  <ns1:pt x="0" y="172"/>
                </ns1:cubicBezTo>
                <ns1:cubicBezTo>
                  <ns1:pt x="0" y="174"/>
                  <ns1:pt x="2" y="176"/>
                  <ns1:pt x="4" y="176"/>
                </ns1:cubicBezTo>
                <ns1:cubicBezTo>
                  <ns1:pt x="5" y="176"/>
                  <ns1:pt x="6" y="176"/>
                  <ns1:pt x="7" y="175"/>
                </ns1:cubicBezTo>
                <ns1:cubicBezTo>
                  <ns1:pt x="32" y="150"/>
                  <ns1:pt x="32" y="150"/>
                  <ns1:pt x="32" y="150"/>
                </ns1:cubicBezTo>
                <ns1:cubicBezTo>
                  <ns1:pt x="32" y="164"/>
                  <ns1:pt x="32" y="164"/>
                  <ns1:pt x="32" y="164"/>
                </ns1:cubicBezTo>
                <ns1:cubicBezTo>
                  <ns1:pt x="32" y="166"/>
                  <ns1:pt x="34" y="168"/>
                  <ns1:pt x="36" y="168"/>
                </ns1:cubicBezTo>
                <ns1:cubicBezTo>
                  <ns1:pt x="38" y="168"/>
                  <ns1:pt x="40" y="166"/>
                  <ns1:pt x="40" y="164"/>
                </ns1:cubicBezTo>
                <ns1:cubicBezTo>
                  <ns1:pt x="40" y="140"/>
                  <ns1:pt x="40" y="140"/>
                  <ns1:pt x="40" y="140"/>
                </ns1:cubicBezTo>
                <ns1:cubicBezTo>
                  <ns1:pt x="40" y="138"/>
                  <ns1:pt x="38" y="136"/>
                  <ns1:pt x="36" y="136"/>
                </ns1:cubicBezTo>
                <ns1:moveTo>
                  <ns1:pt x="150" y="144"/>
                </ns1:moveTo>
                <ns1:cubicBezTo>
                  <ns1:pt x="164" y="144"/>
                  <ns1:pt x="164" y="144"/>
                  <ns1:pt x="164" y="144"/>
                </ns1:cubicBezTo>
                <ns1:cubicBezTo>
                  <ns1:pt x="166" y="144"/>
                  <ns1:pt x="168" y="142"/>
                  <ns1:pt x="168" y="140"/>
                </ns1:cubicBezTo>
                <ns1:cubicBezTo>
                  <ns1:pt x="168" y="138"/>
                  <ns1:pt x="166" y="136"/>
                  <ns1:pt x="164" y="136"/>
                </ns1:cubicBezTo>
                <ns1:cubicBezTo>
                  <ns1:pt x="140" y="136"/>
                  <ns1:pt x="140" y="136"/>
                  <ns1:pt x="140" y="136"/>
                </ns1:cubicBezTo>
                <ns1:cubicBezTo>
                  <ns1:pt x="138" y="136"/>
                  <ns1:pt x="136" y="138"/>
                  <ns1:pt x="136" y="140"/>
                </ns1:cubicBezTo>
                <ns1:cubicBezTo>
                  <ns1:pt x="136" y="164"/>
                  <ns1:pt x="136" y="164"/>
                  <ns1:pt x="136" y="164"/>
                </ns1:cubicBezTo>
                <ns1:cubicBezTo>
                  <ns1:pt x="136" y="166"/>
                  <ns1:pt x="138" y="168"/>
                  <ns1:pt x="140" y="168"/>
                </ns1:cubicBezTo>
                <ns1:cubicBezTo>
                  <ns1:pt x="142" y="168"/>
                  <ns1:pt x="144" y="166"/>
                  <ns1:pt x="144" y="164"/>
                </ns1:cubicBezTo>
                <ns1:cubicBezTo>
                  <ns1:pt x="144" y="150"/>
                  <ns1:pt x="144" y="150"/>
                  <ns1:pt x="144" y="150"/>
                </ns1:cubicBezTo>
                <ns1:cubicBezTo>
                  <ns1:pt x="169" y="175"/>
                  <ns1:pt x="169" y="175"/>
                  <ns1:pt x="169" y="175"/>
                </ns1:cubicBezTo>
                <ns1:cubicBezTo>
                  <ns1:pt x="170" y="176"/>
                  <ns1:pt x="171" y="176"/>
                  <ns1:pt x="172" y="176"/>
                </ns1:cubicBezTo>
                <ns1:cubicBezTo>
                  <ns1:pt x="174" y="176"/>
                  <ns1:pt x="176" y="174"/>
                  <ns1:pt x="176" y="172"/>
                </ns1:cubicBezTo>
                <ns1:cubicBezTo>
                  <ns1:pt x="176" y="171"/>
                  <ns1:pt x="176" y="170"/>
                  <ns1:pt x="175" y="169"/>
                </ns1:cubicBezTo>
                <ns1:lnTo>
                  <ns1:pt x="150" y="144"/>
                </ns1:lnTo>
                <ns1:close/>
              </ns1:path>
            </ns1:pathLst>
          </ns1:custGeom>
          <ns1:solidFill>
            <ns1:schemeClr val="tx1"/>
          </ns1:solidFill>
          <ns1:ln>
            <ns1:noFill/>
          </ns1:ln>
          <ns1:extLst/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en-US" sz="2700"/>
          </ns1:p>
        </ns0:txBody>
      </ns0:sp>
      <ns0:sp>
        <ns0:nvSpPr>
          <ns0:cNvPr id="22" name="Freeform 19"/>
          <ns0:cNvSpPr>
            <ns1:spLocks noEditPoints="1"/>
          </ns0:cNvSpPr>
          <ns0:nvPr/>
        </ns0:nvSpPr>
        <ns0:spPr bwMode="auto">
          <ns1:xfrm>
            <ns1:off x="5240338" y="2030412"/>
            <ns1:ext cx="412750" cy="571500"/>
          </ns1:xfrm>
          <ns1:custGeom>
            <ns1:avLst/>
            <ns1:gdLst>
              <ns1:gd name="T0" fmla="*/ 85 w 128"/>
              <ns1:gd name="T1" fmla="*/ 32 h 176"/>
              <ns1:gd name="T2" fmla="*/ 99 w 128"/>
              <ns1:gd name="T3" fmla="*/ 37 h 176"/>
              <ns1:gd name="T4" fmla="*/ 106 w 128"/>
              <ns1:gd name="T5" fmla="*/ 63 h 176"/>
              <ns1:gd name="T6" fmla="*/ 112 w 128"/>
              <ns1:gd name="T7" fmla="*/ 56 h 176"/>
              <ns1:gd name="T8" fmla="*/ 83 w 128"/>
              <ns1:gd name="T9" fmla="*/ 21 h 176"/>
              <ns1:gd name="T10" fmla="*/ 67 w 128"/>
              <ns1:gd name="T11" fmla="*/ 61 h 176"/>
              <ns1:gd name="T12" fmla="*/ 64 w 128"/>
              <ns1:gd name="T13" fmla="*/ 83 h 176"/>
              <ns1:gd name="T14" fmla="*/ 70 w 128"/>
              <ns1:gd name="T15" fmla="*/ 96 h 176"/>
              <ns1:gd name="T16" fmla="*/ 72 w 128"/>
              <ns1:gd name="T17" fmla="*/ 92 h 176"/>
              <ns1:gd name="T18" fmla="*/ 78 w 128"/>
              <ns1:gd name="T19" fmla="*/ 67 h 176"/>
              <ns1:gd name="T20" fmla="*/ 99 w 128"/>
              <ns1:gd name="T21" fmla="*/ 66 h 176"/>
              <ns1:gd name="T22" fmla="*/ 104 w 128"/>
              <ns1:gd name="T23" fmla="*/ 71 h 176"/>
              <ns1:gd name="T24" fmla="*/ 72 w 128"/>
              <ns1:gd name="T25" fmla="*/ 112 h 176"/>
              <ns1:gd name="T26" fmla="*/ 72 w 128"/>
              <ns1:gd name="T27" fmla="*/ 0 h 176"/>
              <ns1:gd name="T28" fmla="*/ 72 w 128"/>
              <ns1:gd name="T29" fmla="*/ 112 h 176"/>
              <ns1:gd name="T30" fmla="*/ 120 w 128"/>
              <ns1:gd name="T31" fmla="*/ 56 h 176"/>
              <ns1:gd name="T32" fmla="*/ 24 w 128"/>
              <ns1:gd name="T33" fmla="*/ 56 h 176"/>
              <ns1:gd name="T34" fmla="*/ 122 w 128"/>
              <ns1:gd name="T35" fmla="*/ 98 h 176"/>
              <ns1:gd name="T36" fmla="*/ 119 w 128"/>
              <ns1:gd name="T37" fmla="*/ 99 h 176"/>
              <ns1:gd name="T38" fmla="*/ 8 w 128"/>
              <ns1:gd name="T39" fmla="*/ 56 h 176"/>
              <ns1:gd name="T40" fmla="*/ 28 w 128"/>
              <ns1:gd name="T41" fmla="*/ 9 h 176"/>
              <ns1:gd name="T42" fmla="*/ 26 w 128"/>
              <ns1:gd name="T43" fmla="*/ 2 h 176"/>
              <ns1:gd name="T44" fmla="*/ 23 w 128"/>
              <ns1:gd name="T45" fmla="*/ 3 h 176"/>
              <ns1:gd name="T46" fmla="*/ 68 w 128"/>
              <ns1:gd name="T47" fmla="*/ 128 h 176"/>
              <ns1:gd name="T48" fmla="*/ 44 w 128"/>
              <ns1:gd name="T49" fmla="*/ 168 h 176"/>
              <ns1:gd name="T50" fmla="*/ 44 w 128"/>
              <ns1:gd name="T51" fmla="*/ 176 h 176"/>
              <ns1:gd name="T52" fmla="*/ 104 w 128"/>
              <ns1:gd name="T53" fmla="*/ 172 h 176"/>
              <ns1:gd name="T54" fmla="*/ 76 w 128"/>
              <ns1:gd name="T55" fmla="*/ 168 h 176"/>
              <ns1:gd name="T56" fmla="*/ 125 w 128"/>
              <ns1:gd name="T57" fmla="*/ 105 h 176"/>
              <ns1:gd name="T58" fmla="*/ 126 w 128"/>
              <ns1:gd name="T59" fmla="*/ 102 h 176"/>
              <ns1:gd name="T60" fmla="*/ 37 w 128"/>
              <ns1:gd name="T61" fmla="*/ 51 h 176"/>
              <ns1:gd name="T62" fmla="*/ 53 w 128"/>
              <ns1:gd name="T63" fmla="*/ 60 h 176"/>
              <ns1:gd name="T64" fmla="*/ 56 w 128"/>
              <ns1:gd name="T65" fmla="*/ 53 h 176"/>
              <ns1:gd name="T66" fmla="*/ 70 w 128"/>
              <ns1:gd name="T67" fmla="*/ 42 h 176"/>
              <ns1:gd name="T68" fmla="*/ 69 w 128"/>
              <ns1:gd name="T69" fmla="*/ 32 h 176"/>
              <ns1:gd name="T70" fmla="*/ 65 w 128"/>
              <ns1:gd name="T71" fmla="*/ 31 h 176"/>
              <ns1:gd name="T72" fmla="*/ 59 w 128"/>
              <ns1:gd name="T73" fmla="*/ 26 h 176"/>
              <ns1:gd name="T74" fmla="*/ 46 w 128"/>
              <ns1:gd name="T75" fmla="*/ 26 h 176"/>
              <ns1:gd name="T76" fmla="*/ 37 w 128"/>
              <ns1:gd name="T77" fmla="*/ 51 h 176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  <ns1:cxn ang="0">
                <ns1:pos x="T32" y="T33"/>
              </ns1:cxn>
              <ns1:cxn ang="0">
                <ns1:pos x="T34" y="T35"/>
              </ns1:cxn>
              <ns1:cxn ang="0">
                <ns1:pos x="T36" y="T37"/>
              </ns1:cxn>
              <ns1:cxn ang="0">
                <ns1:pos x="T38" y="T39"/>
              </ns1:cxn>
              <ns1:cxn ang="0">
                <ns1:pos x="T40" y="T41"/>
              </ns1:cxn>
              <ns1:cxn ang="0">
                <ns1:pos x="T42" y="T43"/>
              </ns1:cxn>
              <ns1:cxn ang="0">
                <ns1:pos x="T44" y="T45"/>
              </ns1:cxn>
              <ns1:cxn ang="0">
                <ns1:pos x="T46" y="T47"/>
              </ns1:cxn>
              <ns1:cxn ang="0">
                <ns1:pos x="T48" y="T49"/>
              </ns1:cxn>
              <ns1:cxn ang="0">
                <ns1:pos x="T50" y="T51"/>
              </ns1:cxn>
              <ns1:cxn ang="0">
                <ns1:pos x="T52" y="T53"/>
              </ns1:cxn>
              <ns1:cxn ang="0">
                <ns1:pos x="T54" y="T55"/>
              </ns1:cxn>
              <ns1:cxn ang="0">
                <ns1:pos x="T56" y="T57"/>
              </ns1:cxn>
              <ns1:cxn ang="0">
                <ns1:pos x="T58" y="T59"/>
              </ns1:cxn>
              <ns1:cxn ang="0">
                <ns1:pos x="T60" y="T61"/>
              </ns1:cxn>
              <ns1:cxn ang="0">
                <ns1:pos x="T62" y="T63"/>
              </ns1:cxn>
              <ns1:cxn ang="0">
                <ns1:pos x="T64" y="T65"/>
              </ns1:cxn>
              <ns1:cxn ang="0">
                <ns1:pos x="T66" y="T67"/>
              </ns1:cxn>
              <ns1:cxn ang="0">
                <ns1:pos x="T68" y="T69"/>
              </ns1:cxn>
              <ns1:cxn ang="0">
                <ns1:pos x="T70" y="T71"/>
              </ns1:cxn>
              <ns1:cxn ang="0">
                <ns1:pos x="T72" y="T73"/>
              </ns1:cxn>
              <ns1:cxn ang="0">
                <ns1:pos x="T74" y="T75"/>
              </ns1:cxn>
              <ns1:cxn ang="0">
                <ns1:pos x="T76" y="T77"/>
              </ns1:cxn>
            </ns1:cxnLst>
            <ns1:rect l="0" t="0" r="r" b="b"/>
            <ns1:pathLst>
              <ns1:path w="128" h="176">
                <ns1:moveTo>
                  <ns1:pt x="85" y="27"/>
                </ns1:moveTo>
                <ns1:cubicBezTo>
                  <ns1:pt x="85" y="27"/>
                  <ns1:pt x="84" y="28"/>
                  <ns1:pt x="85" y="32"/>
                </ns1:cubicBezTo>
                <ns1:cubicBezTo>
                  <ns1:pt x="87" y="37"/>
                  <ns1:pt x="89" y="38"/>
                  <ns1:pt x="95" y="35"/>
                </ns1:cubicBezTo>
                <ns1:cubicBezTo>
                  <ns1:pt x="97" y="34"/>
                  <ns1:pt x="99" y="35"/>
                  <ns1:pt x="99" y="37"/>
                </ns1:cubicBezTo>
                <ns1:cubicBezTo>
                  <ns1:pt x="98" y="43"/>
                  <ns1:pt x="94" y="43"/>
                  <ns1:pt x="97" y="51"/>
                </ns1:cubicBezTo>
                <ns1:cubicBezTo>
                  <ns1:pt x="99" y="57"/>
                  <ns1:pt x="104" y="59"/>
                  <ns1:pt x="106" y="63"/>
                </ns1:cubicBezTo>
                <ns1:cubicBezTo>
                  <ns1:pt x="107" y="65"/>
                  <ns1:pt x="108" y="66"/>
                  <ns1:pt x="110" y="67"/>
                </ns1:cubicBezTo>
                <ns1:cubicBezTo>
                  <ns1:pt x="111" y="64"/>
                  <ns1:pt x="112" y="60"/>
                  <ns1:pt x="112" y="56"/>
                </ns1:cubicBezTo>
                <ns1:cubicBezTo>
                  <ns1:pt x="112" y="39"/>
                  <ns1:pt x="101" y="24"/>
                  <ns1:pt x="86" y="18"/>
                </ns1:cubicBezTo>
                <ns1:cubicBezTo>
                  <ns1:pt x="85" y="20"/>
                  <ns1:pt x="84" y="21"/>
                  <ns1:pt x="83" y="21"/>
                </ns1:cubicBezTo>
                <ns1:cubicBezTo>
                  <ns1:pt x="81" y="22"/>
                  <ns1:pt x="81" y="27"/>
                  <ns1:pt x="85" y="27"/>
                </ns1:cubicBezTo>
                <ns1:moveTo>
                  <ns1:pt x="67" y="61"/>
                </ns1:moveTo>
                <ns1:cubicBezTo>
                  <ns1:pt x="61" y="61"/>
                  <ns1:pt x="56" y="62"/>
                  <ns1:pt x="58" y="71"/>
                </ns1:cubicBezTo>
                <ns1:cubicBezTo>
                  <ns1:pt x="60" y="80"/>
                  <ns1:pt x="65" y="76"/>
                  <ns1:pt x="64" y="83"/>
                </ns1:cubicBezTo>
                <ns1:cubicBezTo>
                  <ns1:pt x="64" y="90"/>
                  <ns1:pt x="65" y="91"/>
                  <ns1:pt x="66" y="93"/>
                </ns1:cubicBezTo>
                <ns1:cubicBezTo>
                  <ns1:pt x="67" y="94"/>
                  <ns1:pt x="68" y="96"/>
                  <ns1:pt x="70" y="96"/>
                </ns1:cubicBezTo>
                <ns1:cubicBezTo>
                  <ns1:pt x="70" y="96"/>
                  <ns1:pt x="70" y="96"/>
                  <ns1:pt x="70" y="96"/>
                </ns1:cubicBezTo>
                <ns1:cubicBezTo>
                  <ns1:pt x="71" y="96"/>
                  <ns1:pt x="72" y="95"/>
                  <ns1:pt x="72" y="92"/>
                </ns1:cubicBezTo>
                <ns1:cubicBezTo>
                  <ns1:pt x="73" y="86"/>
                  <ns1:pt x="75" y="82"/>
                  <ns1:pt x="78" y="79"/>
                </ns1:cubicBezTo>
                <ns1:cubicBezTo>
                  <ns1:pt x="81" y="75"/>
                  <ns1:pt x="83" y="71"/>
                  <ns1:pt x="78" y="67"/>
                </ns1:cubicBezTo>
                <ns1:cubicBezTo>
                  <ns1:pt x="73" y="62"/>
                  <ns1:pt x="74" y="61"/>
                  <ns1:pt x="67" y="61"/>
                </ns1:cubicBezTo>
                <ns1:moveTo>
                  <ns1:pt x="99" y="66"/>
                </ns1:moveTo>
                <ns1:cubicBezTo>
                  <ns1:pt x="97" y="67"/>
                  <ns1:pt x="97" y="70"/>
                  <ns1:pt x="99" y="71"/>
                </ns1:cubicBezTo>
                <ns1:cubicBezTo>
                  <ns1:pt x="100" y="72"/>
                  <ns1:pt x="103" y="74"/>
                  <ns1:pt x="104" y="71"/>
                </ns1:cubicBezTo>
                <ns1:cubicBezTo>
                  <ns1:pt x="105" y="68"/>
                  <ns1:pt x="101" y="65"/>
                  <ns1:pt x="99" y="66"/>
                </ns1:cubicBezTo>
                <ns1:moveTo>
                  <ns1:pt x="72" y="112"/>
                </ns1:moveTo>
                <ns1:cubicBezTo>
                  <ns1:pt x="103" y="112"/>
                  <ns1:pt x="128" y="87"/>
                  <ns1:pt x="128" y="56"/>
                </ns1:cubicBezTo>
                <ns1:cubicBezTo>
                  <ns1:pt x="128" y="25"/>
                  <ns1:pt x="103" y="0"/>
                  <ns1:pt x="72" y="0"/>
                </ns1:cubicBezTo>
                <ns1:cubicBezTo>
                  <ns1:pt x="41" y="0"/>
                  <ns1:pt x="16" y="25"/>
                  <ns1:pt x="16" y="56"/>
                </ns1:cubicBezTo>
                <ns1:cubicBezTo>
                  <ns1:pt x="16" y="87"/>
                  <ns1:pt x="41" y="112"/>
                  <ns1:pt x="72" y="112"/>
                </ns1:cubicBezTo>
                <ns1:moveTo>
                  <ns1:pt x="72" y="8"/>
                </ns1:moveTo>
                <ns1:cubicBezTo>
                  <ns1:pt x="99" y="8"/>
                  <ns1:pt x="120" y="29"/>
                  <ns1:pt x="120" y="56"/>
                </ns1:cubicBezTo>
                <ns1:cubicBezTo>
                  <ns1:pt x="120" y="83"/>
                  <ns1:pt x="99" y="104"/>
                  <ns1:pt x="72" y="104"/>
                </ns1:cubicBezTo>
                <ns1:cubicBezTo>
                  <ns1:pt x="45" y="104"/>
                  <ns1:pt x="24" y="83"/>
                  <ns1:pt x="24" y="56"/>
                </ns1:cubicBezTo>
                <ns1:cubicBezTo>
                  <ns1:pt x="24" y="29"/>
                  <ns1:pt x="45" y="8"/>
                  <ns1:pt x="72" y="8"/>
                </ns1:cubicBezTo>
                <ns1:moveTo>
                  <ns1:pt x="122" y="98"/>
                </ns1:moveTo>
                <ns1:cubicBezTo>
                  <ns1:pt x="121" y="98"/>
                  <ns1:pt x="120" y="98"/>
                  <ns1:pt x="119" y="99"/>
                </ns1:cubicBezTo>
                <ns1:cubicBezTo>
                  <ns1:pt x="119" y="99"/>
                  <ns1:pt x="119" y="99"/>
                  <ns1:pt x="119" y="99"/>
                </ns1:cubicBezTo>
                <ns1:cubicBezTo>
                  <ns1:pt x="108" y="112"/>
                  <ns1:pt x="91" y="120"/>
                  <ns1:pt x="72" y="120"/>
                </ns1:cubicBezTo>
                <ns1:cubicBezTo>
                  <ns1:pt x="37" y="120"/>
                  <ns1:pt x="8" y="91"/>
                  <ns1:pt x="8" y="56"/>
                </ns1:cubicBezTo>
                <ns1:cubicBezTo>
                  <ns1:pt x="8" y="38"/>
                  <ns1:pt x="16" y="21"/>
                  <ns1:pt x="28" y="9"/>
                </ns1:cubicBezTo>
                <ns1:cubicBezTo>
                  <ns1:pt x="28" y="9"/>
                  <ns1:pt x="28" y="9"/>
                  <ns1:pt x="28" y="9"/>
                </ns1:cubicBezTo>
                <ns1:cubicBezTo>
                  <ns1:pt x="29" y="8"/>
                  <ns1:pt x="30" y="7"/>
                  <ns1:pt x="30" y="6"/>
                </ns1:cubicBezTo>
                <ns1:cubicBezTo>
                  <ns1:pt x="30" y="4"/>
                  <ns1:pt x="28" y="2"/>
                  <ns1:pt x="26" y="2"/>
                </ns1:cubicBezTo>
                <ns1:cubicBezTo>
                  <ns1:pt x="25" y="2"/>
                  <ns1:pt x="24" y="3"/>
                  <ns1:pt x="23" y="3"/>
                </ns1:cubicBezTo>
                <ns1:cubicBezTo>
                  <ns1:pt x="23" y="3"/>
                  <ns1:pt x="23" y="3"/>
                  <ns1:pt x="23" y="3"/>
                </ns1:cubicBezTo>
                <ns1:cubicBezTo>
                  <ns1:pt x="9" y="16"/>
                  <ns1:pt x="0" y="35"/>
                  <ns1:pt x="0" y="56"/>
                </ns1:cubicBezTo>
                <ns1:cubicBezTo>
                  <ns1:pt x="0" y="94"/>
                  <ns1:pt x="30" y="126"/>
                  <ns1:pt x="68" y="128"/>
                </ns1:cubicBezTo>
                <ns1:cubicBezTo>
                  <ns1:pt x="68" y="168"/>
                  <ns1:pt x="68" y="168"/>
                  <ns1:pt x="68" y="168"/>
                </ns1:cubicBezTo>
                <ns1:cubicBezTo>
                  <ns1:pt x="44" y="168"/>
                  <ns1:pt x="44" y="168"/>
                  <ns1:pt x="44" y="168"/>
                </ns1:cubicBezTo>
                <ns1:cubicBezTo>
                  <ns1:pt x="42" y="168"/>
                  <ns1:pt x="40" y="170"/>
                  <ns1:pt x="40" y="172"/>
                </ns1:cubicBezTo>
                <ns1:cubicBezTo>
                  <ns1:pt x="40" y="174"/>
                  <ns1:pt x="42" y="176"/>
                  <ns1:pt x="44" y="176"/>
                </ns1:cubicBezTo>
                <ns1:cubicBezTo>
                  <ns1:pt x="100" y="176"/>
                  <ns1:pt x="100" y="176"/>
                  <ns1:pt x="100" y="176"/>
                </ns1:cubicBezTo>
                <ns1:cubicBezTo>
                  <ns1:pt x="102" y="176"/>
                  <ns1:pt x="104" y="174"/>
                  <ns1:pt x="104" y="172"/>
                </ns1:cubicBezTo>
                <ns1:cubicBezTo>
                  <ns1:pt x="104" y="170"/>
                  <ns1:pt x="102" y="168"/>
                  <ns1:pt x="100" y="168"/>
                </ns1:cubicBezTo>
                <ns1:cubicBezTo>
                  <ns1:pt x="76" y="168"/>
                  <ns1:pt x="76" y="168"/>
                  <ns1:pt x="76" y="168"/>
                </ns1:cubicBezTo>
                <ns1:cubicBezTo>
                  <ns1:pt x="76" y="128"/>
                  <ns1:pt x="76" y="128"/>
                  <ns1:pt x="76" y="128"/>
                </ns1:cubicBezTo>
                <ns1:cubicBezTo>
                  <ns1:pt x="95" y="127"/>
                  <ns1:pt x="112" y="118"/>
                  <ns1:pt x="125" y="105"/>
                </ns1:cubicBezTo>
                <ns1:cubicBezTo>
                  <ns1:pt x="125" y="105"/>
                  <ns1:pt x="125" y="105"/>
                  <ns1:pt x="125" y="105"/>
                </ns1:cubicBezTo>
                <ns1:cubicBezTo>
                  <ns1:pt x="125" y="104"/>
                  <ns1:pt x="126" y="103"/>
                  <ns1:pt x="126" y="102"/>
                </ns1:cubicBezTo>
                <ns1:cubicBezTo>
                  <ns1:pt x="126" y="100"/>
                  <ns1:pt x="124" y="98"/>
                  <ns1:pt x="122" y="98"/>
                </ns1:cubicBezTo>
                <ns1:moveTo>
                  <ns1:pt x="37" y="51"/>
                </ns1:moveTo>
                <ns1:cubicBezTo>
                  <ns1:pt x="37" y="51"/>
                  <ns1:pt x="39" y="56"/>
                  <ns1:pt x="53" y="63"/>
                </ns1:cubicBezTo>
                <ns1:cubicBezTo>
                  <ns1:pt x="53" y="63"/>
                  <ns1:pt x="56" y="63"/>
                  <ns1:pt x="53" y="60"/>
                </ns1:cubicBezTo>
                <ns1:cubicBezTo>
                  <ns1:pt x="50" y="57"/>
                  <ns1:pt x="46" y="53"/>
                  <ns1:pt x="50" y="51"/>
                </ns1:cubicBezTo>
                <ns1:cubicBezTo>
                  <ns1:pt x="54" y="49"/>
                  <ns1:pt x="55" y="49"/>
                  <ns1:pt x="56" y="53"/>
                </ns1:cubicBezTo>
                <ns1:cubicBezTo>
                  <ns1:pt x="57" y="57"/>
                  <ns1:pt x="60" y="55"/>
                  <ns1:pt x="60" y="51"/>
                </ns1:cubicBezTo>
                <ns1:cubicBezTo>
                  <ns1:pt x="61" y="48"/>
                  <ns1:pt x="66" y="44"/>
                  <ns1:pt x="70" y="42"/>
                </ns1:cubicBezTo>
                <ns1:cubicBezTo>
                  <ns1:pt x="74" y="41"/>
                  <ns1:pt x="77" y="40"/>
                  <ns1:pt x="77" y="37"/>
                </ns1:cubicBezTo>
                <ns1:cubicBezTo>
                  <ns1:pt x="76" y="35"/>
                  <ns1:pt x="75" y="32"/>
                  <ns1:pt x="69" y="32"/>
                </ns1:cubicBezTo>
                <ns1:cubicBezTo>
                  <ns1:pt x="63" y="32"/>
                  <ns1:pt x="66" y="40"/>
                  <ns1:pt x="61" y="36"/>
                </ns1:cubicBezTo>
                <ns1:cubicBezTo>
                  <ns1:pt x="56" y="31"/>
                  <ns1:pt x="62" y="32"/>
                  <ns1:pt x="65" y="31"/>
                </ns1:cubicBezTo>
                <ns1:cubicBezTo>
                  <ns1:pt x="67" y="30"/>
                  <ns1:pt x="70" y="26"/>
                  <ns1:pt x="65" y="25"/>
                </ns1:cubicBezTo>
                <ns1:cubicBezTo>
                  <ns1:pt x="61" y="25"/>
                  <ns1:pt x="62" y="27"/>
                  <ns1:pt x="59" y="26"/>
                </ns1:cubicBezTo>
                <ns1:cubicBezTo>
                  <ns1:pt x="55" y="25"/>
                  <ns1:pt x="54" y="30"/>
                  <ns1:pt x="52" y="29"/>
                </ns1:cubicBezTo>
                <ns1:cubicBezTo>
                  <ns1:pt x="50" y="29"/>
                  <ns1:pt x="48" y="27"/>
                  <ns1:pt x="46" y="26"/>
                </ns1:cubicBezTo>
                <ns1:cubicBezTo>
                  <ns1:pt x="40" y="31"/>
                  <ns1:pt x="36" y="37"/>
                  <ns1:pt x="34" y="45"/>
                </ns1:cubicBezTo>
                <ns1:cubicBezTo>
                  <ns1:pt x="35" y="49"/>
                  <ns1:pt x="37" y="51"/>
                  <ns1:pt x="37" y="51"/>
                </ns1:cubicBezTo>
              </ns1:path>
            </ns1:pathLst>
          </ns1:custGeom>
          <ns1:solidFill>
            <ns1:schemeClr val="tx1"/>
          </ns1:solidFill>
          <ns1:ln>
            <ns1:noFill/>
          </ns1:ln>
          <ns1:extLst/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en-US" sz="2700"/>
          </ns1:p>
        </ns0:txBody>
      </ns0:sp>
      <ns0:sp>
        <ns0:nvSpPr>
          <ns0:cNvPr id="23" name="Freeform 20"/>
          <ns0:cNvSpPr>
            <ns1:spLocks noEditPoints="1"/>
          </ns0:cNvSpPr>
          <ns0:nvPr/>
        </ns0:nvSpPr>
        <ns0:spPr bwMode="auto">
          <ns1:xfrm>
            <ns1:off x="6300788" y="2030412"/>
            <ns1:ext cx="465138" cy="571500"/>
          </ns1:xfrm>
          <ns1:custGeom>
            <ns1:avLst/>
            <ns1:gdLst>
              <ns1:gd name="T0" fmla="*/ 119 w 144"/>
              <ns1:gd name="T1" fmla="*/ 89 h 176"/>
              <ns1:gd name="T2" fmla="*/ 84 w 144"/>
              <ns1:gd name="T3" fmla="*/ 88 h 176"/>
              <ns1:gd name="T4" fmla="*/ 124 w 144"/>
              <ns1:gd name="T5" fmla="*/ 72 h 176"/>
              <ns1:gd name="T6" fmla="*/ 128 w 144"/>
              <ns1:gd name="T7" fmla="*/ 20 h 176"/>
              <ns1:gd name="T8" fmla="*/ 84 w 144"/>
              <ns1:gd name="T9" fmla="*/ 16 h 176"/>
              <ns1:gd name="T10" fmla="*/ 76 w 144"/>
              <ns1:gd name="T11" fmla="*/ 0 h 176"/>
              <ns1:gd name="T12" fmla="*/ 60 w 144"/>
              <ns1:gd name="T13" fmla="*/ 8 h 176"/>
              <ns1:gd name="T14" fmla="*/ 28 w 144"/>
              <ns1:gd name="T15" fmla="*/ 16 h 176"/>
              <ns1:gd name="T16" fmla="*/ 1 w 144"/>
              <ns1:gd name="T17" fmla="*/ 41 h 176"/>
              <ns1:gd name="T18" fmla="*/ 1 w 144"/>
              <ns1:gd name="T19" fmla="*/ 47 h 176"/>
              <ns1:gd name="T20" fmla="*/ 28 w 144"/>
              <ns1:gd name="T21" fmla="*/ 72 h 176"/>
              <ns1:gd name="T22" fmla="*/ 60 w 144"/>
              <ns1:gd name="T23" fmla="*/ 88 h 176"/>
              <ns1:gd name="T24" fmla="*/ 16 w 144"/>
              <ns1:gd name="T25" fmla="*/ 92 h 176"/>
              <ns1:gd name="T26" fmla="*/ 20 w 144"/>
              <ns1:gd name="T27" fmla="*/ 144 h 176"/>
              <ns1:gd name="T28" fmla="*/ 60 w 144"/>
              <ns1:gd name="T29" fmla="*/ 168 h 176"/>
              <ns1:gd name="T30" fmla="*/ 76 w 144"/>
              <ns1:gd name="T31" fmla="*/ 176 h 176"/>
              <ns1:gd name="T32" fmla="*/ 84 w 144"/>
              <ns1:gd name="T33" fmla="*/ 144 h 176"/>
              <ns1:gd name="T34" fmla="*/ 119 w 144"/>
              <ns1:gd name="T35" fmla="*/ 143 h 176"/>
              <ns1:gd name="T36" fmla="*/ 144 w 144"/>
              <ns1:gd name="T37" fmla="*/ 116 h 176"/>
              <ns1:gd name="T38" fmla="*/ 68 w 144"/>
              <ns1:gd name="T39" fmla="*/ 8 h 176"/>
              <ns1:gd name="T40" fmla="*/ 76 w 144"/>
              <ns1:gd name="T41" fmla="*/ 16 h 176"/>
              <ns1:gd name="T42" fmla="*/ 68 w 144"/>
              <ns1:gd name="T43" fmla="*/ 8 h 176"/>
              <ns1:gd name="T44" fmla="*/ 10 w 144"/>
              <ns1:gd name="T45" fmla="*/ 44 h 176"/>
              <ns1:gd name="T46" fmla="*/ 120 w 144"/>
              <ns1:gd name="T47" fmla="*/ 24 h 176"/>
              <ns1:gd name="T48" fmla="*/ 30 w 144"/>
              <ns1:gd name="T49" fmla="*/ 64 h 176"/>
              <ns1:gd name="T50" fmla="*/ 68 w 144"/>
              <ns1:gd name="T51" fmla="*/ 88 h 176"/>
              <ns1:gd name="T52" fmla="*/ 76 w 144"/>
              <ns1:gd name="T53" fmla="*/ 72 h 176"/>
              <ns1:gd name="T54" fmla="*/ 76 w 144"/>
              <ns1:gd name="T55" fmla="*/ 168 h 176"/>
              <ns1:gd name="T56" fmla="*/ 68 w 144"/>
              <ns1:gd name="T57" fmla="*/ 144 h 176"/>
              <ns1:gd name="T58" fmla="*/ 76 w 144"/>
              <ns1:gd name="T59" fmla="*/ 168 h 176"/>
              <ns1:gd name="T60" fmla="*/ 24 w 144"/>
              <ns1:gd name="T61" fmla="*/ 136 h 176"/>
              <ns1:gd name="T62" fmla="*/ 114 w 144"/>
              <ns1:gd name="T63" fmla="*/ 96 h 176"/>
              <ns1:gd name="T64" fmla="*/ 114 w 144"/>
              <ns1:gd name="T65" fmla="*/ 136 h 176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  <ns1:cxn ang="0">
                <ns1:pos x="T32" y="T33"/>
              </ns1:cxn>
              <ns1:cxn ang="0">
                <ns1:pos x="T34" y="T35"/>
              </ns1:cxn>
              <ns1:cxn ang="0">
                <ns1:pos x="T36" y="T37"/>
              </ns1:cxn>
              <ns1:cxn ang="0">
                <ns1:pos x="T38" y="T39"/>
              </ns1:cxn>
              <ns1:cxn ang="0">
                <ns1:pos x="T40" y="T41"/>
              </ns1:cxn>
              <ns1:cxn ang="0">
                <ns1:pos x="T42" y="T43"/>
              </ns1:cxn>
              <ns1:cxn ang="0">
                <ns1:pos x="T44" y="T45"/>
              </ns1:cxn>
              <ns1:cxn ang="0">
                <ns1:pos x="T46" y="T47"/>
              </ns1:cxn>
              <ns1:cxn ang="0">
                <ns1:pos x="T48" y="T49"/>
              </ns1:cxn>
              <ns1:cxn ang="0">
                <ns1:pos x="T50" y="T51"/>
              </ns1:cxn>
              <ns1:cxn ang="0">
                <ns1:pos x="T52" y="T53"/>
              </ns1:cxn>
              <ns1:cxn ang="0">
                <ns1:pos x="T54" y="T55"/>
              </ns1:cxn>
              <ns1:cxn ang="0">
                <ns1:pos x="T56" y="T57"/>
              </ns1:cxn>
              <ns1:cxn ang="0">
                <ns1:pos x="T58" y="T59"/>
              </ns1:cxn>
              <ns1:cxn ang="0">
                <ns1:pos x="T60" y="T61"/>
              </ns1:cxn>
              <ns1:cxn ang="0">
                <ns1:pos x="T62" y="T63"/>
              </ns1:cxn>
              <ns1:cxn ang="0">
                <ns1:pos x="T64" y="T65"/>
              </ns1:cxn>
            </ns1:cxnLst>
            <ns1:rect l="0" t="0" r="r" b="b"/>
            <ns1:pathLst>
              <ns1:path w="144" h="176">
                <ns1:moveTo>
                  <ns1:pt x="143" y="113"/>
                </ns1:moveTo>
                <ns1:cubicBezTo>
                  <ns1:pt x="119" y="89"/>
                  <ns1:pt x="119" y="89"/>
                  <ns1:pt x="119" y="89"/>
                </ns1:cubicBezTo>
                <ns1:cubicBezTo>
                  <ns1:pt x="118" y="88"/>
                  <ns1:pt x="117" y="88"/>
                  <ns1:pt x="116" y="88"/>
                </ns1:cubicBezTo>
                <ns1:cubicBezTo>
                  <ns1:pt x="84" y="88"/>
                  <ns1:pt x="84" y="88"/>
                  <ns1:pt x="84" y="88"/>
                </ns1:cubicBezTo>
                <ns1:cubicBezTo>
                  <ns1:pt x="84" y="72"/>
                  <ns1:pt x="84" y="72"/>
                  <ns1:pt x="84" y="72"/>
                </ns1:cubicBezTo>
                <ns1:cubicBezTo>
                  <ns1:pt x="124" y="72"/>
                  <ns1:pt x="124" y="72"/>
                  <ns1:pt x="124" y="72"/>
                </ns1:cubicBezTo>
                <ns1:cubicBezTo>
                  <ns1:pt x="126" y="72"/>
                  <ns1:pt x="128" y="70"/>
                  <ns1:pt x="128" y="68"/>
                </ns1:cubicBezTo>
                <ns1:cubicBezTo>
                  <ns1:pt x="128" y="20"/>
                  <ns1:pt x="128" y="20"/>
                  <ns1:pt x="128" y="20"/>
                </ns1:cubicBezTo>
                <ns1:cubicBezTo>
                  <ns1:pt x="128" y="18"/>
                  <ns1:pt x="126" y="16"/>
                  <ns1:pt x="124" y="16"/>
                </ns1:cubicBezTo>
                <ns1:cubicBezTo>
                  <ns1:pt x="84" y="16"/>
                  <ns1:pt x="84" y="16"/>
                  <ns1:pt x="84" y="16"/>
                </ns1:cubicBezTo>
                <ns1:cubicBezTo>
                  <ns1:pt x="84" y="8"/>
                  <ns1:pt x="84" y="8"/>
                  <ns1:pt x="84" y="8"/>
                </ns1:cubicBezTo>
                <ns1:cubicBezTo>
                  <ns1:pt x="84" y="4"/>
                  <ns1:pt x="80" y="0"/>
                  <ns1:pt x="76" y="0"/>
                </ns1:cubicBezTo>
                <ns1:cubicBezTo>
                  <ns1:pt x="68" y="0"/>
                  <ns1:pt x="68" y="0"/>
                  <ns1:pt x="68" y="0"/>
                </ns1:cubicBezTo>
                <ns1:cubicBezTo>
                  <ns1:pt x="64" y="0"/>
                  <ns1:pt x="60" y="4"/>
                  <ns1:pt x="60" y="8"/>
                </ns1:cubicBezTo>
                <ns1:cubicBezTo>
                  <ns1:pt x="60" y="16"/>
                  <ns1:pt x="60" y="16"/>
                  <ns1:pt x="60" y="16"/>
                </ns1:cubicBezTo>
                <ns1:cubicBezTo>
                  <ns1:pt x="28" y="16"/>
                  <ns1:pt x="28" y="16"/>
                  <ns1:pt x="28" y="16"/>
                </ns1:cubicBezTo>
                <ns1:cubicBezTo>
                  <ns1:pt x="27" y="16"/>
                  <ns1:pt x="26" y="16"/>
                  <ns1:pt x="25" y="17"/>
                </ns1:cubicBezTo>
                <ns1:cubicBezTo>
                  <ns1:pt x="1" y="41"/>
                  <ns1:pt x="1" y="41"/>
                  <ns1:pt x="1" y="41"/>
                </ns1:cubicBezTo>
                <ns1:cubicBezTo>
                  <ns1:pt x="0" y="42"/>
                  <ns1:pt x="0" y="43"/>
                  <ns1:pt x="0" y="44"/>
                </ns1:cubicBezTo>
                <ns1:cubicBezTo>
                  <ns1:pt x="0" y="45"/>
                  <ns1:pt x="0" y="46"/>
                  <ns1:pt x="1" y="47"/>
                </ns1:cubicBezTo>
                <ns1:cubicBezTo>
                  <ns1:pt x="25" y="71"/>
                  <ns1:pt x="25" y="71"/>
                  <ns1:pt x="25" y="71"/>
                </ns1:cubicBezTo>
                <ns1:cubicBezTo>
                  <ns1:pt x="26" y="72"/>
                  <ns1:pt x="27" y="72"/>
                  <ns1:pt x="28" y="72"/>
                </ns1:cubicBezTo>
                <ns1:cubicBezTo>
                  <ns1:pt x="60" y="72"/>
                  <ns1:pt x="60" y="72"/>
                  <ns1:pt x="60" y="72"/>
                </ns1:cubicBezTo>
                <ns1:cubicBezTo>
                  <ns1:pt x="60" y="88"/>
                  <ns1:pt x="60" y="88"/>
                  <ns1:pt x="60" y="88"/>
                </ns1:cubicBezTo>
                <ns1:cubicBezTo>
                  <ns1:pt x="20" y="88"/>
                  <ns1:pt x="20" y="88"/>
                  <ns1:pt x="20" y="88"/>
                </ns1:cubicBezTo>
                <ns1:cubicBezTo>
                  <ns1:pt x="18" y="88"/>
                  <ns1:pt x="16" y="90"/>
                  <ns1:pt x="16" y="92"/>
                </ns1:cubicBezTo>
                <ns1:cubicBezTo>
                  <ns1:pt x="16" y="140"/>
                  <ns1:pt x="16" y="140"/>
                  <ns1:pt x="16" y="140"/>
                </ns1:cubicBezTo>
                <ns1:cubicBezTo>
                  <ns1:pt x="16" y="142"/>
                  <ns1:pt x="18" y="144"/>
                  <ns1:pt x="20" y="144"/>
                </ns1:cubicBezTo>
                <ns1:cubicBezTo>
                  <ns1:pt x="60" y="144"/>
                  <ns1:pt x="60" y="144"/>
                  <ns1:pt x="60" y="144"/>
                </ns1:cubicBezTo>
                <ns1:cubicBezTo>
                  <ns1:pt x="60" y="168"/>
                  <ns1:pt x="60" y="168"/>
                  <ns1:pt x="60" y="168"/>
                </ns1:cubicBezTo>
                <ns1:cubicBezTo>
                  <ns1:pt x="60" y="172"/>
                  <ns1:pt x="64" y="176"/>
                  <ns1:pt x="68" y="176"/>
                </ns1:cubicBezTo>
                <ns1:cubicBezTo>
                  <ns1:pt x="76" y="176"/>
                  <ns1:pt x="76" y="176"/>
                  <ns1:pt x="76" y="176"/>
                </ns1:cubicBezTo>
                <ns1:cubicBezTo>
                  <ns1:pt x="80" y="176"/>
                  <ns1:pt x="84" y="172"/>
                  <ns1:pt x="84" y="168"/>
                </ns1:cubicBezTo>
                <ns1:cubicBezTo>
                  <ns1:pt x="84" y="144"/>
                  <ns1:pt x="84" y="144"/>
                  <ns1:pt x="84" y="144"/>
                </ns1:cubicBezTo>
                <ns1:cubicBezTo>
                  <ns1:pt x="116" y="144"/>
                  <ns1:pt x="116" y="144"/>
                  <ns1:pt x="116" y="144"/>
                </ns1:cubicBezTo>
                <ns1:cubicBezTo>
                  <ns1:pt x="117" y="144"/>
                  <ns1:pt x="118" y="144"/>
                  <ns1:pt x="119" y="143"/>
                </ns1:cubicBezTo>
                <ns1:cubicBezTo>
                  <ns1:pt x="143" y="119"/>
                  <ns1:pt x="143" y="119"/>
                  <ns1:pt x="143" y="119"/>
                </ns1:cubicBezTo>
                <ns1:cubicBezTo>
                  <ns1:pt x="144" y="118"/>
                  <ns1:pt x="144" y="117"/>
                  <ns1:pt x="144" y="116"/>
                </ns1:cubicBezTo>
                <ns1:cubicBezTo>
                  <ns1:pt x="144" y="115"/>
                  <ns1:pt x="144" y="114"/>
                  <ns1:pt x="143" y="113"/>
                </ns1:cubicBezTo>
                <ns1:moveTo>
                  <ns1:pt x="68" y="8"/>
                </ns1:moveTo>
                <ns1:cubicBezTo>
                  <ns1:pt x="76" y="8"/>
                  <ns1:pt x="76" y="8"/>
                  <ns1:pt x="76" y="8"/>
                </ns1:cubicBezTo>
                <ns1:cubicBezTo>
                  <ns1:pt x="76" y="16"/>
                  <ns1:pt x="76" y="16"/>
                  <ns1:pt x="76" y="16"/>
                </ns1:cubicBezTo>
                <ns1:cubicBezTo>
                  <ns1:pt x="68" y="16"/>
                  <ns1:pt x="68" y="16"/>
                  <ns1:pt x="68" y="16"/>
                </ns1:cubicBezTo>
                <ns1:lnTo>
                  <ns1:pt x="68" y="8"/>
                </ns1:lnTo>
                <ns1:close/>
                <ns1:moveTo>
                  <ns1:pt x="30" y="64"/>
                </ns1:moveTo>
                <ns1:cubicBezTo>
                  <ns1:pt x="10" y="44"/>
                  <ns1:pt x="10" y="44"/>
                  <ns1:pt x="10" y="44"/>
                </ns1:cubicBezTo>
                <ns1:cubicBezTo>
                  <ns1:pt x="30" y="24"/>
                  <ns1:pt x="30" y="24"/>
                  <ns1:pt x="30" y="24"/>
                </ns1:cubicBezTo>
                <ns1:cubicBezTo>
                  <ns1:pt x="120" y="24"/>
                  <ns1:pt x="120" y="24"/>
                  <ns1:pt x="120" y="24"/>
                </ns1:cubicBezTo>
                <ns1:cubicBezTo>
                  <ns1:pt x="120" y="64"/>
                  <ns1:pt x="120" y="64"/>
                  <ns1:pt x="120" y="64"/>
                </ns1:cubicBezTo>
                <ns1:lnTo>
                  <ns1:pt x="30" y="64"/>
                </ns1:lnTo>
                <ns1:close/>
                <ns1:moveTo>
                  <ns1:pt x="76" y="88"/>
                </ns1:moveTo>
                <ns1:cubicBezTo>
                  <ns1:pt x="68" y="88"/>
                  <ns1:pt x="68" y="88"/>
                  <ns1:pt x="68" y="88"/>
                </ns1:cubicBezTo>
                <ns1:cubicBezTo>
                  <ns1:pt x="68" y="72"/>
                  <ns1:pt x="68" y="72"/>
                  <ns1:pt x="68" y="72"/>
                </ns1:cubicBezTo>
                <ns1:cubicBezTo>
                  <ns1:pt x="76" y="72"/>
                  <ns1:pt x="76" y="72"/>
                  <ns1:pt x="76" y="72"/>
                </ns1:cubicBezTo>
                <ns1:lnTo>
                  <ns1:pt x="76" y="88"/>
                </ns1:lnTo>
                <ns1:close/>
                <ns1:moveTo>
                  <ns1:pt x="76" y="168"/>
                </ns1:moveTo>
                <ns1:cubicBezTo>
                  <ns1:pt x="68" y="168"/>
                  <ns1:pt x="68" y="168"/>
                  <ns1:pt x="68" y="168"/>
                </ns1:cubicBezTo>
                <ns1:cubicBezTo>
                  <ns1:pt x="68" y="144"/>
                  <ns1:pt x="68" y="144"/>
                  <ns1:pt x="68" y="144"/>
                </ns1:cubicBezTo>
                <ns1:cubicBezTo>
                  <ns1:pt x="76" y="144"/>
                  <ns1:pt x="76" y="144"/>
                  <ns1:pt x="76" y="144"/>
                </ns1:cubicBezTo>
                <ns1:lnTo>
                  <ns1:pt x="76" y="168"/>
                </ns1:lnTo>
                <ns1:close/>
                <ns1:moveTo>
                  <ns1:pt x="114" y="136"/>
                </ns1:moveTo>
                <ns1:cubicBezTo>
                  <ns1:pt x="24" y="136"/>
                  <ns1:pt x="24" y="136"/>
                  <ns1:pt x="24" y="136"/>
                </ns1:cubicBezTo>
                <ns1:cubicBezTo>
                  <ns1:pt x="24" y="96"/>
                  <ns1:pt x="24" y="96"/>
                  <ns1:pt x="24" y="96"/>
                </ns1:cubicBezTo>
                <ns1:cubicBezTo>
                  <ns1:pt x="114" y="96"/>
                  <ns1:pt x="114" y="96"/>
                  <ns1:pt x="114" y="96"/>
                </ns1:cubicBezTo>
                <ns1:cubicBezTo>
                  <ns1:pt x="134" y="116"/>
                  <ns1:pt x="134" y="116"/>
                  <ns1:pt x="134" y="116"/>
                </ns1:cubicBezTo>
                <ns1:lnTo>
                  <ns1:pt x="114" y="136"/>
                </ns1:lnTo>
                <ns1:close/>
              </ns1:path>
            </ns1:pathLst>
          </ns1:custGeom>
          <ns1:solidFill>
            <ns1:schemeClr val="tx1"/>
          </ns1:solidFill>
          <ns1:ln>
            <ns1:noFill/>
          </ns1:ln>
          <ns1:extLst/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en-US" sz="2700"/>
          </ns1:p>
        </ns0:txBody>
      </ns0:sp>
      <ns0:sp>
        <ns0:nvSpPr>
          <ns0:cNvPr id="24" name="Freeform 21"/>
          <ns0:cNvSpPr>
            <ns1:spLocks noEditPoints="1"/>
          </ns0:cNvSpPr>
          <ns0:nvPr/>
        </ns0:nvSpPr>
        <ns0:spPr bwMode="auto">
          <ns1:xfrm>
            <ns1:off x="7386638" y="2030412"/>
            <ns1:ext cx="465138" cy="571500"/>
          </ns1:xfrm>
          <ns1:custGeom>
            <ns1:avLst/>
            <ns1:gdLst>
              <ns1:gd name="T0" fmla="*/ 68 w 144"/>
              <ns1:gd name="T1" fmla="*/ 64 h 176"/>
              <ns1:gd name="T2" fmla="*/ 120 w 144"/>
              <ns1:gd name="T3" fmla="*/ 60 h 176"/>
              <ns1:gd name="T4" fmla="*/ 68 w 144"/>
              <ns1:gd name="T5" fmla="*/ 56 h 176"/>
              <ns1:gd name="T6" fmla="*/ 116 w 144"/>
              <ns1:gd name="T7" fmla="*/ 72 h 176"/>
              <ns1:gd name="T8" fmla="*/ 88 w 144"/>
              <ns1:gd name="T9" fmla="*/ 76 h 176"/>
              <ns1:gd name="T10" fmla="*/ 116 w 144"/>
              <ns1:gd name="T11" fmla="*/ 80 h 176"/>
              <ns1:gd name="T12" fmla="*/ 116 w 144"/>
              <ns1:gd name="T13" fmla="*/ 72 h 176"/>
              <ns1:gd name="T14" fmla="*/ 84 w 144"/>
              <ns1:gd name="T15" fmla="*/ 16 h 176"/>
              <ns1:gd name="T16" fmla="*/ 76 w 144"/>
              <ns1:gd name="T17" fmla="*/ 0 h 176"/>
              <ns1:gd name="T18" fmla="*/ 60 w 144"/>
              <ns1:gd name="T19" fmla="*/ 8 h 176"/>
              <ns1:gd name="T20" fmla="*/ 8 w 144"/>
              <ns1:gd name="T21" fmla="*/ 16 h 176"/>
              <ns1:gd name="T22" fmla="*/ 0 w 144"/>
              <ns1:gd name="T23" fmla="*/ 112 h 176"/>
              <ns1:gd name="T24" fmla="*/ 60 w 144"/>
              <ns1:gd name="T25" fmla="*/ 120 h 176"/>
              <ns1:gd name="T26" fmla="*/ 68 w 144"/>
              <ns1:gd name="T27" fmla="*/ 176 h 176"/>
              <ns1:gd name="T28" fmla="*/ 84 w 144"/>
              <ns1:gd name="T29" fmla="*/ 168 h 176"/>
              <ns1:gd name="T30" fmla="*/ 136 w 144"/>
              <ns1:gd name="T31" fmla="*/ 120 h 176"/>
              <ns1:gd name="T32" fmla="*/ 144 w 144"/>
              <ns1:gd name="T33" fmla="*/ 24 h 176"/>
              <ns1:gd name="T34" fmla="*/ 68 w 144"/>
              <ns1:gd name="T35" fmla="*/ 8 h 176"/>
              <ns1:gd name="T36" fmla="*/ 76 w 144"/>
              <ns1:gd name="T37" fmla="*/ 16 h 176"/>
              <ns1:gd name="T38" fmla="*/ 68 w 144"/>
              <ns1:gd name="T39" fmla="*/ 8 h 176"/>
              <ns1:gd name="T40" fmla="*/ 68 w 144"/>
              <ns1:gd name="T41" fmla="*/ 168 h 176"/>
              <ns1:gd name="T42" fmla="*/ 76 w 144"/>
              <ns1:gd name="T43" fmla="*/ 120 h 176"/>
              <ns1:gd name="T44" fmla="*/ 136 w 144"/>
              <ns1:gd name="T45" fmla="*/ 112 h 176"/>
              <ns1:gd name="T46" fmla="*/ 8 w 144"/>
              <ns1:gd name="T47" fmla="*/ 24 h 176"/>
              <ns1:gd name="T48" fmla="*/ 136 w 144"/>
              <ns1:gd name="T49" fmla="*/ 112 h 176"/>
              <ns1:gd name="T50" fmla="*/ 100 w 144"/>
              <ns1:gd name="T51" fmla="*/ 48 h 176"/>
              <ns1:gd name="T52" fmla="*/ 100 w 144"/>
              <ns1:gd name="T53" fmla="*/ 40 h 176"/>
              <ns1:gd name="T54" fmla="*/ 24 w 144"/>
              <ns1:gd name="T55" fmla="*/ 44 h 176"/>
              <ns1:gd name="T56" fmla="*/ 28 w 144"/>
              <ns1:gd name="T57" fmla="*/ 80 h 176"/>
              <ns1:gd name="T58" fmla="*/ 80 w 144"/>
              <ns1:gd name="T59" fmla="*/ 76 h 176"/>
              <ns1:gd name="T60" fmla="*/ 28 w 144"/>
              <ns1:gd name="T61" fmla="*/ 72 h 176"/>
              <ns1:gd name="T62" fmla="*/ 28 w 144"/>
              <ns1:gd name="T63" fmla="*/ 80 h 176"/>
              <ns1:gd name="T64" fmla="*/ 108 w 144"/>
              <ns1:gd name="T65" fmla="*/ 96 h 176"/>
              <ns1:gd name="T66" fmla="*/ 108 w 144"/>
              <ns1:gd name="T67" fmla="*/ 88 h 176"/>
              <ns1:gd name="T68" fmla="*/ 24 w 144"/>
              <ns1:gd name="T69" fmla="*/ 92 h 176"/>
              <ns1:gd name="T70" fmla="*/ 28 w 144"/>
              <ns1:gd name="T71" fmla="*/ 64 h 176"/>
              <ns1:gd name="T72" fmla="*/ 56 w 144"/>
              <ns1:gd name="T73" fmla="*/ 60 h 176"/>
              <ns1:gd name="T74" fmla="*/ 28 w 144"/>
              <ns1:gd name="T75" fmla="*/ 56 h 176"/>
              <ns1:gd name="T76" fmla="*/ 28 w 144"/>
              <ns1:gd name="T77" fmla="*/ 64 h 176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  <ns1:cxn ang="0">
                <ns1:pos x="T32" y="T33"/>
              </ns1:cxn>
              <ns1:cxn ang="0">
                <ns1:pos x="T34" y="T35"/>
              </ns1:cxn>
              <ns1:cxn ang="0">
                <ns1:pos x="T36" y="T37"/>
              </ns1:cxn>
              <ns1:cxn ang="0">
                <ns1:pos x="T38" y="T39"/>
              </ns1:cxn>
              <ns1:cxn ang="0">
                <ns1:pos x="T40" y="T41"/>
              </ns1:cxn>
              <ns1:cxn ang="0">
                <ns1:pos x="T42" y="T43"/>
              </ns1:cxn>
              <ns1:cxn ang="0">
                <ns1:pos x="T44" y="T45"/>
              </ns1:cxn>
              <ns1:cxn ang="0">
                <ns1:pos x="T46" y="T47"/>
              </ns1:cxn>
              <ns1:cxn ang="0">
                <ns1:pos x="T48" y="T49"/>
              </ns1:cxn>
              <ns1:cxn ang="0">
                <ns1:pos x="T50" y="T51"/>
              </ns1:cxn>
              <ns1:cxn ang="0">
                <ns1:pos x="T52" y="T53"/>
              </ns1:cxn>
              <ns1:cxn ang="0">
                <ns1:pos x="T54" y="T55"/>
              </ns1:cxn>
              <ns1:cxn ang="0">
                <ns1:pos x="T56" y="T57"/>
              </ns1:cxn>
              <ns1:cxn ang="0">
                <ns1:pos x="T58" y="T59"/>
              </ns1:cxn>
              <ns1:cxn ang="0">
                <ns1:pos x="T60" y="T61"/>
              </ns1:cxn>
              <ns1:cxn ang="0">
                <ns1:pos x="T62" y="T63"/>
              </ns1:cxn>
              <ns1:cxn ang="0">
                <ns1:pos x="T64" y="T65"/>
              </ns1:cxn>
              <ns1:cxn ang="0">
                <ns1:pos x="T66" y="T67"/>
              </ns1:cxn>
              <ns1:cxn ang="0">
                <ns1:pos x="T68" y="T69"/>
              </ns1:cxn>
              <ns1:cxn ang="0">
                <ns1:pos x="T70" y="T71"/>
              </ns1:cxn>
              <ns1:cxn ang="0">
                <ns1:pos x="T72" y="T73"/>
              </ns1:cxn>
              <ns1:cxn ang="0">
                <ns1:pos x="T74" y="T75"/>
              </ns1:cxn>
              <ns1:cxn ang="0">
                <ns1:pos x="T76" y="T77"/>
              </ns1:cxn>
            </ns1:cxnLst>
            <ns1:rect l="0" t="0" r="r" b="b"/>
            <ns1:pathLst>
              <ns1:path w="144" h="176">
                <ns1:moveTo>
                  <ns1:pt x="64" y="60"/>
                </ns1:moveTo>
                <ns1:cubicBezTo>
                  <ns1:pt x="64" y="62"/>
                  <ns1:pt x="66" y="64"/>
                  <ns1:pt x="68" y="64"/>
                </ns1:cubicBezTo>
                <ns1:cubicBezTo>
                  <ns1:pt x="116" y="64"/>
                  <ns1:pt x="116" y="64"/>
                  <ns1:pt x="116" y="64"/>
                </ns1:cubicBezTo>
                <ns1:cubicBezTo>
                  <ns1:pt x="118" y="64"/>
                  <ns1:pt x="120" y="62"/>
                  <ns1:pt x="120" y="60"/>
                </ns1:cubicBezTo>
                <ns1:cubicBezTo>
                  <ns1:pt x="120" y="58"/>
                  <ns1:pt x="118" y="56"/>
                  <ns1:pt x="116" y="56"/>
                </ns1:cubicBezTo>
                <ns1:cubicBezTo>
                  <ns1:pt x="68" y="56"/>
                  <ns1:pt x="68" y="56"/>
                  <ns1:pt x="68" y="56"/>
                </ns1:cubicBezTo>
                <ns1:cubicBezTo>
                  <ns1:pt x="66" y="56"/>
                  <ns1:pt x="64" y="58"/>
                  <ns1:pt x="64" y="60"/>
                </ns1:cubicBezTo>
                <ns1:moveTo>
                  <ns1:pt x="116" y="72"/>
                </ns1:moveTo>
                <ns1:cubicBezTo>
                  <ns1:pt x="92" y="72"/>
                  <ns1:pt x="92" y="72"/>
                  <ns1:pt x="92" y="72"/>
                </ns1:cubicBezTo>
                <ns1:cubicBezTo>
                  <ns1:pt x="90" y="72"/>
                  <ns1:pt x="88" y="74"/>
                  <ns1:pt x="88" y="76"/>
                </ns1:cubicBezTo>
                <ns1:cubicBezTo>
                  <ns1:pt x="88" y="78"/>
                  <ns1:pt x="90" y="80"/>
                  <ns1:pt x="92" y="80"/>
                </ns1:cubicBezTo>
                <ns1:cubicBezTo>
                  <ns1:pt x="116" y="80"/>
                  <ns1:pt x="116" y="80"/>
                  <ns1:pt x="116" y="80"/>
                </ns1:cubicBezTo>
                <ns1:cubicBezTo>
                  <ns1:pt x="118" y="80"/>
                  <ns1:pt x="120" y="78"/>
                  <ns1:pt x="120" y="76"/>
                </ns1:cubicBezTo>
                <ns1:cubicBezTo>
                  <ns1:pt x="120" y="74"/>
                  <ns1:pt x="118" y="72"/>
                  <ns1:pt x="116" y="72"/>
                </ns1:cubicBezTo>
                <ns1:moveTo>
                  <ns1:pt x="136" y="16"/>
                </ns1:moveTo>
                <ns1:cubicBezTo>
                  <ns1:pt x="84" y="16"/>
                  <ns1:pt x="84" y="16"/>
                  <ns1:pt x="84" y="16"/>
                </ns1:cubicBezTo>
                <ns1:cubicBezTo>
                  <ns1:pt x="84" y="8"/>
                  <ns1:pt x="84" y="8"/>
                  <ns1:pt x="84" y="8"/>
                </ns1:cubicBezTo>
                <ns1:cubicBezTo>
                  <ns1:pt x="84" y="4"/>
                  <ns1:pt x="80" y="0"/>
                  <ns1:pt x="76" y="0"/>
                </ns1:cubicBezTo>
                <ns1:cubicBezTo>
                  <ns1:pt x="68" y="0"/>
                  <ns1:pt x="68" y="0"/>
                  <ns1:pt x="68" y="0"/>
                </ns1:cubicBezTo>
                <ns1:cubicBezTo>
                  <ns1:pt x="64" y="0"/>
                  <ns1:pt x="60" y="4"/>
                  <ns1:pt x="60" y="8"/>
                </ns1:cubicBezTo>
                <ns1:cubicBezTo>
                  <ns1:pt x="60" y="16"/>
                  <ns1:pt x="60" y="16"/>
                  <ns1:pt x="60" y="16"/>
                </ns1:cubicBezTo>
                <ns1:cubicBezTo>
                  <ns1:pt x="8" y="16"/>
                  <ns1:pt x="8" y="16"/>
                  <ns1:pt x="8" y="16"/>
                </ns1:cubicBezTo>
                <ns1:cubicBezTo>
                  <ns1:pt x="4" y="16"/>
                  <ns1:pt x="0" y="20"/>
                  <ns1:pt x="0" y="24"/>
                </ns1:cubicBezTo>
                <ns1:cubicBezTo>
                  <ns1:pt x="0" y="112"/>
                  <ns1:pt x="0" y="112"/>
                  <ns1:pt x="0" y="112"/>
                </ns1:cubicBezTo>
                <ns1:cubicBezTo>
                  <ns1:pt x="0" y="116"/>
                  <ns1:pt x="4" y="120"/>
                  <ns1:pt x="8" y="120"/>
                </ns1:cubicBezTo>
                <ns1:cubicBezTo>
                  <ns1:pt x="60" y="120"/>
                  <ns1:pt x="60" y="120"/>
                  <ns1:pt x="60" y="120"/>
                </ns1:cubicBezTo>
                <ns1:cubicBezTo>
                  <ns1:pt x="60" y="168"/>
                  <ns1:pt x="60" y="168"/>
                  <ns1:pt x="60" y="168"/>
                </ns1:cubicBezTo>
                <ns1:cubicBezTo>
                  <ns1:pt x="60" y="172"/>
                  <ns1:pt x="64" y="176"/>
                  <ns1:pt x="68" y="176"/>
                </ns1:cubicBezTo>
                <ns1:cubicBezTo>
                  <ns1:pt x="76" y="176"/>
                  <ns1:pt x="76" y="176"/>
                  <ns1:pt x="76" y="176"/>
                </ns1:cubicBezTo>
                <ns1:cubicBezTo>
                  <ns1:pt x="80" y="176"/>
                  <ns1:pt x="84" y="172"/>
                  <ns1:pt x="84" y="168"/>
                </ns1:cubicBezTo>
                <ns1:cubicBezTo>
                  <ns1:pt x="84" y="120"/>
                  <ns1:pt x="84" y="120"/>
                  <ns1:pt x="84" y="120"/>
                </ns1:cubicBezTo>
                <ns1:cubicBezTo>
                  <ns1:pt x="136" y="120"/>
                  <ns1:pt x="136" y="120"/>
                  <ns1:pt x="136" y="120"/>
                </ns1:cubicBezTo>
                <ns1:cubicBezTo>
                  <ns1:pt x="140" y="120"/>
                  <ns1:pt x="144" y="116"/>
                  <ns1:pt x="144" y="112"/>
                </ns1:cubicBezTo>
                <ns1:cubicBezTo>
                  <ns1:pt x="144" y="24"/>
                  <ns1:pt x="144" y="24"/>
                  <ns1:pt x="144" y="24"/>
                </ns1:cubicBezTo>
                <ns1:cubicBezTo>
                  <ns1:pt x="144" y="20"/>
                  <ns1:pt x="140" y="16"/>
                  <ns1:pt x="136" y="16"/>
                </ns1:cubicBezTo>
                <ns1:moveTo>
                  <ns1:pt x="68" y="8"/>
                </ns1:moveTo>
                <ns1:cubicBezTo>
                  <ns1:pt x="76" y="8"/>
                  <ns1:pt x="76" y="8"/>
                  <ns1:pt x="76" y="8"/>
                </ns1:cubicBezTo>
                <ns1:cubicBezTo>
                  <ns1:pt x="76" y="16"/>
                  <ns1:pt x="76" y="16"/>
                  <ns1:pt x="76" y="16"/>
                </ns1:cubicBezTo>
                <ns1:cubicBezTo>
                  <ns1:pt x="68" y="16"/>
                  <ns1:pt x="68" y="16"/>
                  <ns1:pt x="68" y="16"/>
                </ns1:cubicBezTo>
                <ns1:lnTo>
                  <ns1:pt x="68" y="8"/>
                </ns1:lnTo>
                <ns1:close/>
                <ns1:moveTo>
                  <ns1:pt x="76" y="168"/>
                </ns1:moveTo>
                <ns1:cubicBezTo>
                  <ns1:pt x="68" y="168"/>
                  <ns1:pt x="68" y="168"/>
                  <ns1:pt x="68" y="168"/>
                </ns1:cubicBezTo>
                <ns1:cubicBezTo>
                  <ns1:pt x="68" y="120"/>
                  <ns1:pt x="68" y="120"/>
                  <ns1:pt x="68" y="120"/>
                </ns1:cubicBezTo>
                <ns1:cubicBezTo>
                  <ns1:pt x="76" y="120"/>
                  <ns1:pt x="76" y="120"/>
                  <ns1:pt x="76" y="120"/>
                </ns1:cubicBezTo>
                <ns1:lnTo>
                  <ns1:pt x="76" y="168"/>
                </ns1:lnTo>
                <ns1:close/>
                <ns1:moveTo>
                  <ns1:pt x="136" y="112"/>
                </ns1:moveTo>
                <ns1:cubicBezTo>
                  <ns1:pt x="8" y="112"/>
                  <ns1:pt x="8" y="112"/>
                  <ns1:pt x="8" y="112"/>
                </ns1:cubicBezTo>
                <ns1:cubicBezTo>
                  <ns1:pt x="8" y="24"/>
                  <ns1:pt x="8" y="24"/>
                  <ns1:pt x="8" y="24"/>
                </ns1:cubicBezTo>
                <ns1:cubicBezTo>
                  <ns1:pt x="136" y="24"/>
                  <ns1:pt x="136" y="24"/>
                  <ns1:pt x="136" y="24"/>
                </ns1:cubicBezTo>
                <ns1:lnTo>
                  <ns1:pt x="136" y="112"/>
                </ns1:lnTo>
                <ns1:close/>
                <ns1:moveTo>
                  <ns1:pt x="28" y="48"/>
                </ns1:moveTo>
                <ns1:cubicBezTo>
                  <ns1:pt x="100" y="48"/>
                  <ns1:pt x="100" y="48"/>
                  <ns1:pt x="100" y="48"/>
                </ns1:cubicBezTo>
                <ns1:cubicBezTo>
                  <ns1:pt x="102" y="48"/>
                  <ns1:pt x="104" y="46"/>
                  <ns1:pt x="104" y="44"/>
                </ns1:cubicBezTo>
                <ns1:cubicBezTo>
                  <ns1:pt x="104" y="42"/>
                  <ns1:pt x="102" y="40"/>
                  <ns1:pt x="100" y="40"/>
                </ns1:cubicBezTo>
                <ns1:cubicBezTo>
                  <ns1:pt x="28" y="40"/>
                  <ns1:pt x="28" y="40"/>
                  <ns1:pt x="28" y="40"/>
                </ns1:cubicBezTo>
                <ns1:cubicBezTo>
                  <ns1:pt x="26" y="40"/>
                  <ns1:pt x="24" y="42"/>
                  <ns1:pt x="24" y="44"/>
                </ns1:cubicBezTo>
                <ns1:cubicBezTo>
                  <ns1:pt x="24" y="46"/>
                  <ns1:pt x="26" y="48"/>
                  <ns1:pt x="28" y="48"/>
                </ns1:cubicBezTo>
                <ns1:moveTo>
                  <ns1:pt x="28" y="80"/>
                </ns1:moveTo>
                <ns1:cubicBezTo>
                  <ns1:pt x="76" y="80"/>
                  <ns1:pt x="76" y="80"/>
                  <ns1:pt x="76" y="80"/>
                </ns1:cubicBezTo>
                <ns1:cubicBezTo>
                  <ns1:pt x="78" y="80"/>
                  <ns1:pt x="80" y="78"/>
                  <ns1:pt x="80" y="76"/>
                </ns1:cubicBezTo>
                <ns1:cubicBezTo>
                  <ns1:pt x="80" y="74"/>
                  <ns1:pt x="78" y="72"/>
                  <ns1:pt x="76" y="72"/>
                </ns1:cubicBezTo>
                <ns1:cubicBezTo>
                  <ns1:pt x="28" y="72"/>
                  <ns1:pt x="28" y="72"/>
                  <ns1:pt x="28" y="72"/>
                </ns1:cubicBezTo>
                <ns1:cubicBezTo>
                  <ns1:pt x="26" y="72"/>
                  <ns1:pt x="24" y="74"/>
                  <ns1:pt x="24" y="76"/>
                </ns1:cubicBezTo>
                <ns1:cubicBezTo>
                  <ns1:pt x="24" y="78"/>
                  <ns1:pt x="26" y="80"/>
                  <ns1:pt x="28" y="80"/>
                </ns1:cubicBezTo>
                <ns1:moveTo>
                  <ns1:pt x="28" y="96"/>
                </ns1:moveTo>
                <ns1:cubicBezTo>
                  <ns1:pt x="108" y="96"/>
                  <ns1:pt x="108" y="96"/>
                  <ns1:pt x="108" y="96"/>
                </ns1:cubicBezTo>
                <ns1:cubicBezTo>
                  <ns1:pt x="110" y="96"/>
                  <ns1:pt x="112" y="94"/>
                  <ns1:pt x="112" y="92"/>
                </ns1:cubicBezTo>
                <ns1:cubicBezTo>
                  <ns1:pt x="112" y="90"/>
                  <ns1:pt x="110" y="88"/>
                  <ns1:pt x="108" y="88"/>
                </ns1:cubicBezTo>
                <ns1:cubicBezTo>
                  <ns1:pt x="28" y="88"/>
                  <ns1:pt x="28" y="88"/>
                  <ns1:pt x="28" y="88"/>
                </ns1:cubicBezTo>
                <ns1:cubicBezTo>
                  <ns1:pt x="26" y="88"/>
                  <ns1:pt x="24" y="90"/>
                  <ns1:pt x="24" y="92"/>
                </ns1:cubicBezTo>
                <ns1:cubicBezTo>
                  <ns1:pt x="24" y="94"/>
                  <ns1:pt x="26" y="96"/>
                  <ns1:pt x="28" y="96"/>
                </ns1:cubicBezTo>
                <ns1:moveTo>
                  <ns1:pt x="28" y="64"/>
                </ns1:moveTo>
                <ns1:cubicBezTo>
                  <ns1:pt x="52" y="64"/>
                  <ns1:pt x="52" y="64"/>
                  <ns1:pt x="52" y="64"/>
                </ns1:cubicBezTo>
                <ns1:cubicBezTo>
                  <ns1:pt x="54" y="64"/>
                  <ns1:pt x="56" y="62"/>
                  <ns1:pt x="56" y="60"/>
                </ns1:cubicBezTo>
                <ns1:cubicBezTo>
                  <ns1:pt x="56" y="58"/>
                  <ns1:pt x="54" y="56"/>
                  <ns1:pt x="52" y="56"/>
                </ns1:cubicBezTo>
                <ns1:cubicBezTo>
                  <ns1:pt x="28" y="56"/>
                  <ns1:pt x="28" y="56"/>
                  <ns1:pt x="28" y="56"/>
                </ns1:cubicBezTo>
                <ns1:cubicBezTo>
                  <ns1:pt x="26" y="56"/>
                  <ns1:pt x="24" y="58"/>
                  <ns1:pt x="24" y="60"/>
                </ns1:cubicBezTo>
                <ns1:cubicBezTo>
                  <ns1:pt x="24" y="62"/>
                  <ns1:pt x="26" y="64"/>
                  <ns1:pt x="28" y="64"/>
                </ns1:cubicBezTo>
              </ns1:path>
            </ns1:pathLst>
          </ns1:custGeom>
          <ns1:solidFill>
            <ns1:schemeClr val="tx1"/>
          </ns1:solidFill>
          <ns1:ln>
            <ns1:noFill/>
          </ns1:ln>
          <ns1:extLst/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en-US" sz="2700"/>
          </ns1:p>
        </ns0:txBody>
      </ns0:sp>
      <ns0:sp>
        <ns0:nvSpPr>
          <ns0:cNvPr id="25" name="Freeform 22"/>
          <ns0:cNvSpPr>
            <ns1:spLocks noEditPoints="1"/>
          </ns0:cNvSpPr>
          <ns0:nvPr/>
        </ns0:nvSpPr>
        <ns0:spPr bwMode="auto">
          <ns1:xfrm>
            <ns1:off x="8421689" y="2082801"/>
            <ns1:ext cx="568325" cy="466725"/>
          </ns1:xfrm>
          <ns1:custGeom>
            <ns1:avLst/>
            <ns1:gdLst>
              <ns1:gd name="T0" fmla="*/ 108 w 176"/>
              <ns1:gd name="T1" fmla="*/ 56 h 144"/>
              <ns1:gd name="T2" fmla="*/ 84 w 176"/>
              <ns1:gd name="T3" fmla="*/ 56 h 144"/>
              <ns1:gd name="T4" fmla="*/ 80 w 176"/>
              <ns1:gd name="T5" fmla="*/ 60 h 144"/>
              <ns1:gd name="T6" fmla="*/ 84 w 176"/>
              <ns1:gd name="T7" fmla="*/ 64 h 144"/>
              <ns1:gd name="T8" fmla="*/ 96 w 176"/>
              <ns1:gd name="T9" fmla="*/ 64 h 144"/>
              <ns1:gd name="T10" fmla="*/ 64 w 176"/>
              <ns1:gd name="T11" fmla="*/ 116 h 144"/>
              <ns1:gd name="T12" fmla="*/ 64 w 176"/>
              <ns1:gd name="T13" fmla="*/ 116 h 144"/>
              <ns1:gd name="T14" fmla="*/ 64 w 176"/>
              <ns1:gd name="T15" fmla="*/ 116 h 144"/>
              <ns1:gd name="T16" fmla="*/ 68 w 176"/>
              <ns1:gd name="T17" fmla="*/ 120 h 144"/>
              <ns1:gd name="T18" fmla="*/ 72 w 176"/>
              <ns1:gd name="T19" fmla="*/ 116 h 144"/>
              <ns1:gd name="T20" fmla="*/ 72 w 176"/>
              <ns1:gd name="T21" fmla="*/ 116 h 144"/>
              <ns1:gd name="T22" fmla="*/ 104 w 176"/>
              <ns1:gd name="T23" fmla="*/ 68 h 144"/>
              <ns1:gd name="T24" fmla="*/ 104 w 176"/>
              <ns1:gd name="T25" fmla="*/ 84 h 144"/>
              <ns1:gd name="T26" fmla="*/ 108 w 176"/>
              <ns1:gd name="T27" fmla="*/ 88 h 144"/>
              <ns1:gd name="T28" fmla="*/ 112 w 176"/>
              <ns1:gd name="T29" fmla="*/ 84 h 144"/>
              <ns1:gd name="T30" fmla="*/ 112 w 176"/>
              <ns1:gd name="T31" fmla="*/ 60 h 144"/>
              <ns1:gd name="T32" fmla="*/ 108 w 176"/>
              <ns1:gd name="T33" fmla="*/ 56 h 144"/>
              <ns1:gd name="T34" fmla="*/ 174 w 176"/>
              <ns1:gd name="T35" fmla="*/ 120 h 144"/>
              <ns1:gd name="T36" fmla="*/ 102 w 176"/>
              <ns1:gd name="T37" fmla="*/ 8 h 144"/>
              <ns1:gd name="T38" fmla="*/ 88 w 176"/>
              <ns1:gd name="T39" fmla="*/ 0 h 144"/>
              <ns1:gd name="T40" fmla="*/ 74 w 176"/>
              <ns1:gd name="T41" fmla="*/ 8 h 144"/>
              <ns1:gd name="T42" fmla="*/ 2 w 176"/>
              <ns1:gd name="T43" fmla="*/ 120 h 144"/>
              <ns1:gd name="T44" fmla="*/ 0 w 176"/>
              <ns1:gd name="T45" fmla="*/ 128 h 144"/>
              <ns1:gd name="T46" fmla="*/ 16 w 176"/>
              <ns1:gd name="T47" fmla="*/ 144 h 144"/>
              <ns1:gd name="T48" fmla="*/ 160 w 176"/>
              <ns1:gd name="T49" fmla="*/ 144 h 144"/>
              <ns1:gd name="T50" fmla="*/ 176 w 176"/>
              <ns1:gd name="T51" fmla="*/ 128 h 144"/>
              <ns1:gd name="T52" fmla="*/ 174 w 176"/>
              <ns1:gd name="T53" fmla="*/ 120 h 144"/>
              <ns1:gd name="T54" fmla="*/ 160 w 176"/>
              <ns1:gd name="T55" fmla="*/ 136 h 144"/>
              <ns1:gd name="T56" fmla="*/ 16 w 176"/>
              <ns1:gd name="T57" fmla="*/ 136 h 144"/>
              <ns1:gd name="T58" fmla="*/ 8 w 176"/>
              <ns1:gd name="T59" fmla="*/ 128 h 144"/>
              <ns1:gd name="T60" fmla="*/ 9 w 176"/>
              <ns1:gd name="T61" fmla="*/ 125 h 144"/>
              <ns1:gd name="T62" fmla="*/ 9 w 176"/>
              <ns1:gd name="T63" fmla="*/ 124 h 144"/>
              <ns1:gd name="T64" fmla="*/ 81 w 176"/>
              <ns1:gd name="T65" fmla="*/ 12 h 144"/>
              <ns1:gd name="T66" fmla="*/ 81 w 176"/>
              <ns1:gd name="T67" fmla="*/ 12 h 144"/>
              <ns1:gd name="T68" fmla="*/ 88 w 176"/>
              <ns1:gd name="T69" fmla="*/ 8 h 144"/>
              <ns1:gd name="T70" fmla="*/ 95 w 176"/>
              <ns1:gd name="T71" fmla="*/ 11 h 144"/>
              <ns1:gd name="T72" fmla="*/ 95 w 176"/>
              <ns1:gd name="T73" fmla="*/ 12 h 144"/>
              <ns1:gd name="T74" fmla="*/ 167 w 176"/>
              <ns1:gd name="T75" fmla="*/ 124 h 144"/>
              <ns1:gd name="T76" fmla="*/ 168 w 176"/>
              <ns1:gd name="T77" fmla="*/ 125 h 144"/>
              <ns1:gd name="T78" fmla="*/ 168 w 176"/>
              <ns1:gd name="T79" fmla="*/ 128 h 144"/>
              <ns1:gd name="T80" fmla="*/ 160 w 176"/>
              <ns1:gd name="T81" fmla="*/ 136 h 144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  <ns1:cxn ang="0">
                <ns1:pos x="T32" y="T33"/>
              </ns1:cxn>
              <ns1:cxn ang="0">
                <ns1:pos x="T34" y="T35"/>
              </ns1:cxn>
              <ns1:cxn ang="0">
                <ns1:pos x="T36" y="T37"/>
              </ns1:cxn>
              <ns1:cxn ang="0">
                <ns1:pos x="T38" y="T39"/>
              </ns1:cxn>
              <ns1:cxn ang="0">
                <ns1:pos x="T40" y="T41"/>
              </ns1:cxn>
              <ns1:cxn ang="0">
                <ns1:pos x="T42" y="T43"/>
              </ns1:cxn>
              <ns1:cxn ang="0">
                <ns1:pos x="T44" y="T45"/>
              </ns1:cxn>
              <ns1:cxn ang="0">
                <ns1:pos x="T46" y="T47"/>
              </ns1:cxn>
              <ns1:cxn ang="0">
                <ns1:pos x="T48" y="T49"/>
              </ns1:cxn>
              <ns1:cxn ang="0">
                <ns1:pos x="T50" y="T51"/>
              </ns1:cxn>
              <ns1:cxn ang="0">
                <ns1:pos x="T52" y="T53"/>
              </ns1:cxn>
              <ns1:cxn ang="0">
                <ns1:pos x="T54" y="T55"/>
              </ns1:cxn>
              <ns1:cxn ang="0">
                <ns1:pos x="T56" y="T57"/>
              </ns1:cxn>
              <ns1:cxn ang="0">
                <ns1:pos x="T58" y="T59"/>
              </ns1:cxn>
              <ns1:cxn ang="0">
                <ns1:pos x="T60" y="T61"/>
              </ns1:cxn>
              <ns1:cxn ang="0">
                <ns1:pos x="T62" y="T63"/>
              </ns1:cxn>
              <ns1:cxn ang="0">
                <ns1:pos x="T64" y="T65"/>
              </ns1:cxn>
              <ns1:cxn ang="0">
                <ns1:pos x="T66" y="T67"/>
              </ns1:cxn>
              <ns1:cxn ang="0">
                <ns1:pos x="T68" y="T69"/>
              </ns1:cxn>
              <ns1:cxn ang="0">
                <ns1:pos x="T70" y="T71"/>
              </ns1:cxn>
              <ns1:cxn ang="0">
                <ns1:pos x="T72" y="T73"/>
              </ns1:cxn>
              <ns1:cxn ang="0">
                <ns1:pos x="T74" y="T75"/>
              </ns1:cxn>
              <ns1:cxn ang="0">
                <ns1:pos x="T76" y="T77"/>
              </ns1:cxn>
              <ns1:cxn ang="0">
                <ns1:pos x="T78" y="T79"/>
              </ns1:cxn>
              <ns1:cxn ang="0">
                <ns1:pos x="T80" y="T81"/>
              </ns1:cxn>
            </ns1:cxnLst>
            <ns1:rect l="0" t="0" r="r" b="b"/>
            <ns1:pathLst>
              <ns1:path w="176" h="144">
                <ns1:moveTo>
                  <ns1:pt x="108" y="56"/>
                </ns1:moveTo>
                <ns1:cubicBezTo>
                  <ns1:pt x="84" y="56"/>
                  <ns1:pt x="84" y="56"/>
                  <ns1:pt x="84" y="56"/>
                </ns1:cubicBezTo>
                <ns1:cubicBezTo>
                  <ns1:pt x="82" y="56"/>
                  <ns1:pt x="80" y="58"/>
                  <ns1:pt x="80" y="60"/>
                </ns1:cubicBezTo>
                <ns1:cubicBezTo>
                  <ns1:pt x="80" y="62"/>
                  <ns1:pt x="82" y="64"/>
                  <ns1:pt x="84" y="64"/>
                </ns1:cubicBezTo>
                <ns1:cubicBezTo>
                  <ns1:pt x="96" y="64"/>
                  <ns1:pt x="96" y="64"/>
                  <ns1:pt x="96" y="64"/>
                </ns1:cubicBezTo>
                <ns1:cubicBezTo>
                  <ns1:pt x="84" y="75"/>
                  <ns1:pt x="64" y="95"/>
                  <ns1:pt x="64" y="116"/>
                </ns1:cubicBezTo>
                <ns1:cubicBezTo>
                  <ns1:pt x="64" y="116"/>
                  <ns1:pt x="64" y="116"/>
                  <ns1:pt x="64" y="116"/>
                </ns1:cubicBezTo>
                <ns1:cubicBezTo>
                  <ns1:pt x="64" y="116"/>
                  <ns1:pt x="64" y="116"/>
                  <ns1:pt x="64" y="116"/>
                </ns1:cubicBezTo>
                <ns1:cubicBezTo>
                  <ns1:pt x="64" y="118"/>
                  <ns1:pt x="66" y="120"/>
                  <ns1:pt x="68" y="120"/>
                </ns1:cubicBezTo>
                <ns1:cubicBezTo>
                  <ns1:pt x="70" y="120"/>
                  <ns1:pt x="72" y="118"/>
                  <ns1:pt x="72" y="116"/>
                </ns1:cubicBezTo>
                <ns1:cubicBezTo>
                  <ns1:pt x="72" y="116"/>
                  <ns1:pt x="72" y="116"/>
                  <ns1:pt x="72" y="116"/>
                </ns1:cubicBezTo>
                <ns1:cubicBezTo>
                  <ns1:pt x="72" y="97"/>
                  <ns1:pt x="93" y="77"/>
                  <ns1:pt x="104" y="68"/>
                </ns1:cubicBezTo>
                <ns1:cubicBezTo>
                  <ns1:pt x="104" y="84"/>
                  <ns1:pt x="104" y="84"/>
                  <ns1:pt x="104" y="84"/>
                </ns1:cubicBezTo>
                <ns1:cubicBezTo>
                  <ns1:pt x="104" y="86"/>
                  <ns1:pt x="106" y="88"/>
                  <ns1:pt x="108" y="88"/>
                </ns1:cubicBezTo>
                <ns1:cubicBezTo>
                  <ns1:pt x="110" y="88"/>
                  <ns1:pt x="112" y="86"/>
                  <ns1:pt x="112" y="84"/>
                </ns1:cubicBezTo>
                <ns1:cubicBezTo>
                  <ns1:pt x="112" y="60"/>
                  <ns1:pt x="112" y="60"/>
                  <ns1:pt x="112" y="60"/>
                </ns1:cubicBezTo>
                <ns1:cubicBezTo>
                  <ns1:pt x="112" y="58"/>
                  <ns1:pt x="110" y="56"/>
                  <ns1:pt x="108" y="56"/>
                </ns1:cubicBezTo>
                <ns1:moveTo>
                  <ns1:pt x="174" y="120"/>
                </ns1:moveTo>
                <ns1:cubicBezTo>
                  <ns1:pt x="102" y="8"/>
                  <ns1:pt x="102" y="8"/>
                  <ns1:pt x="102" y="8"/>
                </ns1:cubicBezTo>
                <ns1:cubicBezTo>
                  <ns1:pt x="102" y="8"/>
                  <ns1:pt x="98" y="0"/>
                  <ns1:pt x="88" y="0"/>
                </ns1:cubicBezTo>
                <ns1:cubicBezTo>
                  <ns1:pt x="78" y="0"/>
                  <ns1:pt x="74" y="8"/>
                  <ns1:pt x="74" y="8"/>
                </ns1:cubicBezTo>
                <ns1:cubicBezTo>
                  <ns1:pt x="2" y="120"/>
                  <ns1:pt x="2" y="120"/>
                  <ns1:pt x="2" y="120"/>
                </ns1:cubicBezTo>
                <ns1:cubicBezTo>
                  <ns1:pt x="2" y="120"/>
                  <ns1:pt x="0" y="123"/>
                  <ns1:pt x="0" y="128"/>
                </ns1:cubicBezTo>
                <ns1:cubicBezTo>
                  <ns1:pt x="0" y="137"/>
                  <ns1:pt x="7" y="144"/>
                  <ns1:pt x="16" y="144"/>
                </ns1:cubicBezTo>
                <ns1:cubicBezTo>
                  <ns1:pt x="160" y="144"/>
                  <ns1:pt x="160" y="144"/>
                  <ns1:pt x="160" y="144"/>
                </ns1:cubicBezTo>
                <ns1:cubicBezTo>
                  <ns1:pt x="169" y="144"/>
                  <ns1:pt x="176" y="137"/>
                  <ns1:pt x="176" y="128"/>
                </ns1:cubicBezTo>
                <ns1:cubicBezTo>
                  <ns1:pt x="176" y="122"/>
                  <ns1:pt x="174" y="120"/>
                  <ns1:pt x="174" y="120"/>
                </ns1:cubicBezTo>
                <ns1:moveTo>
                  <ns1:pt x="160" y="136"/>
                </ns1:moveTo>
                <ns1:cubicBezTo>
                  <ns1:pt x="16" y="136"/>
                  <ns1:pt x="16" y="136"/>
                  <ns1:pt x="16" y="136"/>
                </ns1:cubicBezTo>
                <ns1:cubicBezTo>
                  <ns1:pt x="12" y="136"/>
                  <ns1:pt x="8" y="132"/>
                  <ns1:pt x="8" y="128"/>
                </ns1:cubicBezTo>
                <ns1:cubicBezTo>
                  <ns1:pt x="8" y="126"/>
                  <ns1:pt x="8" y="125"/>
                  <ns1:pt x="9" y="125"/>
                </ns1:cubicBezTo>
                <ns1:cubicBezTo>
                  <ns1:pt x="9" y="125"/>
                  <ns1:pt x="9" y="125"/>
                  <ns1:pt x="9" y="124"/>
                </ns1:cubicBezTo>
                <ns1:cubicBezTo>
                  <ns1:pt x="81" y="12"/>
                  <ns1:pt x="81" y="12"/>
                  <ns1:pt x="81" y="12"/>
                </ns1:cubicBezTo>
                <ns1:cubicBezTo>
                  <ns1:pt x="81" y="12"/>
                  <ns1:pt x="81" y="12"/>
                  <ns1:pt x="81" y="12"/>
                </ns1:cubicBezTo>
                <ns1:cubicBezTo>
                  <ns1:pt x="81" y="12"/>
                  <ns1:pt x="83" y="8"/>
                  <ns1:pt x="88" y="8"/>
                </ns1:cubicBezTo>
                <ns1:cubicBezTo>
                  <ns1:pt x="93" y="8"/>
                  <ns1:pt x="94" y="11"/>
                  <ns1:pt x="95" y="11"/>
                </ns1:cubicBezTo>
                <ns1:cubicBezTo>
                  <ns1:pt x="95" y="12"/>
                  <ns1:pt x="95" y="12"/>
                  <ns1:pt x="95" y="12"/>
                </ns1:cubicBezTo>
                <ns1:cubicBezTo>
                  <ns1:pt x="167" y="124"/>
                  <ns1:pt x="167" y="124"/>
                  <ns1:pt x="167" y="124"/>
                </ns1:cubicBezTo>
                <ns1:cubicBezTo>
                  <ns1:pt x="167" y="125"/>
                  <ns1:pt x="167" y="125"/>
                  <ns1:pt x="168" y="125"/>
                </ns1:cubicBezTo>
                <ns1:cubicBezTo>
                  <ns1:pt x="168" y="125"/>
                  <ns1:pt x="168" y="126"/>
                  <ns1:pt x="168" y="128"/>
                </ns1:cubicBezTo>
                <ns1:cubicBezTo>
                  <ns1:pt x="168" y="132"/>
                  <ns1:pt x="164" y="136"/>
                  <ns1:pt x="160" y="136"/>
                </ns1:cubicBezTo>
              </ns1:path>
            </ns1:pathLst>
          </ns1:custGeom>
          <ns1:solidFill>
            <ns1:schemeClr val="tx1"/>
          </ns1:solidFill>
          <ns1:ln>
            <ns1:noFill/>
          </ns1:ln>
          <ns1:extLst/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en-US" sz="2700"/>
          </ns1:p>
        </ns0:txBody>
      </ns0:sp>
      <ns0:sp>
        <ns0:nvSpPr>
          <ns0:cNvPr id="26" name="Freeform 23"/>
          <ns0:cNvSpPr>
            <ns1:spLocks noEditPoints="1"/>
          </ns0:cNvSpPr>
          <ns0:nvPr/>
        </ns0:nvSpPr>
        <ns0:spPr bwMode="auto">
          <ns1:xfrm>
            <ns1:off x="9507539" y="2030412"/>
            <ns1:ext cx="569913" cy="571500"/>
          </ns1:xfrm>
          <ns1:custGeom>
            <ns1:avLst/>
            <ns1:gdLst>
              <ns1:gd name="T0" fmla="*/ 168 w 176"/>
              <ns1:gd name="T1" fmla="*/ 16 h 176"/>
              <ns1:gd name="T2" fmla="*/ 144 w 176"/>
              <ns1:gd name="T3" fmla="*/ 8 h 176"/>
              <ns1:gd name="T4" fmla="*/ 140 w 176"/>
              <ns1:gd name="T5" fmla="*/ 0 h 176"/>
              <ns1:gd name="T6" fmla="*/ 136 w 176"/>
              <ns1:gd name="T7" fmla="*/ 8 h 176"/>
              <ns1:gd name="T8" fmla="*/ 40 w 176"/>
              <ns1:gd name="T9" fmla="*/ 4 h 176"/>
              <ns1:gd name="T10" fmla="*/ 32 w 176"/>
              <ns1:gd name="T11" fmla="*/ 4 h 176"/>
              <ns1:gd name="T12" fmla="*/ 16 w 176"/>
              <ns1:gd name="T13" fmla="*/ 8 h 176"/>
              <ns1:gd name="T14" fmla="*/ 8 w 176"/>
              <ns1:gd name="T15" fmla="*/ 96 h 176"/>
              <ns1:gd name="T16" fmla="*/ 0 w 176"/>
              <ns1:gd name="T17" fmla="*/ 112 h 176"/>
              <ns1:gd name="T18" fmla="*/ 24 w 176"/>
              <ns1:gd name="T19" fmla="*/ 120 h 176"/>
              <ns1:gd name="T20" fmla="*/ 28 w 176"/>
              <ns1:gd name="T21" fmla="*/ 176 h 176"/>
              <ns1:gd name="T22" fmla="*/ 32 w 176"/>
              <ns1:gd name="T23" fmla="*/ 166 h 176"/>
              <ns1:gd name="T24" fmla="*/ 44 w 176"/>
              <ns1:gd name="T25" fmla="*/ 176 h 176"/>
              <ns1:gd name="T26" fmla="*/ 48 w 176"/>
              <ns1:gd name="T27" fmla="*/ 120 h 176"/>
              <ns1:gd name="T28" fmla="*/ 128 w 176"/>
              <ns1:gd name="T29" fmla="*/ 172 h 176"/>
              <ns1:gd name="T30" fmla="*/ 135 w 176"/>
              <ns1:gd name="T31" fmla="*/ 175 h 176"/>
              <ns1:gd name="T32" fmla="*/ 144 w 176"/>
              <ns1:gd name="T33" fmla="*/ 172 h 176"/>
              <ns1:gd name="T34" fmla="*/ 152 w 176"/>
              <ns1:gd name="T35" fmla="*/ 172 h 176"/>
              <ns1:gd name="T36" fmla="*/ 168 w 176"/>
              <ns1:gd name="T37" fmla="*/ 120 h 176"/>
              <ns1:gd name="T38" fmla="*/ 176 w 176"/>
              <ns1:gd name="T39" fmla="*/ 104 h 176"/>
              <ns1:gd name="T40" fmla="*/ 16 w 176"/>
              <ns1:gd name="T41" fmla="*/ 16 h 176"/>
              <ns1:gd name="T42" fmla="*/ 160 w 176"/>
              <ns1:gd name="T43" fmla="*/ 96 h 176"/>
              <ns1:gd name="T44" fmla="*/ 16 w 176"/>
              <ns1:gd name="T45" fmla="*/ 16 h 176"/>
              <ns1:gd name="T46" fmla="*/ 34 w 176"/>
              <ns1:gd name="T47" fmla="*/ 156 h 176"/>
              <ns1:gd name="T48" fmla="*/ 40 w 176"/>
              <ns1:gd name="T49" fmla="*/ 162 h 176"/>
              <ns1:gd name="T50" fmla="*/ 32 w 176"/>
              <ns1:gd name="T51" fmla="*/ 134 h 176"/>
              <ns1:gd name="T52" fmla="*/ 32 w 176"/>
              <ns1:gd name="T53" fmla="*/ 146 h 176"/>
              <ns1:gd name="T54" fmla="*/ 32 w 176"/>
              <ns1:gd name="T55" fmla="*/ 122 h 176"/>
              <ns1:gd name="T56" fmla="*/ 40 w 176"/>
              <ns1:gd name="T57" fmla="*/ 120 h 176"/>
              <ns1:gd name="T58" fmla="*/ 136 w 176"/>
              <ns1:gd name="T59" fmla="*/ 162 h 176"/>
              <ns1:gd name="T60" fmla="*/ 142 w 176"/>
              <ns1:gd name="T61" fmla="*/ 156 h 176"/>
              <ns1:gd name="T62" fmla="*/ 144 w 176"/>
              <ns1:gd name="T63" fmla="*/ 146 h 176"/>
              <ns1:gd name="T64" fmla="*/ 144 w 176"/>
              <ns1:gd name="T65" fmla="*/ 134 h 176"/>
              <ns1:gd name="T66" fmla="*/ 144 w 176"/>
              <ns1:gd name="T67" fmla="*/ 122 h 176"/>
              <ns1:gd name="T68" fmla="*/ 136 w 176"/>
              <ns1:gd name="T69" fmla="*/ 120 h 176"/>
              <ns1:gd name="T70" fmla="*/ 144 w 176"/>
              <ns1:gd name="T71" fmla="*/ 122 h 176"/>
              <ns1:gd name="T72" fmla="*/ 8 w 176"/>
              <ns1:gd name="T73" fmla="*/ 112 h 176"/>
              <ns1:gd name="T74" fmla="*/ 168 w 176"/>
              <ns1:gd name="T75" fmla="*/ 104 h 176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  <ns1:cxn ang="0">
                <ns1:pos x="T32" y="T33"/>
              </ns1:cxn>
              <ns1:cxn ang="0">
                <ns1:pos x="T34" y="T35"/>
              </ns1:cxn>
              <ns1:cxn ang="0">
                <ns1:pos x="T36" y="T37"/>
              </ns1:cxn>
              <ns1:cxn ang="0">
                <ns1:pos x="T38" y="T39"/>
              </ns1:cxn>
              <ns1:cxn ang="0">
                <ns1:pos x="T40" y="T41"/>
              </ns1:cxn>
              <ns1:cxn ang="0">
                <ns1:pos x="T42" y="T43"/>
              </ns1:cxn>
              <ns1:cxn ang="0">
                <ns1:pos x="T44" y="T45"/>
              </ns1:cxn>
              <ns1:cxn ang="0">
                <ns1:pos x="T46" y="T47"/>
              </ns1:cxn>
              <ns1:cxn ang="0">
                <ns1:pos x="T48" y="T49"/>
              </ns1:cxn>
              <ns1:cxn ang="0">
                <ns1:pos x="T50" y="T51"/>
              </ns1:cxn>
              <ns1:cxn ang="0">
                <ns1:pos x="T52" y="T53"/>
              </ns1:cxn>
              <ns1:cxn ang="0">
                <ns1:pos x="T54" y="T55"/>
              </ns1:cxn>
              <ns1:cxn ang="0">
                <ns1:pos x="T56" y="T57"/>
              </ns1:cxn>
              <ns1:cxn ang="0">
                <ns1:pos x="T58" y="T59"/>
              </ns1:cxn>
              <ns1:cxn ang="0">
                <ns1:pos x="T60" y="T61"/>
              </ns1:cxn>
              <ns1:cxn ang="0">
                <ns1:pos x="T62" y="T63"/>
              </ns1:cxn>
              <ns1:cxn ang="0">
                <ns1:pos x="T64" y="T65"/>
              </ns1:cxn>
              <ns1:cxn ang="0">
                <ns1:pos x="T66" y="T67"/>
              </ns1:cxn>
              <ns1:cxn ang="0">
                <ns1:pos x="T68" y="T69"/>
              </ns1:cxn>
              <ns1:cxn ang="0">
                <ns1:pos x="T70" y="T71"/>
              </ns1:cxn>
              <ns1:cxn ang="0">
                <ns1:pos x="T72" y="T73"/>
              </ns1:cxn>
              <ns1:cxn ang="0">
                <ns1:pos x="T74" y="T75"/>
              </ns1:cxn>
            </ns1:cxnLst>
            <ns1:rect l="0" t="0" r="r" b="b"/>
            <ns1:pathLst>
              <ns1:path w="176" h="176">
                <ns1:moveTo>
                  <ns1:pt x="168" y="96"/>
                </ns1:moveTo>
                <ns1:cubicBezTo>
                  <ns1:pt x="168" y="16"/>
                  <ns1:pt x="168" y="16"/>
                  <ns1:pt x="168" y="16"/>
                </ns1:cubicBezTo>
                <ns1:cubicBezTo>
                  <ns1:pt x="168" y="12"/>
                  <ns1:pt x="164" y="8"/>
                  <ns1:pt x="160" y="8"/>
                </ns1:cubicBezTo>
                <ns1:cubicBezTo>
                  <ns1:pt x="144" y="8"/>
                  <ns1:pt x="144" y="8"/>
                  <ns1:pt x="144" y="8"/>
                </ns1:cubicBezTo>
                <ns1:cubicBezTo>
                  <ns1:pt x="144" y="4"/>
                  <ns1:pt x="144" y="4"/>
                  <ns1:pt x="144" y="4"/>
                </ns1:cubicBezTo>
                <ns1:cubicBezTo>
                  <ns1:pt x="144" y="2"/>
                  <ns1:pt x="142" y="0"/>
                  <ns1:pt x="140" y="0"/>
                </ns1:cubicBezTo>
                <ns1:cubicBezTo>
                  <ns1:pt x="138" y="0"/>
                  <ns1:pt x="136" y="2"/>
                  <ns1:pt x="136" y="4"/>
                </ns1:cubicBezTo>
                <ns1:cubicBezTo>
                  <ns1:pt x="136" y="8"/>
                  <ns1:pt x="136" y="8"/>
                  <ns1:pt x="136" y="8"/>
                </ns1:cubicBezTo>
                <ns1:cubicBezTo>
                  <ns1:pt x="40" y="8"/>
                  <ns1:pt x="40" y="8"/>
                  <ns1:pt x="40" y="8"/>
                </ns1:cubicBezTo>
                <ns1:cubicBezTo>
                  <ns1:pt x="40" y="4"/>
                  <ns1:pt x="40" y="4"/>
                  <ns1:pt x="40" y="4"/>
                </ns1:cubicBezTo>
                <ns1:cubicBezTo>
                  <ns1:pt x="40" y="2"/>
                  <ns1:pt x="38" y="0"/>
                  <ns1:pt x="36" y="0"/>
                </ns1:cubicBezTo>
                <ns1:cubicBezTo>
                  <ns1:pt x="34" y="0"/>
                  <ns1:pt x="32" y="2"/>
                  <ns1:pt x="32" y="4"/>
                </ns1:cubicBezTo>
                <ns1:cubicBezTo>
                  <ns1:pt x="32" y="8"/>
                  <ns1:pt x="32" y="8"/>
                  <ns1:pt x="32" y="8"/>
                </ns1:cubicBezTo>
                <ns1:cubicBezTo>
                  <ns1:pt x="16" y="8"/>
                  <ns1:pt x="16" y="8"/>
                  <ns1:pt x="16" y="8"/>
                </ns1:cubicBezTo>
                <ns1:cubicBezTo>
                  <ns1:pt x="12" y="8"/>
                  <ns1:pt x="8" y="12"/>
                  <ns1:pt x="8" y="16"/>
                </ns1:cubicBezTo>
                <ns1:cubicBezTo>
                  <ns1:pt x="8" y="96"/>
                  <ns1:pt x="8" y="96"/>
                  <ns1:pt x="8" y="96"/>
                </ns1:cubicBezTo>
                <ns1:cubicBezTo>
                  <ns1:pt x="4" y="96"/>
                  <ns1:pt x="0" y="100"/>
                  <ns1:pt x="0" y="104"/>
                </ns1:cubicBezTo>
                <ns1:cubicBezTo>
                  <ns1:pt x="0" y="112"/>
                  <ns1:pt x="0" y="112"/>
                  <ns1:pt x="0" y="112"/>
                </ns1:cubicBezTo>
                <ns1:cubicBezTo>
                  <ns1:pt x="0" y="116"/>
                  <ns1:pt x="4" y="120"/>
                  <ns1:pt x="8" y="120"/>
                </ns1:cubicBezTo>
                <ns1:cubicBezTo>
                  <ns1:pt x="24" y="120"/>
                  <ns1:pt x="24" y="120"/>
                  <ns1:pt x="24" y="120"/>
                </ns1:cubicBezTo>
                <ns1:cubicBezTo>
                  <ns1:pt x="24" y="172"/>
                  <ns1:pt x="24" y="172"/>
                  <ns1:pt x="24" y="172"/>
                </ns1:cubicBezTo>
                <ns1:cubicBezTo>
                  <ns1:pt x="24" y="174"/>
                  <ns1:pt x="26" y="176"/>
                  <ns1:pt x="28" y="176"/>
                </ns1:cubicBezTo>
                <ns1:cubicBezTo>
                  <ns1:pt x="30" y="176"/>
                  <ns1:pt x="32" y="174"/>
                  <ns1:pt x="32" y="172"/>
                </ns1:cubicBezTo>
                <ns1:cubicBezTo>
                  <ns1:pt x="32" y="166"/>
                  <ns1:pt x="32" y="166"/>
                  <ns1:pt x="32" y="166"/>
                </ns1:cubicBezTo>
                <ns1:cubicBezTo>
                  <ns1:pt x="41" y="175"/>
                  <ns1:pt x="41" y="175"/>
                  <ns1:pt x="41" y="175"/>
                </ns1:cubicBezTo>
                <ns1:cubicBezTo>
                  <ns1:pt x="42" y="176"/>
                  <ns1:pt x="43" y="176"/>
                  <ns1:pt x="44" y="176"/>
                </ns1:cubicBezTo>
                <ns1:cubicBezTo>
                  <ns1:pt x="46" y="176"/>
                  <ns1:pt x="48" y="174"/>
                  <ns1:pt x="48" y="172"/>
                </ns1:cubicBezTo>
                <ns1:cubicBezTo>
                  <ns1:pt x="48" y="120"/>
                  <ns1:pt x="48" y="120"/>
                  <ns1:pt x="48" y="120"/>
                </ns1:cubicBezTo>
                <ns1:cubicBezTo>
                  <ns1:pt x="128" y="120"/>
                  <ns1:pt x="128" y="120"/>
                  <ns1:pt x="128" y="120"/>
                </ns1:cubicBezTo>
                <ns1:cubicBezTo>
                  <ns1:pt x="128" y="172"/>
                  <ns1:pt x="128" y="172"/>
                  <ns1:pt x="128" y="172"/>
                </ns1:cubicBezTo>
                <ns1:cubicBezTo>
                  <ns1:pt x="128" y="174"/>
                  <ns1:pt x="130" y="176"/>
                  <ns1:pt x="132" y="176"/>
                </ns1:cubicBezTo>
                <ns1:cubicBezTo>
                  <ns1:pt x="133" y="176"/>
                  <ns1:pt x="134" y="176"/>
                  <ns1:pt x="135" y="175"/>
                </ns1:cubicBezTo>
                <ns1:cubicBezTo>
                  <ns1:pt x="144" y="166"/>
                  <ns1:pt x="144" y="166"/>
                  <ns1:pt x="144" y="166"/>
                </ns1:cubicBezTo>
                <ns1:cubicBezTo>
                  <ns1:pt x="144" y="172"/>
                  <ns1:pt x="144" y="172"/>
                  <ns1:pt x="144" y="172"/>
                </ns1:cubicBezTo>
                <ns1:cubicBezTo>
                  <ns1:pt x="144" y="174"/>
                  <ns1:pt x="146" y="176"/>
                  <ns1:pt x="148" y="176"/>
                </ns1:cubicBezTo>
                <ns1:cubicBezTo>
                  <ns1:pt x="150" y="176"/>
                  <ns1:pt x="152" y="174"/>
                  <ns1:pt x="152" y="172"/>
                </ns1:cubicBezTo>
                <ns1:cubicBezTo>
                  <ns1:pt x="152" y="120"/>
                  <ns1:pt x="152" y="120"/>
                  <ns1:pt x="152" y="120"/>
                </ns1:cubicBezTo>
                <ns1:cubicBezTo>
                  <ns1:pt x="168" y="120"/>
                  <ns1:pt x="168" y="120"/>
                  <ns1:pt x="168" y="120"/>
                </ns1:cubicBezTo>
                <ns1:cubicBezTo>
                  <ns1:pt x="172" y="120"/>
                  <ns1:pt x="176" y="116"/>
                  <ns1:pt x="176" y="112"/>
                </ns1:cubicBezTo>
                <ns1:cubicBezTo>
                  <ns1:pt x="176" y="104"/>
                  <ns1:pt x="176" y="104"/>
                  <ns1:pt x="176" y="104"/>
                </ns1:cubicBezTo>
                <ns1:cubicBezTo>
                  <ns1:pt x="176" y="100"/>
                  <ns1:pt x="172" y="96"/>
                  <ns1:pt x="168" y="96"/>
                </ns1:cubicBezTo>
                <ns1:moveTo>
                  <ns1:pt x="16" y="16"/>
                </ns1:moveTo>
                <ns1:cubicBezTo>
                  <ns1:pt x="160" y="16"/>
                  <ns1:pt x="160" y="16"/>
                  <ns1:pt x="160" y="16"/>
                </ns1:cubicBezTo>
                <ns1:cubicBezTo>
                  <ns1:pt x="160" y="96"/>
                  <ns1:pt x="160" y="96"/>
                  <ns1:pt x="160" y="96"/>
                </ns1:cubicBezTo>
                <ns1:cubicBezTo>
                  <ns1:pt x="16" y="96"/>
                  <ns1:pt x="16" y="96"/>
                  <ns1:pt x="16" y="96"/>
                </ns1:cubicBezTo>
                <ns1:lnTo>
                  <ns1:pt x="16" y="16"/>
                </ns1:lnTo>
                <ns1:close/>
                <ns1:moveTo>
                  <ns1:pt x="40" y="162"/>
                </ns1:moveTo>
                <ns1:cubicBezTo>
                  <ns1:pt x="34" y="156"/>
                  <ns1:pt x="34" y="156"/>
                  <ns1:pt x="34" y="156"/>
                </ns1:cubicBezTo>
                <ns1:cubicBezTo>
                  <ns1:pt x="40" y="150"/>
                  <ns1:pt x="40" y="150"/>
                  <ns1:pt x="40" y="150"/>
                </ns1:cubicBezTo>
                <ns1:lnTo>
                  <ns1:pt x="40" y="162"/>
                </ns1:lnTo>
                <ns1:close/>
                <ns1:moveTo>
                  <ns1:pt x="32" y="146"/>
                </ns1:moveTo>
                <ns1:cubicBezTo>
                  <ns1:pt x="32" y="134"/>
                  <ns1:pt x="32" y="134"/>
                  <ns1:pt x="32" y="134"/>
                </ns1:cubicBezTo>
                <ns1:cubicBezTo>
                  <ns1:pt x="38" y="140"/>
                  <ns1:pt x="38" y="140"/>
                  <ns1:pt x="38" y="140"/>
                </ns1:cubicBezTo>
                <ns1:lnTo>
                  <ns1:pt x="32" y="146"/>
                </ns1:lnTo>
                <ns1:close/>
                <ns1:moveTo>
                  <ns1:pt x="40" y="130"/>
                </ns1:moveTo>
                <ns1:cubicBezTo>
                  <ns1:pt x="32" y="122"/>
                  <ns1:pt x="32" y="122"/>
                  <ns1:pt x="32" y="122"/>
                </ns1:cubicBezTo>
                <ns1:cubicBezTo>
                  <ns1:pt x="32" y="120"/>
                  <ns1:pt x="32" y="120"/>
                  <ns1:pt x="32" y="120"/>
                </ns1:cubicBezTo>
                <ns1:cubicBezTo>
                  <ns1:pt x="40" y="120"/>
                  <ns1:pt x="40" y="120"/>
                  <ns1:pt x="40" y="120"/>
                </ns1:cubicBezTo>
                <ns1:lnTo>
                  <ns1:pt x="40" y="130"/>
                </ns1:lnTo>
                <ns1:close/>
                <ns1:moveTo>
                  <ns1:pt x="136" y="162"/>
                </ns1:moveTo>
                <ns1:cubicBezTo>
                  <ns1:pt x="136" y="150"/>
                  <ns1:pt x="136" y="150"/>
                  <ns1:pt x="136" y="150"/>
                </ns1:cubicBezTo>
                <ns1:cubicBezTo>
                  <ns1:pt x="142" y="156"/>
                  <ns1:pt x="142" y="156"/>
                  <ns1:pt x="142" y="156"/>
                </ns1:cubicBezTo>
                <ns1:lnTo>
                  <ns1:pt x="136" y="162"/>
                </ns1:lnTo>
                <ns1:close/>
                <ns1:moveTo>
                  <ns1:pt x="144" y="146"/>
                </ns1:moveTo>
                <ns1:cubicBezTo>
                  <ns1:pt x="138" y="140"/>
                  <ns1:pt x="138" y="140"/>
                  <ns1:pt x="138" y="140"/>
                </ns1:cubicBezTo>
                <ns1:cubicBezTo>
                  <ns1:pt x="144" y="134"/>
                  <ns1:pt x="144" y="134"/>
                  <ns1:pt x="144" y="134"/>
                </ns1:cubicBezTo>
                <ns1:lnTo>
                  <ns1:pt x="144" y="146"/>
                </ns1:lnTo>
                <ns1:close/>
                <ns1:moveTo>
                  <ns1:pt x="144" y="122"/>
                </ns1:moveTo>
                <ns1:cubicBezTo>
                  <ns1:pt x="136" y="130"/>
                  <ns1:pt x="136" y="130"/>
                  <ns1:pt x="136" y="130"/>
                </ns1:cubicBezTo>
                <ns1:cubicBezTo>
                  <ns1:pt x="136" y="120"/>
                  <ns1:pt x="136" y="120"/>
                  <ns1:pt x="136" y="120"/>
                </ns1:cubicBezTo>
                <ns1:cubicBezTo>
                  <ns1:pt x="144" y="120"/>
                  <ns1:pt x="144" y="120"/>
                  <ns1:pt x="144" y="120"/>
                </ns1:cubicBezTo>
                <ns1:lnTo>
                  <ns1:pt x="144" y="122"/>
                </ns1:lnTo>
                <ns1:close/>
                <ns1:moveTo>
                  <ns1:pt x="168" y="112"/>
                </ns1:moveTo>
                <ns1:cubicBezTo>
                  <ns1:pt x="8" y="112"/>
                  <ns1:pt x="8" y="112"/>
                  <ns1:pt x="8" y="112"/>
                </ns1:cubicBezTo>
                <ns1:cubicBezTo>
                  <ns1:pt x="8" y="104"/>
                  <ns1:pt x="8" y="104"/>
                  <ns1:pt x="8" y="104"/>
                </ns1:cubicBezTo>
                <ns1:cubicBezTo>
                  <ns1:pt x="168" y="104"/>
                  <ns1:pt x="168" y="104"/>
                  <ns1:pt x="168" y="104"/>
                </ns1:cubicBezTo>
                <ns1:lnTo>
                  <ns1:pt x="168" y="112"/>
                </ns1:lnTo>
                <ns1:close/>
              </ns1:path>
            </ns1:pathLst>
          </ns1:custGeom>
          <ns1:solidFill>
            <ns1:schemeClr val="tx1"/>
          </ns1:solidFill>
          <ns1:ln>
            <ns1:noFill/>
          </ns1:ln>
          <ns1:extLst/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en-US" sz="2700"/>
          </ns1:p>
        </ns0:txBody>
      </ns0:sp>
      <ns0:sp>
        <ns0:nvSpPr>
          <ns0:cNvPr id="27" name="Freeform 24"/>
          <ns0:cNvSpPr>
            <ns1:spLocks noEditPoints="1"/>
          </ns0:cNvSpPr>
          <ns0:nvPr/>
        </ns0:nvSpPr>
        <ns0:spPr bwMode="auto">
          <ns1:xfrm>
            <ns1:off x="10594976" y="2030412"/>
            <ns1:ext cx="568325" cy="571500"/>
          </ns1:xfrm>
          <ns1:custGeom>
            <ns1:avLst/>
            <ns1:gdLst>
              <ns1:gd name="T0" fmla="*/ 100 w 176"/>
              <ns1:gd name="T1" fmla="*/ 32 h 176"/>
              <ns1:gd name="T2" fmla="*/ 97 w 176"/>
              <ns1:gd name="T3" fmla="*/ 39 h 176"/>
              <ns1:gd name="T4" fmla="*/ 56 w 176"/>
              <ns1:gd name="T5" fmla="*/ 52 h 176"/>
              <ns1:gd name="T6" fmla="*/ 56 w 176"/>
              <ns1:gd name="T7" fmla="*/ 60 h 176"/>
              <ns1:gd name="T8" fmla="*/ 97 w 176"/>
              <ns1:gd name="T9" fmla="*/ 73 h 176"/>
              <ns1:gd name="T10" fmla="*/ 100 w 176"/>
              <ns1:gd name="T11" fmla="*/ 80 h 176"/>
              <ns1:gd name="T12" fmla="*/ 123 w 176"/>
              <ns1:gd name="T13" fmla="*/ 59 h 176"/>
              <ns1:gd name="T14" fmla="*/ 123 w 176"/>
              <ns1:gd name="T15" fmla="*/ 53 h 176"/>
              <ns1:gd name="T16" fmla="*/ 168 w 176"/>
              <ns1:gd name="T17" fmla="*/ 96 h 176"/>
              <ns1:gd name="T18" fmla="*/ 160 w 176"/>
              <ns1:gd name="T19" fmla="*/ 8 h 176"/>
              <ns1:gd name="T20" fmla="*/ 144 w 176"/>
              <ns1:gd name="T21" fmla="*/ 4 h 176"/>
              <ns1:gd name="T22" fmla="*/ 136 w 176"/>
              <ns1:gd name="T23" fmla="*/ 4 h 176"/>
              <ns1:gd name="T24" fmla="*/ 40 w 176"/>
              <ns1:gd name="T25" fmla="*/ 8 h 176"/>
              <ns1:gd name="T26" fmla="*/ 36 w 176"/>
              <ns1:gd name="T27" fmla="*/ 0 h 176"/>
              <ns1:gd name="T28" fmla="*/ 32 w 176"/>
              <ns1:gd name="T29" fmla="*/ 8 h 176"/>
              <ns1:gd name="T30" fmla="*/ 8 w 176"/>
              <ns1:gd name="T31" fmla="*/ 16 h 176"/>
              <ns1:gd name="T32" fmla="*/ 0 w 176"/>
              <ns1:gd name="T33" fmla="*/ 104 h 176"/>
              <ns1:gd name="T34" fmla="*/ 8 w 176"/>
              <ns1:gd name="T35" fmla="*/ 120 h 176"/>
              <ns1:gd name="T36" fmla="*/ 24 w 176"/>
              <ns1:gd name="T37" fmla="*/ 172 h 176"/>
              <ns1:gd name="T38" fmla="*/ 32 w 176"/>
              <ns1:gd name="T39" fmla="*/ 172 h 176"/>
              <ns1:gd name="T40" fmla="*/ 41 w 176"/>
              <ns1:gd name="T41" fmla="*/ 175 h 176"/>
              <ns1:gd name="T42" fmla="*/ 48 w 176"/>
              <ns1:gd name="T43" fmla="*/ 172 h 176"/>
              <ns1:gd name="T44" fmla="*/ 128 w 176"/>
              <ns1:gd name="T45" fmla="*/ 120 h 176"/>
              <ns1:gd name="T46" fmla="*/ 132 w 176"/>
              <ns1:gd name="T47" fmla="*/ 176 h 176"/>
              <ns1:gd name="T48" fmla="*/ 144 w 176"/>
              <ns1:gd name="T49" fmla="*/ 166 h 176"/>
              <ns1:gd name="T50" fmla="*/ 148 w 176"/>
              <ns1:gd name="T51" fmla="*/ 176 h 176"/>
              <ns1:gd name="T52" fmla="*/ 152 w 176"/>
              <ns1:gd name="T53" fmla="*/ 120 h 176"/>
              <ns1:gd name="T54" fmla="*/ 176 w 176"/>
              <ns1:gd name="T55" fmla="*/ 112 h 176"/>
              <ns1:gd name="T56" fmla="*/ 168 w 176"/>
              <ns1:gd name="T57" fmla="*/ 96 h 176"/>
              <ns1:gd name="T58" fmla="*/ 160 w 176"/>
              <ns1:gd name="T59" fmla="*/ 16 h 176"/>
              <ns1:gd name="T60" fmla="*/ 16 w 176"/>
              <ns1:gd name="T61" fmla="*/ 96 h 176"/>
              <ns1:gd name="T62" fmla="*/ 40 w 176"/>
              <ns1:gd name="T63" fmla="*/ 162 h 176"/>
              <ns1:gd name="T64" fmla="*/ 40 w 176"/>
              <ns1:gd name="T65" fmla="*/ 150 h 176"/>
              <ns1:gd name="T66" fmla="*/ 32 w 176"/>
              <ns1:gd name="T67" fmla="*/ 146 h 176"/>
              <ns1:gd name="T68" fmla="*/ 38 w 176"/>
              <ns1:gd name="T69" fmla="*/ 140 h 176"/>
              <ns1:gd name="T70" fmla="*/ 40 w 176"/>
              <ns1:gd name="T71" fmla="*/ 130 h 176"/>
              <ns1:gd name="T72" fmla="*/ 32 w 176"/>
              <ns1:gd name="T73" fmla="*/ 120 h 176"/>
              <ns1:gd name="T74" fmla="*/ 40 w 176"/>
              <ns1:gd name="T75" fmla="*/ 130 h 176"/>
              <ns1:gd name="T76" fmla="*/ 136 w 176"/>
              <ns1:gd name="T77" fmla="*/ 150 h 176"/>
              <ns1:gd name="T78" fmla="*/ 136 w 176"/>
              <ns1:gd name="T79" fmla="*/ 162 h 176"/>
              <ns1:gd name="T80" fmla="*/ 138 w 176"/>
              <ns1:gd name="T81" fmla="*/ 140 h 176"/>
              <ns1:gd name="T82" fmla="*/ 144 w 176"/>
              <ns1:gd name="T83" fmla="*/ 146 h 176"/>
              <ns1:gd name="T84" fmla="*/ 136 w 176"/>
              <ns1:gd name="T85" fmla="*/ 130 h 176"/>
              <ns1:gd name="T86" fmla="*/ 144 w 176"/>
              <ns1:gd name="T87" fmla="*/ 120 h 176"/>
              <ns1:gd name="T88" fmla="*/ 168 w 176"/>
              <ns1:gd name="T89" fmla="*/ 112 h 176"/>
              <ns1:gd name="T90" fmla="*/ 8 w 176"/>
              <ns1:gd name="T91" fmla="*/ 104 h 176"/>
              <ns1:gd name="T92" fmla="*/ 168 w 176"/>
              <ns1:gd name="T93" fmla="*/ 112 h 176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  <ns1:cxn ang="0">
                <ns1:pos x="T32" y="T33"/>
              </ns1:cxn>
              <ns1:cxn ang="0">
                <ns1:pos x="T34" y="T35"/>
              </ns1:cxn>
              <ns1:cxn ang="0">
                <ns1:pos x="T36" y="T37"/>
              </ns1:cxn>
              <ns1:cxn ang="0">
                <ns1:pos x="T38" y="T39"/>
              </ns1:cxn>
              <ns1:cxn ang="0">
                <ns1:pos x="T40" y="T41"/>
              </ns1:cxn>
              <ns1:cxn ang="0">
                <ns1:pos x="T42" y="T43"/>
              </ns1:cxn>
              <ns1:cxn ang="0">
                <ns1:pos x="T44" y="T45"/>
              </ns1:cxn>
              <ns1:cxn ang="0">
                <ns1:pos x="T46" y="T47"/>
              </ns1:cxn>
              <ns1:cxn ang="0">
                <ns1:pos x="T48" y="T49"/>
              </ns1:cxn>
              <ns1:cxn ang="0">
                <ns1:pos x="T50" y="T51"/>
              </ns1:cxn>
              <ns1:cxn ang="0">
                <ns1:pos x="T52" y="T53"/>
              </ns1:cxn>
              <ns1:cxn ang="0">
                <ns1:pos x="T54" y="T55"/>
              </ns1:cxn>
              <ns1:cxn ang="0">
                <ns1:pos x="T56" y="T57"/>
              </ns1:cxn>
              <ns1:cxn ang="0">
                <ns1:pos x="T58" y="T59"/>
              </ns1:cxn>
              <ns1:cxn ang="0">
                <ns1:pos x="T60" y="T61"/>
              </ns1:cxn>
              <ns1:cxn ang="0">
                <ns1:pos x="T62" y="T63"/>
              </ns1:cxn>
              <ns1:cxn ang="0">
                <ns1:pos x="T64" y="T65"/>
              </ns1:cxn>
              <ns1:cxn ang="0">
                <ns1:pos x="T66" y="T67"/>
              </ns1:cxn>
              <ns1:cxn ang="0">
                <ns1:pos x="T68" y="T69"/>
              </ns1:cxn>
              <ns1:cxn ang="0">
                <ns1:pos x="T70" y="T71"/>
              </ns1:cxn>
              <ns1:cxn ang="0">
                <ns1:pos x="T72" y="T73"/>
              </ns1:cxn>
              <ns1:cxn ang="0">
                <ns1:pos x="T74" y="T75"/>
              </ns1:cxn>
              <ns1:cxn ang="0">
                <ns1:pos x="T76" y="T77"/>
              </ns1:cxn>
              <ns1:cxn ang="0">
                <ns1:pos x="T78" y="T79"/>
              </ns1:cxn>
              <ns1:cxn ang="0">
                <ns1:pos x="T80" y="T81"/>
              </ns1:cxn>
              <ns1:cxn ang="0">
                <ns1:pos x="T82" y="T83"/>
              </ns1:cxn>
              <ns1:cxn ang="0">
                <ns1:pos x="T84" y="T85"/>
              </ns1:cxn>
              <ns1:cxn ang="0">
                <ns1:pos x="T86" y="T87"/>
              </ns1:cxn>
              <ns1:cxn ang="0">
                <ns1:pos x="T88" y="T89"/>
              </ns1:cxn>
              <ns1:cxn ang="0">
                <ns1:pos x="T90" y="T91"/>
              </ns1:cxn>
              <ns1:cxn ang="0">
                <ns1:pos x="T92" y="T93"/>
              </ns1:cxn>
            </ns1:cxnLst>
            <ns1:rect l="0" t="0" r="r" b="b"/>
            <ns1:pathLst>
              <ns1:path w="176" h="176">
                <ns1:moveTo>
                  <ns1:pt x="103" y="33"/>
                </ns1:moveTo>
                <ns1:cubicBezTo>
                  <ns1:pt x="102" y="32"/>
                  <ns1:pt x="101" y="32"/>
                  <ns1:pt x="100" y="32"/>
                </ns1:cubicBezTo>
                <ns1:cubicBezTo>
                  <ns1:pt x="98" y="32"/>
                  <ns1:pt x="96" y="34"/>
                  <ns1:pt x="96" y="36"/>
                </ns1:cubicBezTo>
                <ns1:cubicBezTo>
                  <ns1:pt x="96" y="37"/>
                  <ns1:pt x="96" y="38"/>
                  <ns1:pt x="97" y="39"/>
                </ns1:cubicBezTo>
                <ns1:cubicBezTo>
                  <ns1:pt x="110" y="52"/>
                  <ns1:pt x="110" y="52"/>
                  <ns1:pt x="110" y="52"/>
                </ns1:cubicBezTo>
                <ns1:cubicBezTo>
                  <ns1:pt x="56" y="52"/>
                  <ns1:pt x="56" y="52"/>
                  <ns1:pt x="56" y="52"/>
                </ns1:cubicBezTo>
                <ns1:cubicBezTo>
                  <ns1:pt x="54" y="52"/>
                  <ns1:pt x="52" y="54"/>
                  <ns1:pt x="52" y="56"/>
                </ns1:cubicBezTo>
                <ns1:cubicBezTo>
                  <ns1:pt x="52" y="58"/>
                  <ns1:pt x="54" y="60"/>
                  <ns1:pt x="56" y="60"/>
                </ns1:cubicBezTo>
                <ns1:cubicBezTo>
                  <ns1:pt x="110" y="60"/>
                  <ns1:pt x="110" y="60"/>
                  <ns1:pt x="110" y="60"/>
                </ns1:cubicBezTo>
                <ns1:cubicBezTo>
                  <ns1:pt x="97" y="73"/>
                  <ns1:pt x="97" y="73"/>
                  <ns1:pt x="97" y="73"/>
                </ns1:cubicBezTo>
                <ns1:cubicBezTo>
                  <ns1:pt x="96" y="74"/>
                  <ns1:pt x="96" y="75"/>
                  <ns1:pt x="96" y="76"/>
                </ns1:cubicBezTo>
                <ns1:cubicBezTo>
                  <ns1:pt x="96" y="78"/>
                  <ns1:pt x="98" y="80"/>
                  <ns1:pt x="100" y="80"/>
                </ns1:cubicBezTo>
                <ns1:cubicBezTo>
                  <ns1:pt x="101" y="80"/>
                  <ns1:pt x="102" y="80"/>
                  <ns1:pt x="103" y="79"/>
                </ns1:cubicBezTo>
                <ns1:cubicBezTo>
                  <ns1:pt x="123" y="59"/>
                  <ns1:pt x="123" y="59"/>
                  <ns1:pt x="123" y="59"/>
                </ns1:cubicBezTo>
                <ns1:cubicBezTo>
                  <ns1:pt x="124" y="58"/>
                  <ns1:pt x="124" y="57"/>
                  <ns1:pt x="124" y="56"/>
                </ns1:cubicBezTo>
                <ns1:cubicBezTo>
                  <ns1:pt x="124" y="55"/>
                  <ns1:pt x="124" y="54"/>
                  <ns1:pt x="123" y="53"/>
                </ns1:cubicBezTo>
                <ns1:lnTo>
                  <ns1:pt x="103" y="33"/>
                </ns1:lnTo>
                <ns1:close/>
                <ns1:moveTo>
                  <ns1:pt x="168" y="96"/>
                </ns1:moveTo>
                <ns1:cubicBezTo>
                  <ns1:pt x="168" y="16"/>
                  <ns1:pt x="168" y="16"/>
                  <ns1:pt x="168" y="16"/>
                </ns1:cubicBezTo>
                <ns1:cubicBezTo>
                  <ns1:pt x="168" y="12"/>
                  <ns1:pt x="164" y="8"/>
                  <ns1:pt x="160" y="8"/>
                </ns1:cubicBezTo>
                <ns1:cubicBezTo>
                  <ns1:pt x="144" y="8"/>
                  <ns1:pt x="144" y="8"/>
                  <ns1:pt x="144" y="8"/>
                </ns1:cubicBezTo>
                <ns1:cubicBezTo>
                  <ns1:pt x="144" y="4"/>
                  <ns1:pt x="144" y="4"/>
                  <ns1:pt x="144" y="4"/>
                </ns1:cubicBezTo>
                <ns1:cubicBezTo>
                  <ns1:pt x="144" y="2"/>
                  <ns1:pt x="142" y="0"/>
                  <ns1:pt x="140" y="0"/>
                </ns1:cubicBezTo>
                <ns1:cubicBezTo>
                  <ns1:pt x="138" y="0"/>
                  <ns1:pt x="136" y="2"/>
                  <ns1:pt x="136" y="4"/>
                </ns1:cubicBezTo>
                <ns1:cubicBezTo>
                  <ns1:pt x="136" y="8"/>
                  <ns1:pt x="136" y="8"/>
                  <ns1:pt x="136" y="8"/>
                </ns1:cubicBezTo>
                <ns1:cubicBezTo>
                  <ns1:pt x="40" y="8"/>
                  <ns1:pt x="40" y="8"/>
                  <ns1:pt x="40" y="8"/>
                </ns1:cubicBezTo>
                <ns1:cubicBezTo>
                  <ns1:pt x="40" y="4"/>
                  <ns1:pt x="40" y="4"/>
                  <ns1:pt x="40" y="4"/>
                </ns1:cubicBezTo>
                <ns1:cubicBezTo>
                  <ns1:pt x="40" y="2"/>
                  <ns1:pt x="38" y="0"/>
                  <ns1:pt x="36" y="0"/>
                </ns1:cubicBezTo>
                <ns1:cubicBezTo>
                  <ns1:pt x="34" y="0"/>
                  <ns1:pt x="32" y="2"/>
                  <ns1:pt x="32" y="4"/>
                </ns1:cubicBezTo>
                <ns1:cubicBezTo>
                  <ns1:pt x="32" y="8"/>
                  <ns1:pt x="32" y="8"/>
                  <ns1:pt x="32" y="8"/>
                </ns1:cubicBezTo>
                <ns1:cubicBezTo>
                  <ns1:pt x="16" y="8"/>
                  <ns1:pt x="16" y="8"/>
                  <ns1:pt x="16" y="8"/>
                </ns1:cubicBezTo>
                <ns1:cubicBezTo>
                  <ns1:pt x="12" y="8"/>
                  <ns1:pt x="8" y="12"/>
                  <ns1:pt x="8" y="16"/>
                </ns1:cubicBezTo>
                <ns1:cubicBezTo>
                  <ns1:pt x="8" y="96"/>
                  <ns1:pt x="8" y="96"/>
                  <ns1:pt x="8" y="96"/>
                </ns1:cubicBezTo>
                <ns1:cubicBezTo>
                  <ns1:pt x="4" y="96"/>
                  <ns1:pt x="0" y="100"/>
                  <ns1:pt x="0" y="104"/>
                </ns1:cubicBezTo>
                <ns1:cubicBezTo>
                  <ns1:pt x="0" y="112"/>
                  <ns1:pt x="0" y="112"/>
                  <ns1:pt x="0" y="112"/>
                </ns1:cubicBezTo>
                <ns1:cubicBezTo>
                  <ns1:pt x="0" y="116"/>
                  <ns1:pt x="4" y="120"/>
                  <ns1:pt x="8" y="120"/>
                </ns1:cubicBezTo>
                <ns1:cubicBezTo>
                  <ns1:pt x="24" y="120"/>
                  <ns1:pt x="24" y="120"/>
                  <ns1:pt x="24" y="120"/>
                </ns1:cubicBezTo>
                <ns1:cubicBezTo>
                  <ns1:pt x="24" y="172"/>
                  <ns1:pt x="24" y="172"/>
                  <ns1:pt x="24" y="172"/>
                </ns1:cubicBezTo>
                <ns1:cubicBezTo>
                  <ns1:pt x="24" y="174"/>
                  <ns1:pt x="26" y="176"/>
                  <ns1:pt x="28" y="176"/>
                </ns1:cubicBezTo>
                <ns1:cubicBezTo>
                  <ns1:pt x="30" y="176"/>
                  <ns1:pt x="32" y="174"/>
                  <ns1:pt x="32" y="172"/>
                </ns1:cubicBezTo>
                <ns1:cubicBezTo>
                  <ns1:pt x="32" y="166"/>
                  <ns1:pt x="32" y="166"/>
                  <ns1:pt x="32" y="166"/>
                </ns1:cubicBezTo>
                <ns1:cubicBezTo>
                  <ns1:pt x="41" y="175"/>
                  <ns1:pt x="41" y="175"/>
                  <ns1:pt x="41" y="175"/>
                </ns1:cubicBezTo>
                <ns1:cubicBezTo>
                  <ns1:pt x="42" y="176"/>
                  <ns1:pt x="43" y="176"/>
                  <ns1:pt x="44" y="176"/>
                </ns1:cubicBezTo>
                <ns1:cubicBezTo>
                  <ns1:pt x="46" y="176"/>
                  <ns1:pt x="48" y="174"/>
                  <ns1:pt x="48" y="172"/>
                </ns1:cubicBezTo>
                <ns1:cubicBezTo>
                  <ns1:pt x="48" y="120"/>
                  <ns1:pt x="48" y="120"/>
                  <ns1:pt x="48" y="120"/>
                </ns1:cubicBezTo>
                <ns1:cubicBezTo>
                  <ns1:pt x="128" y="120"/>
                  <ns1:pt x="128" y="120"/>
                  <ns1:pt x="128" y="120"/>
                </ns1:cubicBezTo>
                <ns1:cubicBezTo>
                  <ns1:pt x="128" y="172"/>
                  <ns1:pt x="128" y="172"/>
                  <ns1:pt x="128" y="172"/>
                </ns1:cubicBezTo>
                <ns1:cubicBezTo>
                  <ns1:pt x="128" y="174"/>
                  <ns1:pt x="130" y="176"/>
                  <ns1:pt x="132" y="176"/>
                </ns1:cubicBezTo>
                <ns1:cubicBezTo>
                  <ns1:pt x="133" y="176"/>
                  <ns1:pt x="134" y="176"/>
                  <ns1:pt x="135" y="175"/>
                </ns1:cubicBezTo>
                <ns1:cubicBezTo>
                  <ns1:pt x="144" y="166"/>
                  <ns1:pt x="144" y="166"/>
                  <ns1:pt x="144" y="166"/>
                </ns1:cubicBezTo>
                <ns1:cubicBezTo>
                  <ns1:pt x="144" y="172"/>
                  <ns1:pt x="144" y="172"/>
                  <ns1:pt x="144" y="172"/>
                </ns1:cubicBezTo>
                <ns1:cubicBezTo>
                  <ns1:pt x="144" y="174"/>
                  <ns1:pt x="146" y="176"/>
                  <ns1:pt x="148" y="176"/>
                </ns1:cubicBezTo>
                <ns1:cubicBezTo>
                  <ns1:pt x="150" y="176"/>
                  <ns1:pt x="152" y="174"/>
                  <ns1:pt x="152" y="172"/>
                </ns1:cubicBezTo>
                <ns1:cubicBezTo>
                  <ns1:pt x="152" y="120"/>
                  <ns1:pt x="152" y="120"/>
                  <ns1:pt x="152" y="120"/>
                </ns1:cubicBezTo>
                <ns1:cubicBezTo>
                  <ns1:pt x="168" y="120"/>
                  <ns1:pt x="168" y="120"/>
                  <ns1:pt x="168" y="120"/>
                </ns1:cubicBezTo>
                <ns1:cubicBezTo>
                  <ns1:pt x="172" y="120"/>
                  <ns1:pt x="176" y="116"/>
                  <ns1:pt x="176" y="112"/>
                </ns1:cubicBezTo>
                <ns1:cubicBezTo>
                  <ns1:pt x="176" y="104"/>
                  <ns1:pt x="176" y="104"/>
                  <ns1:pt x="176" y="104"/>
                </ns1:cubicBezTo>
                <ns1:cubicBezTo>
                  <ns1:pt x="176" y="100"/>
                  <ns1:pt x="172" y="96"/>
                  <ns1:pt x="168" y="96"/>
                </ns1:cubicBezTo>
                <ns1:moveTo>
                  <ns1:pt x="16" y="16"/>
                </ns1:moveTo>
                <ns1:cubicBezTo>
                  <ns1:pt x="160" y="16"/>
                  <ns1:pt x="160" y="16"/>
                  <ns1:pt x="160" y="16"/>
                </ns1:cubicBezTo>
                <ns1:cubicBezTo>
                  <ns1:pt x="160" y="96"/>
                  <ns1:pt x="160" y="96"/>
                  <ns1:pt x="160" y="96"/>
                </ns1:cubicBezTo>
                <ns1:cubicBezTo>
                  <ns1:pt x="16" y="96"/>
                  <ns1:pt x="16" y="96"/>
                  <ns1:pt x="16" y="96"/>
                </ns1:cubicBezTo>
                <ns1:lnTo>
                  <ns1:pt x="16" y="16"/>
                </ns1:lnTo>
                <ns1:close/>
                <ns1:moveTo>
                  <ns1:pt x="40" y="162"/>
                </ns1:moveTo>
                <ns1:cubicBezTo>
                  <ns1:pt x="34" y="156"/>
                  <ns1:pt x="34" y="156"/>
                  <ns1:pt x="34" y="156"/>
                </ns1:cubicBezTo>
                <ns1:cubicBezTo>
                  <ns1:pt x="40" y="150"/>
                  <ns1:pt x="40" y="150"/>
                  <ns1:pt x="40" y="150"/>
                </ns1:cubicBezTo>
                <ns1:lnTo>
                  <ns1:pt x="40" y="162"/>
                </ns1:lnTo>
                <ns1:close/>
                <ns1:moveTo>
                  <ns1:pt x="32" y="146"/>
                </ns1:moveTo>
                <ns1:cubicBezTo>
                  <ns1:pt x="32" y="134"/>
                  <ns1:pt x="32" y="134"/>
                  <ns1:pt x="32" y="134"/>
                </ns1:cubicBezTo>
                <ns1:cubicBezTo>
                  <ns1:pt x="38" y="140"/>
                  <ns1:pt x="38" y="140"/>
                  <ns1:pt x="38" y="140"/>
                </ns1:cubicBezTo>
                <ns1:lnTo>
                  <ns1:pt x="32" y="146"/>
                </ns1:lnTo>
                <ns1:close/>
                <ns1:moveTo>
                  <ns1:pt x="40" y="130"/>
                </ns1:moveTo>
                <ns1:cubicBezTo>
                  <ns1:pt x="32" y="122"/>
                  <ns1:pt x="32" y="122"/>
                  <ns1:pt x="32" y="122"/>
                </ns1:cubicBezTo>
                <ns1:cubicBezTo>
                  <ns1:pt x="32" y="120"/>
                  <ns1:pt x="32" y="120"/>
                  <ns1:pt x="32" y="120"/>
                </ns1:cubicBezTo>
                <ns1:cubicBezTo>
                  <ns1:pt x="40" y="120"/>
                  <ns1:pt x="40" y="120"/>
                  <ns1:pt x="40" y="120"/>
                </ns1:cubicBezTo>
                <ns1:lnTo>
                  <ns1:pt x="40" y="130"/>
                </ns1:lnTo>
                <ns1:close/>
                <ns1:moveTo>
                  <ns1:pt x="136" y="162"/>
                </ns1:moveTo>
                <ns1:cubicBezTo>
                  <ns1:pt x="136" y="150"/>
                  <ns1:pt x="136" y="150"/>
                  <ns1:pt x="136" y="150"/>
                </ns1:cubicBezTo>
                <ns1:cubicBezTo>
                  <ns1:pt x="142" y="156"/>
                  <ns1:pt x="142" y="156"/>
                  <ns1:pt x="142" y="156"/>
                </ns1:cubicBezTo>
                <ns1:lnTo>
                  <ns1:pt x="136" y="162"/>
                </ns1:lnTo>
                <ns1:close/>
                <ns1:moveTo>
                  <ns1:pt x="144" y="146"/>
                </ns1:moveTo>
                <ns1:cubicBezTo>
                  <ns1:pt x="138" y="140"/>
                  <ns1:pt x="138" y="140"/>
                  <ns1:pt x="138" y="140"/>
                </ns1:cubicBezTo>
                <ns1:cubicBezTo>
                  <ns1:pt x="144" y="134"/>
                  <ns1:pt x="144" y="134"/>
                  <ns1:pt x="144" y="134"/>
                </ns1:cubicBezTo>
                <ns1:lnTo>
                  <ns1:pt x="144" y="146"/>
                </ns1:lnTo>
                <ns1:close/>
                <ns1:moveTo>
                  <ns1:pt x="144" y="122"/>
                </ns1:moveTo>
                <ns1:cubicBezTo>
                  <ns1:pt x="136" y="130"/>
                  <ns1:pt x="136" y="130"/>
                  <ns1:pt x="136" y="130"/>
                </ns1:cubicBezTo>
                <ns1:cubicBezTo>
                  <ns1:pt x="136" y="120"/>
                  <ns1:pt x="136" y="120"/>
                  <ns1:pt x="136" y="120"/>
                </ns1:cubicBezTo>
                <ns1:cubicBezTo>
                  <ns1:pt x="144" y="120"/>
                  <ns1:pt x="144" y="120"/>
                  <ns1:pt x="144" y="120"/>
                </ns1:cubicBezTo>
                <ns1:lnTo>
                  <ns1:pt x="144" y="122"/>
                </ns1:lnTo>
                <ns1:close/>
                <ns1:moveTo>
                  <ns1:pt x="168" y="112"/>
                </ns1:moveTo>
                <ns1:cubicBezTo>
                  <ns1:pt x="8" y="112"/>
                  <ns1:pt x="8" y="112"/>
                  <ns1:pt x="8" y="112"/>
                </ns1:cubicBezTo>
                <ns1:cubicBezTo>
                  <ns1:pt x="8" y="104"/>
                  <ns1:pt x="8" y="104"/>
                  <ns1:pt x="8" y="104"/>
                </ns1:cubicBezTo>
                <ns1:cubicBezTo>
                  <ns1:pt x="168" y="104"/>
                  <ns1:pt x="168" y="104"/>
                  <ns1:pt x="168" y="104"/>
                </ns1:cubicBezTo>
                <ns1:lnTo>
                  <ns1:pt x="168" y="112"/>
                </ns1:lnTo>
                <ns1:close/>
              </ns1:path>
            </ns1:pathLst>
          </ns1:custGeom>
          <ns1:solidFill>
            <ns1:schemeClr val="tx1"/>
          </ns1:solidFill>
          <ns1:ln>
            <ns1:noFill/>
          </ns1:ln>
          <ns1:extLst/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en-US" sz="2700"/>
          </ns1:p>
        </ns0:txBody>
      </ns0:sp>
      <ns0:sp>
        <ns0:nvSpPr>
          <ns0:cNvPr id="30" name="Freeform 28"/>
          <ns0:cNvSpPr>
            <ns1:spLocks noEditPoints="1"/>
          </ns0:cNvSpPr>
          <ns0:nvPr/>
        </ns0:nvSpPr>
        <ns0:spPr bwMode="auto">
          <ns1:xfrm>
            <ns1:off x="1781176" y="2951163"/>
            <ns1:ext cx="439738" cy="441325"/>
          </ns1:xfrm>
          <ns1:custGeom>
            <ns1:avLst/>
            <ns1:gdLst>
              <ns1:gd name="T0" fmla="*/ 172 w 176"/>
              <ns1:gd name="T1" fmla="*/ 0 h 176"/>
              <ns1:gd name="T2" fmla="*/ 28 w 176"/>
              <ns1:gd name="T3" fmla="*/ 0 h 176"/>
              <ns1:gd name="T4" fmla="*/ 24 w 176"/>
              <ns1:gd name="T5" fmla="*/ 4 h 176"/>
              <ns1:gd name="T6" fmla="*/ 24 w 176"/>
              <ns1:gd name="T7" fmla="*/ 64 h 176"/>
              <ns1:gd name="T8" fmla="*/ 28 w 176"/>
              <ns1:gd name="T9" fmla="*/ 68 h 176"/>
              <ns1:gd name="T10" fmla="*/ 32 w 176"/>
              <ns1:gd name="T11" fmla="*/ 64 h 176"/>
              <ns1:gd name="T12" fmla="*/ 32 w 176"/>
              <ns1:gd name="T13" fmla="*/ 8 h 176"/>
              <ns1:gd name="T14" fmla="*/ 168 w 176"/>
              <ns1:gd name="T15" fmla="*/ 8 h 176"/>
              <ns1:gd name="T16" fmla="*/ 168 w 176"/>
              <ns1:gd name="T17" fmla="*/ 168 h 176"/>
              <ns1:gd name="T18" fmla="*/ 32 w 176"/>
              <ns1:gd name="T19" fmla="*/ 168 h 176"/>
              <ns1:gd name="T20" fmla="*/ 32 w 176"/>
              <ns1:gd name="T21" fmla="*/ 112 h 176"/>
              <ns1:gd name="T22" fmla="*/ 28 w 176"/>
              <ns1:gd name="T23" fmla="*/ 108 h 176"/>
              <ns1:gd name="T24" fmla="*/ 24 w 176"/>
              <ns1:gd name="T25" fmla="*/ 112 h 176"/>
              <ns1:gd name="T26" fmla="*/ 24 w 176"/>
              <ns1:gd name="T27" fmla="*/ 172 h 176"/>
              <ns1:gd name="T28" fmla="*/ 28 w 176"/>
              <ns1:gd name="T29" fmla="*/ 176 h 176"/>
              <ns1:gd name="T30" fmla="*/ 172 w 176"/>
              <ns1:gd name="T31" fmla="*/ 176 h 176"/>
              <ns1:gd name="T32" fmla="*/ 176 w 176"/>
              <ns1:gd name="T33" fmla="*/ 172 h 176"/>
              <ns1:gd name="T34" fmla="*/ 176 w 176"/>
              <ns1:gd name="T35" fmla="*/ 4 h 176"/>
              <ns1:gd name="T36" fmla="*/ 172 w 176"/>
              <ns1:gd name="T37" fmla="*/ 0 h 176"/>
              <ns1:gd name="T38" fmla="*/ 105 w 176"/>
              <ns1:gd name="T39" fmla="*/ 117 h 176"/>
              <ns1:gd name="T40" fmla="*/ 104 w 176"/>
              <ns1:gd name="T41" fmla="*/ 120 h 176"/>
              <ns1:gd name="T42" fmla="*/ 108 w 176"/>
              <ns1:gd name="T43" fmla="*/ 124 h 176"/>
              <ns1:gd name="T44" fmla="*/ 111 w 176"/>
              <ns1:gd name="T45" fmla="*/ 123 h 176"/>
              <ns1:gd name="T46" fmla="*/ 143 w 176"/>
              <ns1:gd name="T47" fmla="*/ 91 h 176"/>
              <ns1:gd name="T48" fmla="*/ 144 w 176"/>
              <ns1:gd name="T49" fmla="*/ 88 h 176"/>
              <ns1:gd name="T50" fmla="*/ 143 w 176"/>
              <ns1:gd name="T51" fmla="*/ 85 h 176"/>
              <ns1:gd name="T52" fmla="*/ 111 w 176"/>
              <ns1:gd name="T53" fmla="*/ 53 h 176"/>
              <ns1:gd name="T54" fmla="*/ 108 w 176"/>
              <ns1:gd name="T55" fmla="*/ 52 h 176"/>
              <ns1:gd name="T56" fmla="*/ 104 w 176"/>
              <ns1:gd name="T57" fmla="*/ 56 h 176"/>
              <ns1:gd name="T58" fmla="*/ 105 w 176"/>
              <ns1:gd name="T59" fmla="*/ 59 h 176"/>
              <ns1:gd name="T60" fmla="*/ 130 w 176"/>
              <ns1:gd name="T61" fmla="*/ 84 h 176"/>
              <ns1:gd name="T62" fmla="*/ 4 w 176"/>
              <ns1:gd name="T63" fmla="*/ 84 h 176"/>
              <ns1:gd name="T64" fmla="*/ 0 w 176"/>
              <ns1:gd name="T65" fmla="*/ 88 h 176"/>
              <ns1:gd name="T66" fmla="*/ 4 w 176"/>
              <ns1:gd name="T67" fmla="*/ 92 h 176"/>
              <ns1:gd name="T68" fmla="*/ 130 w 176"/>
              <ns1:gd name="T69" fmla="*/ 92 h 176"/>
              <ns1:gd name="T70" fmla="*/ 105 w 176"/>
              <ns1:gd name="T71" fmla="*/ 117 h 176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  <ns1:cxn ang="0">
                <ns1:pos x="T32" y="T33"/>
              </ns1:cxn>
              <ns1:cxn ang="0">
                <ns1:pos x="T34" y="T35"/>
              </ns1:cxn>
              <ns1:cxn ang="0">
                <ns1:pos x="T36" y="T37"/>
              </ns1:cxn>
              <ns1:cxn ang="0">
                <ns1:pos x="T38" y="T39"/>
              </ns1:cxn>
              <ns1:cxn ang="0">
                <ns1:pos x="T40" y="T41"/>
              </ns1:cxn>
              <ns1:cxn ang="0">
                <ns1:pos x="T42" y="T43"/>
              </ns1:cxn>
              <ns1:cxn ang="0">
                <ns1:pos x="T44" y="T45"/>
              </ns1:cxn>
              <ns1:cxn ang="0">
                <ns1:pos x="T46" y="T47"/>
              </ns1:cxn>
              <ns1:cxn ang="0">
                <ns1:pos x="T48" y="T49"/>
              </ns1:cxn>
              <ns1:cxn ang="0">
                <ns1:pos x="T50" y="T51"/>
              </ns1:cxn>
              <ns1:cxn ang="0">
                <ns1:pos x="T52" y="T53"/>
              </ns1:cxn>
              <ns1:cxn ang="0">
                <ns1:pos x="T54" y="T55"/>
              </ns1:cxn>
              <ns1:cxn ang="0">
                <ns1:pos x="T56" y="T57"/>
              </ns1:cxn>
              <ns1:cxn ang="0">
                <ns1:pos x="T58" y="T59"/>
              </ns1:cxn>
              <ns1:cxn ang="0">
                <ns1:pos x="T60" y="T61"/>
              </ns1:cxn>
              <ns1:cxn ang="0">
                <ns1:pos x="T62" y="T63"/>
              </ns1:cxn>
              <ns1:cxn ang="0">
                <ns1:pos x="T64" y="T65"/>
              </ns1:cxn>
              <ns1:cxn ang="0">
                <ns1:pos x="T66" y="T67"/>
              </ns1:cxn>
              <ns1:cxn ang="0">
                <ns1:pos x="T68" y="T69"/>
              </ns1:cxn>
              <ns1:cxn ang="0">
                <ns1:pos x="T70" y="T71"/>
              </ns1:cxn>
            </ns1:cxnLst>
            <ns1:rect l="0" t="0" r="r" b="b"/>
            <ns1:pathLst>
              <ns1:path w="176" h="176">
                <ns1:moveTo>
                  <ns1:pt x="172" y="0"/>
                </ns1:moveTo>
                <ns1:cubicBezTo>
                  <ns1:pt x="28" y="0"/>
                  <ns1:pt x="28" y="0"/>
                  <ns1:pt x="28" y="0"/>
                </ns1:cubicBezTo>
                <ns1:cubicBezTo>
                  <ns1:pt x="26" y="0"/>
                  <ns1:pt x="24" y="2"/>
                  <ns1:pt x="24" y="4"/>
                </ns1:cubicBezTo>
                <ns1:cubicBezTo>
                  <ns1:pt x="24" y="64"/>
                  <ns1:pt x="24" y="64"/>
                  <ns1:pt x="24" y="64"/>
                </ns1:cubicBezTo>
                <ns1:cubicBezTo>
                  <ns1:pt x="24" y="66"/>
                  <ns1:pt x="26" y="68"/>
                  <ns1:pt x="28" y="68"/>
                </ns1:cubicBezTo>
                <ns1:cubicBezTo>
                  <ns1:pt x="30" y="68"/>
                  <ns1:pt x="32" y="66"/>
                  <ns1:pt x="32" y="64"/>
                </ns1:cubicBezTo>
                <ns1:cubicBezTo>
                  <ns1:pt x="32" y="8"/>
                  <ns1:pt x="32" y="8"/>
                  <ns1:pt x="32" y="8"/>
                </ns1:cubicBezTo>
                <ns1:cubicBezTo>
                  <ns1:pt x="168" y="8"/>
                  <ns1:pt x="168" y="8"/>
                  <ns1:pt x="168" y="8"/>
                </ns1:cubicBezTo>
                <ns1:cubicBezTo>
                  <ns1:pt x="168" y="168"/>
                  <ns1:pt x="168" y="168"/>
                  <ns1:pt x="168" y="168"/>
                </ns1:cubicBezTo>
                <ns1:cubicBezTo>
                  <ns1:pt x="32" y="168"/>
                  <ns1:pt x="32" y="168"/>
                  <ns1:pt x="32" y="168"/>
                </ns1:cubicBezTo>
                <ns1:cubicBezTo>
                  <ns1:pt x="32" y="112"/>
                  <ns1:pt x="32" y="112"/>
                  <ns1:pt x="32" y="112"/>
                </ns1:cubicBezTo>
                <ns1:cubicBezTo>
                  <ns1:pt x="32" y="110"/>
                  <ns1:pt x="30" y="108"/>
                  <ns1:pt x="28" y="108"/>
                </ns1:cubicBezTo>
                <ns1:cubicBezTo>
                  <ns1:pt x="26" y="108"/>
                  <ns1:pt x="24" y="110"/>
                  <ns1:pt x="24" y="112"/>
                </ns1:cubicBezTo>
                <ns1:cubicBezTo>
                  <ns1:pt x="24" y="172"/>
                  <ns1:pt x="24" y="172"/>
                  <ns1:pt x="24" y="172"/>
                </ns1:cubicBezTo>
                <ns1:cubicBezTo>
                  <ns1:pt x="24" y="174"/>
                  <ns1:pt x="26" y="176"/>
                  <ns1:pt x="28" y="176"/>
                </ns1:cubicBezTo>
                <ns1:cubicBezTo>
                  <ns1:pt x="172" y="176"/>
                  <ns1:pt x="172" y="176"/>
                  <ns1:pt x="172" y="176"/>
                </ns1:cubicBezTo>
                <ns1:cubicBezTo>
                  <ns1:pt x="174" y="176"/>
                  <ns1:pt x="176" y="174"/>
                  <ns1:pt x="176" y="172"/>
                </ns1:cubicBezTo>
                <ns1:cubicBezTo>
                  <ns1:pt x="176" y="4"/>
                  <ns1:pt x="176" y="4"/>
                  <ns1:pt x="176" y="4"/>
                </ns1:cubicBezTo>
                <ns1:cubicBezTo>
                  <ns1:pt x="176" y="2"/>
                  <ns1:pt x="174" y="0"/>
                  <ns1:pt x="172" y="0"/>
                </ns1:cubicBezTo>
                <ns1:moveTo>
                  <ns1:pt x="105" y="117"/>
                </ns1:moveTo>
                <ns1:cubicBezTo>
                  <ns1:pt x="104" y="118"/>
                  <ns1:pt x="104" y="119"/>
                  <ns1:pt x="104" y="120"/>
                </ns1:cubicBezTo>
                <ns1:cubicBezTo>
                  <ns1:pt x="104" y="122"/>
                  <ns1:pt x="106" y="124"/>
                  <ns1:pt x="108" y="124"/>
                </ns1:cubicBezTo>
                <ns1:cubicBezTo>
                  <ns1:pt x="109" y="124"/>
                  <ns1:pt x="110" y="124"/>
                  <ns1:pt x="111" y="123"/>
                </ns1:cubicBezTo>
                <ns1:cubicBezTo>
                  <ns1:pt x="143" y="91"/>
                  <ns1:pt x="143" y="91"/>
                  <ns1:pt x="143" y="91"/>
                </ns1:cubicBezTo>
                <ns1:cubicBezTo>
                  <ns1:pt x="144" y="90"/>
                  <ns1:pt x="144" y="89"/>
                  <ns1:pt x="144" y="88"/>
                </ns1:cubicBezTo>
                <ns1:cubicBezTo>
                  <ns1:pt x="144" y="87"/>
                  <ns1:pt x="144" y="86"/>
                  <ns1:pt x="143" y="85"/>
                </ns1:cubicBezTo>
                <ns1:cubicBezTo>
                  <ns1:pt x="111" y="53"/>
                  <ns1:pt x="111" y="53"/>
                  <ns1:pt x="111" y="53"/>
                </ns1:cubicBezTo>
                <ns1:cubicBezTo>
                  <ns1:pt x="110" y="52"/>
                  <ns1:pt x="109" y="52"/>
                  <ns1:pt x="108" y="52"/>
                </ns1:cubicBezTo>
                <ns1:cubicBezTo>
                  <ns1:pt x="106" y="52"/>
                  <ns1:pt x="104" y="54"/>
                  <ns1:pt x="104" y="56"/>
                </ns1:cubicBezTo>
                <ns1:cubicBezTo>
                  <ns1:pt x="104" y="57"/>
                  <ns1:pt x="104" y="58"/>
                  <ns1:pt x="105" y="59"/>
                </ns1:cubicBezTo>
                <ns1:cubicBezTo>
                  <ns1:pt x="130" y="84"/>
                  <ns1:pt x="130" y="84"/>
                  <ns1:pt x="130" y="84"/>
                </ns1:cubicBezTo>
                <ns1:cubicBezTo>
                  <ns1:pt x="4" y="84"/>
                  <ns1:pt x="4" y="84"/>
                  <ns1:pt x="4" y="84"/>
                </ns1:cubicBezTo>
                <ns1:cubicBezTo>
                  <ns1:pt x="2" y="84"/>
                  <ns1:pt x="0" y="86"/>
                  <ns1:pt x="0" y="88"/>
                </ns1:cubicBezTo>
                <ns1:cubicBezTo>
                  <ns1:pt x="0" y="90"/>
                  <ns1:pt x="2" y="92"/>
                  <ns1:pt x="4" y="92"/>
                </ns1:cubicBezTo>
                <ns1:cubicBezTo>
                  <ns1:pt x="130" y="92"/>
                  <ns1:pt x="130" y="92"/>
                  <ns1:pt x="130" y="92"/>
                </ns1:cubicBezTo>
                <ns1:lnTo>
                  <ns1:pt x="105" y="117"/>
                </ns1:lnTo>
                <ns1:close/>
              </ns1:path>
            </ns1:pathLst>
          </ns1:custGeom>
          <ns1:solidFill>
            <ns1:schemeClr val="tx1"/>
          </ns1:solidFill>
          <ns1:ln>
            <ns1:noFill/>
          </ns1:ln>
          <ns1:extLst/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en-US" sz="2700"/>
          </ns1:p>
        </ns0:txBody>
      </ns0:sp>
      <ns0:sp>
        <ns0:nvSpPr>
          <ns0:cNvPr id="31" name="Freeform 29"/>
          <ns0:cNvSpPr>
            <ns1:spLocks noEditPoints="1"/>
          </ns0:cNvSpPr>
          <ns0:nvPr/>
        </ns0:nvSpPr>
        <ns0:spPr bwMode="auto">
          <ns1:xfrm>
            <ns1:off x="2620964" y="2951163"/>
            <ns1:ext cx="439738" cy="441325"/>
          </ns1:xfrm>
          <ns1:custGeom>
            <ns1:avLst/>
            <ns1:gdLst>
              <ns1:gd name="T0" fmla="*/ 148 w 176"/>
              <ns1:gd name="T1" fmla="*/ 108 h 176"/>
              <ns1:gd name="T2" fmla="*/ 144 w 176"/>
              <ns1:gd name="T3" fmla="*/ 112 h 176"/>
              <ns1:gd name="T4" fmla="*/ 144 w 176"/>
              <ns1:gd name="T5" fmla="*/ 168 h 176"/>
              <ns1:gd name="T6" fmla="*/ 8 w 176"/>
              <ns1:gd name="T7" fmla="*/ 168 h 176"/>
              <ns1:gd name="T8" fmla="*/ 8 w 176"/>
              <ns1:gd name="T9" fmla="*/ 8 h 176"/>
              <ns1:gd name="T10" fmla="*/ 144 w 176"/>
              <ns1:gd name="T11" fmla="*/ 8 h 176"/>
              <ns1:gd name="T12" fmla="*/ 144 w 176"/>
              <ns1:gd name="T13" fmla="*/ 64 h 176"/>
              <ns1:gd name="T14" fmla="*/ 148 w 176"/>
              <ns1:gd name="T15" fmla="*/ 68 h 176"/>
              <ns1:gd name="T16" fmla="*/ 152 w 176"/>
              <ns1:gd name="T17" fmla="*/ 64 h 176"/>
              <ns1:gd name="T18" fmla="*/ 152 w 176"/>
              <ns1:gd name="T19" fmla="*/ 4 h 176"/>
              <ns1:gd name="T20" fmla="*/ 148 w 176"/>
              <ns1:gd name="T21" fmla="*/ 0 h 176"/>
              <ns1:gd name="T22" fmla="*/ 4 w 176"/>
              <ns1:gd name="T23" fmla="*/ 0 h 176"/>
              <ns1:gd name="T24" fmla="*/ 0 w 176"/>
              <ns1:gd name="T25" fmla="*/ 4 h 176"/>
              <ns1:gd name="T26" fmla="*/ 0 w 176"/>
              <ns1:gd name="T27" fmla="*/ 172 h 176"/>
              <ns1:gd name="T28" fmla="*/ 4 w 176"/>
              <ns1:gd name="T29" fmla="*/ 176 h 176"/>
              <ns1:gd name="T30" fmla="*/ 148 w 176"/>
              <ns1:gd name="T31" fmla="*/ 176 h 176"/>
              <ns1:gd name="T32" fmla="*/ 152 w 176"/>
              <ns1:gd name="T33" fmla="*/ 172 h 176"/>
              <ns1:gd name="T34" fmla="*/ 152 w 176"/>
              <ns1:gd name="T35" fmla="*/ 112 h 176"/>
              <ns1:gd name="T36" fmla="*/ 148 w 176"/>
              <ns1:gd name="T37" fmla="*/ 108 h 176"/>
              <ns1:gd name="T38" fmla="*/ 172 w 176"/>
              <ns1:gd name="T39" fmla="*/ 84 h 176"/>
              <ns1:gd name="T40" fmla="*/ 46 w 176"/>
              <ns1:gd name="T41" fmla="*/ 84 h 176"/>
              <ns1:gd name="T42" fmla="*/ 71 w 176"/>
              <ns1:gd name="T43" fmla="*/ 59 h 176"/>
              <ns1:gd name="T44" fmla="*/ 72 w 176"/>
              <ns1:gd name="T45" fmla="*/ 56 h 176"/>
              <ns1:gd name="T46" fmla="*/ 68 w 176"/>
              <ns1:gd name="T47" fmla="*/ 52 h 176"/>
              <ns1:gd name="T48" fmla="*/ 65 w 176"/>
              <ns1:gd name="T49" fmla="*/ 53 h 176"/>
              <ns1:gd name="T50" fmla="*/ 33 w 176"/>
              <ns1:gd name="T51" fmla="*/ 85 h 176"/>
              <ns1:gd name="T52" fmla="*/ 32 w 176"/>
              <ns1:gd name="T53" fmla="*/ 88 h 176"/>
              <ns1:gd name="T54" fmla="*/ 33 w 176"/>
              <ns1:gd name="T55" fmla="*/ 91 h 176"/>
              <ns1:gd name="T56" fmla="*/ 65 w 176"/>
              <ns1:gd name="T57" fmla="*/ 123 h 176"/>
              <ns1:gd name="T58" fmla="*/ 68 w 176"/>
              <ns1:gd name="T59" fmla="*/ 124 h 176"/>
              <ns1:gd name="T60" fmla="*/ 72 w 176"/>
              <ns1:gd name="T61" fmla="*/ 120 h 176"/>
              <ns1:gd name="T62" fmla="*/ 71 w 176"/>
              <ns1:gd name="T63" fmla="*/ 117 h 176"/>
              <ns1:gd name="T64" fmla="*/ 46 w 176"/>
              <ns1:gd name="T65" fmla="*/ 92 h 176"/>
              <ns1:gd name="T66" fmla="*/ 172 w 176"/>
              <ns1:gd name="T67" fmla="*/ 92 h 176"/>
              <ns1:gd name="T68" fmla="*/ 176 w 176"/>
              <ns1:gd name="T69" fmla="*/ 88 h 176"/>
              <ns1:gd name="T70" fmla="*/ 172 w 176"/>
              <ns1:gd name="T71" fmla="*/ 84 h 176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  <ns1:cxn ang="0">
                <ns1:pos x="T32" y="T33"/>
              </ns1:cxn>
              <ns1:cxn ang="0">
                <ns1:pos x="T34" y="T35"/>
              </ns1:cxn>
              <ns1:cxn ang="0">
                <ns1:pos x="T36" y="T37"/>
              </ns1:cxn>
              <ns1:cxn ang="0">
                <ns1:pos x="T38" y="T39"/>
              </ns1:cxn>
              <ns1:cxn ang="0">
                <ns1:pos x="T40" y="T41"/>
              </ns1:cxn>
              <ns1:cxn ang="0">
                <ns1:pos x="T42" y="T43"/>
              </ns1:cxn>
              <ns1:cxn ang="0">
                <ns1:pos x="T44" y="T45"/>
              </ns1:cxn>
              <ns1:cxn ang="0">
                <ns1:pos x="T46" y="T47"/>
              </ns1:cxn>
              <ns1:cxn ang="0">
                <ns1:pos x="T48" y="T49"/>
              </ns1:cxn>
              <ns1:cxn ang="0">
                <ns1:pos x="T50" y="T51"/>
              </ns1:cxn>
              <ns1:cxn ang="0">
                <ns1:pos x="T52" y="T53"/>
              </ns1:cxn>
              <ns1:cxn ang="0">
                <ns1:pos x="T54" y="T55"/>
              </ns1:cxn>
              <ns1:cxn ang="0">
                <ns1:pos x="T56" y="T57"/>
              </ns1:cxn>
              <ns1:cxn ang="0">
                <ns1:pos x="T58" y="T59"/>
              </ns1:cxn>
              <ns1:cxn ang="0">
                <ns1:pos x="T60" y="T61"/>
              </ns1:cxn>
              <ns1:cxn ang="0">
                <ns1:pos x="T62" y="T63"/>
              </ns1:cxn>
              <ns1:cxn ang="0">
                <ns1:pos x="T64" y="T65"/>
              </ns1:cxn>
              <ns1:cxn ang="0">
                <ns1:pos x="T66" y="T67"/>
              </ns1:cxn>
              <ns1:cxn ang="0">
                <ns1:pos x="T68" y="T69"/>
              </ns1:cxn>
              <ns1:cxn ang="0">
                <ns1:pos x="T70" y="T71"/>
              </ns1:cxn>
            </ns1:cxnLst>
            <ns1:rect l="0" t="0" r="r" b="b"/>
            <ns1:pathLst>
              <ns1:path w="176" h="176">
                <ns1:moveTo>
                  <ns1:pt x="148" y="108"/>
                </ns1:moveTo>
                <ns1:cubicBezTo>
                  <ns1:pt x="146" y="108"/>
                  <ns1:pt x="144" y="110"/>
                  <ns1:pt x="144" y="112"/>
                </ns1:cubicBezTo>
                <ns1:cubicBezTo>
                  <ns1:pt x="144" y="168"/>
                  <ns1:pt x="144" y="168"/>
                  <ns1:pt x="144" y="168"/>
                </ns1:cubicBezTo>
                <ns1:cubicBezTo>
                  <ns1:pt x="8" y="168"/>
                  <ns1:pt x="8" y="168"/>
                  <ns1:pt x="8" y="168"/>
                </ns1:cubicBezTo>
                <ns1:cubicBezTo>
                  <ns1:pt x="8" y="8"/>
                  <ns1:pt x="8" y="8"/>
                  <ns1:pt x="8" y="8"/>
                </ns1:cubicBezTo>
                <ns1:cubicBezTo>
                  <ns1:pt x="144" y="8"/>
                  <ns1:pt x="144" y="8"/>
                  <ns1:pt x="144" y="8"/>
                </ns1:cubicBezTo>
                <ns1:cubicBezTo>
                  <ns1:pt x="144" y="64"/>
                  <ns1:pt x="144" y="64"/>
                  <ns1:pt x="144" y="64"/>
                </ns1:cubicBezTo>
                <ns1:cubicBezTo>
                  <ns1:pt x="144" y="66"/>
                  <ns1:pt x="146" y="68"/>
                  <ns1:pt x="148" y="68"/>
                </ns1:cubicBezTo>
                <ns1:cubicBezTo>
                  <ns1:pt x="150" y="68"/>
                  <ns1:pt x="152" y="66"/>
                  <ns1:pt x="152" y="64"/>
                </ns1:cubicBezTo>
                <ns1:cubicBezTo>
                  <ns1:pt x="152" y="4"/>
                  <ns1:pt x="152" y="4"/>
                  <ns1:pt x="152" y="4"/>
                </ns1:cubicBezTo>
                <ns1:cubicBezTo>
                  <ns1:pt x="152" y="2"/>
                  <ns1:pt x="150" y="0"/>
                  <ns1:pt x="148" y="0"/>
                </ns1:cubicBezTo>
                <ns1:cubicBezTo>
                  <ns1:pt x="4" y="0"/>
                  <ns1:pt x="4" y="0"/>
                  <ns1:pt x="4" y="0"/>
                </ns1:cubicBezTo>
                <ns1:cubicBezTo>
                  <ns1:pt x="2" y="0"/>
                  <ns1:pt x="0" y="2"/>
                  <ns1:pt x="0" y="4"/>
                </ns1:cubicBezTo>
                <ns1:cubicBezTo>
                  <ns1:pt x="0" y="172"/>
                  <ns1:pt x="0" y="172"/>
                  <ns1:pt x="0" y="172"/>
                </ns1:cubicBezTo>
                <ns1:cubicBezTo>
                  <ns1:pt x="0" y="174"/>
                  <ns1:pt x="2" y="176"/>
                  <ns1:pt x="4" y="176"/>
                </ns1:cubicBezTo>
                <ns1:cubicBezTo>
                  <ns1:pt x="148" y="176"/>
                  <ns1:pt x="148" y="176"/>
                  <ns1:pt x="148" y="176"/>
                </ns1:cubicBezTo>
                <ns1:cubicBezTo>
                  <ns1:pt x="150" y="176"/>
                  <ns1:pt x="152" y="174"/>
                  <ns1:pt x="152" y="172"/>
                </ns1:cubicBezTo>
                <ns1:cubicBezTo>
                  <ns1:pt x="152" y="112"/>
                  <ns1:pt x="152" y="112"/>
                  <ns1:pt x="152" y="112"/>
                </ns1:cubicBezTo>
                <ns1:cubicBezTo>
                  <ns1:pt x="152" y="110"/>
                  <ns1:pt x="150" y="108"/>
                  <ns1:pt x="148" y="108"/>
                </ns1:cubicBezTo>
                <ns1:moveTo>
                  <ns1:pt x="172" y="84"/>
                </ns1:moveTo>
                <ns1:cubicBezTo>
                  <ns1:pt x="46" y="84"/>
                  <ns1:pt x="46" y="84"/>
                  <ns1:pt x="46" y="84"/>
                </ns1:cubicBezTo>
                <ns1:cubicBezTo>
                  <ns1:pt x="71" y="59"/>
                  <ns1:pt x="71" y="59"/>
                  <ns1:pt x="71" y="59"/>
                </ns1:cubicBezTo>
                <ns1:cubicBezTo>
                  <ns1:pt x="72" y="58"/>
                  <ns1:pt x="72" y="57"/>
                  <ns1:pt x="72" y="56"/>
                </ns1:cubicBezTo>
                <ns1:cubicBezTo>
                  <ns1:pt x="72" y="54"/>
                  <ns1:pt x="70" y="52"/>
                  <ns1:pt x="68" y="52"/>
                </ns1:cubicBezTo>
                <ns1:cubicBezTo>
                  <ns1:pt x="67" y="52"/>
                  <ns1:pt x="66" y="52"/>
                  <ns1:pt x="65" y="53"/>
                </ns1:cubicBezTo>
                <ns1:cubicBezTo>
                  <ns1:pt x="33" y="85"/>
                  <ns1:pt x="33" y="85"/>
                  <ns1:pt x="33" y="85"/>
                </ns1:cubicBezTo>
                <ns1:cubicBezTo>
                  <ns1:pt x="32" y="86"/>
                  <ns1:pt x="32" y="87"/>
                  <ns1:pt x="32" y="88"/>
                </ns1:cubicBezTo>
                <ns1:cubicBezTo>
                  <ns1:pt x="32" y="89"/>
                  <ns1:pt x="32" y="90"/>
                  <ns1:pt x="33" y="91"/>
                </ns1:cubicBezTo>
                <ns1:cubicBezTo>
                  <ns1:pt x="65" y="123"/>
                  <ns1:pt x="65" y="123"/>
                  <ns1:pt x="65" y="123"/>
                </ns1:cubicBezTo>
                <ns1:cubicBezTo>
                  <ns1:pt x="66" y="124"/>
                  <ns1:pt x="67" y="124"/>
                  <ns1:pt x="68" y="124"/>
                </ns1:cubicBezTo>
                <ns1:cubicBezTo>
                  <ns1:pt x="70" y="124"/>
                  <ns1:pt x="72" y="122"/>
                  <ns1:pt x="72" y="120"/>
                </ns1:cubicBezTo>
                <ns1:cubicBezTo>
                  <ns1:pt x="72" y="119"/>
                  <ns1:pt x="72" y="118"/>
                  <ns1:pt x="71" y="117"/>
                </ns1:cubicBezTo>
                <ns1:cubicBezTo>
                  <ns1:pt x="46" y="92"/>
                  <ns1:pt x="46" y="92"/>
                  <ns1:pt x="46" y="92"/>
                </ns1:cubicBezTo>
                <ns1:cubicBezTo>
                  <ns1:pt x="172" y="92"/>
                  <ns1:pt x="172" y="92"/>
                  <ns1:pt x="172" y="92"/>
                </ns1:cubicBezTo>
                <ns1:cubicBezTo>
                  <ns1:pt x="174" y="92"/>
                  <ns1:pt x="176" y="90"/>
                  <ns1:pt x="176" y="88"/>
                </ns1:cubicBezTo>
                <ns1:cubicBezTo>
                  <ns1:pt x="176" y="86"/>
                  <ns1:pt x="174" y="84"/>
                  <ns1:pt x="172" y="84"/>
                </ns1:cubicBezTo>
              </ns1:path>
            </ns1:pathLst>
          </ns1:custGeom>
          <ns1:solidFill>
            <ns1:schemeClr val="tx1"/>
          </ns1:solidFill>
          <ns1:ln>
            <ns1:noFill/>
          </ns1:ln>
          <ns1:extLst/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en-US" sz="2700"/>
          </ns1:p>
        </ns0:txBody>
      </ns0:sp>
      <ns0:sp>
        <ns0:nvSpPr>
          <ns0:cNvPr id="32" name="Freeform 30"/>
          <ns0:cNvSpPr>
            <ns1:spLocks/>
          </ns0:cNvSpPr>
          <ns0:nvPr/>
        </ns0:nvSpPr>
        <ns0:spPr bwMode="auto">
          <ns1:xfrm>
            <ns1:off x="3571876" y="2951163"/>
            <ns1:ext cx="219075" cy="441325"/>
          </ns1:xfrm>
          <ns1:custGeom>
            <ns1:avLst/>
            <ns1:gdLst>
              <ns1:gd name="T0" fmla="*/ 84 w 88"/>
              <ns1:gd name="T1" fmla="*/ 128 h 176"/>
              <ns1:gd name="T2" fmla="*/ 81 w 88"/>
              <ns1:gd name="T3" fmla="*/ 129 h 176"/>
              <ns1:gd name="T4" fmla="*/ 48 w 88"/>
              <ns1:gd name="T5" fmla="*/ 162 h 176"/>
              <ns1:gd name="T6" fmla="*/ 48 w 88"/>
              <ns1:gd name="T7" fmla="*/ 4 h 176"/>
              <ns1:gd name="T8" fmla="*/ 44 w 88"/>
              <ns1:gd name="T9" fmla="*/ 0 h 176"/>
              <ns1:gd name="T10" fmla="*/ 40 w 88"/>
              <ns1:gd name="T11" fmla="*/ 4 h 176"/>
              <ns1:gd name="T12" fmla="*/ 40 w 88"/>
              <ns1:gd name="T13" fmla="*/ 162 h 176"/>
              <ns1:gd name="T14" fmla="*/ 7 w 88"/>
              <ns1:gd name="T15" fmla="*/ 129 h 176"/>
              <ns1:gd name="T16" fmla="*/ 4 w 88"/>
              <ns1:gd name="T17" fmla="*/ 128 h 176"/>
              <ns1:gd name="T18" fmla="*/ 0 w 88"/>
              <ns1:gd name="T19" fmla="*/ 132 h 176"/>
              <ns1:gd name="T20" fmla="*/ 1 w 88"/>
              <ns1:gd name="T21" fmla="*/ 135 h 176"/>
              <ns1:gd name="T22" fmla="*/ 41 w 88"/>
              <ns1:gd name="T23" fmla="*/ 175 h 176"/>
              <ns1:gd name="T24" fmla="*/ 44 w 88"/>
              <ns1:gd name="T25" fmla="*/ 176 h 176"/>
              <ns1:gd name="T26" fmla="*/ 47 w 88"/>
              <ns1:gd name="T27" fmla="*/ 175 h 176"/>
              <ns1:gd name="T28" fmla="*/ 87 w 88"/>
              <ns1:gd name="T29" fmla="*/ 135 h 176"/>
              <ns1:gd name="T30" fmla="*/ 88 w 88"/>
              <ns1:gd name="T31" fmla="*/ 132 h 176"/>
              <ns1:gd name="T32" fmla="*/ 84 w 88"/>
              <ns1:gd name="T33" fmla="*/ 128 h 176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  <ns1:cxn ang="0">
                <ns1:pos x="T32" y="T33"/>
              </ns1:cxn>
            </ns1:cxnLst>
            <ns1:rect l="0" t="0" r="r" b="b"/>
            <ns1:pathLst>
              <ns1:path w="88" h="176">
                <ns1:moveTo>
                  <ns1:pt x="84" y="128"/>
                </ns1:moveTo>
                <ns1:cubicBezTo>
                  <ns1:pt x="83" y="128"/>
                  <ns1:pt x="82" y="128"/>
                  <ns1:pt x="81" y="129"/>
                </ns1:cubicBezTo>
                <ns1:cubicBezTo>
                  <ns1:pt x="48" y="162"/>
                  <ns1:pt x="48" y="162"/>
                  <ns1:pt x="48" y="162"/>
                </ns1:cubicBezTo>
                <ns1:cubicBezTo>
                  <ns1:pt x="48" y="4"/>
                  <ns1:pt x="48" y="4"/>
                  <ns1:pt x="48" y="4"/>
                </ns1:cubicBezTo>
                <ns1:cubicBezTo>
                  <ns1:pt x="48" y="2"/>
                  <ns1:pt x="46" y="0"/>
                  <ns1:pt x="44" y="0"/>
                </ns1:cubicBezTo>
                <ns1:cubicBezTo>
                  <ns1:pt x="42" y="0"/>
                  <ns1:pt x="40" y="2"/>
                  <ns1:pt x="40" y="4"/>
                </ns1:cubicBezTo>
                <ns1:cubicBezTo>
                  <ns1:pt x="40" y="162"/>
                  <ns1:pt x="40" y="162"/>
                  <ns1:pt x="40" y="162"/>
                </ns1:cubicBezTo>
                <ns1:cubicBezTo>
                  <ns1:pt x="7" y="129"/>
                  <ns1:pt x="7" y="129"/>
                  <ns1:pt x="7" y="129"/>
                </ns1:cubicBezTo>
                <ns1:cubicBezTo>
                  <ns1:pt x="6" y="128"/>
                  <ns1:pt x="5" y="128"/>
                  <ns1:pt x="4" y="128"/>
                </ns1:cubicBezTo>
                <ns1:cubicBezTo>
                  <ns1:pt x="2" y="128"/>
                  <ns1:pt x="0" y="130"/>
                  <ns1:pt x="0" y="132"/>
                </ns1:cubicBezTo>
                <ns1:cubicBezTo>
                  <ns1:pt x="0" y="133"/>
                  <ns1:pt x="0" y="134"/>
                  <ns1:pt x="1" y="135"/>
                </ns1:cubicBezTo>
                <ns1:cubicBezTo>
                  <ns1:pt x="41" y="175"/>
                  <ns1:pt x="41" y="175"/>
                  <ns1:pt x="41" y="175"/>
                </ns1:cubicBezTo>
                <ns1:cubicBezTo>
                  <ns1:pt x="42" y="176"/>
                  <ns1:pt x="43" y="176"/>
                  <ns1:pt x="44" y="176"/>
                </ns1:cubicBezTo>
                <ns1:cubicBezTo>
                  <ns1:pt x="45" y="176"/>
                  <ns1:pt x="46" y="176"/>
                  <ns1:pt x="47" y="175"/>
                </ns1:cubicBezTo>
                <ns1:cubicBezTo>
                  <ns1:pt x="87" y="135"/>
                  <ns1:pt x="87" y="135"/>
                  <ns1:pt x="87" y="135"/>
                </ns1:cubicBezTo>
                <ns1:cubicBezTo>
                  <ns1:pt x="88" y="134"/>
                  <ns1:pt x="88" y="133"/>
                  <ns1:pt x="88" y="132"/>
                </ns1:cubicBezTo>
                <ns1:cubicBezTo>
                  <ns1:pt x="88" y="130"/>
                  <ns1:pt x="86" y="128"/>
                  <ns1:pt x="84" y="128"/>
                </ns1:cubicBezTo>
              </ns1:path>
            </ns1:pathLst>
          </ns1:custGeom>
          <ns1:solidFill>
            <ns1:schemeClr val="tx1"/>
          </ns1:solidFill>
          <ns1:ln>
            <ns1:noFill/>
          </ns1:ln>
          <ns1:extLst/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en-US" sz="2700"/>
          </ns1:p>
        </ns0:txBody>
      </ns0:sp>
      <ns0:sp>
        <ns0:nvSpPr>
          <ns0:cNvPr id="33" name="Freeform 31"/>
          <ns0:cNvSpPr>
            <ns1:spLocks/>
          </ns0:cNvSpPr>
          <ns0:nvPr/>
        </ns0:nvSpPr>
        <ns0:spPr bwMode="auto">
          <ns1:xfrm>
            <ns1:off x="4411664" y="2951163"/>
            <ns1:ext cx="220663" cy="441325"/>
          </ns1:xfrm>
          <ns1:custGeom>
            <ns1:avLst/>
            <ns1:gdLst>
              <ns1:gd name="T0" fmla="*/ 87 w 88"/>
              <ns1:gd name="T1" fmla="*/ 41 h 176"/>
              <ns1:gd name="T2" fmla="*/ 47 w 88"/>
              <ns1:gd name="T3" fmla="*/ 1 h 176"/>
              <ns1:gd name="T4" fmla="*/ 44 w 88"/>
              <ns1:gd name="T5" fmla="*/ 0 h 176"/>
              <ns1:gd name="T6" fmla="*/ 41 w 88"/>
              <ns1:gd name="T7" fmla="*/ 1 h 176"/>
              <ns1:gd name="T8" fmla="*/ 1 w 88"/>
              <ns1:gd name="T9" fmla="*/ 41 h 176"/>
              <ns1:gd name="T10" fmla="*/ 0 w 88"/>
              <ns1:gd name="T11" fmla="*/ 44 h 176"/>
              <ns1:gd name="T12" fmla="*/ 4 w 88"/>
              <ns1:gd name="T13" fmla="*/ 48 h 176"/>
              <ns1:gd name="T14" fmla="*/ 7 w 88"/>
              <ns1:gd name="T15" fmla="*/ 47 h 176"/>
              <ns1:gd name="T16" fmla="*/ 40 w 88"/>
              <ns1:gd name="T17" fmla="*/ 14 h 176"/>
              <ns1:gd name="T18" fmla="*/ 40 w 88"/>
              <ns1:gd name="T19" fmla="*/ 172 h 176"/>
              <ns1:gd name="T20" fmla="*/ 44 w 88"/>
              <ns1:gd name="T21" fmla="*/ 176 h 176"/>
              <ns1:gd name="T22" fmla="*/ 48 w 88"/>
              <ns1:gd name="T23" fmla="*/ 172 h 176"/>
              <ns1:gd name="T24" fmla="*/ 48 w 88"/>
              <ns1:gd name="T25" fmla="*/ 14 h 176"/>
              <ns1:gd name="T26" fmla="*/ 81 w 88"/>
              <ns1:gd name="T27" fmla="*/ 47 h 176"/>
              <ns1:gd name="T28" fmla="*/ 84 w 88"/>
              <ns1:gd name="T29" fmla="*/ 48 h 176"/>
              <ns1:gd name="T30" fmla="*/ 88 w 88"/>
              <ns1:gd name="T31" fmla="*/ 44 h 176"/>
              <ns1:gd name="T32" fmla="*/ 87 w 88"/>
              <ns1:gd name="T33" fmla="*/ 41 h 176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  <ns1:cxn ang="0">
                <ns1:pos x="T32" y="T33"/>
              </ns1:cxn>
            </ns1:cxnLst>
            <ns1:rect l="0" t="0" r="r" b="b"/>
            <ns1:pathLst>
              <ns1:path w="88" h="176">
                <ns1:moveTo>
                  <ns1:pt x="87" y="41"/>
                </ns1:moveTo>
                <ns1:cubicBezTo>
                  <ns1:pt x="47" y="1"/>
                  <ns1:pt x="47" y="1"/>
                  <ns1:pt x="47" y="1"/>
                </ns1:cubicBezTo>
                <ns1:cubicBezTo>
                  <ns1:pt x="46" y="0"/>
                  <ns1:pt x="45" y="0"/>
                  <ns1:pt x="44" y="0"/>
                </ns1:cubicBezTo>
                <ns1:cubicBezTo>
                  <ns1:pt x="43" y="0"/>
                  <ns1:pt x="42" y="0"/>
                  <ns1:pt x="41" y="1"/>
                </ns1:cubicBezTo>
                <ns1:cubicBezTo>
                  <ns1:pt x="1" y="41"/>
                  <ns1:pt x="1" y="41"/>
                  <ns1:pt x="1" y="41"/>
                </ns1:cubicBezTo>
                <ns1:cubicBezTo>
                  <ns1:pt x="0" y="42"/>
                  <ns1:pt x="0" y="43"/>
                  <ns1:pt x="0" y="44"/>
                </ns1:cubicBezTo>
                <ns1:cubicBezTo>
                  <ns1:pt x="0" y="46"/>
                  <ns1:pt x="2" y="48"/>
                  <ns1:pt x="4" y="48"/>
                </ns1:cubicBezTo>
                <ns1:cubicBezTo>
                  <ns1:pt x="5" y="48"/>
                  <ns1:pt x="6" y="48"/>
                  <ns1:pt x="7" y="47"/>
                </ns1:cubicBezTo>
                <ns1:cubicBezTo>
                  <ns1:pt x="40" y="14"/>
                  <ns1:pt x="40" y="14"/>
                  <ns1:pt x="40" y="14"/>
                </ns1:cubicBezTo>
                <ns1:cubicBezTo>
                  <ns1:pt x="40" y="172"/>
                  <ns1:pt x="40" y="172"/>
                  <ns1:pt x="40" y="172"/>
                </ns1:cubicBezTo>
                <ns1:cubicBezTo>
                  <ns1:pt x="40" y="174"/>
                  <ns1:pt x="42" y="176"/>
                  <ns1:pt x="44" y="176"/>
                </ns1:cubicBezTo>
                <ns1:cubicBezTo>
                  <ns1:pt x="46" y="176"/>
                  <ns1:pt x="48" y="174"/>
                  <ns1:pt x="48" y="172"/>
                </ns1:cubicBezTo>
                <ns1:cubicBezTo>
                  <ns1:pt x="48" y="14"/>
                  <ns1:pt x="48" y="14"/>
                  <ns1:pt x="48" y="14"/>
                </ns1:cubicBezTo>
                <ns1:cubicBezTo>
                  <ns1:pt x="81" y="47"/>
                  <ns1:pt x="81" y="47"/>
                  <ns1:pt x="81" y="47"/>
                </ns1:cubicBezTo>
                <ns1:cubicBezTo>
                  <ns1:pt x="82" y="48"/>
                  <ns1:pt x="83" y="48"/>
                  <ns1:pt x="84" y="48"/>
                </ns1:cubicBezTo>
                <ns1:cubicBezTo>
                  <ns1:pt x="86" y="48"/>
                  <ns1:pt x="88" y="46"/>
                  <ns1:pt x="88" y="44"/>
                </ns1:cubicBezTo>
                <ns1:cubicBezTo>
                  <ns1:pt x="88" y="43"/>
                  <ns1:pt x="88" y="42"/>
                  <ns1:pt x="87" y="41"/>
                </ns1:cubicBezTo>
              </ns1:path>
            </ns1:pathLst>
          </ns1:custGeom>
          <ns1:solidFill>
            <ns1:schemeClr val="tx1"/>
          </ns1:solidFill>
          <ns1:ln>
            <ns1:noFill/>
          </ns1:ln>
          <ns1:extLst/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en-US" sz="2700"/>
          </ns1:p>
        </ns0:txBody>
      </ns0:sp>
      <ns0:sp>
        <ns0:nvSpPr>
          <ns0:cNvPr id="34" name="Freeform 32"/>
          <ns0:cNvSpPr>
            <ns1:spLocks/>
          </ns0:cNvSpPr>
          <ns0:nvPr/>
        </ns0:nvSpPr>
        <ns0:spPr bwMode="auto">
          <ns1:xfrm>
            <ns1:off x="5141914" y="3062288"/>
            <ns1:ext cx="439738" cy="220663"/>
          </ns1:xfrm>
          <ns1:custGeom>
            <ns1:avLst/>
            <ns1:gdLst>
              <ns1:gd name="T0" fmla="*/ 172 w 176"/>
              <ns1:gd name="T1" fmla="*/ 40 h 88"/>
              <ns1:gd name="T2" fmla="*/ 14 w 176"/>
              <ns1:gd name="T3" fmla="*/ 40 h 88"/>
              <ns1:gd name="T4" fmla="*/ 47 w 176"/>
              <ns1:gd name="T5" fmla="*/ 7 h 88"/>
              <ns1:gd name="T6" fmla="*/ 48 w 176"/>
              <ns1:gd name="T7" fmla="*/ 4 h 88"/>
              <ns1:gd name="T8" fmla="*/ 44 w 176"/>
              <ns1:gd name="T9" fmla="*/ 0 h 88"/>
              <ns1:gd name="T10" fmla="*/ 41 w 176"/>
              <ns1:gd name="T11" fmla="*/ 1 h 88"/>
              <ns1:gd name="T12" fmla="*/ 1 w 176"/>
              <ns1:gd name="T13" fmla="*/ 41 h 88"/>
              <ns1:gd name="T14" fmla="*/ 0 w 176"/>
              <ns1:gd name="T15" fmla="*/ 44 h 88"/>
              <ns1:gd name="T16" fmla="*/ 1 w 176"/>
              <ns1:gd name="T17" fmla="*/ 47 h 88"/>
              <ns1:gd name="T18" fmla="*/ 41 w 176"/>
              <ns1:gd name="T19" fmla="*/ 87 h 88"/>
              <ns1:gd name="T20" fmla="*/ 44 w 176"/>
              <ns1:gd name="T21" fmla="*/ 88 h 88"/>
              <ns1:gd name="T22" fmla="*/ 48 w 176"/>
              <ns1:gd name="T23" fmla="*/ 84 h 88"/>
              <ns1:gd name="T24" fmla="*/ 47 w 176"/>
              <ns1:gd name="T25" fmla="*/ 81 h 88"/>
              <ns1:gd name="T26" fmla="*/ 14 w 176"/>
              <ns1:gd name="T27" fmla="*/ 48 h 88"/>
              <ns1:gd name="T28" fmla="*/ 172 w 176"/>
              <ns1:gd name="T29" fmla="*/ 48 h 88"/>
              <ns1:gd name="T30" fmla="*/ 176 w 176"/>
              <ns1:gd name="T31" fmla="*/ 44 h 88"/>
              <ns1:gd name="T32" fmla="*/ 172 w 176"/>
              <ns1:gd name="T33" fmla="*/ 40 h 88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  <ns1:cxn ang="0">
                <ns1:pos x="T32" y="T33"/>
              </ns1:cxn>
            </ns1:cxnLst>
            <ns1:rect l="0" t="0" r="r" b="b"/>
            <ns1:pathLst>
              <ns1:path w="176" h="88">
                <ns1:moveTo>
                  <ns1:pt x="172" y="40"/>
                </ns1:moveTo>
                <ns1:cubicBezTo>
                  <ns1:pt x="14" y="40"/>
                  <ns1:pt x="14" y="40"/>
                  <ns1:pt x="14" y="40"/>
                </ns1:cubicBezTo>
                <ns1:cubicBezTo>
                  <ns1:pt x="47" y="7"/>
                  <ns1:pt x="47" y="7"/>
                  <ns1:pt x="47" y="7"/>
                </ns1:cubicBezTo>
                <ns1:cubicBezTo>
                  <ns1:pt x="48" y="6"/>
                  <ns1:pt x="48" y="5"/>
                  <ns1:pt x="48" y="4"/>
                </ns1:cubicBezTo>
                <ns1:cubicBezTo>
                  <ns1:pt x="48" y="2"/>
                  <ns1:pt x="46" y="0"/>
                  <ns1:pt x="44" y="0"/>
                </ns1:cubicBezTo>
                <ns1:cubicBezTo>
                  <ns1:pt x="43" y="0"/>
                  <ns1:pt x="42" y="0"/>
                  <ns1:pt x="41" y="1"/>
                </ns1:cubicBezTo>
                <ns1:cubicBezTo>
                  <ns1:pt x="1" y="41"/>
                  <ns1:pt x="1" y="41"/>
                  <ns1:pt x="1" y="41"/>
                </ns1:cubicBezTo>
                <ns1:cubicBezTo>
                  <ns1:pt x="0" y="42"/>
                  <ns1:pt x="0" y="43"/>
                  <ns1:pt x="0" y="44"/>
                </ns1:cubicBezTo>
                <ns1:cubicBezTo>
                  <ns1:pt x="0" y="45"/>
                  <ns1:pt x="0" y="46"/>
                  <ns1:pt x="1" y="47"/>
                </ns1:cubicBezTo>
                <ns1:cubicBezTo>
                  <ns1:pt x="41" y="87"/>
                  <ns1:pt x="41" y="87"/>
                  <ns1:pt x="41" y="87"/>
                </ns1:cubicBezTo>
                <ns1:cubicBezTo>
                  <ns1:pt x="42" y="88"/>
                  <ns1:pt x="43" y="88"/>
                  <ns1:pt x="44" y="88"/>
                </ns1:cubicBezTo>
                <ns1:cubicBezTo>
                  <ns1:pt x="46" y="88"/>
                  <ns1:pt x="48" y="86"/>
                  <ns1:pt x="48" y="84"/>
                </ns1:cubicBezTo>
                <ns1:cubicBezTo>
                  <ns1:pt x="48" y="83"/>
                  <ns1:pt x="48" y="82"/>
                  <ns1:pt x="47" y="81"/>
                </ns1:cubicBezTo>
                <ns1:cubicBezTo>
                  <ns1:pt x="14" y="48"/>
                  <ns1:pt x="14" y="48"/>
                  <ns1:pt x="14" y="48"/>
                </ns1:cubicBezTo>
                <ns1:cubicBezTo>
                  <ns1:pt x="172" y="48"/>
                  <ns1:pt x="172" y="48"/>
                  <ns1:pt x="172" y="48"/>
                </ns1:cubicBezTo>
                <ns1:cubicBezTo>
                  <ns1:pt x="174" y="48"/>
                  <ns1:pt x="176" y="46"/>
                  <ns1:pt x="176" y="44"/>
                </ns1:cubicBezTo>
                <ns1:cubicBezTo>
                  <ns1:pt x="176" y="42"/>
                  <ns1:pt x="174" y="40"/>
                  <ns1:pt x="172" y="40"/>
                </ns1:cubicBezTo>
              </ns1:path>
            </ns1:pathLst>
          </ns1:custGeom>
          <ns1:solidFill>
            <ns1:schemeClr val="tx1"/>
          </ns1:solidFill>
          <ns1:ln>
            <ns1:noFill/>
          </ns1:ln>
          <ns1:extLst/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en-US" sz="2700"/>
          </ns1:p>
        </ns0:txBody>
      </ns0:sp>
      <ns0:sp>
        <ns0:nvSpPr>
          <ns0:cNvPr id="35" name="Freeform 33"/>
          <ns0:cNvSpPr>
            <ns1:spLocks/>
          </ns0:cNvSpPr>
          <ns0:nvPr/>
        </ns0:nvSpPr>
        <ns0:spPr bwMode="auto">
          <ns1:xfrm>
            <ns1:off x="5981701" y="3062288"/>
            <ns1:ext cx="441325" cy="220663"/>
          </ns1:xfrm>
          <ns1:custGeom>
            <ns1:avLst/>
            <ns1:gdLst>
              <ns1:gd name="T0" fmla="*/ 175 w 176"/>
              <ns1:gd name="T1" fmla="*/ 41 h 88"/>
              <ns1:gd name="T2" fmla="*/ 135 w 176"/>
              <ns1:gd name="T3" fmla="*/ 1 h 88"/>
              <ns1:gd name="T4" fmla="*/ 132 w 176"/>
              <ns1:gd name="T5" fmla="*/ 0 h 88"/>
              <ns1:gd name="T6" fmla="*/ 128 w 176"/>
              <ns1:gd name="T7" fmla="*/ 4 h 88"/>
              <ns1:gd name="T8" fmla="*/ 129 w 176"/>
              <ns1:gd name="T9" fmla="*/ 7 h 88"/>
              <ns1:gd name="T10" fmla="*/ 162 w 176"/>
              <ns1:gd name="T11" fmla="*/ 40 h 88"/>
              <ns1:gd name="T12" fmla="*/ 4 w 176"/>
              <ns1:gd name="T13" fmla="*/ 40 h 88"/>
              <ns1:gd name="T14" fmla="*/ 0 w 176"/>
              <ns1:gd name="T15" fmla="*/ 44 h 88"/>
              <ns1:gd name="T16" fmla="*/ 4 w 176"/>
              <ns1:gd name="T17" fmla="*/ 48 h 88"/>
              <ns1:gd name="T18" fmla="*/ 162 w 176"/>
              <ns1:gd name="T19" fmla="*/ 48 h 88"/>
              <ns1:gd name="T20" fmla="*/ 129 w 176"/>
              <ns1:gd name="T21" fmla="*/ 81 h 88"/>
              <ns1:gd name="T22" fmla="*/ 128 w 176"/>
              <ns1:gd name="T23" fmla="*/ 84 h 88"/>
              <ns1:gd name="T24" fmla="*/ 132 w 176"/>
              <ns1:gd name="T25" fmla="*/ 88 h 88"/>
              <ns1:gd name="T26" fmla="*/ 135 w 176"/>
              <ns1:gd name="T27" fmla="*/ 87 h 88"/>
              <ns1:gd name="T28" fmla="*/ 175 w 176"/>
              <ns1:gd name="T29" fmla="*/ 47 h 88"/>
              <ns1:gd name="T30" fmla="*/ 176 w 176"/>
              <ns1:gd name="T31" fmla="*/ 44 h 88"/>
              <ns1:gd name="T32" fmla="*/ 175 w 176"/>
              <ns1:gd name="T33" fmla="*/ 41 h 88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  <ns1:cxn ang="0">
                <ns1:pos x="T32" y="T33"/>
              </ns1:cxn>
            </ns1:cxnLst>
            <ns1:rect l="0" t="0" r="r" b="b"/>
            <ns1:pathLst>
              <ns1:path w="176" h="88">
                <ns1:moveTo>
                  <ns1:pt x="175" y="41"/>
                </ns1:moveTo>
                <ns1:cubicBezTo>
                  <ns1:pt x="135" y="1"/>
                  <ns1:pt x="135" y="1"/>
                  <ns1:pt x="135" y="1"/>
                </ns1:cubicBezTo>
                <ns1:cubicBezTo>
                  <ns1:pt x="134" y="0"/>
                  <ns1:pt x="133" y="0"/>
                  <ns1:pt x="132" y="0"/>
                </ns1:cubicBezTo>
                <ns1:cubicBezTo>
                  <ns1:pt x="130" y="0"/>
                  <ns1:pt x="128" y="2"/>
                  <ns1:pt x="128" y="4"/>
                </ns1:cubicBezTo>
                <ns1:cubicBezTo>
                  <ns1:pt x="128" y="5"/>
                  <ns1:pt x="128" y="6"/>
                  <ns1:pt x="129" y="7"/>
                </ns1:cubicBezTo>
                <ns1:cubicBezTo>
                  <ns1:pt x="162" y="40"/>
                  <ns1:pt x="162" y="40"/>
                  <ns1:pt x="162" y="40"/>
                </ns1:cubicBezTo>
                <ns1:cubicBezTo>
                  <ns1:pt x="4" y="40"/>
                  <ns1:pt x="4" y="40"/>
                  <ns1:pt x="4" y="40"/>
                </ns1:cubicBezTo>
                <ns1:cubicBezTo>
                  <ns1:pt x="2" y="40"/>
                  <ns1:pt x="0" y="42"/>
                  <ns1:pt x="0" y="44"/>
                </ns1:cubicBezTo>
                <ns1:cubicBezTo>
                  <ns1:pt x="0" y="46"/>
                  <ns1:pt x="2" y="48"/>
                  <ns1:pt x="4" y="48"/>
                </ns1:cubicBezTo>
                <ns1:cubicBezTo>
                  <ns1:pt x="162" y="48"/>
                  <ns1:pt x="162" y="48"/>
                  <ns1:pt x="162" y="48"/>
                </ns1:cubicBezTo>
                <ns1:cubicBezTo>
                  <ns1:pt x="129" y="81"/>
                  <ns1:pt x="129" y="81"/>
                  <ns1:pt x="129" y="81"/>
                </ns1:cubicBezTo>
                <ns1:cubicBezTo>
                  <ns1:pt x="128" y="82"/>
                  <ns1:pt x="128" y="83"/>
                  <ns1:pt x="128" y="84"/>
                </ns1:cubicBezTo>
                <ns1:cubicBezTo>
                  <ns1:pt x="128" y="86"/>
                  <ns1:pt x="130" y="88"/>
                  <ns1:pt x="132" y="88"/>
                </ns1:cubicBezTo>
                <ns1:cubicBezTo>
                  <ns1:pt x="133" y="88"/>
                  <ns1:pt x="134" y="88"/>
                  <ns1:pt x="135" y="87"/>
                </ns1:cubicBezTo>
                <ns1:cubicBezTo>
                  <ns1:pt x="175" y="47"/>
                  <ns1:pt x="175" y="47"/>
                  <ns1:pt x="175" y="47"/>
                </ns1:cubicBezTo>
                <ns1:cubicBezTo>
                  <ns1:pt x="176" y="46"/>
                  <ns1:pt x="176" y="45"/>
                  <ns1:pt x="176" y="44"/>
                </ns1:cubicBezTo>
                <ns1:cubicBezTo>
                  <ns1:pt x="176" y="43"/>
                  <ns1:pt x="176" y="42"/>
                  <ns1:pt x="175" y="41"/>
                </ns1:cubicBezTo>
              </ns1:path>
            </ns1:pathLst>
          </ns1:custGeom>
          <ns1:solidFill>
            <ns1:schemeClr val="tx1"/>
          </ns1:solidFill>
          <ns1:ln>
            <ns1:noFill/>
          </ns1:ln>
          <ns1:extLst/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en-US" sz="2700"/>
          </ns1:p>
        </ns0:txBody>
      </ns0:sp>
      <ns0:sp>
        <ns0:nvSpPr>
          <ns0:cNvPr id="36" name="Freeform 34"/>
          <ns0:cNvSpPr>
            <ns1:spLocks/>
          </ns0:cNvSpPr>
          <ns0:nvPr/>
        </ns0:nvSpPr>
        <ns0:spPr bwMode="auto">
          <ns1:xfrm>
            <ns1:off x="6842126" y="3071813"/>
            <ns1:ext cx="400050" cy="201613"/>
          </ns1:xfrm>
          <ns1:custGeom>
            <ns1:avLst/>
            <ns1:gdLst>
              <ns1:gd name="T0" fmla="*/ 156 w 160"/>
              <ns1:gd name="T1" fmla="*/ 0 h 80"/>
              <ns1:gd name="T2" fmla="*/ 153 w 160"/>
              <ns1:gd name="T3" fmla="*/ 1 h 80"/>
              <ns1:gd name="T4" fmla="*/ 80 w 160"/>
              <ns1:gd name="T5" fmla="*/ 70 h 80"/>
              <ns1:gd name="T6" fmla="*/ 7 w 160"/>
              <ns1:gd name="T7" fmla="*/ 1 h 80"/>
              <ns1:gd name="T8" fmla="*/ 4 w 160"/>
              <ns1:gd name="T9" fmla="*/ 0 h 80"/>
              <ns1:gd name="T10" fmla="*/ 0 w 160"/>
              <ns1:gd name="T11" fmla="*/ 4 h 80"/>
              <ns1:gd name="T12" fmla="*/ 1 w 160"/>
              <ns1:gd name="T13" fmla="*/ 7 h 80"/>
              <ns1:gd name="T14" fmla="*/ 77 w 160"/>
              <ns1:gd name="T15" fmla="*/ 79 h 80"/>
              <ns1:gd name="T16" fmla="*/ 80 w 160"/>
              <ns1:gd name="T17" fmla="*/ 80 h 80"/>
              <ns1:gd name="T18" fmla="*/ 83 w 160"/>
              <ns1:gd name="T19" fmla="*/ 79 h 80"/>
              <ns1:gd name="T20" fmla="*/ 159 w 160"/>
              <ns1:gd name="T21" fmla="*/ 7 h 80"/>
              <ns1:gd name="T22" fmla="*/ 160 w 160"/>
              <ns1:gd name="T23" fmla="*/ 4 h 80"/>
              <ns1:gd name="T24" fmla="*/ 156 w 160"/>
              <ns1:gd name="T25" fmla="*/ 0 h 80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</ns1:cxnLst>
            <ns1:rect l="0" t="0" r="r" b="b"/>
            <ns1:pathLst>
              <ns1:path w="160" h="80">
                <ns1:moveTo>
                  <ns1:pt x="156" y="0"/>
                </ns1:moveTo>
                <ns1:cubicBezTo>
                  <ns1:pt x="155" y="0"/>
                  <ns1:pt x="154" y="0"/>
                  <ns1:pt x="153" y="1"/>
                </ns1:cubicBezTo>
                <ns1:cubicBezTo>
                  <ns1:pt x="80" y="70"/>
                  <ns1:pt x="80" y="70"/>
                  <ns1:pt x="80" y="70"/>
                </ns1:cubicBezTo>
                <ns1:cubicBezTo>
                  <ns1:pt x="7" y="1"/>
                  <ns1:pt x="7" y="1"/>
                  <ns1:pt x="7" y="1"/>
                </ns1:cubicBezTo>
                <ns1:cubicBezTo>
                  <ns1:pt x="6" y="0"/>
                  <ns1:pt x="5" y="0"/>
                  <ns1:pt x="4" y="0"/>
                </ns1:cubicBezTo>
                <ns1:cubicBezTo>
                  <ns1:pt x="2" y="0"/>
                  <ns1:pt x="0" y="2"/>
                  <ns1:pt x="0" y="4"/>
                </ns1:cubicBezTo>
                <ns1:cubicBezTo>
                  <ns1:pt x="0" y="5"/>
                  <ns1:pt x="0" y="6"/>
                  <ns1:pt x="1" y="7"/>
                </ns1:cubicBezTo>
                <ns1:cubicBezTo>
                  <ns1:pt x="77" y="79"/>
                  <ns1:pt x="77" y="79"/>
                  <ns1:pt x="77" y="79"/>
                </ns1:cubicBezTo>
                <ns1:cubicBezTo>
                  <ns1:pt x="78" y="80"/>
                  <ns1:pt x="79" y="80"/>
                  <ns1:pt x="80" y="80"/>
                </ns1:cubicBezTo>
                <ns1:cubicBezTo>
                  <ns1:pt x="81" y="80"/>
                  <ns1:pt x="82" y="80"/>
                  <ns1:pt x="83" y="79"/>
                </ns1:cubicBezTo>
                <ns1:cubicBezTo>
                  <ns1:pt x="159" y="7"/>
                  <ns1:pt x="159" y="7"/>
                  <ns1:pt x="159" y="7"/>
                </ns1:cubicBezTo>
                <ns1:cubicBezTo>
                  <ns1:pt x="160" y="6"/>
                  <ns1:pt x="160" y="5"/>
                  <ns1:pt x="160" y="4"/>
                </ns1:cubicBezTo>
                <ns1:cubicBezTo>
                  <ns1:pt x="160" y="2"/>
                  <ns1:pt x="158" y="0"/>
                  <ns1:pt x="156" y="0"/>
                </ns1:cubicBezTo>
              </ns1:path>
            </ns1:pathLst>
          </ns1:custGeom>
          <ns1:solidFill>
            <ns1:schemeClr val="tx1"/>
          </ns1:solidFill>
          <ns1:ln>
            <ns1:noFill/>
          </ns1:ln>
          <ns1:extLst/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en-US" sz="2700"/>
          </ns1:p>
        </ns0:txBody>
      </ns0:sp>
      <ns0:sp>
        <ns0:nvSpPr>
          <ns0:cNvPr id="37" name="Freeform 35"/>
          <ns0:cNvSpPr>
            <ns1:spLocks/>
          </ns0:cNvSpPr>
          <ns0:nvPr/>
        </ns0:nvSpPr>
        <ns0:spPr bwMode="auto">
          <ns1:xfrm>
            <ns1:off x="7683500" y="3071813"/>
            <ns1:ext cx="400050" cy="201613"/>
          </ns1:xfrm>
          <ns1:custGeom>
            <ns1:avLst/>
            <ns1:gdLst>
              <ns1:gd name="T0" fmla="*/ 159 w 160"/>
              <ns1:gd name="T1" fmla="*/ 73 h 80"/>
              <ns1:gd name="T2" fmla="*/ 83 w 160"/>
              <ns1:gd name="T3" fmla="*/ 1 h 80"/>
              <ns1:gd name="T4" fmla="*/ 80 w 160"/>
              <ns1:gd name="T5" fmla="*/ 0 h 80"/>
              <ns1:gd name="T6" fmla="*/ 77 w 160"/>
              <ns1:gd name="T7" fmla="*/ 1 h 80"/>
              <ns1:gd name="T8" fmla="*/ 1 w 160"/>
              <ns1:gd name="T9" fmla="*/ 73 h 80"/>
              <ns1:gd name="T10" fmla="*/ 0 w 160"/>
              <ns1:gd name="T11" fmla="*/ 76 h 80"/>
              <ns1:gd name="T12" fmla="*/ 4 w 160"/>
              <ns1:gd name="T13" fmla="*/ 80 h 80"/>
              <ns1:gd name="T14" fmla="*/ 7 w 160"/>
              <ns1:gd name="T15" fmla="*/ 79 h 80"/>
              <ns1:gd name="T16" fmla="*/ 80 w 160"/>
              <ns1:gd name="T17" fmla="*/ 10 h 80"/>
              <ns1:gd name="T18" fmla="*/ 153 w 160"/>
              <ns1:gd name="T19" fmla="*/ 79 h 80"/>
              <ns1:gd name="T20" fmla="*/ 156 w 160"/>
              <ns1:gd name="T21" fmla="*/ 80 h 80"/>
              <ns1:gd name="T22" fmla="*/ 160 w 160"/>
              <ns1:gd name="T23" fmla="*/ 76 h 80"/>
              <ns1:gd name="T24" fmla="*/ 159 w 160"/>
              <ns1:gd name="T25" fmla="*/ 73 h 80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</ns1:cxnLst>
            <ns1:rect l="0" t="0" r="r" b="b"/>
            <ns1:pathLst>
              <ns1:path w="160" h="80">
                <ns1:moveTo>
                  <ns1:pt x="159" y="73"/>
                </ns1:moveTo>
                <ns1:cubicBezTo>
                  <ns1:pt x="83" y="1"/>
                  <ns1:pt x="83" y="1"/>
                  <ns1:pt x="83" y="1"/>
                </ns1:cubicBezTo>
                <ns1:cubicBezTo>
                  <ns1:pt x="82" y="0"/>
                  <ns1:pt x="81" y="0"/>
                  <ns1:pt x="80" y="0"/>
                </ns1:cubicBezTo>
                <ns1:cubicBezTo>
                  <ns1:pt x="79" y="0"/>
                  <ns1:pt x="78" y="0"/>
                  <ns1:pt x="77" y="1"/>
                </ns1:cubicBezTo>
                <ns1:cubicBezTo>
                  <ns1:pt x="1" y="73"/>
                  <ns1:pt x="1" y="73"/>
                  <ns1:pt x="1" y="73"/>
                </ns1:cubicBezTo>
                <ns1:cubicBezTo>
                  <ns1:pt x="0" y="74"/>
                  <ns1:pt x="0" y="75"/>
                  <ns1:pt x="0" y="76"/>
                </ns1:cubicBezTo>
                <ns1:cubicBezTo>
                  <ns1:pt x="0" y="78"/>
                  <ns1:pt x="2" y="80"/>
                  <ns1:pt x="4" y="80"/>
                </ns1:cubicBezTo>
                <ns1:cubicBezTo>
                  <ns1:pt x="5" y="80"/>
                  <ns1:pt x="6" y="80"/>
                  <ns1:pt x="7" y="79"/>
                </ns1:cubicBezTo>
                <ns1:cubicBezTo>
                  <ns1:pt x="80" y="10"/>
                  <ns1:pt x="80" y="10"/>
                  <ns1:pt x="80" y="10"/>
                </ns1:cubicBezTo>
                <ns1:cubicBezTo>
                  <ns1:pt x="153" y="79"/>
                  <ns1:pt x="153" y="79"/>
                  <ns1:pt x="153" y="79"/>
                </ns1:cubicBezTo>
                <ns1:cubicBezTo>
                  <ns1:pt x="154" y="80"/>
                  <ns1:pt x="155" y="80"/>
                  <ns1:pt x="156" y="80"/>
                </ns1:cubicBezTo>
                <ns1:cubicBezTo>
                  <ns1:pt x="158" y="80"/>
                  <ns1:pt x="160" y="78"/>
                  <ns1:pt x="160" y="76"/>
                </ns1:cubicBezTo>
                <ns1:cubicBezTo>
                  <ns1:pt x="160" y="75"/>
                  <ns1:pt x="160" y="74"/>
                  <ns1:pt x="159" y="73"/>
                </ns1:cubicBezTo>
              </ns1:path>
            </ns1:pathLst>
          </ns1:custGeom>
          <ns1:solidFill>
            <ns1:schemeClr val="tx1"/>
          </ns1:solidFill>
          <ns1:ln>
            <ns1:noFill/>
          </ns1:ln>
          <ns1:extLst/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en-US" sz="2700"/>
          </ns1:p>
        </ns0:txBody>
      </ns0:sp>
      <ns0:sp>
        <ns0:nvSpPr>
          <ns0:cNvPr id="38" name="Freeform 36"/>
          <ns0:cNvSpPr>
            <ns1:spLocks/>
          </ns0:cNvSpPr>
          <ns0:nvPr/>
        </ns0:nvSpPr>
        <ns0:spPr bwMode="auto">
          <ns1:xfrm>
            <ns1:off x="8623301" y="2971800"/>
            <ns1:ext cx="200025" cy="401638"/>
          </ns1:xfrm>
          <ns1:custGeom>
            <ns1:avLst/>
            <ns1:gdLst>
              <ns1:gd name="T0" fmla="*/ 10 w 80"/>
              <ns1:gd name="T1" fmla="*/ 80 h 160"/>
              <ns1:gd name="T2" fmla="*/ 79 w 80"/>
              <ns1:gd name="T3" fmla="*/ 7 h 160"/>
              <ns1:gd name="T4" fmla="*/ 80 w 80"/>
              <ns1:gd name="T5" fmla="*/ 4 h 160"/>
              <ns1:gd name="T6" fmla="*/ 76 w 80"/>
              <ns1:gd name="T7" fmla="*/ 0 h 160"/>
              <ns1:gd name="T8" fmla="*/ 73 w 80"/>
              <ns1:gd name="T9" fmla="*/ 1 h 160"/>
              <ns1:gd name="T10" fmla="*/ 1 w 80"/>
              <ns1:gd name="T11" fmla="*/ 77 h 160"/>
              <ns1:gd name="T12" fmla="*/ 0 w 80"/>
              <ns1:gd name="T13" fmla="*/ 80 h 160"/>
              <ns1:gd name="T14" fmla="*/ 1 w 80"/>
              <ns1:gd name="T15" fmla="*/ 83 h 160"/>
              <ns1:gd name="T16" fmla="*/ 73 w 80"/>
              <ns1:gd name="T17" fmla="*/ 159 h 160"/>
              <ns1:gd name="T18" fmla="*/ 76 w 80"/>
              <ns1:gd name="T19" fmla="*/ 160 h 160"/>
              <ns1:gd name="T20" fmla="*/ 80 w 80"/>
              <ns1:gd name="T21" fmla="*/ 156 h 160"/>
              <ns1:gd name="T22" fmla="*/ 79 w 80"/>
              <ns1:gd name="T23" fmla="*/ 153 h 160"/>
              <ns1:gd name="T24" fmla="*/ 10 w 80"/>
              <ns1:gd name="T25" fmla="*/ 80 h 160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</ns1:cxnLst>
            <ns1:rect l="0" t="0" r="r" b="b"/>
            <ns1:pathLst>
              <ns1:path w="80" h="160">
                <ns1:moveTo>
                  <ns1:pt x="10" y="80"/>
                </ns1:moveTo>
                <ns1:cubicBezTo>
                  <ns1:pt x="79" y="7"/>
                  <ns1:pt x="79" y="7"/>
                  <ns1:pt x="79" y="7"/>
                </ns1:cubicBezTo>
                <ns1:cubicBezTo>
                  <ns1:pt x="80" y="6"/>
                  <ns1:pt x="80" y="5"/>
                  <ns1:pt x="80" y="4"/>
                </ns1:cubicBezTo>
                <ns1:cubicBezTo>
                  <ns1:pt x="80" y="2"/>
                  <ns1:pt x="78" y="0"/>
                  <ns1:pt x="76" y="0"/>
                </ns1:cubicBezTo>
                <ns1:cubicBezTo>
                  <ns1:pt x="75" y="0"/>
                  <ns1:pt x="74" y="0"/>
                  <ns1:pt x="73" y="1"/>
                </ns1:cubicBezTo>
                <ns1:cubicBezTo>
                  <ns1:pt x="1" y="77"/>
                  <ns1:pt x="1" y="77"/>
                  <ns1:pt x="1" y="77"/>
                </ns1:cubicBezTo>
                <ns1:cubicBezTo>
                  <ns1:pt x="0" y="78"/>
                  <ns1:pt x="0" y="79"/>
                  <ns1:pt x="0" y="80"/>
                </ns1:cubicBezTo>
                <ns1:cubicBezTo>
                  <ns1:pt x="0" y="81"/>
                  <ns1:pt x="0" y="82"/>
                  <ns1:pt x="1" y="83"/>
                </ns1:cubicBezTo>
                <ns1:cubicBezTo>
                  <ns1:pt x="73" y="159"/>
                  <ns1:pt x="73" y="159"/>
                  <ns1:pt x="73" y="159"/>
                </ns1:cubicBezTo>
                <ns1:cubicBezTo>
                  <ns1:pt x="74" y="160"/>
                  <ns1:pt x="75" y="160"/>
                  <ns1:pt x="76" y="160"/>
                </ns1:cubicBezTo>
                <ns1:cubicBezTo>
                  <ns1:pt x="78" y="160"/>
                  <ns1:pt x="80" y="158"/>
                  <ns1:pt x="80" y="156"/>
                </ns1:cubicBezTo>
                <ns1:cubicBezTo>
                  <ns1:pt x="80" y="155"/>
                  <ns1:pt x="80" y="154"/>
                  <ns1:pt x="79" y="153"/>
                </ns1:cubicBezTo>
                <ns1:lnTo>
                  <ns1:pt x="10" y="80"/>
                </ns1:lnTo>
                <ns1:close/>
              </ns1:path>
            </ns1:pathLst>
          </ns1:custGeom>
          <ns1:solidFill>
            <ns1:schemeClr val="tx1"/>
          </ns1:solidFill>
          <ns1:ln>
            <ns1:noFill/>
          </ns1:ln>
          <ns1:extLst/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en-US" sz="2700"/>
          </ns1:p>
        </ns0:txBody>
      </ns0:sp>
      <ns0:sp>
        <ns0:nvSpPr>
          <ns0:cNvPr id="39" name="Freeform 37"/>
          <ns0:cNvSpPr>
            <ns1:spLocks/>
          </ns0:cNvSpPr>
          <ns0:nvPr/>
        </ns0:nvSpPr>
        <ns0:spPr bwMode="auto">
          <ns1:xfrm>
            <ns1:off x="9463089" y="2971800"/>
            <ns1:ext cx="200025" cy="401638"/>
          </ns1:xfrm>
          <ns1:custGeom>
            <ns1:avLst/>
            <ns1:gdLst>
              <ns1:gd name="T0" fmla="*/ 79 w 80"/>
              <ns1:gd name="T1" fmla="*/ 77 h 160"/>
              <ns1:gd name="T2" fmla="*/ 7 w 80"/>
              <ns1:gd name="T3" fmla="*/ 1 h 160"/>
              <ns1:gd name="T4" fmla="*/ 4 w 80"/>
              <ns1:gd name="T5" fmla="*/ 0 h 160"/>
              <ns1:gd name="T6" fmla="*/ 0 w 80"/>
              <ns1:gd name="T7" fmla="*/ 4 h 160"/>
              <ns1:gd name="T8" fmla="*/ 1 w 80"/>
              <ns1:gd name="T9" fmla="*/ 7 h 160"/>
              <ns1:gd name="T10" fmla="*/ 70 w 80"/>
              <ns1:gd name="T11" fmla="*/ 80 h 160"/>
              <ns1:gd name="T12" fmla="*/ 1 w 80"/>
              <ns1:gd name="T13" fmla="*/ 153 h 160"/>
              <ns1:gd name="T14" fmla="*/ 0 w 80"/>
              <ns1:gd name="T15" fmla="*/ 156 h 160"/>
              <ns1:gd name="T16" fmla="*/ 4 w 80"/>
              <ns1:gd name="T17" fmla="*/ 160 h 160"/>
              <ns1:gd name="T18" fmla="*/ 7 w 80"/>
              <ns1:gd name="T19" fmla="*/ 159 h 160"/>
              <ns1:gd name="T20" fmla="*/ 79 w 80"/>
              <ns1:gd name="T21" fmla="*/ 83 h 160"/>
              <ns1:gd name="T22" fmla="*/ 80 w 80"/>
              <ns1:gd name="T23" fmla="*/ 80 h 160"/>
              <ns1:gd name="T24" fmla="*/ 79 w 80"/>
              <ns1:gd name="T25" fmla="*/ 77 h 160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</ns1:cxnLst>
            <ns1:rect l="0" t="0" r="r" b="b"/>
            <ns1:pathLst>
              <ns1:path w="80" h="160">
                <ns1:moveTo>
                  <ns1:pt x="79" y="77"/>
                </ns1:moveTo>
                <ns1:cubicBezTo>
                  <ns1:pt x="7" y="1"/>
                  <ns1:pt x="7" y="1"/>
                  <ns1:pt x="7" y="1"/>
                </ns1:cubicBezTo>
                <ns1:cubicBezTo>
                  <ns1:pt x="6" y="0"/>
                  <ns1:pt x="5" y="0"/>
                  <ns1:pt x="4" y="0"/>
                </ns1:cubicBezTo>
                <ns1:cubicBezTo>
                  <ns1:pt x="2" y="0"/>
                  <ns1:pt x="0" y="2"/>
                  <ns1:pt x="0" y="4"/>
                </ns1:cubicBezTo>
                <ns1:cubicBezTo>
                  <ns1:pt x="0" y="5"/>
                  <ns1:pt x="0" y="6"/>
                  <ns1:pt x="1" y="7"/>
                </ns1:cubicBezTo>
                <ns1:cubicBezTo>
                  <ns1:pt x="70" y="80"/>
                  <ns1:pt x="70" y="80"/>
                  <ns1:pt x="70" y="80"/>
                </ns1:cubicBezTo>
                <ns1:cubicBezTo>
                  <ns1:pt x="1" y="153"/>
                  <ns1:pt x="1" y="153"/>
                  <ns1:pt x="1" y="153"/>
                </ns1:cubicBezTo>
                <ns1:cubicBezTo>
                  <ns1:pt x="0" y="154"/>
                  <ns1:pt x="0" y="155"/>
                  <ns1:pt x="0" y="156"/>
                </ns1:cubicBezTo>
                <ns1:cubicBezTo>
                  <ns1:pt x="0" y="158"/>
                  <ns1:pt x="2" y="160"/>
                  <ns1:pt x="4" y="160"/>
                </ns1:cubicBezTo>
                <ns1:cubicBezTo>
                  <ns1:pt x="5" y="160"/>
                  <ns1:pt x="6" y="160"/>
                  <ns1:pt x="7" y="159"/>
                </ns1:cubicBezTo>
                <ns1:cubicBezTo>
                  <ns1:pt x="79" y="83"/>
                  <ns1:pt x="79" y="83"/>
                  <ns1:pt x="79" y="83"/>
                </ns1:cubicBezTo>
                <ns1:cubicBezTo>
                  <ns1:pt x="80" y="82"/>
                  <ns1:pt x="80" y="81"/>
                  <ns1:pt x="80" y="80"/>
                </ns1:cubicBezTo>
                <ns1:cubicBezTo>
                  <ns1:pt x="80" y="79"/>
                  <ns1:pt x="80" y="78"/>
                  <ns1:pt x="79" y="77"/>
                </ns1:cubicBezTo>
              </ns1:path>
            </ns1:pathLst>
          </ns1:custGeom>
          <ns1:solidFill>
            <ns1:schemeClr val="tx1"/>
          </ns1:solidFill>
          <ns1:ln>
            <ns1:noFill/>
          </ns1:ln>
          <ns1:extLst/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en-US" sz="2700"/>
          </ns1:p>
        </ns0:txBody>
      </ns0:sp>
      <ns0:sp>
        <ns0:nvSpPr>
          <ns0:cNvPr id="40" name="Freeform 38"/>
          <ns0:cNvSpPr>
            <ns1:spLocks noEditPoints="1"/>
          </ns0:cNvSpPr>
          <ns0:nvPr/>
        </ns0:nvSpPr>
        <ns0:spPr bwMode="auto">
          <ns1:xfrm>
            <ns1:off x="1781176" y="3794126"/>
            <ns1:ext cx="439738" cy="441325"/>
          </ns1:xfrm>
          <ns1:custGeom>
            <ns1:avLst/>
            <ns1:gdLst>
              <ns1:gd name="T0" fmla="*/ 132 w 176"/>
              <ns1:gd name="T1" fmla="*/ 72 h 176"/>
              <ns1:gd name="T2" fmla="*/ 129 w 176"/>
              <ns1:gd name="T3" fmla="*/ 73 h 176"/>
              <ns1:gd name="T4" fmla="*/ 88 w 176"/>
              <ns1:gd name="T5" fmla="*/ 111 h 176"/>
              <ns1:gd name="T6" fmla="*/ 47 w 176"/>
              <ns1:gd name="T7" fmla="*/ 73 h 176"/>
              <ns1:gd name="T8" fmla="*/ 44 w 176"/>
              <ns1:gd name="T9" fmla="*/ 72 h 176"/>
              <ns1:gd name="T10" fmla="*/ 40 w 176"/>
              <ns1:gd name="T11" fmla="*/ 76 h 176"/>
              <ns1:gd name="T12" fmla="*/ 41 w 176"/>
              <ns1:gd name="T13" fmla="*/ 79 h 176"/>
              <ns1:gd name="T14" fmla="*/ 85 w 176"/>
              <ns1:gd name="T15" fmla="*/ 119 h 176"/>
              <ns1:gd name="T16" fmla="*/ 88 w 176"/>
              <ns1:gd name="T17" fmla="*/ 120 h 176"/>
              <ns1:gd name="T18" fmla="*/ 91 w 176"/>
              <ns1:gd name="T19" fmla="*/ 119 h 176"/>
              <ns1:gd name="T20" fmla="*/ 135 w 176"/>
              <ns1:gd name="T21" fmla="*/ 79 h 176"/>
              <ns1:gd name="T22" fmla="*/ 136 w 176"/>
              <ns1:gd name="T23" fmla="*/ 76 h 176"/>
              <ns1:gd name="T24" fmla="*/ 132 w 176"/>
              <ns1:gd name="T25" fmla="*/ 72 h 176"/>
              <ns1:gd name="T26" fmla="*/ 88 w 176"/>
              <ns1:gd name="T27" fmla="*/ 0 h 176"/>
              <ns1:gd name="T28" fmla="*/ 0 w 176"/>
              <ns1:gd name="T29" fmla="*/ 88 h 176"/>
              <ns1:gd name="T30" fmla="*/ 88 w 176"/>
              <ns1:gd name="T31" fmla="*/ 176 h 176"/>
              <ns1:gd name="T32" fmla="*/ 176 w 176"/>
              <ns1:gd name="T33" fmla="*/ 88 h 176"/>
              <ns1:gd name="T34" fmla="*/ 88 w 176"/>
              <ns1:gd name="T35" fmla="*/ 0 h 176"/>
              <ns1:gd name="T36" fmla="*/ 88 w 176"/>
              <ns1:gd name="T37" fmla="*/ 168 h 176"/>
              <ns1:gd name="T38" fmla="*/ 8 w 176"/>
              <ns1:gd name="T39" fmla="*/ 88 h 176"/>
              <ns1:gd name="T40" fmla="*/ 88 w 176"/>
              <ns1:gd name="T41" fmla="*/ 8 h 176"/>
              <ns1:gd name="T42" fmla="*/ 168 w 176"/>
              <ns1:gd name="T43" fmla="*/ 88 h 176"/>
              <ns1:gd name="T44" fmla="*/ 88 w 176"/>
              <ns1:gd name="T45" fmla="*/ 168 h 176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  <ns1:cxn ang="0">
                <ns1:pos x="T32" y="T33"/>
              </ns1:cxn>
              <ns1:cxn ang="0">
                <ns1:pos x="T34" y="T35"/>
              </ns1:cxn>
              <ns1:cxn ang="0">
                <ns1:pos x="T36" y="T37"/>
              </ns1:cxn>
              <ns1:cxn ang="0">
                <ns1:pos x="T38" y="T39"/>
              </ns1:cxn>
              <ns1:cxn ang="0">
                <ns1:pos x="T40" y="T41"/>
              </ns1:cxn>
              <ns1:cxn ang="0">
                <ns1:pos x="T42" y="T43"/>
              </ns1:cxn>
              <ns1:cxn ang="0">
                <ns1:pos x="T44" y="T45"/>
              </ns1:cxn>
            </ns1:cxnLst>
            <ns1:rect l="0" t="0" r="r" b="b"/>
            <ns1:pathLst>
              <ns1:path w="176" h="176">
                <ns1:moveTo>
                  <ns1:pt x="132" y="72"/>
                </ns1:moveTo>
                <ns1:cubicBezTo>
                  <ns1:pt x="131" y="72"/>
                  <ns1:pt x="130" y="72"/>
                  <ns1:pt x="129" y="73"/>
                </ns1:cubicBezTo>
                <ns1:cubicBezTo>
                  <ns1:pt x="88" y="111"/>
                  <ns1:pt x="88" y="111"/>
                  <ns1:pt x="88" y="111"/>
                </ns1:cubicBezTo>
                <ns1:cubicBezTo>
                  <ns1:pt x="47" y="73"/>
                  <ns1:pt x="47" y="73"/>
                  <ns1:pt x="47" y="73"/>
                </ns1:cubicBezTo>
                <ns1:cubicBezTo>
                  <ns1:pt x="46" y="72"/>
                  <ns1:pt x="45" y="72"/>
                  <ns1:pt x="44" y="72"/>
                </ns1:cubicBezTo>
                <ns1:cubicBezTo>
                  <ns1:pt x="42" y="72"/>
                  <ns1:pt x="40" y="74"/>
                  <ns1:pt x="40" y="76"/>
                </ns1:cubicBezTo>
                <ns1:cubicBezTo>
                  <ns1:pt x="40" y="77"/>
                  <ns1:pt x="40" y="78"/>
                  <ns1:pt x="41" y="79"/>
                </ns1:cubicBezTo>
                <ns1:cubicBezTo>
                  <ns1:pt x="85" y="119"/>
                  <ns1:pt x="85" y="119"/>
                  <ns1:pt x="85" y="119"/>
                </ns1:cubicBezTo>
                <ns1:cubicBezTo>
                  <ns1:pt x="86" y="120"/>
                  <ns1:pt x="87" y="120"/>
                  <ns1:pt x="88" y="120"/>
                </ns1:cubicBezTo>
                <ns1:cubicBezTo>
                  <ns1:pt x="89" y="120"/>
                  <ns1:pt x="90" y="120"/>
                  <ns1:pt x="91" y="119"/>
                </ns1:cubicBezTo>
                <ns1:cubicBezTo>
                  <ns1:pt x="135" y="79"/>
                  <ns1:pt x="135" y="79"/>
                  <ns1:pt x="135" y="79"/>
                </ns1:cubicBezTo>
                <ns1:cubicBezTo>
                  <ns1:pt x="136" y="78"/>
                  <ns1:pt x="136" y="77"/>
                  <ns1:pt x="136" y="76"/>
                </ns1:cubicBezTo>
                <ns1:cubicBezTo>
                  <ns1:pt x="136" y="74"/>
                  <ns1:pt x="134" y="72"/>
                  <ns1:pt x="132" y="72"/>
                </ns1:cubicBezTo>
                <ns1:moveTo>
                  <ns1:pt x="88" y="0"/>
                </ns1:moveTo>
                <ns1:cubicBezTo>
                  <ns1:pt x="39" y="0"/>
                  <ns1:pt x="0" y="39"/>
                  <ns1:pt x="0" y="88"/>
                </ns1:cubicBezTo>
                <ns1:cubicBezTo>
                  <ns1:pt x="0" y="137"/>
                  <ns1:pt x="39" y="176"/>
                  <ns1:pt x="88" y="176"/>
                </ns1:cubicBezTo>
                <ns1:cubicBezTo>
                  <ns1:pt x="137" y="176"/>
                  <ns1:pt x="176" y="137"/>
                  <ns1:pt x="176" y="88"/>
                </ns1:cubicBezTo>
                <ns1:cubicBezTo>
                  <ns1:pt x="176" y="39"/>
                  <ns1:pt x="137" y="0"/>
                  <ns1:pt x="88" y="0"/>
                </ns1:cubicBezTo>
                <ns1:moveTo>
                  <ns1:pt x="88" y="168"/>
                </ns1:moveTo>
                <ns1:cubicBezTo>
                  <ns1:pt x="44" y="168"/>
                  <ns1:pt x="8" y="132"/>
                  <ns1:pt x="8" y="88"/>
                </ns1:cubicBezTo>
                <ns1:cubicBezTo>
                  <ns1:pt x="8" y="44"/>
                  <ns1:pt x="44" y="8"/>
                  <ns1:pt x="88" y="8"/>
                </ns1:cubicBezTo>
                <ns1:cubicBezTo>
                  <ns1:pt x="132" y="8"/>
                  <ns1:pt x="168" y="44"/>
                  <ns1:pt x="168" y="88"/>
                </ns1:cubicBezTo>
                <ns1:cubicBezTo>
                  <ns1:pt x="168" y="132"/>
                  <ns1:pt x="132" y="168"/>
                  <ns1:pt x="88" y="168"/>
                </ns1:cubicBezTo>
              </ns1:path>
            </ns1:pathLst>
          </ns1:custGeom>
          <ns1:solidFill>
            <ns1:schemeClr val="tx1"/>
          </ns1:solidFill>
          <ns1:ln>
            <ns1:noFill/>
          </ns1:ln>
          <ns1:extLst/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en-US" sz="2700"/>
          </ns1:p>
        </ns0:txBody>
      </ns0:sp>
      <ns0:sp>
        <ns0:nvSpPr>
          <ns0:cNvPr id="41" name="Freeform 39"/>
          <ns0:cNvSpPr>
            <ns1:spLocks noEditPoints="1"/>
          </ns0:cNvSpPr>
          <ns0:nvPr/>
        </ns0:nvSpPr>
        <ns0:spPr bwMode="auto">
          <ns1:xfrm>
            <ns1:off x="2620964" y="3794126"/>
            <ns1:ext cx="439738" cy="441325"/>
          </ns1:xfrm>
          <ns1:custGeom>
            <ns1:avLst/>
            <ns1:gdLst>
              <ns1:gd name="T0" fmla="*/ 88 w 176"/>
              <ns1:gd name="T1" fmla="*/ 0 h 176"/>
              <ns1:gd name="T2" fmla="*/ 0 w 176"/>
              <ns1:gd name="T3" fmla="*/ 88 h 176"/>
              <ns1:gd name="T4" fmla="*/ 88 w 176"/>
              <ns1:gd name="T5" fmla="*/ 176 h 176"/>
              <ns1:gd name="T6" fmla="*/ 176 w 176"/>
              <ns1:gd name="T7" fmla="*/ 88 h 176"/>
              <ns1:gd name="T8" fmla="*/ 88 w 176"/>
              <ns1:gd name="T9" fmla="*/ 0 h 176"/>
              <ns1:gd name="T10" fmla="*/ 88 w 176"/>
              <ns1:gd name="T11" fmla="*/ 168 h 176"/>
              <ns1:gd name="T12" fmla="*/ 8 w 176"/>
              <ns1:gd name="T13" fmla="*/ 88 h 176"/>
              <ns1:gd name="T14" fmla="*/ 88 w 176"/>
              <ns1:gd name="T15" fmla="*/ 8 h 176"/>
              <ns1:gd name="T16" fmla="*/ 168 w 176"/>
              <ns1:gd name="T17" fmla="*/ 88 h 176"/>
              <ns1:gd name="T18" fmla="*/ 88 w 176"/>
              <ns1:gd name="T19" fmla="*/ 168 h 176"/>
              <ns1:gd name="T20" fmla="*/ 91 w 176"/>
              <ns1:gd name="T21" fmla="*/ 57 h 176"/>
              <ns1:gd name="T22" fmla="*/ 88 w 176"/>
              <ns1:gd name="T23" fmla="*/ 56 h 176"/>
              <ns1:gd name="T24" fmla="*/ 85 w 176"/>
              <ns1:gd name="T25" fmla="*/ 57 h 176"/>
              <ns1:gd name="T26" fmla="*/ 41 w 176"/>
              <ns1:gd name="T27" fmla="*/ 97 h 176"/>
              <ns1:gd name="T28" fmla="*/ 40 w 176"/>
              <ns1:gd name="T29" fmla="*/ 100 h 176"/>
              <ns1:gd name="T30" fmla="*/ 44 w 176"/>
              <ns1:gd name="T31" fmla="*/ 104 h 176"/>
              <ns1:gd name="T32" fmla="*/ 47 w 176"/>
              <ns1:gd name="T33" fmla="*/ 103 h 176"/>
              <ns1:gd name="T34" fmla="*/ 88 w 176"/>
              <ns1:gd name="T35" fmla="*/ 65 h 176"/>
              <ns1:gd name="T36" fmla="*/ 129 w 176"/>
              <ns1:gd name="T37" fmla="*/ 103 h 176"/>
              <ns1:gd name="T38" fmla="*/ 132 w 176"/>
              <ns1:gd name="T39" fmla="*/ 104 h 176"/>
              <ns1:gd name="T40" fmla="*/ 136 w 176"/>
              <ns1:gd name="T41" fmla="*/ 100 h 176"/>
              <ns1:gd name="T42" fmla="*/ 135 w 176"/>
              <ns1:gd name="T43" fmla="*/ 97 h 176"/>
              <ns1:gd name="T44" fmla="*/ 91 w 176"/>
              <ns1:gd name="T45" fmla="*/ 57 h 176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  <ns1:cxn ang="0">
                <ns1:pos x="T32" y="T33"/>
              </ns1:cxn>
              <ns1:cxn ang="0">
                <ns1:pos x="T34" y="T35"/>
              </ns1:cxn>
              <ns1:cxn ang="0">
                <ns1:pos x="T36" y="T37"/>
              </ns1:cxn>
              <ns1:cxn ang="0">
                <ns1:pos x="T38" y="T39"/>
              </ns1:cxn>
              <ns1:cxn ang="0">
                <ns1:pos x="T40" y="T41"/>
              </ns1:cxn>
              <ns1:cxn ang="0">
                <ns1:pos x="T42" y="T43"/>
              </ns1:cxn>
              <ns1:cxn ang="0">
                <ns1:pos x="T44" y="T45"/>
              </ns1:cxn>
            </ns1:cxnLst>
            <ns1:rect l="0" t="0" r="r" b="b"/>
            <ns1:pathLst>
              <ns1:path w="176" h="176">
                <ns1:moveTo>
                  <ns1:pt x="88" y="0"/>
                </ns1:moveTo>
                <ns1:cubicBezTo>
                  <ns1:pt x="39" y="0"/>
                  <ns1:pt x="0" y="39"/>
                  <ns1:pt x="0" y="88"/>
                </ns1:cubicBezTo>
                <ns1:cubicBezTo>
                  <ns1:pt x="0" y="137"/>
                  <ns1:pt x="39" y="176"/>
                  <ns1:pt x="88" y="176"/>
                </ns1:cubicBezTo>
                <ns1:cubicBezTo>
                  <ns1:pt x="137" y="176"/>
                  <ns1:pt x="176" y="137"/>
                  <ns1:pt x="176" y="88"/>
                </ns1:cubicBezTo>
                <ns1:cubicBezTo>
                  <ns1:pt x="176" y="39"/>
                  <ns1:pt x="137" y="0"/>
                  <ns1:pt x="88" y="0"/>
                </ns1:cubicBezTo>
                <ns1:moveTo>
                  <ns1:pt x="88" y="168"/>
                </ns1:moveTo>
                <ns1:cubicBezTo>
                  <ns1:pt x="44" y="168"/>
                  <ns1:pt x="8" y="132"/>
                  <ns1:pt x="8" y="88"/>
                </ns1:cubicBezTo>
                <ns1:cubicBezTo>
                  <ns1:pt x="8" y="44"/>
                  <ns1:pt x="44" y="8"/>
                  <ns1:pt x="88" y="8"/>
                </ns1:cubicBezTo>
                <ns1:cubicBezTo>
                  <ns1:pt x="132" y="8"/>
                  <ns1:pt x="168" y="44"/>
                  <ns1:pt x="168" y="88"/>
                </ns1:cubicBezTo>
                <ns1:cubicBezTo>
                  <ns1:pt x="168" y="132"/>
                  <ns1:pt x="132" y="168"/>
                  <ns1:pt x="88" y="168"/>
                </ns1:cubicBezTo>
                <ns1:moveTo>
                  <ns1:pt x="91" y="57"/>
                </ns1:moveTo>
                <ns1:cubicBezTo>
                  <ns1:pt x="90" y="56"/>
                  <ns1:pt x="89" y="56"/>
                  <ns1:pt x="88" y="56"/>
                </ns1:cubicBezTo>
                <ns1:cubicBezTo>
                  <ns1:pt x="87" y="56"/>
                  <ns1:pt x="86" y="56"/>
                  <ns1:pt x="85" y="57"/>
                </ns1:cubicBezTo>
                <ns1:cubicBezTo>
                  <ns1:pt x="41" y="97"/>
                  <ns1:pt x="41" y="97"/>
                  <ns1:pt x="41" y="97"/>
                </ns1:cubicBezTo>
                <ns1:cubicBezTo>
                  <ns1:pt x="40" y="98"/>
                  <ns1:pt x="40" y="99"/>
                  <ns1:pt x="40" y="100"/>
                </ns1:cubicBezTo>
                <ns1:cubicBezTo>
                  <ns1:pt x="40" y="102"/>
                  <ns1:pt x="42" y="104"/>
                  <ns1:pt x="44" y="104"/>
                </ns1:cubicBezTo>
                <ns1:cubicBezTo>
                  <ns1:pt x="45" y="104"/>
                  <ns1:pt x="46" y="104"/>
                  <ns1:pt x="47" y="103"/>
                </ns1:cubicBezTo>
                <ns1:cubicBezTo>
                  <ns1:pt x="88" y="65"/>
                  <ns1:pt x="88" y="65"/>
                  <ns1:pt x="88" y="65"/>
                </ns1:cubicBezTo>
                <ns1:cubicBezTo>
                  <ns1:pt x="129" y="103"/>
                  <ns1:pt x="129" y="103"/>
                  <ns1:pt x="129" y="103"/>
                </ns1:cubicBezTo>
                <ns1:cubicBezTo>
                  <ns1:pt x="130" y="104"/>
                  <ns1:pt x="131" y="104"/>
                  <ns1:pt x="132" y="104"/>
                </ns1:cubicBezTo>
                <ns1:cubicBezTo>
                  <ns1:pt x="134" y="104"/>
                  <ns1:pt x="136" y="102"/>
                  <ns1:pt x="136" y="100"/>
                </ns1:cubicBezTo>
                <ns1:cubicBezTo>
                  <ns1:pt x="136" y="99"/>
                  <ns1:pt x="136" y="98"/>
                  <ns1:pt x="135" y="97"/>
                </ns1:cubicBezTo>
                <ns1:lnTo>
                  <ns1:pt x="91" y="57"/>
                </ns1:lnTo>
                <ns1:close/>
              </ns1:path>
            </ns1:pathLst>
          </ns1:custGeom>
          <ns1:solidFill>
            <ns1:schemeClr val="tx1"/>
          </ns1:solidFill>
          <ns1:ln>
            <ns1:noFill/>
          </ns1:ln>
          <ns1:extLst/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en-US" sz="2700"/>
          </ns1:p>
        </ns0:txBody>
      </ns0:sp>
      <ns0:sp>
        <ns0:nvSpPr>
          <ns0:cNvPr id="42" name="Freeform 40"/>
          <ns0:cNvSpPr>
            <ns1:spLocks noEditPoints="1"/>
          </ns0:cNvSpPr>
          <ns0:nvPr/>
        </ns0:nvSpPr>
        <ns0:spPr bwMode="auto">
          <ns1:xfrm>
            <ns1:off x="3460751" y="3794126"/>
            <ns1:ext cx="441325" cy="441325"/>
          </ns1:xfrm>
          <ns1:custGeom>
            <ns1:avLst/>
            <ns1:gdLst>
              <ns1:gd name="T0" fmla="*/ 104 w 176"/>
              <ns1:gd name="T1" fmla="*/ 44 h 176"/>
              <ns1:gd name="T2" fmla="*/ 100 w 176"/>
              <ns1:gd name="T3" fmla="*/ 40 h 176"/>
              <ns1:gd name="T4" fmla="*/ 97 w 176"/>
              <ns1:gd name="T5" fmla="*/ 41 h 176"/>
              <ns1:gd name="T6" fmla="*/ 57 w 176"/>
              <ns1:gd name="T7" fmla="*/ 85 h 176"/>
              <ns1:gd name="T8" fmla="*/ 56 w 176"/>
              <ns1:gd name="T9" fmla="*/ 88 h 176"/>
              <ns1:gd name="T10" fmla="*/ 57 w 176"/>
              <ns1:gd name="T11" fmla="*/ 91 h 176"/>
              <ns1:gd name="T12" fmla="*/ 97 w 176"/>
              <ns1:gd name="T13" fmla="*/ 135 h 176"/>
              <ns1:gd name="T14" fmla="*/ 100 w 176"/>
              <ns1:gd name="T15" fmla="*/ 136 h 176"/>
              <ns1:gd name="T16" fmla="*/ 104 w 176"/>
              <ns1:gd name="T17" fmla="*/ 132 h 176"/>
              <ns1:gd name="T18" fmla="*/ 103 w 176"/>
              <ns1:gd name="T19" fmla="*/ 129 h 176"/>
              <ns1:gd name="T20" fmla="*/ 65 w 176"/>
              <ns1:gd name="T21" fmla="*/ 88 h 176"/>
              <ns1:gd name="T22" fmla="*/ 103 w 176"/>
              <ns1:gd name="T23" fmla="*/ 47 h 176"/>
              <ns1:gd name="T24" fmla="*/ 104 w 176"/>
              <ns1:gd name="T25" fmla="*/ 44 h 176"/>
              <ns1:gd name="T26" fmla="*/ 88 w 176"/>
              <ns1:gd name="T27" fmla="*/ 0 h 176"/>
              <ns1:gd name="T28" fmla="*/ 0 w 176"/>
              <ns1:gd name="T29" fmla="*/ 88 h 176"/>
              <ns1:gd name="T30" fmla="*/ 88 w 176"/>
              <ns1:gd name="T31" fmla="*/ 176 h 176"/>
              <ns1:gd name="T32" fmla="*/ 176 w 176"/>
              <ns1:gd name="T33" fmla="*/ 88 h 176"/>
              <ns1:gd name="T34" fmla="*/ 88 w 176"/>
              <ns1:gd name="T35" fmla="*/ 0 h 176"/>
              <ns1:gd name="T36" fmla="*/ 88 w 176"/>
              <ns1:gd name="T37" fmla="*/ 168 h 176"/>
              <ns1:gd name="T38" fmla="*/ 8 w 176"/>
              <ns1:gd name="T39" fmla="*/ 88 h 176"/>
              <ns1:gd name="T40" fmla="*/ 88 w 176"/>
              <ns1:gd name="T41" fmla="*/ 8 h 176"/>
              <ns1:gd name="T42" fmla="*/ 168 w 176"/>
              <ns1:gd name="T43" fmla="*/ 88 h 176"/>
              <ns1:gd name="T44" fmla="*/ 88 w 176"/>
              <ns1:gd name="T45" fmla="*/ 168 h 176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  <ns1:cxn ang="0">
                <ns1:pos x="T32" y="T33"/>
              </ns1:cxn>
              <ns1:cxn ang="0">
                <ns1:pos x="T34" y="T35"/>
              </ns1:cxn>
              <ns1:cxn ang="0">
                <ns1:pos x="T36" y="T37"/>
              </ns1:cxn>
              <ns1:cxn ang="0">
                <ns1:pos x="T38" y="T39"/>
              </ns1:cxn>
              <ns1:cxn ang="0">
                <ns1:pos x="T40" y="T41"/>
              </ns1:cxn>
              <ns1:cxn ang="0">
                <ns1:pos x="T42" y="T43"/>
              </ns1:cxn>
              <ns1:cxn ang="0">
                <ns1:pos x="T44" y="T45"/>
              </ns1:cxn>
            </ns1:cxnLst>
            <ns1:rect l="0" t="0" r="r" b="b"/>
            <ns1:pathLst>
              <ns1:path w="176" h="176">
                <ns1:moveTo>
                  <ns1:pt x="104" y="44"/>
                </ns1:moveTo>
                <ns1:cubicBezTo>
                  <ns1:pt x="104" y="42"/>
                  <ns1:pt x="102" y="40"/>
                  <ns1:pt x="100" y="40"/>
                </ns1:cubicBezTo>
                <ns1:cubicBezTo>
                  <ns1:pt x="99" y="40"/>
                  <ns1:pt x="98" y="40"/>
                  <ns1:pt x="97" y="41"/>
                </ns1:cubicBezTo>
                <ns1:cubicBezTo>
                  <ns1:pt x="57" y="85"/>
                  <ns1:pt x="57" y="85"/>
                  <ns1:pt x="57" y="85"/>
                </ns1:cubicBezTo>
                <ns1:cubicBezTo>
                  <ns1:pt x="56" y="86"/>
                  <ns1:pt x="56" y="87"/>
                  <ns1:pt x="56" y="88"/>
                </ns1:cubicBezTo>
                <ns1:cubicBezTo>
                  <ns1:pt x="56" y="89"/>
                  <ns1:pt x="56" y="90"/>
                  <ns1:pt x="57" y="91"/>
                </ns1:cubicBezTo>
                <ns1:cubicBezTo>
                  <ns1:pt x="97" y="135"/>
                  <ns1:pt x="97" y="135"/>
                  <ns1:pt x="97" y="135"/>
                </ns1:cubicBezTo>
                <ns1:cubicBezTo>
                  <ns1:pt x="98" y="136"/>
                  <ns1:pt x="99" y="136"/>
                  <ns1:pt x="100" y="136"/>
                </ns1:cubicBezTo>
                <ns1:cubicBezTo>
                  <ns1:pt x="102" y="136"/>
                  <ns1:pt x="104" y="134"/>
                  <ns1:pt x="104" y="132"/>
                </ns1:cubicBezTo>
                <ns1:cubicBezTo>
                  <ns1:pt x="104" y="131"/>
                  <ns1:pt x="104" y="130"/>
                  <ns1:pt x="103" y="129"/>
                </ns1:cubicBezTo>
                <ns1:cubicBezTo>
                  <ns1:pt x="65" y="88"/>
                  <ns1:pt x="65" y="88"/>
                  <ns1:pt x="65" y="88"/>
                </ns1:cubicBezTo>
                <ns1:cubicBezTo>
                  <ns1:pt x="103" y="47"/>
                  <ns1:pt x="103" y="47"/>
                  <ns1:pt x="103" y="47"/>
                </ns1:cubicBezTo>
                <ns1:cubicBezTo>
                  <ns1:pt x="104" y="46"/>
                  <ns1:pt x="104" y="45"/>
                  <ns1:pt x="104" y="44"/>
                </ns1:cubicBezTo>
                <ns1:moveTo>
                  <ns1:pt x="88" y="0"/>
                </ns1:moveTo>
                <ns1:cubicBezTo>
                  <ns1:pt x="39" y="0"/>
                  <ns1:pt x="0" y="39"/>
                  <ns1:pt x="0" y="88"/>
                </ns1:cubicBezTo>
                <ns1:cubicBezTo>
                  <ns1:pt x="0" y="137"/>
                  <ns1:pt x="39" y="176"/>
                  <ns1:pt x="88" y="176"/>
                </ns1:cubicBezTo>
                <ns1:cubicBezTo>
                  <ns1:pt x="137" y="176"/>
                  <ns1:pt x="176" y="137"/>
                  <ns1:pt x="176" y="88"/>
                </ns1:cubicBezTo>
                <ns1:cubicBezTo>
                  <ns1:pt x="176" y="39"/>
                  <ns1:pt x="137" y="0"/>
                  <ns1:pt x="88" y="0"/>
                </ns1:cubicBezTo>
                <ns1:moveTo>
                  <ns1:pt x="88" y="168"/>
                </ns1:moveTo>
                <ns1:cubicBezTo>
                  <ns1:pt x="44" y="168"/>
                  <ns1:pt x="8" y="132"/>
                  <ns1:pt x="8" y="88"/>
                </ns1:cubicBezTo>
                <ns1:cubicBezTo>
                  <ns1:pt x="8" y="44"/>
                  <ns1:pt x="44" y="8"/>
                  <ns1:pt x="88" y="8"/>
                </ns1:cubicBezTo>
                <ns1:cubicBezTo>
                  <ns1:pt x="132" y="8"/>
                  <ns1:pt x="168" y="44"/>
                  <ns1:pt x="168" y="88"/>
                </ns1:cubicBezTo>
                <ns1:cubicBezTo>
                  <ns1:pt x="168" y="132"/>
                  <ns1:pt x="132" y="168"/>
                  <ns1:pt x="88" y="168"/>
                </ns1:cubicBezTo>
              </ns1:path>
            </ns1:pathLst>
          </ns1:custGeom>
          <ns1:solidFill>
            <ns1:schemeClr val="tx1"/>
          </ns1:solidFill>
          <ns1:ln>
            <ns1:noFill/>
          </ns1:ln>
          <ns1:extLst/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en-US" sz="2700"/>
          </ns1:p>
        </ns0:txBody>
      </ns0:sp>
      <ns0:sp>
        <ns0:nvSpPr>
          <ns0:cNvPr id="43" name="Freeform 41"/>
          <ns0:cNvSpPr>
            <ns1:spLocks noEditPoints="1"/>
          </ns0:cNvSpPr>
          <ns0:nvPr/>
        </ns0:nvSpPr>
        <ns0:spPr bwMode="auto">
          <ns1:xfrm>
            <ns1:off x="4302126" y="3794126"/>
            <ns1:ext cx="439738" cy="441325"/>
          </ns1:xfrm>
          <ns1:custGeom>
            <ns1:avLst/>
            <ns1:gdLst>
              <ns1:gd name="T0" fmla="*/ 79 w 176"/>
              <ns1:gd name="T1" fmla="*/ 41 h 176"/>
              <ns1:gd name="T2" fmla="*/ 76 w 176"/>
              <ns1:gd name="T3" fmla="*/ 40 h 176"/>
              <ns1:gd name="T4" fmla="*/ 72 w 176"/>
              <ns1:gd name="T5" fmla="*/ 44 h 176"/>
              <ns1:gd name="T6" fmla="*/ 73 w 176"/>
              <ns1:gd name="T7" fmla="*/ 47 h 176"/>
              <ns1:gd name="T8" fmla="*/ 111 w 176"/>
              <ns1:gd name="T9" fmla="*/ 88 h 176"/>
              <ns1:gd name="T10" fmla="*/ 73 w 176"/>
              <ns1:gd name="T11" fmla="*/ 129 h 176"/>
              <ns1:gd name="T12" fmla="*/ 72 w 176"/>
              <ns1:gd name="T13" fmla="*/ 132 h 176"/>
              <ns1:gd name="T14" fmla="*/ 76 w 176"/>
              <ns1:gd name="T15" fmla="*/ 136 h 176"/>
              <ns1:gd name="T16" fmla="*/ 79 w 176"/>
              <ns1:gd name="T17" fmla="*/ 135 h 176"/>
              <ns1:gd name="T18" fmla="*/ 119 w 176"/>
              <ns1:gd name="T19" fmla="*/ 91 h 176"/>
              <ns1:gd name="T20" fmla="*/ 120 w 176"/>
              <ns1:gd name="T21" fmla="*/ 88 h 176"/>
              <ns1:gd name="T22" fmla="*/ 119 w 176"/>
              <ns1:gd name="T23" fmla="*/ 85 h 176"/>
              <ns1:gd name="T24" fmla="*/ 79 w 176"/>
              <ns1:gd name="T25" fmla="*/ 41 h 176"/>
              <ns1:gd name="T26" fmla="*/ 88 w 176"/>
              <ns1:gd name="T27" fmla="*/ 0 h 176"/>
              <ns1:gd name="T28" fmla="*/ 0 w 176"/>
              <ns1:gd name="T29" fmla="*/ 88 h 176"/>
              <ns1:gd name="T30" fmla="*/ 88 w 176"/>
              <ns1:gd name="T31" fmla="*/ 176 h 176"/>
              <ns1:gd name="T32" fmla="*/ 176 w 176"/>
              <ns1:gd name="T33" fmla="*/ 88 h 176"/>
              <ns1:gd name="T34" fmla="*/ 88 w 176"/>
              <ns1:gd name="T35" fmla="*/ 0 h 176"/>
              <ns1:gd name="T36" fmla="*/ 88 w 176"/>
              <ns1:gd name="T37" fmla="*/ 168 h 176"/>
              <ns1:gd name="T38" fmla="*/ 8 w 176"/>
              <ns1:gd name="T39" fmla="*/ 88 h 176"/>
              <ns1:gd name="T40" fmla="*/ 88 w 176"/>
              <ns1:gd name="T41" fmla="*/ 8 h 176"/>
              <ns1:gd name="T42" fmla="*/ 168 w 176"/>
              <ns1:gd name="T43" fmla="*/ 88 h 176"/>
              <ns1:gd name="T44" fmla="*/ 88 w 176"/>
              <ns1:gd name="T45" fmla="*/ 168 h 176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  <ns1:cxn ang="0">
                <ns1:pos x="T32" y="T33"/>
              </ns1:cxn>
              <ns1:cxn ang="0">
                <ns1:pos x="T34" y="T35"/>
              </ns1:cxn>
              <ns1:cxn ang="0">
                <ns1:pos x="T36" y="T37"/>
              </ns1:cxn>
              <ns1:cxn ang="0">
                <ns1:pos x="T38" y="T39"/>
              </ns1:cxn>
              <ns1:cxn ang="0">
                <ns1:pos x="T40" y="T41"/>
              </ns1:cxn>
              <ns1:cxn ang="0">
                <ns1:pos x="T42" y="T43"/>
              </ns1:cxn>
              <ns1:cxn ang="0">
                <ns1:pos x="T44" y="T45"/>
              </ns1:cxn>
            </ns1:cxnLst>
            <ns1:rect l="0" t="0" r="r" b="b"/>
            <ns1:pathLst>
              <ns1:path w="176" h="176">
                <ns1:moveTo>
                  <ns1:pt x="79" y="41"/>
                </ns1:moveTo>
                <ns1:cubicBezTo>
                  <ns1:pt x="78" y="40"/>
                  <ns1:pt x="77" y="40"/>
                  <ns1:pt x="76" y="40"/>
                </ns1:cubicBezTo>
                <ns1:cubicBezTo>
                  <ns1:pt x="74" y="40"/>
                  <ns1:pt x="72" y="42"/>
                  <ns1:pt x="72" y="44"/>
                </ns1:cubicBezTo>
                <ns1:cubicBezTo>
                  <ns1:pt x="72" y="45"/>
                  <ns1:pt x="72" y="46"/>
                  <ns1:pt x="73" y="47"/>
                </ns1:cubicBezTo>
                <ns1:cubicBezTo>
                  <ns1:pt x="111" y="88"/>
                  <ns1:pt x="111" y="88"/>
                  <ns1:pt x="111" y="88"/>
                </ns1:cubicBezTo>
                <ns1:cubicBezTo>
                  <ns1:pt x="73" y="129"/>
                  <ns1:pt x="73" y="129"/>
                  <ns1:pt x="73" y="129"/>
                </ns1:cubicBezTo>
                <ns1:cubicBezTo>
                  <ns1:pt x="72" y="130"/>
                  <ns1:pt x="72" y="131"/>
                  <ns1:pt x="72" y="132"/>
                </ns1:cubicBezTo>
                <ns1:cubicBezTo>
                  <ns1:pt x="72" y="134"/>
                  <ns1:pt x="74" y="136"/>
                  <ns1:pt x="76" y="136"/>
                </ns1:cubicBezTo>
                <ns1:cubicBezTo>
                  <ns1:pt x="77" y="136"/>
                  <ns1:pt x="78" y="136"/>
                  <ns1:pt x="79" y="135"/>
                </ns1:cubicBezTo>
                <ns1:cubicBezTo>
                  <ns1:pt x="119" y="91"/>
                  <ns1:pt x="119" y="91"/>
                  <ns1:pt x="119" y="91"/>
                </ns1:cubicBezTo>
                <ns1:cubicBezTo>
                  <ns1:pt x="120" y="90"/>
                  <ns1:pt x="120" y="89"/>
                  <ns1:pt x="120" y="88"/>
                </ns1:cubicBezTo>
                <ns1:cubicBezTo>
                  <ns1:pt x="120" y="87"/>
                  <ns1:pt x="120" y="86"/>
                  <ns1:pt x="119" y="85"/>
                </ns1:cubicBezTo>
                <ns1:lnTo>
                  <ns1:pt x="79" y="41"/>
                </ns1:lnTo>
                <ns1:close/>
                <ns1:moveTo>
                  <ns1:pt x="88" y="0"/>
                </ns1:moveTo>
                <ns1:cubicBezTo>
                  <ns1:pt x="39" y="0"/>
                  <ns1:pt x="0" y="39"/>
                  <ns1:pt x="0" y="88"/>
                </ns1:cubicBezTo>
                <ns1:cubicBezTo>
                  <ns1:pt x="0" y="137"/>
                  <ns1:pt x="39" y="176"/>
                  <ns1:pt x="88" y="176"/>
                </ns1:cubicBezTo>
                <ns1:cubicBezTo>
                  <ns1:pt x="137" y="176"/>
                  <ns1:pt x="176" y="137"/>
                  <ns1:pt x="176" y="88"/>
                </ns1:cubicBezTo>
                <ns1:cubicBezTo>
                  <ns1:pt x="176" y="39"/>
                  <ns1:pt x="137" y="0"/>
                  <ns1:pt x="88" y="0"/>
                </ns1:cubicBezTo>
                <ns1:moveTo>
                  <ns1:pt x="88" y="168"/>
                </ns1:moveTo>
                <ns1:cubicBezTo>
                  <ns1:pt x="44" y="168"/>
                  <ns1:pt x="8" y="132"/>
                  <ns1:pt x="8" y="88"/>
                </ns1:cubicBezTo>
                <ns1:cubicBezTo>
                  <ns1:pt x="8" y="44"/>
                  <ns1:pt x="44" y="8"/>
                  <ns1:pt x="88" y="8"/>
                </ns1:cubicBezTo>
                <ns1:cubicBezTo>
                  <ns1:pt x="132" y="8"/>
                  <ns1:pt x="168" y="44"/>
                  <ns1:pt x="168" y="88"/>
                </ns1:cubicBezTo>
                <ns1:cubicBezTo>
                  <ns1:pt x="168" y="132"/>
                  <ns1:pt x="132" y="168"/>
                  <ns1:pt x="88" y="168"/>
                </ns1:cubicBezTo>
              </ns1:path>
            </ns1:pathLst>
          </ns1:custGeom>
          <ns1:solidFill>
            <ns1:schemeClr val="tx1"/>
          </ns1:solidFill>
          <ns1:ln>
            <ns1:noFill/>
          </ns1:ln>
          <ns1:extLst/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en-US" sz="2700"/>
          </ns1:p>
        </ns0:txBody>
      </ns0:sp>
      <ns0:sp>
        <ns0:nvSpPr>
          <ns0:cNvPr id="44" name="Freeform 42"/>
          <ns0:cNvSpPr>
            <ns1:spLocks noEditPoints="1"/>
          </ns0:cNvSpPr>
          <ns0:nvPr/>
        </ns0:nvSpPr>
        <ns0:spPr bwMode="auto">
          <ns1:xfrm>
            <ns1:off x="5141914" y="3794126"/>
            <ns1:ext cx="439738" cy="441325"/>
          </ns1:xfrm>
          <ns1:custGeom>
            <ns1:avLst/>
            <ns1:gdLst>
              <ns1:gd name="T0" fmla="*/ 56 w 176"/>
              <ns1:gd name="T1" fmla="*/ 80 h 176"/>
              <ns1:gd name="T2" fmla="*/ 52 w 176"/>
              <ns1:gd name="T3" fmla="*/ 84 h 176"/>
              <ns1:gd name="T4" fmla="*/ 53 w 176"/>
              <ns1:gd name="T5" fmla="*/ 87 h 176"/>
              <ns1:gd name="T6" fmla="*/ 85 w 176"/>
              <ns1:gd name="T7" fmla="*/ 119 h 176"/>
              <ns1:gd name="T8" fmla="*/ 88 w 176"/>
              <ns1:gd name="T9" fmla="*/ 120 h 176"/>
              <ns1:gd name="T10" fmla="*/ 91 w 176"/>
              <ns1:gd name="T11" fmla="*/ 119 h 176"/>
              <ns1:gd name="T12" fmla="*/ 123 w 176"/>
              <ns1:gd name="T13" fmla="*/ 87 h 176"/>
              <ns1:gd name="T14" fmla="*/ 124 w 176"/>
              <ns1:gd name="T15" fmla="*/ 84 h 176"/>
              <ns1:gd name="T16" fmla="*/ 120 w 176"/>
              <ns1:gd name="T17" fmla="*/ 80 h 176"/>
              <ns1:gd name="T18" fmla="*/ 117 w 176"/>
              <ns1:gd name="T19" fmla="*/ 81 h 176"/>
              <ns1:gd name="T20" fmla="*/ 92 w 176"/>
              <ns1:gd name="T21" fmla="*/ 106 h 176"/>
              <ns1:gd name="T22" fmla="*/ 92 w 176"/>
              <ns1:gd name="T23" fmla="*/ 4 h 176"/>
              <ns1:gd name="T24" fmla="*/ 88 w 176"/>
              <ns1:gd name="T25" fmla="*/ 0 h 176"/>
              <ns1:gd name="T26" fmla="*/ 84 w 176"/>
              <ns1:gd name="T27" fmla="*/ 4 h 176"/>
              <ns1:gd name="T28" fmla="*/ 84 w 176"/>
              <ns1:gd name="T29" fmla="*/ 106 h 176"/>
              <ns1:gd name="T30" fmla="*/ 59 w 176"/>
              <ns1:gd name="T31" fmla="*/ 81 h 176"/>
              <ns1:gd name="T32" fmla="*/ 56 w 176"/>
              <ns1:gd name="T33" fmla="*/ 80 h 176"/>
              <ns1:gd name="T34" fmla="*/ 106 w 176"/>
              <ns1:gd name="T35" fmla="*/ 2 h 176"/>
              <ns1:gd name="T36" fmla="*/ 104 w 176"/>
              <ns1:gd name="T37" fmla="*/ 1 h 176"/>
              <ns1:gd name="T38" fmla="*/ 100 w 176"/>
              <ns1:gd name="T39" fmla="*/ 5 h 176"/>
              <ns1:gd name="T40" fmla="*/ 104 w 176"/>
              <ns1:gd name="T41" fmla="*/ 9 h 176"/>
              <ns1:gd name="T42" fmla="*/ 104 w 176"/>
              <ns1:gd name="T43" fmla="*/ 10 h 176"/>
              <ns1:gd name="T44" fmla="*/ 168 w 176"/>
              <ns1:gd name="T45" fmla="*/ 88 h 176"/>
              <ns1:gd name="T46" fmla="*/ 88 w 176"/>
              <ns1:gd name="T47" fmla="*/ 168 h 176"/>
              <ns1:gd name="T48" fmla="*/ 8 w 176"/>
              <ns1:gd name="T49" fmla="*/ 88 h 176"/>
              <ns1:gd name="T50" fmla="*/ 72 w 176"/>
              <ns1:gd name="T51" fmla="*/ 10 h 176"/>
              <ns1:gd name="T52" fmla="*/ 72 w 176"/>
              <ns1:gd name="T53" fmla="*/ 9 h 176"/>
              <ns1:gd name="T54" fmla="*/ 76 w 176"/>
              <ns1:gd name="T55" fmla="*/ 5 h 176"/>
              <ns1:gd name="T56" fmla="*/ 72 w 176"/>
              <ns1:gd name="T57" fmla="*/ 1 h 176"/>
              <ns1:gd name="T58" fmla="*/ 70 w 176"/>
              <ns1:gd name="T59" fmla="*/ 2 h 176"/>
              <ns1:gd name="T60" fmla="*/ 0 w 176"/>
              <ns1:gd name="T61" fmla="*/ 88 h 176"/>
              <ns1:gd name="T62" fmla="*/ 88 w 176"/>
              <ns1:gd name="T63" fmla="*/ 176 h 176"/>
              <ns1:gd name="T64" fmla="*/ 176 w 176"/>
              <ns1:gd name="T65" fmla="*/ 88 h 176"/>
              <ns1:gd name="T66" fmla="*/ 106 w 176"/>
              <ns1:gd name="T67" fmla="*/ 2 h 176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  <ns1:cxn ang="0">
                <ns1:pos x="T32" y="T33"/>
              </ns1:cxn>
              <ns1:cxn ang="0">
                <ns1:pos x="T34" y="T35"/>
              </ns1:cxn>
              <ns1:cxn ang="0">
                <ns1:pos x="T36" y="T37"/>
              </ns1:cxn>
              <ns1:cxn ang="0">
                <ns1:pos x="T38" y="T39"/>
              </ns1:cxn>
              <ns1:cxn ang="0">
                <ns1:pos x="T40" y="T41"/>
              </ns1:cxn>
              <ns1:cxn ang="0">
                <ns1:pos x="T42" y="T43"/>
              </ns1:cxn>
              <ns1:cxn ang="0">
                <ns1:pos x="T44" y="T45"/>
              </ns1:cxn>
              <ns1:cxn ang="0">
                <ns1:pos x="T46" y="T47"/>
              </ns1:cxn>
              <ns1:cxn ang="0">
                <ns1:pos x="T48" y="T49"/>
              </ns1:cxn>
              <ns1:cxn ang="0">
                <ns1:pos x="T50" y="T51"/>
              </ns1:cxn>
              <ns1:cxn ang="0">
                <ns1:pos x="T52" y="T53"/>
              </ns1:cxn>
              <ns1:cxn ang="0">
                <ns1:pos x="T54" y="T55"/>
              </ns1:cxn>
              <ns1:cxn ang="0">
                <ns1:pos x="T56" y="T57"/>
              </ns1:cxn>
              <ns1:cxn ang="0">
                <ns1:pos x="T58" y="T59"/>
              </ns1:cxn>
              <ns1:cxn ang="0">
                <ns1:pos x="T60" y="T61"/>
              </ns1:cxn>
              <ns1:cxn ang="0">
                <ns1:pos x="T62" y="T63"/>
              </ns1:cxn>
              <ns1:cxn ang="0">
                <ns1:pos x="T64" y="T65"/>
              </ns1:cxn>
              <ns1:cxn ang="0">
                <ns1:pos x="T66" y="T67"/>
              </ns1:cxn>
            </ns1:cxnLst>
            <ns1:rect l="0" t="0" r="r" b="b"/>
            <ns1:pathLst>
              <ns1:path w="176" h="176">
                <ns1:moveTo>
                  <ns1:pt x="56" y="80"/>
                </ns1:moveTo>
                <ns1:cubicBezTo>
                  <ns1:pt x="54" y="80"/>
                  <ns1:pt x="52" y="82"/>
                  <ns1:pt x="52" y="84"/>
                </ns1:cubicBezTo>
                <ns1:cubicBezTo>
                  <ns1:pt x="52" y="85"/>
                  <ns1:pt x="52" y="86"/>
                  <ns1:pt x="53" y="87"/>
                </ns1:cubicBezTo>
                <ns1:cubicBezTo>
                  <ns1:pt x="85" y="119"/>
                  <ns1:pt x="85" y="119"/>
                  <ns1:pt x="85" y="119"/>
                </ns1:cubicBezTo>
                <ns1:cubicBezTo>
                  <ns1:pt x="86" y="120"/>
                  <ns1:pt x="87" y="120"/>
                  <ns1:pt x="88" y="120"/>
                </ns1:cubicBezTo>
                <ns1:cubicBezTo>
                  <ns1:pt x="89" y="120"/>
                  <ns1:pt x="90" y="120"/>
                  <ns1:pt x="91" y="119"/>
                </ns1:cubicBezTo>
                <ns1:cubicBezTo>
                  <ns1:pt x="123" y="87"/>
                  <ns1:pt x="123" y="87"/>
                  <ns1:pt x="123" y="87"/>
                </ns1:cubicBezTo>
                <ns1:cubicBezTo>
                  <ns1:pt x="124" y="86"/>
                  <ns1:pt x="124" y="85"/>
                  <ns1:pt x="124" y="84"/>
                </ns1:cubicBezTo>
                <ns1:cubicBezTo>
                  <ns1:pt x="124" y="82"/>
                  <ns1:pt x="122" y="80"/>
                  <ns1:pt x="120" y="80"/>
                </ns1:cubicBezTo>
                <ns1:cubicBezTo>
                  <ns1:pt x="119" y="80"/>
                  <ns1:pt x="118" y="80"/>
                  <ns1:pt x="117" y="81"/>
                </ns1:cubicBezTo>
                <ns1:cubicBezTo>
                  <ns1:pt x="92" y="106"/>
                  <ns1:pt x="92" y="106"/>
                  <ns1:pt x="92" y="106"/>
                </ns1:cubicBezTo>
                <ns1:cubicBezTo>
                  <ns1:pt x="92" y="4"/>
                  <ns1:pt x="92" y="4"/>
                  <ns1:pt x="92" y="4"/>
                </ns1:cubicBezTo>
                <ns1:cubicBezTo>
                  <ns1:pt x="92" y="2"/>
                  <ns1:pt x="90" y="0"/>
                  <ns1:pt x="88" y="0"/>
                </ns1:cubicBezTo>
                <ns1:cubicBezTo>
                  <ns1:pt x="86" y="0"/>
                  <ns1:pt x="84" y="2"/>
                  <ns1:pt x="84" y="4"/>
                </ns1:cubicBezTo>
                <ns1:cubicBezTo>
                  <ns1:pt x="84" y="106"/>
                  <ns1:pt x="84" y="106"/>
                  <ns1:pt x="84" y="106"/>
                </ns1:cubicBezTo>
                <ns1:cubicBezTo>
                  <ns1:pt x="59" y="81"/>
                  <ns1:pt x="59" y="81"/>
                  <ns1:pt x="59" y="81"/>
                </ns1:cubicBezTo>
                <ns1:cubicBezTo>
                  <ns1:pt x="58" y="80"/>
                  <ns1:pt x="57" y="80"/>
                  <ns1:pt x="56" y="80"/>
                </ns1:cubicBezTo>
                <ns1:moveTo>
                  <ns1:pt x="106" y="2"/>
                </ns1:moveTo>
                <ns1:cubicBezTo>
                  <ns1:pt x="105" y="2"/>
                  <ns1:pt x="105" y="1"/>
                  <ns1:pt x="104" y="1"/>
                </ns1:cubicBezTo>
                <ns1:cubicBezTo>
                  <ns1:pt x="102" y="1"/>
                  <ns1:pt x="100" y="3"/>
                  <ns1:pt x="100" y="5"/>
                </ns1:cubicBezTo>
                <ns1:cubicBezTo>
                  <ns1:pt x="100" y="8"/>
                  <ns1:pt x="102" y="9"/>
                  <ns1:pt x="104" y="9"/>
                </ns1:cubicBezTo>
                <ns1:cubicBezTo>
                  <ns1:pt x="104" y="10"/>
                  <ns1:pt x="104" y="10"/>
                  <ns1:pt x="104" y="10"/>
                </ns1:cubicBezTo>
                <ns1:cubicBezTo>
                  <ns1:pt x="141" y="17"/>
                  <ns1:pt x="168" y="49"/>
                  <ns1:pt x="168" y="88"/>
                </ns1:cubicBezTo>
                <ns1:cubicBezTo>
                  <ns1:pt x="168" y="132"/>
                  <ns1:pt x="132" y="168"/>
                  <ns1:pt x="88" y="168"/>
                </ns1:cubicBezTo>
                <ns1:cubicBezTo>
                  <ns1:pt x="44" y="168"/>
                  <ns1:pt x="8" y="132"/>
                  <ns1:pt x="8" y="88"/>
                </ns1:cubicBezTo>
                <ns1:cubicBezTo>
                  <ns1:pt x="8" y="49"/>
                  <ns1:pt x="35" y="17"/>
                  <ns1:pt x="72" y="10"/>
                </ns1:cubicBezTo>
                <ns1:cubicBezTo>
                  <ns1:pt x="72" y="9"/>
                  <ns1:pt x="72" y="9"/>
                  <ns1:pt x="72" y="9"/>
                </ns1:cubicBezTo>
                <ns1:cubicBezTo>
                  <ns1:pt x="74" y="9"/>
                  <ns1:pt x="76" y="8"/>
                  <ns1:pt x="76" y="5"/>
                </ns1:cubicBezTo>
                <ns1:cubicBezTo>
                  <ns1:pt x="76" y="3"/>
                  <ns1:pt x="74" y="1"/>
                  <ns1:pt x="72" y="1"/>
                </ns1:cubicBezTo>
                <ns1:cubicBezTo>
                  <ns1:pt x="71" y="1"/>
                  <ns1:pt x="71" y="2"/>
                  <ns1:pt x="70" y="2"/>
                </ns1:cubicBezTo>
                <ns1:cubicBezTo>
                  <ns1:pt x="30" y="10"/>
                  <ns1:pt x="0" y="45"/>
                  <ns1:pt x="0" y="88"/>
                </ns1:cubicBezTo>
                <ns1:cubicBezTo>
                  <ns1:pt x="0" y="137"/>
                  <ns1:pt x="39" y="176"/>
                  <ns1:pt x="88" y="176"/>
                </ns1:cubicBezTo>
                <ns1:cubicBezTo>
                  <ns1:pt x="137" y="176"/>
                  <ns1:pt x="176" y="137"/>
                  <ns1:pt x="176" y="88"/>
                </ns1:cubicBezTo>
                <ns1:cubicBezTo>
                  <ns1:pt x="176" y="45"/>
                  <ns1:pt x="146" y="10"/>
                  <ns1:pt x="106" y="2"/>
                </ns1:cubicBezTo>
              </ns1:path>
            </ns1:pathLst>
          </ns1:custGeom>
          <ns1:solidFill>
            <ns1:schemeClr val="tx1"/>
          </ns1:solidFill>
          <ns1:ln>
            <ns1:noFill/>
          </ns1:ln>
          <ns1:extLst/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en-US" sz="2700"/>
          </ns1:p>
        </ns0:txBody>
      </ns0:sp>
      <ns0:sp>
        <ns0:nvSpPr>
          <ns0:cNvPr id="45" name="Freeform 43"/>
          <ns0:cNvSpPr>
            <ns1:spLocks noEditPoints="1"/>
          </ns0:cNvSpPr>
          <ns0:nvPr/>
        </ns0:nvSpPr>
        <ns0:spPr bwMode="auto">
          <ns1:xfrm>
            <ns1:off x="5981701" y="3894137"/>
            <ns1:ext cx="441325" cy="241300"/>
          </ns1:xfrm>
          <ns1:custGeom>
            <ns1:avLst/>
            <ns1:gdLst>
              <ns1:gd name="T0" fmla="*/ 176 w 176"/>
              <ns1:gd name="T1" fmla="*/ 4 h 96"/>
              <ns1:gd name="T2" fmla="*/ 172 w 176"/>
              <ns1:gd name="T3" fmla="*/ 0 h 96"/>
              <ns1:gd name="T4" fmla="*/ 4 w 176"/>
              <ns1:gd name="T5" fmla="*/ 0 h 96"/>
              <ns1:gd name="T6" fmla="*/ 0 w 176"/>
              <ns1:gd name="T7" fmla="*/ 4 h 96"/>
              <ns1:gd name="T8" fmla="*/ 1 w 176"/>
              <ns1:gd name="T9" fmla="*/ 7 h 96"/>
              <ns1:gd name="T10" fmla="*/ 1 w 176"/>
              <ns1:gd name="T11" fmla="*/ 7 h 96"/>
              <ns1:gd name="T12" fmla="*/ 85 w 176"/>
              <ns1:gd name="T13" fmla="*/ 95 h 96"/>
              <ns1:gd name="T14" fmla="*/ 85 w 176"/>
              <ns1:gd name="T15" fmla="*/ 95 h 96"/>
              <ns1:gd name="T16" fmla="*/ 88 w 176"/>
              <ns1:gd name="T17" fmla="*/ 96 h 96"/>
              <ns1:gd name="T18" fmla="*/ 91 w 176"/>
              <ns1:gd name="T19" fmla="*/ 95 h 96"/>
              <ns1:gd name="T20" fmla="*/ 91 w 176"/>
              <ns1:gd name="T21" fmla="*/ 95 h 96"/>
              <ns1:gd name="T22" fmla="*/ 175 w 176"/>
              <ns1:gd name="T23" fmla="*/ 7 h 96"/>
              <ns1:gd name="T24" fmla="*/ 175 w 176"/>
              <ns1:gd name="T25" fmla="*/ 7 h 96"/>
              <ns1:gd name="T26" fmla="*/ 176 w 176"/>
              <ns1:gd name="T27" fmla="*/ 4 h 96"/>
              <ns1:gd name="T28" fmla="*/ 88 w 176"/>
              <ns1:gd name="T29" fmla="*/ 86 h 96"/>
              <ns1:gd name="T30" fmla="*/ 13 w 176"/>
              <ns1:gd name="T31" fmla="*/ 8 h 96"/>
              <ns1:gd name="T32" fmla="*/ 163 w 176"/>
              <ns1:gd name="T33" fmla="*/ 8 h 96"/>
              <ns1:gd name="T34" fmla="*/ 88 w 176"/>
              <ns1:gd name="T35" fmla="*/ 86 h 96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  <ns1:cxn ang="0">
                <ns1:pos x="T32" y="T33"/>
              </ns1:cxn>
              <ns1:cxn ang="0">
                <ns1:pos x="T34" y="T35"/>
              </ns1:cxn>
            </ns1:cxnLst>
            <ns1:rect l="0" t="0" r="r" b="b"/>
            <ns1:pathLst>
              <ns1:path w="176" h="96">
                <ns1:moveTo>
                  <ns1:pt x="176" y="4"/>
                </ns1:moveTo>
                <ns1:cubicBezTo>
                  <ns1:pt x="176" y="2"/>
                  <ns1:pt x="174" y="0"/>
                  <ns1:pt x="172" y="0"/>
                </ns1:cubicBezTo>
                <ns1:cubicBezTo>
                  <ns1:pt x="4" y="0"/>
                  <ns1:pt x="4" y="0"/>
                  <ns1:pt x="4" y="0"/>
                </ns1:cubicBezTo>
                <ns1:cubicBezTo>
                  <ns1:pt x="2" y="0"/>
                  <ns1:pt x="0" y="2"/>
                  <ns1:pt x="0" y="4"/>
                </ns1:cubicBezTo>
                <ns1:cubicBezTo>
                  <ns1:pt x="0" y="5"/>
                  <ns1:pt x="0" y="6"/>
                  <ns1:pt x="1" y="7"/>
                </ns1:cubicBezTo>
                <ns1:cubicBezTo>
                  <ns1:pt x="1" y="7"/>
                  <ns1:pt x="1" y="7"/>
                  <ns1:pt x="1" y="7"/>
                </ns1:cubicBezTo>
                <ns1:cubicBezTo>
                  <ns1:pt x="85" y="95"/>
                  <ns1:pt x="85" y="95"/>
                  <ns1:pt x="85" y="95"/>
                </ns1:cubicBezTo>
                <ns1:cubicBezTo>
                  <ns1:pt x="85" y="95"/>
                  <ns1:pt x="85" y="95"/>
                  <ns1:pt x="85" y="95"/>
                </ns1:cubicBezTo>
                <ns1:cubicBezTo>
                  <ns1:pt x="86" y="96"/>
                  <ns1:pt x="87" y="96"/>
                  <ns1:pt x="88" y="96"/>
                </ns1:cubicBezTo>
                <ns1:cubicBezTo>
                  <ns1:pt x="89" y="96"/>
                  <ns1:pt x="90" y="96"/>
                  <ns1:pt x="91" y="95"/>
                </ns1:cubicBezTo>
                <ns1:cubicBezTo>
                  <ns1:pt x="91" y="95"/>
                  <ns1:pt x="91" y="95"/>
                  <ns1:pt x="91" y="95"/>
                </ns1:cubicBezTo>
                <ns1:cubicBezTo>
                  <ns1:pt x="175" y="7"/>
                  <ns1:pt x="175" y="7"/>
                  <ns1:pt x="175" y="7"/>
                </ns1:cubicBezTo>
                <ns1:cubicBezTo>
                  <ns1:pt x="175" y="7"/>
                  <ns1:pt x="175" y="7"/>
                  <ns1:pt x="175" y="7"/>
                </ns1:cubicBezTo>
                <ns1:cubicBezTo>
                  <ns1:pt x="176" y="6"/>
                  <ns1:pt x="176" y="5"/>
                  <ns1:pt x="176" y="4"/>
                </ns1:cubicBezTo>
                <ns1:moveTo>
                  <ns1:pt x="88" y="86"/>
                </ns1:moveTo>
                <ns1:cubicBezTo>
                  <ns1:pt x="13" y="8"/>
                  <ns1:pt x="13" y="8"/>
                  <ns1:pt x="13" y="8"/>
                </ns1:cubicBezTo>
                <ns1:cubicBezTo>
                  <ns1:pt x="163" y="8"/>
                  <ns1:pt x="163" y="8"/>
                  <ns1:pt x="163" y="8"/>
                </ns1:cubicBezTo>
                <ns1:lnTo>
                  <ns1:pt x="88" y="86"/>
                </ns1:lnTo>
                <ns1:close/>
              </ns1:path>
            </ns1:pathLst>
          </ns1:custGeom>
          <ns1:solidFill>
            <ns1:schemeClr val="tx1"/>
          </ns1:solidFill>
          <ns1:ln>
            <ns1:noFill/>
          </ns1:ln>
          <ns1:extLst/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en-US" sz="2700"/>
          </ns1:p>
        </ns0:txBody>
      </ns0:sp>
      <ns0:sp>
        <ns0:nvSpPr>
          <ns0:cNvPr id="46" name="Freeform 44"/>
          <ns0:cNvSpPr>
            <ns1:spLocks noEditPoints="1"/>
          </ns0:cNvSpPr>
          <ns0:nvPr/>
        </ns0:nvSpPr>
        <ns0:spPr bwMode="auto">
          <ns1:xfrm>
            <ns1:off x="6823076" y="3894137"/>
            <ns1:ext cx="439738" cy="241300"/>
          </ns1:xfrm>
          <ns1:custGeom>
            <ns1:avLst/>
            <ns1:gdLst>
              <ns1:gd name="T0" fmla="*/ 175 w 176"/>
              <ns1:gd name="T1" fmla="*/ 89 h 96"/>
              <ns1:gd name="T2" fmla="*/ 175 w 176"/>
              <ns1:gd name="T3" fmla="*/ 89 h 96"/>
              <ns1:gd name="T4" fmla="*/ 91 w 176"/>
              <ns1:gd name="T5" fmla="*/ 1 h 96"/>
              <ns1:gd name="T6" fmla="*/ 91 w 176"/>
              <ns1:gd name="T7" fmla="*/ 1 h 96"/>
              <ns1:gd name="T8" fmla="*/ 88 w 176"/>
              <ns1:gd name="T9" fmla="*/ 0 h 96"/>
              <ns1:gd name="T10" fmla="*/ 85 w 176"/>
              <ns1:gd name="T11" fmla="*/ 1 h 96"/>
              <ns1:gd name="T12" fmla="*/ 85 w 176"/>
              <ns1:gd name="T13" fmla="*/ 1 h 96"/>
              <ns1:gd name="T14" fmla="*/ 1 w 176"/>
              <ns1:gd name="T15" fmla="*/ 89 h 96"/>
              <ns1:gd name="T16" fmla="*/ 1 w 176"/>
              <ns1:gd name="T17" fmla="*/ 89 h 96"/>
              <ns1:gd name="T18" fmla="*/ 0 w 176"/>
              <ns1:gd name="T19" fmla="*/ 92 h 96"/>
              <ns1:gd name="T20" fmla="*/ 4 w 176"/>
              <ns1:gd name="T21" fmla="*/ 96 h 96"/>
              <ns1:gd name="T22" fmla="*/ 172 w 176"/>
              <ns1:gd name="T23" fmla="*/ 96 h 96"/>
              <ns1:gd name="T24" fmla="*/ 176 w 176"/>
              <ns1:gd name="T25" fmla="*/ 92 h 96"/>
              <ns1:gd name="T26" fmla="*/ 175 w 176"/>
              <ns1:gd name="T27" fmla="*/ 89 h 96"/>
              <ns1:gd name="T28" fmla="*/ 13 w 176"/>
              <ns1:gd name="T29" fmla="*/ 88 h 96"/>
              <ns1:gd name="T30" fmla="*/ 88 w 176"/>
              <ns1:gd name="T31" fmla="*/ 10 h 96"/>
              <ns1:gd name="T32" fmla="*/ 163 w 176"/>
              <ns1:gd name="T33" fmla="*/ 88 h 96"/>
              <ns1:gd name="T34" fmla="*/ 13 w 176"/>
              <ns1:gd name="T35" fmla="*/ 88 h 96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  <ns1:cxn ang="0">
                <ns1:pos x="T32" y="T33"/>
              </ns1:cxn>
              <ns1:cxn ang="0">
                <ns1:pos x="T34" y="T35"/>
              </ns1:cxn>
            </ns1:cxnLst>
            <ns1:rect l="0" t="0" r="r" b="b"/>
            <ns1:pathLst>
              <ns1:path w="176" h="96">
                <ns1:moveTo>
                  <ns1:pt x="175" y="89"/>
                </ns1:moveTo>
                <ns1:cubicBezTo>
                  <ns1:pt x="175" y="89"/>
                  <ns1:pt x="175" y="89"/>
                  <ns1:pt x="175" y="89"/>
                </ns1:cubicBezTo>
                <ns1:cubicBezTo>
                  <ns1:pt x="91" y="1"/>
                  <ns1:pt x="91" y="1"/>
                  <ns1:pt x="91" y="1"/>
                </ns1:cubicBezTo>
                <ns1:cubicBezTo>
                  <ns1:pt x="91" y="1"/>
                  <ns1:pt x="91" y="1"/>
                  <ns1:pt x="91" y="1"/>
                </ns1:cubicBezTo>
                <ns1:cubicBezTo>
                  <ns1:pt x="90" y="0"/>
                  <ns1:pt x="89" y="0"/>
                  <ns1:pt x="88" y="0"/>
                </ns1:cubicBezTo>
                <ns1:cubicBezTo>
                  <ns1:pt x="87" y="0"/>
                  <ns1:pt x="86" y="0"/>
                  <ns1:pt x="85" y="1"/>
                </ns1:cubicBezTo>
                <ns1:cubicBezTo>
                  <ns1:pt x="85" y="1"/>
                  <ns1:pt x="85" y="1"/>
                  <ns1:pt x="85" y="1"/>
                </ns1:cubicBezTo>
                <ns1:cubicBezTo>
                  <ns1:pt x="1" y="89"/>
                  <ns1:pt x="1" y="89"/>
                  <ns1:pt x="1" y="89"/>
                </ns1:cubicBezTo>
                <ns1:cubicBezTo>
                  <ns1:pt x="1" y="89"/>
                  <ns1:pt x="1" y="89"/>
                  <ns1:pt x="1" y="89"/>
                </ns1:cubicBezTo>
                <ns1:cubicBezTo>
                  <ns1:pt x="0" y="90"/>
                  <ns1:pt x="0" y="91"/>
                  <ns1:pt x="0" y="92"/>
                </ns1:cubicBezTo>
                <ns1:cubicBezTo>
                  <ns1:pt x="0" y="94"/>
                  <ns1:pt x="2" y="96"/>
                  <ns1:pt x="4" y="96"/>
                </ns1:cubicBezTo>
                <ns1:cubicBezTo>
                  <ns1:pt x="172" y="96"/>
                  <ns1:pt x="172" y="96"/>
                  <ns1:pt x="172" y="96"/>
                </ns1:cubicBezTo>
                <ns1:cubicBezTo>
                  <ns1:pt x="174" y="96"/>
                  <ns1:pt x="176" y="94"/>
                  <ns1:pt x="176" y="92"/>
                </ns1:cubicBezTo>
                <ns1:cubicBezTo>
                  <ns1:pt x="176" y="91"/>
                  <ns1:pt x="176" y="90"/>
                  <ns1:pt x="175" y="89"/>
                </ns1:cubicBezTo>
                <ns1:moveTo>
                  <ns1:pt x="13" y="88"/>
                </ns1:moveTo>
                <ns1:cubicBezTo>
                  <ns1:pt x="88" y="10"/>
                  <ns1:pt x="88" y="10"/>
                  <ns1:pt x="88" y="10"/>
                </ns1:cubicBezTo>
                <ns1:cubicBezTo>
                  <ns1:pt x="163" y="88"/>
                  <ns1:pt x="163" y="88"/>
                  <ns1:pt x="163" y="88"/>
                </ns1:cubicBezTo>
                <ns1:lnTo>
                  <ns1:pt x="13" y="88"/>
                </ns1:lnTo>
                <ns1:close/>
              </ns1:path>
            </ns1:pathLst>
          </ns1:custGeom>
          <ns1:solidFill>
            <ns1:schemeClr val="tx1"/>
          </ns1:solidFill>
          <ns1:ln>
            <ns1:noFill/>
          </ns1:ln>
          <ns1:extLst/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en-US" sz="2700"/>
          </ns1:p>
        </ns0:txBody>
      </ns0:sp>
      <ns0:sp>
        <ns0:nvSpPr>
          <ns0:cNvPr id="47" name="Freeform 45"/>
          <ns0:cNvSpPr>
            <ns1:spLocks noEditPoints="1"/>
          </ns0:cNvSpPr>
          <ns0:nvPr/>
        </ns0:nvSpPr>
        <ns0:spPr bwMode="auto">
          <ns1:xfrm>
            <ns1:off x="7762876" y="3794126"/>
            <ns1:ext cx="239713" cy="441325"/>
          </ns1:xfrm>
          <ns1:custGeom>
            <ns1:avLst/>
            <ns1:gdLst>
              <ns1:gd name="T0" fmla="*/ 92 w 96"/>
              <ns1:gd name="T1" fmla="*/ 0 h 176"/>
              <ns1:gd name="T2" fmla="*/ 89 w 96"/>
              <ns1:gd name="T3" fmla="*/ 1 h 176"/>
              <ns1:gd name="T4" fmla="*/ 89 w 96"/>
              <ns1:gd name="T5" fmla="*/ 1 h 176"/>
              <ns1:gd name="T6" fmla="*/ 1 w 96"/>
              <ns1:gd name="T7" fmla="*/ 85 h 176"/>
              <ns1:gd name="T8" fmla="*/ 1 w 96"/>
              <ns1:gd name="T9" fmla="*/ 85 h 176"/>
              <ns1:gd name="T10" fmla="*/ 0 w 96"/>
              <ns1:gd name="T11" fmla="*/ 88 h 176"/>
              <ns1:gd name="T12" fmla="*/ 1 w 96"/>
              <ns1:gd name="T13" fmla="*/ 91 h 176"/>
              <ns1:gd name="T14" fmla="*/ 1 w 96"/>
              <ns1:gd name="T15" fmla="*/ 91 h 176"/>
              <ns1:gd name="T16" fmla="*/ 89 w 96"/>
              <ns1:gd name="T17" fmla="*/ 175 h 176"/>
              <ns1:gd name="T18" fmla="*/ 89 w 96"/>
              <ns1:gd name="T19" fmla="*/ 175 h 176"/>
              <ns1:gd name="T20" fmla="*/ 92 w 96"/>
              <ns1:gd name="T21" fmla="*/ 176 h 176"/>
              <ns1:gd name="T22" fmla="*/ 96 w 96"/>
              <ns1:gd name="T23" fmla="*/ 172 h 176"/>
              <ns1:gd name="T24" fmla="*/ 96 w 96"/>
              <ns1:gd name="T25" fmla="*/ 4 h 176"/>
              <ns1:gd name="T26" fmla="*/ 92 w 96"/>
              <ns1:gd name="T27" fmla="*/ 0 h 176"/>
              <ns1:gd name="T28" fmla="*/ 88 w 96"/>
              <ns1:gd name="T29" fmla="*/ 163 h 176"/>
              <ns1:gd name="T30" fmla="*/ 10 w 96"/>
              <ns1:gd name="T31" fmla="*/ 88 h 176"/>
              <ns1:gd name="T32" fmla="*/ 88 w 96"/>
              <ns1:gd name="T33" fmla="*/ 13 h 176"/>
              <ns1:gd name="T34" fmla="*/ 88 w 96"/>
              <ns1:gd name="T35" fmla="*/ 163 h 176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  <ns1:cxn ang="0">
                <ns1:pos x="T32" y="T33"/>
              </ns1:cxn>
              <ns1:cxn ang="0">
                <ns1:pos x="T34" y="T35"/>
              </ns1:cxn>
            </ns1:cxnLst>
            <ns1:rect l="0" t="0" r="r" b="b"/>
            <ns1:pathLst>
              <ns1:path w="96" h="176">
                <ns1:moveTo>
                  <ns1:pt x="92" y="0"/>
                </ns1:moveTo>
                <ns1:cubicBezTo>
                  <ns1:pt x="91" y="0"/>
                  <ns1:pt x="90" y="0"/>
                  <ns1:pt x="89" y="1"/>
                </ns1:cubicBezTo>
                <ns1:cubicBezTo>
                  <ns1:pt x="89" y="1"/>
                  <ns1:pt x="89" y="1"/>
                  <ns1:pt x="89" y="1"/>
                </ns1:cubicBezTo>
                <ns1:cubicBezTo>
                  <ns1:pt x="1" y="85"/>
                  <ns1:pt x="1" y="85"/>
                  <ns1:pt x="1" y="85"/>
                </ns1:cubicBezTo>
                <ns1:cubicBezTo>
                  <ns1:pt x="1" y="85"/>
                  <ns1:pt x="1" y="85"/>
                  <ns1:pt x="1" y="85"/>
                </ns1:cubicBezTo>
                <ns1:cubicBezTo>
                  <ns1:pt x="0" y="86"/>
                  <ns1:pt x="0" y="87"/>
                  <ns1:pt x="0" y="88"/>
                </ns1:cubicBezTo>
                <ns1:cubicBezTo>
                  <ns1:pt x="0" y="89"/>
                  <ns1:pt x="0" y="90"/>
                  <ns1:pt x="1" y="91"/>
                </ns1:cubicBezTo>
                <ns1:cubicBezTo>
                  <ns1:pt x="1" y="91"/>
                  <ns1:pt x="1" y="91"/>
                  <ns1:pt x="1" y="91"/>
                </ns1:cubicBezTo>
                <ns1:cubicBezTo>
                  <ns1:pt x="89" y="175"/>
                  <ns1:pt x="89" y="175"/>
                  <ns1:pt x="89" y="175"/>
                </ns1:cubicBezTo>
                <ns1:cubicBezTo>
                  <ns1:pt x="89" y="175"/>
                  <ns1:pt x="89" y="175"/>
                  <ns1:pt x="89" y="175"/>
                </ns1:cubicBezTo>
                <ns1:cubicBezTo>
                  <ns1:pt x="90" y="176"/>
                  <ns1:pt x="91" y="176"/>
                  <ns1:pt x="92" y="176"/>
                </ns1:cubicBezTo>
                <ns1:cubicBezTo>
                  <ns1:pt x="94" y="176"/>
                  <ns1:pt x="96" y="174"/>
                  <ns1:pt x="96" y="172"/>
                </ns1:cubicBezTo>
                <ns1:cubicBezTo>
                  <ns1:pt x="96" y="4"/>
                  <ns1:pt x="96" y="4"/>
                  <ns1:pt x="96" y="4"/>
                </ns1:cubicBezTo>
                <ns1:cubicBezTo>
                  <ns1:pt x="96" y="2"/>
                  <ns1:pt x="94" y="0"/>
                  <ns1:pt x="92" y="0"/>
                </ns1:cubicBezTo>
                <ns1:moveTo>
                  <ns1:pt x="88" y="163"/>
                </ns1:moveTo>
                <ns1:cubicBezTo>
                  <ns1:pt x="10" y="88"/>
                  <ns1:pt x="10" y="88"/>
                  <ns1:pt x="10" y="88"/>
                </ns1:cubicBezTo>
                <ns1:cubicBezTo>
                  <ns1:pt x="88" y="13"/>
                  <ns1:pt x="88" y="13"/>
                  <ns1:pt x="88" y="13"/>
                </ns1:cubicBezTo>
                <ns1:lnTo>
                  <ns1:pt x="88" y="163"/>
                </ns1:lnTo>
                <ns1:close/>
              </ns1:path>
            </ns1:pathLst>
          </ns1:custGeom>
          <ns1:solidFill>
            <ns1:schemeClr val="tx1"/>
          </ns1:solidFill>
          <ns1:ln>
            <ns1:noFill/>
          </ns1:ln>
          <ns1:extLst/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en-US" sz="2700"/>
          </ns1:p>
        </ns0:txBody>
      </ns0:sp>
      <ns0:sp>
        <ns0:nvSpPr>
          <ns0:cNvPr id="48" name="Freeform 46"/>
          <ns0:cNvSpPr>
            <ns1:spLocks noEditPoints="1"/>
          </ns0:cNvSpPr>
          <ns0:nvPr/>
        </ns0:nvSpPr>
        <ns0:spPr bwMode="auto">
          <ns1:xfrm>
            <ns1:off x="8602663" y="3794126"/>
            <ns1:ext cx="241300" cy="441325"/>
          </ns1:xfrm>
          <ns1:custGeom>
            <ns1:avLst/>
            <ns1:gdLst>
              <ns1:gd name="T0" fmla="*/ 96 w 96"/>
              <ns1:gd name="T1" fmla="*/ 88 h 176"/>
              <ns1:gd name="T2" fmla="*/ 95 w 96"/>
              <ns1:gd name="T3" fmla="*/ 85 h 176"/>
              <ns1:gd name="T4" fmla="*/ 95 w 96"/>
              <ns1:gd name="T5" fmla="*/ 85 h 176"/>
              <ns1:gd name="T6" fmla="*/ 7 w 96"/>
              <ns1:gd name="T7" fmla="*/ 1 h 176"/>
              <ns1:gd name="T8" fmla="*/ 7 w 96"/>
              <ns1:gd name="T9" fmla="*/ 1 h 176"/>
              <ns1:gd name="T10" fmla="*/ 4 w 96"/>
              <ns1:gd name="T11" fmla="*/ 0 h 176"/>
              <ns1:gd name="T12" fmla="*/ 0 w 96"/>
              <ns1:gd name="T13" fmla="*/ 4 h 176"/>
              <ns1:gd name="T14" fmla="*/ 0 w 96"/>
              <ns1:gd name="T15" fmla="*/ 172 h 176"/>
              <ns1:gd name="T16" fmla="*/ 4 w 96"/>
              <ns1:gd name="T17" fmla="*/ 176 h 176"/>
              <ns1:gd name="T18" fmla="*/ 7 w 96"/>
              <ns1:gd name="T19" fmla="*/ 175 h 176"/>
              <ns1:gd name="T20" fmla="*/ 7 w 96"/>
              <ns1:gd name="T21" fmla="*/ 175 h 176"/>
              <ns1:gd name="T22" fmla="*/ 95 w 96"/>
              <ns1:gd name="T23" fmla="*/ 91 h 176"/>
              <ns1:gd name="T24" fmla="*/ 95 w 96"/>
              <ns1:gd name="T25" fmla="*/ 91 h 176"/>
              <ns1:gd name="T26" fmla="*/ 96 w 96"/>
              <ns1:gd name="T27" fmla="*/ 88 h 176"/>
              <ns1:gd name="T28" fmla="*/ 8 w 96"/>
              <ns1:gd name="T29" fmla="*/ 163 h 176"/>
              <ns1:gd name="T30" fmla="*/ 8 w 96"/>
              <ns1:gd name="T31" fmla="*/ 13 h 176"/>
              <ns1:gd name="T32" fmla="*/ 86 w 96"/>
              <ns1:gd name="T33" fmla="*/ 88 h 176"/>
              <ns1:gd name="T34" fmla="*/ 8 w 96"/>
              <ns1:gd name="T35" fmla="*/ 163 h 176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  <ns1:cxn ang="0">
                <ns1:pos x="T32" y="T33"/>
              </ns1:cxn>
              <ns1:cxn ang="0">
                <ns1:pos x="T34" y="T35"/>
              </ns1:cxn>
            </ns1:cxnLst>
            <ns1:rect l="0" t="0" r="r" b="b"/>
            <ns1:pathLst>
              <ns1:path w="96" h="176">
                <ns1:moveTo>
                  <ns1:pt x="96" y="88"/>
                </ns1:moveTo>
                <ns1:cubicBezTo>
                  <ns1:pt x="96" y="87"/>
                  <ns1:pt x="96" y="86"/>
                  <ns1:pt x="95" y="85"/>
                </ns1:cubicBezTo>
                <ns1:cubicBezTo>
                  <ns1:pt x="95" y="85"/>
                  <ns1:pt x="95" y="85"/>
                  <ns1:pt x="95" y="85"/>
                </ns1:cubicBezTo>
                <ns1:cubicBezTo>
                  <ns1:pt x="7" y="1"/>
                  <ns1:pt x="7" y="1"/>
                  <ns1:pt x="7" y="1"/>
                </ns1:cubicBezTo>
                <ns1:cubicBezTo>
                  <ns1:pt x="7" y="1"/>
                  <ns1:pt x="7" y="1"/>
                  <ns1:pt x="7" y="1"/>
                </ns1:cubicBezTo>
                <ns1:cubicBezTo>
                  <ns1:pt x="6" y="0"/>
                  <ns1:pt x="5" y="0"/>
                  <ns1:pt x="4" y="0"/>
                </ns1:cubicBezTo>
                <ns1:cubicBezTo>
                  <ns1:pt x="2" y="0"/>
                  <ns1:pt x="0" y="2"/>
                  <ns1:pt x="0" y="4"/>
                </ns1:cubicBezTo>
                <ns1:cubicBezTo>
                  <ns1:pt x="0" y="172"/>
                  <ns1:pt x="0" y="172"/>
                  <ns1:pt x="0" y="172"/>
                </ns1:cubicBezTo>
                <ns1:cubicBezTo>
                  <ns1:pt x="0" y="174"/>
                  <ns1:pt x="2" y="176"/>
                  <ns1:pt x="4" y="176"/>
                </ns1:cubicBezTo>
                <ns1:cubicBezTo>
                  <ns1:pt x="5" y="176"/>
                  <ns1:pt x="6" y="176"/>
                  <ns1:pt x="7" y="175"/>
                </ns1:cubicBezTo>
                <ns1:cubicBezTo>
                  <ns1:pt x="7" y="175"/>
                  <ns1:pt x="7" y="175"/>
                  <ns1:pt x="7" y="175"/>
                </ns1:cubicBezTo>
                <ns1:cubicBezTo>
                  <ns1:pt x="95" y="91"/>
                  <ns1:pt x="95" y="91"/>
                  <ns1:pt x="95" y="91"/>
                </ns1:cubicBezTo>
                <ns1:cubicBezTo>
                  <ns1:pt x="95" y="91"/>
                  <ns1:pt x="95" y="91"/>
                  <ns1:pt x="95" y="91"/>
                </ns1:cubicBezTo>
                <ns1:cubicBezTo>
                  <ns1:pt x="96" y="90"/>
                  <ns1:pt x="96" y="89"/>
                  <ns1:pt x="96" y="88"/>
                </ns1:cubicBezTo>
                <ns1:moveTo>
                  <ns1:pt x="8" y="163"/>
                </ns1:moveTo>
                <ns1:cubicBezTo>
                  <ns1:pt x="8" y="13"/>
                  <ns1:pt x="8" y="13"/>
                  <ns1:pt x="8" y="13"/>
                </ns1:cubicBezTo>
                <ns1:cubicBezTo>
                  <ns1:pt x="86" y="88"/>
                  <ns1:pt x="86" y="88"/>
                  <ns1:pt x="86" y="88"/>
                </ns1:cubicBezTo>
                <ns1:lnTo>
                  <ns1:pt x="8" y="163"/>
                </ns1:lnTo>
                <ns1:close/>
              </ns1:path>
            </ns1:pathLst>
          </ns1:custGeom>
          <ns1:solidFill>
            <ns1:schemeClr val="tx1"/>
          </ns1:solidFill>
          <ns1:ln>
            <ns1:noFill/>
          </ns1:ln>
          <ns1:extLst/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en-US" sz="2700"/>
          </ns1:p>
        </ns0:txBody>
      </ns0:sp>
      <ns0:sp>
        <ns0:nvSpPr>
          <ns0:cNvPr id="49" name="Freeform 47"/>
          <ns0:cNvSpPr>
            <ns1:spLocks/>
          </ns0:cNvSpPr>
          <ns0:nvPr/>
        </ns0:nvSpPr>
        <ns0:spPr bwMode="auto">
          <ns1:xfrm>
            <ns1:off x="9344026" y="3794126"/>
            <ns1:ext cx="439738" cy="441325"/>
          </ns1:xfrm>
          <ns1:custGeom>
            <ns1:avLst/>
            <ns1:gdLst>
              <ns1:gd name="T0" fmla="*/ 175 w 176"/>
              <ns1:gd name="T1" fmla="*/ 85 h 176"/>
              <ns1:gd name="T2" fmla="*/ 151 w 176"/>
              <ns1:gd name="T3" fmla="*/ 61 h 176"/>
              <ns1:gd name="T4" fmla="*/ 148 w 176"/>
              <ns1:gd name="T5" fmla="*/ 60 h 176"/>
              <ns1:gd name="T6" fmla="*/ 144 w 176"/>
              <ns1:gd name="T7" fmla="*/ 64 h 176"/>
              <ns1:gd name="T8" fmla="*/ 145 w 176"/>
              <ns1:gd name="T9" fmla="*/ 67 h 176"/>
              <ns1:gd name="T10" fmla="*/ 162 w 176"/>
              <ns1:gd name="T11" fmla="*/ 84 h 176"/>
              <ns1:gd name="T12" fmla="*/ 92 w 176"/>
              <ns1:gd name="T13" fmla="*/ 84 h 176"/>
              <ns1:gd name="T14" fmla="*/ 92 w 176"/>
              <ns1:gd name="T15" fmla="*/ 14 h 176"/>
              <ns1:gd name="T16" fmla="*/ 109 w 176"/>
              <ns1:gd name="T17" fmla="*/ 31 h 176"/>
              <ns1:gd name="T18" fmla="*/ 112 w 176"/>
              <ns1:gd name="T19" fmla="*/ 32 h 176"/>
              <ns1:gd name="T20" fmla="*/ 116 w 176"/>
              <ns1:gd name="T21" fmla="*/ 28 h 176"/>
              <ns1:gd name="T22" fmla="*/ 115 w 176"/>
              <ns1:gd name="T23" fmla="*/ 25 h 176"/>
              <ns1:gd name="T24" fmla="*/ 91 w 176"/>
              <ns1:gd name="T25" fmla="*/ 1 h 176"/>
              <ns1:gd name="T26" fmla="*/ 88 w 176"/>
              <ns1:gd name="T27" fmla="*/ 0 h 176"/>
              <ns1:gd name="T28" fmla="*/ 85 w 176"/>
              <ns1:gd name="T29" fmla="*/ 1 h 176"/>
              <ns1:gd name="T30" fmla="*/ 61 w 176"/>
              <ns1:gd name="T31" fmla="*/ 25 h 176"/>
              <ns1:gd name="T32" fmla="*/ 60 w 176"/>
              <ns1:gd name="T33" fmla="*/ 28 h 176"/>
              <ns1:gd name="T34" fmla="*/ 64 w 176"/>
              <ns1:gd name="T35" fmla="*/ 32 h 176"/>
              <ns1:gd name="T36" fmla="*/ 67 w 176"/>
              <ns1:gd name="T37" fmla="*/ 31 h 176"/>
              <ns1:gd name="T38" fmla="*/ 84 w 176"/>
              <ns1:gd name="T39" fmla="*/ 14 h 176"/>
              <ns1:gd name="T40" fmla="*/ 84 w 176"/>
              <ns1:gd name="T41" fmla="*/ 84 h 176"/>
              <ns1:gd name="T42" fmla="*/ 14 w 176"/>
              <ns1:gd name="T43" fmla="*/ 84 h 176"/>
              <ns1:gd name="T44" fmla="*/ 31 w 176"/>
              <ns1:gd name="T45" fmla="*/ 67 h 176"/>
              <ns1:gd name="T46" fmla="*/ 32 w 176"/>
              <ns1:gd name="T47" fmla="*/ 64 h 176"/>
              <ns1:gd name="T48" fmla="*/ 28 w 176"/>
              <ns1:gd name="T49" fmla="*/ 60 h 176"/>
              <ns1:gd name="T50" fmla="*/ 25 w 176"/>
              <ns1:gd name="T51" fmla="*/ 61 h 176"/>
              <ns1:gd name="T52" fmla="*/ 1 w 176"/>
              <ns1:gd name="T53" fmla="*/ 85 h 176"/>
              <ns1:gd name="T54" fmla="*/ 0 w 176"/>
              <ns1:gd name="T55" fmla="*/ 88 h 176"/>
              <ns1:gd name="T56" fmla="*/ 1 w 176"/>
              <ns1:gd name="T57" fmla="*/ 91 h 176"/>
              <ns1:gd name="T58" fmla="*/ 25 w 176"/>
              <ns1:gd name="T59" fmla="*/ 115 h 176"/>
              <ns1:gd name="T60" fmla="*/ 28 w 176"/>
              <ns1:gd name="T61" fmla="*/ 116 h 176"/>
              <ns1:gd name="T62" fmla="*/ 32 w 176"/>
              <ns1:gd name="T63" fmla="*/ 112 h 176"/>
              <ns1:gd name="T64" fmla="*/ 31 w 176"/>
              <ns1:gd name="T65" fmla="*/ 109 h 176"/>
              <ns1:gd name="T66" fmla="*/ 14 w 176"/>
              <ns1:gd name="T67" fmla="*/ 92 h 176"/>
              <ns1:gd name="T68" fmla="*/ 84 w 176"/>
              <ns1:gd name="T69" fmla="*/ 92 h 176"/>
              <ns1:gd name="T70" fmla="*/ 84 w 176"/>
              <ns1:gd name="T71" fmla="*/ 162 h 176"/>
              <ns1:gd name="T72" fmla="*/ 67 w 176"/>
              <ns1:gd name="T73" fmla="*/ 145 h 176"/>
              <ns1:gd name="T74" fmla="*/ 64 w 176"/>
              <ns1:gd name="T75" fmla="*/ 144 h 176"/>
              <ns1:gd name="T76" fmla="*/ 60 w 176"/>
              <ns1:gd name="T77" fmla="*/ 148 h 176"/>
              <ns1:gd name="T78" fmla="*/ 61 w 176"/>
              <ns1:gd name="T79" fmla="*/ 151 h 176"/>
              <ns1:gd name="T80" fmla="*/ 85 w 176"/>
              <ns1:gd name="T81" fmla="*/ 175 h 176"/>
              <ns1:gd name="T82" fmla="*/ 88 w 176"/>
              <ns1:gd name="T83" fmla="*/ 176 h 176"/>
              <ns1:gd name="T84" fmla="*/ 91 w 176"/>
              <ns1:gd name="T85" fmla="*/ 175 h 176"/>
              <ns1:gd name="T86" fmla="*/ 115 w 176"/>
              <ns1:gd name="T87" fmla="*/ 151 h 176"/>
              <ns1:gd name="T88" fmla="*/ 116 w 176"/>
              <ns1:gd name="T89" fmla="*/ 148 h 176"/>
              <ns1:gd name="T90" fmla="*/ 112 w 176"/>
              <ns1:gd name="T91" fmla="*/ 144 h 176"/>
              <ns1:gd name="T92" fmla="*/ 109 w 176"/>
              <ns1:gd name="T93" fmla="*/ 145 h 176"/>
              <ns1:gd name="T94" fmla="*/ 92 w 176"/>
              <ns1:gd name="T95" fmla="*/ 162 h 176"/>
              <ns1:gd name="T96" fmla="*/ 92 w 176"/>
              <ns1:gd name="T97" fmla="*/ 92 h 176"/>
              <ns1:gd name="T98" fmla="*/ 162 w 176"/>
              <ns1:gd name="T99" fmla="*/ 92 h 176"/>
              <ns1:gd name="T100" fmla="*/ 145 w 176"/>
              <ns1:gd name="T101" fmla="*/ 109 h 176"/>
              <ns1:gd name="T102" fmla="*/ 144 w 176"/>
              <ns1:gd name="T103" fmla="*/ 112 h 176"/>
              <ns1:gd name="T104" fmla="*/ 148 w 176"/>
              <ns1:gd name="T105" fmla="*/ 116 h 176"/>
              <ns1:gd name="T106" fmla="*/ 151 w 176"/>
              <ns1:gd name="T107" fmla="*/ 115 h 176"/>
              <ns1:gd name="T108" fmla="*/ 175 w 176"/>
              <ns1:gd name="T109" fmla="*/ 91 h 176"/>
              <ns1:gd name="T110" fmla="*/ 176 w 176"/>
              <ns1:gd name="T111" fmla="*/ 88 h 176"/>
              <ns1:gd name="T112" fmla="*/ 175 w 176"/>
              <ns1:gd name="T113" fmla="*/ 85 h 176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  <ns1:cxn ang="0">
                <ns1:pos x="T32" y="T33"/>
              </ns1:cxn>
              <ns1:cxn ang="0">
                <ns1:pos x="T34" y="T35"/>
              </ns1:cxn>
              <ns1:cxn ang="0">
                <ns1:pos x="T36" y="T37"/>
              </ns1:cxn>
              <ns1:cxn ang="0">
                <ns1:pos x="T38" y="T39"/>
              </ns1:cxn>
              <ns1:cxn ang="0">
                <ns1:pos x="T40" y="T41"/>
              </ns1:cxn>
              <ns1:cxn ang="0">
                <ns1:pos x="T42" y="T43"/>
              </ns1:cxn>
              <ns1:cxn ang="0">
                <ns1:pos x="T44" y="T45"/>
              </ns1:cxn>
              <ns1:cxn ang="0">
                <ns1:pos x="T46" y="T47"/>
              </ns1:cxn>
              <ns1:cxn ang="0">
                <ns1:pos x="T48" y="T49"/>
              </ns1:cxn>
              <ns1:cxn ang="0">
                <ns1:pos x="T50" y="T51"/>
              </ns1:cxn>
              <ns1:cxn ang="0">
                <ns1:pos x="T52" y="T53"/>
              </ns1:cxn>
              <ns1:cxn ang="0">
                <ns1:pos x="T54" y="T55"/>
              </ns1:cxn>
              <ns1:cxn ang="0">
                <ns1:pos x="T56" y="T57"/>
              </ns1:cxn>
              <ns1:cxn ang="0">
                <ns1:pos x="T58" y="T59"/>
              </ns1:cxn>
              <ns1:cxn ang="0">
                <ns1:pos x="T60" y="T61"/>
              </ns1:cxn>
              <ns1:cxn ang="0">
                <ns1:pos x="T62" y="T63"/>
              </ns1:cxn>
              <ns1:cxn ang="0">
                <ns1:pos x="T64" y="T65"/>
              </ns1:cxn>
              <ns1:cxn ang="0">
                <ns1:pos x="T66" y="T67"/>
              </ns1:cxn>
              <ns1:cxn ang="0">
                <ns1:pos x="T68" y="T69"/>
              </ns1:cxn>
              <ns1:cxn ang="0">
                <ns1:pos x="T70" y="T71"/>
              </ns1:cxn>
              <ns1:cxn ang="0">
                <ns1:pos x="T72" y="T73"/>
              </ns1:cxn>
              <ns1:cxn ang="0">
                <ns1:pos x="T74" y="T75"/>
              </ns1:cxn>
              <ns1:cxn ang="0">
                <ns1:pos x="T76" y="T77"/>
              </ns1:cxn>
              <ns1:cxn ang="0">
                <ns1:pos x="T78" y="T79"/>
              </ns1:cxn>
              <ns1:cxn ang="0">
                <ns1:pos x="T80" y="T81"/>
              </ns1:cxn>
              <ns1:cxn ang="0">
                <ns1:pos x="T82" y="T83"/>
              </ns1:cxn>
              <ns1:cxn ang="0">
                <ns1:pos x="T84" y="T85"/>
              </ns1:cxn>
              <ns1:cxn ang="0">
                <ns1:pos x="T86" y="T87"/>
              </ns1:cxn>
              <ns1:cxn ang="0">
                <ns1:pos x="T88" y="T89"/>
              </ns1:cxn>
              <ns1:cxn ang="0">
                <ns1:pos x="T90" y="T91"/>
              </ns1:cxn>
              <ns1:cxn ang="0">
                <ns1:pos x="T92" y="T93"/>
              </ns1:cxn>
              <ns1:cxn ang="0">
                <ns1:pos x="T94" y="T95"/>
              </ns1:cxn>
              <ns1:cxn ang="0">
                <ns1:pos x="T96" y="T97"/>
              </ns1:cxn>
              <ns1:cxn ang="0">
                <ns1:pos x="T98" y="T99"/>
              </ns1:cxn>
              <ns1:cxn ang="0">
                <ns1:pos x="T100" y="T101"/>
              </ns1:cxn>
              <ns1:cxn ang="0">
                <ns1:pos x="T102" y="T103"/>
              </ns1:cxn>
              <ns1:cxn ang="0">
                <ns1:pos x="T104" y="T105"/>
              </ns1:cxn>
              <ns1:cxn ang="0">
                <ns1:pos x="T106" y="T107"/>
              </ns1:cxn>
              <ns1:cxn ang="0">
                <ns1:pos x="T108" y="T109"/>
              </ns1:cxn>
              <ns1:cxn ang="0">
                <ns1:pos x="T110" y="T111"/>
              </ns1:cxn>
              <ns1:cxn ang="0">
                <ns1:pos x="T112" y="T113"/>
              </ns1:cxn>
            </ns1:cxnLst>
            <ns1:rect l="0" t="0" r="r" b="b"/>
            <ns1:pathLst>
              <ns1:path w="176" h="176">
                <ns1:moveTo>
                  <ns1:pt x="175" y="85"/>
                </ns1:moveTo>
                <ns1:cubicBezTo>
                  <ns1:pt x="151" y="61"/>
                  <ns1:pt x="151" y="61"/>
                  <ns1:pt x="151" y="61"/>
                </ns1:cubicBezTo>
                <ns1:cubicBezTo>
                  <ns1:pt x="150" y="60"/>
                  <ns1:pt x="149" y="60"/>
                  <ns1:pt x="148" y="60"/>
                </ns1:cubicBezTo>
                <ns1:cubicBezTo>
                  <ns1:pt x="146" y="60"/>
                  <ns1:pt x="144" y="62"/>
                  <ns1:pt x="144" y="64"/>
                </ns1:cubicBezTo>
                <ns1:cubicBezTo>
                  <ns1:pt x="144" y="65"/>
                  <ns1:pt x="144" y="66"/>
                  <ns1:pt x="145" y="67"/>
                </ns1:cubicBezTo>
                <ns1:cubicBezTo>
                  <ns1:pt x="162" y="84"/>
                  <ns1:pt x="162" y="84"/>
                  <ns1:pt x="162" y="84"/>
                </ns1:cubicBezTo>
                <ns1:cubicBezTo>
                  <ns1:pt x="92" y="84"/>
                  <ns1:pt x="92" y="84"/>
                  <ns1:pt x="92" y="84"/>
                </ns1:cubicBezTo>
                <ns1:cubicBezTo>
                  <ns1:pt x="92" y="14"/>
                  <ns1:pt x="92" y="14"/>
                  <ns1:pt x="92" y="14"/>
                </ns1:cubicBezTo>
                <ns1:cubicBezTo>
                  <ns1:pt x="109" y="31"/>
                  <ns1:pt x="109" y="31"/>
                  <ns1:pt x="109" y="31"/>
                </ns1:cubicBezTo>
                <ns1:cubicBezTo>
                  <ns1:pt x="110" y="32"/>
                  <ns1:pt x="111" y="32"/>
                  <ns1:pt x="112" y="32"/>
                </ns1:cubicBezTo>
                <ns1:cubicBezTo>
                  <ns1:pt x="114" y="32"/>
                  <ns1:pt x="116" y="30"/>
                  <ns1:pt x="116" y="28"/>
                </ns1:cubicBezTo>
                <ns1:cubicBezTo>
                  <ns1:pt x="116" y="27"/>
                  <ns1:pt x="116" y="26"/>
                  <ns1:pt x="115" y="25"/>
                </ns1:cubicBezTo>
                <ns1:cubicBezTo>
                  <ns1:pt x="91" y="1"/>
                  <ns1:pt x="91" y="1"/>
                  <ns1:pt x="91" y="1"/>
                </ns1:cubicBezTo>
                <ns1:cubicBezTo>
                  <ns1:pt x="90" y="0"/>
                  <ns1:pt x="89" y="0"/>
                  <ns1:pt x="88" y="0"/>
                </ns1:cubicBezTo>
                <ns1:cubicBezTo>
                  <ns1:pt x="87" y="0"/>
                  <ns1:pt x="86" y="0"/>
                  <ns1:pt x="85" y="1"/>
                </ns1:cubicBezTo>
                <ns1:cubicBezTo>
                  <ns1:pt x="61" y="25"/>
                  <ns1:pt x="61" y="25"/>
                  <ns1:pt x="61" y="25"/>
                </ns1:cubicBezTo>
                <ns1:cubicBezTo>
                  <ns1:pt x="60" y="26"/>
                  <ns1:pt x="60" y="27"/>
                  <ns1:pt x="60" y="28"/>
                </ns1:cubicBezTo>
                <ns1:cubicBezTo>
                  <ns1:pt x="60" y="30"/>
                  <ns1:pt x="62" y="32"/>
                  <ns1:pt x="64" y="32"/>
                </ns1:cubicBezTo>
                <ns1:cubicBezTo>
                  <ns1:pt x="65" y="32"/>
                  <ns1:pt x="66" y="32"/>
                  <ns1:pt x="67" y="31"/>
                </ns1:cubicBezTo>
                <ns1:cubicBezTo>
                  <ns1:pt x="84" y="14"/>
                  <ns1:pt x="84" y="14"/>
                  <ns1:pt x="84" y="14"/>
                </ns1:cubicBezTo>
                <ns1:cubicBezTo>
                  <ns1:pt x="84" y="84"/>
                  <ns1:pt x="84" y="84"/>
                  <ns1:pt x="84" y="84"/>
                </ns1:cubicBezTo>
                <ns1:cubicBezTo>
                  <ns1:pt x="14" y="84"/>
                  <ns1:pt x="14" y="84"/>
                  <ns1:pt x="14" y="84"/>
                </ns1:cubicBezTo>
                <ns1:cubicBezTo>
                  <ns1:pt x="31" y="67"/>
                  <ns1:pt x="31" y="67"/>
                  <ns1:pt x="31" y="67"/>
                </ns1:cubicBezTo>
                <ns1:cubicBezTo>
                  <ns1:pt x="32" y="66"/>
                  <ns1:pt x="32" y="65"/>
                  <ns1:pt x="32" y="64"/>
                </ns1:cubicBezTo>
                <ns1:cubicBezTo>
                  <ns1:pt x="32" y="62"/>
                  <ns1:pt x="30" y="60"/>
                  <ns1:pt x="28" y="60"/>
                </ns1:cubicBezTo>
                <ns1:cubicBezTo>
                  <ns1:pt x="27" y="60"/>
                  <ns1:pt x="26" y="60"/>
                  <ns1:pt x="25" y="61"/>
                </ns1:cubicBezTo>
                <ns1:cubicBezTo>
                  <ns1:pt x="1" y="85"/>
                  <ns1:pt x="1" y="85"/>
                  <ns1:pt x="1" y="85"/>
                </ns1:cubicBezTo>
                <ns1:cubicBezTo>
                  <ns1:pt x="0" y="86"/>
                  <ns1:pt x="0" y="87"/>
                  <ns1:pt x="0" y="88"/>
                </ns1:cubicBezTo>
                <ns1:cubicBezTo>
                  <ns1:pt x="0" y="89"/>
                  <ns1:pt x="0" y="90"/>
                  <ns1:pt x="1" y="91"/>
                </ns1:cubicBezTo>
                <ns1:cubicBezTo>
                  <ns1:pt x="25" y="115"/>
                  <ns1:pt x="25" y="115"/>
                  <ns1:pt x="25" y="115"/>
                </ns1:cubicBezTo>
                <ns1:cubicBezTo>
                  <ns1:pt x="26" y="116"/>
                  <ns1:pt x="27" y="116"/>
                  <ns1:pt x="28" y="116"/>
                </ns1:cubicBezTo>
                <ns1:cubicBezTo>
                  <ns1:pt x="30" y="116"/>
                  <ns1:pt x="32" y="114"/>
                  <ns1:pt x="32" y="112"/>
                </ns1:cubicBezTo>
                <ns1:cubicBezTo>
                  <ns1:pt x="32" y="111"/>
                  <ns1:pt x="32" y="110"/>
                  <ns1:pt x="31" y="109"/>
                </ns1:cubicBezTo>
                <ns1:cubicBezTo>
                  <ns1:pt x="14" y="92"/>
                  <ns1:pt x="14" y="92"/>
                  <ns1:pt x="14" y="92"/>
                </ns1:cubicBezTo>
                <ns1:cubicBezTo>
                  <ns1:pt x="84" y="92"/>
                  <ns1:pt x="84" y="92"/>
                  <ns1:pt x="84" y="92"/>
                </ns1:cubicBezTo>
                <ns1:cubicBezTo>
                  <ns1:pt x="84" y="162"/>
                  <ns1:pt x="84" y="162"/>
                  <ns1:pt x="84" y="162"/>
                </ns1:cubicBezTo>
                <ns1:cubicBezTo>
                  <ns1:pt x="67" y="145"/>
                  <ns1:pt x="67" y="145"/>
                  <ns1:pt x="67" y="145"/>
                </ns1:cubicBezTo>
                <ns1:cubicBezTo>
                  <ns1:pt x="66" y="144"/>
                  <ns1:pt x="65" y="144"/>
                  <ns1:pt x="64" y="144"/>
                </ns1:cubicBezTo>
                <ns1:cubicBezTo>
                  <ns1:pt x="62" y="144"/>
                  <ns1:pt x="60" y="146"/>
                  <ns1:pt x="60" y="148"/>
                </ns1:cubicBezTo>
                <ns1:cubicBezTo>
                  <ns1:pt x="60" y="149"/>
                  <ns1:pt x="60" y="150"/>
                  <ns1:pt x="61" y="151"/>
                </ns1:cubicBezTo>
                <ns1:cubicBezTo>
                  <ns1:pt x="85" y="175"/>
                  <ns1:pt x="85" y="175"/>
                  <ns1:pt x="85" y="175"/>
                </ns1:cubicBezTo>
                <ns1:cubicBezTo>
                  <ns1:pt x="86" y="176"/>
                  <ns1:pt x="87" y="176"/>
                  <ns1:pt x="88" y="176"/>
                </ns1:cubicBezTo>
                <ns1:cubicBezTo>
                  <ns1:pt x="89" y="176"/>
                  <ns1:pt x="90" y="176"/>
                  <ns1:pt x="91" y="175"/>
                </ns1:cubicBezTo>
                <ns1:cubicBezTo>
                  <ns1:pt x="115" y="151"/>
                  <ns1:pt x="115" y="151"/>
                  <ns1:pt x="115" y="151"/>
                </ns1:cubicBezTo>
                <ns1:cubicBezTo>
                  <ns1:pt x="116" y="150"/>
                  <ns1:pt x="116" y="149"/>
                  <ns1:pt x="116" y="148"/>
                </ns1:cubicBezTo>
                <ns1:cubicBezTo>
                  <ns1:pt x="116" y="146"/>
                  <ns1:pt x="114" y="144"/>
                  <ns1:pt x="112" y="144"/>
                </ns1:cubicBezTo>
                <ns1:cubicBezTo>
                  <ns1:pt x="111" y="144"/>
                  <ns1:pt x="110" y="144"/>
                  <ns1:pt x="109" y="145"/>
                </ns1:cubicBezTo>
                <ns1:cubicBezTo>
                  <ns1:pt x="92" y="162"/>
                  <ns1:pt x="92" y="162"/>
                  <ns1:pt x="92" y="162"/>
                </ns1:cubicBezTo>
                <ns1:cubicBezTo>
                  <ns1:pt x="92" y="92"/>
                  <ns1:pt x="92" y="92"/>
                  <ns1:pt x="92" y="92"/>
                </ns1:cubicBezTo>
                <ns1:cubicBezTo>
                  <ns1:pt x="162" y="92"/>
                  <ns1:pt x="162" y="92"/>
                  <ns1:pt x="162" y="92"/>
                </ns1:cubicBezTo>
                <ns1:cubicBezTo>
                  <ns1:pt x="145" y="109"/>
                  <ns1:pt x="145" y="109"/>
                  <ns1:pt x="145" y="109"/>
                </ns1:cubicBezTo>
                <ns1:cubicBezTo>
                  <ns1:pt x="144" y="110"/>
                  <ns1:pt x="144" y="111"/>
                  <ns1:pt x="144" y="112"/>
                </ns1:cubicBezTo>
                <ns1:cubicBezTo>
                  <ns1:pt x="144" y="114"/>
                  <ns1:pt x="146" y="116"/>
                  <ns1:pt x="148" y="116"/>
                </ns1:cubicBezTo>
                <ns1:cubicBezTo>
                  <ns1:pt x="149" y="116"/>
                  <ns1:pt x="150" y="116"/>
                  <ns1:pt x="151" y="115"/>
                </ns1:cubicBezTo>
                <ns1:cubicBezTo>
                  <ns1:pt x="175" y="91"/>
                  <ns1:pt x="175" y="91"/>
                  <ns1:pt x="175" y="91"/>
                </ns1:cubicBezTo>
                <ns1:cubicBezTo>
                  <ns1:pt x="176" y="90"/>
                  <ns1:pt x="176" y="89"/>
                  <ns1:pt x="176" y="88"/>
                </ns1:cubicBezTo>
                <ns1:cubicBezTo>
                  <ns1:pt x="176" y="87"/>
                  <ns1:pt x="176" y="86"/>
                  <ns1:pt x="175" y="85"/>
                </ns1:cubicBezTo>
              </ns1:path>
            </ns1:pathLst>
          </ns1:custGeom>
          <ns1:solidFill>
            <ns1:schemeClr val="tx1"/>
          </ns1:solidFill>
          <ns1:ln>
            <ns1:noFill/>
          </ns1:ln>
          <ns1:extLst/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en-US" sz="2700"/>
          </ns1:p>
        </ns0:txBody>
      </ns0:sp>
      <ns0:sp>
        <ns0:nvSpPr>
          <ns0:cNvPr id="50" name="Freeform 48"/>
          <ns0:cNvSpPr>
            <ns1:spLocks noEditPoints="1"/>
          </ns0:cNvSpPr>
          <ns0:nvPr/>
        </ns0:nvSpPr>
        <ns0:spPr bwMode="auto">
          <ns1:xfrm>
            <ns1:off x="1781176" y="4635501"/>
            <ns1:ext cx="439738" cy="441325"/>
          </ns1:xfrm>
          <ns1:custGeom>
            <ns1:avLst/>
            <ns1:gdLst>
              <ns1:gd name="T0" fmla="*/ 132 w 176"/>
              <ns1:gd name="T1" fmla="*/ 64 h 176"/>
              <ns1:gd name="T2" fmla="*/ 129 w 176"/>
              <ns1:gd name="T3" fmla="*/ 65 h 176"/>
              <ns1:gd name="T4" fmla="*/ 129 w 176"/>
              <ns1:gd name="T5" fmla="*/ 65 h 176"/>
              <ns1:gd name="T6" fmla="*/ 88 w 176"/>
              <ns1:gd name="T7" fmla="*/ 103 h 176"/>
              <ns1:gd name="T8" fmla="*/ 47 w 176"/>
              <ns1:gd name="T9" fmla="*/ 65 h 176"/>
              <ns1:gd name="T10" fmla="*/ 47 w 176"/>
              <ns1:gd name="T11" fmla="*/ 65 h 176"/>
              <ns1:gd name="T12" fmla="*/ 44 w 176"/>
              <ns1:gd name="T13" fmla="*/ 64 h 176"/>
              <ns1:gd name="T14" fmla="*/ 40 w 176"/>
              <ns1:gd name="T15" fmla="*/ 68 h 176"/>
              <ns1:gd name="T16" fmla="*/ 41 w 176"/>
              <ns1:gd name="T17" fmla="*/ 71 h 176"/>
              <ns1:gd name="T18" fmla="*/ 41 w 176"/>
              <ns1:gd name="T19" fmla="*/ 71 h 176"/>
              <ns1:gd name="T20" fmla="*/ 85 w 176"/>
              <ns1:gd name="T21" fmla="*/ 111 h 176"/>
              <ns1:gd name="T22" fmla="*/ 85 w 176"/>
              <ns1:gd name="T23" fmla="*/ 111 h 176"/>
              <ns1:gd name="T24" fmla="*/ 88 w 176"/>
              <ns1:gd name="T25" fmla="*/ 112 h 176"/>
              <ns1:gd name="T26" fmla="*/ 91 w 176"/>
              <ns1:gd name="T27" fmla="*/ 111 h 176"/>
              <ns1:gd name="T28" fmla="*/ 91 w 176"/>
              <ns1:gd name="T29" fmla="*/ 111 h 176"/>
              <ns1:gd name="T30" fmla="*/ 135 w 176"/>
              <ns1:gd name="T31" fmla="*/ 71 h 176"/>
              <ns1:gd name="T32" fmla="*/ 135 w 176"/>
              <ns1:gd name="T33" fmla="*/ 71 h 176"/>
              <ns1:gd name="T34" fmla="*/ 136 w 176"/>
              <ns1:gd name="T35" fmla="*/ 68 h 176"/>
              <ns1:gd name="T36" fmla="*/ 132 w 176"/>
              <ns1:gd name="T37" fmla="*/ 64 h 176"/>
              <ns1:gd name="T38" fmla="*/ 160 w 176"/>
              <ns1:gd name="T39" fmla="*/ 0 h 176"/>
              <ns1:gd name="T40" fmla="*/ 16 w 176"/>
              <ns1:gd name="T41" fmla="*/ 0 h 176"/>
              <ns1:gd name="T42" fmla="*/ 0 w 176"/>
              <ns1:gd name="T43" fmla="*/ 16 h 176"/>
              <ns1:gd name="T44" fmla="*/ 0 w 176"/>
              <ns1:gd name="T45" fmla="*/ 160 h 176"/>
              <ns1:gd name="T46" fmla="*/ 16 w 176"/>
              <ns1:gd name="T47" fmla="*/ 176 h 176"/>
              <ns1:gd name="T48" fmla="*/ 160 w 176"/>
              <ns1:gd name="T49" fmla="*/ 176 h 176"/>
              <ns1:gd name="T50" fmla="*/ 176 w 176"/>
              <ns1:gd name="T51" fmla="*/ 160 h 176"/>
              <ns1:gd name="T52" fmla="*/ 176 w 176"/>
              <ns1:gd name="T53" fmla="*/ 16 h 176"/>
              <ns1:gd name="T54" fmla="*/ 160 w 176"/>
              <ns1:gd name="T55" fmla="*/ 0 h 176"/>
              <ns1:gd name="T56" fmla="*/ 168 w 176"/>
              <ns1:gd name="T57" fmla="*/ 160 h 176"/>
              <ns1:gd name="T58" fmla="*/ 160 w 176"/>
              <ns1:gd name="T59" fmla="*/ 168 h 176"/>
              <ns1:gd name="T60" fmla="*/ 16 w 176"/>
              <ns1:gd name="T61" fmla="*/ 168 h 176"/>
              <ns1:gd name="T62" fmla="*/ 8 w 176"/>
              <ns1:gd name="T63" fmla="*/ 160 h 176"/>
              <ns1:gd name="T64" fmla="*/ 8 w 176"/>
              <ns1:gd name="T65" fmla="*/ 16 h 176"/>
              <ns1:gd name="T66" fmla="*/ 16 w 176"/>
              <ns1:gd name="T67" fmla="*/ 8 h 176"/>
              <ns1:gd name="T68" fmla="*/ 160 w 176"/>
              <ns1:gd name="T69" fmla="*/ 8 h 176"/>
              <ns1:gd name="T70" fmla="*/ 168 w 176"/>
              <ns1:gd name="T71" fmla="*/ 16 h 176"/>
              <ns1:gd name="T72" fmla="*/ 168 w 176"/>
              <ns1:gd name="T73" fmla="*/ 160 h 176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  <ns1:cxn ang="0">
                <ns1:pos x="T32" y="T33"/>
              </ns1:cxn>
              <ns1:cxn ang="0">
                <ns1:pos x="T34" y="T35"/>
              </ns1:cxn>
              <ns1:cxn ang="0">
                <ns1:pos x="T36" y="T37"/>
              </ns1:cxn>
              <ns1:cxn ang="0">
                <ns1:pos x="T38" y="T39"/>
              </ns1:cxn>
              <ns1:cxn ang="0">
                <ns1:pos x="T40" y="T41"/>
              </ns1:cxn>
              <ns1:cxn ang="0">
                <ns1:pos x="T42" y="T43"/>
              </ns1:cxn>
              <ns1:cxn ang="0">
                <ns1:pos x="T44" y="T45"/>
              </ns1:cxn>
              <ns1:cxn ang="0">
                <ns1:pos x="T46" y="T47"/>
              </ns1:cxn>
              <ns1:cxn ang="0">
                <ns1:pos x="T48" y="T49"/>
              </ns1:cxn>
              <ns1:cxn ang="0">
                <ns1:pos x="T50" y="T51"/>
              </ns1:cxn>
              <ns1:cxn ang="0">
                <ns1:pos x="T52" y="T53"/>
              </ns1:cxn>
              <ns1:cxn ang="0">
                <ns1:pos x="T54" y="T55"/>
              </ns1:cxn>
              <ns1:cxn ang="0">
                <ns1:pos x="T56" y="T57"/>
              </ns1:cxn>
              <ns1:cxn ang="0">
                <ns1:pos x="T58" y="T59"/>
              </ns1:cxn>
              <ns1:cxn ang="0">
                <ns1:pos x="T60" y="T61"/>
              </ns1:cxn>
              <ns1:cxn ang="0">
                <ns1:pos x="T62" y="T63"/>
              </ns1:cxn>
              <ns1:cxn ang="0">
                <ns1:pos x="T64" y="T65"/>
              </ns1:cxn>
              <ns1:cxn ang="0">
                <ns1:pos x="T66" y="T67"/>
              </ns1:cxn>
              <ns1:cxn ang="0">
                <ns1:pos x="T68" y="T69"/>
              </ns1:cxn>
              <ns1:cxn ang="0">
                <ns1:pos x="T70" y="T71"/>
              </ns1:cxn>
              <ns1:cxn ang="0">
                <ns1:pos x="T72" y="T73"/>
              </ns1:cxn>
            </ns1:cxnLst>
            <ns1:rect l="0" t="0" r="r" b="b"/>
            <ns1:pathLst>
              <ns1:path w="176" h="176">
                <ns1:moveTo>
                  <ns1:pt x="132" y="64"/>
                </ns1:moveTo>
                <ns1:cubicBezTo>
                  <ns1:pt x="131" y="64"/>
                  <ns1:pt x="130" y="64"/>
                  <ns1:pt x="129" y="65"/>
                </ns1:cubicBezTo>
                <ns1:cubicBezTo>
                  <ns1:pt x="129" y="65"/>
                  <ns1:pt x="129" y="65"/>
                  <ns1:pt x="129" y="65"/>
                </ns1:cubicBezTo>
                <ns1:cubicBezTo>
                  <ns1:pt x="88" y="103"/>
                  <ns1:pt x="88" y="103"/>
                  <ns1:pt x="88" y="103"/>
                </ns1:cubicBezTo>
                <ns1:cubicBezTo>
                  <ns1:pt x="47" y="65"/>
                  <ns1:pt x="47" y="65"/>
                  <ns1:pt x="47" y="65"/>
                </ns1:cubicBezTo>
                <ns1:cubicBezTo>
                  <ns1:pt x="47" y="65"/>
                  <ns1:pt x="47" y="65"/>
                  <ns1:pt x="47" y="65"/>
                </ns1:cubicBezTo>
                <ns1:cubicBezTo>
                  <ns1:pt x="46" y="64"/>
                  <ns1:pt x="45" y="64"/>
                  <ns1:pt x="44" y="64"/>
                </ns1:cubicBezTo>
                <ns1:cubicBezTo>
                  <ns1:pt x="42" y="64"/>
                  <ns1:pt x="40" y="66"/>
                  <ns1:pt x="40" y="68"/>
                </ns1:cubicBezTo>
                <ns1:cubicBezTo>
                  <ns1:pt x="40" y="69"/>
                  <ns1:pt x="41" y="70"/>
                  <ns1:pt x="41" y="71"/>
                </ns1:cubicBezTo>
                <ns1:cubicBezTo>
                  <ns1:pt x="41" y="71"/>
                  <ns1:pt x="41" y="71"/>
                  <ns1:pt x="41" y="71"/>
                </ns1:cubicBezTo>
                <ns1:cubicBezTo>
                  <ns1:pt x="85" y="111"/>
                  <ns1:pt x="85" y="111"/>
                  <ns1:pt x="85" y="111"/>
                </ns1:cubicBezTo>
                <ns1:cubicBezTo>
                  <ns1:pt x="85" y="111"/>
                  <ns1:pt x="85" y="111"/>
                  <ns1:pt x="85" y="111"/>
                </ns1:cubicBezTo>
                <ns1:cubicBezTo>
                  <ns1:pt x="86" y="112"/>
                  <ns1:pt x="87" y="112"/>
                  <ns1:pt x="88" y="112"/>
                </ns1:cubicBezTo>
                <ns1:cubicBezTo>
                  <ns1:pt x="89" y="112"/>
                  <ns1:pt x="90" y="112"/>
                  <ns1:pt x="91" y="111"/>
                </ns1:cubicBezTo>
                <ns1:cubicBezTo>
                  <ns1:pt x="91" y="111"/>
                  <ns1:pt x="91" y="111"/>
                  <ns1:pt x="91" y="111"/>
                </ns1:cubicBezTo>
                <ns1:cubicBezTo>
                  <ns1:pt x="135" y="71"/>
                  <ns1:pt x="135" y="71"/>
                  <ns1:pt x="135" y="71"/>
                </ns1:cubicBezTo>
                <ns1:cubicBezTo>
                  <ns1:pt x="135" y="71"/>
                  <ns1:pt x="135" y="71"/>
                  <ns1:pt x="135" y="71"/>
                </ns1:cubicBezTo>
                <ns1:cubicBezTo>
                  <ns1:pt x="135" y="70"/>
                  <ns1:pt x="136" y="69"/>
                  <ns1:pt x="136" y="68"/>
                </ns1:cubicBezTo>
                <ns1:cubicBezTo>
                  <ns1:pt x="136" y="66"/>
                  <ns1:pt x="134" y="64"/>
                  <ns1:pt x="132" y="64"/>
                </ns1:cubicBezTo>
                <ns1:moveTo>
                  <ns1:pt x="160" y="0"/>
                </ns1:moveTo>
                <ns1:cubicBezTo>
                  <ns1:pt x="16" y="0"/>
                  <ns1:pt x="16" y="0"/>
                  <ns1:pt x="16" y="0"/>
                </ns1:cubicBezTo>
                <ns1:cubicBezTo>
                  <ns1:pt x="7" y="0"/>
                  <ns1:pt x="0" y="7"/>
                  <ns1:pt x="0" y="16"/>
                </ns1:cubicBezTo>
                <ns1:cubicBezTo>
                  <ns1:pt x="0" y="160"/>
                  <ns1:pt x="0" y="160"/>
                  <ns1:pt x="0" y="160"/>
                </ns1:cubicBezTo>
                <ns1:cubicBezTo>
                  <ns1:pt x="0" y="169"/>
                  <ns1:pt x="7" y="176"/>
                  <ns1:pt x="16" y="176"/>
                </ns1:cubicBezTo>
                <ns1:cubicBezTo>
                  <ns1:pt x="160" y="176"/>
                  <ns1:pt x="160" y="176"/>
                  <ns1:pt x="160" y="176"/>
                </ns1:cubicBezTo>
                <ns1:cubicBezTo>
                  <ns1:pt x="169" y="176"/>
                  <ns1:pt x="176" y="169"/>
                  <ns1:pt x="176" y="160"/>
                </ns1:cubicBezTo>
                <ns1:cubicBezTo>
                  <ns1:pt x="176" y="16"/>
                  <ns1:pt x="176" y="16"/>
                  <ns1:pt x="176" y="16"/>
                </ns1:cubicBezTo>
                <ns1:cubicBezTo>
                  <ns1:pt x="176" y="7"/>
                  <ns1:pt x="169" y="0"/>
                  <ns1:pt x="160" y="0"/>
                </ns1:cubicBezTo>
                <ns1:moveTo>
                  <ns1:pt x="168" y="160"/>
                </ns1:moveTo>
                <ns1:cubicBezTo>
                  <ns1:pt x="168" y="164"/>
                  <ns1:pt x="164" y="168"/>
                  <ns1:pt x="160" y="168"/>
                </ns1:cubicBezTo>
                <ns1:cubicBezTo>
                  <ns1:pt x="16" y="168"/>
                  <ns1:pt x="16" y="168"/>
                  <ns1:pt x="16" y="168"/>
                </ns1:cubicBezTo>
                <ns1:cubicBezTo>
                  <ns1:pt x="12" y="168"/>
                  <ns1:pt x="8" y="164"/>
                  <ns1:pt x="8" y="160"/>
                </ns1:cubicBezTo>
                <ns1:cubicBezTo>
                  <ns1:pt x="8" y="16"/>
                  <ns1:pt x="8" y="16"/>
                  <ns1:pt x="8" y="16"/>
                </ns1:cubicBezTo>
                <ns1:cubicBezTo>
                  <ns1:pt x="8" y="12"/>
                  <ns1:pt x="12" y="8"/>
                  <ns1:pt x="16" y="8"/>
                </ns1:cubicBezTo>
                <ns1:cubicBezTo>
                  <ns1:pt x="160" y="8"/>
                  <ns1:pt x="160" y="8"/>
                  <ns1:pt x="160" y="8"/>
                </ns1:cubicBezTo>
                <ns1:cubicBezTo>
                  <ns1:pt x="164" y="8"/>
                  <ns1:pt x="168" y="12"/>
                  <ns1:pt x="168" y="16"/>
                </ns1:cubicBezTo>
                <ns1:lnTo>
                  <ns1:pt x="168" y="160"/>
                </ns1:lnTo>
                <ns1:close/>
              </ns1:path>
            </ns1:pathLst>
          </ns1:custGeom>
          <ns1:solidFill>
            <ns1:schemeClr val="tx1"/>
          </ns1:solidFill>
          <ns1:ln>
            <ns1:noFill/>
          </ns1:ln>
          <ns1:extLst/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en-US" sz="2700"/>
          </ns1:p>
        </ns0:txBody>
      </ns0:sp>
      <ns0:sp>
        <ns0:nvSpPr>
          <ns0:cNvPr id="51" name="Freeform 49"/>
          <ns0:cNvSpPr>
            <ns1:spLocks noEditPoints="1"/>
          </ns0:cNvSpPr>
          <ns0:nvPr/>
        </ns0:nvSpPr>
        <ns0:spPr bwMode="auto">
          <ns1:xfrm>
            <ns1:off x="2620964" y="4635501"/>
            <ns1:ext cx="439738" cy="441325"/>
          </ns1:xfrm>
          <ns1:custGeom>
            <ns1:avLst/>
            <ns1:gdLst>
              <ns1:gd name="T0" fmla="*/ 160 w 176"/>
              <ns1:gd name="T1" fmla="*/ 0 h 176"/>
              <ns1:gd name="T2" fmla="*/ 16 w 176"/>
              <ns1:gd name="T3" fmla="*/ 0 h 176"/>
              <ns1:gd name="T4" fmla="*/ 0 w 176"/>
              <ns1:gd name="T5" fmla="*/ 16 h 176"/>
              <ns1:gd name="T6" fmla="*/ 0 w 176"/>
              <ns1:gd name="T7" fmla="*/ 160 h 176"/>
              <ns1:gd name="T8" fmla="*/ 16 w 176"/>
              <ns1:gd name="T9" fmla="*/ 176 h 176"/>
              <ns1:gd name="T10" fmla="*/ 160 w 176"/>
              <ns1:gd name="T11" fmla="*/ 176 h 176"/>
              <ns1:gd name="T12" fmla="*/ 176 w 176"/>
              <ns1:gd name="T13" fmla="*/ 160 h 176"/>
              <ns1:gd name="T14" fmla="*/ 176 w 176"/>
              <ns1:gd name="T15" fmla="*/ 16 h 176"/>
              <ns1:gd name="T16" fmla="*/ 160 w 176"/>
              <ns1:gd name="T17" fmla="*/ 0 h 176"/>
              <ns1:gd name="T18" fmla="*/ 168 w 176"/>
              <ns1:gd name="T19" fmla="*/ 160 h 176"/>
              <ns1:gd name="T20" fmla="*/ 160 w 176"/>
              <ns1:gd name="T21" fmla="*/ 168 h 176"/>
              <ns1:gd name="T22" fmla="*/ 16 w 176"/>
              <ns1:gd name="T23" fmla="*/ 168 h 176"/>
              <ns1:gd name="T24" fmla="*/ 8 w 176"/>
              <ns1:gd name="T25" fmla="*/ 160 h 176"/>
              <ns1:gd name="T26" fmla="*/ 8 w 176"/>
              <ns1:gd name="T27" fmla="*/ 16 h 176"/>
              <ns1:gd name="T28" fmla="*/ 16 w 176"/>
              <ns1:gd name="T29" fmla="*/ 8 h 176"/>
              <ns1:gd name="T30" fmla="*/ 160 w 176"/>
              <ns1:gd name="T31" fmla="*/ 8 h 176"/>
              <ns1:gd name="T32" fmla="*/ 168 w 176"/>
              <ns1:gd name="T33" fmla="*/ 16 h 176"/>
              <ns1:gd name="T34" fmla="*/ 168 w 176"/>
              <ns1:gd name="T35" fmla="*/ 160 h 176"/>
              <ns1:gd name="T36" fmla="*/ 135 w 176"/>
              <ns1:gd name="T37" fmla="*/ 105 h 176"/>
              <ns1:gd name="T38" fmla="*/ 91 w 176"/>
              <ns1:gd name="T39" fmla="*/ 65 h 176"/>
              <ns1:gd name="T40" fmla="*/ 91 w 176"/>
              <ns1:gd name="T41" fmla="*/ 65 h 176"/>
              <ns1:gd name="T42" fmla="*/ 88 w 176"/>
              <ns1:gd name="T43" fmla="*/ 64 h 176"/>
              <ns1:gd name="T44" fmla="*/ 85 w 176"/>
              <ns1:gd name="T45" fmla="*/ 65 h 176"/>
              <ns1:gd name="T46" fmla="*/ 85 w 176"/>
              <ns1:gd name="T47" fmla="*/ 65 h 176"/>
              <ns1:gd name="T48" fmla="*/ 41 w 176"/>
              <ns1:gd name="T49" fmla="*/ 105 h 176"/>
              <ns1:gd name="T50" fmla="*/ 41 w 176"/>
              <ns1:gd name="T51" fmla="*/ 105 h 176"/>
              <ns1:gd name="T52" fmla="*/ 40 w 176"/>
              <ns1:gd name="T53" fmla="*/ 108 h 176"/>
              <ns1:gd name="T54" fmla="*/ 44 w 176"/>
              <ns1:gd name="T55" fmla="*/ 112 h 176"/>
              <ns1:gd name="T56" fmla="*/ 47 w 176"/>
              <ns1:gd name="T57" fmla="*/ 111 h 176"/>
              <ns1:gd name="T58" fmla="*/ 47 w 176"/>
              <ns1:gd name="T59" fmla="*/ 111 h 176"/>
              <ns1:gd name="T60" fmla="*/ 88 w 176"/>
              <ns1:gd name="T61" fmla="*/ 73 h 176"/>
              <ns1:gd name="T62" fmla="*/ 129 w 176"/>
              <ns1:gd name="T63" fmla="*/ 111 h 176"/>
              <ns1:gd name="T64" fmla="*/ 129 w 176"/>
              <ns1:gd name="T65" fmla="*/ 111 h 176"/>
              <ns1:gd name="T66" fmla="*/ 132 w 176"/>
              <ns1:gd name="T67" fmla="*/ 112 h 176"/>
              <ns1:gd name="T68" fmla="*/ 136 w 176"/>
              <ns1:gd name="T69" fmla="*/ 108 h 176"/>
              <ns1:gd name="T70" fmla="*/ 135 w 176"/>
              <ns1:gd name="T71" fmla="*/ 105 h 176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  <ns1:cxn ang="0">
                <ns1:pos x="T32" y="T33"/>
              </ns1:cxn>
              <ns1:cxn ang="0">
                <ns1:pos x="T34" y="T35"/>
              </ns1:cxn>
              <ns1:cxn ang="0">
                <ns1:pos x="T36" y="T37"/>
              </ns1:cxn>
              <ns1:cxn ang="0">
                <ns1:pos x="T38" y="T39"/>
              </ns1:cxn>
              <ns1:cxn ang="0">
                <ns1:pos x="T40" y="T41"/>
              </ns1:cxn>
              <ns1:cxn ang="0">
                <ns1:pos x="T42" y="T43"/>
              </ns1:cxn>
              <ns1:cxn ang="0">
                <ns1:pos x="T44" y="T45"/>
              </ns1:cxn>
              <ns1:cxn ang="0">
                <ns1:pos x="T46" y="T47"/>
              </ns1:cxn>
              <ns1:cxn ang="0">
                <ns1:pos x="T48" y="T49"/>
              </ns1:cxn>
              <ns1:cxn ang="0">
                <ns1:pos x="T50" y="T51"/>
              </ns1:cxn>
              <ns1:cxn ang="0">
                <ns1:pos x="T52" y="T53"/>
              </ns1:cxn>
              <ns1:cxn ang="0">
                <ns1:pos x="T54" y="T55"/>
              </ns1:cxn>
              <ns1:cxn ang="0">
                <ns1:pos x="T56" y="T57"/>
              </ns1:cxn>
              <ns1:cxn ang="0">
                <ns1:pos x="T58" y="T59"/>
              </ns1:cxn>
              <ns1:cxn ang="0">
                <ns1:pos x="T60" y="T61"/>
              </ns1:cxn>
              <ns1:cxn ang="0">
                <ns1:pos x="T62" y="T63"/>
              </ns1:cxn>
              <ns1:cxn ang="0">
                <ns1:pos x="T64" y="T65"/>
              </ns1:cxn>
              <ns1:cxn ang="0">
                <ns1:pos x="T66" y="T67"/>
              </ns1:cxn>
              <ns1:cxn ang="0">
                <ns1:pos x="T68" y="T69"/>
              </ns1:cxn>
              <ns1:cxn ang="0">
                <ns1:pos x="T70" y="T71"/>
              </ns1:cxn>
            </ns1:cxnLst>
            <ns1:rect l="0" t="0" r="r" b="b"/>
            <ns1:pathLst>
              <ns1:path w="176" h="176">
                <ns1:moveTo>
                  <ns1:pt x="160" y="0"/>
                </ns1:moveTo>
                <ns1:cubicBezTo>
                  <ns1:pt x="16" y="0"/>
                  <ns1:pt x="16" y="0"/>
                  <ns1:pt x="16" y="0"/>
                </ns1:cubicBezTo>
                <ns1:cubicBezTo>
                  <ns1:pt x="7" y="0"/>
                  <ns1:pt x="0" y="7"/>
                  <ns1:pt x="0" y="16"/>
                </ns1:cubicBezTo>
                <ns1:cubicBezTo>
                  <ns1:pt x="0" y="160"/>
                  <ns1:pt x="0" y="160"/>
                  <ns1:pt x="0" y="160"/>
                </ns1:cubicBezTo>
                <ns1:cubicBezTo>
                  <ns1:pt x="0" y="169"/>
                  <ns1:pt x="7" y="176"/>
                  <ns1:pt x="16" y="176"/>
                </ns1:cubicBezTo>
                <ns1:cubicBezTo>
                  <ns1:pt x="160" y="176"/>
                  <ns1:pt x="160" y="176"/>
                  <ns1:pt x="160" y="176"/>
                </ns1:cubicBezTo>
                <ns1:cubicBezTo>
                  <ns1:pt x="169" y="176"/>
                  <ns1:pt x="176" y="169"/>
                  <ns1:pt x="176" y="160"/>
                </ns1:cubicBezTo>
                <ns1:cubicBezTo>
                  <ns1:pt x="176" y="16"/>
                  <ns1:pt x="176" y="16"/>
                  <ns1:pt x="176" y="16"/>
                </ns1:cubicBezTo>
                <ns1:cubicBezTo>
                  <ns1:pt x="176" y="7"/>
                  <ns1:pt x="169" y="0"/>
                  <ns1:pt x="160" y="0"/>
                </ns1:cubicBezTo>
                <ns1:moveTo>
                  <ns1:pt x="168" y="160"/>
                </ns1:moveTo>
                <ns1:cubicBezTo>
                  <ns1:pt x="168" y="164"/>
                  <ns1:pt x="164" y="168"/>
                  <ns1:pt x="160" y="168"/>
                </ns1:cubicBezTo>
                <ns1:cubicBezTo>
                  <ns1:pt x="16" y="168"/>
                  <ns1:pt x="16" y="168"/>
                  <ns1:pt x="16" y="168"/>
                </ns1:cubicBezTo>
                <ns1:cubicBezTo>
                  <ns1:pt x="12" y="168"/>
                  <ns1:pt x="8" y="164"/>
                  <ns1:pt x="8" y="160"/>
                </ns1:cubicBezTo>
                <ns1:cubicBezTo>
                  <ns1:pt x="8" y="16"/>
                  <ns1:pt x="8" y="16"/>
                  <ns1:pt x="8" y="16"/>
                </ns1:cubicBezTo>
                <ns1:cubicBezTo>
                  <ns1:pt x="8" y="12"/>
                  <ns1:pt x="12" y="8"/>
                  <ns1:pt x="16" y="8"/>
                </ns1:cubicBezTo>
                <ns1:cubicBezTo>
                  <ns1:pt x="160" y="8"/>
                  <ns1:pt x="160" y="8"/>
                  <ns1:pt x="160" y="8"/>
                </ns1:cubicBezTo>
                <ns1:cubicBezTo>
                  <ns1:pt x="164" y="8"/>
                  <ns1:pt x="168" y="12"/>
                  <ns1:pt x="168" y="16"/>
                </ns1:cubicBezTo>
                <ns1:lnTo>
                  <ns1:pt x="168" y="160"/>
                </ns1:lnTo>
                <ns1:close/>
                <ns1:moveTo>
                  <ns1:pt x="135" y="105"/>
                </ns1:moveTo>
                <ns1:cubicBezTo>
                  <ns1:pt x="91" y="65"/>
                  <ns1:pt x="91" y="65"/>
                  <ns1:pt x="91" y="65"/>
                </ns1:cubicBezTo>
                <ns1:cubicBezTo>
                  <ns1:pt x="91" y="65"/>
                  <ns1:pt x="91" y="65"/>
                  <ns1:pt x="91" y="65"/>
                </ns1:cubicBezTo>
                <ns1:cubicBezTo>
                  <ns1:pt x="90" y="64"/>
                  <ns1:pt x="89" y="64"/>
                  <ns1:pt x="88" y="64"/>
                </ns1:cubicBezTo>
                <ns1:cubicBezTo>
                  <ns1:pt x="87" y="64"/>
                  <ns1:pt x="86" y="64"/>
                  <ns1:pt x="85" y="65"/>
                </ns1:cubicBezTo>
                <ns1:cubicBezTo>
                  <ns1:pt x="85" y="65"/>
                  <ns1:pt x="85" y="65"/>
                  <ns1:pt x="85" y="65"/>
                </ns1:cubicBezTo>
                <ns1:cubicBezTo>
                  <ns1:pt x="41" y="105"/>
                  <ns1:pt x="41" y="105"/>
                  <ns1:pt x="41" y="105"/>
                </ns1:cubicBezTo>
                <ns1:cubicBezTo>
                  <ns1:pt x="41" y="105"/>
                  <ns1:pt x="41" y="105"/>
                  <ns1:pt x="41" y="105"/>
                </ns1:cubicBezTo>
                <ns1:cubicBezTo>
                  <ns1:pt x="41" y="106"/>
                  <ns1:pt x="40" y="107"/>
                  <ns1:pt x="40" y="108"/>
                </ns1:cubicBezTo>
                <ns1:cubicBezTo>
                  <ns1:pt x="40" y="110"/>
                  <ns1:pt x="42" y="112"/>
                  <ns1:pt x="44" y="112"/>
                </ns1:cubicBezTo>
                <ns1:cubicBezTo>
                  <ns1:pt x="45" y="112"/>
                  <ns1:pt x="46" y="112"/>
                  <ns1:pt x="47" y="111"/>
                </ns1:cubicBezTo>
                <ns1:cubicBezTo>
                  <ns1:pt x="47" y="111"/>
                  <ns1:pt x="47" y="111"/>
                  <ns1:pt x="47" y="111"/>
                </ns1:cubicBezTo>
                <ns1:cubicBezTo>
                  <ns1:pt x="88" y="73"/>
                  <ns1:pt x="88" y="73"/>
                  <ns1:pt x="88" y="73"/>
                </ns1:cubicBezTo>
                <ns1:cubicBezTo>
                  <ns1:pt x="129" y="111"/>
                  <ns1:pt x="129" y="111"/>
                  <ns1:pt x="129" y="111"/>
                </ns1:cubicBezTo>
                <ns1:cubicBezTo>
                  <ns1:pt x="129" y="111"/>
                  <ns1:pt x="129" y="111"/>
                  <ns1:pt x="129" y="111"/>
                </ns1:cubicBezTo>
                <ns1:cubicBezTo>
                  <ns1:pt x="130" y="112"/>
                  <ns1:pt x="131" y="112"/>
                  <ns1:pt x="132" y="112"/>
                </ns1:cubicBezTo>
                <ns1:cubicBezTo>
                  <ns1:pt x="134" y="112"/>
                  <ns1:pt x="136" y="110"/>
                  <ns1:pt x="136" y="108"/>
                </ns1:cubicBezTo>
                <ns1:cubicBezTo>
                  <ns1:pt x="136" y="107"/>
                  <ns1:pt x="135" y="106"/>
                  <ns1:pt x="135" y="105"/>
                </ns1:cubicBezTo>
                <ns1:close/>
              </ns1:path>
            </ns1:pathLst>
          </ns1:custGeom>
          <ns1:solidFill>
            <ns1:schemeClr val="tx1"/>
          </ns1:solidFill>
          <ns1:ln>
            <ns1:noFill/>
          </ns1:ln>
          <ns1:extLst/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en-US" sz="2700"/>
          </ns1:p>
        </ns0:txBody>
      </ns0:sp>
      <ns0:sp>
        <ns0:nvSpPr>
          <ns0:cNvPr id="52" name="Freeform 50"/>
          <ns0:cNvSpPr>
            <ns1:spLocks noEditPoints="1"/>
          </ns0:cNvSpPr>
          <ns0:nvPr/>
        </ns0:nvSpPr>
        <ns0:spPr bwMode="auto">
          <ns1:xfrm>
            <ns1:off x="3460751" y="4635501"/>
            <ns1:ext cx="441325" cy="441325"/>
          </ns1:xfrm>
          <ns1:custGeom>
            <ns1:avLst/>
            <ns1:gdLst>
              <ns1:gd name="T0" fmla="*/ 100 w 176"/>
              <ns1:gd name="T1" fmla="*/ 40 h 176"/>
              <ns1:gd name="T2" fmla="*/ 97 w 176"/>
              <ns1:gd name="T3" fmla="*/ 41 h 176"/>
              <ns1:gd name="T4" fmla="*/ 97 w 176"/>
              <ns1:gd name="T5" fmla="*/ 41 h 176"/>
              <ns1:gd name="T6" fmla="*/ 57 w 176"/>
              <ns1:gd name="T7" fmla="*/ 85 h 176"/>
              <ns1:gd name="T8" fmla="*/ 57 w 176"/>
              <ns1:gd name="T9" fmla="*/ 85 h 176"/>
              <ns1:gd name="T10" fmla="*/ 56 w 176"/>
              <ns1:gd name="T11" fmla="*/ 88 h 176"/>
              <ns1:gd name="T12" fmla="*/ 57 w 176"/>
              <ns1:gd name="T13" fmla="*/ 91 h 176"/>
              <ns1:gd name="T14" fmla="*/ 57 w 176"/>
              <ns1:gd name="T15" fmla="*/ 91 h 176"/>
              <ns1:gd name="T16" fmla="*/ 97 w 176"/>
              <ns1:gd name="T17" fmla="*/ 135 h 176"/>
              <ns1:gd name="T18" fmla="*/ 97 w 176"/>
              <ns1:gd name="T19" fmla="*/ 135 h 176"/>
              <ns1:gd name="T20" fmla="*/ 100 w 176"/>
              <ns1:gd name="T21" fmla="*/ 136 h 176"/>
              <ns1:gd name="T22" fmla="*/ 104 w 176"/>
              <ns1:gd name="T23" fmla="*/ 132 h 176"/>
              <ns1:gd name="T24" fmla="*/ 103 w 176"/>
              <ns1:gd name="T25" fmla="*/ 129 h 176"/>
              <ns1:gd name="T26" fmla="*/ 103 w 176"/>
              <ns1:gd name="T27" fmla="*/ 129 h 176"/>
              <ns1:gd name="T28" fmla="*/ 65 w 176"/>
              <ns1:gd name="T29" fmla="*/ 88 h 176"/>
              <ns1:gd name="T30" fmla="*/ 103 w 176"/>
              <ns1:gd name="T31" fmla="*/ 47 h 176"/>
              <ns1:gd name="T32" fmla="*/ 103 w 176"/>
              <ns1:gd name="T33" fmla="*/ 47 h 176"/>
              <ns1:gd name="T34" fmla="*/ 104 w 176"/>
              <ns1:gd name="T35" fmla="*/ 44 h 176"/>
              <ns1:gd name="T36" fmla="*/ 100 w 176"/>
              <ns1:gd name="T37" fmla="*/ 40 h 176"/>
              <ns1:gd name="T38" fmla="*/ 160 w 176"/>
              <ns1:gd name="T39" fmla="*/ 0 h 176"/>
              <ns1:gd name="T40" fmla="*/ 16 w 176"/>
              <ns1:gd name="T41" fmla="*/ 0 h 176"/>
              <ns1:gd name="T42" fmla="*/ 0 w 176"/>
              <ns1:gd name="T43" fmla="*/ 16 h 176"/>
              <ns1:gd name="T44" fmla="*/ 0 w 176"/>
              <ns1:gd name="T45" fmla="*/ 160 h 176"/>
              <ns1:gd name="T46" fmla="*/ 16 w 176"/>
              <ns1:gd name="T47" fmla="*/ 176 h 176"/>
              <ns1:gd name="T48" fmla="*/ 160 w 176"/>
              <ns1:gd name="T49" fmla="*/ 176 h 176"/>
              <ns1:gd name="T50" fmla="*/ 176 w 176"/>
              <ns1:gd name="T51" fmla="*/ 160 h 176"/>
              <ns1:gd name="T52" fmla="*/ 176 w 176"/>
              <ns1:gd name="T53" fmla="*/ 16 h 176"/>
              <ns1:gd name="T54" fmla="*/ 160 w 176"/>
              <ns1:gd name="T55" fmla="*/ 0 h 176"/>
              <ns1:gd name="T56" fmla="*/ 168 w 176"/>
              <ns1:gd name="T57" fmla="*/ 160 h 176"/>
              <ns1:gd name="T58" fmla="*/ 160 w 176"/>
              <ns1:gd name="T59" fmla="*/ 168 h 176"/>
              <ns1:gd name="T60" fmla="*/ 16 w 176"/>
              <ns1:gd name="T61" fmla="*/ 168 h 176"/>
              <ns1:gd name="T62" fmla="*/ 8 w 176"/>
              <ns1:gd name="T63" fmla="*/ 160 h 176"/>
              <ns1:gd name="T64" fmla="*/ 8 w 176"/>
              <ns1:gd name="T65" fmla="*/ 16 h 176"/>
              <ns1:gd name="T66" fmla="*/ 16 w 176"/>
              <ns1:gd name="T67" fmla="*/ 8 h 176"/>
              <ns1:gd name="T68" fmla="*/ 160 w 176"/>
              <ns1:gd name="T69" fmla="*/ 8 h 176"/>
              <ns1:gd name="T70" fmla="*/ 168 w 176"/>
              <ns1:gd name="T71" fmla="*/ 16 h 176"/>
              <ns1:gd name="T72" fmla="*/ 168 w 176"/>
              <ns1:gd name="T73" fmla="*/ 160 h 176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  <ns1:cxn ang="0">
                <ns1:pos x="T32" y="T33"/>
              </ns1:cxn>
              <ns1:cxn ang="0">
                <ns1:pos x="T34" y="T35"/>
              </ns1:cxn>
              <ns1:cxn ang="0">
                <ns1:pos x="T36" y="T37"/>
              </ns1:cxn>
              <ns1:cxn ang="0">
                <ns1:pos x="T38" y="T39"/>
              </ns1:cxn>
              <ns1:cxn ang="0">
                <ns1:pos x="T40" y="T41"/>
              </ns1:cxn>
              <ns1:cxn ang="0">
                <ns1:pos x="T42" y="T43"/>
              </ns1:cxn>
              <ns1:cxn ang="0">
                <ns1:pos x="T44" y="T45"/>
              </ns1:cxn>
              <ns1:cxn ang="0">
                <ns1:pos x="T46" y="T47"/>
              </ns1:cxn>
              <ns1:cxn ang="0">
                <ns1:pos x="T48" y="T49"/>
              </ns1:cxn>
              <ns1:cxn ang="0">
                <ns1:pos x="T50" y="T51"/>
              </ns1:cxn>
              <ns1:cxn ang="0">
                <ns1:pos x="T52" y="T53"/>
              </ns1:cxn>
              <ns1:cxn ang="0">
                <ns1:pos x="T54" y="T55"/>
              </ns1:cxn>
              <ns1:cxn ang="0">
                <ns1:pos x="T56" y="T57"/>
              </ns1:cxn>
              <ns1:cxn ang="0">
                <ns1:pos x="T58" y="T59"/>
              </ns1:cxn>
              <ns1:cxn ang="0">
                <ns1:pos x="T60" y="T61"/>
              </ns1:cxn>
              <ns1:cxn ang="0">
                <ns1:pos x="T62" y="T63"/>
              </ns1:cxn>
              <ns1:cxn ang="0">
                <ns1:pos x="T64" y="T65"/>
              </ns1:cxn>
              <ns1:cxn ang="0">
                <ns1:pos x="T66" y="T67"/>
              </ns1:cxn>
              <ns1:cxn ang="0">
                <ns1:pos x="T68" y="T69"/>
              </ns1:cxn>
              <ns1:cxn ang="0">
                <ns1:pos x="T70" y="T71"/>
              </ns1:cxn>
              <ns1:cxn ang="0">
                <ns1:pos x="T72" y="T73"/>
              </ns1:cxn>
            </ns1:cxnLst>
            <ns1:rect l="0" t="0" r="r" b="b"/>
            <ns1:pathLst>
              <ns1:path w="176" h="176">
                <ns1:moveTo>
                  <ns1:pt x="100" y="40"/>
                </ns1:moveTo>
                <ns1:cubicBezTo>
                  <ns1:pt x="99" y="40"/>
                  <ns1:pt x="98" y="41"/>
                  <ns1:pt x="97" y="41"/>
                </ns1:cubicBezTo>
                <ns1:cubicBezTo>
                  <ns1:pt x="97" y="41"/>
                  <ns1:pt x="97" y="41"/>
                  <ns1:pt x="97" y="41"/>
                </ns1:cubicBezTo>
                <ns1:cubicBezTo>
                  <ns1:pt x="57" y="85"/>
                  <ns1:pt x="57" y="85"/>
                  <ns1:pt x="57" y="85"/>
                </ns1:cubicBezTo>
                <ns1:cubicBezTo>
                  <ns1:pt x="57" y="85"/>
                  <ns1:pt x="57" y="85"/>
                  <ns1:pt x="57" y="85"/>
                </ns1:cubicBezTo>
                <ns1:cubicBezTo>
                  <ns1:pt x="56" y="86"/>
                  <ns1:pt x="56" y="87"/>
                  <ns1:pt x="56" y="88"/>
                </ns1:cubicBezTo>
                <ns1:cubicBezTo>
                  <ns1:pt x="56" y="89"/>
                  <ns1:pt x="56" y="90"/>
                  <ns1:pt x="57" y="91"/>
                </ns1:cubicBezTo>
                <ns1:cubicBezTo>
                  <ns1:pt x="57" y="91"/>
                  <ns1:pt x="57" y="91"/>
                  <ns1:pt x="57" y="91"/>
                </ns1:cubicBezTo>
                <ns1:cubicBezTo>
                  <ns1:pt x="97" y="135"/>
                  <ns1:pt x="97" y="135"/>
                  <ns1:pt x="97" y="135"/>
                </ns1:cubicBezTo>
                <ns1:cubicBezTo>
                  <ns1:pt x="97" y="135"/>
                  <ns1:pt x="97" y="135"/>
                  <ns1:pt x="97" y="135"/>
                </ns1:cubicBezTo>
                <ns1:cubicBezTo>
                  <ns1:pt x="98" y="135"/>
                  <ns1:pt x="99" y="136"/>
                  <ns1:pt x="100" y="136"/>
                </ns1:cubicBezTo>
                <ns1:cubicBezTo>
                  <ns1:pt x="102" y="136"/>
                  <ns1:pt x="104" y="134"/>
                  <ns1:pt x="104" y="132"/>
                </ns1:cubicBezTo>
                <ns1:cubicBezTo>
                  <ns1:pt x="104" y="131"/>
                  <ns1:pt x="104" y="130"/>
                  <ns1:pt x="103" y="129"/>
                </ns1:cubicBezTo>
                <ns1:cubicBezTo>
                  <ns1:pt x="103" y="129"/>
                  <ns1:pt x="103" y="129"/>
                  <ns1:pt x="103" y="129"/>
                </ns1:cubicBezTo>
                <ns1:cubicBezTo>
                  <ns1:pt x="65" y="88"/>
                  <ns1:pt x="65" y="88"/>
                  <ns1:pt x="65" y="88"/>
                </ns1:cubicBezTo>
                <ns1:cubicBezTo>
                  <ns1:pt x="103" y="47"/>
                  <ns1:pt x="103" y="47"/>
                  <ns1:pt x="103" y="47"/>
                </ns1:cubicBezTo>
                <ns1:cubicBezTo>
                  <ns1:pt x="103" y="47"/>
                  <ns1:pt x="103" y="47"/>
                  <ns1:pt x="103" y="47"/>
                </ns1:cubicBezTo>
                <ns1:cubicBezTo>
                  <ns1:pt x="104" y="46"/>
                  <ns1:pt x="104" y="45"/>
                  <ns1:pt x="104" y="44"/>
                </ns1:cubicBezTo>
                <ns1:cubicBezTo>
                  <ns1:pt x="104" y="42"/>
                  <ns1:pt x="102" y="40"/>
                  <ns1:pt x="100" y="40"/>
                </ns1:cubicBezTo>
                <ns1:moveTo>
                  <ns1:pt x="160" y="0"/>
                </ns1:moveTo>
                <ns1:cubicBezTo>
                  <ns1:pt x="16" y="0"/>
                  <ns1:pt x="16" y="0"/>
                  <ns1:pt x="16" y="0"/>
                </ns1:cubicBezTo>
                <ns1:cubicBezTo>
                  <ns1:pt x="7" y="0"/>
                  <ns1:pt x="0" y="7"/>
                  <ns1:pt x="0" y="16"/>
                </ns1:cubicBezTo>
                <ns1:cubicBezTo>
                  <ns1:pt x="0" y="160"/>
                  <ns1:pt x="0" y="160"/>
                  <ns1:pt x="0" y="160"/>
                </ns1:cubicBezTo>
                <ns1:cubicBezTo>
                  <ns1:pt x="0" y="169"/>
                  <ns1:pt x="7" y="176"/>
                  <ns1:pt x="16" y="176"/>
                </ns1:cubicBezTo>
                <ns1:cubicBezTo>
                  <ns1:pt x="160" y="176"/>
                  <ns1:pt x="160" y="176"/>
                  <ns1:pt x="160" y="176"/>
                </ns1:cubicBezTo>
                <ns1:cubicBezTo>
                  <ns1:pt x="169" y="176"/>
                  <ns1:pt x="176" y="169"/>
                  <ns1:pt x="176" y="160"/>
                </ns1:cubicBezTo>
                <ns1:cubicBezTo>
                  <ns1:pt x="176" y="16"/>
                  <ns1:pt x="176" y="16"/>
                  <ns1:pt x="176" y="16"/>
                </ns1:cubicBezTo>
                <ns1:cubicBezTo>
                  <ns1:pt x="176" y="7"/>
                  <ns1:pt x="169" y="0"/>
                  <ns1:pt x="160" y="0"/>
                </ns1:cubicBezTo>
                <ns1:moveTo>
                  <ns1:pt x="168" y="160"/>
                </ns1:moveTo>
                <ns1:cubicBezTo>
                  <ns1:pt x="168" y="164"/>
                  <ns1:pt x="164" y="168"/>
                  <ns1:pt x="160" y="168"/>
                </ns1:cubicBezTo>
                <ns1:cubicBezTo>
                  <ns1:pt x="16" y="168"/>
                  <ns1:pt x="16" y="168"/>
                  <ns1:pt x="16" y="168"/>
                </ns1:cubicBezTo>
                <ns1:cubicBezTo>
                  <ns1:pt x="12" y="168"/>
                  <ns1:pt x="8" y="164"/>
                  <ns1:pt x="8" y="160"/>
                </ns1:cubicBezTo>
                <ns1:cubicBezTo>
                  <ns1:pt x="8" y="16"/>
                  <ns1:pt x="8" y="16"/>
                  <ns1:pt x="8" y="16"/>
                </ns1:cubicBezTo>
                <ns1:cubicBezTo>
                  <ns1:pt x="8" y="12"/>
                  <ns1:pt x="12" y="8"/>
                  <ns1:pt x="16" y="8"/>
                </ns1:cubicBezTo>
                <ns1:cubicBezTo>
                  <ns1:pt x="160" y="8"/>
                  <ns1:pt x="160" y="8"/>
                  <ns1:pt x="160" y="8"/>
                </ns1:cubicBezTo>
                <ns1:cubicBezTo>
                  <ns1:pt x="164" y="8"/>
                  <ns1:pt x="168" y="12"/>
                  <ns1:pt x="168" y="16"/>
                </ns1:cubicBezTo>
                <ns1:lnTo>
                  <ns1:pt x="168" y="160"/>
                </ns1:lnTo>
                <ns1:close/>
              </ns1:path>
            </ns1:pathLst>
          </ns1:custGeom>
          <ns1:solidFill>
            <ns1:schemeClr val="tx1"/>
          </ns1:solidFill>
          <ns1:ln>
            <ns1:noFill/>
          </ns1:ln>
          <ns1:extLst/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en-US" sz="2700"/>
          </ns1:p>
        </ns0:txBody>
      </ns0:sp>
      <ns0:sp>
        <ns0:nvSpPr>
          <ns0:cNvPr id="53" name="Freeform 51"/>
          <ns0:cNvSpPr>
            <ns1:spLocks noEditPoints="1"/>
          </ns0:cNvSpPr>
          <ns0:nvPr/>
        </ns0:nvSpPr>
        <ns0:spPr bwMode="auto">
          <ns1:xfrm>
            <ns1:off x="4302126" y="4635501"/>
            <ns1:ext cx="439738" cy="441325"/>
          </ns1:xfrm>
          <ns1:custGeom>
            <ns1:avLst/>
            <ns1:gdLst>
              <ns1:gd name="T0" fmla="*/ 119 w 176"/>
              <ns1:gd name="T1" fmla="*/ 85 h 176"/>
              <ns1:gd name="T2" fmla="*/ 119 w 176"/>
              <ns1:gd name="T3" fmla="*/ 85 h 176"/>
              <ns1:gd name="T4" fmla="*/ 79 w 176"/>
              <ns1:gd name="T5" fmla="*/ 41 h 176"/>
              <ns1:gd name="T6" fmla="*/ 79 w 176"/>
              <ns1:gd name="T7" fmla="*/ 41 h 176"/>
              <ns1:gd name="T8" fmla="*/ 76 w 176"/>
              <ns1:gd name="T9" fmla="*/ 40 h 176"/>
              <ns1:gd name="T10" fmla="*/ 72 w 176"/>
              <ns1:gd name="T11" fmla="*/ 44 h 176"/>
              <ns1:gd name="T12" fmla="*/ 73 w 176"/>
              <ns1:gd name="T13" fmla="*/ 47 h 176"/>
              <ns1:gd name="T14" fmla="*/ 73 w 176"/>
              <ns1:gd name="T15" fmla="*/ 47 h 176"/>
              <ns1:gd name="T16" fmla="*/ 111 w 176"/>
              <ns1:gd name="T17" fmla="*/ 88 h 176"/>
              <ns1:gd name="T18" fmla="*/ 73 w 176"/>
              <ns1:gd name="T19" fmla="*/ 129 h 176"/>
              <ns1:gd name="T20" fmla="*/ 73 w 176"/>
              <ns1:gd name="T21" fmla="*/ 129 h 176"/>
              <ns1:gd name="T22" fmla="*/ 72 w 176"/>
              <ns1:gd name="T23" fmla="*/ 132 h 176"/>
              <ns1:gd name="T24" fmla="*/ 76 w 176"/>
              <ns1:gd name="T25" fmla="*/ 136 h 176"/>
              <ns1:gd name="T26" fmla="*/ 79 w 176"/>
              <ns1:gd name="T27" fmla="*/ 135 h 176"/>
              <ns1:gd name="T28" fmla="*/ 79 w 176"/>
              <ns1:gd name="T29" fmla="*/ 135 h 176"/>
              <ns1:gd name="T30" fmla="*/ 119 w 176"/>
              <ns1:gd name="T31" fmla="*/ 91 h 176"/>
              <ns1:gd name="T32" fmla="*/ 119 w 176"/>
              <ns1:gd name="T33" fmla="*/ 91 h 176"/>
              <ns1:gd name="T34" fmla="*/ 120 w 176"/>
              <ns1:gd name="T35" fmla="*/ 88 h 176"/>
              <ns1:gd name="T36" fmla="*/ 119 w 176"/>
              <ns1:gd name="T37" fmla="*/ 85 h 176"/>
              <ns1:gd name="T38" fmla="*/ 160 w 176"/>
              <ns1:gd name="T39" fmla="*/ 0 h 176"/>
              <ns1:gd name="T40" fmla="*/ 16 w 176"/>
              <ns1:gd name="T41" fmla="*/ 0 h 176"/>
              <ns1:gd name="T42" fmla="*/ 0 w 176"/>
              <ns1:gd name="T43" fmla="*/ 16 h 176"/>
              <ns1:gd name="T44" fmla="*/ 0 w 176"/>
              <ns1:gd name="T45" fmla="*/ 160 h 176"/>
              <ns1:gd name="T46" fmla="*/ 16 w 176"/>
              <ns1:gd name="T47" fmla="*/ 176 h 176"/>
              <ns1:gd name="T48" fmla="*/ 160 w 176"/>
              <ns1:gd name="T49" fmla="*/ 176 h 176"/>
              <ns1:gd name="T50" fmla="*/ 176 w 176"/>
              <ns1:gd name="T51" fmla="*/ 160 h 176"/>
              <ns1:gd name="T52" fmla="*/ 176 w 176"/>
              <ns1:gd name="T53" fmla="*/ 16 h 176"/>
              <ns1:gd name="T54" fmla="*/ 160 w 176"/>
              <ns1:gd name="T55" fmla="*/ 0 h 176"/>
              <ns1:gd name="T56" fmla="*/ 168 w 176"/>
              <ns1:gd name="T57" fmla="*/ 160 h 176"/>
              <ns1:gd name="T58" fmla="*/ 160 w 176"/>
              <ns1:gd name="T59" fmla="*/ 168 h 176"/>
              <ns1:gd name="T60" fmla="*/ 16 w 176"/>
              <ns1:gd name="T61" fmla="*/ 168 h 176"/>
              <ns1:gd name="T62" fmla="*/ 8 w 176"/>
              <ns1:gd name="T63" fmla="*/ 160 h 176"/>
              <ns1:gd name="T64" fmla="*/ 8 w 176"/>
              <ns1:gd name="T65" fmla="*/ 16 h 176"/>
              <ns1:gd name="T66" fmla="*/ 16 w 176"/>
              <ns1:gd name="T67" fmla="*/ 8 h 176"/>
              <ns1:gd name="T68" fmla="*/ 160 w 176"/>
              <ns1:gd name="T69" fmla="*/ 8 h 176"/>
              <ns1:gd name="T70" fmla="*/ 168 w 176"/>
              <ns1:gd name="T71" fmla="*/ 16 h 176"/>
              <ns1:gd name="T72" fmla="*/ 168 w 176"/>
              <ns1:gd name="T73" fmla="*/ 160 h 176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  <ns1:cxn ang="0">
                <ns1:pos x="T32" y="T33"/>
              </ns1:cxn>
              <ns1:cxn ang="0">
                <ns1:pos x="T34" y="T35"/>
              </ns1:cxn>
              <ns1:cxn ang="0">
                <ns1:pos x="T36" y="T37"/>
              </ns1:cxn>
              <ns1:cxn ang="0">
                <ns1:pos x="T38" y="T39"/>
              </ns1:cxn>
              <ns1:cxn ang="0">
                <ns1:pos x="T40" y="T41"/>
              </ns1:cxn>
              <ns1:cxn ang="0">
                <ns1:pos x="T42" y="T43"/>
              </ns1:cxn>
              <ns1:cxn ang="0">
                <ns1:pos x="T44" y="T45"/>
              </ns1:cxn>
              <ns1:cxn ang="0">
                <ns1:pos x="T46" y="T47"/>
              </ns1:cxn>
              <ns1:cxn ang="0">
                <ns1:pos x="T48" y="T49"/>
              </ns1:cxn>
              <ns1:cxn ang="0">
                <ns1:pos x="T50" y="T51"/>
              </ns1:cxn>
              <ns1:cxn ang="0">
                <ns1:pos x="T52" y="T53"/>
              </ns1:cxn>
              <ns1:cxn ang="0">
                <ns1:pos x="T54" y="T55"/>
              </ns1:cxn>
              <ns1:cxn ang="0">
                <ns1:pos x="T56" y="T57"/>
              </ns1:cxn>
              <ns1:cxn ang="0">
                <ns1:pos x="T58" y="T59"/>
              </ns1:cxn>
              <ns1:cxn ang="0">
                <ns1:pos x="T60" y="T61"/>
              </ns1:cxn>
              <ns1:cxn ang="0">
                <ns1:pos x="T62" y="T63"/>
              </ns1:cxn>
              <ns1:cxn ang="0">
                <ns1:pos x="T64" y="T65"/>
              </ns1:cxn>
              <ns1:cxn ang="0">
                <ns1:pos x="T66" y="T67"/>
              </ns1:cxn>
              <ns1:cxn ang="0">
                <ns1:pos x="T68" y="T69"/>
              </ns1:cxn>
              <ns1:cxn ang="0">
                <ns1:pos x="T70" y="T71"/>
              </ns1:cxn>
              <ns1:cxn ang="0">
                <ns1:pos x="T72" y="T73"/>
              </ns1:cxn>
            </ns1:cxnLst>
            <ns1:rect l="0" t="0" r="r" b="b"/>
            <ns1:pathLst>
              <ns1:path w="176" h="176">
                <ns1:moveTo>
                  <ns1:pt x="119" y="85"/>
                </ns1:moveTo>
                <ns1:cubicBezTo>
                  <ns1:pt x="119" y="85"/>
                  <ns1:pt x="119" y="85"/>
                  <ns1:pt x="119" y="85"/>
                </ns1:cubicBezTo>
                <ns1:cubicBezTo>
                  <ns1:pt x="79" y="41"/>
                  <ns1:pt x="79" y="41"/>
                  <ns1:pt x="79" y="41"/>
                </ns1:cubicBezTo>
                <ns1:cubicBezTo>
                  <ns1:pt x="79" y="41"/>
                  <ns1:pt x="79" y="41"/>
                  <ns1:pt x="79" y="41"/>
                </ns1:cubicBezTo>
                <ns1:cubicBezTo>
                  <ns1:pt x="78" y="41"/>
                  <ns1:pt x="77" y="40"/>
                  <ns1:pt x="76" y="40"/>
                </ns1:cubicBezTo>
                <ns1:cubicBezTo>
                  <ns1:pt x="74" y="40"/>
                  <ns1:pt x="72" y="42"/>
                  <ns1:pt x="72" y="44"/>
                </ns1:cubicBezTo>
                <ns1:cubicBezTo>
                  <ns1:pt x="72" y="45"/>
                  <ns1:pt x="72" y="46"/>
                  <ns1:pt x="73" y="47"/>
                </ns1:cubicBezTo>
                <ns1:cubicBezTo>
                  <ns1:pt x="73" y="47"/>
                  <ns1:pt x="73" y="47"/>
                  <ns1:pt x="73" y="47"/>
                </ns1:cubicBezTo>
                <ns1:cubicBezTo>
                  <ns1:pt x="111" y="88"/>
                  <ns1:pt x="111" y="88"/>
                  <ns1:pt x="111" y="88"/>
                </ns1:cubicBezTo>
                <ns1:cubicBezTo>
                  <ns1:pt x="73" y="129"/>
                  <ns1:pt x="73" y="129"/>
                  <ns1:pt x="73" y="129"/>
                </ns1:cubicBezTo>
                <ns1:cubicBezTo>
                  <ns1:pt x="73" y="129"/>
                  <ns1:pt x="73" y="129"/>
                  <ns1:pt x="73" y="129"/>
                </ns1:cubicBezTo>
                <ns1:cubicBezTo>
                  <ns1:pt x="72" y="130"/>
                  <ns1:pt x="72" y="131"/>
                  <ns1:pt x="72" y="132"/>
                </ns1:cubicBezTo>
                <ns1:cubicBezTo>
                  <ns1:pt x="72" y="134"/>
                  <ns1:pt x="74" y="136"/>
                  <ns1:pt x="76" y="136"/>
                </ns1:cubicBezTo>
                <ns1:cubicBezTo>
                  <ns1:pt x="77" y="136"/>
                  <ns1:pt x="78" y="135"/>
                  <ns1:pt x="79" y="135"/>
                </ns1:cubicBezTo>
                <ns1:cubicBezTo>
                  <ns1:pt x="79" y="135"/>
                  <ns1:pt x="79" y="135"/>
                  <ns1:pt x="79" y="135"/>
                </ns1:cubicBezTo>
                <ns1:cubicBezTo>
                  <ns1:pt x="119" y="91"/>
                  <ns1:pt x="119" y="91"/>
                  <ns1:pt x="119" y="91"/>
                </ns1:cubicBezTo>
                <ns1:cubicBezTo>
                  <ns1:pt x="119" y="91"/>
                  <ns1:pt x="119" y="91"/>
                  <ns1:pt x="119" y="91"/>
                </ns1:cubicBezTo>
                <ns1:cubicBezTo>
                  <ns1:pt x="120" y="90"/>
                  <ns1:pt x="120" y="89"/>
                  <ns1:pt x="120" y="88"/>
                </ns1:cubicBezTo>
                <ns1:cubicBezTo>
                  <ns1:pt x="120" y="87"/>
                  <ns1:pt x="120" y="86"/>
                  <ns1:pt x="119" y="85"/>
                </ns1:cubicBezTo>
                <ns1:moveTo>
                  <ns1:pt x="160" y="0"/>
                </ns1:moveTo>
                <ns1:cubicBezTo>
                  <ns1:pt x="16" y="0"/>
                  <ns1:pt x="16" y="0"/>
                  <ns1:pt x="16" y="0"/>
                </ns1:cubicBezTo>
                <ns1:cubicBezTo>
                  <ns1:pt x="7" y="0"/>
                  <ns1:pt x="0" y="7"/>
                  <ns1:pt x="0" y="16"/>
                </ns1:cubicBezTo>
                <ns1:cubicBezTo>
                  <ns1:pt x="0" y="160"/>
                  <ns1:pt x="0" y="160"/>
                  <ns1:pt x="0" y="160"/>
                </ns1:cubicBezTo>
                <ns1:cubicBezTo>
                  <ns1:pt x="0" y="169"/>
                  <ns1:pt x="7" y="176"/>
                  <ns1:pt x="16" y="176"/>
                </ns1:cubicBezTo>
                <ns1:cubicBezTo>
                  <ns1:pt x="160" y="176"/>
                  <ns1:pt x="160" y="176"/>
                  <ns1:pt x="160" y="176"/>
                </ns1:cubicBezTo>
                <ns1:cubicBezTo>
                  <ns1:pt x="169" y="176"/>
                  <ns1:pt x="176" y="169"/>
                  <ns1:pt x="176" y="160"/>
                </ns1:cubicBezTo>
                <ns1:cubicBezTo>
                  <ns1:pt x="176" y="16"/>
                  <ns1:pt x="176" y="16"/>
                  <ns1:pt x="176" y="16"/>
                </ns1:cubicBezTo>
                <ns1:cubicBezTo>
                  <ns1:pt x="176" y="7"/>
                  <ns1:pt x="169" y="0"/>
                  <ns1:pt x="160" y="0"/>
                </ns1:cubicBezTo>
                <ns1:moveTo>
                  <ns1:pt x="168" y="160"/>
                </ns1:moveTo>
                <ns1:cubicBezTo>
                  <ns1:pt x="168" y="164"/>
                  <ns1:pt x="164" y="168"/>
                  <ns1:pt x="160" y="168"/>
                </ns1:cubicBezTo>
                <ns1:cubicBezTo>
                  <ns1:pt x="16" y="168"/>
                  <ns1:pt x="16" y="168"/>
                  <ns1:pt x="16" y="168"/>
                </ns1:cubicBezTo>
                <ns1:cubicBezTo>
                  <ns1:pt x="12" y="168"/>
                  <ns1:pt x="8" y="164"/>
                  <ns1:pt x="8" y="160"/>
                </ns1:cubicBezTo>
                <ns1:cubicBezTo>
                  <ns1:pt x="8" y="16"/>
                  <ns1:pt x="8" y="16"/>
                  <ns1:pt x="8" y="16"/>
                </ns1:cubicBezTo>
                <ns1:cubicBezTo>
                  <ns1:pt x="8" y="12"/>
                  <ns1:pt x="12" y="8"/>
                  <ns1:pt x="16" y="8"/>
                </ns1:cubicBezTo>
                <ns1:cubicBezTo>
                  <ns1:pt x="160" y="8"/>
                  <ns1:pt x="160" y="8"/>
                  <ns1:pt x="160" y="8"/>
                </ns1:cubicBezTo>
                <ns1:cubicBezTo>
                  <ns1:pt x="164" y="8"/>
                  <ns1:pt x="168" y="12"/>
                  <ns1:pt x="168" y="16"/>
                </ns1:cubicBezTo>
                <ns1:lnTo>
                  <ns1:pt x="168" y="160"/>
                </ns1:lnTo>
                <ns1:close/>
              </ns1:path>
            </ns1:pathLst>
          </ns1:custGeom>
          <ns1:solidFill>
            <ns1:schemeClr val="tx1"/>
          </ns1:solidFill>
          <ns1:ln>
            <ns1:noFill/>
          </ns1:ln>
          <ns1:extLst/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en-US" sz="2700"/>
          </ns1:p>
        </ns0:txBody>
      </ns0:sp>
      <ns0:sp>
        <ns0:nvSpPr>
          <ns0:cNvPr id="54" name="Freeform 52"/>
          <ns0:cNvSpPr>
            <ns1:spLocks noEditPoints="1"/>
          </ns0:cNvSpPr>
          <ns0:nvPr/>
        </ns0:nvSpPr>
        <ns0:spPr bwMode="auto">
          <ns1:xfrm>
            <ns1:off x="5211764" y="4635501"/>
            <ns1:ext cx="300038" cy="441325"/>
          </ns1:xfrm>
          <ns1:custGeom>
            <ns1:avLst/>
            <ns1:gdLst>
              <ns1:gd name="T0" fmla="*/ 116 w 120"/>
              <ns1:gd name="T1" fmla="*/ 112 h 176"/>
              <ns1:gd name="T2" fmla="*/ 80 w 120"/>
              <ns1:gd name="T3" fmla="*/ 112 h 176"/>
              <ns1:gd name="T4" fmla="*/ 80 w 120"/>
              <ns1:gd name="T5" fmla="*/ 16 h 176"/>
              <ns1:gd name="T6" fmla="*/ 64 w 120"/>
              <ns1:gd name="T7" fmla="*/ 0 h 176"/>
              <ns1:gd name="T8" fmla="*/ 56 w 120"/>
              <ns1:gd name="T9" fmla="*/ 0 h 176"/>
              <ns1:gd name="T10" fmla="*/ 40 w 120"/>
              <ns1:gd name="T11" fmla="*/ 16 h 176"/>
              <ns1:gd name="T12" fmla="*/ 40 w 120"/>
              <ns1:gd name="T13" fmla="*/ 112 h 176"/>
              <ns1:gd name="T14" fmla="*/ 4 w 120"/>
              <ns1:gd name="T15" fmla="*/ 112 h 176"/>
              <ns1:gd name="T16" fmla="*/ 0 w 120"/>
              <ns1:gd name="T17" fmla="*/ 116 h 176"/>
              <ns1:gd name="T18" fmla="*/ 1 w 120"/>
              <ns1:gd name="T19" fmla="*/ 119 h 176"/>
              <ns1:gd name="T20" fmla="*/ 57 w 120"/>
              <ns1:gd name="T21" fmla="*/ 175 h 176"/>
              <ns1:gd name="T22" fmla="*/ 60 w 120"/>
              <ns1:gd name="T23" fmla="*/ 176 h 176"/>
              <ns1:gd name="T24" fmla="*/ 63 w 120"/>
              <ns1:gd name="T25" fmla="*/ 175 h 176"/>
              <ns1:gd name="T26" fmla="*/ 119 w 120"/>
              <ns1:gd name="T27" fmla="*/ 119 h 176"/>
              <ns1:gd name="T28" fmla="*/ 120 w 120"/>
              <ns1:gd name="T29" fmla="*/ 116 h 176"/>
              <ns1:gd name="T30" fmla="*/ 116 w 120"/>
              <ns1:gd name="T31" fmla="*/ 112 h 176"/>
              <ns1:gd name="T32" fmla="*/ 60 w 120"/>
              <ns1:gd name="T33" fmla="*/ 166 h 176"/>
              <ns1:gd name="T34" fmla="*/ 14 w 120"/>
              <ns1:gd name="T35" fmla="*/ 120 h 176"/>
              <ns1:gd name="T36" fmla="*/ 48 w 120"/>
              <ns1:gd name="T37" fmla="*/ 120 h 176"/>
              <ns1:gd name="T38" fmla="*/ 48 w 120"/>
              <ns1:gd name="T39" fmla="*/ 16 h 176"/>
              <ns1:gd name="T40" fmla="*/ 56 w 120"/>
              <ns1:gd name="T41" fmla="*/ 8 h 176"/>
              <ns1:gd name="T42" fmla="*/ 64 w 120"/>
              <ns1:gd name="T43" fmla="*/ 8 h 176"/>
              <ns1:gd name="T44" fmla="*/ 72 w 120"/>
              <ns1:gd name="T45" fmla="*/ 16 h 176"/>
              <ns1:gd name="T46" fmla="*/ 72 w 120"/>
              <ns1:gd name="T47" fmla="*/ 120 h 176"/>
              <ns1:gd name="T48" fmla="*/ 106 w 120"/>
              <ns1:gd name="T49" fmla="*/ 120 h 176"/>
              <ns1:gd name="T50" fmla="*/ 60 w 120"/>
              <ns1:gd name="T51" fmla="*/ 166 h 176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  <ns1:cxn ang="0">
                <ns1:pos x="T32" y="T33"/>
              </ns1:cxn>
              <ns1:cxn ang="0">
                <ns1:pos x="T34" y="T35"/>
              </ns1:cxn>
              <ns1:cxn ang="0">
                <ns1:pos x="T36" y="T37"/>
              </ns1:cxn>
              <ns1:cxn ang="0">
                <ns1:pos x="T38" y="T39"/>
              </ns1:cxn>
              <ns1:cxn ang="0">
                <ns1:pos x="T40" y="T41"/>
              </ns1:cxn>
              <ns1:cxn ang="0">
                <ns1:pos x="T42" y="T43"/>
              </ns1:cxn>
              <ns1:cxn ang="0">
                <ns1:pos x="T44" y="T45"/>
              </ns1:cxn>
              <ns1:cxn ang="0">
                <ns1:pos x="T46" y="T47"/>
              </ns1:cxn>
              <ns1:cxn ang="0">
                <ns1:pos x="T48" y="T49"/>
              </ns1:cxn>
              <ns1:cxn ang="0">
                <ns1:pos x="T50" y="T51"/>
              </ns1:cxn>
            </ns1:cxnLst>
            <ns1:rect l="0" t="0" r="r" b="b"/>
            <ns1:pathLst>
              <ns1:path w="120" h="176">
                <ns1:moveTo>
                  <ns1:pt x="116" y="112"/>
                </ns1:moveTo>
                <ns1:cubicBezTo>
                  <ns1:pt x="80" y="112"/>
                  <ns1:pt x="80" y="112"/>
                  <ns1:pt x="80" y="112"/>
                </ns1:cubicBezTo>
                <ns1:cubicBezTo>
                  <ns1:pt x="80" y="16"/>
                  <ns1:pt x="80" y="16"/>
                  <ns1:pt x="80" y="16"/>
                </ns1:cubicBezTo>
                <ns1:cubicBezTo>
                  <ns1:pt x="80" y="7"/>
                  <ns1:pt x="73" y="0"/>
                  <ns1:pt x="64" y="0"/>
                </ns1:cubicBezTo>
                <ns1:cubicBezTo>
                  <ns1:pt x="56" y="0"/>
                  <ns1:pt x="56" y="0"/>
                  <ns1:pt x="56" y="0"/>
                </ns1:cubicBezTo>
                <ns1:cubicBezTo>
                  <ns1:pt x="47" y="0"/>
                  <ns1:pt x="40" y="7"/>
                  <ns1:pt x="40" y="16"/>
                </ns1:cubicBezTo>
                <ns1:cubicBezTo>
                  <ns1:pt x="40" y="112"/>
                  <ns1:pt x="40" y="112"/>
                  <ns1:pt x="40" y="112"/>
                </ns1:cubicBezTo>
                <ns1:cubicBezTo>
                  <ns1:pt x="4" y="112"/>
                  <ns1:pt x="4" y="112"/>
                  <ns1:pt x="4" y="112"/>
                </ns1:cubicBezTo>
                <ns1:cubicBezTo>
                  <ns1:pt x="2" y="112"/>
                  <ns1:pt x="0" y="114"/>
                  <ns1:pt x="0" y="116"/>
                </ns1:cubicBezTo>
                <ns1:cubicBezTo>
                  <ns1:pt x="0" y="117"/>
                  <ns1:pt x="0" y="118"/>
                  <ns1:pt x="1" y="119"/>
                </ns1:cubicBezTo>
                <ns1:cubicBezTo>
                  <ns1:pt x="57" y="175"/>
                  <ns1:pt x="57" y="175"/>
                  <ns1:pt x="57" y="175"/>
                </ns1:cubicBezTo>
                <ns1:cubicBezTo>
                  <ns1:pt x="58" y="176"/>
                  <ns1:pt x="59" y="176"/>
                  <ns1:pt x="60" y="176"/>
                </ns1:cubicBezTo>
                <ns1:cubicBezTo>
                  <ns1:pt x="61" y="176"/>
                  <ns1:pt x="62" y="176"/>
                  <ns1:pt x="63" y="175"/>
                </ns1:cubicBezTo>
                <ns1:cubicBezTo>
                  <ns1:pt x="119" y="119"/>
                  <ns1:pt x="119" y="119"/>
                  <ns1:pt x="119" y="119"/>
                </ns1:cubicBezTo>
                <ns1:cubicBezTo>
                  <ns1:pt x="120" y="118"/>
                  <ns1:pt x="120" y="117"/>
                  <ns1:pt x="120" y="116"/>
                </ns1:cubicBezTo>
                <ns1:cubicBezTo>
                  <ns1:pt x="120" y="114"/>
                  <ns1:pt x="118" y="112"/>
                  <ns1:pt x="116" y="112"/>
                </ns1:cubicBezTo>
                <ns1:moveTo>
                  <ns1:pt x="60" y="166"/>
                </ns1:moveTo>
                <ns1:cubicBezTo>
                  <ns1:pt x="14" y="120"/>
                  <ns1:pt x="14" y="120"/>
                  <ns1:pt x="14" y="120"/>
                </ns1:cubicBezTo>
                <ns1:cubicBezTo>
                  <ns1:pt x="48" y="120"/>
                  <ns1:pt x="48" y="120"/>
                  <ns1:pt x="48" y="120"/>
                </ns1:cubicBezTo>
                <ns1:cubicBezTo>
                  <ns1:pt x="48" y="16"/>
                  <ns1:pt x="48" y="16"/>
                  <ns1:pt x="48" y="16"/>
                </ns1:cubicBezTo>
                <ns1:cubicBezTo>
                  <ns1:pt x="48" y="12"/>
                  <ns1:pt x="52" y="8"/>
                  <ns1:pt x="56" y="8"/>
                </ns1:cubicBezTo>
                <ns1:cubicBezTo>
                  <ns1:pt x="64" y="8"/>
                  <ns1:pt x="64" y="8"/>
                  <ns1:pt x="64" y="8"/>
                </ns1:cubicBezTo>
                <ns1:cubicBezTo>
                  <ns1:pt x="68" y="8"/>
                  <ns1:pt x="72" y="12"/>
                  <ns1:pt x="72" y="16"/>
                </ns1:cubicBezTo>
                <ns1:cubicBezTo>
                  <ns1:pt x="72" y="120"/>
                  <ns1:pt x="72" y="120"/>
                  <ns1:pt x="72" y="120"/>
                </ns1:cubicBezTo>
                <ns1:cubicBezTo>
                  <ns1:pt x="106" y="120"/>
                  <ns1:pt x="106" y="120"/>
                  <ns1:pt x="106" y="120"/>
                </ns1:cubicBezTo>
                <ns1:lnTo>
                  <ns1:pt x="60" y="166"/>
                </ns1:lnTo>
                <ns1:close/>
              </ns1:path>
            </ns1:pathLst>
          </ns1:custGeom>
          <ns1:solidFill>
            <ns1:schemeClr val="tx1"/>
          </ns1:solidFill>
          <ns1:ln>
            <ns1:noFill/>
          </ns1:ln>
          <ns1:extLst/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en-US" sz="2700"/>
          </ns1:p>
        </ns0:txBody>
      </ns0:sp>
      <ns0:sp>
        <ns0:nvSpPr>
          <ns0:cNvPr id="55" name="Freeform 53"/>
          <ns0:cNvSpPr>
            <ns1:spLocks noEditPoints="1"/>
          </ns0:cNvSpPr>
          <ns0:nvPr/>
        </ns0:nvSpPr>
        <ns0:spPr bwMode="auto">
          <ns1:xfrm>
            <ns1:off x="6051551" y="4635501"/>
            <ns1:ext cx="301625" cy="441325"/>
          </ns1:xfrm>
          <ns1:custGeom>
            <ns1:avLst/>
            <ns1:gdLst>
              <ns1:gd name="T0" fmla="*/ 119 w 120"/>
              <ns1:gd name="T1" fmla="*/ 57 h 176"/>
              <ns1:gd name="T2" fmla="*/ 63 w 120"/>
              <ns1:gd name="T3" fmla="*/ 1 h 176"/>
              <ns1:gd name="T4" fmla="*/ 60 w 120"/>
              <ns1:gd name="T5" fmla="*/ 0 h 176"/>
              <ns1:gd name="T6" fmla="*/ 57 w 120"/>
              <ns1:gd name="T7" fmla="*/ 1 h 176"/>
              <ns1:gd name="T8" fmla="*/ 1 w 120"/>
              <ns1:gd name="T9" fmla="*/ 57 h 176"/>
              <ns1:gd name="T10" fmla="*/ 0 w 120"/>
              <ns1:gd name="T11" fmla="*/ 60 h 176"/>
              <ns1:gd name="T12" fmla="*/ 4 w 120"/>
              <ns1:gd name="T13" fmla="*/ 64 h 176"/>
              <ns1:gd name="T14" fmla="*/ 40 w 120"/>
              <ns1:gd name="T15" fmla="*/ 64 h 176"/>
              <ns1:gd name="T16" fmla="*/ 40 w 120"/>
              <ns1:gd name="T17" fmla="*/ 160 h 176"/>
              <ns1:gd name="T18" fmla="*/ 56 w 120"/>
              <ns1:gd name="T19" fmla="*/ 176 h 176"/>
              <ns1:gd name="T20" fmla="*/ 64 w 120"/>
              <ns1:gd name="T21" fmla="*/ 176 h 176"/>
              <ns1:gd name="T22" fmla="*/ 80 w 120"/>
              <ns1:gd name="T23" fmla="*/ 160 h 176"/>
              <ns1:gd name="T24" fmla="*/ 80 w 120"/>
              <ns1:gd name="T25" fmla="*/ 64 h 176"/>
              <ns1:gd name="T26" fmla="*/ 116 w 120"/>
              <ns1:gd name="T27" fmla="*/ 64 h 176"/>
              <ns1:gd name="T28" fmla="*/ 120 w 120"/>
              <ns1:gd name="T29" fmla="*/ 60 h 176"/>
              <ns1:gd name="T30" fmla="*/ 119 w 120"/>
              <ns1:gd name="T31" fmla="*/ 57 h 176"/>
              <ns1:gd name="T32" fmla="*/ 72 w 120"/>
              <ns1:gd name="T33" fmla="*/ 56 h 176"/>
              <ns1:gd name="T34" fmla="*/ 72 w 120"/>
              <ns1:gd name="T35" fmla="*/ 160 h 176"/>
              <ns1:gd name="T36" fmla="*/ 64 w 120"/>
              <ns1:gd name="T37" fmla="*/ 168 h 176"/>
              <ns1:gd name="T38" fmla="*/ 56 w 120"/>
              <ns1:gd name="T39" fmla="*/ 168 h 176"/>
              <ns1:gd name="T40" fmla="*/ 48 w 120"/>
              <ns1:gd name="T41" fmla="*/ 160 h 176"/>
              <ns1:gd name="T42" fmla="*/ 48 w 120"/>
              <ns1:gd name="T43" fmla="*/ 56 h 176"/>
              <ns1:gd name="T44" fmla="*/ 14 w 120"/>
              <ns1:gd name="T45" fmla="*/ 56 h 176"/>
              <ns1:gd name="T46" fmla="*/ 60 w 120"/>
              <ns1:gd name="T47" fmla="*/ 10 h 176"/>
              <ns1:gd name="T48" fmla="*/ 106 w 120"/>
              <ns1:gd name="T49" fmla="*/ 56 h 176"/>
              <ns1:gd name="T50" fmla="*/ 72 w 120"/>
              <ns1:gd name="T51" fmla="*/ 56 h 176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  <ns1:cxn ang="0">
                <ns1:pos x="T32" y="T33"/>
              </ns1:cxn>
              <ns1:cxn ang="0">
                <ns1:pos x="T34" y="T35"/>
              </ns1:cxn>
              <ns1:cxn ang="0">
                <ns1:pos x="T36" y="T37"/>
              </ns1:cxn>
              <ns1:cxn ang="0">
                <ns1:pos x="T38" y="T39"/>
              </ns1:cxn>
              <ns1:cxn ang="0">
                <ns1:pos x="T40" y="T41"/>
              </ns1:cxn>
              <ns1:cxn ang="0">
                <ns1:pos x="T42" y="T43"/>
              </ns1:cxn>
              <ns1:cxn ang="0">
                <ns1:pos x="T44" y="T45"/>
              </ns1:cxn>
              <ns1:cxn ang="0">
                <ns1:pos x="T46" y="T47"/>
              </ns1:cxn>
              <ns1:cxn ang="0">
                <ns1:pos x="T48" y="T49"/>
              </ns1:cxn>
              <ns1:cxn ang="0">
                <ns1:pos x="T50" y="T51"/>
              </ns1:cxn>
            </ns1:cxnLst>
            <ns1:rect l="0" t="0" r="r" b="b"/>
            <ns1:pathLst>
              <ns1:path w="120" h="176">
                <ns1:moveTo>
                  <ns1:pt x="119" y="57"/>
                </ns1:moveTo>
                <ns1:cubicBezTo>
                  <ns1:pt x="63" y="1"/>
                  <ns1:pt x="63" y="1"/>
                  <ns1:pt x="63" y="1"/>
                </ns1:cubicBezTo>
                <ns1:cubicBezTo>
                  <ns1:pt x="62" y="0"/>
                  <ns1:pt x="61" y="0"/>
                  <ns1:pt x="60" y="0"/>
                </ns1:cubicBezTo>
                <ns1:cubicBezTo>
                  <ns1:pt x="59" y="0"/>
                  <ns1:pt x="58" y="0"/>
                  <ns1:pt x="57" y="1"/>
                </ns1:cubicBezTo>
                <ns1:cubicBezTo>
                  <ns1:pt x="1" y="57"/>
                  <ns1:pt x="1" y="57"/>
                  <ns1:pt x="1" y="57"/>
                </ns1:cubicBezTo>
                <ns1:cubicBezTo>
                  <ns1:pt x="0" y="58"/>
                  <ns1:pt x="0" y="59"/>
                  <ns1:pt x="0" y="60"/>
                </ns1:cubicBezTo>
                <ns1:cubicBezTo>
                  <ns1:pt x="0" y="62"/>
                  <ns1:pt x="2" y="64"/>
                  <ns1:pt x="4" y="64"/>
                </ns1:cubicBezTo>
                <ns1:cubicBezTo>
                  <ns1:pt x="40" y="64"/>
                  <ns1:pt x="40" y="64"/>
                  <ns1:pt x="40" y="64"/>
                </ns1:cubicBezTo>
                <ns1:cubicBezTo>
                  <ns1:pt x="40" y="160"/>
                  <ns1:pt x="40" y="160"/>
                  <ns1:pt x="40" y="160"/>
                </ns1:cubicBezTo>
                <ns1:cubicBezTo>
                  <ns1:pt x="40" y="169"/>
                  <ns1:pt x="47" y="176"/>
                  <ns1:pt x="56" y="176"/>
                </ns1:cubicBezTo>
                <ns1:cubicBezTo>
                  <ns1:pt x="64" y="176"/>
                  <ns1:pt x="64" y="176"/>
                  <ns1:pt x="64" y="176"/>
                </ns1:cubicBezTo>
                <ns1:cubicBezTo>
                  <ns1:pt x="73" y="176"/>
                  <ns1:pt x="80" y="169"/>
                  <ns1:pt x="80" y="160"/>
                </ns1:cubicBezTo>
                <ns1:cubicBezTo>
                  <ns1:pt x="80" y="64"/>
                  <ns1:pt x="80" y="64"/>
                  <ns1:pt x="80" y="64"/>
                </ns1:cubicBezTo>
                <ns1:cubicBezTo>
                  <ns1:pt x="116" y="64"/>
                  <ns1:pt x="116" y="64"/>
                  <ns1:pt x="116" y="64"/>
                </ns1:cubicBezTo>
                <ns1:cubicBezTo>
                  <ns1:pt x="118" y="64"/>
                  <ns1:pt x="120" y="62"/>
                  <ns1:pt x="120" y="60"/>
                </ns1:cubicBezTo>
                <ns1:cubicBezTo>
                  <ns1:pt x="120" y="59"/>
                  <ns1:pt x="120" y="58"/>
                  <ns1:pt x="119" y="57"/>
                </ns1:cubicBezTo>
                <ns1:moveTo>
                  <ns1:pt x="72" y="56"/>
                </ns1:moveTo>
                <ns1:cubicBezTo>
                  <ns1:pt x="72" y="160"/>
                  <ns1:pt x="72" y="160"/>
                  <ns1:pt x="72" y="160"/>
                </ns1:cubicBezTo>
                <ns1:cubicBezTo>
                  <ns1:pt x="72" y="164"/>
                  <ns1:pt x="68" y="168"/>
                  <ns1:pt x="64" y="168"/>
                </ns1:cubicBezTo>
                <ns1:cubicBezTo>
                  <ns1:pt x="56" y="168"/>
                  <ns1:pt x="56" y="168"/>
                  <ns1:pt x="56" y="168"/>
                </ns1:cubicBezTo>
                <ns1:cubicBezTo>
                  <ns1:pt x="52" y="168"/>
                  <ns1:pt x="48" y="164"/>
                  <ns1:pt x="48" y="160"/>
                </ns1:cubicBezTo>
                <ns1:cubicBezTo>
                  <ns1:pt x="48" y="56"/>
                  <ns1:pt x="48" y="56"/>
                  <ns1:pt x="48" y="56"/>
                </ns1:cubicBezTo>
                <ns1:cubicBezTo>
                  <ns1:pt x="14" y="56"/>
                  <ns1:pt x="14" y="56"/>
                  <ns1:pt x="14" y="56"/>
                </ns1:cubicBezTo>
                <ns1:cubicBezTo>
                  <ns1:pt x="60" y="10"/>
                  <ns1:pt x="60" y="10"/>
                  <ns1:pt x="60" y="10"/>
                </ns1:cubicBezTo>
                <ns1:cubicBezTo>
                  <ns1:pt x="106" y="56"/>
                  <ns1:pt x="106" y="56"/>
                  <ns1:pt x="106" y="56"/>
                </ns1:cubicBezTo>
                <ns1:lnTo>
                  <ns1:pt x="72" y="56"/>
                </ns1:lnTo>
                <ns1:close/>
              </ns1:path>
            </ns1:pathLst>
          </ns1:custGeom>
          <ns1:solidFill>
            <ns1:schemeClr val="tx1"/>
          </ns1:solidFill>
          <ns1:ln>
            <ns1:noFill/>
          </ns1:ln>
          <ns1:extLst/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en-US" sz="2700"/>
          </ns1:p>
        </ns0:txBody>
      </ns0:sp>
      <ns0:sp>
        <ns0:nvSpPr>
          <ns0:cNvPr id="56" name="Freeform 54"/>
          <ns0:cNvSpPr>
            <ns1:spLocks noEditPoints="1"/>
          </ns0:cNvSpPr>
          <ns0:nvPr/>
        </ns0:nvSpPr>
        <ns0:spPr bwMode="auto">
          <ns1:xfrm>
            <ns1:off x="6823076" y="4706938"/>
            <ns1:ext cx="439738" cy="300038"/>
          </ns1:xfrm>
          <ns1:custGeom>
            <ns1:avLst/>
            <ns1:gdLst>
              <ns1:gd name="T0" fmla="*/ 160 w 176"/>
              <ns1:gd name="T1" fmla="*/ 40 h 120"/>
              <ns1:gd name="T2" fmla="*/ 64 w 176"/>
              <ns1:gd name="T3" fmla="*/ 40 h 120"/>
              <ns1:gd name="T4" fmla="*/ 64 w 176"/>
              <ns1:gd name="T5" fmla="*/ 4 h 120"/>
              <ns1:gd name="T6" fmla="*/ 60 w 176"/>
              <ns1:gd name="T7" fmla="*/ 0 h 120"/>
              <ns1:gd name="T8" fmla="*/ 57 w 176"/>
              <ns1:gd name="T9" fmla="*/ 1 h 120"/>
              <ns1:gd name="T10" fmla="*/ 1 w 176"/>
              <ns1:gd name="T11" fmla="*/ 57 h 120"/>
              <ns1:gd name="T12" fmla="*/ 0 w 176"/>
              <ns1:gd name="T13" fmla="*/ 60 h 120"/>
              <ns1:gd name="T14" fmla="*/ 1 w 176"/>
              <ns1:gd name="T15" fmla="*/ 63 h 120"/>
              <ns1:gd name="T16" fmla="*/ 57 w 176"/>
              <ns1:gd name="T17" fmla="*/ 119 h 120"/>
              <ns1:gd name="T18" fmla="*/ 60 w 176"/>
              <ns1:gd name="T19" fmla="*/ 120 h 120"/>
              <ns1:gd name="T20" fmla="*/ 64 w 176"/>
              <ns1:gd name="T21" fmla="*/ 116 h 120"/>
              <ns1:gd name="T22" fmla="*/ 64 w 176"/>
              <ns1:gd name="T23" fmla="*/ 80 h 120"/>
              <ns1:gd name="T24" fmla="*/ 160 w 176"/>
              <ns1:gd name="T25" fmla="*/ 80 h 120"/>
              <ns1:gd name="T26" fmla="*/ 176 w 176"/>
              <ns1:gd name="T27" fmla="*/ 64 h 120"/>
              <ns1:gd name="T28" fmla="*/ 176 w 176"/>
              <ns1:gd name="T29" fmla="*/ 56 h 120"/>
              <ns1:gd name="T30" fmla="*/ 160 w 176"/>
              <ns1:gd name="T31" fmla="*/ 40 h 120"/>
              <ns1:gd name="T32" fmla="*/ 168 w 176"/>
              <ns1:gd name="T33" fmla="*/ 64 h 120"/>
              <ns1:gd name="T34" fmla="*/ 160 w 176"/>
              <ns1:gd name="T35" fmla="*/ 72 h 120"/>
              <ns1:gd name="T36" fmla="*/ 56 w 176"/>
              <ns1:gd name="T37" fmla="*/ 72 h 120"/>
              <ns1:gd name="T38" fmla="*/ 56 w 176"/>
              <ns1:gd name="T39" fmla="*/ 106 h 120"/>
              <ns1:gd name="T40" fmla="*/ 10 w 176"/>
              <ns1:gd name="T41" fmla="*/ 60 h 120"/>
              <ns1:gd name="T42" fmla="*/ 56 w 176"/>
              <ns1:gd name="T43" fmla="*/ 14 h 120"/>
              <ns1:gd name="T44" fmla="*/ 56 w 176"/>
              <ns1:gd name="T45" fmla="*/ 48 h 120"/>
              <ns1:gd name="T46" fmla="*/ 160 w 176"/>
              <ns1:gd name="T47" fmla="*/ 48 h 120"/>
              <ns1:gd name="T48" fmla="*/ 168 w 176"/>
              <ns1:gd name="T49" fmla="*/ 56 h 120"/>
              <ns1:gd name="T50" fmla="*/ 168 w 176"/>
              <ns1:gd name="T51" fmla="*/ 64 h 120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  <ns1:cxn ang="0">
                <ns1:pos x="T32" y="T33"/>
              </ns1:cxn>
              <ns1:cxn ang="0">
                <ns1:pos x="T34" y="T35"/>
              </ns1:cxn>
              <ns1:cxn ang="0">
                <ns1:pos x="T36" y="T37"/>
              </ns1:cxn>
              <ns1:cxn ang="0">
                <ns1:pos x="T38" y="T39"/>
              </ns1:cxn>
              <ns1:cxn ang="0">
                <ns1:pos x="T40" y="T41"/>
              </ns1:cxn>
              <ns1:cxn ang="0">
                <ns1:pos x="T42" y="T43"/>
              </ns1:cxn>
              <ns1:cxn ang="0">
                <ns1:pos x="T44" y="T45"/>
              </ns1:cxn>
              <ns1:cxn ang="0">
                <ns1:pos x="T46" y="T47"/>
              </ns1:cxn>
              <ns1:cxn ang="0">
                <ns1:pos x="T48" y="T49"/>
              </ns1:cxn>
              <ns1:cxn ang="0">
                <ns1:pos x="T50" y="T51"/>
              </ns1:cxn>
            </ns1:cxnLst>
            <ns1:rect l="0" t="0" r="r" b="b"/>
            <ns1:pathLst>
              <ns1:path w="176" h="120">
                <ns1:moveTo>
                  <ns1:pt x="160" y="40"/>
                </ns1:moveTo>
                <ns1:cubicBezTo>
                  <ns1:pt x="64" y="40"/>
                  <ns1:pt x="64" y="40"/>
                  <ns1:pt x="64" y="40"/>
                </ns1:cubicBezTo>
                <ns1:cubicBezTo>
                  <ns1:pt x="64" y="4"/>
                  <ns1:pt x="64" y="4"/>
                  <ns1:pt x="64" y="4"/>
                </ns1:cubicBezTo>
                <ns1:cubicBezTo>
                  <ns1:pt x="64" y="2"/>
                  <ns1:pt x="62" y="0"/>
                  <ns1:pt x="60" y="0"/>
                </ns1:cubicBezTo>
                <ns1:cubicBezTo>
                  <ns1:pt x="59" y="0"/>
                  <ns1:pt x="58" y="0"/>
                  <ns1:pt x="57" y="1"/>
                </ns1:cubicBezTo>
                <ns1:cubicBezTo>
                  <ns1:pt x="1" y="57"/>
                  <ns1:pt x="1" y="57"/>
                  <ns1:pt x="1" y="57"/>
                </ns1:cubicBezTo>
                <ns1:cubicBezTo>
                  <ns1:pt x="0" y="58"/>
                  <ns1:pt x="0" y="59"/>
                  <ns1:pt x="0" y="60"/>
                </ns1:cubicBezTo>
                <ns1:cubicBezTo>
                  <ns1:pt x="0" y="61"/>
                  <ns1:pt x="0" y="62"/>
                  <ns1:pt x="1" y="63"/>
                </ns1:cubicBezTo>
                <ns1:cubicBezTo>
                  <ns1:pt x="57" y="119"/>
                  <ns1:pt x="57" y="119"/>
                  <ns1:pt x="57" y="119"/>
                </ns1:cubicBezTo>
                <ns1:cubicBezTo>
                  <ns1:pt x="58" y="120"/>
                  <ns1:pt x="59" y="120"/>
                  <ns1:pt x="60" y="120"/>
                </ns1:cubicBezTo>
                <ns1:cubicBezTo>
                  <ns1:pt x="62" y="120"/>
                  <ns1:pt x="64" y="118"/>
                  <ns1:pt x="64" y="116"/>
                </ns1:cubicBezTo>
                <ns1:cubicBezTo>
                  <ns1:pt x="64" y="80"/>
                  <ns1:pt x="64" y="80"/>
                  <ns1:pt x="64" y="80"/>
                </ns1:cubicBezTo>
                <ns1:cubicBezTo>
                  <ns1:pt x="160" y="80"/>
                  <ns1:pt x="160" y="80"/>
                  <ns1:pt x="160" y="80"/>
                </ns1:cubicBezTo>
                <ns1:cubicBezTo>
                  <ns1:pt x="169" y="80"/>
                  <ns1:pt x="176" y="73"/>
                  <ns1:pt x="176" y="64"/>
                </ns1:cubicBezTo>
                <ns1:cubicBezTo>
                  <ns1:pt x="176" y="56"/>
                  <ns1:pt x="176" y="56"/>
                  <ns1:pt x="176" y="56"/>
                </ns1:cubicBezTo>
                <ns1:cubicBezTo>
                  <ns1:pt x="176" y="47"/>
                  <ns1:pt x="169" y="40"/>
                  <ns1:pt x="160" y="40"/>
                </ns1:cubicBezTo>
                <ns1:moveTo>
                  <ns1:pt x="168" y="64"/>
                </ns1:moveTo>
                <ns1:cubicBezTo>
                  <ns1:pt x="168" y="68"/>
                  <ns1:pt x="164" y="72"/>
                  <ns1:pt x="160" y="72"/>
                </ns1:cubicBezTo>
                <ns1:cubicBezTo>
                  <ns1:pt x="56" y="72"/>
                  <ns1:pt x="56" y="72"/>
                  <ns1:pt x="56" y="72"/>
                </ns1:cubicBezTo>
                <ns1:cubicBezTo>
                  <ns1:pt x="56" y="106"/>
                  <ns1:pt x="56" y="106"/>
                  <ns1:pt x="56" y="106"/>
                </ns1:cubicBezTo>
                <ns1:cubicBezTo>
                  <ns1:pt x="10" y="60"/>
                  <ns1:pt x="10" y="60"/>
                  <ns1:pt x="10" y="60"/>
                </ns1:cubicBezTo>
                <ns1:cubicBezTo>
                  <ns1:pt x="56" y="14"/>
                  <ns1:pt x="56" y="14"/>
                  <ns1:pt x="56" y="14"/>
                </ns1:cubicBezTo>
                <ns1:cubicBezTo>
                  <ns1:pt x="56" y="48"/>
                  <ns1:pt x="56" y="48"/>
                  <ns1:pt x="56" y="48"/>
                </ns1:cubicBezTo>
                <ns1:cubicBezTo>
                  <ns1:pt x="160" y="48"/>
                  <ns1:pt x="160" y="48"/>
                  <ns1:pt x="160" y="48"/>
                </ns1:cubicBezTo>
                <ns1:cubicBezTo>
                  <ns1:pt x="164" y="48"/>
                  <ns1:pt x="168" y="52"/>
                  <ns1:pt x="168" y="56"/>
                </ns1:cubicBezTo>
                <ns1:lnTo>
                  <ns1:pt x="168" y="64"/>
                </ns1:lnTo>
                <ns1:close/>
              </ns1:path>
            </ns1:pathLst>
          </ns1:custGeom>
          <ns1:solidFill>
            <ns1:schemeClr val="tx1"/>
          </ns1:solidFill>
          <ns1:ln>
            <ns1:noFill/>
          </ns1:ln>
          <ns1:extLst/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en-US" sz="2700"/>
          </ns1:p>
        </ns0:txBody>
      </ns0:sp>
      <ns0:sp>
        <ns0:nvSpPr>
          <ns0:cNvPr id="57" name="Freeform 55"/>
          <ns0:cNvSpPr>
            <ns1:spLocks noEditPoints="1"/>
          </ns0:cNvSpPr>
          <ns0:nvPr/>
        </ns0:nvSpPr>
        <ns0:spPr bwMode="auto">
          <ns1:xfrm>
            <ns1:off x="7662864" y="4706938"/>
            <ns1:ext cx="439738" cy="300038"/>
          </ns1:xfrm>
          <ns1:custGeom>
            <ns1:avLst/>
            <ns1:gdLst>
              <ns1:gd name="T0" fmla="*/ 175 w 176"/>
              <ns1:gd name="T1" fmla="*/ 57 h 120"/>
              <ns1:gd name="T2" fmla="*/ 119 w 176"/>
              <ns1:gd name="T3" fmla="*/ 1 h 120"/>
              <ns1:gd name="T4" fmla="*/ 116 w 176"/>
              <ns1:gd name="T5" fmla="*/ 0 h 120"/>
              <ns1:gd name="T6" fmla="*/ 112 w 176"/>
              <ns1:gd name="T7" fmla="*/ 4 h 120"/>
              <ns1:gd name="T8" fmla="*/ 112 w 176"/>
              <ns1:gd name="T9" fmla="*/ 40 h 120"/>
              <ns1:gd name="T10" fmla="*/ 16 w 176"/>
              <ns1:gd name="T11" fmla="*/ 40 h 120"/>
              <ns1:gd name="T12" fmla="*/ 0 w 176"/>
              <ns1:gd name="T13" fmla="*/ 56 h 120"/>
              <ns1:gd name="T14" fmla="*/ 0 w 176"/>
              <ns1:gd name="T15" fmla="*/ 64 h 120"/>
              <ns1:gd name="T16" fmla="*/ 16 w 176"/>
              <ns1:gd name="T17" fmla="*/ 80 h 120"/>
              <ns1:gd name="T18" fmla="*/ 112 w 176"/>
              <ns1:gd name="T19" fmla="*/ 80 h 120"/>
              <ns1:gd name="T20" fmla="*/ 112 w 176"/>
              <ns1:gd name="T21" fmla="*/ 116 h 120"/>
              <ns1:gd name="T22" fmla="*/ 116 w 176"/>
              <ns1:gd name="T23" fmla="*/ 120 h 120"/>
              <ns1:gd name="T24" fmla="*/ 119 w 176"/>
              <ns1:gd name="T25" fmla="*/ 119 h 120"/>
              <ns1:gd name="T26" fmla="*/ 175 w 176"/>
              <ns1:gd name="T27" fmla="*/ 63 h 120"/>
              <ns1:gd name="T28" fmla="*/ 176 w 176"/>
              <ns1:gd name="T29" fmla="*/ 60 h 120"/>
              <ns1:gd name="T30" fmla="*/ 175 w 176"/>
              <ns1:gd name="T31" fmla="*/ 57 h 120"/>
              <ns1:gd name="T32" fmla="*/ 120 w 176"/>
              <ns1:gd name="T33" fmla="*/ 106 h 120"/>
              <ns1:gd name="T34" fmla="*/ 120 w 176"/>
              <ns1:gd name="T35" fmla="*/ 72 h 120"/>
              <ns1:gd name="T36" fmla="*/ 16 w 176"/>
              <ns1:gd name="T37" fmla="*/ 72 h 120"/>
              <ns1:gd name="T38" fmla="*/ 8 w 176"/>
              <ns1:gd name="T39" fmla="*/ 64 h 120"/>
              <ns1:gd name="T40" fmla="*/ 8 w 176"/>
              <ns1:gd name="T41" fmla="*/ 56 h 120"/>
              <ns1:gd name="T42" fmla="*/ 16 w 176"/>
              <ns1:gd name="T43" fmla="*/ 48 h 120"/>
              <ns1:gd name="T44" fmla="*/ 120 w 176"/>
              <ns1:gd name="T45" fmla="*/ 48 h 120"/>
              <ns1:gd name="T46" fmla="*/ 120 w 176"/>
              <ns1:gd name="T47" fmla="*/ 14 h 120"/>
              <ns1:gd name="T48" fmla="*/ 166 w 176"/>
              <ns1:gd name="T49" fmla="*/ 60 h 120"/>
              <ns1:gd name="T50" fmla="*/ 120 w 176"/>
              <ns1:gd name="T51" fmla="*/ 106 h 120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  <ns1:cxn ang="0">
                <ns1:pos x="T32" y="T33"/>
              </ns1:cxn>
              <ns1:cxn ang="0">
                <ns1:pos x="T34" y="T35"/>
              </ns1:cxn>
              <ns1:cxn ang="0">
                <ns1:pos x="T36" y="T37"/>
              </ns1:cxn>
              <ns1:cxn ang="0">
                <ns1:pos x="T38" y="T39"/>
              </ns1:cxn>
              <ns1:cxn ang="0">
                <ns1:pos x="T40" y="T41"/>
              </ns1:cxn>
              <ns1:cxn ang="0">
                <ns1:pos x="T42" y="T43"/>
              </ns1:cxn>
              <ns1:cxn ang="0">
                <ns1:pos x="T44" y="T45"/>
              </ns1:cxn>
              <ns1:cxn ang="0">
                <ns1:pos x="T46" y="T47"/>
              </ns1:cxn>
              <ns1:cxn ang="0">
                <ns1:pos x="T48" y="T49"/>
              </ns1:cxn>
              <ns1:cxn ang="0">
                <ns1:pos x="T50" y="T51"/>
              </ns1:cxn>
            </ns1:cxnLst>
            <ns1:rect l="0" t="0" r="r" b="b"/>
            <ns1:pathLst>
              <ns1:path w="176" h="120">
                <ns1:moveTo>
                  <ns1:pt x="175" y="57"/>
                </ns1:moveTo>
                <ns1:cubicBezTo>
                  <ns1:pt x="119" y="1"/>
                  <ns1:pt x="119" y="1"/>
                  <ns1:pt x="119" y="1"/>
                </ns1:cubicBezTo>
                <ns1:cubicBezTo>
                  <ns1:pt x="118" y="0"/>
                  <ns1:pt x="117" y="0"/>
                  <ns1:pt x="116" y="0"/>
                </ns1:cubicBezTo>
                <ns1:cubicBezTo>
                  <ns1:pt x="114" y="0"/>
                  <ns1:pt x="112" y="2"/>
                  <ns1:pt x="112" y="4"/>
                </ns1:cubicBezTo>
                <ns1:cubicBezTo>
                  <ns1:pt x="112" y="40"/>
                  <ns1:pt x="112" y="40"/>
                  <ns1:pt x="112" y="40"/>
                </ns1:cubicBezTo>
                <ns1:cubicBezTo>
                  <ns1:pt x="16" y="40"/>
                  <ns1:pt x="16" y="40"/>
                  <ns1:pt x="16" y="40"/>
                </ns1:cubicBezTo>
                <ns1:cubicBezTo>
                  <ns1:pt x="7" y="40"/>
                  <ns1:pt x="0" y="47"/>
                  <ns1:pt x="0" y="56"/>
                </ns1:cubicBezTo>
                <ns1:cubicBezTo>
                  <ns1:pt x="0" y="64"/>
                  <ns1:pt x="0" y="64"/>
                  <ns1:pt x="0" y="64"/>
                </ns1:cubicBezTo>
                <ns1:cubicBezTo>
                  <ns1:pt x="0" y="73"/>
                  <ns1:pt x="7" y="80"/>
                  <ns1:pt x="16" y="80"/>
                </ns1:cubicBezTo>
                <ns1:cubicBezTo>
                  <ns1:pt x="112" y="80"/>
                  <ns1:pt x="112" y="80"/>
                  <ns1:pt x="112" y="80"/>
                </ns1:cubicBezTo>
                <ns1:cubicBezTo>
                  <ns1:pt x="112" y="116"/>
                  <ns1:pt x="112" y="116"/>
                  <ns1:pt x="112" y="116"/>
                </ns1:cubicBezTo>
                <ns1:cubicBezTo>
                  <ns1:pt x="112" y="118"/>
                  <ns1:pt x="114" y="120"/>
                  <ns1:pt x="116" y="120"/>
                </ns1:cubicBezTo>
                <ns1:cubicBezTo>
                  <ns1:pt x="117" y="120"/>
                  <ns1:pt x="118" y="120"/>
                  <ns1:pt x="119" y="119"/>
                </ns1:cubicBezTo>
                <ns1:cubicBezTo>
                  <ns1:pt x="175" y="63"/>
                  <ns1:pt x="175" y="63"/>
                  <ns1:pt x="175" y="63"/>
                </ns1:cubicBezTo>
                <ns1:cubicBezTo>
                  <ns1:pt x="176" y="62"/>
                  <ns1:pt x="176" y="61"/>
                  <ns1:pt x="176" y="60"/>
                </ns1:cubicBezTo>
                <ns1:cubicBezTo>
                  <ns1:pt x="176" y="59"/>
                  <ns1:pt x="176" y="58"/>
                  <ns1:pt x="175" y="57"/>
                </ns1:cubicBezTo>
                <ns1:moveTo>
                  <ns1:pt x="120" y="106"/>
                </ns1:moveTo>
                <ns1:cubicBezTo>
                  <ns1:pt x="120" y="72"/>
                  <ns1:pt x="120" y="72"/>
                  <ns1:pt x="120" y="72"/>
                </ns1:cubicBezTo>
                <ns1:cubicBezTo>
                  <ns1:pt x="16" y="72"/>
                  <ns1:pt x="16" y="72"/>
                  <ns1:pt x="16" y="72"/>
                </ns1:cubicBezTo>
                <ns1:cubicBezTo>
                  <ns1:pt x="12" y="72"/>
                  <ns1:pt x="8" y="68"/>
                  <ns1:pt x="8" y="64"/>
                </ns1:cubicBezTo>
                <ns1:cubicBezTo>
                  <ns1:pt x="8" y="56"/>
                  <ns1:pt x="8" y="56"/>
                  <ns1:pt x="8" y="56"/>
                </ns1:cubicBezTo>
                <ns1:cubicBezTo>
                  <ns1:pt x="8" y="52"/>
                  <ns1:pt x="12" y="48"/>
                  <ns1:pt x="16" y="48"/>
                </ns1:cubicBezTo>
                <ns1:cubicBezTo>
                  <ns1:pt x="120" y="48"/>
                  <ns1:pt x="120" y="48"/>
                  <ns1:pt x="120" y="48"/>
                </ns1:cubicBezTo>
                <ns1:cubicBezTo>
                  <ns1:pt x="120" y="14"/>
                  <ns1:pt x="120" y="14"/>
                  <ns1:pt x="120" y="14"/>
                </ns1:cubicBezTo>
                <ns1:cubicBezTo>
                  <ns1:pt x="166" y="60"/>
                  <ns1:pt x="166" y="60"/>
                  <ns1:pt x="166" y="60"/>
                </ns1:cubicBezTo>
                <ns1:lnTo>
                  <ns1:pt x="120" y="106"/>
                </ns1:lnTo>
                <ns1:close/>
              </ns1:path>
            </ns1:pathLst>
          </ns1:custGeom>
          <ns1:solidFill>
            <ns1:schemeClr val="tx1"/>
          </ns1:solidFill>
          <ns1:ln>
            <ns1:noFill/>
          </ns1:ln>
          <ns1:extLst/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en-US" sz="2700"/>
          </ns1:p>
        </ns0:txBody>
      </ns0:sp>
      <ns0:sp>
        <ns0:nvSpPr>
          <ns0:cNvPr id="58" name="Freeform 56"/>
          <ns0:cNvSpPr>
            <ns1:spLocks/>
          </ns0:cNvSpPr>
          <ns0:nvPr/>
        </ns0:nvSpPr>
        <ns0:spPr bwMode="auto">
          <ns1:xfrm>
            <ns1:off x="8562976" y="4635501"/>
            <ns1:ext cx="320675" cy="441325"/>
          </ns1:xfrm>
          <ns1:custGeom>
            <ns1:avLst/>
            <ns1:gdLst>
              <ns1:gd name="T0" fmla="*/ 127 w 128"/>
              <ns1:gd name="T1" fmla="*/ 41 h 176"/>
              <ns1:gd name="T2" fmla="*/ 87 w 128"/>
              <ns1:gd name="T3" fmla="*/ 1 h 176"/>
              <ns1:gd name="T4" fmla="*/ 84 w 128"/>
              <ns1:gd name="T5" fmla="*/ 0 h 176"/>
              <ns1:gd name="T6" fmla="*/ 80 w 128"/>
              <ns1:gd name="T7" fmla="*/ 4 h 176"/>
              <ns1:gd name="T8" fmla="*/ 81 w 128"/>
              <ns1:gd name="T9" fmla="*/ 7 h 176"/>
              <ns1:gd name="T10" fmla="*/ 114 w 128"/>
              <ns1:gd name="T11" fmla="*/ 40 h 176"/>
              <ns1:gd name="T12" fmla="*/ 4 w 128"/>
              <ns1:gd name="T13" fmla="*/ 40 h 176"/>
              <ns1:gd name="T14" fmla="*/ 0 w 128"/>
              <ns1:gd name="T15" fmla="*/ 44 h 176"/>
              <ns1:gd name="T16" fmla="*/ 0 w 128"/>
              <ns1:gd name="T17" fmla="*/ 172 h 176"/>
              <ns1:gd name="T18" fmla="*/ 4 w 128"/>
              <ns1:gd name="T19" fmla="*/ 176 h 176"/>
              <ns1:gd name="T20" fmla="*/ 8 w 128"/>
              <ns1:gd name="T21" fmla="*/ 172 h 176"/>
              <ns1:gd name="T22" fmla="*/ 8 w 128"/>
              <ns1:gd name="T23" fmla="*/ 48 h 176"/>
              <ns1:gd name="T24" fmla="*/ 114 w 128"/>
              <ns1:gd name="T25" fmla="*/ 48 h 176"/>
              <ns1:gd name="T26" fmla="*/ 81 w 128"/>
              <ns1:gd name="T27" fmla="*/ 81 h 176"/>
              <ns1:gd name="T28" fmla="*/ 80 w 128"/>
              <ns1:gd name="T29" fmla="*/ 84 h 176"/>
              <ns1:gd name="T30" fmla="*/ 84 w 128"/>
              <ns1:gd name="T31" fmla="*/ 88 h 176"/>
              <ns1:gd name="T32" fmla="*/ 87 w 128"/>
              <ns1:gd name="T33" fmla="*/ 87 h 176"/>
              <ns1:gd name="T34" fmla="*/ 127 w 128"/>
              <ns1:gd name="T35" fmla="*/ 47 h 176"/>
              <ns1:gd name="T36" fmla="*/ 128 w 128"/>
              <ns1:gd name="T37" fmla="*/ 44 h 176"/>
              <ns1:gd name="T38" fmla="*/ 127 w 128"/>
              <ns1:gd name="T39" fmla="*/ 41 h 176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  <ns1:cxn ang="0">
                <ns1:pos x="T32" y="T33"/>
              </ns1:cxn>
              <ns1:cxn ang="0">
                <ns1:pos x="T34" y="T35"/>
              </ns1:cxn>
              <ns1:cxn ang="0">
                <ns1:pos x="T36" y="T37"/>
              </ns1:cxn>
              <ns1:cxn ang="0">
                <ns1:pos x="T38" y="T39"/>
              </ns1:cxn>
            </ns1:cxnLst>
            <ns1:rect l="0" t="0" r="r" b="b"/>
            <ns1:pathLst>
              <ns1:path w="128" h="176">
                <ns1:moveTo>
                  <ns1:pt x="127" y="41"/>
                </ns1:moveTo>
                <ns1:cubicBezTo>
                  <ns1:pt x="87" y="1"/>
                  <ns1:pt x="87" y="1"/>
                  <ns1:pt x="87" y="1"/>
                </ns1:cubicBezTo>
                <ns1:cubicBezTo>
                  <ns1:pt x="86" y="0"/>
                  <ns1:pt x="85" y="0"/>
                  <ns1:pt x="84" y="0"/>
                </ns1:cubicBezTo>
                <ns1:cubicBezTo>
                  <ns1:pt x="82" y="0"/>
                  <ns1:pt x="80" y="2"/>
                  <ns1:pt x="80" y="4"/>
                </ns1:cubicBezTo>
                <ns1:cubicBezTo>
                  <ns1:pt x="80" y="5"/>
                  <ns1:pt x="80" y="6"/>
                  <ns1:pt x="81" y="7"/>
                </ns1:cubicBezTo>
                <ns1:cubicBezTo>
                  <ns1:pt x="114" y="40"/>
                  <ns1:pt x="114" y="40"/>
                  <ns1:pt x="114" y="40"/>
                </ns1:cubicBezTo>
                <ns1:cubicBezTo>
                  <ns1:pt x="4" y="40"/>
                  <ns1:pt x="4" y="40"/>
                  <ns1:pt x="4" y="40"/>
                </ns1:cubicBezTo>
                <ns1:cubicBezTo>
                  <ns1:pt x="2" y="40"/>
                  <ns1:pt x="0" y="42"/>
                  <ns1:pt x="0" y="44"/>
                </ns1:cubicBezTo>
                <ns1:cubicBezTo>
                  <ns1:pt x="0" y="172"/>
                  <ns1:pt x="0" y="172"/>
                  <ns1:pt x="0" y="172"/>
                </ns1:cubicBezTo>
                <ns1:cubicBezTo>
                  <ns1:pt x="0" y="174"/>
                  <ns1:pt x="2" y="176"/>
                  <ns1:pt x="4" y="176"/>
                </ns1:cubicBezTo>
                <ns1:cubicBezTo>
                  <ns1:pt x="6" y="176"/>
                  <ns1:pt x="8" y="174"/>
                  <ns1:pt x="8" y="172"/>
                </ns1:cubicBezTo>
                <ns1:cubicBezTo>
                  <ns1:pt x="8" y="48"/>
                  <ns1:pt x="8" y="48"/>
                  <ns1:pt x="8" y="48"/>
                </ns1:cubicBezTo>
                <ns1:cubicBezTo>
                  <ns1:pt x="114" y="48"/>
                  <ns1:pt x="114" y="48"/>
                  <ns1:pt x="114" y="48"/>
                </ns1:cubicBezTo>
                <ns1:cubicBezTo>
                  <ns1:pt x="81" y="81"/>
                  <ns1:pt x="81" y="81"/>
                  <ns1:pt x="81" y="81"/>
                </ns1:cubicBezTo>
                <ns1:cubicBezTo>
                  <ns1:pt x="80" y="82"/>
                  <ns1:pt x="80" y="83"/>
                  <ns1:pt x="80" y="84"/>
                </ns1:cubicBezTo>
                <ns1:cubicBezTo>
                  <ns1:pt x="80" y="86"/>
                  <ns1:pt x="82" y="88"/>
                  <ns1:pt x="84" y="88"/>
                </ns1:cubicBezTo>
                <ns1:cubicBezTo>
                  <ns1:pt x="85" y="88"/>
                  <ns1:pt x="86" y="88"/>
                  <ns1:pt x="87" y="87"/>
                </ns1:cubicBezTo>
                <ns1:cubicBezTo>
                  <ns1:pt x="127" y="47"/>
                  <ns1:pt x="127" y="47"/>
                  <ns1:pt x="127" y="47"/>
                </ns1:cubicBezTo>
                <ns1:cubicBezTo>
                  <ns1:pt x="128" y="46"/>
                  <ns1:pt x="128" y="45"/>
                  <ns1:pt x="128" y="44"/>
                </ns1:cubicBezTo>
                <ns1:cubicBezTo>
                  <ns1:pt x="128" y="43"/>
                  <ns1:pt x="128" y="42"/>
                  <ns1:pt x="127" y="41"/>
                </ns1:cubicBezTo>
              </ns1:path>
            </ns1:pathLst>
          </ns1:custGeom>
          <ns1:solidFill>
            <ns1:schemeClr val="tx1"/>
          </ns1:solidFill>
          <ns1:ln>
            <ns1:noFill/>
          </ns1:ln>
          <ns1:extLst/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en-US" sz="2700"/>
          </ns1:p>
        </ns0:txBody>
      </ns0:sp>
      <ns0:sp>
        <ns0:nvSpPr>
          <ns0:cNvPr id="59" name="Freeform 57"/>
          <ns0:cNvSpPr>
            <ns1:spLocks noEditPoints="1"/>
          </ns0:cNvSpPr>
          <ns0:nvPr/>
        </ns0:nvSpPr>
        <ns0:spPr bwMode="auto">
          <ns1:xfrm>
            <ns1:off x="9344026" y="4695826"/>
            <ns1:ext cx="439738" cy="320675"/>
          </ns1:xfrm>
          <ns1:custGeom>
            <ns1:avLst/>
            <ns1:gdLst>
              <ns1:gd name="T0" fmla="*/ 175 w 176"/>
              <ns1:gd name="T1" fmla="*/ 41 h 128"/>
              <ns1:gd name="T2" fmla="*/ 135 w 176"/>
              <ns1:gd name="T3" fmla="*/ 1 h 128"/>
              <ns1:gd name="T4" fmla="*/ 132 w 176"/>
              <ns1:gd name="T5" fmla="*/ 0 h 128"/>
              <ns1:gd name="T6" fmla="*/ 128 w 176"/>
              <ns1:gd name="T7" fmla="*/ 4 h 128"/>
              <ns1:gd name="T8" fmla="*/ 128 w 176"/>
              <ns1:gd name="T9" fmla="*/ 40 h 128"/>
              <ns1:gd name="T10" fmla="*/ 4 w 176"/>
              <ns1:gd name="T11" fmla="*/ 40 h 128"/>
              <ns1:gd name="T12" fmla="*/ 0 w 176"/>
              <ns1:gd name="T13" fmla="*/ 44 h 128"/>
              <ns1:gd name="T14" fmla="*/ 0 w 176"/>
              <ns1:gd name="T15" fmla="*/ 124 h 128"/>
              <ns1:gd name="T16" fmla="*/ 4 w 176"/>
              <ns1:gd name="T17" fmla="*/ 128 h 128"/>
              <ns1:gd name="T18" fmla="*/ 8 w 176"/>
              <ns1:gd name="T19" fmla="*/ 124 h 128"/>
              <ns1:gd name="T20" fmla="*/ 8 w 176"/>
              <ns1:gd name="T21" fmla="*/ 48 h 128"/>
              <ns1:gd name="T22" fmla="*/ 128 w 176"/>
              <ns1:gd name="T23" fmla="*/ 48 h 128"/>
              <ns1:gd name="T24" fmla="*/ 128 w 176"/>
              <ns1:gd name="T25" fmla="*/ 84 h 128"/>
              <ns1:gd name="T26" fmla="*/ 132 w 176"/>
              <ns1:gd name="T27" fmla="*/ 88 h 128"/>
              <ns1:gd name="T28" fmla="*/ 135 w 176"/>
              <ns1:gd name="T29" fmla="*/ 87 h 128"/>
              <ns1:gd name="T30" fmla="*/ 175 w 176"/>
              <ns1:gd name="T31" fmla="*/ 47 h 128"/>
              <ns1:gd name="T32" fmla="*/ 176 w 176"/>
              <ns1:gd name="T33" fmla="*/ 44 h 128"/>
              <ns1:gd name="T34" fmla="*/ 175 w 176"/>
              <ns1:gd name="T35" fmla="*/ 41 h 128"/>
              <ns1:gd name="T36" fmla="*/ 136 w 176"/>
              <ns1:gd name="T37" fmla="*/ 74 h 128"/>
              <ns1:gd name="T38" fmla="*/ 136 w 176"/>
              <ns1:gd name="T39" fmla="*/ 14 h 128"/>
              <ns1:gd name="T40" fmla="*/ 166 w 176"/>
              <ns1:gd name="T41" fmla="*/ 44 h 128"/>
              <ns1:gd name="T42" fmla="*/ 136 w 176"/>
              <ns1:gd name="T43" fmla="*/ 74 h 128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  <ns1:cxn ang="0">
                <ns1:pos x="T32" y="T33"/>
              </ns1:cxn>
              <ns1:cxn ang="0">
                <ns1:pos x="T34" y="T35"/>
              </ns1:cxn>
              <ns1:cxn ang="0">
                <ns1:pos x="T36" y="T37"/>
              </ns1:cxn>
              <ns1:cxn ang="0">
                <ns1:pos x="T38" y="T39"/>
              </ns1:cxn>
              <ns1:cxn ang="0">
                <ns1:pos x="T40" y="T41"/>
              </ns1:cxn>
              <ns1:cxn ang="0">
                <ns1:pos x="T42" y="T43"/>
              </ns1:cxn>
            </ns1:cxnLst>
            <ns1:rect l="0" t="0" r="r" b="b"/>
            <ns1:pathLst>
              <ns1:path w="176" h="128">
                <ns1:moveTo>
                  <ns1:pt x="175" y="41"/>
                </ns1:moveTo>
                <ns1:cubicBezTo>
                  <ns1:pt x="135" y="1"/>
                  <ns1:pt x="135" y="1"/>
                  <ns1:pt x="135" y="1"/>
                </ns1:cubicBezTo>
                <ns1:cubicBezTo>
                  <ns1:pt x="134" y="0"/>
                  <ns1:pt x="133" y="0"/>
                  <ns1:pt x="132" y="0"/>
                </ns1:cubicBezTo>
                <ns1:cubicBezTo>
                  <ns1:pt x="130" y="0"/>
                  <ns1:pt x="128" y="2"/>
                  <ns1:pt x="128" y="4"/>
                </ns1:cubicBezTo>
                <ns1:cubicBezTo>
                  <ns1:pt x="128" y="40"/>
                  <ns1:pt x="128" y="40"/>
                  <ns1:pt x="128" y="40"/>
                </ns1:cubicBezTo>
                <ns1:cubicBezTo>
                  <ns1:pt x="4" y="40"/>
                  <ns1:pt x="4" y="40"/>
                  <ns1:pt x="4" y="40"/>
                </ns1:cubicBezTo>
                <ns1:cubicBezTo>
                  <ns1:pt x="2" y="40"/>
                  <ns1:pt x="0" y="42"/>
                  <ns1:pt x="0" y="44"/>
                </ns1:cubicBezTo>
                <ns1:cubicBezTo>
                  <ns1:pt x="0" y="124"/>
                  <ns1:pt x="0" y="124"/>
                  <ns1:pt x="0" y="124"/>
                </ns1:cubicBezTo>
                <ns1:cubicBezTo>
                  <ns1:pt x="0" y="126"/>
                  <ns1:pt x="2" y="128"/>
                  <ns1:pt x="4" y="128"/>
                </ns1:cubicBezTo>
                <ns1:cubicBezTo>
                  <ns1:pt x="6" y="128"/>
                  <ns1:pt x="8" y="126"/>
                  <ns1:pt x="8" y="124"/>
                </ns1:cubicBezTo>
                <ns1:cubicBezTo>
                  <ns1:pt x="8" y="48"/>
                  <ns1:pt x="8" y="48"/>
                  <ns1:pt x="8" y="48"/>
                </ns1:cubicBezTo>
                <ns1:cubicBezTo>
                  <ns1:pt x="128" y="48"/>
                  <ns1:pt x="128" y="48"/>
                  <ns1:pt x="128" y="48"/>
                </ns1:cubicBezTo>
                <ns1:cubicBezTo>
                  <ns1:pt x="128" y="84"/>
                  <ns1:pt x="128" y="84"/>
                  <ns1:pt x="128" y="84"/>
                </ns1:cubicBezTo>
                <ns1:cubicBezTo>
                  <ns1:pt x="128" y="86"/>
                  <ns1:pt x="130" y="88"/>
                  <ns1:pt x="132" y="88"/>
                </ns1:cubicBezTo>
                <ns1:cubicBezTo>
                  <ns1:pt x="133" y="88"/>
                  <ns1:pt x="134" y="88"/>
                  <ns1:pt x="135" y="87"/>
                </ns1:cubicBezTo>
                <ns1:cubicBezTo>
                  <ns1:pt x="175" y="47"/>
                  <ns1:pt x="175" y="47"/>
                  <ns1:pt x="175" y="47"/>
                </ns1:cubicBezTo>
                <ns1:cubicBezTo>
                  <ns1:pt x="176" y="46"/>
                  <ns1:pt x="176" y="45"/>
                  <ns1:pt x="176" y="44"/>
                </ns1:cubicBezTo>
                <ns1:cubicBezTo>
                  <ns1:pt x="176" y="43"/>
                  <ns1:pt x="176" y="42"/>
                  <ns1:pt x="175" y="41"/>
                </ns1:cubicBezTo>
                <ns1:moveTo>
                  <ns1:pt x="136" y="74"/>
                </ns1:moveTo>
                <ns1:cubicBezTo>
                  <ns1:pt x="136" y="14"/>
                  <ns1:pt x="136" y="14"/>
                  <ns1:pt x="136" y="14"/>
                </ns1:cubicBezTo>
                <ns1:cubicBezTo>
                  <ns1:pt x="166" y="44"/>
                  <ns1:pt x="166" y="44"/>
                  <ns1:pt x="166" y="44"/>
                </ns1:cubicBezTo>
                <ns1:lnTo>
                  <ns1:pt x="136" y="74"/>
                </ns1:lnTo>
                <ns1:close/>
              </ns1:path>
            </ns1:pathLst>
          </ns1:custGeom>
          <ns1:solidFill>
            <ns1:schemeClr val="tx1"/>
          </ns1:solidFill>
          <ns1:ln>
            <ns1:noFill/>
          </ns1:ln>
          <ns1:extLst/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en-US" sz="2700"/>
          </ns1:p>
        </ns0:txBody>
      </ns0:sp>
      <ns0:sp>
        <ns0:nvSpPr>
          <ns0:cNvPr id="60" name="Freeform 58"/>
          <ns0:cNvSpPr>
            <ns1:spLocks noEditPoints="1"/>
          </ns0:cNvSpPr>
          <ns0:nvPr/>
        </ns0:nvSpPr>
        <ns0:spPr bwMode="auto">
          <ns1:xfrm>
            <ns1:off x="1781176" y="5478463"/>
            <ns1:ext cx="439738" cy="441325"/>
          </ns1:xfrm>
          <ns1:custGeom>
            <ns1:avLst/>
            <ns1:gdLst>
              <ns1:gd name="T0" fmla="*/ 76 w 176"/>
              <ns1:gd name="T1" fmla="*/ 96 h 176"/>
              <ns1:gd name="T2" fmla="*/ 73 w 176"/>
              <ns1:gd name="T3" fmla="*/ 97 h 176"/>
              <ns1:gd name="T4" fmla="*/ 8 w 176"/>
              <ns1:gd name="T5" fmla="*/ 162 h 176"/>
              <ns1:gd name="T6" fmla="*/ 8 w 176"/>
              <ns1:gd name="T7" fmla="*/ 116 h 176"/>
              <ns1:gd name="T8" fmla="*/ 4 w 176"/>
              <ns1:gd name="T9" fmla="*/ 112 h 176"/>
              <ns1:gd name="T10" fmla="*/ 0 w 176"/>
              <ns1:gd name="T11" fmla="*/ 116 h 176"/>
              <ns1:gd name="T12" fmla="*/ 0 w 176"/>
              <ns1:gd name="T13" fmla="*/ 172 h 176"/>
              <ns1:gd name="T14" fmla="*/ 4 w 176"/>
              <ns1:gd name="T15" fmla="*/ 176 h 176"/>
              <ns1:gd name="T16" fmla="*/ 60 w 176"/>
              <ns1:gd name="T17" fmla="*/ 176 h 176"/>
              <ns1:gd name="T18" fmla="*/ 64 w 176"/>
              <ns1:gd name="T19" fmla="*/ 172 h 176"/>
              <ns1:gd name="T20" fmla="*/ 60 w 176"/>
              <ns1:gd name="T21" fmla="*/ 168 h 176"/>
              <ns1:gd name="T22" fmla="*/ 14 w 176"/>
              <ns1:gd name="T23" fmla="*/ 168 h 176"/>
              <ns1:gd name="T24" fmla="*/ 79 w 176"/>
              <ns1:gd name="T25" fmla="*/ 103 h 176"/>
              <ns1:gd name="T26" fmla="*/ 80 w 176"/>
              <ns1:gd name="T27" fmla="*/ 100 h 176"/>
              <ns1:gd name="T28" fmla="*/ 76 w 176"/>
              <ns1:gd name="T29" fmla="*/ 96 h 176"/>
              <ns1:gd name="T30" fmla="*/ 172 w 176"/>
              <ns1:gd name="T31" fmla="*/ 0 h 176"/>
              <ns1:gd name="T32" fmla="*/ 116 w 176"/>
              <ns1:gd name="T33" fmla="*/ 0 h 176"/>
              <ns1:gd name="T34" fmla="*/ 112 w 176"/>
              <ns1:gd name="T35" fmla="*/ 4 h 176"/>
              <ns1:gd name="T36" fmla="*/ 116 w 176"/>
              <ns1:gd name="T37" fmla="*/ 8 h 176"/>
              <ns1:gd name="T38" fmla="*/ 162 w 176"/>
              <ns1:gd name="T39" fmla="*/ 8 h 176"/>
              <ns1:gd name="T40" fmla="*/ 97 w 176"/>
              <ns1:gd name="T41" fmla="*/ 73 h 176"/>
              <ns1:gd name="T42" fmla="*/ 96 w 176"/>
              <ns1:gd name="T43" fmla="*/ 76 h 176"/>
              <ns1:gd name="T44" fmla="*/ 100 w 176"/>
              <ns1:gd name="T45" fmla="*/ 80 h 176"/>
              <ns1:gd name="T46" fmla="*/ 103 w 176"/>
              <ns1:gd name="T47" fmla="*/ 79 h 176"/>
              <ns1:gd name="T48" fmla="*/ 168 w 176"/>
              <ns1:gd name="T49" fmla="*/ 14 h 176"/>
              <ns1:gd name="T50" fmla="*/ 168 w 176"/>
              <ns1:gd name="T51" fmla="*/ 60 h 176"/>
              <ns1:gd name="T52" fmla="*/ 172 w 176"/>
              <ns1:gd name="T53" fmla="*/ 64 h 176"/>
              <ns1:gd name="T54" fmla="*/ 176 w 176"/>
              <ns1:gd name="T55" fmla="*/ 60 h 176"/>
              <ns1:gd name="T56" fmla="*/ 176 w 176"/>
              <ns1:gd name="T57" fmla="*/ 4 h 176"/>
              <ns1:gd name="T58" fmla="*/ 172 w 176"/>
              <ns1:gd name="T59" fmla="*/ 0 h 176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  <ns1:cxn ang="0">
                <ns1:pos x="T32" y="T33"/>
              </ns1:cxn>
              <ns1:cxn ang="0">
                <ns1:pos x="T34" y="T35"/>
              </ns1:cxn>
              <ns1:cxn ang="0">
                <ns1:pos x="T36" y="T37"/>
              </ns1:cxn>
              <ns1:cxn ang="0">
                <ns1:pos x="T38" y="T39"/>
              </ns1:cxn>
              <ns1:cxn ang="0">
                <ns1:pos x="T40" y="T41"/>
              </ns1:cxn>
              <ns1:cxn ang="0">
                <ns1:pos x="T42" y="T43"/>
              </ns1:cxn>
              <ns1:cxn ang="0">
                <ns1:pos x="T44" y="T45"/>
              </ns1:cxn>
              <ns1:cxn ang="0">
                <ns1:pos x="T46" y="T47"/>
              </ns1:cxn>
              <ns1:cxn ang="0">
                <ns1:pos x="T48" y="T49"/>
              </ns1:cxn>
              <ns1:cxn ang="0">
                <ns1:pos x="T50" y="T51"/>
              </ns1:cxn>
              <ns1:cxn ang="0">
                <ns1:pos x="T52" y="T53"/>
              </ns1:cxn>
              <ns1:cxn ang="0">
                <ns1:pos x="T54" y="T55"/>
              </ns1:cxn>
              <ns1:cxn ang="0">
                <ns1:pos x="T56" y="T57"/>
              </ns1:cxn>
              <ns1:cxn ang="0">
                <ns1:pos x="T58" y="T59"/>
              </ns1:cxn>
            </ns1:cxnLst>
            <ns1:rect l="0" t="0" r="r" b="b"/>
            <ns1:pathLst>
              <ns1:path w="176" h="176">
                <ns1:moveTo>
                  <ns1:pt x="76" y="96"/>
                </ns1:moveTo>
                <ns1:cubicBezTo>
                  <ns1:pt x="75" y="96"/>
                  <ns1:pt x="74" y="96"/>
                  <ns1:pt x="73" y="97"/>
                </ns1:cubicBezTo>
                <ns1:cubicBezTo>
                  <ns1:pt x="8" y="162"/>
                  <ns1:pt x="8" y="162"/>
                  <ns1:pt x="8" y="162"/>
                </ns1:cubicBezTo>
                <ns1:cubicBezTo>
                  <ns1:pt x="8" y="116"/>
                  <ns1:pt x="8" y="116"/>
                  <ns1:pt x="8" y="116"/>
                </ns1:cubicBezTo>
                <ns1:cubicBezTo>
                  <ns1:pt x="8" y="114"/>
                  <ns1:pt x="6" y="112"/>
                  <ns1:pt x="4" y="112"/>
                </ns1:cubicBezTo>
                <ns1:cubicBezTo>
                  <ns1:pt x="2" y="112"/>
                  <ns1:pt x="0" y="114"/>
                  <ns1:pt x="0" y="116"/>
                </ns1:cubicBezTo>
                <ns1:cubicBezTo>
                  <ns1:pt x="0" y="172"/>
                  <ns1:pt x="0" y="172"/>
                  <ns1:pt x="0" y="172"/>
                </ns1:cubicBezTo>
                <ns1:cubicBezTo>
                  <ns1:pt x="0" y="174"/>
                  <ns1:pt x="2" y="176"/>
                  <ns1:pt x="4" y="176"/>
                </ns1:cubicBezTo>
                <ns1:cubicBezTo>
                  <ns1:pt x="60" y="176"/>
                  <ns1:pt x="60" y="176"/>
                  <ns1:pt x="60" y="176"/>
                </ns1:cubicBezTo>
                <ns1:cubicBezTo>
                  <ns1:pt x="62" y="176"/>
                  <ns1:pt x="64" y="174"/>
                  <ns1:pt x="64" y="172"/>
                </ns1:cubicBezTo>
                <ns1:cubicBezTo>
                  <ns1:pt x="64" y="170"/>
                  <ns1:pt x="62" y="168"/>
                  <ns1:pt x="60" y="168"/>
                </ns1:cubicBezTo>
                <ns1:cubicBezTo>
                  <ns1:pt x="14" y="168"/>
                  <ns1:pt x="14" y="168"/>
                  <ns1:pt x="14" y="168"/>
                </ns1:cubicBezTo>
                <ns1:cubicBezTo>
                  <ns1:pt x="79" y="103"/>
                  <ns1:pt x="79" y="103"/>
                  <ns1:pt x="79" y="103"/>
                </ns1:cubicBezTo>
                <ns1:cubicBezTo>
                  <ns1:pt x="80" y="102"/>
                  <ns1:pt x="80" y="101"/>
                  <ns1:pt x="80" y="100"/>
                </ns1:cubicBezTo>
                <ns1:cubicBezTo>
                  <ns1:pt x="80" y="98"/>
                  <ns1:pt x="78" y="96"/>
                  <ns1:pt x="76" y="96"/>
                </ns1:cubicBezTo>
                <ns1:moveTo>
                  <ns1:pt x="172" y="0"/>
                </ns1:moveTo>
                <ns1:cubicBezTo>
                  <ns1:pt x="116" y="0"/>
                  <ns1:pt x="116" y="0"/>
                  <ns1:pt x="116" y="0"/>
                </ns1:cubicBezTo>
                <ns1:cubicBezTo>
                  <ns1:pt x="114" y="0"/>
                  <ns1:pt x="112" y="2"/>
                  <ns1:pt x="112" y="4"/>
                </ns1:cubicBezTo>
                <ns1:cubicBezTo>
                  <ns1:pt x="112" y="6"/>
                  <ns1:pt x="114" y="8"/>
                  <ns1:pt x="116" y="8"/>
                </ns1:cubicBezTo>
                <ns1:cubicBezTo>
                  <ns1:pt x="162" y="8"/>
                  <ns1:pt x="162" y="8"/>
                  <ns1:pt x="162" y="8"/>
                </ns1:cubicBezTo>
                <ns1:cubicBezTo>
                  <ns1:pt x="97" y="73"/>
                  <ns1:pt x="97" y="73"/>
                  <ns1:pt x="97" y="73"/>
                </ns1:cubicBezTo>
                <ns1:cubicBezTo>
                  <ns1:pt x="96" y="74"/>
                  <ns1:pt x="96" y="75"/>
                  <ns1:pt x="96" y="76"/>
                </ns1:cubicBezTo>
                <ns1:cubicBezTo>
                  <ns1:pt x="96" y="78"/>
                  <ns1:pt x="98" y="80"/>
                  <ns1:pt x="100" y="80"/>
                </ns1:cubicBezTo>
                <ns1:cubicBezTo>
                  <ns1:pt x="101" y="80"/>
                  <ns1:pt x="102" y="80"/>
                  <ns1:pt x="103" y="79"/>
                </ns1:cubicBezTo>
                <ns1:cubicBezTo>
                  <ns1:pt x="168" y="14"/>
                  <ns1:pt x="168" y="14"/>
                  <ns1:pt x="168" y="14"/>
                </ns1:cubicBezTo>
                <ns1:cubicBezTo>
                  <ns1:pt x="168" y="60"/>
                  <ns1:pt x="168" y="60"/>
                  <ns1:pt x="168" y="60"/>
                </ns1:cubicBezTo>
                <ns1:cubicBezTo>
                  <ns1:pt x="168" y="62"/>
                  <ns1:pt x="170" y="64"/>
                  <ns1:pt x="172" y="64"/>
                </ns1:cubicBezTo>
                <ns1:cubicBezTo>
                  <ns1:pt x="174" y="64"/>
                  <ns1:pt x="176" y="62"/>
                  <ns1:pt x="176" y="60"/>
                </ns1:cubicBezTo>
                <ns1:cubicBezTo>
                  <ns1:pt x="176" y="4"/>
                  <ns1:pt x="176" y="4"/>
                  <ns1:pt x="176" y="4"/>
                </ns1:cubicBezTo>
                <ns1:cubicBezTo>
                  <ns1:pt x="176" y="2"/>
                  <ns1:pt x="174" y="0"/>
                  <ns1:pt x="172" y="0"/>
                </ns1:cubicBezTo>
              </ns1:path>
            </ns1:pathLst>
          </ns1:custGeom>
          <ns1:solidFill>
            <ns1:schemeClr val="tx1"/>
          </ns1:solidFill>
          <ns1:ln>
            <ns1:noFill/>
          </ns1:ln>
          <ns1:extLst/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en-US" sz="2700"/>
          </ns1:p>
        </ns0:txBody>
      </ns0:sp>
      <ns0:sp>
        <ns0:nvSpPr>
          <ns0:cNvPr id="61" name="Freeform 59"/>
          <ns0:cNvSpPr>
            <ns1:spLocks noEditPoints="1"/>
          </ns0:cNvSpPr>
          <ns0:nvPr/>
        </ns0:nvSpPr>
        <ns0:spPr bwMode="auto">
          <ns1:xfrm>
            <ns1:off x="2620964" y="5478463"/>
            <ns1:ext cx="439738" cy="441325"/>
          </ns1:xfrm>
          <ns1:custGeom>
            <ns1:avLst/>
            <ns1:gdLst>
              <ns1:gd name="T0" fmla="*/ 76 w 176"/>
              <ns1:gd name="T1" fmla="*/ 96 h 176"/>
              <ns1:gd name="T2" fmla="*/ 20 w 176"/>
              <ns1:gd name="T3" fmla="*/ 96 h 176"/>
              <ns1:gd name="T4" fmla="*/ 16 w 176"/>
              <ns1:gd name="T5" fmla="*/ 100 h 176"/>
              <ns1:gd name="T6" fmla="*/ 20 w 176"/>
              <ns1:gd name="T7" fmla="*/ 104 h 176"/>
              <ns1:gd name="T8" fmla="*/ 66 w 176"/>
              <ns1:gd name="T9" fmla="*/ 104 h 176"/>
              <ns1:gd name="T10" fmla="*/ 1 w 176"/>
              <ns1:gd name="T11" fmla="*/ 169 h 176"/>
              <ns1:gd name="T12" fmla="*/ 0 w 176"/>
              <ns1:gd name="T13" fmla="*/ 172 h 176"/>
              <ns1:gd name="T14" fmla="*/ 4 w 176"/>
              <ns1:gd name="T15" fmla="*/ 176 h 176"/>
              <ns1:gd name="T16" fmla="*/ 7 w 176"/>
              <ns1:gd name="T17" fmla="*/ 175 h 176"/>
              <ns1:gd name="T18" fmla="*/ 72 w 176"/>
              <ns1:gd name="T19" fmla="*/ 110 h 176"/>
              <ns1:gd name="T20" fmla="*/ 72 w 176"/>
              <ns1:gd name="T21" fmla="*/ 156 h 176"/>
              <ns1:gd name="T22" fmla="*/ 76 w 176"/>
              <ns1:gd name="T23" fmla="*/ 160 h 176"/>
              <ns1:gd name="T24" fmla="*/ 80 w 176"/>
              <ns1:gd name="T25" fmla="*/ 156 h 176"/>
              <ns1:gd name="T26" fmla="*/ 80 w 176"/>
              <ns1:gd name="T27" fmla="*/ 100 h 176"/>
              <ns1:gd name="T28" fmla="*/ 76 w 176"/>
              <ns1:gd name="T29" fmla="*/ 96 h 176"/>
              <ns1:gd name="T30" fmla="*/ 176 w 176"/>
              <ns1:gd name="T31" fmla="*/ 4 h 176"/>
              <ns1:gd name="T32" fmla="*/ 172 w 176"/>
              <ns1:gd name="T33" fmla="*/ 0 h 176"/>
              <ns1:gd name="T34" fmla="*/ 169 w 176"/>
              <ns1:gd name="T35" fmla="*/ 1 h 176"/>
              <ns1:gd name="T36" fmla="*/ 104 w 176"/>
              <ns1:gd name="T37" fmla="*/ 66 h 176"/>
              <ns1:gd name="T38" fmla="*/ 104 w 176"/>
              <ns1:gd name="T39" fmla="*/ 20 h 176"/>
              <ns1:gd name="T40" fmla="*/ 100 w 176"/>
              <ns1:gd name="T41" fmla="*/ 16 h 176"/>
              <ns1:gd name="T42" fmla="*/ 96 w 176"/>
              <ns1:gd name="T43" fmla="*/ 20 h 176"/>
              <ns1:gd name="T44" fmla="*/ 96 w 176"/>
              <ns1:gd name="T45" fmla="*/ 76 h 176"/>
              <ns1:gd name="T46" fmla="*/ 100 w 176"/>
              <ns1:gd name="T47" fmla="*/ 80 h 176"/>
              <ns1:gd name="T48" fmla="*/ 156 w 176"/>
              <ns1:gd name="T49" fmla="*/ 80 h 176"/>
              <ns1:gd name="T50" fmla="*/ 160 w 176"/>
              <ns1:gd name="T51" fmla="*/ 76 h 176"/>
              <ns1:gd name="T52" fmla="*/ 156 w 176"/>
              <ns1:gd name="T53" fmla="*/ 72 h 176"/>
              <ns1:gd name="T54" fmla="*/ 110 w 176"/>
              <ns1:gd name="T55" fmla="*/ 72 h 176"/>
              <ns1:gd name="T56" fmla="*/ 175 w 176"/>
              <ns1:gd name="T57" fmla="*/ 7 h 176"/>
              <ns1:gd name="T58" fmla="*/ 176 w 176"/>
              <ns1:gd name="T59" fmla="*/ 4 h 176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  <ns1:cxn ang="0">
                <ns1:pos x="T32" y="T33"/>
              </ns1:cxn>
              <ns1:cxn ang="0">
                <ns1:pos x="T34" y="T35"/>
              </ns1:cxn>
              <ns1:cxn ang="0">
                <ns1:pos x="T36" y="T37"/>
              </ns1:cxn>
              <ns1:cxn ang="0">
                <ns1:pos x="T38" y="T39"/>
              </ns1:cxn>
              <ns1:cxn ang="0">
                <ns1:pos x="T40" y="T41"/>
              </ns1:cxn>
              <ns1:cxn ang="0">
                <ns1:pos x="T42" y="T43"/>
              </ns1:cxn>
              <ns1:cxn ang="0">
                <ns1:pos x="T44" y="T45"/>
              </ns1:cxn>
              <ns1:cxn ang="0">
                <ns1:pos x="T46" y="T47"/>
              </ns1:cxn>
              <ns1:cxn ang="0">
                <ns1:pos x="T48" y="T49"/>
              </ns1:cxn>
              <ns1:cxn ang="0">
                <ns1:pos x="T50" y="T51"/>
              </ns1:cxn>
              <ns1:cxn ang="0">
                <ns1:pos x="T52" y="T53"/>
              </ns1:cxn>
              <ns1:cxn ang="0">
                <ns1:pos x="T54" y="T55"/>
              </ns1:cxn>
              <ns1:cxn ang="0">
                <ns1:pos x="T56" y="T57"/>
              </ns1:cxn>
              <ns1:cxn ang="0">
                <ns1:pos x="T58" y="T59"/>
              </ns1:cxn>
            </ns1:cxnLst>
            <ns1:rect l="0" t="0" r="r" b="b"/>
            <ns1:pathLst>
              <ns1:path w="176" h="176">
                <ns1:moveTo>
                  <ns1:pt x="76" y="96"/>
                </ns1:moveTo>
                <ns1:cubicBezTo>
                  <ns1:pt x="20" y="96"/>
                  <ns1:pt x="20" y="96"/>
                  <ns1:pt x="20" y="96"/>
                </ns1:cubicBezTo>
                <ns1:cubicBezTo>
                  <ns1:pt x="18" y="96"/>
                  <ns1:pt x="16" y="98"/>
                  <ns1:pt x="16" y="100"/>
                </ns1:cubicBezTo>
                <ns1:cubicBezTo>
                  <ns1:pt x="16" y="102"/>
                  <ns1:pt x="18" y="104"/>
                  <ns1:pt x="20" y="104"/>
                </ns1:cubicBezTo>
                <ns1:cubicBezTo>
                  <ns1:pt x="66" y="104"/>
                  <ns1:pt x="66" y="104"/>
                  <ns1:pt x="66" y="104"/>
                </ns1:cubicBezTo>
                <ns1:cubicBezTo>
                  <ns1:pt x="1" y="169"/>
                  <ns1:pt x="1" y="169"/>
                  <ns1:pt x="1" y="169"/>
                </ns1:cubicBezTo>
                <ns1:cubicBezTo>
                  <ns1:pt x="0" y="170"/>
                  <ns1:pt x="0" y="171"/>
                  <ns1:pt x="0" y="172"/>
                </ns1:cubicBezTo>
                <ns1:cubicBezTo>
                  <ns1:pt x="0" y="174"/>
                  <ns1:pt x="2" y="176"/>
                  <ns1:pt x="4" y="176"/>
                </ns1:cubicBezTo>
                <ns1:cubicBezTo>
                  <ns1:pt x="5" y="176"/>
                  <ns1:pt x="6" y="176"/>
                  <ns1:pt x="7" y="175"/>
                </ns1:cubicBezTo>
                <ns1:cubicBezTo>
                  <ns1:pt x="72" y="110"/>
                  <ns1:pt x="72" y="110"/>
                  <ns1:pt x="72" y="110"/>
                </ns1:cubicBezTo>
                <ns1:cubicBezTo>
                  <ns1:pt x="72" y="156"/>
                  <ns1:pt x="72" y="156"/>
                  <ns1:pt x="72" y="156"/>
                </ns1:cubicBezTo>
                <ns1:cubicBezTo>
                  <ns1:pt x="72" y="158"/>
                  <ns1:pt x="74" y="160"/>
                  <ns1:pt x="76" y="160"/>
                </ns1:cubicBezTo>
                <ns1:cubicBezTo>
                  <ns1:pt x="78" y="160"/>
                  <ns1:pt x="80" y="158"/>
                  <ns1:pt x="80" y="156"/>
                </ns1:cubicBezTo>
                <ns1:cubicBezTo>
                  <ns1:pt x="80" y="100"/>
                  <ns1:pt x="80" y="100"/>
                  <ns1:pt x="80" y="100"/>
                </ns1:cubicBezTo>
                <ns1:cubicBezTo>
                  <ns1:pt x="80" y="98"/>
                  <ns1:pt x="78" y="96"/>
                  <ns1:pt x="76" y="96"/>
                </ns1:cubicBezTo>
                <ns1:moveTo>
                  <ns1:pt x="176" y="4"/>
                </ns1:moveTo>
                <ns1:cubicBezTo>
                  <ns1:pt x="176" y="2"/>
                  <ns1:pt x="174" y="0"/>
                  <ns1:pt x="172" y="0"/>
                </ns1:cubicBezTo>
                <ns1:cubicBezTo>
                  <ns1:pt x="171" y="0"/>
                  <ns1:pt x="170" y="0"/>
                  <ns1:pt x="169" y="1"/>
                </ns1:cubicBezTo>
                <ns1:cubicBezTo>
                  <ns1:pt x="104" y="66"/>
                  <ns1:pt x="104" y="66"/>
                  <ns1:pt x="104" y="66"/>
                </ns1:cubicBezTo>
                <ns1:cubicBezTo>
                  <ns1:pt x="104" y="20"/>
                  <ns1:pt x="104" y="20"/>
                  <ns1:pt x="104" y="20"/>
                </ns1:cubicBezTo>
                <ns1:cubicBezTo>
                  <ns1:pt x="104" y="18"/>
                  <ns1:pt x="102" y="16"/>
                  <ns1:pt x="100" y="16"/>
                </ns1:cubicBezTo>
                <ns1:cubicBezTo>
                  <ns1:pt x="98" y="16"/>
                  <ns1:pt x="96" y="18"/>
                  <ns1:pt x="96" y="20"/>
                </ns1:cubicBezTo>
                <ns1:cubicBezTo>
                  <ns1:pt x="96" y="76"/>
                  <ns1:pt x="96" y="76"/>
                  <ns1:pt x="96" y="76"/>
                </ns1:cubicBezTo>
                <ns1:cubicBezTo>
                  <ns1:pt x="96" y="78"/>
                  <ns1:pt x="98" y="80"/>
                  <ns1:pt x="100" y="80"/>
                </ns1:cubicBezTo>
                <ns1:cubicBezTo>
                  <ns1:pt x="156" y="80"/>
                  <ns1:pt x="156" y="80"/>
                  <ns1:pt x="156" y="80"/>
                </ns1:cubicBezTo>
                <ns1:cubicBezTo>
                  <ns1:pt x="158" y="80"/>
                  <ns1:pt x="160" y="78"/>
                  <ns1:pt x="160" y="76"/>
                </ns1:cubicBezTo>
                <ns1:cubicBezTo>
                  <ns1:pt x="160" y="74"/>
                  <ns1:pt x="158" y="72"/>
                  <ns1:pt x="156" y="72"/>
                </ns1:cubicBezTo>
                <ns1:cubicBezTo>
                  <ns1:pt x="110" y="72"/>
                  <ns1:pt x="110" y="72"/>
                  <ns1:pt x="110" y="72"/>
                </ns1:cubicBezTo>
                <ns1:cubicBezTo>
                  <ns1:pt x="175" y="7"/>
                  <ns1:pt x="175" y="7"/>
                  <ns1:pt x="175" y="7"/>
                </ns1:cubicBezTo>
                <ns1:cubicBezTo>
                  <ns1:pt x="176" y="6"/>
                  <ns1:pt x="176" y="5"/>
                  <ns1:pt x="176" y="4"/>
                </ns1:cubicBezTo>
              </ns1:path>
            </ns1:pathLst>
          </ns1:custGeom>
          <ns1:solidFill>
            <ns1:schemeClr val="tx1"/>
          </ns1:solidFill>
          <ns1:ln>
            <ns1:noFill/>
          </ns1:ln>
          <ns1:extLst/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en-US" sz="2700"/>
          </ns1:p>
        </ns0:txBody>
      </ns0:sp>
      <ns0:sp>
        <ns0:nvSpPr>
          <ns0:cNvPr id="62" name="Freeform 60"/>
          <ns0:cNvSpPr>
            <ns1:spLocks noEditPoints="1"/>
          </ns0:cNvSpPr>
          <ns0:nvPr/>
        </ns0:nvSpPr>
        <ns0:spPr bwMode="auto">
          <ns1:xfrm>
            <ns1:off x="3460751" y="5478463"/>
            <ns1:ext cx="441325" cy="441325"/>
          </ns1:xfrm>
          <ns1:custGeom>
            <ns1:avLst/>
            <ns1:gdLst>
              <ns1:gd name="T0" fmla="*/ 140 w 176"/>
              <ns1:gd name="T1" fmla="*/ 56 h 176"/>
              <ns1:gd name="T2" fmla="*/ 136 w 176"/>
              <ns1:gd name="T3" fmla="*/ 60 h 176"/>
              <ns1:gd name="T4" fmla="*/ 136 w 176"/>
              <ns1:gd name="T5" fmla="*/ 168 h 176"/>
              <ns1:gd name="T6" fmla="*/ 8 w 176"/>
              <ns1:gd name="T7" fmla="*/ 168 h 176"/>
              <ns1:gd name="T8" fmla="*/ 8 w 176"/>
              <ns1:gd name="T9" fmla="*/ 40 h 176"/>
              <ns1:gd name="T10" fmla="*/ 116 w 176"/>
              <ns1:gd name="T11" fmla="*/ 40 h 176"/>
              <ns1:gd name="T12" fmla="*/ 120 w 176"/>
              <ns1:gd name="T13" fmla="*/ 36 h 176"/>
              <ns1:gd name="T14" fmla="*/ 116 w 176"/>
              <ns1:gd name="T15" fmla="*/ 32 h 176"/>
              <ns1:gd name="T16" fmla="*/ 4 w 176"/>
              <ns1:gd name="T17" fmla="*/ 32 h 176"/>
              <ns1:gd name="T18" fmla="*/ 0 w 176"/>
              <ns1:gd name="T19" fmla="*/ 36 h 176"/>
              <ns1:gd name="T20" fmla="*/ 0 w 176"/>
              <ns1:gd name="T21" fmla="*/ 172 h 176"/>
              <ns1:gd name="T22" fmla="*/ 4 w 176"/>
              <ns1:gd name="T23" fmla="*/ 176 h 176"/>
              <ns1:gd name="T24" fmla="*/ 140 w 176"/>
              <ns1:gd name="T25" fmla="*/ 176 h 176"/>
              <ns1:gd name="T26" fmla="*/ 144 w 176"/>
              <ns1:gd name="T27" fmla="*/ 172 h 176"/>
              <ns1:gd name="T28" fmla="*/ 144 w 176"/>
              <ns1:gd name="T29" fmla="*/ 60 h 176"/>
              <ns1:gd name="T30" fmla="*/ 140 w 176"/>
              <ns1:gd name="T31" fmla="*/ 56 h 176"/>
              <ns1:gd name="T32" fmla="*/ 172 w 176"/>
              <ns1:gd name="T33" fmla="*/ 0 h 176"/>
              <ns1:gd name="T34" fmla="*/ 132 w 176"/>
              <ns1:gd name="T35" fmla="*/ 0 h 176"/>
              <ns1:gd name="T36" fmla="*/ 128 w 176"/>
              <ns1:gd name="T37" fmla="*/ 4 h 176"/>
              <ns1:gd name="T38" fmla="*/ 132 w 176"/>
              <ns1:gd name="T39" fmla="*/ 8 h 176"/>
              <ns1:gd name="T40" fmla="*/ 162 w 176"/>
              <ns1:gd name="T41" fmla="*/ 8 h 176"/>
              <ns1:gd name="T42" fmla="*/ 49 w 176"/>
              <ns1:gd name="T43" fmla="*/ 121 h 176"/>
              <ns1:gd name="T44" fmla="*/ 48 w 176"/>
              <ns1:gd name="T45" fmla="*/ 124 h 176"/>
              <ns1:gd name="T46" fmla="*/ 52 w 176"/>
              <ns1:gd name="T47" fmla="*/ 128 h 176"/>
              <ns1:gd name="T48" fmla="*/ 55 w 176"/>
              <ns1:gd name="T49" fmla="*/ 127 h 176"/>
              <ns1:gd name="T50" fmla="*/ 168 w 176"/>
              <ns1:gd name="T51" fmla="*/ 14 h 176"/>
              <ns1:gd name="T52" fmla="*/ 168 w 176"/>
              <ns1:gd name="T53" fmla="*/ 44 h 176"/>
              <ns1:gd name="T54" fmla="*/ 172 w 176"/>
              <ns1:gd name="T55" fmla="*/ 48 h 176"/>
              <ns1:gd name="T56" fmla="*/ 176 w 176"/>
              <ns1:gd name="T57" fmla="*/ 44 h 176"/>
              <ns1:gd name="T58" fmla="*/ 176 w 176"/>
              <ns1:gd name="T59" fmla="*/ 4 h 176"/>
              <ns1:gd name="T60" fmla="*/ 172 w 176"/>
              <ns1:gd name="T61" fmla="*/ 0 h 176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  <ns1:cxn ang="0">
                <ns1:pos x="T32" y="T33"/>
              </ns1:cxn>
              <ns1:cxn ang="0">
                <ns1:pos x="T34" y="T35"/>
              </ns1:cxn>
              <ns1:cxn ang="0">
                <ns1:pos x="T36" y="T37"/>
              </ns1:cxn>
              <ns1:cxn ang="0">
                <ns1:pos x="T38" y="T39"/>
              </ns1:cxn>
              <ns1:cxn ang="0">
                <ns1:pos x="T40" y="T41"/>
              </ns1:cxn>
              <ns1:cxn ang="0">
                <ns1:pos x="T42" y="T43"/>
              </ns1:cxn>
              <ns1:cxn ang="0">
                <ns1:pos x="T44" y="T45"/>
              </ns1:cxn>
              <ns1:cxn ang="0">
                <ns1:pos x="T46" y="T47"/>
              </ns1:cxn>
              <ns1:cxn ang="0">
                <ns1:pos x="T48" y="T49"/>
              </ns1:cxn>
              <ns1:cxn ang="0">
                <ns1:pos x="T50" y="T51"/>
              </ns1:cxn>
              <ns1:cxn ang="0">
                <ns1:pos x="T52" y="T53"/>
              </ns1:cxn>
              <ns1:cxn ang="0">
                <ns1:pos x="T54" y="T55"/>
              </ns1:cxn>
              <ns1:cxn ang="0">
                <ns1:pos x="T56" y="T57"/>
              </ns1:cxn>
              <ns1:cxn ang="0">
                <ns1:pos x="T58" y="T59"/>
              </ns1:cxn>
              <ns1:cxn ang="0">
                <ns1:pos x="T60" y="T61"/>
              </ns1:cxn>
            </ns1:cxnLst>
            <ns1:rect l="0" t="0" r="r" b="b"/>
            <ns1:pathLst>
              <ns1:path w="176" h="176">
                <ns1:moveTo>
                  <ns1:pt x="140" y="56"/>
                </ns1:moveTo>
                <ns1:cubicBezTo>
                  <ns1:pt x="138" y="56"/>
                  <ns1:pt x="136" y="58"/>
                  <ns1:pt x="136" y="60"/>
                </ns1:cubicBezTo>
                <ns1:cubicBezTo>
                  <ns1:pt x="136" y="168"/>
                  <ns1:pt x="136" y="168"/>
                  <ns1:pt x="136" y="168"/>
                </ns1:cubicBezTo>
                <ns1:cubicBezTo>
                  <ns1:pt x="8" y="168"/>
                  <ns1:pt x="8" y="168"/>
                  <ns1:pt x="8" y="168"/>
                </ns1:cubicBezTo>
                <ns1:cubicBezTo>
                  <ns1:pt x="8" y="40"/>
                  <ns1:pt x="8" y="40"/>
                  <ns1:pt x="8" y="40"/>
                </ns1:cubicBezTo>
                <ns1:cubicBezTo>
                  <ns1:pt x="116" y="40"/>
                  <ns1:pt x="116" y="40"/>
                  <ns1:pt x="116" y="40"/>
                </ns1:cubicBezTo>
                <ns1:cubicBezTo>
                  <ns1:pt x="118" y="40"/>
                  <ns1:pt x="120" y="38"/>
                  <ns1:pt x="120" y="36"/>
                </ns1:cubicBezTo>
                <ns1:cubicBezTo>
                  <ns1:pt x="120" y="34"/>
                  <ns1:pt x="118" y="32"/>
                  <ns1:pt x="116" y="32"/>
                </ns1:cubicBezTo>
                <ns1:cubicBezTo>
                  <ns1:pt x="4" y="32"/>
                  <ns1:pt x="4" y="32"/>
                  <ns1:pt x="4" y="32"/>
                </ns1:cubicBezTo>
                <ns1:cubicBezTo>
                  <ns1:pt x="2" y="32"/>
                  <ns1:pt x="0" y="34"/>
                  <ns1:pt x="0" y="36"/>
                </ns1:cubicBezTo>
                <ns1:cubicBezTo>
                  <ns1:pt x="0" y="172"/>
                  <ns1:pt x="0" y="172"/>
                  <ns1:pt x="0" y="172"/>
                </ns1:cubicBezTo>
                <ns1:cubicBezTo>
                  <ns1:pt x="0" y="174"/>
                  <ns1:pt x="2" y="176"/>
                  <ns1:pt x="4" y="176"/>
                </ns1:cubicBezTo>
                <ns1:cubicBezTo>
                  <ns1:pt x="140" y="176"/>
                  <ns1:pt x="140" y="176"/>
                  <ns1:pt x="140" y="176"/>
                </ns1:cubicBezTo>
                <ns1:cubicBezTo>
                  <ns1:pt x="142" y="176"/>
                  <ns1:pt x="144" y="174"/>
                  <ns1:pt x="144" y="172"/>
                </ns1:cubicBezTo>
                <ns1:cubicBezTo>
                  <ns1:pt x="144" y="60"/>
                  <ns1:pt x="144" y="60"/>
                  <ns1:pt x="144" y="60"/>
                </ns1:cubicBezTo>
                <ns1:cubicBezTo>
                  <ns1:pt x="144" y="58"/>
                  <ns1:pt x="142" y="56"/>
                  <ns1:pt x="140" y="56"/>
                </ns1:cubicBezTo>
                <ns1:moveTo>
                  <ns1:pt x="172" y="0"/>
                </ns1:moveTo>
                <ns1:cubicBezTo>
                  <ns1:pt x="132" y="0"/>
                  <ns1:pt x="132" y="0"/>
                  <ns1:pt x="132" y="0"/>
                </ns1:cubicBezTo>
                <ns1:cubicBezTo>
                  <ns1:pt x="130" y="0"/>
                  <ns1:pt x="128" y="2"/>
                  <ns1:pt x="128" y="4"/>
                </ns1:cubicBezTo>
                <ns1:cubicBezTo>
                  <ns1:pt x="128" y="6"/>
                  <ns1:pt x="130" y="8"/>
                  <ns1:pt x="132" y="8"/>
                </ns1:cubicBezTo>
                <ns1:cubicBezTo>
                  <ns1:pt x="162" y="8"/>
                  <ns1:pt x="162" y="8"/>
                  <ns1:pt x="162" y="8"/>
                </ns1:cubicBezTo>
                <ns1:cubicBezTo>
                  <ns1:pt x="49" y="121"/>
                  <ns1:pt x="49" y="121"/>
                  <ns1:pt x="49" y="121"/>
                </ns1:cubicBezTo>
                <ns1:cubicBezTo>
                  <ns1:pt x="48" y="122"/>
                  <ns1:pt x="48" y="123"/>
                  <ns1:pt x="48" y="124"/>
                </ns1:cubicBezTo>
                <ns1:cubicBezTo>
                  <ns1:pt x="48" y="126"/>
                  <ns1:pt x="50" y="128"/>
                  <ns1:pt x="52" y="128"/>
                </ns1:cubicBezTo>
                <ns1:cubicBezTo>
                  <ns1:pt x="53" y="128"/>
                  <ns1:pt x="54" y="128"/>
                  <ns1:pt x="55" y="127"/>
                </ns1:cubicBezTo>
                <ns1:cubicBezTo>
                  <ns1:pt x="168" y="14"/>
                  <ns1:pt x="168" y="14"/>
                  <ns1:pt x="168" y="14"/>
                </ns1:cubicBezTo>
                <ns1:cubicBezTo>
                  <ns1:pt x="168" y="44"/>
                  <ns1:pt x="168" y="44"/>
                  <ns1:pt x="168" y="44"/>
                </ns1:cubicBezTo>
                <ns1:cubicBezTo>
                  <ns1:pt x="168" y="46"/>
                  <ns1:pt x="170" y="48"/>
                  <ns1:pt x="172" y="48"/>
                </ns1:cubicBezTo>
                <ns1:cubicBezTo>
                  <ns1:pt x="174" y="48"/>
                  <ns1:pt x="176" y="46"/>
                  <ns1:pt x="176" y="44"/>
                </ns1:cubicBezTo>
                <ns1:cubicBezTo>
                  <ns1:pt x="176" y="4"/>
                  <ns1:pt x="176" y="4"/>
                  <ns1:pt x="176" y="4"/>
                </ns1:cubicBezTo>
                <ns1:cubicBezTo>
                  <ns1:pt x="176" y="2"/>
                  <ns1:pt x="174" y="0"/>
                  <ns1:pt x="172" y="0"/>
                </ns1:cubicBezTo>
              </ns1:path>
            </ns1:pathLst>
          </ns1:custGeom>
          <ns1:solidFill>
            <ns1:schemeClr val="tx1"/>
          </ns1:solidFill>
          <ns1:ln>
            <ns1:noFill/>
          </ns1:ln>
          <ns1:extLst/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en-US" sz="2700"/>
          </ns1:p>
        </ns0:txBody>
      </ns0:sp>
      <ns0:sp>
        <ns0:nvSpPr>
          <ns0:cNvPr id="63" name="Freeform 61"/>
          <ns0:cNvSpPr>
            <ns1:spLocks noEditPoints="1"/>
          </ns0:cNvSpPr>
          <ns0:nvPr/>
        </ns0:nvSpPr>
        <ns0:spPr bwMode="auto">
          <ns1:xfrm>
            <ns1:off x="4302126" y="5478463"/>
            <ns1:ext cx="439738" cy="441325"/>
          </ns1:xfrm>
          <ns1:custGeom>
            <ns1:avLst/>
            <ns1:gdLst>
              <ns1:gd name="T0" fmla="*/ 172 w 176"/>
              <ns1:gd name="T1" fmla="*/ 120 h 176"/>
              <ns1:gd name="T2" fmla="*/ 152 w 176"/>
              <ns1:gd name="T3" fmla="*/ 120 h 176"/>
              <ns1:gd name="T4" fmla="*/ 4 w 176"/>
              <ns1:gd name="T5" fmla="*/ 0 h 176"/>
              <ns1:gd name="T6" fmla="*/ 0 w 176"/>
              <ns1:gd name="T7" fmla="*/ 4 h 176"/>
              <ns1:gd name="T8" fmla="*/ 4 w 176"/>
              <ns1:gd name="T9" fmla="*/ 8 h 176"/>
              <ns1:gd name="T10" fmla="*/ 91 w 176"/>
              <ns1:gd name="T11" fmla="*/ 67 h 176"/>
              <ns1:gd name="T12" fmla="*/ 104 w 176"/>
              <ns1:gd name="T13" fmla="*/ 120 h 176"/>
              <ns1:gd name="T14" fmla="*/ 84 w 176"/>
              <ns1:gd name="T15" fmla="*/ 120 h 176"/>
              <ns1:gd name="T16" fmla="*/ 80 w 176"/>
              <ns1:gd name="T17" fmla="*/ 124 h 176"/>
              <ns1:gd name="T18" fmla="*/ 81 w 176"/>
              <ns1:gd name="T19" fmla="*/ 127 h 176"/>
              <ns1:gd name="T20" fmla="*/ 125 w 176"/>
              <ns1:gd name="T21" fmla="*/ 175 h 176"/>
              <ns1:gd name="T22" fmla="*/ 128 w 176"/>
              <ns1:gd name="T23" fmla="*/ 176 h 176"/>
              <ns1:gd name="T24" fmla="*/ 131 w 176"/>
              <ns1:gd name="T25" fmla="*/ 175 h 176"/>
              <ns1:gd name="T26" fmla="*/ 175 w 176"/>
              <ns1:gd name="T27" fmla="*/ 127 h 176"/>
              <ns1:gd name="T28" fmla="*/ 176 w 176"/>
              <ns1:gd name="T29" fmla="*/ 124 h 176"/>
              <ns1:gd name="T30" fmla="*/ 172 w 176"/>
              <ns1:gd name="T31" fmla="*/ 120 h 176"/>
              <ns1:gd name="T32" fmla="*/ 128 w 176"/>
              <ns1:gd name="T33" fmla="*/ 166 h 176"/>
              <ns1:gd name="T34" fmla="*/ 93 w 176"/>
              <ns1:gd name="T35" fmla="*/ 128 h 176"/>
              <ns1:gd name="T36" fmla="*/ 108 w 176"/>
              <ns1:gd name="T37" fmla="*/ 128 h 176"/>
              <ns1:gd name="T38" fmla="*/ 112 w 176"/>
              <ns1:gd name="T39" fmla="*/ 124 h 176"/>
              <ns1:gd name="T40" fmla="*/ 112 w 176"/>
              <ns1:gd name="T41" fmla="*/ 120 h 176"/>
              <ns1:gd name="T42" fmla="*/ 61 w 176"/>
              <ns1:gd name="T43" fmla="*/ 16 h 176"/>
              <ns1:gd name="T44" fmla="*/ 144 w 176"/>
              <ns1:gd name="T45" fmla="*/ 120 h 176"/>
              <ns1:gd name="T46" fmla="*/ 144 w 176"/>
              <ns1:gd name="T47" fmla="*/ 124 h 176"/>
              <ns1:gd name="T48" fmla="*/ 148 w 176"/>
              <ns1:gd name="T49" fmla="*/ 128 h 176"/>
              <ns1:gd name="T50" fmla="*/ 163 w 176"/>
              <ns1:gd name="T51" fmla="*/ 128 h 176"/>
              <ns1:gd name="T52" fmla="*/ 128 w 176"/>
              <ns1:gd name="T53" fmla="*/ 166 h 176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  <ns1:cxn ang="0">
                <ns1:pos x="T32" y="T33"/>
              </ns1:cxn>
              <ns1:cxn ang="0">
                <ns1:pos x="T34" y="T35"/>
              </ns1:cxn>
              <ns1:cxn ang="0">
                <ns1:pos x="T36" y="T37"/>
              </ns1:cxn>
              <ns1:cxn ang="0">
                <ns1:pos x="T38" y="T39"/>
              </ns1:cxn>
              <ns1:cxn ang="0">
                <ns1:pos x="T40" y="T41"/>
              </ns1:cxn>
              <ns1:cxn ang="0">
                <ns1:pos x="T42" y="T43"/>
              </ns1:cxn>
              <ns1:cxn ang="0">
                <ns1:pos x="T44" y="T45"/>
              </ns1:cxn>
              <ns1:cxn ang="0">
                <ns1:pos x="T46" y="T47"/>
              </ns1:cxn>
              <ns1:cxn ang="0">
                <ns1:pos x="T48" y="T49"/>
              </ns1:cxn>
              <ns1:cxn ang="0">
                <ns1:pos x="T50" y="T51"/>
              </ns1:cxn>
              <ns1:cxn ang="0">
                <ns1:pos x="T52" y="T53"/>
              </ns1:cxn>
            </ns1:cxnLst>
            <ns1:rect l="0" t="0" r="r" b="b"/>
            <ns1:pathLst>
              <ns1:path w="176" h="176">
                <ns1:moveTo>
                  <ns1:pt x="172" y="120"/>
                </ns1:moveTo>
                <ns1:cubicBezTo>
                  <ns1:pt x="152" y="120"/>
                  <ns1:pt x="152" y="120"/>
                  <ns1:pt x="152" y="120"/>
                </ns1:cubicBezTo>
                <ns1:cubicBezTo>
                  <ns1:pt x="150" y="99"/>
                  <ns1:pt x="135" y="0"/>
                  <ns1:pt x="4" y="0"/>
                </ns1:cubicBezTo>
                <ns1:cubicBezTo>
                  <ns1:pt x="2" y="0"/>
                  <ns1:pt x="0" y="2"/>
                  <ns1:pt x="0" y="4"/>
                </ns1:cubicBezTo>
                <ns1:cubicBezTo>
                  <ns1:pt x="0" y="6"/>
                  <ns1:pt x="2" y="8"/>
                  <ns1:pt x="4" y="8"/>
                </ns1:cubicBezTo>
                <ns1:cubicBezTo>
                  <ns1:pt x="45" y="8"/>
                  <ns1:pt x="75" y="28"/>
                  <ns1:pt x="91" y="67"/>
                </ns1:cubicBezTo>
                <ns1:cubicBezTo>
                  <ns1:pt x="101" y="90"/>
                  <ns1:pt x="103" y="111"/>
                  <ns1:pt x="104" y="120"/>
                </ns1:cubicBezTo>
                <ns1:cubicBezTo>
                  <ns1:pt x="84" y="120"/>
                  <ns1:pt x="84" y="120"/>
                  <ns1:pt x="84" y="120"/>
                </ns1:cubicBezTo>
                <ns1:cubicBezTo>
                  <ns1:pt x="82" y="120"/>
                  <ns1:pt x="80" y="122"/>
                  <ns1:pt x="80" y="124"/>
                </ns1:cubicBezTo>
                <ns1:cubicBezTo>
                  <ns1:pt x="80" y="125"/>
                  <ns1:pt x="80" y="126"/>
                  <ns1:pt x="81" y="127"/>
                </ns1:cubicBezTo>
                <ns1:cubicBezTo>
                  <ns1:pt x="125" y="175"/>
                  <ns1:pt x="125" y="175"/>
                  <ns1:pt x="125" y="175"/>
                </ns1:cubicBezTo>
                <ns1:cubicBezTo>
                  <ns1:pt x="126" y="176"/>
                  <ns1:pt x="127" y="176"/>
                  <ns1:pt x="128" y="176"/>
                </ns1:cubicBezTo>
                <ns1:cubicBezTo>
                  <ns1:pt x="129" y="176"/>
                  <ns1:pt x="130" y="176"/>
                  <ns1:pt x="131" y="175"/>
                </ns1:cubicBezTo>
                <ns1:cubicBezTo>
                  <ns1:pt x="175" y="127"/>
                  <ns1:pt x="175" y="127"/>
                  <ns1:pt x="175" y="127"/>
                </ns1:cubicBezTo>
                <ns1:cubicBezTo>
                  <ns1:pt x="176" y="126"/>
                  <ns1:pt x="176" y="125"/>
                  <ns1:pt x="176" y="124"/>
                </ns1:cubicBezTo>
                <ns1:cubicBezTo>
                  <ns1:pt x="176" y="122"/>
                  <ns1:pt x="174" y="120"/>
                  <ns1:pt x="172" y="120"/>
                </ns1:cubicBezTo>
                <ns1:moveTo>
                  <ns1:pt x="128" y="166"/>
                </ns1:moveTo>
                <ns1:cubicBezTo>
                  <ns1:pt x="93" y="128"/>
                  <ns1:pt x="93" y="128"/>
                  <ns1:pt x="93" y="128"/>
                </ns1:cubicBezTo>
                <ns1:cubicBezTo>
                  <ns1:pt x="108" y="128"/>
                  <ns1:pt x="108" y="128"/>
                  <ns1:pt x="108" y="128"/>
                </ns1:cubicBezTo>
                <ns1:cubicBezTo>
                  <ns1:pt x="110" y="128"/>
                  <ns1:pt x="112" y="126"/>
                  <ns1:pt x="112" y="124"/>
                </ns1:cubicBezTo>
                <ns1:cubicBezTo>
                  <ns1:pt x="112" y="120"/>
                  <ns1:pt x="112" y="120"/>
                  <ns1:pt x="112" y="120"/>
                </ns1:cubicBezTo>
                <ns1:cubicBezTo>
                  <ns1:pt x="111" y="104"/>
                  <ns1:pt x="105" y="46"/>
                  <ns1:pt x="61" y="16"/>
                </ns1:cubicBezTo>
                <ns1:cubicBezTo>
                  <ns1:pt x="134" y="39"/>
                  <ns1:pt x="143" y="103"/>
                  <ns1:pt x="144" y="120"/>
                </ns1:cubicBezTo>
                <ns1:cubicBezTo>
                  <ns1:pt x="144" y="124"/>
                  <ns1:pt x="144" y="124"/>
                  <ns1:pt x="144" y="124"/>
                </ns1:cubicBezTo>
                <ns1:cubicBezTo>
                  <ns1:pt x="144" y="126"/>
                  <ns1:pt x="146" y="128"/>
                  <ns1:pt x="148" y="128"/>
                </ns1:cubicBezTo>
                <ns1:cubicBezTo>
                  <ns1:pt x="163" y="128"/>
                  <ns1:pt x="163" y="128"/>
                  <ns1:pt x="163" y="128"/>
                </ns1:cubicBezTo>
                <ns1:lnTo>
                  <ns1:pt x="128" y="166"/>
                </ns1:lnTo>
                <ns1:close/>
              </ns1:path>
            </ns1:pathLst>
          </ns1:custGeom>
          <ns1:solidFill>
            <ns1:schemeClr val="tx1"/>
          </ns1:solidFill>
          <ns1:ln>
            <ns1:noFill/>
          </ns1:ln>
          <ns1:extLst/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en-US" sz="2700"/>
          </ns1:p>
        </ns0:txBody>
      </ns0:sp>
      <ns0:sp>
        <ns0:nvSpPr>
          <ns0:cNvPr id="64" name="Freeform 62"/>
          <ns0:cNvSpPr>
            <ns1:spLocks noEditPoints="1"/>
          </ns0:cNvSpPr>
          <ns0:nvPr/>
        </ns0:nvSpPr>
        <ns0:spPr bwMode="auto">
          <ns1:xfrm>
            <ns1:off x="5141914" y="5478463"/>
            <ns1:ext cx="439738" cy="441325"/>
          </ns1:xfrm>
          <ns1:custGeom>
            <ns1:avLst/>
            <ns1:gdLst>
              <ns1:gd name="T0" fmla="*/ 175 w 176"/>
              <ns1:gd name="T1" fmla="*/ 49 h 176"/>
              <ns1:gd name="T2" fmla="*/ 131 w 176"/>
              <ns1:gd name="T3" fmla="*/ 1 h 176"/>
              <ns1:gd name="T4" fmla="*/ 128 w 176"/>
              <ns1:gd name="T5" fmla="*/ 0 h 176"/>
              <ns1:gd name="T6" fmla="*/ 125 w 176"/>
              <ns1:gd name="T7" fmla="*/ 1 h 176"/>
              <ns1:gd name="T8" fmla="*/ 81 w 176"/>
              <ns1:gd name="T9" fmla="*/ 49 h 176"/>
              <ns1:gd name="T10" fmla="*/ 80 w 176"/>
              <ns1:gd name="T11" fmla="*/ 52 h 176"/>
              <ns1:gd name="T12" fmla="*/ 84 w 176"/>
              <ns1:gd name="T13" fmla="*/ 56 h 176"/>
              <ns1:gd name="T14" fmla="*/ 104 w 176"/>
              <ns1:gd name="T15" fmla="*/ 56 h 176"/>
              <ns1:gd name="T16" fmla="*/ 91 w 176"/>
              <ns1:gd name="T17" fmla="*/ 109 h 176"/>
              <ns1:gd name="T18" fmla="*/ 4 w 176"/>
              <ns1:gd name="T19" fmla="*/ 168 h 176"/>
              <ns1:gd name="T20" fmla="*/ 0 w 176"/>
              <ns1:gd name="T21" fmla="*/ 172 h 176"/>
              <ns1:gd name="T22" fmla="*/ 4 w 176"/>
              <ns1:gd name="T23" fmla="*/ 176 h 176"/>
              <ns1:gd name="T24" fmla="*/ 152 w 176"/>
              <ns1:gd name="T25" fmla="*/ 56 h 176"/>
              <ns1:gd name="T26" fmla="*/ 172 w 176"/>
              <ns1:gd name="T27" fmla="*/ 56 h 176"/>
              <ns1:gd name="T28" fmla="*/ 176 w 176"/>
              <ns1:gd name="T29" fmla="*/ 52 h 176"/>
              <ns1:gd name="T30" fmla="*/ 175 w 176"/>
              <ns1:gd name="T31" fmla="*/ 49 h 176"/>
              <ns1:gd name="T32" fmla="*/ 148 w 176"/>
              <ns1:gd name="T33" fmla="*/ 48 h 176"/>
              <ns1:gd name="T34" fmla="*/ 144 w 176"/>
              <ns1:gd name="T35" fmla="*/ 52 h 176"/>
              <ns1:gd name="T36" fmla="*/ 144 w 176"/>
              <ns1:gd name="T37" fmla="*/ 56 h 176"/>
              <ns1:gd name="T38" fmla="*/ 61 w 176"/>
              <ns1:gd name="T39" fmla="*/ 160 h 176"/>
              <ns1:gd name="T40" fmla="*/ 112 w 176"/>
              <ns1:gd name="T41" fmla="*/ 56 h 176"/>
              <ns1:gd name="T42" fmla="*/ 112 w 176"/>
              <ns1:gd name="T43" fmla="*/ 52 h 176"/>
              <ns1:gd name="T44" fmla="*/ 108 w 176"/>
              <ns1:gd name="T45" fmla="*/ 48 h 176"/>
              <ns1:gd name="T46" fmla="*/ 93 w 176"/>
              <ns1:gd name="T47" fmla="*/ 48 h 176"/>
              <ns1:gd name="T48" fmla="*/ 128 w 176"/>
              <ns1:gd name="T49" fmla="*/ 10 h 176"/>
              <ns1:gd name="T50" fmla="*/ 163 w 176"/>
              <ns1:gd name="T51" fmla="*/ 48 h 176"/>
              <ns1:gd name="T52" fmla="*/ 148 w 176"/>
              <ns1:gd name="T53" fmla="*/ 48 h 176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  <ns1:cxn ang="0">
                <ns1:pos x="T32" y="T33"/>
              </ns1:cxn>
              <ns1:cxn ang="0">
                <ns1:pos x="T34" y="T35"/>
              </ns1:cxn>
              <ns1:cxn ang="0">
                <ns1:pos x="T36" y="T37"/>
              </ns1:cxn>
              <ns1:cxn ang="0">
                <ns1:pos x="T38" y="T39"/>
              </ns1:cxn>
              <ns1:cxn ang="0">
                <ns1:pos x="T40" y="T41"/>
              </ns1:cxn>
              <ns1:cxn ang="0">
                <ns1:pos x="T42" y="T43"/>
              </ns1:cxn>
              <ns1:cxn ang="0">
                <ns1:pos x="T44" y="T45"/>
              </ns1:cxn>
              <ns1:cxn ang="0">
                <ns1:pos x="T46" y="T47"/>
              </ns1:cxn>
              <ns1:cxn ang="0">
                <ns1:pos x="T48" y="T49"/>
              </ns1:cxn>
              <ns1:cxn ang="0">
                <ns1:pos x="T50" y="T51"/>
              </ns1:cxn>
              <ns1:cxn ang="0">
                <ns1:pos x="T52" y="T53"/>
              </ns1:cxn>
            </ns1:cxnLst>
            <ns1:rect l="0" t="0" r="r" b="b"/>
            <ns1:pathLst>
              <ns1:path w="176" h="176">
                <ns1:moveTo>
                  <ns1:pt x="175" y="49"/>
                </ns1:moveTo>
                <ns1:cubicBezTo>
                  <ns1:pt x="131" y="1"/>
                  <ns1:pt x="131" y="1"/>
                  <ns1:pt x="131" y="1"/>
                </ns1:cubicBezTo>
                <ns1:cubicBezTo>
                  <ns1:pt x="130" y="0"/>
                  <ns1:pt x="129" y="0"/>
                  <ns1:pt x="128" y="0"/>
                </ns1:cubicBezTo>
                <ns1:cubicBezTo>
                  <ns1:pt x="127" y="0"/>
                  <ns1:pt x="126" y="0"/>
                  <ns1:pt x="125" y="1"/>
                </ns1:cubicBezTo>
                <ns1:cubicBezTo>
                  <ns1:pt x="81" y="49"/>
                  <ns1:pt x="81" y="49"/>
                  <ns1:pt x="81" y="49"/>
                </ns1:cubicBezTo>
                <ns1:cubicBezTo>
                  <ns1:pt x="80" y="50"/>
                  <ns1:pt x="80" y="51"/>
                  <ns1:pt x="80" y="52"/>
                </ns1:cubicBezTo>
                <ns1:cubicBezTo>
                  <ns1:pt x="80" y="54"/>
                  <ns1:pt x="82" y="56"/>
                  <ns1:pt x="84" y="56"/>
                </ns1:cubicBezTo>
                <ns1:cubicBezTo>
                  <ns1:pt x="104" y="56"/>
                  <ns1:pt x="104" y="56"/>
                  <ns1:pt x="104" y="56"/>
                </ns1:cubicBezTo>
                <ns1:cubicBezTo>
                  <ns1:pt x="103" y="64"/>
                  <ns1:pt x="101" y="86"/>
                  <ns1:pt x="91" y="109"/>
                </ns1:cubicBezTo>
                <ns1:cubicBezTo>
                  <ns1:pt x="75" y="148"/>
                  <ns1:pt x="45" y="168"/>
                  <ns1:pt x="4" y="168"/>
                </ns1:cubicBezTo>
                <ns1:cubicBezTo>
                  <ns1:pt x="2" y="168"/>
                  <ns1:pt x="0" y="170"/>
                  <ns1:pt x="0" y="172"/>
                </ns1:cubicBezTo>
                <ns1:cubicBezTo>
                  <ns1:pt x="0" y="174"/>
                  <ns1:pt x="2" y="176"/>
                  <ns1:pt x="4" y="176"/>
                </ns1:cubicBezTo>
                <ns1:cubicBezTo>
                  <ns1:pt x="135" y="176"/>
                  <ns1:pt x="150" y="77"/>
                  <ns1:pt x="152" y="56"/>
                </ns1:cubicBezTo>
                <ns1:cubicBezTo>
                  <ns1:pt x="172" y="56"/>
                  <ns1:pt x="172" y="56"/>
                  <ns1:pt x="172" y="56"/>
                </ns1:cubicBezTo>
                <ns1:cubicBezTo>
                  <ns1:pt x="174" y="56"/>
                  <ns1:pt x="176" y="54"/>
                  <ns1:pt x="176" y="52"/>
                </ns1:cubicBezTo>
                <ns1:cubicBezTo>
                  <ns1:pt x="176" y="51"/>
                  <ns1:pt x="176" y="50"/>
                  <ns1:pt x="175" y="49"/>
                </ns1:cubicBezTo>
                <ns1:moveTo>
                  <ns1:pt x="148" y="48"/>
                </ns1:moveTo>
                <ns1:cubicBezTo>
                  <ns1:pt x="146" y="48"/>
                  <ns1:pt x="144" y="50"/>
                  <ns1:pt x="144" y="52"/>
                </ns1:cubicBezTo>
                <ns1:cubicBezTo>
                  <ns1:pt x="144" y="56"/>
                  <ns1:pt x="144" y="56"/>
                  <ns1:pt x="144" y="56"/>
                </ns1:cubicBezTo>
                <ns1:cubicBezTo>
                  <ns1:pt x="143" y="73"/>
                  <ns1:pt x="134" y="137"/>
                  <ns1:pt x="61" y="160"/>
                </ns1:cubicBezTo>
                <ns1:cubicBezTo>
                  <ns1:pt x="105" y="130"/>
                  <ns1:pt x="111" y="72"/>
                  <ns1:pt x="112" y="56"/>
                </ns1:cubicBezTo>
                <ns1:cubicBezTo>
                  <ns1:pt x="112" y="52"/>
                  <ns1:pt x="112" y="52"/>
                  <ns1:pt x="112" y="52"/>
                </ns1:cubicBezTo>
                <ns1:cubicBezTo>
                  <ns1:pt x="112" y="50"/>
                  <ns1:pt x="110" y="48"/>
                  <ns1:pt x="108" y="48"/>
                </ns1:cubicBezTo>
                <ns1:cubicBezTo>
                  <ns1:pt x="93" y="48"/>
                  <ns1:pt x="93" y="48"/>
                  <ns1:pt x="93" y="48"/>
                </ns1:cubicBezTo>
                <ns1:cubicBezTo>
                  <ns1:pt x="128" y="10"/>
                  <ns1:pt x="128" y="10"/>
                  <ns1:pt x="128" y="10"/>
                </ns1:cubicBezTo>
                <ns1:cubicBezTo>
                  <ns1:pt x="163" y="48"/>
                  <ns1:pt x="163" y="48"/>
                  <ns1:pt x="163" y="48"/>
                </ns1:cubicBezTo>
                <ns1:lnTo>
                  <ns1:pt x="148" y="48"/>
                </ns1:lnTo>
                <ns1:close/>
              </ns1:path>
            </ns1:pathLst>
          </ns1:custGeom>
          <ns1:solidFill>
            <ns1:schemeClr val="tx1"/>
          </ns1:solidFill>
          <ns1:ln>
            <ns1:noFill/>
          </ns1:ln>
          <ns1:extLst/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en-US" sz="2700"/>
          </ns1:p>
        </ns0:txBody>
      </ns0:sp>
      <ns0:sp>
        <ns0:nvSpPr>
          <ns0:cNvPr id="65" name="Freeform 63"/>
          <ns0:cNvSpPr>
            <ns1:spLocks noEditPoints="1"/>
          </ns0:cNvSpPr>
          <ns0:nvPr/>
        </ns0:nvSpPr>
        <ns0:spPr bwMode="auto">
          <ns1:xfrm>
            <ns1:off x="5981701" y="5478463"/>
            <ns1:ext cx="441325" cy="441325"/>
          </ns1:xfrm>
          <ns1:custGeom>
            <ns1:avLst/>
            <ns1:gdLst>
              <ns1:gd name="T0" fmla="*/ 56 w 176"/>
              <ns1:gd name="T1" fmla="*/ 24 h 176"/>
              <ns1:gd name="T2" fmla="*/ 56 w 176"/>
              <ns1:gd name="T3" fmla="*/ 4 h 176"/>
              <ns1:gd name="T4" fmla="*/ 52 w 176"/>
              <ns1:gd name="T5" fmla="*/ 0 h 176"/>
              <ns1:gd name="T6" fmla="*/ 49 w 176"/>
              <ns1:gd name="T7" fmla="*/ 1 h 176"/>
              <ns1:gd name="T8" fmla="*/ 1 w 176"/>
              <ns1:gd name="T9" fmla="*/ 45 h 176"/>
              <ns1:gd name="T10" fmla="*/ 0 w 176"/>
              <ns1:gd name="T11" fmla="*/ 48 h 176"/>
              <ns1:gd name="T12" fmla="*/ 1 w 176"/>
              <ns1:gd name="T13" fmla="*/ 51 h 176"/>
              <ns1:gd name="T14" fmla="*/ 49 w 176"/>
              <ns1:gd name="T15" fmla="*/ 95 h 176"/>
              <ns1:gd name="T16" fmla="*/ 52 w 176"/>
              <ns1:gd name="T17" fmla="*/ 96 h 176"/>
              <ns1:gd name="T18" fmla="*/ 56 w 176"/>
              <ns1:gd name="T19" fmla="*/ 92 h 176"/>
              <ns1:gd name="T20" fmla="*/ 56 w 176"/>
              <ns1:gd name="T21" fmla="*/ 72 h 176"/>
              <ns1:gd name="T22" fmla="*/ 109 w 176"/>
              <ns1:gd name="T23" fmla="*/ 85 h 176"/>
              <ns1:gd name="T24" fmla="*/ 168 w 176"/>
              <ns1:gd name="T25" fmla="*/ 172 h 176"/>
              <ns1:gd name="T26" fmla="*/ 172 w 176"/>
              <ns1:gd name="T27" fmla="*/ 176 h 176"/>
              <ns1:gd name="T28" fmla="*/ 176 w 176"/>
              <ns1:gd name="T29" fmla="*/ 172 h 176"/>
              <ns1:gd name="T30" fmla="*/ 56 w 176"/>
              <ns1:gd name="T31" fmla="*/ 24 h 176"/>
              <ns1:gd name="T32" fmla="*/ 56 w 176"/>
              <ns1:gd name="T33" fmla="*/ 64 h 176"/>
              <ns1:gd name="T34" fmla="*/ 52 w 176"/>
              <ns1:gd name="T35" fmla="*/ 64 h 176"/>
              <ns1:gd name="T36" fmla="*/ 48 w 176"/>
              <ns1:gd name="T37" fmla="*/ 68 h 176"/>
              <ns1:gd name="T38" fmla="*/ 48 w 176"/>
              <ns1:gd name="T39" fmla="*/ 83 h 176"/>
              <ns1:gd name="T40" fmla="*/ 10 w 176"/>
              <ns1:gd name="T41" fmla="*/ 48 h 176"/>
              <ns1:gd name="T42" fmla="*/ 48 w 176"/>
              <ns1:gd name="T43" fmla="*/ 13 h 176"/>
              <ns1:gd name="T44" fmla="*/ 48 w 176"/>
              <ns1:gd name="T45" fmla="*/ 28 h 176"/>
              <ns1:gd name="T46" fmla="*/ 52 w 176"/>
              <ns1:gd name="T47" fmla="*/ 32 h 176"/>
              <ns1:gd name="T48" fmla="*/ 56 w 176"/>
              <ns1:gd name="T49" fmla="*/ 32 h 176"/>
              <ns1:gd name="T50" fmla="*/ 160 w 176"/>
              <ns1:gd name="T51" fmla="*/ 115 h 176"/>
              <ns1:gd name="T52" fmla="*/ 56 w 176"/>
              <ns1:gd name="T53" fmla="*/ 64 h 176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  <ns1:cxn ang="0">
                <ns1:pos x="T32" y="T33"/>
              </ns1:cxn>
              <ns1:cxn ang="0">
                <ns1:pos x="T34" y="T35"/>
              </ns1:cxn>
              <ns1:cxn ang="0">
                <ns1:pos x="T36" y="T37"/>
              </ns1:cxn>
              <ns1:cxn ang="0">
                <ns1:pos x="T38" y="T39"/>
              </ns1:cxn>
              <ns1:cxn ang="0">
                <ns1:pos x="T40" y="T41"/>
              </ns1:cxn>
              <ns1:cxn ang="0">
                <ns1:pos x="T42" y="T43"/>
              </ns1:cxn>
              <ns1:cxn ang="0">
                <ns1:pos x="T44" y="T45"/>
              </ns1:cxn>
              <ns1:cxn ang="0">
                <ns1:pos x="T46" y="T47"/>
              </ns1:cxn>
              <ns1:cxn ang="0">
                <ns1:pos x="T48" y="T49"/>
              </ns1:cxn>
              <ns1:cxn ang="0">
                <ns1:pos x="T50" y="T51"/>
              </ns1:cxn>
              <ns1:cxn ang="0">
                <ns1:pos x="T52" y="T53"/>
              </ns1:cxn>
            </ns1:cxnLst>
            <ns1:rect l="0" t="0" r="r" b="b"/>
            <ns1:pathLst>
              <ns1:path w="176" h="176">
                <ns1:moveTo>
                  <ns1:pt x="56" y="24"/>
                </ns1:moveTo>
                <ns1:cubicBezTo>
                  <ns1:pt x="56" y="4"/>
                  <ns1:pt x="56" y="4"/>
                  <ns1:pt x="56" y="4"/>
                </ns1:cubicBezTo>
                <ns1:cubicBezTo>
                  <ns1:pt x="56" y="2"/>
                  <ns1:pt x="54" y="0"/>
                  <ns1:pt x="52" y="0"/>
                </ns1:cubicBezTo>
                <ns1:cubicBezTo>
                  <ns1:pt x="51" y="0"/>
                  <ns1:pt x="50" y="0"/>
                  <ns1:pt x="49" y="1"/>
                </ns1:cubicBezTo>
                <ns1:cubicBezTo>
                  <ns1:pt x="1" y="45"/>
                  <ns1:pt x="1" y="45"/>
                  <ns1:pt x="1" y="45"/>
                </ns1:cubicBezTo>
                <ns1:cubicBezTo>
                  <ns1:pt x="0" y="46"/>
                  <ns1:pt x="0" y="47"/>
                  <ns1:pt x="0" y="48"/>
                </ns1:cubicBezTo>
                <ns1:cubicBezTo>
                  <ns1:pt x="0" y="49"/>
                  <ns1:pt x="0" y="50"/>
                  <ns1:pt x="1" y="51"/>
                </ns1:cubicBezTo>
                <ns1:cubicBezTo>
                  <ns1:pt x="49" y="95"/>
                  <ns1:pt x="49" y="95"/>
                  <ns1:pt x="49" y="95"/>
                </ns1:cubicBezTo>
                <ns1:cubicBezTo>
                  <ns1:pt x="50" y="96"/>
                  <ns1:pt x="51" y="96"/>
                  <ns1:pt x="52" y="96"/>
                </ns1:cubicBezTo>
                <ns1:cubicBezTo>
                  <ns1:pt x="54" y="96"/>
                  <ns1:pt x="56" y="94"/>
                  <ns1:pt x="56" y="92"/>
                </ns1:cubicBezTo>
                <ns1:cubicBezTo>
                  <ns1:pt x="56" y="72"/>
                  <ns1:pt x="56" y="72"/>
                  <ns1:pt x="56" y="72"/>
                </ns1:cubicBezTo>
                <ns1:cubicBezTo>
                  <ns1:pt x="65" y="73"/>
                  <ns1:pt x="86" y="75"/>
                  <ns1:pt x="109" y="85"/>
                </ns1:cubicBezTo>
                <ns1:cubicBezTo>
                  <ns1:pt x="148" y="101"/>
                  <ns1:pt x="168" y="131"/>
                  <ns1:pt x="168" y="172"/>
                </ns1:cubicBezTo>
                <ns1:cubicBezTo>
                  <ns1:pt x="168" y="174"/>
                  <ns1:pt x="170" y="176"/>
                  <ns1:pt x="172" y="176"/>
                </ns1:cubicBezTo>
                <ns1:cubicBezTo>
                  <ns1:pt x="174" y="176"/>
                  <ns1:pt x="176" y="174"/>
                  <ns1:pt x="176" y="172"/>
                </ns1:cubicBezTo>
                <ns1:cubicBezTo>
                  <ns1:pt x="176" y="41"/>
                  <ns1:pt x="77" y="26"/>
                  <ns1:pt x="56" y="24"/>
                </ns1:cubicBezTo>
                <ns1:moveTo>
                  <ns1:pt x="56" y="64"/>
                </ns1:moveTo>
                <ns1:cubicBezTo>
                  <ns1:pt x="52" y="64"/>
                  <ns1:pt x="52" y="64"/>
                  <ns1:pt x="52" y="64"/>
                </ns1:cubicBezTo>
                <ns1:cubicBezTo>
                  <ns1:pt x="50" y="64"/>
                  <ns1:pt x="48" y="66"/>
                  <ns1:pt x="48" y="68"/>
                </ns1:cubicBezTo>
                <ns1:cubicBezTo>
                  <ns1:pt x="48" y="83"/>
                  <ns1:pt x="48" y="83"/>
                  <ns1:pt x="48" y="83"/>
                </ns1:cubicBezTo>
                <ns1:cubicBezTo>
                  <ns1:pt x="10" y="48"/>
                  <ns1:pt x="10" y="48"/>
                  <ns1:pt x="10" y="48"/>
                </ns1:cubicBezTo>
                <ns1:cubicBezTo>
                  <ns1:pt x="48" y="13"/>
                  <ns1:pt x="48" y="13"/>
                  <ns1:pt x="48" y="13"/>
                </ns1:cubicBezTo>
                <ns1:cubicBezTo>
                  <ns1:pt x="48" y="28"/>
                  <ns1:pt x="48" y="28"/>
                  <ns1:pt x="48" y="28"/>
                </ns1:cubicBezTo>
                <ns1:cubicBezTo>
                  <ns1:pt x="48" y="30"/>
                  <ns1:pt x="50" y="32"/>
                  <ns1:pt x="52" y="32"/>
                </ns1:cubicBezTo>
                <ns1:cubicBezTo>
                  <ns1:pt x="56" y="32"/>
                  <ns1:pt x="56" y="32"/>
                  <ns1:pt x="56" y="32"/>
                </ns1:cubicBezTo>
                <ns1:cubicBezTo>
                  <ns1:pt x="73" y="33"/>
                  <ns1:pt x="137" y="42"/>
                  <ns1:pt x="160" y="115"/>
                </ns1:cubicBezTo>
                <ns1:cubicBezTo>
                  <ns1:pt x="130" y="71"/>
                  <ns1:pt x="72" y="65"/>
                  <ns1:pt x="56" y="64"/>
                </ns1:cubicBezTo>
              </ns1:path>
            </ns1:pathLst>
          </ns1:custGeom>
          <ns1:solidFill>
            <ns1:schemeClr val="tx1"/>
          </ns1:solidFill>
          <ns1:ln>
            <ns1:noFill/>
          </ns1:ln>
          <ns1:extLst/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en-US" sz="2700"/>
          </ns1:p>
        </ns0:txBody>
      </ns0:sp>
      <ns0:sp>
        <ns0:nvSpPr>
          <ns0:cNvPr id="66" name="Freeform 64"/>
          <ns0:cNvSpPr>
            <ns1:spLocks noEditPoints="1"/>
          </ns0:cNvSpPr>
          <ns0:nvPr/>
        </ns0:nvSpPr>
        <ns0:spPr bwMode="auto">
          <ns1:xfrm>
            <ns1:off x="6823076" y="5478463"/>
            <ns1:ext cx="439738" cy="441325"/>
          </ns1:xfrm>
          <ns1:custGeom>
            <ns1:avLst/>
            <ns1:gdLst>
              <ns1:gd name="T0" fmla="*/ 175 w 176"/>
              <ns1:gd name="T1" fmla="*/ 45 h 176"/>
              <ns1:gd name="T2" fmla="*/ 127 w 176"/>
              <ns1:gd name="T3" fmla="*/ 1 h 176"/>
              <ns1:gd name="T4" fmla="*/ 124 w 176"/>
              <ns1:gd name="T5" fmla="*/ 0 h 176"/>
              <ns1:gd name="T6" fmla="*/ 120 w 176"/>
              <ns1:gd name="T7" fmla="*/ 4 h 176"/>
              <ns1:gd name="T8" fmla="*/ 120 w 176"/>
              <ns1:gd name="T9" fmla="*/ 24 h 176"/>
              <ns1:gd name="T10" fmla="*/ 0 w 176"/>
              <ns1:gd name="T11" fmla="*/ 172 h 176"/>
              <ns1:gd name="T12" fmla="*/ 4 w 176"/>
              <ns1:gd name="T13" fmla="*/ 176 h 176"/>
              <ns1:gd name="T14" fmla="*/ 8 w 176"/>
              <ns1:gd name="T15" fmla="*/ 172 h 176"/>
              <ns1:gd name="T16" fmla="*/ 67 w 176"/>
              <ns1:gd name="T17" fmla="*/ 85 h 176"/>
              <ns1:gd name="T18" fmla="*/ 120 w 176"/>
              <ns1:gd name="T19" fmla="*/ 72 h 176"/>
              <ns1:gd name="T20" fmla="*/ 120 w 176"/>
              <ns1:gd name="T21" fmla="*/ 92 h 176"/>
              <ns1:gd name="T22" fmla="*/ 124 w 176"/>
              <ns1:gd name="T23" fmla="*/ 96 h 176"/>
              <ns1:gd name="T24" fmla="*/ 127 w 176"/>
              <ns1:gd name="T25" fmla="*/ 95 h 176"/>
              <ns1:gd name="T26" fmla="*/ 175 w 176"/>
              <ns1:gd name="T27" fmla="*/ 51 h 176"/>
              <ns1:gd name="T28" fmla="*/ 176 w 176"/>
              <ns1:gd name="T29" fmla="*/ 48 h 176"/>
              <ns1:gd name="T30" fmla="*/ 175 w 176"/>
              <ns1:gd name="T31" fmla="*/ 45 h 176"/>
              <ns1:gd name="T32" fmla="*/ 128 w 176"/>
              <ns1:gd name="T33" fmla="*/ 83 h 176"/>
              <ns1:gd name="T34" fmla="*/ 128 w 176"/>
              <ns1:gd name="T35" fmla="*/ 68 h 176"/>
              <ns1:gd name="T36" fmla="*/ 124 w 176"/>
              <ns1:gd name="T37" fmla="*/ 64 h 176"/>
              <ns1:gd name="T38" fmla="*/ 120 w 176"/>
              <ns1:gd name="T39" fmla="*/ 64 h 176"/>
              <ns1:gd name="T40" fmla="*/ 16 w 176"/>
              <ns1:gd name="T41" fmla="*/ 115 h 176"/>
              <ns1:gd name="T42" fmla="*/ 120 w 176"/>
              <ns1:gd name="T43" fmla="*/ 32 h 176"/>
              <ns1:gd name="T44" fmla="*/ 124 w 176"/>
              <ns1:gd name="T45" fmla="*/ 32 h 176"/>
              <ns1:gd name="T46" fmla="*/ 128 w 176"/>
              <ns1:gd name="T47" fmla="*/ 28 h 176"/>
              <ns1:gd name="T48" fmla="*/ 128 w 176"/>
              <ns1:gd name="T49" fmla="*/ 13 h 176"/>
              <ns1:gd name="T50" fmla="*/ 166 w 176"/>
              <ns1:gd name="T51" fmla="*/ 48 h 176"/>
              <ns1:gd name="T52" fmla="*/ 128 w 176"/>
              <ns1:gd name="T53" fmla="*/ 83 h 176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  <ns1:cxn ang="0">
                <ns1:pos x="T32" y="T33"/>
              </ns1:cxn>
              <ns1:cxn ang="0">
                <ns1:pos x="T34" y="T35"/>
              </ns1:cxn>
              <ns1:cxn ang="0">
                <ns1:pos x="T36" y="T37"/>
              </ns1:cxn>
              <ns1:cxn ang="0">
                <ns1:pos x="T38" y="T39"/>
              </ns1:cxn>
              <ns1:cxn ang="0">
                <ns1:pos x="T40" y="T41"/>
              </ns1:cxn>
              <ns1:cxn ang="0">
                <ns1:pos x="T42" y="T43"/>
              </ns1:cxn>
              <ns1:cxn ang="0">
                <ns1:pos x="T44" y="T45"/>
              </ns1:cxn>
              <ns1:cxn ang="0">
                <ns1:pos x="T46" y="T47"/>
              </ns1:cxn>
              <ns1:cxn ang="0">
                <ns1:pos x="T48" y="T49"/>
              </ns1:cxn>
              <ns1:cxn ang="0">
                <ns1:pos x="T50" y="T51"/>
              </ns1:cxn>
              <ns1:cxn ang="0">
                <ns1:pos x="T52" y="T53"/>
              </ns1:cxn>
            </ns1:cxnLst>
            <ns1:rect l="0" t="0" r="r" b="b"/>
            <ns1:pathLst>
              <ns1:path w="176" h="176">
                <ns1:moveTo>
                  <ns1:pt x="175" y="45"/>
                </ns1:moveTo>
                <ns1:cubicBezTo>
                  <ns1:pt x="127" y="1"/>
                  <ns1:pt x="127" y="1"/>
                  <ns1:pt x="127" y="1"/>
                </ns1:cubicBezTo>
                <ns1:cubicBezTo>
                  <ns1:pt x="126" y="0"/>
                  <ns1:pt x="125" y="0"/>
                  <ns1:pt x="124" y="0"/>
                </ns1:cubicBezTo>
                <ns1:cubicBezTo>
                  <ns1:pt x="122" y="0"/>
                  <ns1:pt x="120" y="2"/>
                  <ns1:pt x="120" y="4"/>
                </ns1:cubicBezTo>
                <ns1:cubicBezTo>
                  <ns1:pt x="120" y="24"/>
                  <ns1:pt x="120" y="24"/>
                  <ns1:pt x="120" y="24"/>
                </ns1:cubicBezTo>
                <ns1:cubicBezTo>
                  <ns1:pt x="99" y="26"/>
                  <ns1:pt x="0" y="41"/>
                  <ns1:pt x="0" y="172"/>
                </ns1:cubicBezTo>
                <ns1:cubicBezTo>
                  <ns1:pt x="0" y="174"/>
                  <ns1:pt x="2" y="176"/>
                  <ns1:pt x="4" y="176"/>
                </ns1:cubicBezTo>
                <ns1:cubicBezTo>
                  <ns1:pt x="6" y="176"/>
                  <ns1:pt x="8" y="174"/>
                  <ns1:pt x="8" y="172"/>
                </ns1:cubicBezTo>
                <ns1:cubicBezTo>
                  <ns1:pt x="8" y="131"/>
                  <ns1:pt x="28" y="101"/>
                  <ns1:pt x="67" y="85"/>
                </ns1:cubicBezTo>
                <ns1:cubicBezTo>
                  <ns1:pt x="90" y="75"/>
                  <ns1:pt x="112" y="73"/>
                  <ns1:pt x="120" y="72"/>
                </ns1:cubicBezTo>
                <ns1:cubicBezTo>
                  <ns1:pt x="120" y="92"/>
                  <ns1:pt x="120" y="92"/>
                  <ns1:pt x="120" y="92"/>
                </ns1:cubicBezTo>
                <ns1:cubicBezTo>
                  <ns1:pt x="120" y="94"/>
                  <ns1:pt x="122" y="96"/>
                  <ns1:pt x="124" y="96"/>
                </ns1:cubicBezTo>
                <ns1:cubicBezTo>
                  <ns1:pt x="125" y="96"/>
                  <ns1:pt x="126" y="96"/>
                  <ns1:pt x="127" y="95"/>
                </ns1:cubicBezTo>
                <ns1:cubicBezTo>
                  <ns1:pt x="175" y="51"/>
                  <ns1:pt x="175" y="51"/>
                  <ns1:pt x="175" y="51"/>
                </ns1:cubicBezTo>
                <ns1:cubicBezTo>
                  <ns1:pt x="176" y="50"/>
                  <ns1:pt x="176" y="49"/>
                  <ns1:pt x="176" y="48"/>
                </ns1:cubicBezTo>
                <ns1:cubicBezTo>
                  <ns1:pt x="176" y="47"/>
                  <ns1:pt x="176" y="46"/>
                  <ns1:pt x="175" y="45"/>
                </ns1:cubicBezTo>
                <ns1:moveTo>
                  <ns1:pt x="128" y="83"/>
                </ns1:moveTo>
                <ns1:cubicBezTo>
                  <ns1:pt x="128" y="68"/>
                  <ns1:pt x="128" y="68"/>
                  <ns1:pt x="128" y="68"/>
                </ns1:cubicBezTo>
                <ns1:cubicBezTo>
                  <ns1:pt x="128" y="66"/>
                  <ns1:pt x="126" y="64"/>
                  <ns1:pt x="124" y="64"/>
                </ns1:cubicBezTo>
                <ns1:cubicBezTo>
                  <ns1:pt x="120" y="64"/>
                  <ns1:pt x="120" y="64"/>
                  <ns1:pt x="120" y="64"/>
                </ns1:cubicBezTo>
                <ns1:cubicBezTo>
                  <ns1:pt x="104" y="65"/>
                  <ns1:pt x="46" y="71"/>
                  <ns1:pt x="16" y="115"/>
                </ns1:cubicBezTo>
                <ns1:cubicBezTo>
                  <ns1:pt x="39" y="42"/>
                  <ns1:pt x="103" y="33"/>
                  <ns1:pt x="120" y="32"/>
                </ns1:cubicBezTo>
                <ns1:cubicBezTo>
                  <ns1:pt x="124" y="32"/>
                  <ns1:pt x="124" y="32"/>
                  <ns1:pt x="124" y="32"/>
                </ns1:cubicBezTo>
                <ns1:cubicBezTo>
                  <ns1:pt x="126" y="32"/>
                  <ns1:pt x="128" y="30"/>
                  <ns1:pt x="128" y="28"/>
                </ns1:cubicBezTo>
                <ns1:cubicBezTo>
                  <ns1:pt x="128" y="13"/>
                  <ns1:pt x="128" y="13"/>
                  <ns1:pt x="128" y="13"/>
                </ns1:cubicBezTo>
                <ns1:cubicBezTo>
                  <ns1:pt x="166" y="48"/>
                  <ns1:pt x="166" y="48"/>
                  <ns1:pt x="166" y="48"/>
                </ns1:cubicBezTo>
                <ns1:lnTo>
                  <ns1:pt x="128" y="83"/>
                </ns1:lnTo>
                <ns1:close/>
              </ns1:path>
            </ns1:pathLst>
          </ns1:custGeom>
          <ns1:solidFill>
            <ns1:schemeClr val="tx1"/>
          </ns1:solidFill>
          <ns1:ln>
            <ns1:noFill/>
          </ns1:ln>
          <ns1:extLst/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en-US" sz="2700"/>
          </ns1:p>
        </ns0:txBody>
      </ns0:sp>
      <ns0:sp>
        <ns0:nvSpPr>
          <ns0:cNvPr id="67" name="Freeform 65"/>
          <ns0:cNvSpPr>
            <ns1:spLocks/>
          </ns0:cNvSpPr>
          <ns0:nvPr/>
        </ns0:nvSpPr>
        <ns0:spPr bwMode="auto">
          <ns1:xfrm>
            <ns1:off x="7662864" y="5557837"/>
            <ns1:ext cx="439738" cy="280988"/>
          </ns1:xfrm>
          <ns1:custGeom>
            <ns1:avLst/>
            <ns1:gdLst>
              <ns1:gd name="T0" fmla="*/ 130 w 176"/>
              <ns1:gd name="T1" fmla="*/ 8 h 112"/>
              <ns1:gd name="T2" fmla="*/ 84 w 176"/>
              <ns1:gd name="T3" fmla="*/ 54 h 112"/>
              <ns1:gd name="T4" fmla="*/ 84 w 176"/>
              <ns1:gd name="T5" fmla="*/ 58 h 112"/>
              <ns1:gd name="T6" fmla="*/ 46 w 176"/>
              <ns1:gd name="T7" fmla="*/ 96 h 112"/>
              <ns1:gd name="T8" fmla="*/ 8 w 176"/>
              <ns1:gd name="T9" fmla="*/ 58 h 112"/>
              <ns1:gd name="T10" fmla="*/ 8 w 176"/>
              <ns1:gd name="T11" fmla="*/ 54 h 112"/>
              <ns1:gd name="T12" fmla="*/ 46 w 176"/>
              <ns1:gd name="T13" fmla="*/ 16 h 112"/>
              <ns1:gd name="T14" fmla="*/ 68 w 176"/>
              <ns1:gd name="T15" fmla="*/ 24 h 112"/>
              <ns1:gd name="T16" fmla="*/ 52 w 176"/>
              <ns1:gd name="T17" fmla="*/ 24 h 112"/>
              <ns1:gd name="T18" fmla="*/ 48 w 176"/>
              <ns1:gd name="T19" fmla="*/ 28 h 112"/>
              <ns1:gd name="T20" fmla="*/ 52 w 176"/>
              <ns1:gd name="T21" fmla="*/ 32 h 112"/>
              <ns1:gd name="T22" fmla="*/ 76 w 176"/>
              <ns1:gd name="T23" fmla="*/ 32 h 112"/>
              <ns1:gd name="T24" fmla="*/ 80 w 176"/>
              <ns1:gd name="T25" fmla="*/ 28 h 112"/>
              <ns1:gd name="T26" fmla="*/ 80 w 176"/>
              <ns1:gd name="T27" fmla="*/ 4 h 112"/>
              <ns1:gd name="T28" fmla="*/ 76 w 176"/>
              <ns1:gd name="T29" fmla="*/ 0 h 112"/>
              <ns1:gd name="T30" fmla="*/ 72 w 176"/>
              <ns1:gd name="T31" fmla="*/ 4 h 112"/>
              <ns1:gd name="T32" fmla="*/ 72 w 176"/>
              <ns1:gd name="T33" fmla="*/ 17 h 112"/>
              <ns1:gd name="T34" fmla="*/ 46 w 176"/>
              <ns1:gd name="T35" fmla="*/ 8 h 112"/>
              <ns1:gd name="T36" fmla="*/ 0 w 176"/>
              <ns1:gd name="T37" fmla="*/ 54 h 112"/>
              <ns1:gd name="T38" fmla="*/ 0 w 176"/>
              <ns1:gd name="T39" fmla="*/ 58 h 112"/>
              <ns1:gd name="T40" fmla="*/ 46 w 176"/>
              <ns1:gd name="T41" fmla="*/ 104 h 112"/>
              <ns1:gd name="T42" fmla="*/ 92 w 176"/>
              <ns1:gd name="T43" fmla="*/ 58 h 112"/>
              <ns1:gd name="T44" fmla="*/ 92 w 176"/>
              <ns1:gd name="T45" fmla="*/ 54 h 112"/>
              <ns1:gd name="T46" fmla="*/ 130 w 176"/>
              <ns1:gd name="T47" fmla="*/ 16 h 112"/>
              <ns1:gd name="T48" fmla="*/ 168 w 176"/>
              <ns1:gd name="T49" fmla="*/ 54 h 112"/>
              <ns1:gd name="T50" fmla="*/ 168 w 176"/>
              <ns1:gd name="T51" fmla="*/ 58 h 112"/>
              <ns1:gd name="T52" fmla="*/ 130 w 176"/>
              <ns1:gd name="T53" fmla="*/ 96 h 112"/>
              <ns1:gd name="T54" fmla="*/ 108 w 176"/>
              <ns1:gd name="T55" fmla="*/ 88 h 112"/>
              <ns1:gd name="T56" fmla="*/ 124 w 176"/>
              <ns1:gd name="T57" fmla="*/ 88 h 112"/>
              <ns1:gd name="T58" fmla="*/ 128 w 176"/>
              <ns1:gd name="T59" fmla="*/ 84 h 112"/>
              <ns1:gd name="T60" fmla="*/ 124 w 176"/>
              <ns1:gd name="T61" fmla="*/ 80 h 112"/>
              <ns1:gd name="T62" fmla="*/ 100 w 176"/>
              <ns1:gd name="T63" fmla="*/ 80 h 112"/>
              <ns1:gd name="T64" fmla="*/ 96 w 176"/>
              <ns1:gd name="T65" fmla="*/ 84 h 112"/>
              <ns1:gd name="T66" fmla="*/ 96 w 176"/>
              <ns1:gd name="T67" fmla="*/ 108 h 112"/>
              <ns1:gd name="T68" fmla="*/ 100 w 176"/>
              <ns1:gd name="T69" fmla="*/ 112 h 112"/>
              <ns1:gd name="T70" fmla="*/ 104 w 176"/>
              <ns1:gd name="T71" fmla="*/ 108 h 112"/>
              <ns1:gd name="T72" fmla="*/ 104 w 176"/>
              <ns1:gd name="T73" fmla="*/ 95 h 112"/>
              <ns1:gd name="T74" fmla="*/ 130 w 176"/>
              <ns1:gd name="T75" fmla="*/ 104 h 112"/>
              <ns1:gd name="T76" fmla="*/ 176 w 176"/>
              <ns1:gd name="T77" fmla="*/ 58 h 112"/>
              <ns1:gd name="T78" fmla="*/ 176 w 176"/>
              <ns1:gd name="T79" fmla="*/ 54 h 112"/>
              <ns1:gd name="T80" fmla="*/ 130 w 176"/>
              <ns1:gd name="T81" fmla="*/ 8 h 112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  <ns1:cxn ang="0">
                <ns1:pos x="T32" y="T33"/>
              </ns1:cxn>
              <ns1:cxn ang="0">
                <ns1:pos x="T34" y="T35"/>
              </ns1:cxn>
              <ns1:cxn ang="0">
                <ns1:pos x="T36" y="T37"/>
              </ns1:cxn>
              <ns1:cxn ang="0">
                <ns1:pos x="T38" y="T39"/>
              </ns1:cxn>
              <ns1:cxn ang="0">
                <ns1:pos x="T40" y="T41"/>
              </ns1:cxn>
              <ns1:cxn ang="0">
                <ns1:pos x="T42" y="T43"/>
              </ns1:cxn>
              <ns1:cxn ang="0">
                <ns1:pos x="T44" y="T45"/>
              </ns1:cxn>
              <ns1:cxn ang="0">
                <ns1:pos x="T46" y="T47"/>
              </ns1:cxn>
              <ns1:cxn ang="0">
                <ns1:pos x="T48" y="T49"/>
              </ns1:cxn>
              <ns1:cxn ang="0">
                <ns1:pos x="T50" y="T51"/>
              </ns1:cxn>
              <ns1:cxn ang="0">
                <ns1:pos x="T52" y="T53"/>
              </ns1:cxn>
              <ns1:cxn ang="0">
                <ns1:pos x="T54" y="T55"/>
              </ns1:cxn>
              <ns1:cxn ang="0">
                <ns1:pos x="T56" y="T57"/>
              </ns1:cxn>
              <ns1:cxn ang="0">
                <ns1:pos x="T58" y="T59"/>
              </ns1:cxn>
              <ns1:cxn ang="0">
                <ns1:pos x="T60" y="T61"/>
              </ns1:cxn>
              <ns1:cxn ang="0">
                <ns1:pos x="T62" y="T63"/>
              </ns1:cxn>
              <ns1:cxn ang="0">
                <ns1:pos x="T64" y="T65"/>
              </ns1:cxn>
              <ns1:cxn ang="0">
                <ns1:pos x="T66" y="T67"/>
              </ns1:cxn>
              <ns1:cxn ang="0">
                <ns1:pos x="T68" y="T69"/>
              </ns1:cxn>
              <ns1:cxn ang="0">
                <ns1:pos x="T70" y="T71"/>
              </ns1:cxn>
              <ns1:cxn ang="0">
                <ns1:pos x="T72" y="T73"/>
              </ns1:cxn>
              <ns1:cxn ang="0">
                <ns1:pos x="T74" y="T75"/>
              </ns1:cxn>
              <ns1:cxn ang="0">
                <ns1:pos x="T76" y="T77"/>
              </ns1:cxn>
              <ns1:cxn ang="0">
                <ns1:pos x="T78" y="T79"/>
              </ns1:cxn>
              <ns1:cxn ang="0">
                <ns1:pos x="T80" y="T81"/>
              </ns1:cxn>
            </ns1:cxnLst>
            <ns1:rect l="0" t="0" r="r" b="b"/>
            <ns1:pathLst>
              <ns1:path w="176" h="112">
                <ns1:moveTo>
                  <ns1:pt x="130" y="8"/>
                </ns1:moveTo>
                <ns1:cubicBezTo>
                  <ns1:pt x="105" y="8"/>
                  <ns1:pt x="84" y="29"/>
                  <ns1:pt x="84" y="54"/>
                </ns1:cubicBezTo>
                <ns1:cubicBezTo>
                  <ns1:pt x="84" y="58"/>
                  <ns1:pt x="84" y="58"/>
                  <ns1:pt x="84" y="58"/>
                </ns1:cubicBezTo>
                <ns1:cubicBezTo>
                  <ns1:pt x="84" y="79"/>
                  <ns1:pt x="67" y="96"/>
                  <ns1:pt x="46" y="96"/>
                </ns1:cubicBezTo>
                <ns1:cubicBezTo>
                  <ns1:pt x="25" y="96"/>
                  <ns1:pt x="8" y="79"/>
                  <ns1:pt x="8" y="58"/>
                </ns1:cubicBezTo>
                <ns1:cubicBezTo>
                  <ns1:pt x="8" y="54"/>
                  <ns1:pt x="8" y="54"/>
                  <ns1:pt x="8" y="54"/>
                </ns1:cubicBezTo>
                <ns1:cubicBezTo>
                  <ns1:pt x="8" y="33"/>
                  <ns1:pt x="25" y="16"/>
                  <ns1:pt x="46" y="16"/>
                </ns1:cubicBezTo>
                <ns1:cubicBezTo>
                  <ns1:pt x="54" y="16"/>
                  <ns1:pt x="62" y="19"/>
                  <ns1:pt x="68" y="24"/>
                </ns1:cubicBezTo>
                <ns1:cubicBezTo>
                  <ns1:pt x="52" y="24"/>
                  <ns1:pt x="52" y="24"/>
                  <ns1:pt x="52" y="24"/>
                </ns1:cubicBezTo>
                <ns1:cubicBezTo>
                  <ns1:pt x="50" y="24"/>
                  <ns1:pt x="48" y="26"/>
                  <ns1:pt x="48" y="28"/>
                </ns1:cubicBezTo>
                <ns1:cubicBezTo>
                  <ns1:pt x="48" y="30"/>
                  <ns1:pt x="50" y="32"/>
                  <ns1:pt x="52" y="32"/>
                </ns1:cubicBezTo>
                <ns1:cubicBezTo>
                  <ns1:pt x="76" y="32"/>
                  <ns1:pt x="76" y="32"/>
                  <ns1:pt x="76" y="32"/>
                </ns1:cubicBezTo>
                <ns1:cubicBezTo>
                  <ns1:pt x="78" y="32"/>
                  <ns1:pt x="80" y="30"/>
                  <ns1:pt x="80" y="28"/>
                </ns1:cubicBezTo>
                <ns1:cubicBezTo>
                  <ns1:pt x="80" y="4"/>
                  <ns1:pt x="80" y="4"/>
                  <ns1:pt x="80" y="4"/>
                </ns1:cubicBezTo>
                <ns1:cubicBezTo>
                  <ns1:pt x="80" y="2"/>
                  <ns1:pt x="78" y="0"/>
                  <ns1:pt x="76" y="0"/>
                </ns1:cubicBezTo>
                <ns1:cubicBezTo>
                  <ns1:pt x="74" y="0"/>
                  <ns1:pt x="72" y="2"/>
                  <ns1:pt x="72" y="4"/>
                </ns1:cubicBezTo>
                <ns1:cubicBezTo>
                  <ns1:pt x="72" y="17"/>
                  <ns1:pt x="72" y="17"/>
                  <ns1:pt x="72" y="17"/>
                </ns1:cubicBezTo>
                <ns1:cubicBezTo>
                  <ns1:pt x="64" y="11"/>
                  <ns1:pt x="55" y="8"/>
                  <ns1:pt x="46" y="8"/>
                </ns1:cubicBezTo>
                <ns1:cubicBezTo>
                  <ns1:pt x="21" y="8"/>
                  <ns1:pt x="0" y="29"/>
                  <ns1:pt x="0" y="54"/>
                </ns1:cubicBezTo>
                <ns1:cubicBezTo>
                  <ns1:pt x="0" y="58"/>
                  <ns1:pt x="0" y="58"/>
                  <ns1:pt x="0" y="58"/>
                </ns1:cubicBezTo>
                <ns1:cubicBezTo>
                  <ns1:pt x="0" y="83"/>
                  <ns1:pt x="21" y="104"/>
                  <ns1:pt x="46" y="104"/>
                </ns1:cubicBezTo>
                <ns1:cubicBezTo>
                  <ns1:pt x="71" y="104"/>
                  <ns1:pt x="92" y="83"/>
                  <ns1:pt x="92" y="58"/>
                </ns1:cubicBezTo>
                <ns1:cubicBezTo>
                  <ns1:pt x="92" y="54"/>
                  <ns1:pt x="92" y="54"/>
                  <ns1:pt x="92" y="54"/>
                </ns1:cubicBezTo>
                <ns1:cubicBezTo>
                  <ns1:pt x="92" y="33"/>
                  <ns1:pt x="109" y="16"/>
                  <ns1:pt x="130" y="16"/>
                </ns1:cubicBezTo>
                <ns1:cubicBezTo>
                  <ns1:pt x="151" y="16"/>
                  <ns1:pt x="168" y="33"/>
                  <ns1:pt x="168" y="54"/>
                </ns1:cubicBezTo>
                <ns1:cubicBezTo>
                  <ns1:pt x="168" y="58"/>
                  <ns1:pt x="168" y="58"/>
                  <ns1:pt x="168" y="58"/>
                </ns1:cubicBezTo>
                <ns1:cubicBezTo>
                  <ns1:pt x="168" y="79"/>
                  <ns1:pt x="151" y="96"/>
                  <ns1:pt x="130" y="96"/>
                </ns1:cubicBezTo>
                <ns1:cubicBezTo>
                  <ns1:pt x="122" y="96"/>
                  <ns1:pt x="114" y="93"/>
                  <ns1:pt x="108" y="88"/>
                </ns1:cubicBezTo>
                <ns1:cubicBezTo>
                  <ns1:pt x="124" y="88"/>
                  <ns1:pt x="124" y="88"/>
                  <ns1:pt x="124" y="88"/>
                </ns1:cubicBezTo>
                <ns1:cubicBezTo>
                  <ns1:pt x="126" y="88"/>
                  <ns1:pt x="128" y="86"/>
                  <ns1:pt x="128" y="84"/>
                </ns1:cubicBezTo>
                <ns1:cubicBezTo>
                  <ns1:pt x="128" y="82"/>
                  <ns1:pt x="126" y="80"/>
                  <ns1:pt x="124" y="80"/>
                </ns1:cubicBezTo>
                <ns1:cubicBezTo>
                  <ns1:pt x="100" y="80"/>
                  <ns1:pt x="100" y="80"/>
                  <ns1:pt x="100" y="80"/>
                </ns1:cubicBezTo>
                <ns1:cubicBezTo>
                  <ns1:pt x="98" y="80"/>
                  <ns1:pt x="96" y="82"/>
                  <ns1:pt x="96" y="84"/>
                </ns1:cubicBezTo>
                <ns1:cubicBezTo>
                  <ns1:pt x="96" y="108"/>
                  <ns1:pt x="96" y="108"/>
                  <ns1:pt x="96" y="108"/>
                </ns1:cubicBezTo>
                <ns1:cubicBezTo>
                  <ns1:pt x="96" y="110"/>
                  <ns1:pt x="98" y="112"/>
                  <ns1:pt x="100" y="112"/>
                </ns1:cubicBezTo>
                <ns1:cubicBezTo>
                  <ns1:pt x="102" y="112"/>
                  <ns1:pt x="104" y="110"/>
                  <ns1:pt x="104" y="108"/>
                </ns1:cubicBezTo>
                <ns1:cubicBezTo>
                  <ns1:pt x="104" y="95"/>
                  <ns1:pt x="104" y="95"/>
                  <ns1:pt x="104" y="95"/>
                </ns1:cubicBezTo>
                <ns1:cubicBezTo>
                  <ns1:pt x="112" y="101"/>
                  <ns1:pt x="121" y="104"/>
                  <ns1:pt x="130" y="104"/>
                </ns1:cubicBezTo>
                <ns1:cubicBezTo>
                  <ns1:pt x="155" y="104"/>
                  <ns1:pt x="176" y="83"/>
                  <ns1:pt x="176" y="58"/>
                </ns1:cubicBezTo>
                <ns1:cubicBezTo>
                  <ns1:pt x="176" y="54"/>
                  <ns1:pt x="176" y="54"/>
                  <ns1:pt x="176" y="54"/>
                </ns1:cubicBezTo>
                <ns1:cubicBezTo>
                  <ns1:pt x="176" y="29"/>
                  <ns1:pt x="155" y="8"/>
                  <ns1:pt x="130" y="8"/>
                </ns1:cubicBezTo>
              </ns1:path>
            </ns1:pathLst>
          </ns1:custGeom>
          <ns1:solidFill>
            <ns1:schemeClr val="tx1"/>
          </ns1:solidFill>
          <ns1:ln>
            <ns1:noFill/>
          </ns1:ln>
          <ns1:extLst/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en-US" sz="2700"/>
          </ns1:p>
        </ns0:txBody>
      </ns0:sp>
      <ns0:sp>
        <ns0:nvSpPr>
          <ns0:cNvPr id="68" name="Freeform 66"/>
          <ns0:cNvSpPr>
            <ns1:spLocks noEditPoints="1"/>
          </ns0:cNvSpPr>
          <ns0:nvPr/>
        </ns0:nvSpPr>
        <ns0:spPr bwMode="auto">
          <ns1:xfrm>
            <ns1:off x="8502651" y="5538788"/>
            <ns1:ext cx="441325" cy="320675"/>
          </ns1:xfrm>
          <ns1:custGeom>
            <ns1:avLst/>
            <ns1:gdLst>
              <ns1:gd name="T0" fmla="*/ 4 w 176"/>
              <ns1:gd name="T1" fmla="*/ 24 h 128"/>
              <ns1:gd name="T2" fmla="*/ 50 w 176"/>
              <ns1:gd name="T3" fmla="*/ 24 h 128"/>
              <ns1:gd name="T4" fmla="*/ 75 w 176"/>
              <ns1:gd name="T5" fmla="*/ 55 h 128"/>
              <ns1:gd name="T6" fmla="*/ 80 w 176"/>
              <ns1:gd name="T7" fmla="*/ 48 h 128"/>
              <ns1:gd name="T8" fmla="*/ 55 w 176"/>
              <ns1:gd name="T9" fmla="*/ 17 h 128"/>
              <ns1:gd name="T10" fmla="*/ 55 w 176"/>
              <ns1:gd name="T11" fmla="*/ 18 h 128"/>
              <ns1:gd name="T12" fmla="*/ 52 w 176"/>
              <ns1:gd name="T13" fmla="*/ 16 h 128"/>
              <ns1:gd name="T14" fmla="*/ 4 w 176"/>
              <ns1:gd name="T15" fmla="*/ 16 h 128"/>
              <ns1:gd name="T16" fmla="*/ 0 w 176"/>
              <ns1:gd name="T17" fmla="*/ 20 h 128"/>
              <ns1:gd name="T18" fmla="*/ 4 w 176"/>
              <ns1:gd name="T19" fmla="*/ 24 h 128"/>
              <ns1:gd name="T20" fmla="*/ 159 w 176"/>
              <ns1:gd name="T21" fmla="*/ 89 h 128"/>
              <ns1:gd name="T22" fmla="*/ 156 w 176"/>
              <ns1:gd name="T23" fmla="*/ 88 h 128"/>
              <ns1:gd name="T24" fmla="*/ 152 w 176"/>
              <ns1:gd name="T25" fmla="*/ 92 h 128"/>
              <ns1:gd name="T26" fmla="*/ 153 w 176"/>
              <ns1:gd name="T27" fmla="*/ 95 h 128"/>
              <ns1:gd name="T28" fmla="*/ 162 w 176"/>
              <ns1:gd name="T29" fmla="*/ 104 h 128"/>
              <ns1:gd name="T30" fmla="*/ 126 w 176"/>
              <ns1:gd name="T31" fmla="*/ 104 h 128"/>
              <ns1:gd name="T32" fmla="*/ 101 w 176"/>
              <ns1:gd name="T33" fmla="*/ 73 h 128"/>
              <ns1:gd name="T34" fmla="*/ 96 w 176"/>
              <ns1:gd name="T35" fmla="*/ 80 h 128"/>
              <ns1:gd name="T36" fmla="*/ 121 w 176"/>
              <ns1:gd name="T37" fmla="*/ 111 h 128"/>
              <ns1:gd name="T38" fmla="*/ 121 w 176"/>
              <ns1:gd name="T39" fmla="*/ 110 h 128"/>
              <ns1:gd name="T40" fmla="*/ 124 w 176"/>
              <ns1:gd name="T41" fmla="*/ 112 h 128"/>
              <ns1:gd name="T42" fmla="*/ 162 w 176"/>
              <ns1:gd name="T43" fmla="*/ 112 h 128"/>
              <ns1:gd name="T44" fmla="*/ 153 w 176"/>
              <ns1:gd name="T45" fmla="*/ 121 h 128"/>
              <ns1:gd name="T46" fmla="*/ 152 w 176"/>
              <ns1:gd name="T47" fmla="*/ 124 h 128"/>
              <ns1:gd name="T48" fmla="*/ 156 w 176"/>
              <ns1:gd name="T49" fmla="*/ 128 h 128"/>
              <ns1:gd name="T50" fmla="*/ 159 w 176"/>
              <ns1:gd name="T51" fmla="*/ 127 h 128"/>
              <ns1:gd name="T52" fmla="*/ 175 w 176"/>
              <ns1:gd name="T53" fmla="*/ 111 h 128"/>
              <ns1:gd name="T54" fmla="*/ 176 w 176"/>
              <ns1:gd name="T55" fmla="*/ 108 h 128"/>
              <ns1:gd name="T56" fmla="*/ 175 w 176"/>
              <ns1:gd name="T57" fmla="*/ 105 h 128"/>
              <ns1:gd name="T58" fmla="*/ 159 w 176"/>
              <ns1:gd name="T59" fmla="*/ 89 h 128"/>
              <ns1:gd name="T60" fmla="*/ 162 w 176"/>
              <ns1:gd name="T61" fmla="*/ 24 h 128"/>
              <ns1:gd name="T62" fmla="*/ 153 w 176"/>
              <ns1:gd name="T63" fmla="*/ 33 h 128"/>
              <ns1:gd name="T64" fmla="*/ 152 w 176"/>
              <ns1:gd name="T65" fmla="*/ 36 h 128"/>
              <ns1:gd name="T66" fmla="*/ 156 w 176"/>
              <ns1:gd name="T67" fmla="*/ 40 h 128"/>
              <ns1:gd name="T68" fmla="*/ 159 w 176"/>
              <ns1:gd name="T69" fmla="*/ 39 h 128"/>
              <ns1:gd name="T70" fmla="*/ 175 w 176"/>
              <ns1:gd name="T71" fmla="*/ 23 h 128"/>
              <ns1:gd name="T72" fmla="*/ 176 w 176"/>
              <ns1:gd name="T73" fmla="*/ 20 h 128"/>
              <ns1:gd name="T74" fmla="*/ 175 w 176"/>
              <ns1:gd name="T75" fmla="*/ 17 h 128"/>
              <ns1:gd name="T76" fmla="*/ 159 w 176"/>
              <ns1:gd name="T77" fmla="*/ 1 h 128"/>
              <ns1:gd name="T78" fmla="*/ 156 w 176"/>
              <ns1:gd name="T79" fmla="*/ 0 h 128"/>
              <ns1:gd name="T80" fmla="*/ 152 w 176"/>
              <ns1:gd name="T81" fmla="*/ 4 h 128"/>
              <ns1:gd name="T82" fmla="*/ 153 w 176"/>
              <ns1:gd name="T83" fmla="*/ 7 h 128"/>
              <ns1:gd name="T84" fmla="*/ 162 w 176"/>
              <ns1:gd name="T85" fmla="*/ 16 h 128"/>
              <ns1:gd name="T86" fmla="*/ 124 w 176"/>
              <ns1:gd name="T87" fmla="*/ 16 h 128"/>
              <ns1:gd name="T88" fmla="*/ 121 w 176"/>
              <ns1:gd name="T89" fmla="*/ 18 h 128"/>
              <ns1:gd name="T90" fmla="*/ 121 w 176"/>
              <ns1:gd name="T91" fmla="*/ 17 h 128"/>
              <ns1:gd name="T92" fmla="*/ 50 w 176"/>
              <ns1:gd name="T93" fmla="*/ 104 h 128"/>
              <ns1:gd name="T94" fmla="*/ 4 w 176"/>
              <ns1:gd name="T95" fmla="*/ 104 h 128"/>
              <ns1:gd name="T96" fmla="*/ 0 w 176"/>
              <ns1:gd name="T97" fmla="*/ 108 h 128"/>
              <ns1:gd name="T98" fmla="*/ 4 w 176"/>
              <ns1:gd name="T99" fmla="*/ 112 h 128"/>
              <ns1:gd name="T100" fmla="*/ 52 w 176"/>
              <ns1:gd name="T101" fmla="*/ 112 h 128"/>
              <ns1:gd name="T102" fmla="*/ 55 w 176"/>
              <ns1:gd name="T103" fmla="*/ 110 h 128"/>
              <ns1:gd name="T104" fmla="*/ 55 w 176"/>
              <ns1:gd name="T105" fmla="*/ 111 h 128"/>
              <ns1:gd name="T106" fmla="*/ 126 w 176"/>
              <ns1:gd name="T107" fmla="*/ 24 h 128"/>
              <ns1:gd name="T108" fmla="*/ 162 w 176"/>
              <ns1:gd name="T109" fmla="*/ 24 h 128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  <ns1:cxn ang="0">
                <ns1:pos x="T32" y="T33"/>
              </ns1:cxn>
              <ns1:cxn ang="0">
                <ns1:pos x="T34" y="T35"/>
              </ns1:cxn>
              <ns1:cxn ang="0">
                <ns1:pos x="T36" y="T37"/>
              </ns1:cxn>
              <ns1:cxn ang="0">
                <ns1:pos x="T38" y="T39"/>
              </ns1:cxn>
              <ns1:cxn ang="0">
                <ns1:pos x="T40" y="T41"/>
              </ns1:cxn>
              <ns1:cxn ang="0">
                <ns1:pos x="T42" y="T43"/>
              </ns1:cxn>
              <ns1:cxn ang="0">
                <ns1:pos x="T44" y="T45"/>
              </ns1:cxn>
              <ns1:cxn ang="0">
                <ns1:pos x="T46" y="T47"/>
              </ns1:cxn>
              <ns1:cxn ang="0">
                <ns1:pos x="T48" y="T49"/>
              </ns1:cxn>
              <ns1:cxn ang="0">
                <ns1:pos x="T50" y="T51"/>
              </ns1:cxn>
              <ns1:cxn ang="0">
                <ns1:pos x="T52" y="T53"/>
              </ns1:cxn>
              <ns1:cxn ang="0">
                <ns1:pos x="T54" y="T55"/>
              </ns1:cxn>
              <ns1:cxn ang="0">
                <ns1:pos x="T56" y="T57"/>
              </ns1:cxn>
              <ns1:cxn ang="0">
                <ns1:pos x="T58" y="T59"/>
              </ns1:cxn>
              <ns1:cxn ang="0">
                <ns1:pos x="T60" y="T61"/>
              </ns1:cxn>
              <ns1:cxn ang="0">
                <ns1:pos x="T62" y="T63"/>
              </ns1:cxn>
              <ns1:cxn ang="0">
                <ns1:pos x="T64" y="T65"/>
              </ns1:cxn>
              <ns1:cxn ang="0">
                <ns1:pos x="T66" y="T67"/>
              </ns1:cxn>
              <ns1:cxn ang="0">
                <ns1:pos x="T68" y="T69"/>
              </ns1:cxn>
              <ns1:cxn ang="0">
                <ns1:pos x="T70" y="T71"/>
              </ns1:cxn>
              <ns1:cxn ang="0">
                <ns1:pos x="T72" y="T73"/>
              </ns1:cxn>
              <ns1:cxn ang="0">
                <ns1:pos x="T74" y="T75"/>
              </ns1:cxn>
              <ns1:cxn ang="0">
                <ns1:pos x="T76" y="T77"/>
              </ns1:cxn>
              <ns1:cxn ang="0">
                <ns1:pos x="T78" y="T79"/>
              </ns1:cxn>
              <ns1:cxn ang="0">
                <ns1:pos x="T80" y="T81"/>
              </ns1:cxn>
              <ns1:cxn ang="0">
                <ns1:pos x="T82" y="T83"/>
              </ns1:cxn>
              <ns1:cxn ang="0">
                <ns1:pos x="T84" y="T85"/>
              </ns1:cxn>
              <ns1:cxn ang="0">
                <ns1:pos x="T86" y="T87"/>
              </ns1:cxn>
              <ns1:cxn ang="0">
                <ns1:pos x="T88" y="T89"/>
              </ns1:cxn>
              <ns1:cxn ang="0">
                <ns1:pos x="T90" y="T91"/>
              </ns1:cxn>
              <ns1:cxn ang="0">
                <ns1:pos x="T92" y="T93"/>
              </ns1:cxn>
              <ns1:cxn ang="0">
                <ns1:pos x="T94" y="T95"/>
              </ns1:cxn>
              <ns1:cxn ang="0">
                <ns1:pos x="T96" y="T97"/>
              </ns1:cxn>
              <ns1:cxn ang="0">
                <ns1:pos x="T98" y="T99"/>
              </ns1:cxn>
              <ns1:cxn ang="0">
                <ns1:pos x="T100" y="T101"/>
              </ns1:cxn>
              <ns1:cxn ang="0">
                <ns1:pos x="T102" y="T103"/>
              </ns1:cxn>
              <ns1:cxn ang="0">
                <ns1:pos x="T104" y="T105"/>
              </ns1:cxn>
              <ns1:cxn ang="0">
                <ns1:pos x="T106" y="T107"/>
              </ns1:cxn>
              <ns1:cxn ang="0">
                <ns1:pos x="T108" y="T109"/>
              </ns1:cxn>
            </ns1:cxnLst>
            <ns1:rect l="0" t="0" r="r" b="b"/>
            <ns1:pathLst>
              <ns1:path w="176" h="128">
                <ns1:moveTo>
                  <ns1:pt x="4" y="24"/>
                </ns1:moveTo>
                <ns1:cubicBezTo>
                  <ns1:pt x="50" y="24"/>
                  <ns1:pt x="50" y="24"/>
                  <ns1:pt x="50" y="24"/>
                </ns1:cubicBezTo>
                <ns1:cubicBezTo>
                  <ns1:pt x="75" y="55"/>
                  <ns1:pt x="75" y="55"/>
                  <ns1:pt x="75" y="55"/>
                </ns1:cubicBezTo>
                <ns1:cubicBezTo>
                  <ns1:pt x="80" y="48"/>
                  <ns1:pt x="80" y="48"/>
                  <ns1:pt x="80" y="48"/>
                </ns1:cubicBezTo>
                <ns1:cubicBezTo>
                  <ns1:pt x="55" y="17"/>
                  <ns1:pt x="55" y="17"/>
                  <ns1:pt x="55" y="17"/>
                </ns1:cubicBezTo>
                <ns1:cubicBezTo>
                  <ns1:pt x="55" y="18"/>
                  <ns1:pt x="55" y="18"/>
                  <ns1:pt x="55" y="18"/>
                </ns1:cubicBezTo>
                <ns1:cubicBezTo>
                  <ns1:pt x="54" y="17"/>
                  <ns1:pt x="53" y="16"/>
                  <ns1:pt x="52" y="16"/>
                </ns1:cubicBezTo>
                <ns1:cubicBezTo>
                  <ns1:pt x="4" y="16"/>
                  <ns1:pt x="4" y="16"/>
                  <ns1:pt x="4" y="16"/>
                </ns1:cubicBezTo>
                <ns1:cubicBezTo>
                  <ns1:pt x="2" y="16"/>
                  <ns1:pt x="0" y="18"/>
                  <ns1:pt x="0" y="20"/>
                </ns1:cubicBezTo>
                <ns1:cubicBezTo>
                  <ns1:pt x="0" y="22"/>
                  <ns1:pt x="2" y="24"/>
                  <ns1:pt x="4" y="24"/>
                </ns1:cubicBezTo>
                <ns1:moveTo>
                  <ns1:pt x="159" y="89"/>
                </ns1:moveTo>
                <ns1:cubicBezTo>
                  <ns1:pt x="158" y="88"/>
                  <ns1:pt x="157" y="88"/>
                  <ns1:pt x="156" y="88"/>
                </ns1:cubicBezTo>
                <ns1:cubicBezTo>
                  <ns1:pt x="154" y="88"/>
                  <ns1:pt x="152" y="90"/>
                  <ns1:pt x="152" y="92"/>
                </ns1:cubicBezTo>
                <ns1:cubicBezTo>
                  <ns1:pt x="152" y="93"/>
                  <ns1:pt x="152" y="94"/>
                  <ns1:pt x="153" y="95"/>
                </ns1:cubicBezTo>
                <ns1:cubicBezTo>
                  <ns1:pt x="162" y="104"/>
                  <ns1:pt x="162" y="104"/>
                  <ns1:pt x="162" y="104"/>
                </ns1:cubicBezTo>
                <ns1:cubicBezTo>
                  <ns1:pt x="126" y="104"/>
                  <ns1:pt x="126" y="104"/>
                  <ns1:pt x="126" y="104"/>
                </ns1:cubicBezTo>
                <ns1:cubicBezTo>
                  <ns1:pt x="101" y="73"/>
                  <ns1:pt x="101" y="73"/>
                  <ns1:pt x="101" y="73"/>
                </ns1:cubicBezTo>
                <ns1:cubicBezTo>
                  <ns1:pt x="96" y="80"/>
                  <ns1:pt x="96" y="80"/>
                  <ns1:pt x="96" y="80"/>
                </ns1:cubicBezTo>
                <ns1:cubicBezTo>
                  <ns1:pt x="121" y="111"/>
                  <ns1:pt x="121" y="111"/>
                  <ns1:pt x="121" y="111"/>
                </ns1:cubicBezTo>
                <ns1:cubicBezTo>
                  <ns1:pt x="121" y="110"/>
                  <ns1:pt x="121" y="110"/>
                  <ns1:pt x="121" y="110"/>
                </ns1:cubicBezTo>
                <ns1:cubicBezTo>
                  <ns1:pt x="122" y="111"/>
                  <ns1:pt x="123" y="112"/>
                  <ns1:pt x="124" y="112"/>
                </ns1:cubicBezTo>
                <ns1:cubicBezTo>
                  <ns1:pt x="162" y="112"/>
                  <ns1:pt x="162" y="112"/>
                  <ns1:pt x="162" y="112"/>
                </ns1:cubicBezTo>
                <ns1:cubicBezTo>
                  <ns1:pt x="153" y="121"/>
                  <ns1:pt x="153" y="121"/>
                  <ns1:pt x="153" y="121"/>
                </ns1:cubicBezTo>
                <ns1:cubicBezTo>
                  <ns1:pt x="152" y="122"/>
                  <ns1:pt x="152" y="123"/>
                  <ns1:pt x="152" y="124"/>
                </ns1:cubicBezTo>
                <ns1:cubicBezTo>
                  <ns1:pt x="152" y="126"/>
                  <ns1:pt x="154" y="128"/>
                  <ns1:pt x="156" y="128"/>
                </ns1:cubicBezTo>
                <ns1:cubicBezTo>
                  <ns1:pt x="157" y="128"/>
                  <ns1:pt x="158" y="128"/>
                  <ns1:pt x="159" y="127"/>
                </ns1:cubicBezTo>
                <ns1:cubicBezTo>
                  <ns1:pt x="175" y="111"/>
                  <ns1:pt x="175" y="111"/>
                  <ns1:pt x="175" y="111"/>
                </ns1:cubicBezTo>
                <ns1:cubicBezTo>
                  <ns1:pt x="176" y="110"/>
                  <ns1:pt x="176" y="109"/>
                  <ns1:pt x="176" y="108"/>
                </ns1:cubicBezTo>
                <ns1:cubicBezTo>
                  <ns1:pt x="176" y="107"/>
                  <ns1:pt x="176" y="106"/>
                  <ns1:pt x="175" y="105"/>
                </ns1:cubicBezTo>
                <ns1:lnTo>
                  <ns1:pt x="159" y="89"/>
                </ns1:lnTo>
                <ns1:close/>
                <ns1:moveTo>
                  <ns1:pt x="162" y="24"/>
                </ns1:moveTo>
                <ns1:cubicBezTo>
                  <ns1:pt x="153" y="33"/>
                  <ns1:pt x="153" y="33"/>
                  <ns1:pt x="153" y="33"/>
                </ns1:cubicBezTo>
                <ns1:cubicBezTo>
                  <ns1:pt x="152" y="34"/>
                  <ns1:pt x="152" y="35"/>
                  <ns1:pt x="152" y="36"/>
                </ns1:cubicBezTo>
                <ns1:cubicBezTo>
                  <ns1:pt x="152" y="38"/>
                  <ns1:pt x="154" y="40"/>
                  <ns1:pt x="156" y="40"/>
                </ns1:cubicBezTo>
                <ns1:cubicBezTo>
                  <ns1:pt x="157" y="40"/>
                  <ns1:pt x="158" y="40"/>
                  <ns1:pt x="159" y="39"/>
                </ns1:cubicBezTo>
                <ns1:cubicBezTo>
                  <ns1:pt x="175" y="23"/>
                  <ns1:pt x="175" y="23"/>
                  <ns1:pt x="175" y="23"/>
                </ns1:cubicBezTo>
                <ns1:cubicBezTo>
                  <ns1:pt x="176" y="22"/>
                  <ns1:pt x="176" y="21"/>
                  <ns1:pt x="176" y="20"/>
                </ns1:cubicBezTo>
                <ns1:cubicBezTo>
                  <ns1:pt x="176" y="19"/>
                  <ns1:pt x="176" y="18"/>
                  <ns1:pt x="175" y="17"/>
                </ns1:cubicBezTo>
                <ns1:cubicBezTo>
                  <ns1:pt x="159" y="1"/>
                  <ns1:pt x="159" y="1"/>
                  <ns1:pt x="159" y="1"/>
                </ns1:cubicBezTo>
                <ns1:cubicBezTo>
                  <ns1:pt x="158" y="0"/>
                  <ns1:pt x="157" y="0"/>
                  <ns1:pt x="156" y="0"/>
                </ns1:cubicBezTo>
                <ns1:cubicBezTo>
                  <ns1:pt x="154" y="0"/>
                  <ns1:pt x="152" y="2"/>
                  <ns1:pt x="152" y="4"/>
                </ns1:cubicBezTo>
                <ns1:cubicBezTo>
                  <ns1:pt x="152" y="5"/>
                  <ns1:pt x="152" y="6"/>
                  <ns1:pt x="153" y="7"/>
                </ns1:cubicBezTo>
                <ns1:cubicBezTo>
                  <ns1:pt x="162" y="16"/>
                  <ns1:pt x="162" y="16"/>
                  <ns1:pt x="162" y="16"/>
                </ns1:cubicBezTo>
                <ns1:cubicBezTo>
                  <ns1:pt x="124" y="16"/>
                  <ns1:pt x="124" y="16"/>
                  <ns1:pt x="124" y="16"/>
                </ns1:cubicBezTo>
                <ns1:cubicBezTo>
                  <ns1:pt x="123" y="16"/>
                  <ns1:pt x="122" y="17"/>
                  <ns1:pt x="121" y="18"/>
                </ns1:cubicBezTo>
                <ns1:cubicBezTo>
                  <ns1:pt x="121" y="17"/>
                  <ns1:pt x="121" y="17"/>
                  <ns1:pt x="121" y="17"/>
                </ns1:cubicBezTo>
                <ns1:cubicBezTo>
                  <ns1:pt x="50" y="104"/>
                  <ns1:pt x="50" y="104"/>
                  <ns1:pt x="50" y="104"/>
                </ns1:cubicBezTo>
                <ns1:cubicBezTo>
                  <ns1:pt x="4" y="104"/>
                  <ns1:pt x="4" y="104"/>
                  <ns1:pt x="4" y="104"/>
                </ns1:cubicBezTo>
                <ns1:cubicBezTo>
                  <ns1:pt x="2" y="104"/>
                  <ns1:pt x="0" y="106"/>
                  <ns1:pt x="0" y="108"/>
                </ns1:cubicBezTo>
                <ns1:cubicBezTo>
                  <ns1:pt x="0" y="110"/>
                  <ns1:pt x="2" y="112"/>
                  <ns1:pt x="4" y="112"/>
                </ns1:cubicBezTo>
                <ns1:cubicBezTo>
                  <ns1:pt x="52" y="112"/>
                  <ns1:pt x="52" y="112"/>
                  <ns1:pt x="52" y="112"/>
                </ns1:cubicBezTo>
                <ns1:cubicBezTo>
                  <ns1:pt x="53" y="112"/>
                  <ns1:pt x="54" y="111"/>
                  <ns1:pt x="55" y="110"/>
                </ns1:cubicBezTo>
                <ns1:cubicBezTo>
                  <ns1:pt x="55" y="111"/>
                  <ns1:pt x="55" y="111"/>
                  <ns1:pt x="55" y="111"/>
                </ns1:cubicBezTo>
                <ns1:cubicBezTo>
                  <ns1:pt x="126" y="24"/>
                  <ns1:pt x="126" y="24"/>
                  <ns1:pt x="126" y="24"/>
                </ns1:cubicBezTo>
                <ns1:lnTo>
                  <ns1:pt x="162" y="24"/>
                </ns1:lnTo>
                <ns1:close/>
              </ns1:path>
            </ns1:pathLst>
          </ns1:custGeom>
          <ns1:solidFill>
            <ns1:schemeClr val="tx1"/>
          </ns1:solidFill>
          <ns1:ln>
            <ns1:noFill/>
          </ns1:ln>
          <ns1:extLst/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en-US" sz="2700"/>
          </ns1:p>
        </ns0:txBody>
      </ns0:sp>
      <ns0:sp>
        <ns0:nvSpPr>
          <ns0:cNvPr id="69" name="Freeform 67"/>
          <ns0:cNvSpPr>
            <ns1:spLocks noEditPoints="1"/>
          </ns0:cNvSpPr>
          <ns0:nvPr/>
        </ns0:nvSpPr>
        <ns0:spPr bwMode="auto">
          <ns1:xfrm>
            <ns1:off x="9344026" y="5518151"/>
            <ns1:ext cx="439738" cy="360363"/>
          </ns1:xfrm>
          <ns1:custGeom>
            <ns1:avLst/>
            <ns1:gdLst>
              <ns1:gd name="T0" fmla="*/ 175 w 176"/>
              <ns1:gd name="T1" fmla="*/ 69 h 144"/>
              <ns1:gd name="T2" fmla="*/ 151 w 176"/>
              <ns1:gd name="T3" fmla="*/ 45 h 144"/>
              <ns1:gd name="T4" fmla="*/ 148 w 176"/>
              <ns1:gd name="T5" fmla="*/ 44 h 144"/>
              <ns1:gd name="T6" fmla="*/ 144 w 176"/>
              <ns1:gd name="T7" fmla="*/ 48 h 144"/>
              <ns1:gd name="T8" fmla="*/ 145 w 176"/>
              <ns1:gd name="T9" fmla="*/ 51 h 144"/>
              <ns1:gd name="T10" fmla="*/ 162 w 176"/>
              <ns1:gd name="T11" fmla="*/ 68 h 144"/>
              <ns1:gd name="T12" fmla="*/ 66 w 176"/>
              <ns1:gd name="T13" fmla="*/ 68 h 144"/>
              <ns1:gd name="T14" fmla="*/ 120 w 176"/>
              <ns1:gd name="T15" fmla="*/ 14 h 144"/>
              <ns1:gd name="T16" fmla="*/ 120 w 176"/>
              <ns1:gd name="T17" fmla="*/ 36 h 144"/>
              <ns1:gd name="T18" fmla="*/ 124 w 176"/>
              <ns1:gd name="T19" fmla="*/ 40 h 144"/>
              <ns1:gd name="T20" fmla="*/ 128 w 176"/>
              <ns1:gd name="T21" fmla="*/ 36 h 144"/>
              <ns1:gd name="T22" fmla="*/ 128 w 176"/>
              <ns1:gd name="T23" fmla="*/ 4 h 144"/>
              <ns1:gd name="T24" fmla="*/ 124 w 176"/>
              <ns1:gd name="T25" fmla="*/ 0 h 144"/>
              <ns1:gd name="T26" fmla="*/ 92 w 176"/>
              <ns1:gd name="T27" fmla="*/ 0 h 144"/>
              <ns1:gd name="T28" fmla="*/ 88 w 176"/>
              <ns1:gd name="T29" fmla="*/ 4 h 144"/>
              <ns1:gd name="T30" fmla="*/ 92 w 176"/>
              <ns1:gd name="T31" fmla="*/ 8 h 144"/>
              <ns1:gd name="T32" fmla="*/ 114 w 176"/>
              <ns1:gd name="T33" fmla="*/ 8 h 144"/>
              <ns1:gd name="T34" fmla="*/ 54 w 176"/>
              <ns1:gd name="T35" fmla="*/ 68 h 144"/>
              <ns1:gd name="T36" fmla="*/ 31 w 176"/>
              <ns1:gd name="T37" fmla="*/ 68 h 144"/>
              <ns1:gd name="T38" fmla="*/ 16 w 176"/>
              <ns1:gd name="T39" fmla="*/ 56 h 144"/>
              <ns1:gd name="T40" fmla="*/ 0 w 176"/>
              <ns1:gd name="T41" fmla="*/ 72 h 144"/>
              <ns1:gd name="T42" fmla="*/ 16 w 176"/>
              <ns1:gd name="T43" fmla="*/ 88 h 144"/>
              <ns1:gd name="T44" fmla="*/ 31 w 176"/>
              <ns1:gd name="T45" fmla="*/ 76 h 144"/>
              <ns1:gd name="T46" fmla="*/ 54 w 176"/>
              <ns1:gd name="T47" fmla="*/ 76 h 144"/>
              <ns1:gd name="T48" fmla="*/ 114 w 176"/>
              <ns1:gd name="T49" fmla="*/ 136 h 144"/>
              <ns1:gd name="T50" fmla="*/ 92 w 176"/>
              <ns1:gd name="T51" fmla="*/ 136 h 144"/>
              <ns1:gd name="T52" fmla="*/ 88 w 176"/>
              <ns1:gd name="T53" fmla="*/ 140 h 144"/>
              <ns1:gd name="T54" fmla="*/ 92 w 176"/>
              <ns1:gd name="T55" fmla="*/ 144 h 144"/>
              <ns1:gd name="T56" fmla="*/ 124 w 176"/>
              <ns1:gd name="T57" fmla="*/ 144 h 144"/>
              <ns1:gd name="T58" fmla="*/ 128 w 176"/>
              <ns1:gd name="T59" fmla="*/ 140 h 144"/>
              <ns1:gd name="T60" fmla="*/ 128 w 176"/>
              <ns1:gd name="T61" fmla="*/ 108 h 144"/>
              <ns1:gd name="T62" fmla="*/ 124 w 176"/>
              <ns1:gd name="T63" fmla="*/ 104 h 144"/>
              <ns1:gd name="T64" fmla="*/ 120 w 176"/>
              <ns1:gd name="T65" fmla="*/ 108 h 144"/>
              <ns1:gd name="T66" fmla="*/ 120 w 176"/>
              <ns1:gd name="T67" fmla="*/ 130 h 144"/>
              <ns1:gd name="T68" fmla="*/ 66 w 176"/>
              <ns1:gd name="T69" fmla="*/ 76 h 144"/>
              <ns1:gd name="T70" fmla="*/ 162 w 176"/>
              <ns1:gd name="T71" fmla="*/ 76 h 144"/>
              <ns1:gd name="T72" fmla="*/ 145 w 176"/>
              <ns1:gd name="T73" fmla="*/ 93 h 144"/>
              <ns1:gd name="T74" fmla="*/ 144 w 176"/>
              <ns1:gd name="T75" fmla="*/ 96 h 144"/>
              <ns1:gd name="T76" fmla="*/ 148 w 176"/>
              <ns1:gd name="T77" fmla="*/ 100 h 144"/>
              <ns1:gd name="T78" fmla="*/ 151 w 176"/>
              <ns1:gd name="T79" fmla="*/ 99 h 144"/>
              <ns1:gd name="T80" fmla="*/ 175 w 176"/>
              <ns1:gd name="T81" fmla="*/ 75 h 144"/>
              <ns1:gd name="T82" fmla="*/ 176 w 176"/>
              <ns1:gd name="T83" fmla="*/ 72 h 144"/>
              <ns1:gd name="T84" fmla="*/ 175 w 176"/>
              <ns1:gd name="T85" fmla="*/ 69 h 144"/>
              <ns1:gd name="T86" fmla="*/ 16 w 176"/>
              <ns1:gd name="T87" fmla="*/ 80 h 144"/>
              <ns1:gd name="T88" fmla="*/ 8 w 176"/>
              <ns1:gd name="T89" fmla="*/ 72 h 144"/>
              <ns1:gd name="T90" fmla="*/ 16 w 176"/>
              <ns1:gd name="T91" fmla="*/ 64 h 144"/>
              <ns1:gd name="T92" fmla="*/ 24 w 176"/>
              <ns1:gd name="T93" fmla="*/ 72 h 144"/>
              <ns1:gd name="T94" fmla="*/ 16 w 176"/>
              <ns1:gd name="T95" fmla="*/ 80 h 144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  <ns1:cxn ang="0">
                <ns1:pos x="T32" y="T33"/>
              </ns1:cxn>
              <ns1:cxn ang="0">
                <ns1:pos x="T34" y="T35"/>
              </ns1:cxn>
              <ns1:cxn ang="0">
                <ns1:pos x="T36" y="T37"/>
              </ns1:cxn>
              <ns1:cxn ang="0">
                <ns1:pos x="T38" y="T39"/>
              </ns1:cxn>
              <ns1:cxn ang="0">
                <ns1:pos x="T40" y="T41"/>
              </ns1:cxn>
              <ns1:cxn ang="0">
                <ns1:pos x="T42" y="T43"/>
              </ns1:cxn>
              <ns1:cxn ang="0">
                <ns1:pos x="T44" y="T45"/>
              </ns1:cxn>
              <ns1:cxn ang="0">
                <ns1:pos x="T46" y="T47"/>
              </ns1:cxn>
              <ns1:cxn ang="0">
                <ns1:pos x="T48" y="T49"/>
              </ns1:cxn>
              <ns1:cxn ang="0">
                <ns1:pos x="T50" y="T51"/>
              </ns1:cxn>
              <ns1:cxn ang="0">
                <ns1:pos x="T52" y="T53"/>
              </ns1:cxn>
              <ns1:cxn ang="0">
                <ns1:pos x="T54" y="T55"/>
              </ns1:cxn>
              <ns1:cxn ang="0">
                <ns1:pos x="T56" y="T57"/>
              </ns1:cxn>
              <ns1:cxn ang="0">
                <ns1:pos x="T58" y="T59"/>
              </ns1:cxn>
              <ns1:cxn ang="0">
                <ns1:pos x="T60" y="T61"/>
              </ns1:cxn>
              <ns1:cxn ang="0">
                <ns1:pos x="T62" y="T63"/>
              </ns1:cxn>
              <ns1:cxn ang="0">
                <ns1:pos x="T64" y="T65"/>
              </ns1:cxn>
              <ns1:cxn ang="0">
                <ns1:pos x="T66" y="T67"/>
              </ns1:cxn>
              <ns1:cxn ang="0">
                <ns1:pos x="T68" y="T69"/>
              </ns1:cxn>
              <ns1:cxn ang="0">
                <ns1:pos x="T70" y="T71"/>
              </ns1:cxn>
              <ns1:cxn ang="0">
                <ns1:pos x="T72" y="T73"/>
              </ns1:cxn>
              <ns1:cxn ang="0">
                <ns1:pos x="T74" y="T75"/>
              </ns1:cxn>
              <ns1:cxn ang="0">
                <ns1:pos x="T76" y="T77"/>
              </ns1:cxn>
              <ns1:cxn ang="0">
                <ns1:pos x="T78" y="T79"/>
              </ns1:cxn>
              <ns1:cxn ang="0">
                <ns1:pos x="T80" y="T81"/>
              </ns1:cxn>
              <ns1:cxn ang="0">
                <ns1:pos x="T82" y="T83"/>
              </ns1:cxn>
              <ns1:cxn ang="0">
                <ns1:pos x="T84" y="T85"/>
              </ns1:cxn>
              <ns1:cxn ang="0">
                <ns1:pos x="T86" y="T87"/>
              </ns1:cxn>
              <ns1:cxn ang="0">
                <ns1:pos x="T88" y="T89"/>
              </ns1:cxn>
              <ns1:cxn ang="0">
                <ns1:pos x="T90" y="T91"/>
              </ns1:cxn>
              <ns1:cxn ang="0">
                <ns1:pos x="T92" y="T93"/>
              </ns1:cxn>
              <ns1:cxn ang="0">
                <ns1:pos x="T94" y="T95"/>
              </ns1:cxn>
            </ns1:cxnLst>
            <ns1:rect l="0" t="0" r="r" b="b"/>
            <ns1:pathLst>
              <ns1:path w="176" h="144">
                <ns1:moveTo>
                  <ns1:pt x="175" y="69"/>
                </ns1:moveTo>
                <ns1:cubicBezTo>
                  <ns1:pt x="151" y="45"/>
                  <ns1:pt x="151" y="45"/>
                  <ns1:pt x="151" y="45"/>
                </ns1:cubicBezTo>
                <ns1:cubicBezTo>
                  <ns1:pt x="150" y="44"/>
                  <ns1:pt x="149" y="44"/>
                  <ns1:pt x="148" y="44"/>
                </ns1:cubicBezTo>
                <ns1:cubicBezTo>
                  <ns1:pt x="146" y="44"/>
                  <ns1:pt x="144" y="46"/>
                  <ns1:pt x="144" y="48"/>
                </ns1:cubicBezTo>
                <ns1:cubicBezTo>
                  <ns1:pt x="144" y="49"/>
                  <ns1:pt x="144" y="50"/>
                  <ns1:pt x="145" y="51"/>
                </ns1:cubicBezTo>
                <ns1:cubicBezTo>
                  <ns1:pt x="162" y="68"/>
                  <ns1:pt x="162" y="68"/>
                  <ns1:pt x="162" y="68"/>
                </ns1:cubicBezTo>
                <ns1:cubicBezTo>
                  <ns1:pt x="66" y="68"/>
                  <ns1:pt x="66" y="68"/>
                  <ns1:pt x="66" y="68"/>
                </ns1:cubicBezTo>
                <ns1:cubicBezTo>
                  <ns1:pt x="120" y="14"/>
                  <ns1:pt x="120" y="14"/>
                  <ns1:pt x="120" y="14"/>
                </ns1:cubicBezTo>
                <ns1:cubicBezTo>
                  <ns1:pt x="120" y="36"/>
                  <ns1:pt x="120" y="36"/>
                  <ns1:pt x="120" y="36"/>
                </ns1:cubicBezTo>
                <ns1:cubicBezTo>
                  <ns1:pt x="120" y="38"/>
                  <ns1:pt x="122" y="40"/>
                  <ns1:pt x="124" y="40"/>
                </ns1:cubicBezTo>
                <ns1:cubicBezTo>
                  <ns1:pt x="126" y="40"/>
                  <ns1:pt x="128" y="38"/>
                  <ns1:pt x="128" y="36"/>
                </ns1:cubicBezTo>
                <ns1:cubicBezTo>
                  <ns1:pt x="128" y="4"/>
                  <ns1:pt x="128" y="4"/>
                  <ns1:pt x="128" y="4"/>
                </ns1:cubicBezTo>
                <ns1:cubicBezTo>
                  <ns1:pt x="128" y="2"/>
                  <ns1:pt x="126" y="0"/>
                  <ns1:pt x="124" y="0"/>
                </ns1:cubicBezTo>
                <ns1:cubicBezTo>
                  <ns1:pt x="92" y="0"/>
                  <ns1:pt x="92" y="0"/>
                  <ns1:pt x="92" y="0"/>
                </ns1:cubicBezTo>
                <ns1:cubicBezTo>
                  <ns1:pt x="90" y="0"/>
                  <ns1:pt x="88" y="2"/>
                  <ns1:pt x="88" y="4"/>
                </ns1:cubicBezTo>
                <ns1:cubicBezTo>
                  <ns1:pt x="88" y="6"/>
                  <ns1:pt x="90" y="8"/>
                  <ns1:pt x="92" y="8"/>
                </ns1:cubicBezTo>
                <ns1:cubicBezTo>
                  <ns1:pt x="114" y="8"/>
                  <ns1:pt x="114" y="8"/>
                  <ns1:pt x="114" y="8"/>
                </ns1:cubicBezTo>
                <ns1:cubicBezTo>
                  <ns1:pt x="54" y="68"/>
                  <ns1:pt x="54" y="68"/>
                  <ns1:pt x="54" y="68"/>
                </ns1:cubicBezTo>
                <ns1:cubicBezTo>
                  <ns1:pt x="31" y="68"/>
                  <ns1:pt x="31" y="68"/>
                  <ns1:pt x="31" y="68"/>
                </ns1:cubicBezTo>
                <ns1:cubicBezTo>
                  <ns1:pt x="30" y="61"/>
                  <ns1:pt x="23" y="56"/>
                  <ns1:pt x="16" y="56"/>
                </ns1:cubicBezTo>
                <ns1:cubicBezTo>
                  <ns1:pt x="7" y="56"/>
                  <ns1:pt x="0" y="63"/>
                  <ns1:pt x="0" y="72"/>
                </ns1:cubicBezTo>
                <ns1:cubicBezTo>
                  <ns1:pt x="0" y="81"/>
                  <ns1:pt x="7" y="88"/>
                  <ns1:pt x="16" y="88"/>
                </ns1:cubicBezTo>
                <ns1:cubicBezTo>
                  <ns1:pt x="23" y="88"/>
                  <ns1:pt x="30" y="83"/>
                  <ns1:pt x="31" y="76"/>
                </ns1:cubicBezTo>
                <ns1:cubicBezTo>
                  <ns1:pt x="54" y="76"/>
                  <ns1:pt x="54" y="76"/>
                  <ns1:pt x="54" y="76"/>
                </ns1:cubicBezTo>
                <ns1:cubicBezTo>
                  <ns1:pt x="114" y="136"/>
                  <ns1:pt x="114" y="136"/>
                  <ns1:pt x="114" y="136"/>
                </ns1:cubicBezTo>
                <ns1:cubicBezTo>
                  <ns1:pt x="92" y="136"/>
                  <ns1:pt x="92" y="136"/>
                  <ns1:pt x="92" y="136"/>
                </ns1:cubicBezTo>
                <ns1:cubicBezTo>
                  <ns1:pt x="90" y="136"/>
                  <ns1:pt x="88" y="138"/>
                  <ns1:pt x="88" y="140"/>
                </ns1:cubicBezTo>
                <ns1:cubicBezTo>
                  <ns1:pt x="88" y="142"/>
                  <ns1:pt x="90" y="144"/>
                  <ns1:pt x="92" y="144"/>
                </ns1:cubicBezTo>
                <ns1:cubicBezTo>
                  <ns1:pt x="124" y="144"/>
                  <ns1:pt x="124" y="144"/>
                  <ns1:pt x="124" y="144"/>
                </ns1:cubicBezTo>
                <ns1:cubicBezTo>
                  <ns1:pt x="126" y="144"/>
                  <ns1:pt x="128" y="142"/>
                  <ns1:pt x="128" y="140"/>
                </ns1:cubicBezTo>
                <ns1:cubicBezTo>
                  <ns1:pt x="128" y="108"/>
                  <ns1:pt x="128" y="108"/>
                  <ns1:pt x="128" y="108"/>
                </ns1:cubicBezTo>
                <ns1:cubicBezTo>
                  <ns1:pt x="128" y="106"/>
                  <ns1:pt x="126" y="104"/>
                  <ns1:pt x="124" y="104"/>
                </ns1:cubicBezTo>
                <ns1:cubicBezTo>
                  <ns1:pt x="122" y="104"/>
                  <ns1:pt x="120" y="106"/>
                  <ns1:pt x="120" y="108"/>
                </ns1:cubicBezTo>
                <ns1:cubicBezTo>
                  <ns1:pt x="120" y="130"/>
                  <ns1:pt x="120" y="130"/>
                  <ns1:pt x="120" y="130"/>
                </ns1:cubicBezTo>
                <ns1:cubicBezTo>
                  <ns1:pt x="66" y="76"/>
                  <ns1:pt x="66" y="76"/>
                  <ns1:pt x="66" y="76"/>
                </ns1:cubicBezTo>
                <ns1:cubicBezTo>
                  <ns1:pt x="162" y="76"/>
                  <ns1:pt x="162" y="76"/>
                  <ns1:pt x="162" y="76"/>
                </ns1:cubicBezTo>
                <ns1:cubicBezTo>
                  <ns1:pt x="145" y="93"/>
                  <ns1:pt x="145" y="93"/>
                  <ns1:pt x="145" y="93"/>
                </ns1:cubicBezTo>
                <ns1:cubicBezTo>
                  <ns1:pt x="144" y="94"/>
                  <ns1:pt x="144" y="95"/>
                  <ns1:pt x="144" y="96"/>
                </ns1:cubicBezTo>
                <ns1:cubicBezTo>
                  <ns1:pt x="144" y="98"/>
                  <ns1:pt x="146" y="100"/>
                  <ns1:pt x="148" y="100"/>
                </ns1:cubicBezTo>
                <ns1:cubicBezTo>
                  <ns1:pt x="149" y="100"/>
                  <ns1:pt x="150" y="100"/>
                  <ns1:pt x="151" y="99"/>
                </ns1:cubicBezTo>
                <ns1:cubicBezTo>
                  <ns1:pt x="175" y="75"/>
                  <ns1:pt x="175" y="75"/>
                  <ns1:pt x="175" y="75"/>
                </ns1:cubicBezTo>
                <ns1:cubicBezTo>
                  <ns1:pt x="176" y="74"/>
                  <ns1:pt x="176" y="73"/>
                  <ns1:pt x="176" y="72"/>
                </ns1:cubicBezTo>
                <ns1:cubicBezTo>
                  <ns1:pt x="176" y="71"/>
                  <ns1:pt x="176" y="70"/>
                  <ns1:pt x="175" y="69"/>
                </ns1:cubicBezTo>
                <ns1:moveTo>
                  <ns1:pt x="16" y="80"/>
                </ns1:moveTo>
                <ns1:cubicBezTo>
                  <ns1:pt x="12" y="80"/>
                  <ns1:pt x="8" y="76"/>
                  <ns1:pt x="8" y="72"/>
                </ns1:cubicBezTo>
                <ns1:cubicBezTo>
                  <ns1:pt x="8" y="68"/>
                  <ns1:pt x="12" y="64"/>
                  <ns1:pt x="16" y="64"/>
                </ns1:cubicBezTo>
                <ns1:cubicBezTo>
                  <ns1:pt x="20" y="64"/>
                  <ns1:pt x="24" y="68"/>
                  <ns1:pt x="24" y="72"/>
                </ns1:cubicBezTo>
                <ns1:cubicBezTo>
                  <ns1:pt x="24" y="76"/>
                  <ns1:pt x="20" y="80"/>
                  <ns1:pt x="16" y="80"/>
                </ns1:cubicBezTo>
              </ns1:path>
            </ns1:pathLst>
          </ns1:custGeom>
          <ns1:solidFill>
            <ns1:schemeClr val="tx1"/>
          </ns1:solidFill>
          <ns1:ln>
            <ns1:noFill/>
          </ns1:ln>
          <ns1:extLst/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en-US" sz="2700"/>
          </ns1:p>
        </ns0:txBody>
      </ns0:sp>
    </ns0:spTree>
    <ns0:extLst>
      <ns0:ext uri="{BB962C8B-B14F-4D97-AF65-F5344CB8AC3E}">
        <ns2:creationId val="2680482957"/>
      </ns0:ext>
    </ns0:extLst>
  </ns0:cSld>
  <ns0:clrMapOvr>
    <ns1:masterClrMapping/>
  </ns0:clrMapOvr>
</ns0:sld>
</file>

<file path=ppt/slides/slide36.xml><?xml version="1.0" encoding="utf-8"?>
<ns0:sld xmlns:ns0="http://schemas.openxmlformats.org/presentationml/2006/main" xmlns:ns1="http://schemas.openxmlformats.org/drawingml/2006/main" xmlns:ns2="http://schemas.microsoft.com/office/powerpoint/2010/main">
  <ns0:cSld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11" name="Freeform 5"/>
          <ns0:cNvSpPr>
            <ns1:spLocks noEditPoints="1"/>
          </ns0:cNvSpPr>
          <ns0:nvPr/>
        </ns0:nvSpPr>
        <ns0:spPr bwMode="auto">
          <ns1:xfrm>
            <ns1:off x="3186114" y="212727"/>
            <ns1:ext cx="320675" cy="320675"/>
          </ns1:xfrm>
          <ns1:custGeom>
            <ns1:avLst/>
            <ns1:gdLst>
              <ns1:gd name="T0" fmla="*/ 175 w 176"/>
              <ns1:gd name="T1" fmla="*/ 85 h 176"/>
              <ns1:gd name="T2" fmla="*/ 144 w 176"/>
              <ns1:gd name="T3" fmla="*/ 54 h 176"/>
              <ns1:gd name="T4" fmla="*/ 144 w 176"/>
              <ns1:gd name="T5" fmla="*/ 12 h 176"/>
              <ns1:gd name="T6" fmla="*/ 140 w 176"/>
              <ns1:gd name="T7" fmla="*/ 8 h 176"/>
              <ns1:gd name="T8" fmla="*/ 116 w 176"/>
              <ns1:gd name="T9" fmla="*/ 8 h 176"/>
              <ns1:gd name="T10" fmla="*/ 112 w 176"/>
              <ns1:gd name="T11" fmla="*/ 12 h 176"/>
              <ns1:gd name="T12" fmla="*/ 112 w 176"/>
              <ns1:gd name="T13" fmla="*/ 22 h 176"/>
              <ns1:gd name="T14" fmla="*/ 91 w 176"/>
              <ns1:gd name="T15" fmla="*/ 1 h 176"/>
              <ns1:gd name="T16" fmla="*/ 88 w 176"/>
              <ns1:gd name="T17" fmla="*/ 0 h 176"/>
              <ns1:gd name="T18" fmla="*/ 85 w 176"/>
              <ns1:gd name="T19" fmla="*/ 1 h 176"/>
              <ns1:gd name="T20" fmla="*/ 1 w 176"/>
              <ns1:gd name="T21" fmla="*/ 85 h 176"/>
              <ns1:gd name="T22" fmla="*/ 0 w 176"/>
              <ns1:gd name="T23" fmla="*/ 88 h 176"/>
              <ns1:gd name="T24" fmla="*/ 4 w 176"/>
              <ns1:gd name="T25" fmla="*/ 92 h 176"/>
              <ns1:gd name="T26" fmla="*/ 7 w 176"/>
              <ns1:gd name="T27" fmla="*/ 91 h 176"/>
              <ns1:gd name="T28" fmla="*/ 24 w 176"/>
              <ns1:gd name="T29" fmla="*/ 74 h 176"/>
              <ns1:gd name="T30" fmla="*/ 24 w 176"/>
              <ns1:gd name="T31" fmla="*/ 172 h 176"/>
              <ns1:gd name="T32" fmla="*/ 28 w 176"/>
              <ns1:gd name="T33" fmla="*/ 176 h 176"/>
              <ns1:gd name="T34" fmla="*/ 148 w 176"/>
              <ns1:gd name="T35" fmla="*/ 176 h 176"/>
              <ns1:gd name="T36" fmla="*/ 152 w 176"/>
              <ns1:gd name="T37" fmla="*/ 172 h 176"/>
              <ns1:gd name="T38" fmla="*/ 152 w 176"/>
              <ns1:gd name="T39" fmla="*/ 74 h 176"/>
              <ns1:gd name="T40" fmla="*/ 169 w 176"/>
              <ns1:gd name="T41" fmla="*/ 91 h 176"/>
              <ns1:gd name="T42" fmla="*/ 172 w 176"/>
              <ns1:gd name="T43" fmla="*/ 92 h 176"/>
              <ns1:gd name="T44" fmla="*/ 176 w 176"/>
              <ns1:gd name="T45" fmla="*/ 88 h 176"/>
              <ns1:gd name="T46" fmla="*/ 175 w 176"/>
              <ns1:gd name="T47" fmla="*/ 85 h 176"/>
              <ns1:gd name="T48" fmla="*/ 120 w 176"/>
              <ns1:gd name="T49" fmla="*/ 16 h 176"/>
              <ns1:gd name="T50" fmla="*/ 136 w 176"/>
              <ns1:gd name="T51" fmla="*/ 16 h 176"/>
              <ns1:gd name="T52" fmla="*/ 136 w 176"/>
              <ns1:gd name="T53" fmla="*/ 46 h 176"/>
              <ns1:gd name="T54" fmla="*/ 120 w 176"/>
              <ns1:gd name="T55" fmla="*/ 30 h 176"/>
              <ns1:gd name="T56" fmla="*/ 120 w 176"/>
              <ns1:gd name="T57" fmla="*/ 16 h 176"/>
              <ns1:gd name="T58" fmla="*/ 64 w 176"/>
              <ns1:gd name="T59" fmla="*/ 168 h 176"/>
              <ns1:gd name="T60" fmla="*/ 32 w 176"/>
              <ns1:gd name="T61" fmla="*/ 168 h 176"/>
              <ns1:gd name="T62" fmla="*/ 32 w 176"/>
              <ns1:gd name="T63" fmla="*/ 160 h 176"/>
              <ns1:gd name="T64" fmla="*/ 64 w 176"/>
              <ns1:gd name="T65" fmla="*/ 160 h 176"/>
              <ns1:gd name="T66" fmla="*/ 64 w 176"/>
              <ns1:gd name="T67" fmla="*/ 168 h 176"/>
              <ns1:gd name="T68" fmla="*/ 104 w 176"/>
              <ns1:gd name="T69" fmla="*/ 168 h 176"/>
              <ns1:gd name="T70" fmla="*/ 72 w 176"/>
              <ns1:gd name="T71" fmla="*/ 168 h 176"/>
              <ns1:gd name="T72" fmla="*/ 72 w 176"/>
              <ns1:gd name="T73" fmla="*/ 104 h 176"/>
              <ns1:gd name="T74" fmla="*/ 104 w 176"/>
              <ns1:gd name="T75" fmla="*/ 104 h 176"/>
              <ns1:gd name="T76" fmla="*/ 104 w 176"/>
              <ns1:gd name="T77" fmla="*/ 168 h 176"/>
              <ns1:gd name="T78" fmla="*/ 144 w 176"/>
              <ns1:gd name="T79" fmla="*/ 168 h 176"/>
              <ns1:gd name="T80" fmla="*/ 112 w 176"/>
              <ns1:gd name="T81" fmla="*/ 168 h 176"/>
              <ns1:gd name="T82" fmla="*/ 112 w 176"/>
              <ns1:gd name="T83" fmla="*/ 160 h 176"/>
              <ns1:gd name="T84" fmla="*/ 144 w 176"/>
              <ns1:gd name="T85" fmla="*/ 160 h 176"/>
              <ns1:gd name="T86" fmla="*/ 144 w 176"/>
              <ns1:gd name="T87" fmla="*/ 168 h 176"/>
              <ns1:gd name="T88" fmla="*/ 144 w 176"/>
              <ns1:gd name="T89" fmla="*/ 152 h 176"/>
              <ns1:gd name="T90" fmla="*/ 112 w 176"/>
              <ns1:gd name="T91" fmla="*/ 152 h 176"/>
              <ns1:gd name="T92" fmla="*/ 112 w 176"/>
              <ns1:gd name="T93" fmla="*/ 100 h 176"/>
              <ns1:gd name="T94" fmla="*/ 108 w 176"/>
              <ns1:gd name="T95" fmla="*/ 96 h 176"/>
              <ns1:gd name="T96" fmla="*/ 68 w 176"/>
              <ns1:gd name="T97" fmla="*/ 96 h 176"/>
              <ns1:gd name="T98" fmla="*/ 64 w 176"/>
              <ns1:gd name="T99" fmla="*/ 100 h 176"/>
              <ns1:gd name="T100" fmla="*/ 64 w 176"/>
              <ns1:gd name="T101" fmla="*/ 152 h 176"/>
              <ns1:gd name="T102" fmla="*/ 32 w 176"/>
              <ns1:gd name="T103" fmla="*/ 152 h 176"/>
              <ns1:gd name="T104" fmla="*/ 32 w 176"/>
              <ns1:gd name="T105" fmla="*/ 66 h 176"/>
              <ns1:gd name="T106" fmla="*/ 88 w 176"/>
              <ns1:gd name="T107" fmla="*/ 10 h 176"/>
              <ns1:gd name="T108" fmla="*/ 144 w 176"/>
              <ns1:gd name="T109" fmla="*/ 66 h 176"/>
              <ns1:gd name="T110" fmla="*/ 144 w 176"/>
              <ns1:gd name="T111" fmla="*/ 152 h 176"/>
              <ns1:gd name="T112" fmla="*/ 92 w 176"/>
              <ns1:gd name="T113" fmla="*/ 144 h 176"/>
              <ns1:gd name="T114" fmla="*/ 96 w 176"/>
              <ns1:gd name="T115" fmla="*/ 140 h 176"/>
              <ns1:gd name="T116" fmla="*/ 92 w 176"/>
              <ns1:gd name="T117" fmla="*/ 136 h 176"/>
              <ns1:gd name="T118" fmla="*/ 88 w 176"/>
              <ns1:gd name="T119" fmla="*/ 140 h 176"/>
              <ns1:gd name="T120" fmla="*/ 92 w 176"/>
              <ns1:gd name="T121" fmla="*/ 144 h 176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  <ns1:cxn ang="0">
                <ns1:pos x="T32" y="T33"/>
              </ns1:cxn>
              <ns1:cxn ang="0">
                <ns1:pos x="T34" y="T35"/>
              </ns1:cxn>
              <ns1:cxn ang="0">
                <ns1:pos x="T36" y="T37"/>
              </ns1:cxn>
              <ns1:cxn ang="0">
                <ns1:pos x="T38" y="T39"/>
              </ns1:cxn>
              <ns1:cxn ang="0">
                <ns1:pos x="T40" y="T41"/>
              </ns1:cxn>
              <ns1:cxn ang="0">
                <ns1:pos x="T42" y="T43"/>
              </ns1:cxn>
              <ns1:cxn ang="0">
                <ns1:pos x="T44" y="T45"/>
              </ns1:cxn>
              <ns1:cxn ang="0">
                <ns1:pos x="T46" y="T47"/>
              </ns1:cxn>
              <ns1:cxn ang="0">
                <ns1:pos x="T48" y="T49"/>
              </ns1:cxn>
              <ns1:cxn ang="0">
                <ns1:pos x="T50" y="T51"/>
              </ns1:cxn>
              <ns1:cxn ang="0">
                <ns1:pos x="T52" y="T53"/>
              </ns1:cxn>
              <ns1:cxn ang="0">
                <ns1:pos x="T54" y="T55"/>
              </ns1:cxn>
              <ns1:cxn ang="0">
                <ns1:pos x="T56" y="T57"/>
              </ns1:cxn>
              <ns1:cxn ang="0">
                <ns1:pos x="T58" y="T59"/>
              </ns1:cxn>
              <ns1:cxn ang="0">
                <ns1:pos x="T60" y="T61"/>
              </ns1:cxn>
              <ns1:cxn ang="0">
                <ns1:pos x="T62" y="T63"/>
              </ns1:cxn>
              <ns1:cxn ang="0">
                <ns1:pos x="T64" y="T65"/>
              </ns1:cxn>
              <ns1:cxn ang="0">
                <ns1:pos x="T66" y="T67"/>
              </ns1:cxn>
              <ns1:cxn ang="0">
                <ns1:pos x="T68" y="T69"/>
              </ns1:cxn>
              <ns1:cxn ang="0">
                <ns1:pos x="T70" y="T71"/>
              </ns1:cxn>
              <ns1:cxn ang="0">
                <ns1:pos x="T72" y="T73"/>
              </ns1:cxn>
              <ns1:cxn ang="0">
                <ns1:pos x="T74" y="T75"/>
              </ns1:cxn>
              <ns1:cxn ang="0">
                <ns1:pos x="T76" y="T77"/>
              </ns1:cxn>
              <ns1:cxn ang="0">
                <ns1:pos x="T78" y="T79"/>
              </ns1:cxn>
              <ns1:cxn ang="0">
                <ns1:pos x="T80" y="T81"/>
              </ns1:cxn>
              <ns1:cxn ang="0">
                <ns1:pos x="T82" y="T83"/>
              </ns1:cxn>
              <ns1:cxn ang="0">
                <ns1:pos x="T84" y="T85"/>
              </ns1:cxn>
              <ns1:cxn ang="0">
                <ns1:pos x="T86" y="T87"/>
              </ns1:cxn>
              <ns1:cxn ang="0">
                <ns1:pos x="T88" y="T89"/>
              </ns1:cxn>
              <ns1:cxn ang="0">
                <ns1:pos x="T90" y="T91"/>
              </ns1:cxn>
              <ns1:cxn ang="0">
                <ns1:pos x="T92" y="T93"/>
              </ns1:cxn>
              <ns1:cxn ang="0">
                <ns1:pos x="T94" y="T95"/>
              </ns1:cxn>
              <ns1:cxn ang="0">
                <ns1:pos x="T96" y="T97"/>
              </ns1:cxn>
              <ns1:cxn ang="0">
                <ns1:pos x="T98" y="T99"/>
              </ns1:cxn>
              <ns1:cxn ang="0">
                <ns1:pos x="T100" y="T101"/>
              </ns1:cxn>
              <ns1:cxn ang="0">
                <ns1:pos x="T102" y="T103"/>
              </ns1:cxn>
              <ns1:cxn ang="0">
                <ns1:pos x="T104" y="T105"/>
              </ns1:cxn>
              <ns1:cxn ang="0">
                <ns1:pos x="T106" y="T107"/>
              </ns1:cxn>
              <ns1:cxn ang="0">
                <ns1:pos x="T108" y="T109"/>
              </ns1:cxn>
              <ns1:cxn ang="0">
                <ns1:pos x="T110" y="T111"/>
              </ns1:cxn>
              <ns1:cxn ang="0">
                <ns1:pos x="T112" y="T113"/>
              </ns1:cxn>
              <ns1:cxn ang="0">
                <ns1:pos x="T114" y="T115"/>
              </ns1:cxn>
              <ns1:cxn ang="0">
                <ns1:pos x="T116" y="T117"/>
              </ns1:cxn>
              <ns1:cxn ang="0">
                <ns1:pos x="T118" y="T119"/>
              </ns1:cxn>
              <ns1:cxn ang="0">
                <ns1:pos x="T120" y="T121"/>
              </ns1:cxn>
            </ns1:cxnLst>
            <ns1:rect l="0" t="0" r="r" b="b"/>
            <ns1:pathLst>
              <ns1:path w="176" h="176">
                <ns1:moveTo>
                  <ns1:pt x="175" y="85"/>
                </ns1:moveTo>
                <ns1:cubicBezTo>
                  <ns1:pt x="144" y="54"/>
                  <ns1:pt x="144" y="54"/>
                  <ns1:pt x="144" y="54"/>
                </ns1:cubicBezTo>
                <ns1:cubicBezTo>
                  <ns1:pt x="144" y="12"/>
                  <ns1:pt x="144" y="12"/>
                  <ns1:pt x="144" y="12"/>
                </ns1:cubicBezTo>
                <ns1:cubicBezTo>
                  <ns1:pt x="144" y="10"/>
                  <ns1:pt x="142" y="8"/>
                  <ns1:pt x="140" y="8"/>
                </ns1:cubicBezTo>
                <ns1:cubicBezTo>
                  <ns1:pt x="116" y="8"/>
                  <ns1:pt x="116" y="8"/>
                  <ns1:pt x="116" y="8"/>
                </ns1:cubicBezTo>
                <ns1:cubicBezTo>
                  <ns1:pt x="114" y="8"/>
                  <ns1:pt x="112" y="10"/>
                  <ns1:pt x="112" y="12"/>
                </ns1:cubicBezTo>
                <ns1:cubicBezTo>
                  <ns1:pt x="112" y="22"/>
                  <ns1:pt x="112" y="22"/>
                  <ns1:pt x="112" y="22"/>
                </ns1:cubicBezTo>
                <ns1:cubicBezTo>
                  <ns1:pt x="91" y="1"/>
                  <ns1:pt x="91" y="1"/>
                  <ns1:pt x="91" y="1"/>
                </ns1:cubicBezTo>
                <ns1:cubicBezTo>
                  <ns1:pt x="90" y="0"/>
                  <ns1:pt x="89" y="0"/>
                  <ns1:pt x="88" y="0"/>
                </ns1:cubicBezTo>
                <ns1:cubicBezTo>
                  <ns1:pt x="87" y="0"/>
                  <ns1:pt x="86" y="0"/>
                  <ns1:pt x="85" y="1"/>
                </ns1:cubicBezTo>
                <ns1:cubicBezTo>
                  <ns1:pt x="1" y="85"/>
                  <ns1:pt x="1" y="85"/>
                  <ns1:pt x="1" y="85"/>
                </ns1:cubicBezTo>
                <ns1:cubicBezTo>
                  <ns1:pt x="0" y="86"/>
                  <ns1:pt x="0" y="87"/>
                  <ns1:pt x="0" y="88"/>
                </ns1:cubicBezTo>
                <ns1:cubicBezTo>
                  <ns1:pt x="0" y="90"/>
                  <ns1:pt x="2" y="92"/>
                  <ns1:pt x="4" y="92"/>
                </ns1:cubicBezTo>
                <ns1:cubicBezTo>
                  <ns1:pt x="5" y="92"/>
                  <ns1:pt x="6" y="92"/>
                  <ns1:pt x="7" y="91"/>
                </ns1:cubicBezTo>
                <ns1:cubicBezTo>
                  <ns1:pt x="24" y="74"/>
                  <ns1:pt x="24" y="74"/>
                  <ns1:pt x="24" y="74"/>
                </ns1:cubicBezTo>
                <ns1:cubicBezTo>
                  <ns1:pt x="24" y="172"/>
                  <ns1:pt x="24" y="172"/>
                  <ns1:pt x="24" y="172"/>
                </ns1:cubicBezTo>
                <ns1:cubicBezTo>
                  <ns1:pt x="24" y="174"/>
                  <ns1:pt x="26" y="176"/>
                  <ns1:pt x="28" y="176"/>
                </ns1:cubicBezTo>
                <ns1:cubicBezTo>
                  <ns1:pt x="148" y="176"/>
                  <ns1:pt x="148" y="176"/>
                  <ns1:pt x="148" y="176"/>
                </ns1:cubicBezTo>
                <ns1:cubicBezTo>
                  <ns1:pt x="150" y="176"/>
                  <ns1:pt x="152" y="174"/>
                  <ns1:pt x="152" y="172"/>
                </ns1:cubicBezTo>
                <ns1:cubicBezTo>
                  <ns1:pt x="152" y="74"/>
                  <ns1:pt x="152" y="74"/>
                  <ns1:pt x="152" y="74"/>
                </ns1:cubicBezTo>
                <ns1:cubicBezTo>
                  <ns1:pt x="169" y="91"/>
                  <ns1:pt x="169" y="91"/>
                  <ns1:pt x="169" y="91"/>
                </ns1:cubicBezTo>
                <ns1:cubicBezTo>
                  <ns1:pt x="170" y="92"/>
                  <ns1:pt x="171" y="92"/>
                  <ns1:pt x="172" y="92"/>
                </ns1:cubicBezTo>
                <ns1:cubicBezTo>
                  <ns1:pt x="174" y="92"/>
                  <ns1:pt x="176" y="90"/>
                  <ns1:pt x="176" y="88"/>
                </ns1:cubicBezTo>
                <ns1:cubicBezTo>
                  <ns1:pt x="176" y="87"/>
                  <ns1:pt x="176" y="86"/>
                  <ns1:pt x="175" y="85"/>
                </ns1:cubicBezTo>
                <ns1:moveTo>
                  <ns1:pt x="120" y="16"/>
                </ns1:moveTo>
                <ns1:cubicBezTo>
                  <ns1:pt x="136" y="16"/>
                  <ns1:pt x="136" y="16"/>
                  <ns1:pt x="136" y="16"/>
                </ns1:cubicBezTo>
                <ns1:cubicBezTo>
                  <ns1:pt x="136" y="46"/>
                  <ns1:pt x="136" y="46"/>
                  <ns1:pt x="136" y="46"/>
                </ns1:cubicBezTo>
                <ns1:cubicBezTo>
                  <ns1:pt x="120" y="30"/>
                  <ns1:pt x="120" y="30"/>
                  <ns1:pt x="120" y="30"/>
                </ns1:cubicBezTo>
                <ns1:lnTo>
                  <ns1:pt x="120" y="16"/>
                </ns1:lnTo>
                <ns1:close/>
                <ns1:moveTo>
                  <ns1:pt x="64" y="168"/>
                </ns1:moveTo>
                <ns1:cubicBezTo>
                  <ns1:pt x="32" y="168"/>
                  <ns1:pt x="32" y="168"/>
                  <ns1:pt x="32" y="168"/>
                </ns1:cubicBezTo>
                <ns1:cubicBezTo>
                  <ns1:pt x="32" y="160"/>
                  <ns1:pt x="32" y="160"/>
                  <ns1:pt x="32" y="160"/>
                </ns1:cubicBezTo>
                <ns1:cubicBezTo>
                  <ns1:pt x="64" y="160"/>
                  <ns1:pt x="64" y="160"/>
                  <ns1:pt x="64" y="160"/>
                </ns1:cubicBezTo>
                <ns1:lnTo>
                  <ns1:pt x="64" y="168"/>
                </ns1:lnTo>
                <ns1:close/>
                <ns1:moveTo>
                  <ns1:pt x="104" y="168"/>
                </ns1:moveTo>
                <ns1:cubicBezTo>
                  <ns1:pt x="72" y="168"/>
                  <ns1:pt x="72" y="168"/>
                  <ns1:pt x="72" y="168"/>
                </ns1:cubicBezTo>
                <ns1:cubicBezTo>
                  <ns1:pt x="72" y="104"/>
                  <ns1:pt x="72" y="104"/>
                  <ns1:pt x="72" y="104"/>
                </ns1:cubicBezTo>
                <ns1:cubicBezTo>
                  <ns1:pt x="104" y="104"/>
                  <ns1:pt x="104" y="104"/>
                  <ns1:pt x="104" y="104"/>
                </ns1:cubicBezTo>
                <ns1:lnTo>
                  <ns1:pt x="104" y="168"/>
                </ns1:lnTo>
                <ns1:close/>
                <ns1:moveTo>
                  <ns1:pt x="144" y="168"/>
                </ns1:moveTo>
                <ns1:cubicBezTo>
                  <ns1:pt x="112" y="168"/>
                  <ns1:pt x="112" y="168"/>
                  <ns1:pt x="112" y="168"/>
                </ns1:cubicBezTo>
                <ns1:cubicBezTo>
                  <ns1:pt x="112" y="160"/>
                  <ns1:pt x="112" y="160"/>
                  <ns1:pt x="112" y="160"/>
                </ns1:cubicBezTo>
                <ns1:cubicBezTo>
                  <ns1:pt x="144" y="160"/>
                  <ns1:pt x="144" y="160"/>
                  <ns1:pt x="144" y="160"/>
                </ns1:cubicBezTo>
                <ns1:lnTo>
                  <ns1:pt x="144" y="168"/>
                </ns1:lnTo>
                <ns1:close/>
                <ns1:moveTo>
                  <ns1:pt x="144" y="152"/>
                </ns1:moveTo>
                <ns1:cubicBezTo>
                  <ns1:pt x="112" y="152"/>
                  <ns1:pt x="112" y="152"/>
                  <ns1:pt x="112" y="152"/>
                </ns1:cubicBezTo>
                <ns1:cubicBezTo>
                  <ns1:pt x="112" y="100"/>
                  <ns1:pt x="112" y="100"/>
                  <ns1:pt x="112" y="100"/>
                </ns1:cubicBezTo>
                <ns1:cubicBezTo>
                  <ns1:pt x="112" y="98"/>
                  <ns1:pt x="110" y="96"/>
                  <ns1:pt x="108" y="96"/>
                </ns1:cubicBezTo>
                <ns1:cubicBezTo>
                  <ns1:pt x="68" y="96"/>
                  <ns1:pt x="68" y="96"/>
                  <ns1:pt x="68" y="96"/>
                </ns1:cubicBezTo>
                <ns1:cubicBezTo>
                  <ns1:pt x="66" y="96"/>
                  <ns1:pt x="64" y="98"/>
                  <ns1:pt x="64" y="100"/>
                </ns1:cubicBezTo>
                <ns1:cubicBezTo>
                  <ns1:pt x="64" y="152"/>
                  <ns1:pt x="64" y="152"/>
                  <ns1:pt x="64" y="152"/>
                </ns1:cubicBezTo>
                <ns1:cubicBezTo>
                  <ns1:pt x="32" y="152"/>
                  <ns1:pt x="32" y="152"/>
                  <ns1:pt x="32" y="152"/>
                </ns1:cubicBezTo>
                <ns1:cubicBezTo>
                  <ns1:pt x="32" y="66"/>
                  <ns1:pt x="32" y="66"/>
                  <ns1:pt x="32" y="66"/>
                </ns1:cubicBezTo>
                <ns1:cubicBezTo>
                  <ns1:pt x="88" y="10"/>
                  <ns1:pt x="88" y="10"/>
                  <ns1:pt x="88" y="10"/>
                </ns1:cubicBezTo>
                <ns1:cubicBezTo>
                  <ns1:pt x="144" y="66"/>
                  <ns1:pt x="144" y="66"/>
                  <ns1:pt x="144" y="66"/>
                </ns1:cubicBezTo>
                <ns1:lnTo>
                  <ns1:pt x="144" y="152"/>
                </ns1:lnTo>
                <ns1:close/>
                <ns1:moveTo>
                  <ns1:pt x="92" y="144"/>
                </ns1:moveTo>
                <ns1:cubicBezTo>
                  <ns1:pt x="94" y="144"/>
                  <ns1:pt x="96" y="142"/>
                  <ns1:pt x="96" y="140"/>
                </ns1:cubicBezTo>
                <ns1:cubicBezTo>
                  <ns1:pt x="96" y="138"/>
                  <ns1:pt x="94" y="136"/>
                  <ns1:pt x="92" y="136"/>
                </ns1:cubicBezTo>
                <ns1:cubicBezTo>
                  <ns1:pt x="90" y="136"/>
                  <ns1:pt x="88" y="138"/>
                  <ns1:pt x="88" y="140"/>
                </ns1:cubicBezTo>
                <ns1:cubicBezTo>
                  <ns1:pt x="88" y="142"/>
                  <ns1:pt x="90" y="144"/>
                  <ns1:pt x="92" y="144"/>
                </ns1:cubicBezTo>
              </ns1:path>
            </ns1:pathLst>
          </ns1:custGeom>
          <ns1:solidFill>
            <ns1:schemeClr val="tx1"/>
          </ns1:solidFill>
          <ns1:ln>
            <ns1:noFill/>
          </ns1:ln>
          <ns1:extLst/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en-US" sz="2700"/>
          </ns1:p>
        </ns0:txBody>
      </ns0:sp>
      <ns0:sp>
        <ns0:nvSpPr>
          <ns0:cNvPr id="12" name="Freeform 6"/>
          <ns0:cNvSpPr>
            <ns1:spLocks noEditPoints="1"/>
          </ns0:cNvSpPr>
          <ns0:nvPr/>
        </ns0:nvSpPr>
        <ns0:spPr bwMode="auto">
          <ns1:xfrm>
            <ns1:off x="3797301" y="212727"/>
            <ns1:ext cx="320675" cy="320675"/>
          </ns1:xfrm>
          <ns1:custGeom>
            <ns1:avLst/>
            <ns1:gdLst>
              <ns1:gd name="T0" fmla="*/ 144 w 176"/>
              <ns1:gd name="T1" fmla="*/ 88 h 176"/>
              <ns1:gd name="T2" fmla="*/ 152 w 176"/>
              <ns1:gd name="T3" fmla="*/ 88 h 176"/>
              <ns1:gd name="T4" fmla="*/ 60 w 176"/>
              <ns1:gd name="T5" fmla="*/ 136 h 176"/>
              <ns1:gd name="T6" fmla="*/ 56 w 176"/>
              <ns1:gd name="T7" fmla="*/ 143 h 176"/>
              <ns1:gd name="T8" fmla="*/ 60 w 176"/>
              <ns1:gd name="T9" fmla="*/ 136 h 176"/>
              <ns1:gd name="T10" fmla="*/ 33 w 176"/>
              <ns1:gd name="T11" fmla="*/ 120 h 176"/>
              <ns1:gd name="T12" fmla="*/ 40 w 176"/>
              <ns1:gd name="T13" fmla="*/ 116 h 176"/>
              <ns1:gd name="T14" fmla="*/ 56 w 176"/>
              <ns1:gd name="T15" fmla="*/ 33 h 176"/>
              <ns1:gd name="T16" fmla="*/ 60 w 176"/>
              <ns1:gd name="T17" fmla="*/ 40 h 176"/>
              <ns1:gd name="T18" fmla="*/ 56 w 176"/>
              <ns1:gd name="T19" fmla="*/ 33 h 176"/>
              <ns1:gd name="T20" fmla="*/ 24 w 176"/>
              <ns1:gd name="T21" fmla="*/ 88 h 176"/>
              <ns1:gd name="T22" fmla="*/ 32 w 176"/>
              <ns1:gd name="T23" fmla="*/ 88 h 176"/>
              <ns1:gd name="T24" fmla="*/ 116 w 176"/>
              <ns1:gd name="T25" fmla="*/ 40 h 176"/>
              <ns1:gd name="T26" fmla="*/ 120 w 176"/>
              <ns1:gd name="T27" fmla="*/ 33 h 176"/>
              <ns1:gd name="T28" fmla="*/ 116 w 176"/>
              <ns1:gd name="T29" fmla="*/ 40 h 176"/>
              <ns1:gd name="T30" fmla="*/ 33 w 176"/>
              <ns1:gd name="T31" fmla="*/ 56 h 176"/>
              <ns1:gd name="T32" fmla="*/ 40 w 176"/>
              <ns1:gd name="T33" fmla="*/ 60 h 176"/>
              <ns1:gd name="T34" fmla="*/ 142 w 176"/>
              <ns1:gd name="T35" fmla="*/ 115 h 176"/>
              <ns1:gd name="T36" fmla="*/ 138 w 176"/>
              <ns1:gd name="T37" fmla="*/ 121 h 176"/>
              <ns1:gd name="T38" fmla="*/ 142 w 176"/>
              <ns1:gd name="T39" fmla="*/ 115 h 176"/>
              <ns1:gd name="T40" fmla="*/ 84 w 176"/>
              <ns1:gd name="T41" fmla="*/ 148 h 176"/>
              <ns1:gd name="T42" fmla="*/ 92 w 176"/>
              <ns1:gd name="T43" fmla="*/ 148 h 176"/>
              <ns1:gd name="T44" fmla="*/ 138 w 176"/>
              <ns1:gd name="T45" fmla="*/ 55 h 176"/>
              <ns1:gd name="T46" fmla="*/ 142 w 176"/>
              <ns1:gd name="T47" fmla="*/ 61 h 176"/>
              <ns1:gd name="T48" fmla="*/ 138 w 176"/>
              <ns1:gd name="T49" fmla="*/ 55 h 176"/>
              <ns1:gd name="T50" fmla="*/ 103 w 176"/>
              <ns1:gd name="T51" fmla="*/ 84 h 176"/>
              <ns1:gd name="T52" fmla="*/ 92 w 176"/>
              <ns1:gd name="T53" fmla="*/ 28 h 176"/>
              <ns1:gd name="T54" fmla="*/ 84 w 176"/>
              <ns1:gd name="T55" fmla="*/ 28 h 176"/>
              <ns1:gd name="T56" fmla="*/ 72 w 176"/>
              <ns1:gd name="T57" fmla="*/ 88 h 176"/>
              <ns1:gd name="T58" fmla="*/ 103 w 176"/>
              <ns1:gd name="T59" fmla="*/ 92 h 176"/>
              <ns1:gd name="T60" fmla="*/ 128 w 176"/>
              <ns1:gd name="T61" fmla="*/ 88 h 176"/>
              <ns1:gd name="T62" fmla="*/ 88 w 176"/>
              <ns1:gd name="T63" fmla="*/ 96 h 176"/>
              <ns1:gd name="T64" fmla="*/ 88 w 176"/>
              <ns1:gd name="T65" fmla="*/ 80 h 176"/>
              <ns1:gd name="T66" fmla="*/ 88 w 176"/>
              <ns1:gd name="T67" fmla="*/ 96 h 176"/>
              <ns1:gd name="T68" fmla="*/ 115 w 176"/>
              <ns1:gd name="T69" fmla="*/ 142 h 176"/>
              <ns1:gd name="T70" fmla="*/ 121 w 176"/>
              <ns1:gd name="T71" fmla="*/ 138 h 176"/>
              <ns1:gd name="T72" fmla="*/ 88 w 176"/>
              <ns1:gd name="T73" fmla="*/ 0 h 176"/>
              <ns1:gd name="T74" fmla="*/ 88 w 176"/>
              <ns1:gd name="T75" fmla="*/ 176 h 176"/>
              <ns1:gd name="T76" fmla="*/ 88 w 176"/>
              <ns1:gd name="T77" fmla="*/ 0 h 176"/>
              <ns1:gd name="T78" fmla="*/ 8 w 176"/>
              <ns1:gd name="T79" fmla="*/ 88 h 176"/>
              <ns1:gd name="T80" fmla="*/ 168 w 176"/>
              <ns1:gd name="T81" fmla="*/ 88 h 176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  <ns1:cxn ang="0">
                <ns1:pos x="T32" y="T33"/>
              </ns1:cxn>
              <ns1:cxn ang="0">
                <ns1:pos x="T34" y="T35"/>
              </ns1:cxn>
              <ns1:cxn ang="0">
                <ns1:pos x="T36" y="T37"/>
              </ns1:cxn>
              <ns1:cxn ang="0">
                <ns1:pos x="T38" y="T39"/>
              </ns1:cxn>
              <ns1:cxn ang="0">
                <ns1:pos x="T40" y="T41"/>
              </ns1:cxn>
              <ns1:cxn ang="0">
                <ns1:pos x="T42" y="T43"/>
              </ns1:cxn>
              <ns1:cxn ang="0">
                <ns1:pos x="T44" y="T45"/>
              </ns1:cxn>
              <ns1:cxn ang="0">
                <ns1:pos x="T46" y="T47"/>
              </ns1:cxn>
              <ns1:cxn ang="0">
                <ns1:pos x="T48" y="T49"/>
              </ns1:cxn>
              <ns1:cxn ang="0">
                <ns1:pos x="T50" y="T51"/>
              </ns1:cxn>
              <ns1:cxn ang="0">
                <ns1:pos x="T52" y="T53"/>
              </ns1:cxn>
              <ns1:cxn ang="0">
                <ns1:pos x="T54" y="T55"/>
              </ns1:cxn>
              <ns1:cxn ang="0">
                <ns1:pos x="T56" y="T57"/>
              </ns1:cxn>
              <ns1:cxn ang="0">
                <ns1:pos x="T58" y="T59"/>
              </ns1:cxn>
              <ns1:cxn ang="0">
                <ns1:pos x="T60" y="T61"/>
              </ns1:cxn>
              <ns1:cxn ang="0">
                <ns1:pos x="T62" y="T63"/>
              </ns1:cxn>
              <ns1:cxn ang="0">
                <ns1:pos x="T64" y="T65"/>
              </ns1:cxn>
              <ns1:cxn ang="0">
                <ns1:pos x="T66" y="T67"/>
              </ns1:cxn>
              <ns1:cxn ang="0">
                <ns1:pos x="T68" y="T69"/>
              </ns1:cxn>
              <ns1:cxn ang="0">
                <ns1:pos x="T70" y="T71"/>
              </ns1:cxn>
              <ns1:cxn ang="0">
                <ns1:pos x="T72" y="T73"/>
              </ns1:cxn>
              <ns1:cxn ang="0">
                <ns1:pos x="T74" y="T75"/>
              </ns1:cxn>
              <ns1:cxn ang="0">
                <ns1:pos x="T76" y="T77"/>
              </ns1:cxn>
              <ns1:cxn ang="0">
                <ns1:pos x="T78" y="T79"/>
              </ns1:cxn>
              <ns1:cxn ang="0">
                <ns1:pos x="T80" y="T81"/>
              </ns1:cxn>
            </ns1:cxnLst>
            <ns1:rect l="0" t="0" r="r" b="b"/>
            <ns1:pathLst>
              <ns1:path w="176" h="176">
                <ns1:moveTo>
                  <ns1:pt x="148" y="84"/>
                </ns1:moveTo>
                <ns1:cubicBezTo>
                  <ns1:pt x="146" y="84"/>
                  <ns1:pt x="144" y="86"/>
                  <ns1:pt x="144" y="88"/>
                </ns1:cubicBezTo>
                <ns1:cubicBezTo>
                  <ns1:pt x="144" y="90"/>
                  <ns1:pt x="146" y="92"/>
                  <ns1:pt x="148" y="92"/>
                </ns1:cubicBezTo>
                <ns1:cubicBezTo>
                  <ns1:pt x="150" y="92"/>
                  <ns1:pt x="152" y="90"/>
                  <ns1:pt x="152" y="88"/>
                </ns1:cubicBezTo>
                <ns1:cubicBezTo>
                  <ns1:pt x="152" y="86"/>
                  <ns1:pt x="150" y="84"/>
                  <ns1:pt x="148" y="84"/>
                </ns1:cubicBezTo>
                <ns1:moveTo>
                  <ns1:pt x="60" y="136"/>
                </ns1:moveTo>
                <ns1:cubicBezTo>
                  <ns1:pt x="58" y="135"/>
                  <ns1:pt x="56" y="136"/>
                  <ns1:pt x="55" y="138"/>
                </ns1:cubicBezTo>
                <ns1:cubicBezTo>
                  <ns1:pt x="53" y="140"/>
                  <ns1:pt x="54" y="142"/>
                  <ns1:pt x="56" y="143"/>
                </ns1:cubicBezTo>
                <ns1:cubicBezTo>
                  <ns1:pt x="58" y="145"/>
                  <ns1:pt x="60" y="144"/>
                  <ns1:pt x="61" y="142"/>
                </ns1:cubicBezTo>
                <ns1:cubicBezTo>
                  <ns1:pt x="63" y="140"/>
                  <ns1:pt x="62" y="138"/>
                  <ns1:pt x="60" y="136"/>
                </ns1:cubicBezTo>
                <ns1:moveTo>
                  <ns1:pt x="34" y="115"/>
                </ns1:moveTo>
                <ns1:cubicBezTo>
                  <ns1:pt x="32" y="116"/>
                  <ns1:pt x="31" y="118"/>
                  <ns1:pt x="33" y="120"/>
                </ns1:cubicBezTo>
                <ns1:cubicBezTo>
                  <ns1:pt x="34" y="122"/>
                  <ns1:pt x="36" y="123"/>
                  <ns1:pt x="38" y="121"/>
                </ns1:cubicBezTo>
                <ns1:cubicBezTo>
                  <ns1:pt x="40" y="120"/>
                  <ns1:pt x="41" y="118"/>
                  <ns1:pt x="40" y="116"/>
                </ns1:cubicBezTo>
                <ns1:cubicBezTo>
                  <ns1:pt x="38" y="114"/>
                  <ns1:pt x="36" y="113"/>
                  <ns1:pt x="34" y="115"/>
                </ns1:cubicBezTo>
                <ns1:moveTo>
                  <ns1:pt x="56" y="33"/>
                </ns1:moveTo>
                <ns1:cubicBezTo>
                  <ns1:pt x="54" y="34"/>
                  <ns1:pt x="53" y="36"/>
                  <ns1:pt x="55" y="38"/>
                </ns1:cubicBezTo>
                <ns1:cubicBezTo>
                  <ns1:pt x="56" y="40"/>
                  <ns1:pt x="58" y="41"/>
                  <ns1:pt x="60" y="40"/>
                </ns1:cubicBezTo>
                <ns1:cubicBezTo>
                  <ns1:pt x="62" y="38"/>
                  <ns1:pt x="63" y="36"/>
                  <ns1:pt x="61" y="34"/>
                </ns1:cubicBezTo>
                <ns1:cubicBezTo>
                  <ns1:pt x="60" y="32"/>
                  <ns1:pt x="58" y="31"/>
                  <ns1:pt x="56" y="33"/>
                </ns1:cubicBezTo>
                <ns1:moveTo>
                  <ns1:pt x="28" y="84"/>
                </ns1:moveTo>
                <ns1:cubicBezTo>
                  <ns1:pt x="26" y="84"/>
                  <ns1:pt x="24" y="86"/>
                  <ns1:pt x="24" y="88"/>
                </ns1:cubicBezTo>
                <ns1:cubicBezTo>
                  <ns1:pt x="24" y="90"/>
                  <ns1:pt x="26" y="92"/>
                  <ns1:pt x="28" y="92"/>
                </ns1:cubicBezTo>
                <ns1:cubicBezTo>
                  <ns1:pt x="30" y="92"/>
                  <ns1:pt x="32" y="90"/>
                  <ns1:pt x="32" y="88"/>
                </ns1:cubicBezTo>
                <ns1:cubicBezTo>
                  <ns1:pt x="32" y="86"/>
                  <ns1:pt x="30" y="84"/>
                  <ns1:pt x="28" y="84"/>
                </ns1:cubicBezTo>
                <ns1:moveTo>
                  <ns1:pt x="116" y="40"/>
                </ns1:moveTo>
                <ns1:cubicBezTo>
                  <ns1:pt x="118" y="41"/>
                  <ns1:pt x="120" y="40"/>
                  <ns1:pt x="121" y="38"/>
                </ns1:cubicBezTo>
                <ns1:cubicBezTo>
                  <ns1:pt x="123" y="36"/>
                  <ns1:pt x="122" y="34"/>
                  <ns1:pt x="120" y="33"/>
                </ns1:cubicBezTo>
                <ns1:cubicBezTo>
                  <ns1:pt x="118" y="31"/>
                  <ns1:pt x="116" y="32"/>
                  <ns1:pt x="115" y="34"/>
                </ns1:cubicBezTo>
                <ns1:cubicBezTo>
                  <ns1:pt x="113" y="36"/>
                  <ns1:pt x="114" y="38"/>
                  <ns1:pt x="116" y="40"/>
                </ns1:cubicBezTo>
                <ns1:moveTo>
                  <ns1:pt x="38" y="55"/>
                </ns1:moveTo>
                <ns1:cubicBezTo>
                  <ns1:pt x="36" y="53"/>
                  <ns1:pt x="34" y="54"/>
                  <ns1:pt x="33" y="56"/>
                </ns1:cubicBezTo>
                <ns1:cubicBezTo>
                  <ns1:pt x="31" y="58"/>
                  <ns1:pt x="32" y="60"/>
                  <ns1:pt x="34" y="61"/>
                </ns1:cubicBezTo>
                <ns1:cubicBezTo>
                  <ns1:pt x="36" y="63"/>
                  <ns1:pt x="38" y="62"/>
                  <ns1:pt x="40" y="60"/>
                </ns1:cubicBezTo>
                <ns1:cubicBezTo>
                  <ns1:pt x="41" y="58"/>
                  <ns1:pt x="40" y="56"/>
                  <ns1:pt x="38" y="55"/>
                </ns1:cubicBezTo>
                <ns1:moveTo>
                  <ns1:pt x="142" y="115"/>
                </ns1:moveTo>
                <ns1:cubicBezTo>
                  <ns1:pt x="140" y="113"/>
                  <ns1:pt x="138" y="114"/>
                  <ns1:pt x="137" y="116"/>
                </ns1:cubicBezTo>
                <ns1:cubicBezTo>
                  <ns1:pt x="135" y="118"/>
                  <ns1:pt x="136" y="120"/>
                  <ns1:pt x="138" y="121"/>
                </ns1:cubicBezTo>
                <ns1:cubicBezTo>
                  <ns1:pt x="140" y="123"/>
                  <ns1:pt x="142" y="122"/>
                  <ns1:pt x="143" y="120"/>
                </ns1:cubicBezTo>
                <ns1:cubicBezTo>
                  <ns1:pt x="145" y="118"/>
                  <ns1:pt x="144" y="116"/>
                  <ns1:pt x="142" y="115"/>
                </ns1:cubicBezTo>
                <ns1:moveTo>
                  <ns1:pt x="88" y="144"/>
                </ns1:moveTo>
                <ns1:cubicBezTo>
                  <ns1:pt x="86" y="144"/>
                  <ns1:pt x="84" y="146"/>
                  <ns1:pt x="84" y="148"/>
                </ns1:cubicBezTo>
                <ns1:cubicBezTo>
                  <ns1:pt x="84" y="150"/>
                  <ns1:pt x="86" y="152"/>
                  <ns1:pt x="88" y="152"/>
                </ns1:cubicBezTo>
                <ns1:cubicBezTo>
                  <ns1:pt x="90" y="152"/>
                  <ns1:pt x="92" y="150"/>
                  <ns1:pt x="92" y="148"/>
                </ns1:cubicBezTo>
                <ns1:cubicBezTo>
                  <ns1:pt x="92" y="146"/>
                  <ns1:pt x="90" y="144"/>
                  <ns1:pt x="88" y="144"/>
                </ns1:cubicBezTo>
                <ns1:moveTo>
                  <ns1:pt x="138" y="55"/>
                </ns1:moveTo>
                <ns1:cubicBezTo>
                  <ns1:pt x="136" y="56"/>
                  <ns1:pt x="135" y="58"/>
                  <ns1:pt x="137" y="60"/>
                </ns1:cubicBezTo>
                <ns1:cubicBezTo>
                  <ns1:pt x="138" y="62"/>
                  <ns1:pt x="140" y="63"/>
                  <ns1:pt x="142" y="61"/>
                </ns1:cubicBezTo>
                <ns1:cubicBezTo>
                  <ns1:pt x="144" y="60"/>
                  <ns1:pt x="145" y="58"/>
                  <ns1:pt x="143" y="56"/>
                </ns1:cubicBezTo>
                <ns1:cubicBezTo>
                  <ns1:pt x="142" y="54"/>
                  <ns1:pt x="140" y="53"/>
                  <ns1:pt x="138" y="55"/>
                </ns1:cubicBezTo>
                <ns1:moveTo>
                  <ns1:pt x="124" y="84"/>
                </ns1:moveTo>
                <ns1:cubicBezTo>
                  <ns1:pt x="103" y="84"/>
                  <ns1:pt x="103" y="84"/>
                  <ns1:pt x="103" y="84"/>
                </ns1:cubicBezTo>
                <ns1:cubicBezTo>
                  <ns1:pt x="102" y="78"/>
                  <ns1:pt x="98" y="74"/>
                  <ns1:pt x="92" y="73"/>
                </ns1:cubicBezTo>
                <ns1:cubicBezTo>
                  <ns1:pt x="92" y="28"/>
                  <ns1:pt x="92" y="28"/>
                  <ns1:pt x="92" y="28"/>
                </ns1:cubicBezTo>
                <ns1:cubicBezTo>
                  <ns1:pt x="92" y="26"/>
                  <ns1:pt x="90" y="24"/>
                  <ns1:pt x="88" y="24"/>
                </ns1:cubicBezTo>
                <ns1:cubicBezTo>
                  <ns1:pt x="86" y="24"/>
                  <ns1:pt x="84" y="26"/>
                  <ns1:pt x="84" y="28"/>
                </ns1:cubicBezTo>
                <ns1:cubicBezTo>
                  <ns1:pt x="84" y="73"/>
                  <ns1:pt x="84" y="73"/>
                  <ns1:pt x="84" y="73"/>
                </ns1:cubicBezTo>
                <ns1:cubicBezTo>
                  <ns1:pt x="77" y="74"/>
                  <ns1:pt x="72" y="81"/>
                  <ns1:pt x="72" y="88"/>
                </ns1:cubicBezTo>
                <ns1:cubicBezTo>
                  <ns1:pt x="72" y="97"/>
                  <ns1:pt x="79" y="104"/>
                  <ns1:pt x="88" y="104"/>
                </ns1:cubicBezTo>
                <ns1:cubicBezTo>
                  <ns1:pt x="95" y="104"/>
                  <ns1:pt x="102" y="99"/>
                  <ns1:pt x="103" y="92"/>
                </ns1:cubicBezTo>
                <ns1:cubicBezTo>
                  <ns1:pt x="124" y="92"/>
                  <ns1:pt x="124" y="92"/>
                  <ns1:pt x="124" y="92"/>
                </ns1:cubicBezTo>
                <ns1:cubicBezTo>
                  <ns1:pt x="126" y="92"/>
                  <ns1:pt x="128" y="90"/>
                  <ns1:pt x="128" y="88"/>
                </ns1:cubicBezTo>
                <ns1:cubicBezTo>
                  <ns1:pt x="128" y="86"/>
                  <ns1:pt x="126" y="84"/>
                  <ns1:pt x="124" y="84"/>
                </ns1:cubicBezTo>
                <ns1:moveTo>
                  <ns1:pt x="88" y="96"/>
                </ns1:moveTo>
                <ns1:cubicBezTo>
                  <ns1:pt x="84" y="96"/>
                  <ns1:pt x="80" y="92"/>
                  <ns1:pt x="80" y="88"/>
                </ns1:cubicBezTo>
                <ns1:cubicBezTo>
                  <ns1:pt x="80" y="84"/>
                  <ns1:pt x="84" y="80"/>
                  <ns1:pt x="88" y="80"/>
                </ns1:cubicBezTo>
                <ns1:cubicBezTo>
                  <ns1:pt x="92" y="80"/>
                  <ns1:pt x="96" y="84"/>
                  <ns1:pt x="96" y="88"/>
                </ns1:cubicBezTo>
                <ns1:cubicBezTo>
                  <ns1:pt x="96" y="92"/>
                  <ns1:pt x="92" y="96"/>
                  <ns1:pt x="88" y="96"/>
                </ns1:cubicBezTo>
                <ns1:moveTo>
                  <ns1:pt x="116" y="136"/>
                </ns1:moveTo>
                <ns1:cubicBezTo>
                  <ns1:pt x="114" y="138"/>
                  <ns1:pt x="113" y="140"/>
                  <ns1:pt x="115" y="142"/>
                </ns1:cubicBezTo>
                <ns1:cubicBezTo>
                  <ns1:pt x="116" y="144"/>
                  <ns1:pt x="118" y="145"/>
                  <ns1:pt x="120" y="143"/>
                </ns1:cubicBezTo>
                <ns1:cubicBezTo>
                  <ns1:pt x="122" y="142"/>
                  <ns1:pt x="123" y="140"/>
                  <ns1:pt x="121" y="138"/>
                </ns1:cubicBezTo>
                <ns1:cubicBezTo>
                  <ns1:pt x="120" y="136"/>
                  <ns1:pt x="118" y="135"/>
                  <ns1:pt x="116" y="136"/>
                </ns1:cubicBezTo>
                <ns1:moveTo>
                  <ns1:pt x="88" y="0"/>
                </ns1:moveTo>
                <ns1:cubicBezTo>
                  <ns1:pt x="39" y="0"/>
                  <ns1:pt x="0" y="39"/>
                  <ns1:pt x="0" y="88"/>
                </ns1:cubicBezTo>
                <ns1:cubicBezTo>
                  <ns1:pt x="0" y="137"/>
                  <ns1:pt x="39" y="176"/>
                  <ns1:pt x="88" y="176"/>
                </ns1:cubicBezTo>
                <ns1:cubicBezTo>
                  <ns1:pt x="137" y="176"/>
                  <ns1:pt x="176" y="137"/>
                  <ns1:pt x="176" y="88"/>
                </ns1:cubicBezTo>
                <ns1:cubicBezTo>
                  <ns1:pt x="176" y="39"/>
                  <ns1:pt x="137" y="0"/>
                  <ns1:pt x="88" y="0"/>
                </ns1:cubicBezTo>
                <ns1:moveTo>
                  <ns1:pt x="88" y="168"/>
                </ns1:moveTo>
                <ns1:cubicBezTo>
                  <ns1:pt x="44" y="168"/>
                  <ns1:pt x="8" y="132"/>
                  <ns1:pt x="8" y="88"/>
                </ns1:cubicBezTo>
                <ns1:cubicBezTo>
                  <ns1:pt x="8" y="44"/>
                  <ns1:pt x="44" y="8"/>
                  <ns1:pt x="88" y="8"/>
                </ns1:cubicBezTo>
                <ns1:cubicBezTo>
                  <ns1:pt x="132" y="8"/>
                  <ns1:pt x="168" y="44"/>
                  <ns1:pt x="168" y="88"/>
                </ns1:cubicBezTo>
                <ns1:cubicBezTo>
                  <ns1:pt x="168" y="132"/>
                  <ns1:pt x="132" y="168"/>
                  <ns1:pt x="88" y="168"/>
                </ns1:cubicBezTo>
              </ns1:path>
            </ns1:pathLst>
          </ns1:custGeom>
          <ns1:solidFill>
            <ns1:schemeClr val="tx1"/>
          </ns1:solidFill>
          <ns1:ln>
            <ns1:noFill/>
          </ns1:ln>
          <ns1:extLst/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en-US" sz="2700"/>
          </ns1:p>
        </ns0:txBody>
      </ns0:sp>
      <ns0:sp>
        <ns0:nvSpPr>
          <ns0:cNvPr id="13" name="Freeform 7"/>
          <ns0:cNvSpPr>
            <ns1:spLocks noEditPoints="1"/>
          </ns0:cNvSpPr>
          <ns0:nvPr/>
        </ns0:nvSpPr>
        <ns0:spPr bwMode="auto">
          <ns1:xfrm>
            <ns1:off x="4408489" y="212727"/>
            <ns1:ext cx="320675" cy="320675"/>
          </ns1:xfrm>
          <ns1:custGeom>
            <ns1:avLst/>
            <ns1:gdLst>
              <ns1:gd name="T0" fmla="*/ 88 w 176"/>
              <ns1:gd name="T1" fmla="*/ 16 h 176"/>
              <ns1:gd name="T2" fmla="*/ 16 w 176"/>
              <ns1:gd name="T3" fmla="*/ 88 h 176"/>
              <ns1:gd name="T4" fmla="*/ 88 w 176"/>
              <ns1:gd name="T5" fmla="*/ 160 h 176"/>
              <ns1:gd name="T6" fmla="*/ 160 w 176"/>
              <ns1:gd name="T7" fmla="*/ 88 h 176"/>
              <ns1:gd name="T8" fmla="*/ 88 w 176"/>
              <ns1:gd name="T9" fmla="*/ 16 h 176"/>
              <ns1:gd name="T10" fmla="*/ 88 w 176"/>
              <ns1:gd name="T11" fmla="*/ 152 h 176"/>
              <ns1:gd name="T12" fmla="*/ 24 w 176"/>
              <ns1:gd name="T13" fmla="*/ 88 h 176"/>
              <ns1:gd name="T14" fmla="*/ 88 w 176"/>
              <ns1:gd name="T15" fmla="*/ 24 h 176"/>
              <ns1:gd name="T16" fmla="*/ 152 w 176"/>
              <ns1:gd name="T17" fmla="*/ 88 h 176"/>
              <ns1:gd name="T18" fmla="*/ 88 w 176"/>
              <ns1:gd name="T19" fmla="*/ 152 h 176"/>
              <ns1:gd name="T20" fmla="*/ 88 w 176"/>
              <ns1:gd name="T21" fmla="*/ 0 h 176"/>
              <ns1:gd name="T22" fmla="*/ 0 w 176"/>
              <ns1:gd name="T23" fmla="*/ 88 h 176"/>
              <ns1:gd name="T24" fmla="*/ 88 w 176"/>
              <ns1:gd name="T25" fmla="*/ 176 h 176"/>
              <ns1:gd name="T26" fmla="*/ 176 w 176"/>
              <ns1:gd name="T27" fmla="*/ 88 h 176"/>
              <ns1:gd name="T28" fmla="*/ 88 w 176"/>
              <ns1:gd name="T29" fmla="*/ 0 h 176"/>
              <ns1:gd name="T30" fmla="*/ 88 w 176"/>
              <ns1:gd name="T31" fmla="*/ 168 h 176"/>
              <ns1:gd name="T32" fmla="*/ 8 w 176"/>
              <ns1:gd name="T33" fmla="*/ 88 h 176"/>
              <ns1:gd name="T34" fmla="*/ 88 w 176"/>
              <ns1:gd name="T35" fmla="*/ 8 h 176"/>
              <ns1:gd name="T36" fmla="*/ 168 w 176"/>
              <ns1:gd name="T37" fmla="*/ 88 h 176"/>
              <ns1:gd name="T38" fmla="*/ 88 w 176"/>
              <ns1:gd name="T39" fmla="*/ 168 h 176"/>
              <ns1:gd name="T40" fmla="*/ 116 w 176"/>
              <ns1:gd name="T41" fmla="*/ 84 h 176"/>
              <ns1:gd name="T42" fmla="*/ 103 w 176"/>
              <ns1:gd name="T43" fmla="*/ 84 h 176"/>
              <ns1:gd name="T44" fmla="*/ 92 w 176"/>
              <ns1:gd name="T45" fmla="*/ 73 h 176"/>
              <ns1:gd name="T46" fmla="*/ 92 w 176"/>
              <ns1:gd name="T47" fmla="*/ 44 h 176"/>
              <ns1:gd name="T48" fmla="*/ 88 w 176"/>
              <ns1:gd name="T49" fmla="*/ 40 h 176"/>
              <ns1:gd name="T50" fmla="*/ 84 w 176"/>
              <ns1:gd name="T51" fmla="*/ 44 h 176"/>
              <ns1:gd name="T52" fmla="*/ 84 w 176"/>
              <ns1:gd name="T53" fmla="*/ 73 h 176"/>
              <ns1:gd name="T54" fmla="*/ 72 w 176"/>
              <ns1:gd name="T55" fmla="*/ 88 h 176"/>
              <ns1:gd name="T56" fmla="*/ 88 w 176"/>
              <ns1:gd name="T57" fmla="*/ 104 h 176"/>
              <ns1:gd name="T58" fmla="*/ 103 w 176"/>
              <ns1:gd name="T59" fmla="*/ 92 h 176"/>
              <ns1:gd name="T60" fmla="*/ 116 w 176"/>
              <ns1:gd name="T61" fmla="*/ 92 h 176"/>
              <ns1:gd name="T62" fmla="*/ 120 w 176"/>
              <ns1:gd name="T63" fmla="*/ 88 h 176"/>
              <ns1:gd name="T64" fmla="*/ 116 w 176"/>
              <ns1:gd name="T65" fmla="*/ 84 h 176"/>
              <ns1:gd name="T66" fmla="*/ 88 w 176"/>
              <ns1:gd name="T67" fmla="*/ 96 h 176"/>
              <ns1:gd name="T68" fmla="*/ 80 w 176"/>
              <ns1:gd name="T69" fmla="*/ 88 h 176"/>
              <ns1:gd name="T70" fmla="*/ 88 w 176"/>
              <ns1:gd name="T71" fmla="*/ 80 h 176"/>
              <ns1:gd name="T72" fmla="*/ 96 w 176"/>
              <ns1:gd name="T73" fmla="*/ 88 h 176"/>
              <ns1:gd name="T74" fmla="*/ 88 w 176"/>
              <ns1:gd name="T75" fmla="*/ 96 h 176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  <ns1:cxn ang="0">
                <ns1:pos x="T32" y="T33"/>
              </ns1:cxn>
              <ns1:cxn ang="0">
                <ns1:pos x="T34" y="T35"/>
              </ns1:cxn>
              <ns1:cxn ang="0">
                <ns1:pos x="T36" y="T37"/>
              </ns1:cxn>
              <ns1:cxn ang="0">
                <ns1:pos x="T38" y="T39"/>
              </ns1:cxn>
              <ns1:cxn ang="0">
                <ns1:pos x="T40" y="T41"/>
              </ns1:cxn>
              <ns1:cxn ang="0">
                <ns1:pos x="T42" y="T43"/>
              </ns1:cxn>
              <ns1:cxn ang="0">
                <ns1:pos x="T44" y="T45"/>
              </ns1:cxn>
              <ns1:cxn ang="0">
                <ns1:pos x="T46" y="T47"/>
              </ns1:cxn>
              <ns1:cxn ang="0">
                <ns1:pos x="T48" y="T49"/>
              </ns1:cxn>
              <ns1:cxn ang="0">
                <ns1:pos x="T50" y="T51"/>
              </ns1:cxn>
              <ns1:cxn ang="0">
                <ns1:pos x="T52" y="T53"/>
              </ns1:cxn>
              <ns1:cxn ang="0">
                <ns1:pos x="T54" y="T55"/>
              </ns1:cxn>
              <ns1:cxn ang="0">
                <ns1:pos x="T56" y="T57"/>
              </ns1:cxn>
              <ns1:cxn ang="0">
                <ns1:pos x="T58" y="T59"/>
              </ns1:cxn>
              <ns1:cxn ang="0">
                <ns1:pos x="T60" y="T61"/>
              </ns1:cxn>
              <ns1:cxn ang="0">
                <ns1:pos x="T62" y="T63"/>
              </ns1:cxn>
              <ns1:cxn ang="0">
                <ns1:pos x="T64" y="T65"/>
              </ns1:cxn>
              <ns1:cxn ang="0">
                <ns1:pos x="T66" y="T67"/>
              </ns1:cxn>
              <ns1:cxn ang="0">
                <ns1:pos x="T68" y="T69"/>
              </ns1:cxn>
              <ns1:cxn ang="0">
                <ns1:pos x="T70" y="T71"/>
              </ns1:cxn>
              <ns1:cxn ang="0">
                <ns1:pos x="T72" y="T73"/>
              </ns1:cxn>
              <ns1:cxn ang="0">
                <ns1:pos x="T74" y="T75"/>
              </ns1:cxn>
            </ns1:cxnLst>
            <ns1:rect l="0" t="0" r="r" b="b"/>
            <ns1:pathLst>
              <ns1:path w="176" h="176">
                <ns1:moveTo>
                  <ns1:pt x="88" y="16"/>
                </ns1:moveTo>
                <ns1:cubicBezTo>
                  <ns1:pt x="48" y="16"/>
                  <ns1:pt x="16" y="48"/>
                  <ns1:pt x="16" y="88"/>
                </ns1:cubicBezTo>
                <ns1:cubicBezTo>
                  <ns1:pt x="16" y="128"/>
                  <ns1:pt x="48" y="160"/>
                  <ns1:pt x="88" y="160"/>
                </ns1:cubicBezTo>
                <ns1:cubicBezTo>
                  <ns1:pt x="128" y="160"/>
                  <ns1:pt x="160" y="128"/>
                  <ns1:pt x="160" y="88"/>
                </ns1:cubicBezTo>
                <ns1:cubicBezTo>
                  <ns1:pt x="160" y="48"/>
                  <ns1:pt x="128" y="16"/>
                  <ns1:pt x="88" y="16"/>
                </ns1:cubicBezTo>
                <ns1:moveTo>
                  <ns1:pt x="88" y="152"/>
                </ns1:moveTo>
                <ns1:cubicBezTo>
                  <ns1:pt x="53" y="152"/>
                  <ns1:pt x="24" y="123"/>
                  <ns1:pt x="24" y="88"/>
                </ns1:cubicBezTo>
                <ns1:cubicBezTo>
                  <ns1:pt x="24" y="53"/>
                  <ns1:pt x="53" y="24"/>
                  <ns1:pt x="88" y="24"/>
                </ns1:cubicBezTo>
                <ns1:cubicBezTo>
                  <ns1:pt x="123" y="24"/>
                  <ns1:pt x="152" y="53"/>
                  <ns1:pt x="152" y="88"/>
                </ns1:cubicBezTo>
                <ns1:cubicBezTo>
                  <ns1:pt x="152" y="123"/>
                  <ns1:pt x="123" y="152"/>
                  <ns1:pt x="88" y="152"/>
                </ns1:cubicBezTo>
                <ns1:moveTo>
                  <ns1:pt x="88" y="0"/>
                </ns1:moveTo>
                <ns1:cubicBezTo>
                  <ns1:pt x="39" y="0"/>
                  <ns1:pt x="0" y="39"/>
                  <ns1:pt x="0" y="88"/>
                </ns1:cubicBezTo>
                <ns1:cubicBezTo>
                  <ns1:pt x="0" y="137"/>
                  <ns1:pt x="39" y="176"/>
                  <ns1:pt x="88" y="176"/>
                </ns1:cubicBezTo>
                <ns1:cubicBezTo>
                  <ns1:pt x="137" y="176"/>
                  <ns1:pt x="176" y="137"/>
                  <ns1:pt x="176" y="88"/>
                </ns1:cubicBezTo>
                <ns1:cubicBezTo>
                  <ns1:pt x="176" y="39"/>
                  <ns1:pt x="137" y="0"/>
                  <ns1:pt x="88" y="0"/>
                </ns1:cubicBezTo>
                <ns1:moveTo>
                  <ns1:pt x="88" y="168"/>
                </ns1:moveTo>
                <ns1:cubicBezTo>
                  <ns1:pt x="44" y="168"/>
                  <ns1:pt x="8" y="132"/>
                  <ns1:pt x="8" y="88"/>
                </ns1:cubicBezTo>
                <ns1:cubicBezTo>
                  <ns1:pt x="8" y="44"/>
                  <ns1:pt x="44" y="8"/>
                  <ns1:pt x="88" y="8"/>
                </ns1:cubicBezTo>
                <ns1:cubicBezTo>
                  <ns1:pt x="132" y="8"/>
                  <ns1:pt x="168" y="44"/>
                  <ns1:pt x="168" y="88"/>
                </ns1:cubicBezTo>
                <ns1:cubicBezTo>
                  <ns1:pt x="168" y="132"/>
                  <ns1:pt x="132" y="168"/>
                  <ns1:pt x="88" y="168"/>
                </ns1:cubicBezTo>
                <ns1:moveTo>
                  <ns1:pt x="116" y="84"/>
                </ns1:moveTo>
                <ns1:cubicBezTo>
                  <ns1:pt x="103" y="84"/>
                  <ns1:pt x="103" y="84"/>
                  <ns1:pt x="103" y="84"/>
                </ns1:cubicBezTo>
                <ns1:cubicBezTo>
                  <ns1:pt x="102" y="78"/>
                  <ns1:pt x="98" y="74"/>
                  <ns1:pt x="92" y="73"/>
                </ns1:cubicBezTo>
                <ns1:cubicBezTo>
                  <ns1:pt x="92" y="44"/>
                  <ns1:pt x="92" y="44"/>
                  <ns1:pt x="92" y="44"/>
                </ns1:cubicBezTo>
                <ns1:cubicBezTo>
                  <ns1:pt x="92" y="42"/>
                  <ns1:pt x="90" y="40"/>
                  <ns1:pt x="88" y="40"/>
                </ns1:cubicBezTo>
                <ns1:cubicBezTo>
                  <ns1:pt x="86" y="40"/>
                  <ns1:pt x="84" y="42"/>
                  <ns1:pt x="84" y="44"/>
                </ns1:cubicBezTo>
                <ns1:cubicBezTo>
                  <ns1:pt x="84" y="73"/>
                  <ns1:pt x="84" y="73"/>
                  <ns1:pt x="84" y="73"/>
                </ns1:cubicBezTo>
                <ns1:cubicBezTo>
                  <ns1:pt x="77" y="74"/>
                  <ns1:pt x="72" y="81"/>
                  <ns1:pt x="72" y="88"/>
                </ns1:cubicBezTo>
                <ns1:cubicBezTo>
                  <ns1:pt x="72" y="97"/>
                  <ns1:pt x="79" y="104"/>
                  <ns1:pt x="88" y="104"/>
                </ns1:cubicBezTo>
                <ns1:cubicBezTo>
                  <ns1:pt x="95" y="104"/>
                  <ns1:pt x="102" y="99"/>
                  <ns1:pt x="103" y="92"/>
                </ns1:cubicBezTo>
                <ns1:cubicBezTo>
                  <ns1:pt x="116" y="92"/>
                  <ns1:pt x="116" y="92"/>
                  <ns1:pt x="116" y="92"/>
                </ns1:cubicBezTo>
                <ns1:cubicBezTo>
                  <ns1:pt x="118" y="92"/>
                  <ns1:pt x="120" y="90"/>
                  <ns1:pt x="120" y="88"/>
                </ns1:cubicBezTo>
                <ns1:cubicBezTo>
                  <ns1:pt x="120" y="86"/>
                  <ns1:pt x="118" y="84"/>
                  <ns1:pt x="116" y="84"/>
                </ns1:cubicBezTo>
                <ns1:moveTo>
                  <ns1:pt x="88" y="96"/>
                </ns1:moveTo>
                <ns1:cubicBezTo>
                  <ns1:pt x="84" y="96"/>
                  <ns1:pt x="80" y="92"/>
                  <ns1:pt x="80" y="88"/>
                </ns1:cubicBezTo>
                <ns1:cubicBezTo>
                  <ns1:pt x="80" y="84"/>
                  <ns1:pt x="84" y="80"/>
                  <ns1:pt x="88" y="80"/>
                </ns1:cubicBezTo>
                <ns1:cubicBezTo>
                  <ns1:pt x="92" y="80"/>
                  <ns1:pt x="96" y="84"/>
                  <ns1:pt x="96" y="88"/>
                </ns1:cubicBezTo>
                <ns1:cubicBezTo>
                  <ns1:pt x="96" y="92"/>
                  <ns1:pt x="92" y="96"/>
                  <ns1:pt x="88" y="96"/>
                </ns1:cubicBezTo>
              </ns1:path>
            </ns1:pathLst>
          </ns1:custGeom>
          <ns1:solidFill>
            <ns1:schemeClr val="tx1"/>
          </ns1:solidFill>
          <ns1:ln>
            <ns1:noFill/>
          </ns1:ln>
          <ns1:extLst/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en-US" sz="2700"/>
          </ns1:p>
        </ns0:txBody>
      </ns0:sp>
      <ns0:sp>
        <ns0:nvSpPr>
          <ns0:cNvPr id="14" name="Freeform 8"/>
          <ns0:cNvSpPr>
            <ns1:spLocks noEditPoints="1"/>
          </ns0:cNvSpPr>
          <ns0:nvPr/>
        </ns0:nvSpPr>
        <ns0:spPr bwMode="auto">
          <ns1:xfrm>
            <ns1:off x="5064126" y="212727"/>
            <ns1:ext cx="231775" cy="320675"/>
          </ns1:xfrm>
          <ns1:custGeom>
            <ns1:avLst/>
            <ns1:gdLst>
              <ns1:gd name="T0" fmla="*/ 64 w 128"/>
              <ns1:gd name="T1" fmla="*/ 104 h 176"/>
              <ns1:gd name="T2" fmla="*/ 48 w 128"/>
              <ns1:gd name="T3" fmla="*/ 120 h 176"/>
              <ns1:gd name="T4" fmla="*/ 52 w 128"/>
              <ns1:gd name="T5" fmla="*/ 131 h 176"/>
              <ns1:gd name="T6" fmla="*/ 52 w 128"/>
              <ns1:gd name="T7" fmla="*/ 132 h 176"/>
              <ns1:gd name="T8" fmla="*/ 64 w 128"/>
              <ns1:gd name="T9" fmla="*/ 144 h 176"/>
              <ns1:gd name="T10" fmla="*/ 76 w 128"/>
              <ns1:gd name="T11" fmla="*/ 132 h 176"/>
              <ns1:gd name="T12" fmla="*/ 76 w 128"/>
              <ns1:gd name="T13" fmla="*/ 131 h 176"/>
              <ns1:gd name="T14" fmla="*/ 80 w 128"/>
              <ns1:gd name="T15" fmla="*/ 120 h 176"/>
              <ns1:gd name="T16" fmla="*/ 64 w 128"/>
              <ns1:gd name="T17" fmla="*/ 104 h 176"/>
              <ns1:gd name="T18" fmla="*/ 68 w 128"/>
              <ns1:gd name="T19" fmla="*/ 127 h 176"/>
              <ns1:gd name="T20" fmla="*/ 68 w 128"/>
              <ns1:gd name="T21" fmla="*/ 132 h 176"/>
              <ns1:gd name="T22" fmla="*/ 64 w 128"/>
              <ns1:gd name="T23" fmla="*/ 136 h 176"/>
              <ns1:gd name="T24" fmla="*/ 60 w 128"/>
              <ns1:gd name="T25" fmla="*/ 132 h 176"/>
              <ns1:gd name="T26" fmla="*/ 60 w 128"/>
              <ns1:gd name="T27" fmla="*/ 127 h 176"/>
              <ns1:gd name="T28" fmla="*/ 56 w 128"/>
              <ns1:gd name="T29" fmla="*/ 120 h 176"/>
              <ns1:gd name="T30" fmla="*/ 64 w 128"/>
              <ns1:gd name="T31" fmla="*/ 112 h 176"/>
              <ns1:gd name="T32" fmla="*/ 72 w 128"/>
              <ns1:gd name="T33" fmla="*/ 120 h 176"/>
              <ns1:gd name="T34" fmla="*/ 68 w 128"/>
              <ns1:gd name="T35" fmla="*/ 127 h 176"/>
              <ns1:gd name="T36" fmla="*/ 112 w 128"/>
              <ns1:gd name="T37" fmla="*/ 72 h 176"/>
              <ns1:gd name="T38" fmla="*/ 112 w 128"/>
              <ns1:gd name="T39" fmla="*/ 48 h 176"/>
              <ns1:gd name="T40" fmla="*/ 64 w 128"/>
              <ns1:gd name="T41" fmla="*/ 0 h 176"/>
              <ns1:gd name="T42" fmla="*/ 16 w 128"/>
              <ns1:gd name="T43" fmla="*/ 48 h 176"/>
              <ns1:gd name="T44" fmla="*/ 16 w 128"/>
              <ns1:gd name="T45" fmla="*/ 72 h 176"/>
              <ns1:gd name="T46" fmla="*/ 0 w 128"/>
              <ns1:gd name="T47" fmla="*/ 88 h 176"/>
              <ns1:gd name="T48" fmla="*/ 0 w 128"/>
              <ns1:gd name="T49" fmla="*/ 160 h 176"/>
              <ns1:gd name="T50" fmla="*/ 16 w 128"/>
              <ns1:gd name="T51" fmla="*/ 176 h 176"/>
              <ns1:gd name="T52" fmla="*/ 112 w 128"/>
              <ns1:gd name="T53" fmla="*/ 176 h 176"/>
              <ns1:gd name="T54" fmla="*/ 128 w 128"/>
              <ns1:gd name="T55" fmla="*/ 160 h 176"/>
              <ns1:gd name="T56" fmla="*/ 128 w 128"/>
              <ns1:gd name="T57" fmla="*/ 88 h 176"/>
              <ns1:gd name="T58" fmla="*/ 112 w 128"/>
              <ns1:gd name="T59" fmla="*/ 72 h 176"/>
              <ns1:gd name="T60" fmla="*/ 24 w 128"/>
              <ns1:gd name="T61" fmla="*/ 48 h 176"/>
              <ns1:gd name="T62" fmla="*/ 64 w 128"/>
              <ns1:gd name="T63" fmla="*/ 8 h 176"/>
              <ns1:gd name="T64" fmla="*/ 104 w 128"/>
              <ns1:gd name="T65" fmla="*/ 48 h 176"/>
              <ns1:gd name="T66" fmla="*/ 104 w 128"/>
              <ns1:gd name="T67" fmla="*/ 72 h 176"/>
              <ns1:gd name="T68" fmla="*/ 24 w 128"/>
              <ns1:gd name="T69" fmla="*/ 72 h 176"/>
              <ns1:gd name="T70" fmla="*/ 24 w 128"/>
              <ns1:gd name="T71" fmla="*/ 48 h 176"/>
              <ns1:gd name="T72" fmla="*/ 120 w 128"/>
              <ns1:gd name="T73" fmla="*/ 160 h 176"/>
              <ns1:gd name="T74" fmla="*/ 112 w 128"/>
              <ns1:gd name="T75" fmla="*/ 168 h 176"/>
              <ns1:gd name="T76" fmla="*/ 16 w 128"/>
              <ns1:gd name="T77" fmla="*/ 168 h 176"/>
              <ns1:gd name="T78" fmla="*/ 8 w 128"/>
              <ns1:gd name="T79" fmla="*/ 160 h 176"/>
              <ns1:gd name="T80" fmla="*/ 8 w 128"/>
              <ns1:gd name="T81" fmla="*/ 88 h 176"/>
              <ns1:gd name="T82" fmla="*/ 16 w 128"/>
              <ns1:gd name="T83" fmla="*/ 80 h 176"/>
              <ns1:gd name="T84" fmla="*/ 112 w 128"/>
              <ns1:gd name="T85" fmla="*/ 80 h 176"/>
              <ns1:gd name="T86" fmla="*/ 120 w 128"/>
              <ns1:gd name="T87" fmla="*/ 88 h 176"/>
              <ns1:gd name="T88" fmla="*/ 120 w 128"/>
              <ns1:gd name="T89" fmla="*/ 160 h 176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  <ns1:cxn ang="0">
                <ns1:pos x="T32" y="T33"/>
              </ns1:cxn>
              <ns1:cxn ang="0">
                <ns1:pos x="T34" y="T35"/>
              </ns1:cxn>
              <ns1:cxn ang="0">
                <ns1:pos x="T36" y="T37"/>
              </ns1:cxn>
              <ns1:cxn ang="0">
                <ns1:pos x="T38" y="T39"/>
              </ns1:cxn>
              <ns1:cxn ang="0">
                <ns1:pos x="T40" y="T41"/>
              </ns1:cxn>
              <ns1:cxn ang="0">
                <ns1:pos x="T42" y="T43"/>
              </ns1:cxn>
              <ns1:cxn ang="0">
                <ns1:pos x="T44" y="T45"/>
              </ns1:cxn>
              <ns1:cxn ang="0">
                <ns1:pos x="T46" y="T47"/>
              </ns1:cxn>
              <ns1:cxn ang="0">
                <ns1:pos x="T48" y="T49"/>
              </ns1:cxn>
              <ns1:cxn ang="0">
                <ns1:pos x="T50" y="T51"/>
              </ns1:cxn>
              <ns1:cxn ang="0">
                <ns1:pos x="T52" y="T53"/>
              </ns1:cxn>
              <ns1:cxn ang="0">
                <ns1:pos x="T54" y="T55"/>
              </ns1:cxn>
              <ns1:cxn ang="0">
                <ns1:pos x="T56" y="T57"/>
              </ns1:cxn>
              <ns1:cxn ang="0">
                <ns1:pos x="T58" y="T59"/>
              </ns1:cxn>
              <ns1:cxn ang="0">
                <ns1:pos x="T60" y="T61"/>
              </ns1:cxn>
              <ns1:cxn ang="0">
                <ns1:pos x="T62" y="T63"/>
              </ns1:cxn>
              <ns1:cxn ang="0">
                <ns1:pos x="T64" y="T65"/>
              </ns1:cxn>
              <ns1:cxn ang="0">
                <ns1:pos x="T66" y="T67"/>
              </ns1:cxn>
              <ns1:cxn ang="0">
                <ns1:pos x="T68" y="T69"/>
              </ns1:cxn>
              <ns1:cxn ang="0">
                <ns1:pos x="T70" y="T71"/>
              </ns1:cxn>
              <ns1:cxn ang="0">
                <ns1:pos x="T72" y="T73"/>
              </ns1:cxn>
              <ns1:cxn ang="0">
                <ns1:pos x="T74" y="T75"/>
              </ns1:cxn>
              <ns1:cxn ang="0">
                <ns1:pos x="T76" y="T77"/>
              </ns1:cxn>
              <ns1:cxn ang="0">
                <ns1:pos x="T78" y="T79"/>
              </ns1:cxn>
              <ns1:cxn ang="0">
                <ns1:pos x="T80" y="T81"/>
              </ns1:cxn>
              <ns1:cxn ang="0">
                <ns1:pos x="T82" y="T83"/>
              </ns1:cxn>
              <ns1:cxn ang="0">
                <ns1:pos x="T84" y="T85"/>
              </ns1:cxn>
              <ns1:cxn ang="0">
                <ns1:pos x="T86" y="T87"/>
              </ns1:cxn>
              <ns1:cxn ang="0">
                <ns1:pos x="T88" y="T89"/>
              </ns1:cxn>
            </ns1:cxnLst>
            <ns1:rect l="0" t="0" r="r" b="b"/>
            <ns1:pathLst>
              <ns1:path w="128" h="176">
                <ns1:moveTo>
                  <ns1:pt x="64" y="104"/>
                </ns1:moveTo>
                <ns1:cubicBezTo>
                  <ns1:pt x="55" y="104"/>
                  <ns1:pt x="48" y="111"/>
                  <ns1:pt x="48" y="120"/>
                </ns1:cubicBezTo>
                <ns1:cubicBezTo>
                  <ns1:pt x="48" y="124"/>
                  <ns1:pt x="50" y="128"/>
                  <ns1:pt x="52" y="131"/>
                </ns1:cubicBezTo>
                <ns1:cubicBezTo>
                  <ns1:pt x="52" y="131"/>
                  <ns1:pt x="52" y="132"/>
                  <ns1:pt x="52" y="132"/>
                </ns1:cubicBezTo>
                <ns1:cubicBezTo>
                  <ns1:pt x="52" y="139"/>
                  <ns1:pt x="57" y="144"/>
                  <ns1:pt x="64" y="144"/>
                </ns1:cubicBezTo>
                <ns1:cubicBezTo>
                  <ns1:pt x="71" y="144"/>
                  <ns1:pt x="76" y="139"/>
                  <ns1:pt x="76" y="132"/>
                </ns1:cubicBezTo>
                <ns1:cubicBezTo>
                  <ns1:pt x="76" y="132"/>
                  <ns1:pt x="76" y="131"/>
                  <ns1:pt x="76" y="131"/>
                </ns1:cubicBezTo>
                <ns1:cubicBezTo>
                  <ns1:pt x="78" y="128"/>
                  <ns1:pt x="80" y="124"/>
                  <ns1:pt x="80" y="120"/>
                </ns1:cubicBezTo>
                <ns1:cubicBezTo>
                  <ns1:pt x="80" y="111"/>
                  <ns1:pt x="73" y="104"/>
                  <ns1:pt x="64" y="104"/>
                </ns1:cubicBezTo>
                <ns1:moveTo>
                  <ns1:pt x="68" y="127"/>
                </ns1:moveTo>
                <ns1:cubicBezTo>
                  <ns1:pt x="68" y="132"/>
                  <ns1:pt x="68" y="132"/>
                  <ns1:pt x="68" y="132"/>
                </ns1:cubicBezTo>
                <ns1:cubicBezTo>
                  <ns1:pt x="68" y="134"/>
                  <ns1:pt x="66" y="136"/>
                  <ns1:pt x="64" y="136"/>
                </ns1:cubicBezTo>
                <ns1:cubicBezTo>
                  <ns1:pt x="62" y="136"/>
                  <ns1:pt x="60" y="134"/>
                  <ns1:pt x="60" y="132"/>
                </ns1:cubicBezTo>
                <ns1:cubicBezTo>
                  <ns1:pt x="60" y="127"/>
                  <ns1:pt x="60" y="127"/>
                  <ns1:pt x="60" y="127"/>
                </ns1:cubicBezTo>
                <ns1:cubicBezTo>
                  <ns1:pt x="58" y="126"/>
                  <ns1:pt x="56" y="123"/>
                  <ns1:pt x="56" y="120"/>
                </ns1:cubicBezTo>
                <ns1:cubicBezTo>
                  <ns1:pt x="56" y="116"/>
                  <ns1:pt x="60" y="112"/>
                  <ns1:pt x="64" y="112"/>
                </ns1:cubicBezTo>
                <ns1:cubicBezTo>
                  <ns1:pt x="68" y="112"/>
                  <ns1:pt x="72" y="116"/>
                  <ns1:pt x="72" y="120"/>
                </ns1:cubicBezTo>
                <ns1:cubicBezTo>
                  <ns1:pt x="72" y="123"/>
                  <ns1:pt x="70" y="126"/>
                  <ns1:pt x="68" y="127"/>
                </ns1:cubicBezTo>
                <ns1:moveTo>
                  <ns1:pt x="112" y="72"/>
                </ns1:moveTo>
                <ns1:cubicBezTo>
                  <ns1:pt x="112" y="48"/>
                  <ns1:pt x="112" y="48"/>
                  <ns1:pt x="112" y="48"/>
                </ns1:cubicBezTo>
                <ns1:cubicBezTo>
                  <ns1:pt x="112" y="21"/>
                  <ns1:pt x="91" y="0"/>
                  <ns1:pt x="64" y="0"/>
                </ns1:cubicBezTo>
                <ns1:cubicBezTo>
                  <ns1:pt x="37" y="0"/>
                  <ns1:pt x="16" y="21"/>
                  <ns1:pt x="16" y="48"/>
                </ns1:cubicBezTo>
                <ns1:cubicBezTo>
                  <ns1:pt x="16" y="72"/>
                  <ns1:pt x="16" y="72"/>
                  <ns1:pt x="16" y="72"/>
                </ns1:cubicBezTo>
                <ns1:cubicBezTo>
                  <ns1:pt x="7" y="72"/>
                  <ns1:pt x="0" y="79"/>
                  <ns1:pt x="0" y="88"/>
                </ns1:cubicBezTo>
                <ns1:cubicBezTo>
                  <ns1:pt x="0" y="160"/>
                  <ns1:pt x="0" y="160"/>
                  <ns1:pt x="0" y="160"/>
                </ns1:cubicBezTo>
                <ns1:cubicBezTo>
                  <ns1:pt x="0" y="169"/>
                  <ns1:pt x="7" y="176"/>
                  <ns1:pt x="16" y="176"/>
                </ns1:cubicBezTo>
                <ns1:cubicBezTo>
                  <ns1:pt x="112" y="176"/>
                  <ns1:pt x="112" y="176"/>
                  <ns1:pt x="112" y="176"/>
                </ns1:cubicBezTo>
                <ns1:cubicBezTo>
                  <ns1:pt x="121" y="176"/>
                  <ns1:pt x="128" y="169"/>
                  <ns1:pt x="128" y="160"/>
                </ns1:cubicBezTo>
                <ns1:cubicBezTo>
                  <ns1:pt x="128" y="88"/>
                  <ns1:pt x="128" y="88"/>
                  <ns1:pt x="128" y="88"/>
                </ns1:cubicBezTo>
                <ns1:cubicBezTo>
                  <ns1:pt x="128" y="79"/>
                  <ns1:pt x="121" y="72"/>
                  <ns1:pt x="112" y="72"/>
                </ns1:cubicBezTo>
                <ns1:moveTo>
                  <ns1:pt x="24" y="48"/>
                </ns1:moveTo>
                <ns1:cubicBezTo>
                  <ns1:pt x="24" y="26"/>
                  <ns1:pt x="42" y="8"/>
                  <ns1:pt x="64" y="8"/>
                </ns1:cubicBezTo>
                <ns1:cubicBezTo>
                  <ns1:pt x="86" y="8"/>
                  <ns1:pt x="104" y="26"/>
                  <ns1:pt x="104" y="48"/>
                </ns1:cubicBezTo>
                <ns1:cubicBezTo>
                  <ns1:pt x="104" y="72"/>
                  <ns1:pt x="104" y="72"/>
                  <ns1:pt x="104" y="72"/>
                </ns1:cubicBezTo>
                <ns1:cubicBezTo>
                  <ns1:pt x="24" y="72"/>
                  <ns1:pt x="24" y="72"/>
                  <ns1:pt x="24" y="72"/>
                </ns1:cubicBezTo>
                <ns1:lnTo>
                  <ns1:pt x="24" y="48"/>
                </ns1:lnTo>
                <ns1:close/>
                <ns1:moveTo>
                  <ns1:pt x="120" y="160"/>
                </ns1:moveTo>
                <ns1:cubicBezTo>
                  <ns1:pt x="120" y="164"/>
                  <ns1:pt x="116" y="168"/>
                  <ns1:pt x="112" y="168"/>
                </ns1:cubicBezTo>
                <ns1:cubicBezTo>
                  <ns1:pt x="16" y="168"/>
                  <ns1:pt x="16" y="168"/>
                  <ns1:pt x="16" y="168"/>
                </ns1:cubicBezTo>
                <ns1:cubicBezTo>
                  <ns1:pt x="12" y="168"/>
                  <ns1:pt x="8" y="164"/>
                  <ns1:pt x="8" y="160"/>
                </ns1:cubicBezTo>
                <ns1:cubicBezTo>
                  <ns1:pt x="8" y="88"/>
                  <ns1:pt x="8" y="88"/>
                  <ns1:pt x="8" y="88"/>
                </ns1:cubicBezTo>
                <ns1:cubicBezTo>
                  <ns1:pt x="8" y="84"/>
                  <ns1:pt x="12" y="80"/>
                  <ns1:pt x="16" y="80"/>
                </ns1:cubicBezTo>
                <ns1:cubicBezTo>
                  <ns1:pt x="112" y="80"/>
                  <ns1:pt x="112" y="80"/>
                  <ns1:pt x="112" y="80"/>
                </ns1:cubicBezTo>
                <ns1:cubicBezTo>
                  <ns1:pt x="116" y="80"/>
                  <ns1:pt x="120" y="84"/>
                  <ns1:pt x="120" y="88"/>
                </ns1:cubicBezTo>
                <ns1:lnTo>
                  <ns1:pt x="120" y="160"/>
                </ns1:lnTo>
                <ns1:close/>
              </ns1:path>
            </ns1:pathLst>
          </ns1:custGeom>
          <ns1:solidFill>
            <ns1:schemeClr val="tx1"/>
          </ns1:solidFill>
          <ns1:ln>
            <ns1:noFill/>
          </ns1:ln>
          <ns1:extLst/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en-US" sz="2700"/>
          </ns1:p>
        </ns0:txBody>
      </ns0:sp>
      <ns0:sp>
        <ns0:nvSpPr>
          <ns0:cNvPr id="15" name="Freeform 9"/>
          <ns0:cNvSpPr>
            <ns1:spLocks noEditPoints="1"/>
          </ns0:cNvSpPr>
          <ns0:nvPr/>
        </ns0:nvSpPr>
        <ns0:spPr bwMode="auto">
          <ns1:xfrm>
            <ns1:off x="5675314" y="212727"/>
            <ns1:ext cx="231775" cy="320675"/>
          </ns1:xfrm>
          <ns1:custGeom>
            <ns1:avLst/>
            <ns1:gdLst>
              <ns1:gd name="T0" fmla="*/ 112 w 128"/>
              <ns1:gd name="T1" fmla="*/ 72 h 176"/>
              <ns1:gd name="T2" fmla="*/ 112 w 128"/>
              <ns1:gd name="T3" fmla="*/ 48 h 176"/>
              <ns1:gd name="T4" fmla="*/ 64 w 128"/>
              <ns1:gd name="T5" fmla="*/ 0 h 176"/>
              <ns1:gd name="T6" fmla="*/ 16 w 128"/>
              <ns1:gd name="T7" fmla="*/ 48 h 176"/>
              <ns1:gd name="T8" fmla="*/ 20 w 128"/>
              <ns1:gd name="T9" fmla="*/ 52 h 176"/>
              <ns1:gd name="T10" fmla="*/ 24 w 128"/>
              <ns1:gd name="T11" fmla="*/ 48 h 176"/>
              <ns1:gd name="T12" fmla="*/ 64 w 128"/>
              <ns1:gd name="T13" fmla="*/ 8 h 176"/>
              <ns1:gd name="T14" fmla="*/ 104 w 128"/>
              <ns1:gd name="T15" fmla="*/ 48 h 176"/>
              <ns1:gd name="T16" fmla="*/ 104 w 128"/>
              <ns1:gd name="T17" fmla="*/ 72 h 176"/>
              <ns1:gd name="T18" fmla="*/ 16 w 128"/>
              <ns1:gd name="T19" fmla="*/ 72 h 176"/>
              <ns1:gd name="T20" fmla="*/ 0 w 128"/>
              <ns1:gd name="T21" fmla="*/ 88 h 176"/>
              <ns1:gd name="T22" fmla="*/ 0 w 128"/>
              <ns1:gd name="T23" fmla="*/ 160 h 176"/>
              <ns1:gd name="T24" fmla="*/ 16 w 128"/>
              <ns1:gd name="T25" fmla="*/ 176 h 176"/>
              <ns1:gd name="T26" fmla="*/ 112 w 128"/>
              <ns1:gd name="T27" fmla="*/ 176 h 176"/>
              <ns1:gd name="T28" fmla="*/ 128 w 128"/>
              <ns1:gd name="T29" fmla="*/ 160 h 176"/>
              <ns1:gd name="T30" fmla="*/ 128 w 128"/>
              <ns1:gd name="T31" fmla="*/ 88 h 176"/>
              <ns1:gd name="T32" fmla="*/ 112 w 128"/>
              <ns1:gd name="T33" fmla="*/ 72 h 176"/>
              <ns1:gd name="T34" fmla="*/ 120 w 128"/>
              <ns1:gd name="T35" fmla="*/ 160 h 176"/>
              <ns1:gd name="T36" fmla="*/ 112 w 128"/>
              <ns1:gd name="T37" fmla="*/ 168 h 176"/>
              <ns1:gd name="T38" fmla="*/ 16 w 128"/>
              <ns1:gd name="T39" fmla="*/ 168 h 176"/>
              <ns1:gd name="T40" fmla="*/ 8 w 128"/>
              <ns1:gd name="T41" fmla="*/ 160 h 176"/>
              <ns1:gd name="T42" fmla="*/ 8 w 128"/>
              <ns1:gd name="T43" fmla="*/ 88 h 176"/>
              <ns1:gd name="T44" fmla="*/ 16 w 128"/>
              <ns1:gd name="T45" fmla="*/ 80 h 176"/>
              <ns1:gd name="T46" fmla="*/ 112 w 128"/>
              <ns1:gd name="T47" fmla="*/ 80 h 176"/>
              <ns1:gd name="T48" fmla="*/ 120 w 128"/>
              <ns1:gd name="T49" fmla="*/ 88 h 176"/>
              <ns1:gd name="T50" fmla="*/ 120 w 128"/>
              <ns1:gd name="T51" fmla="*/ 160 h 176"/>
              <ns1:gd name="T52" fmla="*/ 64 w 128"/>
              <ns1:gd name="T53" fmla="*/ 104 h 176"/>
              <ns1:gd name="T54" fmla="*/ 48 w 128"/>
              <ns1:gd name="T55" fmla="*/ 120 h 176"/>
              <ns1:gd name="T56" fmla="*/ 52 w 128"/>
              <ns1:gd name="T57" fmla="*/ 131 h 176"/>
              <ns1:gd name="T58" fmla="*/ 52 w 128"/>
              <ns1:gd name="T59" fmla="*/ 132 h 176"/>
              <ns1:gd name="T60" fmla="*/ 64 w 128"/>
              <ns1:gd name="T61" fmla="*/ 144 h 176"/>
              <ns1:gd name="T62" fmla="*/ 76 w 128"/>
              <ns1:gd name="T63" fmla="*/ 132 h 176"/>
              <ns1:gd name="T64" fmla="*/ 76 w 128"/>
              <ns1:gd name="T65" fmla="*/ 131 h 176"/>
              <ns1:gd name="T66" fmla="*/ 80 w 128"/>
              <ns1:gd name="T67" fmla="*/ 120 h 176"/>
              <ns1:gd name="T68" fmla="*/ 64 w 128"/>
              <ns1:gd name="T69" fmla="*/ 104 h 176"/>
              <ns1:gd name="T70" fmla="*/ 68 w 128"/>
              <ns1:gd name="T71" fmla="*/ 127 h 176"/>
              <ns1:gd name="T72" fmla="*/ 68 w 128"/>
              <ns1:gd name="T73" fmla="*/ 132 h 176"/>
              <ns1:gd name="T74" fmla="*/ 64 w 128"/>
              <ns1:gd name="T75" fmla="*/ 136 h 176"/>
              <ns1:gd name="T76" fmla="*/ 60 w 128"/>
              <ns1:gd name="T77" fmla="*/ 132 h 176"/>
              <ns1:gd name="T78" fmla="*/ 60 w 128"/>
              <ns1:gd name="T79" fmla="*/ 127 h 176"/>
              <ns1:gd name="T80" fmla="*/ 56 w 128"/>
              <ns1:gd name="T81" fmla="*/ 120 h 176"/>
              <ns1:gd name="T82" fmla="*/ 64 w 128"/>
              <ns1:gd name="T83" fmla="*/ 112 h 176"/>
              <ns1:gd name="T84" fmla="*/ 72 w 128"/>
              <ns1:gd name="T85" fmla="*/ 120 h 176"/>
              <ns1:gd name="T86" fmla="*/ 68 w 128"/>
              <ns1:gd name="T87" fmla="*/ 127 h 176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  <ns1:cxn ang="0">
                <ns1:pos x="T32" y="T33"/>
              </ns1:cxn>
              <ns1:cxn ang="0">
                <ns1:pos x="T34" y="T35"/>
              </ns1:cxn>
              <ns1:cxn ang="0">
                <ns1:pos x="T36" y="T37"/>
              </ns1:cxn>
              <ns1:cxn ang="0">
                <ns1:pos x="T38" y="T39"/>
              </ns1:cxn>
              <ns1:cxn ang="0">
                <ns1:pos x="T40" y="T41"/>
              </ns1:cxn>
              <ns1:cxn ang="0">
                <ns1:pos x="T42" y="T43"/>
              </ns1:cxn>
              <ns1:cxn ang="0">
                <ns1:pos x="T44" y="T45"/>
              </ns1:cxn>
              <ns1:cxn ang="0">
                <ns1:pos x="T46" y="T47"/>
              </ns1:cxn>
              <ns1:cxn ang="0">
                <ns1:pos x="T48" y="T49"/>
              </ns1:cxn>
              <ns1:cxn ang="0">
                <ns1:pos x="T50" y="T51"/>
              </ns1:cxn>
              <ns1:cxn ang="0">
                <ns1:pos x="T52" y="T53"/>
              </ns1:cxn>
              <ns1:cxn ang="0">
                <ns1:pos x="T54" y="T55"/>
              </ns1:cxn>
              <ns1:cxn ang="0">
                <ns1:pos x="T56" y="T57"/>
              </ns1:cxn>
              <ns1:cxn ang="0">
                <ns1:pos x="T58" y="T59"/>
              </ns1:cxn>
              <ns1:cxn ang="0">
                <ns1:pos x="T60" y="T61"/>
              </ns1:cxn>
              <ns1:cxn ang="0">
                <ns1:pos x="T62" y="T63"/>
              </ns1:cxn>
              <ns1:cxn ang="0">
                <ns1:pos x="T64" y="T65"/>
              </ns1:cxn>
              <ns1:cxn ang="0">
                <ns1:pos x="T66" y="T67"/>
              </ns1:cxn>
              <ns1:cxn ang="0">
                <ns1:pos x="T68" y="T69"/>
              </ns1:cxn>
              <ns1:cxn ang="0">
                <ns1:pos x="T70" y="T71"/>
              </ns1:cxn>
              <ns1:cxn ang="0">
                <ns1:pos x="T72" y="T73"/>
              </ns1:cxn>
              <ns1:cxn ang="0">
                <ns1:pos x="T74" y="T75"/>
              </ns1:cxn>
              <ns1:cxn ang="0">
                <ns1:pos x="T76" y="T77"/>
              </ns1:cxn>
              <ns1:cxn ang="0">
                <ns1:pos x="T78" y="T79"/>
              </ns1:cxn>
              <ns1:cxn ang="0">
                <ns1:pos x="T80" y="T81"/>
              </ns1:cxn>
              <ns1:cxn ang="0">
                <ns1:pos x="T82" y="T83"/>
              </ns1:cxn>
              <ns1:cxn ang="0">
                <ns1:pos x="T84" y="T85"/>
              </ns1:cxn>
              <ns1:cxn ang="0">
                <ns1:pos x="T86" y="T87"/>
              </ns1:cxn>
            </ns1:cxnLst>
            <ns1:rect l="0" t="0" r="r" b="b"/>
            <ns1:pathLst>
              <ns1:path w="128" h="176">
                <ns1:moveTo>
                  <ns1:pt x="112" y="72"/>
                </ns1:moveTo>
                <ns1:cubicBezTo>
                  <ns1:pt x="112" y="48"/>
                  <ns1:pt x="112" y="48"/>
                  <ns1:pt x="112" y="48"/>
                </ns1:cubicBezTo>
                <ns1:cubicBezTo>
                  <ns1:pt x="112" y="21"/>
                  <ns1:pt x="91" y="0"/>
                  <ns1:pt x="64" y="0"/>
                </ns1:cubicBezTo>
                <ns1:cubicBezTo>
                  <ns1:pt x="37" y="0"/>
                  <ns1:pt x="16" y="21"/>
                  <ns1:pt x="16" y="48"/>
                </ns1:cubicBezTo>
                <ns1:cubicBezTo>
                  <ns1:pt x="16" y="50"/>
                  <ns1:pt x="18" y="52"/>
                  <ns1:pt x="20" y="52"/>
                </ns1:cubicBezTo>
                <ns1:cubicBezTo>
                  <ns1:pt x="22" y="52"/>
                  <ns1:pt x="24" y="50"/>
                  <ns1:pt x="24" y="48"/>
                </ns1:cubicBezTo>
                <ns1:cubicBezTo>
                  <ns1:pt x="24" y="26"/>
                  <ns1:pt x="42" y="8"/>
                  <ns1:pt x="64" y="8"/>
                </ns1:cubicBezTo>
                <ns1:cubicBezTo>
                  <ns1:pt x="86" y="8"/>
                  <ns1:pt x="104" y="26"/>
                  <ns1:pt x="104" y="48"/>
                </ns1:cubicBezTo>
                <ns1:cubicBezTo>
                  <ns1:pt x="104" y="72"/>
                  <ns1:pt x="104" y="72"/>
                  <ns1:pt x="104" y="72"/>
                </ns1:cubicBezTo>
                <ns1:cubicBezTo>
                  <ns1:pt x="16" y="72"/>
                  <ns1:pt x="16" y="72"/>
                  <ns1:pt x="16" y="72"/>
                </ns1:cubicBezTo>
                <ns1:cubicBezTo>
                  <ns1:pt x="7" y="72"/>
                  <ns1:pt x="0" y="79"/>
                  <ns1:pt x="0" y="88"/>
                </ns1:cubicBezTo>
                <ns1:cubicBezTo>
                  <ns1:pt x="0" y="160"/>
                  <ns1:pt x="0" y="160"/>
                  <ns1:pt x="0" y="160"/>
                </ns1:cubicBezTo>
                <ns1:cubicBezTo>
                  <ns1:pt x="0" y="169"/>
                  <ns1:pt x="7" y="176"/>
                  <ns1:pt x="16" y="176"/>
                </ns1:cubicBezTo>
                <ns1:cubicBezTo>
                  <ns1:pt x="112" y="176"/>
                  <ns1:pt x="112" y="176"/>
                  <ns1:pt x="112" y="176"/>
                </ns1:cubicBezTo>
                <ns1:cubicBezTo>
                  <ns1:pt x="121" y="176"/>
                  <ns1:pt x="128" y="169"/>
                  <ns1:pt x="128" y="160"/>
                </ns1:cubicBezTo>
                <ns1:cubicBezTo>
                  <ns1:pt x="128" y="88"/>
                  <ns1:pt x="128" y="88"/>
                  <ns1:pt x="128" y="88"/>
                </ns1:cubicBezTo>
                <ns1:cubicBezTo>
                  <ns1:pt x="128" y="79"/>
                  <ns1:pt x="121" y="72"/>
                  <ns1:pt x="112" y="72"/>
                </ns1:cubicBezTo>
                <ns1:moveTo>
                  <ns1:pt x="120" y="160"/>
                </ns1:moveTo>
                <ns1:cubicBezTo>
                  <ns1:pt x="120" y="164"/>
                  <ns1:pt x="116" y="168"/>
                  <ns1:pt x="112" y="168"/>
                </ns1:cubicBezTo>
                <ns1:cubicBezTo>
                  <ns1:pt x="16" y="168"/>
                  <ns1:pt x="16" y="168"/>
                  <ns1:pt x="16" y="168"/>
                </ns1:cubicBezTo>
                <ns1:cubicBezTo>
                  <ns1:pt x="12" y="168"/>
                  <ns1:pt x="8" y="164"/>
                  <ns1:pt x="8" y="160"/>
                </ns1:cubicBezTo>
                <ns1:cubicBezTo>
                  <ns1:pt x="8" y="88"/>
                  <ns1:pt x="8" y="88"/>
                  <ns1:pt x="8" y="88"/>
                </ns1:cubicBezTo>
                <ns1:cubicBezTo>
                  <ns1:pt x="8" y="84"/>
                  <ns1:pt x="12" y="80"/>
                  <ns1:pt x="16" y="80"/>
                </ns1:cubicBezTo>
                <ns1:cubicBezTo>
                  <ns1:pt x="112" y="80"/>
                  <ns1:pt x="112" y="80"/>
                  <ns1:pt x="112" y="80"/>
                </ns1:cubicBezTo>
                <ns1:cubicBezTo>
                  <ns1:pt x="116" y="80"/>
                  <ns1:pt x="120" y="84"/>
                  <ns1:pt x="120" y="88"/>
                </ns1:cubicBezTo>
                <ns1:lnTo>
                  <ns1:pt x="120" y="160"/>
                </ns1:lnTo>
                <ns1:close/>
                <ns1:moveTo>
                  <ns1:pt x="64" y="104"/>
                </ns1:moveTo>
                <ns1:cubicBezTo>
                  <ns1:pt x="55" y="104"/>
                  <ns1:pt x="48" y="111"/>
                  <ns1:pt x="48" y="120"/>
                </ns1:cubicBezTo>
                <ns1:cubicBezTo>
                  <ns1:pt x="48" y="124"/>
                  <ns1:pt x="50" y="128"/>
                  <ns1:pt x="52" y="131"/>
                </ns1:cubicBezTo>
                <ns1:cubicBezTo>
                  <ns1:pt x="52" y="131"/>
                  <ns1:pt x="52" y="132"/>
                  <ns1:pt x="52" y="132"/>
                </ns1:cubicBezTo>
                <ns1:cubicBezTo>
                  <ns1:pt x="52" y="139"/>
                  <ns1:pt x="57" y="144"/>
                  <ns1:pt x="64" y="144"/>
                </ns1:cubicBezTo>
                <ns1:cubicBezTo>
                  <ns1:pt x="71" y="144"/>
                  <ns1:pt x="76" y="139"/>
                  <ns1:pt x="76" y="132"/>
                </ns1:cubicBezTo>
                <ns1:cubicBezTo>
                  <ns1:pt x="76" y="132"/>
                  <ns1:pt x="76" y="131"/>
                  <ns1:pt x="76" y="131"/>
                </ns1:cubicBezTo>
                <ns1:cubicBezTo>
                  <ns1:pt x="78" y="128"/>
                  <ns1:pt x="80" y="124"/>
                  <ns1:pt x="80" y="120"/>
                </ns1:cubicBezTo>
                <ns1:cubicBezTo>
                  <ns1:pt x="80" y="111"/>
                  <ns1:pt x="73" y="104"/>
                  <ns1:pt x="64" y="104"/>
                </ns1:cubicBezTo>
                <ns1:moveTo>
                  <ns1:pt x="68" y="127"/>
                </ns1:moveTo>
                <ns1:cubicBezTo>
                  <ns1:pt x="68" y="132"/>
                  <ns1:pt x="68" y="132"/>
                  <ns1:pt x="68" y="132"/>
                </ns1:cubicBezTo>
                <ns1:cubicBezTo>
                  <ns1:pt x="68" y="134"/>
                  <ns1:pt x="66" y="136"/>
                  <ns1:pt x="64" y="136"/>
                </ns1:cubicBezTo>
                <ns1:cubicBezTo>
                  <ns1:pt x="62" y="136"/>
                  <ns1:pt x="60" y="134"/>
                  <ns1:pt x="60" y="132"/>
                </ns1:cubicBezTo>
                <ns1:cubicBezTo>
                  <ns1:pt x="60" y="127"/>
                  <ns1:pt x="60" y="127"/>
                  <ns1:pt x="60" y="127"/>
                </ns1:cubicBezTo>
                <ns1:cubicBezTo>
                  <ns1:pt x="58" y="126"/>
                  <ns1:pt x="56" y="123"/>
                  <ns1:pt x="56" y="120"/>
                </ns1:cubicBezTo>
                <ns1:cubicBezTo>
                  <ns1:pt x="56" y="116"/>
                  <ns1:pt x="60" y="112"/>
                  <ns1:pt x="64" y="112"/>
                </ns1:cubicBezTo>
                <ns1:cubicBezTo>
                  <ns1:pt x="68" y="112"/>
                  <ns1:pt x="72" y="116"/>
                  <ns1:pt x="72" y="120"/>
                </ns1:cubicBezTo>
                <ns1:cubicBezTo>
                  <ns1:pt x="72" y="123"/>
                  <ns1:pt x="70" y="126"/>
                  <ns1:pt x="68" y="127"/>
                </ns1:cubicBezTo>
              </ns1:path>
            </ns1:pathLst>
          </ns1:custGeom>
          <ns1:solidFill>
            <ns1:schemeClr val="tx1"/>
          </ns1:solidFill>
          <ns1:ln>
            <ns1:noFill/>
          </ns1:ln>
          <ns1:extLst/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en-US" sz="2700"/>
          </ns1:p>
        </ns0:txBody>
      </ns0:sp>
      <ns0:sp>
        <ns0:nvSpPr>
          <ns0:cNvPr id="16" name="Freeform 10"/>
          <ns0:cNvSpPr>
            <ns1:spLocks noEditPoints="1"/>
          </ns0:cNvSpPr>
          <ns0:nvPr/>
        </ns0:nvSpPr>
        <ns0:spPr bwMode="auto">
          <ns1:xfrm>
            <ns1:off x="6883400" y="212727"/>
            <ns1:ext cx="261938" cy="320675"/>
          </ns1:xfrm>
          <ns1:custGeom>
            <ns1:avLst/>
            <ns1:gdLst>
              <ns1:gd name="T0" fmla="*/ 24 w 144"/>
              <ns1:gd name="T1" fmla="*/ 0 h 176"/>
              <ns1:gd name="T2" fmla="*/ 8 w 144"/>
              <ns1:gd name="T3" fmla="*/ 24 h 176"/>
              <ns1:gd name="T4" fmla="*/ 0 w 144"/>
              <ns1:gd name="T5" fmla="*/ 28 h 176"/>
              <ns1:gd name="T6" fmla="*/ 8 w 144"/>
              <ns1:gd name="T7" fmla="*/ 32 h 176"/>
              <ns1:gd name="T8" fmla="*/ 4 w 144"/>
              <ns1:gd name="T9" fmla="*/ 48 h 176"/>
              <ns1:gd name="T10" fmla="*/ 4 w 144"/>
              <ns1:gd name="T11" fmla="*/ 56 h 176"/>
              <ns1:gd name="T12" fmla="*/ 8 w 144"/>
              <ns1:gd name="T13" fmla="*/ 72 h 176"/>
              <ns1:gd name="T14" fmla="*/ 0 w 144"/>
              <ns1:gd name="T15" fmla="*/ 76 h 176"/>
              <ns1:gd name="T16" fmla="*/ 8 w 144"/>
              <ns1:gd name="T17" fmla="*/ 80 h 176"/>
              <ns1:gd name="T18" fmla="*/ 4 w 144"/>
              <ns1:gd name="T19" fmla="*/ 96 h 176"/>
              <ns1:gd name="T20" fmla="*/ 4 w 144"/>
              <ns1:gd name="T21" fmla="*/ 104 h 176"/>
              <ns1:gd name="T22" fmla="*/ 8 w 144"/>
              <ns1:gd name="T23" fmla="*/ 120 h 176"/>
              <ns1:gd name="T24" fmla="*/ 0 w 144"/>
              <ns1:gd name="T25" fmla="*/ 124 h 176"/>
              <ns1:gd name="T26" fmla="*/ 8 w 144"/>
              <ns1:gd name="T27" fmla="*/ 128 h 176"/>
              <ns1:gd name="T28" fmla="*/ 4 w 144"/>
              <ns1:gd name="T29" fmla="*/ 144 h 176"/>
              <ns1:gd name="T30" fmla="*/ 4 w 144"/>
              <ns1:gd name="T31" fmla="*/ 152 h 176"/>
              <ns1:gd name="T32" fmla="*/ 8 w 144"/>
              <ns1:gd name="T33" fmla="*/ 160 h 176"/>
              <ns1:gd name="T34" fmla="*/ 128 w 144"/>
              <ns1:gd name="T35" fmla="*/ 176 h 176"/>
              <ns1:gd name="T36" fmla="*/ 144 w 144"/>
              <ns1:gd name="T37" fmla="*/ 16 h 176"/>
              <ns1:gd name="T38" fmla="*/ 40 w 144"/>
              <ns1:gd name="T39" fmla="*/ 168 h 176"/>
              <ns1:gd name="T40" fmla="*/ 16 w 144"/>
              <ns1:gd name="T41" fmla="*/ 160 h 176"/>
              <ns1:gd name="T42" fmla="*/ 20 w 144"/>
              <ns1:gd name="T43" fmla="*/ 152 h 176"/>
              <ns1:gd name="T44" fmla="*/ 20 w 144"/>
              <ns1:gd name="T45" fmla="*/ 144 h 176"/>
              <ns1:gd name="T46" fmla="*/ 16 w 144"/>
              <ns1:gd name="T47" fmla="*/ 128 h 176"/>
              <ns1:gd name="T48" fmla="*/ 24 w 144"/>
              <ns1:gd name="T49" fmla="*/ 124 h 176"/>
              <ns1:gd name="T50" fmla="*/ 16 w 144"/>
              <ns1:gd name="T51" fmla="*/ 120 h 176"/>
              <ns1:gd name="T52" fmla="*/ 20 w 144"/>
              <ns1:gd name="T53" fmla="*/ 104 h 176"/>
              <ns1:gd name="T54" fmla="*/ 20 w 144"/>
              <ns1:gd name="T55" fmla="*/ 96 h 176"/>
              <ns1:gd name="T56" fmla="*/ 16 w 144"/>
              <ns1:gd name="T57" fmla="*/ 80 h 176"/>
              <ns1:gd name="T58" fmla="*/ 24 w 144"/>
              <ns1:gd name="T59" fmla="*/ 76 h 176"/>
              <ns1:gd name="T60" fmla="*/ 16 w 144"/>
              <ns1:gd name="T61" fmla="*/ 72 h 176"/>
              <ns1:gd name="T62" fmla="*/ 20 w 144"/>
              <ns1:gd name="T63" fmla="*/ 56 h 176"/>
              <ns1:gd name="T64" fmla="*/ 20 w 144"/>
              <ns1:gd name="T65" fmla="*/ 48 h 176"/>
              <ns1:gd name="T66" fmla="*/ 16 w 144"/>
              <ns1:gd name="T67" fmla="*/ 32 h 176"/>
              <ns1:gd name="T68" fmla="*/ 24 w 144"/>
              <ns1:gd name="T69" fmla="*/ 28 h 176"/>
              <ns1:gd name="T70" fmla="*/ 16 w 144"/>
              <ns1:gd name="T71" fmla="*/ 24 h 176"/>
              <ns1:gd name="T72" fmla="*/ 24 w 144"/>
              <ns1:gd name="T73" fmla="*/ 8 h 176"/>
              <ns1:gd name="T74" fmla="*/ 40 w 144"/>
              <ns1:gd name="T75" fmla="*/ 168 h 176"/>
              <ns1:gd name="T76" fmla="*/ 128 w 144"/>
              <ns1:gd name="T77" fmla="*/ 168 h 176"/>
              <ns1:gd name="T78" fmla="*/ 48 w 144"/>
              <ns1:gd name="T79" fmla="*/ 8 h 176"/>
              <ns1:gd name="T80" fmla="*/ 136 w 144"/>
              <ns1:gd name="T81" fmla="*/ 16 h 176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  <ns1:cxn ang="0">
                <ns1:pos x="T32" y="T33"/>
              </ns1:cxn>
              <ns1:cxn ang="0">
                <ns1:pos x="T34" y="T35"/>
              </ns1:cxn>
              <ns1:cxn ang="0">
                <ns1:pos x="T36" y="T37"/>
              </ns1:cxn>
              <ns1:cxn ang="0">
                <ns1:pos x="T38" y="T39"/>
              </ns1:cxn>
              <ns1:cxn ang="0">
                <ns1:pos x="T40" y="T41"/>
              </ns1:cxn>
              <ns1:cxn ang="0">
                <ns1:pos x="T42" y="T43"/>
              </ns1:cxn>
              <ns1:cxn ang="0">
                <ns1:pos x="T44" y="T45"/>
              </ns1:cxn>
              <ns1:cxn ang="0">
                <ns1:pos x="T46" y="T47"/>
              </ns1:cxn>
              <ns1:cxn ang="0">
                <ns1:pos x="T48" y="T49"/>
              </ns1:cxn>
              <ns1:cxn ang="0">
                <ns1:pos x="T50" y="T51"/>
              </ns1:cxn>
              <ns1:cxn ang="0">
                <ns1:pos x="T52" y="T53"/>
              </ns1:cxn>
              <ns1:cxn ang="0">
                <ns1:pos x="T54" y="T55"/>
              </ns1:cxn>
              <ns1:cxn ang="0">
                <ns1:pos x="T56" y="T57"/>
              </ns1:cxn>
              <ns1:cxn ang="0">
                <ns1:pos x="T58" y="T59"/>
              </ns1:cxn>
              <ns1:cxn ang="0">
                <ns1:pos x="T60" y="T61"/>
              </ns1:cxn>
              <ns1:cxn ang="0">
                <ns1:pos x="T62" y="T63"/>
              </ns1:cxn>
              <ns1:cxn ang="0">
                <ns1:pos x="T64" y="T65"/>
              </ns1:cxn>
              <ns1:cxn ang="0">
                <ns1:pos x="T66" y="T67"/>
              </ns1:cxn>
              <ns1:cxn ang="0">
                <ns1:pos x="T68" y="T69"/>
              </ns1:cxn>
              <ns1:cxn ang="0">
                <ns1:pos x="T70" y="T71"/>
              </ns1:cxn>
              <ns1:cxn ang="0">
                <ns1:pos x="T72" y="T73"/>
              </ns1:cxn>
              <ns1:cxn ang="0">
                <ns1:pos x="T74" y="T75"/>
              </ns1:cxn>
              <ns1:cxn ang="0">
                <ns1:pos x="T76" y="T77"/>
              </ns1:cxn>
              <ns1:cxn ang="0">
                <ns1:pos x="T78" y="T79"/>
              </ns1:cxn>
              <ns1:cxn ang="0">
                <ns1:pos x="T80" y="T81"/>
              </ns1:cxn>
            </ns1:cxnLst>
            <ns1:rect l="0" t="0" r="r" b="b"/>
            <ns1:pathLst>
              <ns1:path w="144" h="176">
                <ns1:moveTo>
                  <ns1:pt x="128" y="0"/>
                </ns1:moveTo>
                <ns1:cubicBezTo>
                  <ns1:pt x="24" y="0"/>
                  <ns1:pt x="24" y="0"/>
                  <ns1:pt x="24" y="0"/>
                </ns1:cubicBezTo>
                <ns1:cubicBezTo>
                  <ns1:pt x="15" y="0"/>
                  <ns1:pt x="8" y="7"/>
                  <ns1:pt x="8" y="16"/>
                </ns1:cubicBezTo>
                <ns1:cubicBezTo>
                  <ns1:pt x="8" y="24"/>
                  <ns1:pt x="8" y="24"/>
                  <ns1:pt x="8" y="24"/>
                </ns1:cubicBezTo>
                <ns1:cubicBezTo>
                  <ns1:pt x="4" y="24"/>
                  <ns1:pt x="4" y="24"/>
                  <ns1:pt x="4" y="24"/>
                </ns1:cubicBezTo>
                <ns1:cubicBezTo>
                  <ns1:pt x="2" y="24"/>
                  <ns1:pt x="0" y="26"/>
                  <ns1:pt x="0" y="28"/>
                </ns1:cubicBezTo>
                <ns1:cubicBezTo>
                  <ns1:pt x="0" y="30"/>
                  <ns1:pt x="2" y="32"/>
                  <ns1:pt x="4" y="32"/>
                </ns1:cubicBezTo>
                <ns1:cubicBezTo>
                  <ns1:pt x="8" y="32"/>
                  <ns1:pt x="8" y="32"/>
                  <ns1:pt x="8" y="32"/>
                </ns1:cubicBezTo>
                <ns1:cubicBezTo>
                  <ns1:pt x="8" y="48"/>
                  <ns1:pt x="8" y="48"/>
                  <ns1:pt x="8" y="48"/>
                </ns1:cubicBezTo>
                <ns1:cubicBezTo>
                  <ns1:pt x="4" y="48"/>
                  <ns1:pt x="4" y="48"/>
                  <ns1:pt x="4" y="48"/>
                </ns1:cubicBezTo>
                <ns1:cubicBezTo>
                  <ns1:pt x="2" y="48"/>
                  <ns1:pt x="0" y="50"/>
                  <ns1:pt x="0" y="52"/>
                </ns1:cubicBezTo>
                <ns1:cubicBezTo>
                  <ns1:pt x="0" y="54"/>
                  <ns1:pt x="2" y="56"/>
                  <ns1:pt x="4" y="56"/>
                </ns1:cubicBezTo>
                <ns1:cubicBezTo>
                  <ns1:pt x="8" y="56"/>
                  <ns1:pt x="8" y="56"/>
                  <ns1:pt x="8" y="56"/>
                </ns1:cubicBezTo>
                <ns1:cubicBezTo>
                  <ns1:pt x="8" y="72"/>
                  <ns1:pt x="8" y="72"/>
                  <ns1:pt x="8" y="72"/>
                </ns1:cubicBezTo>
                <ns1:cubicBezTo>
                  <ns1:pt x="4" y="72"/>
                  <ns1:pt x="4" y="72"/>
                  <ns1:pt x="4" y="72"/>
                </ns1:cubicBezTo>
                <ns1:cubicBezTo>
                  <ns1:pt x="2" y="72"/>
                  <ns1:pt x="0" y="74"/>
                  <ns1:pt x="0" y="76"/>
                </ns1:cubicBezTo>
                <ns1:cubicBezTo>
                  <ns1:pt x="0" y="78"/>
                  <ns1:pt x="2" y="80"/>
                  <ns1:pt x="4" y="80"/>
                </ns1:cubicBezTo>
                <ns1:cubicBezTo>
                  <ns1:pt x="8" y="80"/>
                  <ns1:pt x="8" y="80"/>
                  <ns1:pt x="8" y="80"/>
                </ns1:cubicBezTo>
                <ns1:cubicBezTo>
                  <ns1:pt x="8" y="96"/>
                  <ns1:pt x="8" y="96"/>
                  <ns1:pt x="8" y="96"/>
                </ns1:cubicBezTo>
                <ns1:cubicBezTo>
                  <ns1:pt x="4" y="96"/>
                  <ns1:pt x="4" y="96"/>
                  <ns1:pt x="4" y="96"/>
                </ns1:cubicBezTo>
                <ns1:cubicBezTo>
                  <ns1:pt x="2" y="96"/>
                  <ns1:pt x="0" y="98"/>
                  <ns1:pt x="0" y="100"/>
                </ns1:cubicBezTo>
                <ns1:cubicBezTo>
                  <ns1:pt x="0" y="102"/>
                  <ns1:pt x="2" y="104"/>
                  <ns1:pt x="4" y="104"/>
                </ns1:cubicBezTo>
                <ns1:cubicBezTo>
                  <ns1:pt x="8" y="104"/>
                  <ns1:pt x="8" y="104"/>
                  <ns1:pt x="8" y="104"/>
                </ns1:cubicBezTo>
                <ns1:cubicBezTo>
                  <ns1:pt x="8" y="120"/>
                  <ns1:pt x="8" y="120"/>
                  <ns1:pt x="8" y="120"/>
                </ns1:cubicBezTo>
                <ns1:cubicBezTo>
                  <ns1:pt x="4" y="120"/>
                  <ns1:pt x="4" y="120"/>
                  <ns1:pt x="4" y="120"/>
                </ns1:cubicBezTo>
                <ns1:cubicBezTo>
                  <ns1:pt x="2" y="120"/>
                  <ns1:pt x="0" y="122"/>
                  <ns1:pt x="0" y="124"/>
                </ns1:cubicBezTo>
                <ns1:cubicBezTo>
                  <ns1:pt x="0" y="126"/>
                  <ns1:pt x="2" y="128"/>
                  <ns1:pt x="4" y="128"/>
                </ns1:cubicBezTo>
                <ns1:cubicBezTo>
                  <ns1:pt x="8" y="128"/>
                  <ns1:pt x="8" y="128"/>
                  <ns1:pt x="8" y="128"/>
                </ns1:cubicBezTo>
                <ns1:cubicBezTo>
                  <ns1:pt x="8" y="144"/>
                  <ns1:pt x="8" y="144"/>
                  <ns1:pt x="8" y="144"/>
                </ns1:cubicBezTo>
                <ns1:cubicBezTo>
                  <ns1:pt x="4" y="144"/>
                  <ns1:pt x="4" y="144"/>
                  <ns1:pt x="4" y="144"/>
                </ns1:cubicBezTo>
                <ns1:cubicBezTo>
                  <ns1:pt x="2" y="144"/>
                  <ns1:pt x="0" y="146"/>
                  <ns1:pt x="0" y="148"/>
                </ns1:cubicBezTo>
                <ns1:cubicBezTo>
                  <ns1:pt x="0" y="150"/>
                  <ns1:pt x="2" y="152"/>
                  <ns1:pt x="4" y="152"/>
                </ns1:cubicBezTo>
                <ns1:cubicBezTo>
                  <ns1:pt x="8" y="152"/>
                  <ns1:pt x="8" y="152"/>
                  <ns1:pt x="8" y="152"/>
                </ns1:cubicBezTo>
                <ns1:cubicBezTo>
                  <ns1:pt x="8" y="160"/>
                  <ns1:pt x="8" y="160"/>
                  <ns1:pt x="8" y="160"/>
                </ns1:cubicBezTo>
                <ns1:cubicBezTo>
                  <ns1:pt x="8" y="169"/>
                  <ns1:pt x="15" y="176"/>
                  <ns1:pt x="24" y="176"/>
                </ns1:cubicBezTo>
                <ns1:cubicBezTo>
                  <ns1:pt x="128" y="176"/>
                  <ns1:pt x="128" y="176"/>
                  <ns1:pt x="128" y="176"/>
                </ns1:cubicBezTo>
                <ns1:cubicBezTo>
                  <ns1:pt x="137" y="176"/>
                  <ns1:pt x="144" y="169"/>
                  <ns1:pt x="144" y="160"/>
                </ns1:cubicBezTo>
                <ns1:cubicBezTo>
                  <ns1:pt x="144" y="16"/>
                  <ns1:pt x="144" y="16"/>
                  <ns1:pt x="144" y="16"/>
                </ns1:cubicBezTo>
                <ns1:cubicBezTo>
                  <ns1:pt x="144" y="7"/>
                  <ns1:pt x="137" y="0"/>
                  <ns1:pt x="128" y="0"/>
                </ns1:cubicBezTo>
                <ns1:moveTo>
                  <ns1:pt x="40" y="168"/>
                </ns1:moveTo>
                <ns1:cubicBezTo>
                  <ns1:pt x="24" y="168"/>
                  <ns1:pt x="24" y="168"/>
                  <ns1:pt x="24" y="168"/>
                </ns1:cubicBezTo>
                <ns1:cubicBezTo>
                  <ns1:pt x="20" y="168"/>
                  <ns1:pt x="16" y="164"/>
                  <ns1:pt x="16" y="160"/>
                </ns1:cubicBezTo>
                <ns1:cubicBezTo>
                  <ns1:pt x="16" y="152"/>
                  <ns1:pt x="16" y="152"/>
                  <ns1:pt x="16" y="152"/>
                </ns1:cubicBezTo>
                <ns1:cubicBezTo>
                  <ns1:pt x="20" y="152"/>
                  <ns1:pt x="20" y="152"/>
                  <ns1:pt x="20" y="152"/>
                </ns1:cubicBezTo>
                <ns1:cubicBezTo>
                  <ns1:pt x="22" y="152"/>
                  <ns1:pt x="24" y="150"/>
                  <ns1:pt x="24" y="148"/>
                </ns1:cubicBezTo>
                <ns1:cubicBezTo>
                  <ns1:pt x="24" y="146"/>
                  <ns1:pt x="22" y="144"/>
                  <ns1:pt x="20" y="144"/>
                </ns1:cubicBezTo>
                <ns1:cubicBezTo>
                  <ns1:pt x="16" y="144"/>
                  <ns1:pt x="16" y="144"/>
                  <ns1:pt x="16" y="144"/>
                </ns1:cubicBezTo>
                <ns1:cubicBezTo>
                  <ns1:pt x="16" y="128"/>
                  <ns1:pt x="16" y="128"/>
                  <ns1:pt x="16" y="128"/>
                </ns1:cubicBezTo>
                <ns1:cubicBezTo>
                  <ns1:pt x="20" y="128"/>
                  <ns1:pt x="20" y="128"/>
                  <ns1:pt x="20" y="128"/>
                </ns1:cubicBezTo>
                <ns1:cubicBezTo>
                  <ns1:pt x="22" y="128"/>
                  <ns1:pt x="24" y="126"/>
                  <ns1:pt x="24" y="124"/>
                </ns1:cubicBezTo>
                <ns1:cubicBezTo>
                  <ns1:pt x="24" y="122"/>
                  <ns1:pt x="22" y="120"/>
                  <ns1:pt x="20" y="120"/>
                </ns1:cubicBezTo>
                <ns1:cubicBezTo>
                  <ns1:pt x="16" y="120"/>
                  <ns1:pt x="16" y="120"/>
                  <ns1:pt x="16" y="120"/>
                </ns1:cubicBezTo>
                <ns1:cubicBezTo>
                  <ns1:pt x="16" y="104"/>
                  <ns1:pt x="16" y="104"/>
                  <ns1:pt x="16" y="104"/>
                </ns1:cubicBezTo>
                <ns1:cubicBezTo>
                  <ns1:pt x="20" y="104"/>
                  <ns1:pt x="20" y="104"/>
                  <ns1:pt x="20" y="104"/>
                </ns1:cubicBezTo>
                <ns1:cubicBezTo>
                  <ns1:pt x="22" y="104"/>
                  <ns1:pt x="24" y="102"/>
                  <ns1:pt x="24" y="100"/>
                </ns1:cubicBezTo>
                <ns1:cubicBezTo>
                  <ns1:pt x="24" y="98"/>
                  <ns1:pt x="22" y="96"/>
                  <ns1:pt x="20" y="96"/>
                </ns1:cubicBezTo>
                <ns1:cubicBezTo>
                  <ns1:pt x="16" y="96"/>
                  <ns1:pt x="16" y="96"/>
                  <ns1:pt x="16" y="96"/>
                </ns1:cubicBezTo>
                <ns1:cubicBezTo>
                  <ns1:pt x="16" y="80"/>
                  <ns1:pt x="16" y="80"/>
                  <ns1:pt x="16" y="80"/>
                </ns1:cubicBezTo>
                <ns1:cubicBezTo>
                  <ns1:pt x="20" y="80"/>
                  <ns1:pt x="20" y="80"/>
                  <ns1:pt x="20" y="80"/>
                </ns1:cubicBezTo>
                <ns1:cubicBezTo>
                  <ns1:pt x="22" y="80"/>
                  <ns1:pt x="24" y="78"/>
                  <ns1:pt x="24" y="76"/>
                </ns1:cubicBezTo>
                <ns1:cubicBezTo>
                  <ns1:pt x="24" y="74"/>
                  <ns1:pt x="22" y="72"/>
                  <ns1:pt x="20" y="72"/>
                </ns1:cubicBezTo>
                <ns1:cubicBezTo>
                  <ns1:pt x="16" y="72"/>
                  <ns1:pt x="16" y="72"/>
                  <ns1:pt x="16" y="72"/>
                </ns1:cubicBezTo>
                <ns1:cubicBezTo>
                  <ns1:pt x="16" y="56"/>
                  <ns1:pt x="16" y="56"/>
                  <ns1:pt x="16" y="56"/>
                </ns1:cubicBezTo>
                <ns1:cubicBezTo>
                  <ns1:pt x="20" y="56"/>
                  <ns1:pt x="20" y="56"/>
                  <ns1:pt x="20" y="56"/>
                </ns1:cubicBezTo>
                <ns1:cubicBezTo>
                  <ns1:pt x="22" y="56"/>
                  <ns1:pt x="24" y="54"/>
                  <ns1:pt x="24" y="52"/>
                </ns1:cubicBezTo>
                <ns1:cubicBezTo>
                  <ns1:pt x="24" y="50"/>
                  <ns1:pt x="22" y="48"/>
                  <ns1:pt x="20" y="48"/>
                </ns1:cubicBezTo>
                <ns1:cubicBezTo>
                  <ns1:pt x="16" y="48"/>
                  <ns1:pt x="16" y="48"/>
                  <ns1:pt x="16" y="48"/>
                </ns1:cubicBezTo>
                <ns1:cubicBezTo>
                  <ns1:pt x="16" y="32"/>
                  <ns1:pt x="16" y="32"/>
                  <ns1:pt x="16" y="32"/>
                </ns1:cubicBezTo>
                <ns1:cubicBezTo>
                  <ns1:pt x="20" y="32"/>
                  <ns1:pt x="20" y="32"/>
                  <ns1:pt x="20" y="32"/>
                </ns1:cubicBezTo>
                <ns1:cubicBezTo>
                  <ns1:pt x="22" y="32"/>
                  <ns1:pt x="24" y="30"/>
                  <ns1:pt x="24" y="28"/>
                </ns1:cubicBezTo>
                <ns1:cubicBezTo>
                  <ns1:pt x="24" y="26"/>
                  <ns1:pt x="22" y="24"/>
                  <ns1:pt x="20" y="24"/>
                </ns1:cubicBezTo>
                <ns1:cubicBezTo>
                  <ns1:pt x="16" y="24"/>
                  <ns1:pt x="16" y="24"/>
                  <ns1:pt x="16" y="24"/>
                </ns1:cubicBezTo>
                <ns1:cubicBezTo>
                  <ns1:pt x="16" y="16"/>
                  <ns1:pt x="16" y="16"/>
                  <ns1:pt x="16" y="16"/>
                </ns1:cubicBezTo>
                <ns1:cubicBezTo>
                  <ns1:pt x="16" y="12"/>
                  <ns1:pt x="20" y="8"/>
                  <ns1:pt x="24" y="8"/>
                </ns1:cubicBezTo>
                <ns1:cubicBezTo>
                  <ns1:pt x="40" y="8"/>
                  <ns1:pt x="40" y="8"/>
                  <ns1:pt x="40" y="8"/>
                </ns1:cubicBezTo>
                <ns1:lnTo>
                  <ns1:pt x="40" y="168"/>
                </ns1:lnTo>
                <ns1:close/>
                <ns1:moveTo>
                  <ns1:pt x="136" y="160"/>
                </ns1:moveTo>
                <ns1:cubicBezTo>
                  <ns1:pt x="136" y="164"/>
                  <ns1:pt x="132" y="168"/>
                  <ns1:pt x="128" y="168"/>
                </ns1:cubicBezTo>
                <ns1:cubicBezTo>
                  <ns1:pt x="48" y="168"/>
                  <ns1:pt x="48" y="168"/>
                  <ns1:pt x="48" y="168"/>
                </ns1:cubicBezTo>
                <ns1:cubicBezTo>
                  <ns1:pt x="48" y="8"/>
                  <ns1:pt x="48" y="8"/>
                  <ns1:pt x="48" y="8"/>
                </ns1:cubicBezTo>
                <ns1:cubicBezTo>
                  <ns1:pt x="128" y="8"/>
                  <ns1:pt x="128" y="8"/>
                  <ns1:pt x="128" y="8"/>
                </ns1:cubicBezTo>
                <ns1:cubicBezTo>
                  <ns1:pt x="132" y="8"/>
                  <ns1:pt x="136" y="12"/>
                  <ns1:pt x="136" y="16"/>
                </ns1:cubicBezTo>
                <ns1:lnTo>
                  <ns1:pt x="136" y="160"/>
                </ns1:lnTo>
                <ns1:close/>
              </ns1:path>
            </ns1:pathLst>
          </ns1:custGeom>
          <ns1:solidFill>
            <ns1:schemeClr val="tx1"/>
          </ns1:solidFill>
          <ns1:ln>
            <ns1:noFill/>
          </ns1:ln>
          <ns1:extLst/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en-US" sz="2700"/>
          </ns1:p>
        </ns0:txBody>
      </ns0:sp>
      <ns0:sp>
        <ns0:nvSpPr>
          <ns0:cNvPr id="17" name="Freeform 11"/>
          <ns0:cNvSpPr>
            <ns1:spLocks noEditPoints="1"/>
          </ns0:cNvSpPr>
          <ns0:nvPr/>
        </ns0:nvSpPr>
        <ns0:spPr bwMode="auto">
          <ns1:xfrm>
            <ns1:off x="7494588" y="212727"/>
            <ns1:ext cx="261938" cy="320675"/>
          </ns1:xfrm>
          <ns1:custGeom>
            <ns1:avLst/>
            <ns1:gdLst>
              <ns1:gd name="T0" fmla="*/ 84 w 144"/>
              <ns1:gd name="T1" fmla="*/ 132 h 176"/>
              <ns1:gd name="T2" fmla="*/ 36 w 144"/>
              <ns1:gd name="T3" fmla="*/ 132 h 176"/>
              <ns1:gd name="T4" fmla="*/ 32 w 144"/>
              <ns1:gd name="T5" fmla="*/ 136 h 176"/>
              <ns1:gd name="T6" fmla="*/ 36 w 144"/>
              <ns1:gd name="T7" fmla="*/ 140 h 176"/>
              <ns1:gd name="T8" fmla="*/ 84 w 144"/>
              <ns1:gd name="T9" fmla="*/ 140 h 176"/>
              <ns1:gd name="T10" fmla="*/ 88 w 144"/>
              <ns1:gd name="T11" fmla="*/ 136 h 176"/>
              <ns1:gd name="T12" fmla="*/ 84 w 144"/>
              <ns1:gd name="T13" fmla="*/ 132 h 176"/>
              <ns1:gd name="T14" fmla="*/ 36 w 144"/>
              <ns1:gd name="T15" fmla="*/ 44 h 176"/>
              <ns1:gd name="T16" fmla="*/ 56 w 144"/>
              <ns1:gd name="T17" fmla="*/ 44 h 176"/>
              <ns1:gd name="T18" fmla="*/ 60 w 144"/>
              <ns1:gd name="T19" fmla="*/ 40 h 176"/>
              <ns1:gd name="T20" fmla="*/ 56 w 144"/>
              <ns1:gd name="T21" fmla="*/ 36 h 176"/>
              <ns1:gd name="T22" fmla="*/ 36 w 144"/>
              <ns1:gd name="T23" fmla="*/ 36 h 176"/>
              <ns1:gd name="T24" fmla="*/ 32 w 144"/>
              <ns1:gd name="T25" fmla="*/ 40 h 176"/>
              <ns1:gd name="T26" fmla="*/ 36 w 144"/>
              <ns1:gd name="T27" fmla="*/ 44 h 176"/>
              <ns1:gd name="T28" fmla="*/ 108 w 144"/>
              <ns1:gd name="T29" fmla="*/ 100 h 176"/>
              <ns1:gd name="T30" fmla="*/ 36 w 144"/>
              <ns1:gd name="T31" fmla="*/ 100 h 176"/>
              <ns1:gd name="T32" fmla="*/ 32 w 144"/>
              <ns1:gd name="T33" fmla="*/ 104 h 176"/>
              <ns1:gd name="T34" fmla="*/ 36 w 144"/>
              <ns1:gd name="T35" fmla="*/ 108 h 176"/>
              <ns1:gd name="T36" fmla="*/ 108 w 144"/>
              <ns1:gd name="T37" fmla="*/ 108 h 176"/>
              <ns1:gd name="T38" fmla="*/ 112 w 144"/>
              <ns1:gd name="T39" fmla="*/ 104 h 176"/>
              <ns1:gd name="T40" fmla="*/ 108 w 144"/>
              <ns1:gd name="T41" fmla="*/ 100 h 176"/>
              <ns1:gd name="T42" fmla="*/ 32 w 144"/>
              <ns1:gd name="T43" fmla="*/ 72 h 176"/>
              <ns1:gd name="T44" fmla="*/ 36 w 144"/>
              <ns1:gd name="T45" fmla="*/ 76 h 176"/>
              <ns1:gd name="T46" fmla="*/ 108 w 144"/>
              <ns1:gd name="T47" fmla="*/ 76 h 176"/>
              <ns1:gd name="T48" fmla="*/ 112 w 144"/>
              <ns1:gd name="T49" fmla="*/ 72 h 176"/>
              <ns1:gd name="T50" fmla="*/ 108 w 144"/>
              <ns1:gd name="T51" fmla="*/ 68 h 176"/>
              <ns1:gd name="T52" fmla="*/ 36 w 144"/>
              <ns1:gd name="T53" fmla="*/ 68 h 176"/>
              <ns1:gd name="T54" fmla="*/ 32 w 144"/>
              <ns1:gd name="T55" fmla="*/ 72 h 176"/>
              <ns1:gd name="T56" fmla="*/ 104 w 144"/>
              <ns1:gd name="T57" fmla="*/ 0 h 176"/>
              <ns1:gd name="T58" fmla="*/ 16 w 144"/>
              <ns1:gd name="T59" fmla="*/ 0 h 176"/>
              <ns1:gd name="T60" fmla="*/ 0 w 144"/>
              <ns1:gd name="T61" fmla="*/ 16 h 176"/>
              <ns1:gd name="T62" fmla="*/ 0 w 144"/>
              <ns1:gd name="T63" fmla="*/ 160 h 176"/>
              <ns1:gd name="T64" fmla="*/ 16 w 144"/>
              <ns1:gd name="T65" fmla="*/ 176 h 176"/>
              <ns1:gd name="T66" fmla="*/ 128 w 144"/>
              <ns1:gd name="T67" fmla="*/ 176 h 176"/>
              <ns1:gd name="T68" fmla="*/ 144 w 144"/>
              <ns1:gd name="T69" fmla="*/ 160 h 176"/>
              <ns1:gd name="T70" fmla="*/ 144 w 144"/>
              <ns1:gd name="T71" fmla="*/ 44 h 176"/>
              <ns1:gd name="T72" fmla="*/ 104 w 144"/>
              <ns1:gd name="T73" fmla="*/ 0 h 176"/>
              <ns1:gd name="T74" fmla="*/ 136 w 144"/>
              <ns1:gd name="T75" fmla="*/ 160 h 176"/>
              <ns1:gd name="T76" fmla="*/ 128 w 144"/>
              <ns1:gd name="T77" fmla="*/ 168 h 176"/>
              <ns1:gd name="T78" fmla="*/ 16 w 144"/>
              <ns1:gd name="T79" fmla="*/ 168 h 176"/>
              <ns1:gd name="T80" fmla="*/ 8 w 144"/>
              <ns1:gd name="T81" fmla="*/ 160 h 176"/>
              <ns1:gd name="T82" fmla="*/ 8 w 144"/>
              <ns1:gd name="T83" fmla="*/ 16 h 176"/>
              <ns1:gd name="T84" fmla="*/ 16 w 144"/>
              <ns1:gd name="T85" fmla="*/ 8 h 176"/>
              <ns1:gd name="T86" fmla="*/ 88 w 144"/>
              <ns1:gd name="T87" fmla="*/ 8 h 176"/>
              <ns1:gd name="T88" fmla="*/ 88 w 144"/>
              <ns1:gd name="T89" fmla="*/ 48 h 176"/>
              <ns1:gd name="T90" fmla="*/ 96 w 144"/>
              <ns1:gd name="T91" fmla="*/ 56 h 176"/>
              <ns1:gd name="T92" fmla="*/ 136 w 144"/>
              <ns1:gd name="T93" fmla="*/ 56 h 176"/>
              <ns1:gd name="T94" fmla="*/ 136 w 144"/>
              <ns1:gd name="T95" fmla="*/ 160 h 176"/>
              <ns1:gd name="T96" fmla="*/ 96 w 144"/>
              <ns1:gd name="T97" fmla="*/ 48 h 176"/>
              <ns1:gd name="T98" fmla="*/ 96 w 144"/>
              <ns1:gd name="T99" fmla="*/ 8 h 176"/>
              <ns1:gd name="T100" fmla="*/ 100 w 144"/>
              <ns1:gd name="T101" fmla="*/ 8 h 176"/>
              <ns1:gd name="T102" fmla="*/ 136 w 144"/>
              <ns1:gd name="T103" fmla="*/ 48 h 176"/>
              <ns1:gd name="T104" fmla="*/ 96 w 144"/>
              <ns1:gd name="T105" fmla="*/ 48 h 176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  <ns1:cxn ang="0">
                <ns1:pos x="T32" y="T33"/>
              </ns1:cxn>
              <ns1:cxn ang="0">
                <ns1:pos x="T34" y="T35"/>
              </ns1:cxn>
              <ns1:cxn ang="0">
                <ns1:pos x="T36" y="T37"/>
              </ns1:cxn>
              <ns1:cxn ang="0">
                <ns1:pos x="T38" y="T39"/>
              </ns1:cxn>
              <ns1:cxn ang="0">
                <ns1:pos x="T40" y="T41"/>
              </ns1:cxn>
              <ns1:cxn ang="0">
                <ns1:pos x="T42" y="T43"/>
              </ns1:cxn>
              <ns1:cxn ang="0">
                <ns1:pos x="T44" y="T45"/>
              </ns1:cxn>
              <ns1:cxn ang="0">
                <ns1:pos x="T46" y="T47"/>
              </ns1:cxn>
              <ns1:cxn ang="0">
                <ns1:pos x="T48" y="T49"/>
              </ns1:cxn>
              <ns1:cxn ang="0">
                <ns1:pos x="T50" y="T51"/>
              </ns1:cxn>
              <ns1:cxn ang="0">
                <ns1:pos x="T52" y="T53"/>
              </ns1:cxn>
              <ns1:cxn ang="0">
                <ns1:pos x="T54" y="T55"/>
              </ns1:cxn>
              <ns1:cxn ang="0">
                <ns1:pos x="T56" y="T57"/>
              </ns1:cxn>
              <ns1:cxn ang="0">
                <ns1:pos x="T58" y="T59"/>
              </ns1:cxn>
              <ns1:cxn ang="0">
                <ns1:pos x="T60" y="T61"/>
              </ns1:cxn>
              <ns1:cxn ang="0">
                <ns1:pos x="T62" y="T63"/>
              </ns1:cxn>
              <ns1:cxn ang="0">
                <ns1:pos x="T64" y="T65"/>
              </ns1:cxn>
              <ns1:cxn ang="0">
                <ns1:pos x="T66" y="T67"/>
              </ns1:cxn>
              <ns1:cxn ang="0">
                <ns1:pos x="T68" y="T69"/>
              </ns1:cxn>
              <ns1:cxn ang="0">
                <ns1:pos x="T70" y="T71"/>
              </ns1:cxn>
              <ns1:cxn ang="0">
                <ns1:pos x="T72" y="T73"/>
              </ns1:cxn>
              <ns1:cxn ang="0">
                <ns1:pos x="T74" y="T75"/>
              </ns1:cxn>
              <ns1:cxn ang="0">
                <ns1:pos x="T76" y="T77"/>
              </ns1:cxn>
              <ns1:cxn ang="0">
                <ns1:pos x="T78" y="T79"/>
              </ns1:cxn>
              <ns1:cxn ang="0">
                <ns1:pos x="T80" y="T81"/>
              </ns1:cxn>
              <ns1:cxn ang="0">
                <ns1:pos x="T82" y="T83"/>
              </ns1:cxn>
              <ns1:cxn ang="0">
                <ns1:pos x="T84" y="T85"/>
              </ns1:cxn>
              <ns1:cxn ang="0">
                <ns1:pos x="T86" y="T87"/>
              </ns1:cxn>
              <ns1:cxn ang="0">
                <ns1:pos x="T88" y="T89"/>
              </ns1:cxn>
              <ns1:cxn ang="0">
                <ns1:pos x="T90" y="T91"/>
              </ns1:cxn>
              <ns1:cxn ang="0">
                <ns1:pos x="T92" y="T93"/>
              </ns1:cxn>
              <ns1:cxn ang="0">
                <ns1:pos x="T94" y="T95"/>
              </ns1:cxn>
              <ns1:cxn ang="0">
                <ns1:pos x="T96" y="T97"/>
              </ns1:cxn>
              <ns1:cxn ang="0">
                <ns1:pos x="T98" y="T99"/>
              </ns1:cxn>
              <ns1:cxn ang="0">
                <ns1:pos x="T100" y="T101"/>
              </ns1:cxn>
              <ns1:cxn ang="0">
                <ns1:pos x="T102" y="T103"/>
              </ns1:cxn>
              <ns1:cxn ang="0">
                <ns1:pos x="T104" y="T105"/>
              </ns1:cxn>
            </ns1:cxnLst>
            <ns1:rect l="0" t="0" r="r" b="b"/>
            <ns1:pathLst>
              <ns1:path w="144" h="176">
                <ns1:moveTo>
                  <ns1:pt x="84" y="132"/>
                </ns1:moveTo>
                <ns1:cubicBezTo>
                  <ns1:pt x="36" y="132"/>
                  <ns1:pt x="36" y="132"/>
                  <ns1:pt x="36" y="132"/>
                </ns1:cubicBezTo>
                <ns1:cubicBezTo>
                  <ns1:pt x="34" y="132"/>
                  <ns1:pt x="32" y="134"/>
                  <ns1:pt x="32" y="136"/>
                </ns1:cubicBezTo>
                <ns1:cubicBezTo>
                  <ns1:pt x="32" y="138"/>
                  <ns1:pt x="34" y="140"/>
                  <ns1:pt x="36" y="140"/>
                </ns1:cubicBezTo>
                <ns1:cubicBezTo>
                  <ns1:pt x="84" y="140"/>
                  <ns1:pt x="84" y="140"/>
                  <ns1:pt x="84" y="140"/>
                </ns1:cubicBezTo>
                <ns1:cubicBezTo>
                  <ns1:pt x="86" y="140"/>
                  <ns1:pt x="88" y="138"/>
                  <ns1:pt x="88" y="136"/>
                </ns1:cubicBezTo>
                <ns1:cubicBezTo>
                  <ns1:pt x="88" y="134"/>
                  <ns1:pt x="86" y="132"/>
                  <ns1:pt x="84" y="132"/>
                </ns1:cubicBezTo>
                <ns1:moveTo>
                  <ns1:pt x="36" y="44"/>
                </ns1:moveTo>
                <ns1:cubicBezTo>
                  <ns1:pt x="56" y="44"/>
                  <ns1:pt x="56" y="44"/>
                  <ns1:pt x="56" y="44"/>
                </ns1:cubicBezTo>
                <ns1:cubicBezTo>
                  <ns1:pt x="58" y="44"/>
                  <ns1:pt x="60" y="42"/>
                  <ns1:pt x="60" y="40"/>
                </ns1:cubicBezTo>
                <ns1:cubicBezTo>
                  <ns1:pt x="60" y="38"/>
                  <ns1:pt x="58" y="36"/>
                  <ns1:pt x="56" y="36"/>
                </ns1:cubicBezTo>
                <ns1:cubicBezTo>
                  <ns1:pt x="36" y="36"/>
                  <ns1:pt x="36" y="36"/>
                  <ns1:pt x="36" y="36"/>
                </ns1:cubicBezTo>
                <ns1:cubicBezTo>
                  <ns1:pt x="34" y="36"/>
                  <ns1:pt x="32" y="38"/>
                  <ns1:pt x="32" y="40"/>
                </ns1:cubicBezTo>
                <ns1:cubicBezTo>
                  <ns1:pt x="32" y="42"/>
                  <ns1:pt x="34" y="44"/>
                  <ns1:pt x="36" y="44"/>
                </ns1:cubicBezTo>
                <ns1:moveTo>
                  <ns1:pt x="108" y="100"/>
                </ns1:moveTo>
                <ns1:cubicBezTo>
                  <ns1:pt x="36" y="100"/>
                  <ns1:pt x="36" y="100"/>
                  <ns1:pt x="36" y="100"/>
                </ns1:cubicBezTo>
                <ns1:cubicBezTo>
                  <ns1:pt x="34" y="100"/>
                  <ns1:pt x="32" y="102"/>
                  <ns1:pt x="32" y="104"/>
                </ns1:cubicBezTo>
                <ns1:cubicBezTo>
                  <ns1:pt x="32" y="106"/>
                  <ns1:pt x="34" y="108"/>
                  <ns1:pt x="36" y="108"/>
                </ns1:cubicBezTo>
                <ns1:cubicBezTo>
                  <ns1:pt x="108" y="108"/>
                  <ns1:pt x="108" y="108"/>
                  <ns1:pt x="108" y="108"/>
                </ns1:cubicBezTo>
                <ns1:cubicBezTo>
                  <ns1:pt x="110" y="108"/>
                  <ns1:pt x="112" y="106"/>
                  <ns1:pt x="112" y="104"/>
                </ns1:cubicBezTo>
                <ns1:cubicBezTo>
                  <ns1:pt x="112" y="102"/>
                  <ns1:pt x="110" y="100"/>
                  <ns1:pt x="108" y="100"/>
                </ns1:cubicBezTo>
                <ns1:moveTo>
                  <ns1:pt x="32" y="72"/>
                </ns1:moveTo>
                <ns1:cubicBezTo>
                  <ns1:pt x="32" y="74"/>
                  <ns1:pt x="34" y="76"/>
                  <ns1:pt x="36" y="76"/>
                </ns1:cubicBezTo>
                <ns1:cubicBezTo>
                  <ns1:pt x="108" y="76"/>
                  <ns1:pt x="108" y="76"/>
                  <ns1:pt x="108" y="76"/>
                </ns1:cubicBezTo>
                <ns1:cubicBezTo>
                  <ns1:pt x="110" y="76"/>
                  <ns1:pt x="112" y="74"/>
                  <ns1:pt x="112" y="72"/>
                </ns1:cubicBezTo>
                <ns1:cubicBezTo>
                  <ns1:pt x="112" y="70"/>
                  <ns1:pt x="110" y="68"/>
                  <ns1:pt x="108" y="68"/>
                </ns1:cubicBezTo>
                <ns1:cubicBezTo>
                  <ns1:pt x="36" y="68"/>
                  <ns1:pt x="36" y="68"/>
                  <ns1:pt x="36" y="68"/>
                </ns1:cubicBezTo>
                <ns1:cubicBezTo>
                  <ns1:pt x="34" y="68"/>
                  <ns1:pt x="32" y="70"/>
                  <ns1:pt x="32" y="72"/>
                </ns1:cubicBezTo>
                <ns1:moveTo>
                  <ns1:pt x="104" y="0"/>
                </ns1:moveTo>
                <ns1:cubicBezTo>
                  <ns1:pt x="16" y="0"/>
                  <ns1:pt x="16" y="0"/>
                  <ns1:pt x="16" y="0"/>
                </ns1:cubicBezTo>
                <ns1:cubicBezTo>
                  <ns1:pt x="7" y="0"/>
                  <ns1:pt x="0" y="7"/>
                  <ns1:pt x="0" y="16"/>
                </ns1:cubicBezTo>
                <ns1:cubicBezTo>
                  <ns1:pt x="0" y="160"/>
                  <ns1:pt x="0" y="160"/>
                  <ns1:pt x="0" y="160"/>
                </ns1:cubicBezTo>
                <ns1:cubicBezTo>
                  <ns1:pt x="0" y="169"/>
                  <ns1:pt x="7" y="176"/>
                  <ns1:pt x="16" y="176"/>
                </ns1:cubicBezTo>
                <ns1:cubicBezTo>
                  <ns1:pt x="128" y="176"/>
                  <ns1:pt x="128" y="176"/>
                  <ns1:pt x="128" y="176"/>
                </ns1:cubicBezTo>
                <ns1:cubicBezTo>
                  <ns1:pt x="137" y="176"/>
                  <ns1:pt x="144" y="169"/>
                  <ns1:pt x="144" y="160"/>
                </ns1:cubicBezTo>
                <ns1:cubicBezTo>
                  <ns1:pt x="144" y="44"/>
                  <ns1:pt x="144" y="44"/>
                  <ns1:pt x="144" y="44"/>
                </ns1:cubicBezTo>
                <ns1:lnTo>
                  <ns1:pt x="104" y="0"/>
                </ns1:lnTo>
                <ns1:close/>
                <ns1:moveTo>
                  <ns1:pt x="136" y="160"/>
                </ns1:moveTo>
                <ns1:cubicBezTo>
                  <ns1:pt x="136" y="164"/>
                  <ns1:pt x="132" y="168"/>
                  <ns1:pt x="128" y="168"/>
                </ns1:cubicBezTo>
                <ns1:cubicBezTo>
                  <ns1:pt x="16" y="168"/>
                  <ns1:pt x="16" y="168"/>
                  <ns1:pt x="16" y="168"/>
                </ns1:cubicBezTo>
                <ns1:cubicBezTo>
                  <ns1:pt x="12" y="168"/>
                  <ns1:pt x="8" y="164"/>
                  <ns1:pt x="8" y="160"/>
                </ns1:cubicBezTo>
                <ns1:cubicBezTo>
                  <ns1:pt x="8" y="16"/>
                  <ns1:pt x="8" y="16"/>
                  <ns1:pt x="8" y="16"/>
                </ns1:cubicBezTo>
                <ns1:cubicBezTo>
                  <ns1:pt x="8" y="12"/>
                  <ns1:pt x="12" y="8"/>
                  <ns1:pt x="16" y="8"/>
                </ns1:cubicBezTo>
                <ns1:cubicBezTo>
                  <ns1:pt x="88" y="8"/>
                  <ns1:pt x="88" y="8"/>
                  <ns1:pt x="88" y="8"/>
                </ns1:cubicBezTo>
                <ns1:cubicBezTo>
                  <ns1:pt x="88" y="48"/>
                  <ns1:pt x="88" y="48"/>
                  <ns1:pt x="88" y="48"/>
                </ns1:cubicBezTo>
                <ns1:cubicBezTo>
                  <ns1:pt x="88" y="52"/>
                  <ns1:pt x="92" y="56"/>
                  <ns1:pt x="96" y="56"/>
                </ns1:cubicBezTo>
                <ns1:cubicBezTo>
                  <ns1:pt x="136" y="56"/>
                  <ns1:pt x="136" y="56"/>
                  <ns1:pt x="136" y="56"/>
                </ns1:cubicBezTo>
                <ns1:lnTo>
                  <ns1:pt x="136" y="160"/>
                </ns1:lnTo>
                <ns1:close/>
                <ns1:moveTo>
                  <ns1:pt x="96" y="48"/>
                </ns1:moveTo>
                <ns1:cubicBezTo>
                  <ns1:pt x="96" y="8"/>
                  <ns1:pt x="96" y="8"/>
                  <ns1:pt x="96" y="8"/>
                </ns1:cubicBezTo>
                <ns1:cubicBezTo>
                  <ns1:pt x="100" y="8"/>
                  <ns1:pt x="100" y="8"/>
                  <ns1:pt x="100" y="8"/>
                </ns1:cubicBezTo>
                <ns1:cubicBezTo>
                  <ns1:pt x="136" y="48"/>
                  <ns1:pt x="136" y="48"/>
                  <ns1:pt x="136" y="48"/>
                </ns1:cubicBezTo>
                <ns1:lnTo>
                  <ns1:pt x="96" y="48"/>
                </ns1:lnTo>
                <ns1:close/>
              </ns1:path>
            </ns1:pathLst>
          </ns1:custGeom>
          <ns1:solidFill>
            <ns1:schemeClr val="tx1"/>
          </ns1:solidFill>
          <ns1:ln>
            <ns1:noFill/>
          </ns1:ln>
          <ns1:extLst/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en-US" sz="2700"/>
          </ns1:p>
        </ns0:txBody>
      </ns0:sp>
      <ns0:sp>
        <ns0:nvSpPr>
          <ns0:cNvPr id="18" name="Freeform 12"/>
          <ns0:cNvSpPr>
            <ns1:spLocks noEditPoints="1"/>
          </ns0:cNvSpPr>
          <ns0:nvPr/>
        </ns0:nvSpPr>
        <ns0:spPr bwMode="auto">
          <ns1:xfrm>
            <ns1:off x="8105776" y="212727"/>
            <ns1:ext cx="261938" cy="320675"/>
          </ns1:xfrm>
          <ns1:custGeom>
            <ns1:avLst/>
            <ns1:gdLst>
              <ns1:gd name="T0" fmla="*/ 28 w 144"/>
              <ns1:gd name="T1" fmla="*/ 120 h 176"/>
              <ns1:gd name="T2" fmla="*/ 28 w 144"/>
              <ns1:gd name="T3" fmla="*/ 128 h 176"/>
              <ns1:gd name="T4" fmla="*/ 80 w 144"/>
              <ns1:gd name="T5" fmla="*/ 124 h 176"/>
              <ns1:gd name="T6" fmla="*/ 60 w 144"/>
              <ns1:gd name="T7" fmla="*/ 144 h 176"/>
              <ns1:gd name="T8" fmla="*/ 24 w 144"/>
              <ns1:gd name="T9" fmla="*/ 148 h 176"/>
              <ns1:gd name="T10" fmla="*/ 60 w 144"/>
              <ns1:gd name="T11" fmla="*/ 152 h 176"/>
              <ns1:gd name="T12" fmla="*/ 60 w 144"/>
              <ns1:gd name="T13" fmla="*/ 144 h 176"/>
              <ns1:gd name="T14" fmla="*/ 44 w 144"/>
              <ns1:gd name="T15" fmla="*/ 80 h 176"/>
              <ns1:gd name="T16" fmla="*/ 44 w 144"/>
              <ns1:gd name="T17" fmla="*/ 72 h 176"/>
              <ns1:gd name="T18" fmla="*/ 24 w 144"/>
              <ns1:gd name="T19" fmla="*/ 76 h 176"/>
              <ns1:gd name="T20" fmla="*/ 24 w 144"/>
              <ns1:gd name="T21" fmla="*/ 100 h 176"/>
              <ns1:gd name="T22" fmla="*/ 76 w 144"/>
              <ns1:gd name="T23" fmla="*/ 104 h 176"/>
              <ns1:gd name="T24" fmla="*/ 76 w 144"/>
              <ns1:gd name="T25" fmla="*/ 96 h 176"/>
              <ns1:gd name="T26" fmla="*/ 24 w 144"/>
              <ns1:gd name="T27" fmla="*/ 100 h 176"/>
              <ns1:gd name="T28" fmla="*/ 56 w 144"/>
              <ns1:gd name="T29" fmla="*/ 0 h 176"/>
              <ns1:gd name="T30" fmla="*/ 40 w 144"/>
              <ns1:gd name="T31" fmla="*/ 28 h 176"/>
              <ns1:gd name="T32" fmla="*/ 48 w 144"/>
              <ns1:gd name="T33" fmla="*/ 28 h 176"/>
              <ns1:gd name="T34" fmla="*/ 56 w 144"/>
              <ns1:gd name="T35" fmla="*/ 8 h 176"/>
              <ns1:gd name="T36" fmla="*/ 104 w 144"/>
              <ns1:gd name="T37" fmla="*/ 32 h 176"/>
              <ns1:gd name="T38" fmla="*/ 136 w 144"/>
              <ns1:gd name="T39" fmla="*/ 40 h 176"/>
              <ns1:gd name="T40" fmla="*/ 128 w 144"/>
              <ns1:gd name="T41" fmla="*/ 128 h 176"/>
              <ns1:gd name="T42" fmla="*/ 112 w 144"/>
              <ns1:gd name="T43" fmla="*/ 132 h 176"/>
              <ns1:gd name="T44" fmla="*/ 128 w 144"/>
              <ns1:gd name="T45" fmla="*/ 136 h 176"/>
              <ns1:gd name="T46" fmla="*/ 144 w 144"/>
              <ns1:gd name="T47" fmla="*/ 32 h 176"/>
              <ns1:gd name="T48" fmla="*/ 112 w 144"/>
              <ns1:gd name="T49" fmla="*/ 32 h 176"/>
              <ns1:gd name="T50" fmla="*/ 133 w 144"/>
              <ns1:gd name="T51" fmla="*/ 32 h 176"/>
              <ns1:gd name="T52" fmla="*/ 16 w 144"/>
              <ns1:gd name="T53" fmla="*/ 40 h 176"/>
              <ns1:gd name="T54" fmla="*/ 0 w 144"/>
              <ns1:gd name="T55" fmla="*/ 160 h 176"/>
              <ns1:gd name="T56" fmla="*/ 88 w 144"/>
              <ns1:gd name="T57" fmla="*/ 176 h 176"/>
              <ns1:gd name="T58" fmla="*/ 104 w 144"/>
              <ns1:gd name="T59" fmla="*/ 72 h 176"/>
              <ns1:gd name="T60" fmla="*/ 16 w 144"/>
              <ns1:gd name="T61" fmla="*/ 40 h 176"/>
              <ns1:gd name="T62" fmla="*/ 88 w 144"/>
              <ns1:gd name="T63" fmla="*/ 168 h 176"/>
              <ns1:gd name="T64" fmla="*/ 8 w 144"/>
              <ns1:gd name="T65" fmla="*/ 160 h 176"/>
              <ns1:gd name="T66" fmla="*/ 16 w 144"/>
              <ns1:gd name="T67" fmla="*/ 48 h 176"/>
              <ns1:gd name="T68" fmla="*/ 64 w 144"/>
              <ns1:gd name="T69" fmla="*/ 72 h 176"/>
              <ns1:gd name="T70" fmla="*/ 96 w 144"/>
              <ns1:gd name="T71" fmla="*/ 80 h 176"/>
              <ns1:gd name="T72" fmla="*/ 72 w 144"/>
              <ns1:gd name="T73" fmla="*/ 72 h 176"/>
              <ns1:gd name="T74" fmla="*/ 93 w 144"/>
              <ns1:gd name="T75" fmla="*/ 72 h 176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  <ns1:cxn ang="0">
                <ns1:pos x="T32" y="T33"/>
              </ns1:cxn>
              <ns1:cxn ang="0">
                <ns1:pos x="T34" y="T35"/>
              </ns1:cxn>
              <ns1:cxn ang="0">
                <ns1:pos x="T36" y="T37"/>
              </ns1:cxn>
              <ns1:cxn ang="0">
                <ns1:pos x="T38" y="T39"/>
              </ns1:cxn>
              <ns1:cxn ang="0">
                <ns1:pos x="T40" y="T41"/>
              </ns1:cxn>
              <ns1:cxn ang="0">
                <ns1:pos x="T42" y="T43"/>
              </ns1:cxn>
              <ns1:cxn ang="0">
                <ns1:pos x="T44" y="T45"/>
              </ns1:cxn>
              <ns1:cxn ang="0">
                <ns1:pos x="T46" y="T47"/>
              </ns1:cxn>
              <ns1:cxn ang="0">
                <ns1:pos x="T48" y="T49"/>
              </ns1:cxn>
              <ns1:cxn ang="0">
                <ns1:pos x="T50" y="T51"/>
              </ns1:cxn>
              <ns1:cxn ang="0">
                <ns1:pos x="T52" y="T53"/>
              </ns1:cxn>
              <ns1:cxn ang="0">
                <ns1:pos x="T54" y="T55"/>
              </ns1:cxn>
              <ns1:cxn ang="0">
                <ns1:pos x="T56" y="T57"/>
              </ns1:cxn>
              <ns1:cxn ang="0">
                <ns1:pos x="T58" y="T59"/>
              </ns1:cxn>
              <ns1:cxn ang="0">
                <ns1:pos x="T60" y="T61"/>
              </ns1:cxn>
              <ns1:cxn ang="0">
                <ns1:pos x="T62" y="T63"/>
              </ns1:cxn>
              <ns1:cxn ang="0">
                <ns1:pos x="T64" y="T65"/>
              </ns1:cxn>
              <ns1:cxn ang="0">
                <ns1:pos x="T66" y="T67"/>
              </ns1:cxn>
              <ns1:cxn ang="0">
                <ns1:pos x="T68" y="T69"/>
              </ns1:cxn>
              <ns1:cxn ang="0">
                <ns1:pos x="T70" y="T71"/>
              </ns1:cxn>
              <ns1:cxn ang="0">
                <ns1:pos x="T72" y="T73"/>
              </ns1:cxn>
              <ns1:cxn ang="0">
                <ns1:pos x="T74" y="T75"/>
              </ns1:cxn>
            </ns1:cxnLst>
            <ns1:rect l="0" t="0" r="r" b="b"/>
            <ns1:pathLst>
              <ns1:path w="144" h="176">
                <ns1:moveTo>
                  <ns1:pt x="76" y="120"/>
                </ns1:moveTo>
                <ns1:cubicBezTo>
                  <ns1:pt x="28" y="120"/>
                  <ns1:pt x="28" y="120"/>
                  <ns1:pt x="28" y="120"/>
                </ns1:cubicBezTo>
                <ns1:cubicBezTo>
                  <ns1:pt x="26" y="120"/>
                  <ns1:pt x="24" y="122"/>
                  <ns1:pt x="24" y="124"/>
                </ns1:cubicBezTo>
                <ns1:cubicBezTo>
                  <ns1:pt x="24" y="126"/>
                  <ns1:pt x="26" y="128"/>
                  <ns1:pt x="28" y="128"/>
                </ns1:cubicBezTo>
                <ns1:cubicBezTo>
                  <ns1:pt x="76" y="128"/>
                  <ns1:pt x="76" y="128"/>
                  <ns1:pt x="76" y="128"/>
                </ns1:cubicBezTo>
                <ns1:cubicBezTo>
                  <ns1:pt x="78" y="128"/>
                  <ns1:pt x="80" y="126"/>
                  <ns1:pt x="80" y="124"/>
                </ns1:cubicBezTo>
                <ns1:cubicBezTo>
                  <ns1:pt x="80" y="122"/>
                  <ns1:pt x="78" y="120"/>
                  <ns1:pt x="76" y="120"/>
                </ns1:cubicBezTo>
                <ns1:moveTo>
                  <ns1:pt x="60" y="144"/>
                </ns1:moveTo>
                <ns1:cubicBezTo>
                  <ns1:pt x="28" y="144"/>
                  <ns1:pt x="28" y="144"/>
                  <ns1:pt x="28" y="144"/>
                </ns1:cubicBezTo>
                <ns1:cubicBezTo>
                  <ns1:pt x="26" y="144"/>
                  <ns1:pt x="24" y="146"/>
                  <ns1:pt x="24" y="148"/>
                </ns1:cubicBezTo>
                <ns1:cubicBezTo>
                  <ns1:pt x="24" y="150"/>
                  <ns1:pt x="26" y="152"/>
                  <ns1:pt x="28" y="152"/>
                </ns1:cubicBezTo>
                <ns1:cubicBezTo>
                  <ns1:pt x="60" y="152"/>
                  <ns1:pt x="60" y="152"/>
                  <ns1:pt x="60" y="152"/>
                </ns1:cubicBezTo>
                <ns1:cubicBezTo>
                  <ns1:pt x="62" y="152"/>
                  <ns1:pt x="64" y="150"/>
                  <ns1:pt x="64" y="148"/>
                </ns1:cubicBezTo>
                <ns1:cubicBezTo>
                  <ns1:pt x="64" y="146"/>
                  <ns1:pt x="62" y="144"/>
                  <ns1:pt x="60" y="144"/>
                </ns1:cubicBezTo>
                <ns1:moveTo>
                  <ns1:pt x="28" y="80"/>
                </ns1:moveTo>
                <ns1:cubicBezTo>
                  <ns1:pt x="44" y="80"/>
                  <ns1:pt x="44" y="80"/>
                  <ns1:pt x="44" y="80"/>
                </ns1:cubicBezTo>
                <ns1:cubicBezTo>
                  <ns1:pt x="46" y="80"/>
                  <ns1:pt x="48" y="78"/>
                  <ns1:pt x="48" y="76"/>
                </ns1:cubicBezTo>
                <ns1:cubicBezTo>
                  <ns1:pt x="48" y="74"/>
                  <ns1:pt x="46" y="72"/>
                  <ns1:pt x="44" y="72"/>
                </ns1:cubicBezTo>
                <ns1:cubicBezTo>
                  <ns1:pt x="28" y="72"/>
                  <ns1:pt x="28" y="72"/>
                  <ns1:pt x="28" y="72"/>
                </ns1:cubicBezTo>
                <ns1:cubicBezTo>
                  <ns1:pt x="26" y="72"/>
                  <ns1:pt x="24" y="74"/>
                  <ns1:pt x="24" y="76"/>
                </ns1:cubicBezTo>
                <ns1:cubicBezTo>
                  <ns1:pt x="24" y="78"/>
                  <ns1:pt x="26" y="80"/>
                  <ns1:pt x="28" y="80"/>
                </ns1:cubicBezTo>
                <ns1:moveTo>
                  <ns1:pt x="24" y="100"/>
                </ns1:moveTo>
                <ns1:cubicBezTo>
                  <ns1:pt x="24" y="102"/>
                  <ns1:pt x="26" y="104"/>
                  <ns1:pt x="28" y="104"/>
                </ns1:cubicBezTo>
                <ns1:cubicBezTo>
                  <ns1:pt x="76" y="104"/>
                  <ns1:pt x="76" y="104"/>
                  <ns1:pt x="76" y="104"/>
                </ns1:cubicBezTo>
                <ns1:cubicBezTo>
                  <ns1:pt x="78" y="104"/>
                  <ns1:pt x="80" y="102"/>
                  <ns1:pt x="80" y="100"/>
                </ns1:cubicBezTo>
                <ns1:cubicBezTo>
                  <ns1:pt x="80" y="98"/>
                  <ns1:pt x="78" y="96"/>
                  <ns1:pt x="76" y="96"/>
                </ns1:cubicBezTo>
                <ns1:cubicBezTo>
                  <ns1:pt x="28" y="96"/>
                  <ns1:pt x="28" y="96"/>
                  <ns1:pt x="28" y="96"/>
                </ns1:cubicBezTo>
                <ns1:cubicBezTo>
                  <ns1:pt x="26" y="96"/>
                  <ns1:pt x="24" y="98"/>
                  <ns1:pt x="24" y="100"/>
                </ns1:cubicBezTo>
                <ns1:moveTo>
                  <ns1:pt x="116" y="0"/>
                </ns1:moveTo>
                <ns1:cubicBezTo>
                  <ns1:pt x="56" y="0"/>
                  <ns1:pt x="56" y="0"/>
                  <ns1:pt x="56" y="0"/>
                </ns1:cubicBezTo>
                <ns1:cubicBezTo>
                  <ns1:pt x="47" y="0"/>
                  <ns1:pt x="40" y="7"/>
                  <ns1:pt x="40" y="16"/>
                </ns1:cubicBezTo>
                <ns1:cubicBezTo>
                  <ns1:pt x="40" y="28"/>
                  <ns1:pt x="40" y="28"/>
                  <ns1:pt x="40" y="28"/>
                </ns1:cubicBezTo>
                <ns1:cubicBezTo>
                  <ns1:pt x="40" y="30"/>
                  <ns1:pt x="42" y="32"/>
                  <ns1:pt x="44" y="32"/>
                </ns1:cubicBezTo>
                <ns1:cubicBezTo>
                  <ns1:pt x="46" y="32"/>
                  <ns1:pt x="48" y="30"/>
                  <ns1:pt x="48" y="28"/>
                </ns1:cubicBezTo>
                <ns1:cubicBezTo>
                  <ns1:pt x="48" y="16"/>
                  <ns1:pt x="48" y="16"/>
                  <ns1:pt x="48" y="16"/>
                </ns1:cubicBezTo>
                <ns1:cubicBezTo>
                  <ns1:pt x="48" y="12"/>
                  <ns1:pt x="52" y="8"/>
                  <ns1:pt x="56" y="8"/>
                </ns1:cubicBezTo>
                <ns1:cubicBezTo>
                  <ns1:pt x="104" y="8"/>
                  <ns1:pt x="104" y="8"/>
                  <ns1:pt x="104" y="8"/>
                </ns1:cubicBezTo>
                <ns1:cubicBezTo>
                  <ns1:pt x="104" y="32"/>
                  <ns1:pt x="104" y="32"/>
                  <ns1:pt x="104" y="32"/>
                </ns1:cubicBezTo>
                <ns1:cubicBezTo>
                  <ns1:pt x="104" y="36"/>
                  <ns1:pt x="108" y="40"/>
                  <ns1:pt x="112" y="40"/>
                </ns1:cubicBezTo>
                <ns1:cubicBezTo>
                  <ns1:pt x="136" y="40"/>
                  <ns1:pt x="136" y="40"/>
                  <ns1:pt x="136" y="40"/>
                </ns1:cubicBezTo>
                <ns1:cubicBezTo>
                  <ns1:pt x="136" y="120"/>
                  <ns1:pt x="136" y="120"/>
                  <ns1:pt x="136" y="120"/>
                </ns1:cubicBezTo>
                <ns1:cubicBezTo>
                  <ns1:pt x="136" y="124"/>
                  <ns1:pt x="132" y="128"/>
                  <ns1:pt x="128" y="128"/>
                </ns1:cubicBezTo>
                <ns1:cubicBezTo>
                  <ns1:pt x="116" y="128"/>
                  <ns1:pt x="116" y="128"/>
                  <ns1:pt x="116" y="128"/>
                </ns1:cubicBezTo>
                <ns1:cubicBezTo>
                  <ns1:pt x="114" y="128"/>
                  <ns1:pt x="112" y="130"/>
                  <ns1:pt x="112" y="132"/>
                </ns1:cubicBezTo>
                <ns1:cubicBezTo>
                  <ns1:pt x="112" y="134"/>
                  <ns1:pt x="114" y="136"/>
                  <ns1:pt x="116" y="136"/>
                </ns1:cubicBezTo>
                <ns1:cubicBezTo>
                  <ns1:pt x="128" y="136"/>
                  <ns1:pt x="128" y="136"/>
                  <ns1:pt x="128" y="136"/>
                </ns1:cubicBezTo>
                <ns1:cubicBezTo>
                  <ns1:pt x="137" y="136"/>
                  <ns1:pt x="144" y="129"/>
                  <ns1:pt x="144" y="120"/>
                </ns1:cubicBezTo>
                <ns1:cubicBezTo>
                  <ns1:pt x="144" y="32"/>
                  <ns1:pt x="144" y="32"/>
                  <ns1:pt x="144" y="32"/>
                </ns1:cubicBezTo>
                <ns1:lnTo>
                  <ns1:pt x="116" y="0"/>
                </ns1:lnTo>
                <ns1:close/>
                <ns1:moveTo>
                  <ns1:pt x="112" y="32"/>
                </ns1:moveTo>
                <ns1:cubicBezTo>
                  <ns1:pt x="112" y="9"/>
                  <ns1:pt x="112" y="9"/>
                  <ns1:pt x="112" y="9"/>
                </ns1:cubicBezTo>
                <ns1:cubicBezTo>
                  <ns1:pt x="133" y="32"/>
                  <ns1:pt x="133" y="32"/>
                  <ns1:pt x="133" y="32"/>
                </ns1:cubicBezTo>
                <ns1:lnTo>
                  <ns1:pt x="112" y="32"/>
                </ns1:lnTo>
                <ns1:close/>
                <ns1:moveTo>
                  <ns1:pt x="16" y="40"/>
                </ns1:moveTo>
                <ns1:cubicBezTo>
                  <ns1:pt x="7" y="40"/>
                  <ns1:pt x="0" y="47"/>
                  <ns1:pt x="0" y="56"/>
                </ns1:cubicBezTo>
                <ns1:cubicBezTo>
                  <ns1:pt x="0" y="160"/>
                  <ns1:pt x="0" y="160"/>
                  <ns1:pt x="0" y="160"/>
                </ns1:cubicBezTo>
                <ns1:cubicBezTo>
                  <ns1:pt x="0" y="169"/>
                  <ns1:pt x="7" y="176"/>
                  <ns1:pt x="16" y="176"/>
                </ns1:cubicBezTo>
                <ns1:cubicBezTo>
                  <ns1:pt x="88" y="176"/>
                  <ns1:pt x="88" y="176"/>
                  <ns1:pt x="88" y="176"/>
                </ns1:cubicBezTo>
                <ns1:cubicBezTo>
                  <ns1:pt x="97" y="176"/>
                  <ns1:pt x="104" y="169"/>
                  <ns1:pt x="104" y="160"/>
                </ns1:cubicBezTo>
                <ns1:cubicBezTo>
                  <ns1:pt x="104" y="72"/>
                  <ns1:pt x="104" y="72"/>
                  <ns1:pt x="104" y="72"/>
                </ns1:cubicBezTo>
                <ns1:cubicBezTo>
                  <ns1:pt x="76" y="40"/>
                  <ns1:pt x="76" y="40"/>
                  <ns1:pt x="76" y="40"/>
                </ns1:cubicBezTo>
                <ns1:lnTo>
                  <ns1:pt x="16" y="40"/>
                </ns1:lnTo>
                <ns1:close/>
                <ns1:moveTo>
                  <ns1:pt x="96" y="160"/>
                </ns1:moveTo>
                <ns1:cubicBezTo>
                  <ns1:pt x="96" y="164"/>
                  <ns1:pt x="92" y="168"/>
                  <ns1:pt x="88" y="168"/>
                </ns1:cubicBezTo>
                <ns1:cubicBezTo>
                  <ns1:pt x="16" y="168"/>
                  <ns1:pt x="16" y="168"/>
                  <ns1:pt x="16" y="168"/>
                </ns1:cubicBezTo>
                <ns1:cubicBezTo>
                  <ns1:pt x="12" y="168"/>
                  <ns1:pt x="8" y="164"/>
                  <ns1:pt x="8" y="160"/>
                </ns1:cubicBezTo>
                <ns1:cubicBezTo>
                  <ns1:pt x="8" y="56"/>
                  <ns1:pt x="8" y="56"/>
                  <ns1:pt x="8" y="56"/>
                </ns1:cubicBezTo>
                <ns1:cubicBezTo>
                  <ns1:pt x="8" y="52"/>
                  <ns1:pt x="12" y="48"/>
                  <ns1:pt x="16" y="48"/>
                </ns1:cubicBezTo>
                <ns1:cubicBezTo>
                  <ns1:pt x="64" y="48"/>
                  <ns1:pt x="64" y="48"/>
                  <ns1:pt x="64" y="48"/>
                </ns1:cubicBezTo>
                <ns1:cubicBezTo>
                  <ns1:pt x="64" y="72"/>
                  <ns1:pt x="64" y="72"/>
                  <ns1:pt x="64" y="72"/>
                </ns1:cubicBezTo>
                <ns1:cubicBezTo>
                  <ns1:pt x="64" y="76"/>
                  <ns1:pt x="68" y="80"/>
                  <ns1:pt x="72" y="80"/>
                </ns1:cubicBezTo>
                <ns1:cubicBezTo>
                  <ns1:pt x="96" y="80"/>
                  <ns1:pt x="96" y="80"/>
                  <ns1:pt x="96" y="80"/>
                </ns1:cubicBezTo>
                <ns1:lnTo>
                  <ns1:pt x="96" y="160"/>
                </ns1:lnTo>
                <ns1:close/>
                <ns1:moveTo>
                  <ns1:pt x="72" y="72"/>
                </ns1:moveTo>
                <ns1:cubicBezTo>
                  <ns1:pt x="72" y="49"/>
                  <ns1:pt x="72" y="49"/>
                  <ns1:pt x="72" y="49"/>
                </ns1:cubicBezTo>
                <ns1:cubicBezTo>
                  <ns1:pt x="93" y="72"/>
                  <ns1:pt x="93" y="72"/>
                  <ns1:pt x="93" y="72"/>
                </ns1:cubicBezTo>
                <ns1:lnTo>
                  <ns1:pt x="72" y="72"/>
                </ns1:lnTo>
                <ns1:close/>
              </ns1:path>
            </ns1:pathLst>
          </ns1:custGeom>
          <ns1:solidFill>
            <ns1:schemeClr val="tx1"/>
          </ns1:solidFill>
          <ns1:ln>
            <ns1:noFill/>
          </ns1:ln>
          <ns1:extLst/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en-US" sz="2700"/>
          </ns1:p>
        </ns0:txBody>
      </ns0:sp>
      <ns0:sp>
        <ns0:nvSpPr>
          <ns0:cNvPr id="19" name="Freeform 13"/>
          <ns0:cNvSpPr>
            <ns1:spLocks noEditPoints="1"/>
          </ns0:cNvSpPr>
          <ns0:nvPr/>
        </ns0:nvSpPr>
        <ns0:spPr bwMode="auto">
          <ns1:xfrm>
            <ns1:off x="8716964" y="212727"/>
            <ns1:ext cx="261938" cy="320675"/>
          </ns1:xfrm>
          <ns1:custGeom>
            <ns1:avLst/>
            <ns1:gdLst>
              <ns1:gd name="T0" fmla="*/ 104 w 144"/>
              <ns1:gd name="T1" fmla="*/ 0 h 176"/>
              <ns1:gd name="T2" fmla="*/ 16 w 144"/>
              <ns1:gd name="T3" fmla="*/ 0 h 176"/>
              <ns1:gd name="T4" fmla="*/ 0 w 144"/>
              <ns1:gd name="T5" fmla="*/ 16 h 176"/>
              <ns1:gd name="T6" fmla="*/ 0 w 144"/>
              <ns1:gd name="T7" fmla="*/ 160 h 176"/>
              <ns1:gd name="T8" fmla="*/ 16 w 144"/>
              <ns1:gd name="T9" fmla="*/ 176 h 176"/>
              <ns1:gd name="T10" fmla="*/ 128 w 144"/>
              <ns1:gd name="T11" fmla="*/ 176 h 176"/>
              <ns1:gd name="T12" fmla="*/ 144 w 144"/>
              <ns1:gd name="T13" fmla="*/ 160 h 176"/>
              <ns1:gd name="T14" fmla="*/ 144 w 144"/>
              <ns1:gd name="T15" fmla="*/ 44 h 176"/>
              <ns1:gd name="T16" fmla="*/ 104 w 144"/>
              <ns1:gd name="T17" fmla="*/ 0 h 176"/>
              <ns1:gd name="T18" fmla="*/ 136 w 144"/>
              <ns1:gd name="T19" fmla="*/ 160 h 176"/>
              <ns1:gd name="T20" fmla="*/ 128 w 144"/>
              <ns1:gd name="T21" fmla="*/ 168 h 176"/>
              <ns1:gd name="T22" fmla="*/ 16 w 144"/>
              <ns1:gd name="T23" fmla="*/ 168 h 176"/>
              <ns1:gd name="T24" fmla="*/ 8 w 144"/>
              <ns1:gd name="T25" fmla="*/ 160 h 176"/>
              <ns1:gd name="T26" fmla="*/ 8 w 144"/>
              <ns1:gd name="T27" fmla="*/ 16 h 176"/>
              <ns1:gd name="T28" fmla="*/ 16 w 144"/>
              <ns1:gd name="T29" fmla="*/ 8 h 176"/>
              <ns1:gd name="T30" fmla="*/ 88 w 144"/>
              <ns1:gd name="T31" fmla="*/ 8 h 176"/>
              <ns1:gd name="T32" fmla="*/ 88 w 144"/>
              <ns1:gd name="T33" fmla="*/ 48 h 176"/>
              <ns1:gd name="T34" fmla="*/ 96 w 144"/>
              <ns1:gd name="T35" fmla="*/ 56 h 176"/>
              <ns1:gd name="T36" fmla="*/ 136 w 144"/>
              <ns1:gd name="T37" fmla="*/ 56 h 176"/>
              <ns1:gd name="T38" fmla="*/ 136 w 144"/>
              <ns1:gd name="T39" fmla="*/ 160 h 176"/>
              <ns1:gd name="T40" fmla="*/ 96 w 144"/>
              <ns1:gd name="T41" fmla="*/ 48 h 176"/>
              <ns1:gd name="T42" fmla="*/ 96 w 144"/>
              <ns1:gd name="T43" fmla="*/ 8 h 176"/>
              <ns1:gd name="T44" fmla="*/ 100 w 144"/>
              <ns1:gd name="T45" fmla="*/ 8 h 176"/>
              <ns1:gd name="T46" fmla="*/ 136 w 144"/>
              <ns1:gd name="T47" fmla="*/ 48 h 176"/>
              <ns1:gd name="T48" fmla="*/ 96 w 144"/>
              <ns1:gd name="T49" fmla="*/ 48 h 176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  <ns1:cxn ang="0">
                <ns1:pos x="T32" y="T33"/>
              </ns1:cxn>
              <ns1:cxn ang="0">
                <ns1:pos x="T34" y="T35"/>
              </ns1:cxn>
              <ns1:cxn ang="0">
                <ns1:pos x="T36" y="T37"/>
              </ns1:cxn>
              <ns1:cxn ang="0">
                <ns1:pos x="T38" y="T39"/>
              </ns1:cxn>
              <ns1:cxn ang="0">
                <ns1:pos x="T40" y="T41"/>
              </ns1:cxn>
              <ns1:cxn ang="0">
                <ns1:pos x="T42" y="T43"/>
              </ns1:cxn>
              <ns1:cxn ang="0">
                <ns1:pos x="T44" y="T45"/>
              </ns1:cxn>
              <ns1:cxn ang="0">
                <ns1:pos x="T46" y="T47"/>
              </ns1:cxn>
              <ns1:cxn ang="0">
                <ns1:pos x="T48" y="T49"/>
              </ns1:cxn>
            </ns1:cxnLst>
            <ns1:rect l="0" t="0" r="r" b="b"/>
            <ns1:pathLst>
              <ns1:path w="144" h="176">
                <ns1:moveTo>
                  <ns1:pt x="104" y="0"/>
                </ns1:moveTo>
                <ns1:cubicBezTo>
                  <ns1:pt x="16" y="0"/>
                  <ns1:pt x="16" y="0"/>
                  <ns1:pt x="16" y="0"/>
                </ns1:cubicBezTo>
                <ns1:cubicBezTo>
                  <ns1:pt x="7" y="0"/>
                  <ns1:pt x="0" y="7"/>
                  <ns1:pt x="0" y="16"/>
                </ns1:cubicBezTo>
                <ns1:cubicBezTo>
                  <ns1:pt x="0" y="160"/>
                  <ns1:pt x="0" y="160"/>
                  <ns1:pt x="0" y="160"/>
                </ns1:cubicBezTo>
                <ns1:cubicBezTo>
                  <ns1:pt x="0" y="169"/>
                  <ns1:pt x="7" y="176"/>
                  <ns1:pt x="16" y="176"/>
                </ns1:cubicBezTo>
                <ns1:cubicBezTo>
                  <ns1:pt x="128" y="176"/>
                  <ns1:pt x="128" y="176"/>
                  <ns1:pt x="128" y="176"/>
                </ns1:cubicBezTo>
                <ns1:cubicBezTo>
                  <ns1:pt x="137" y="176"/>
                  <ns1:pt x="144" y="169"/>
                  <ns1:pt x="144" y="160"/>
                </ns1:cubicBezTo>
                <ns1:cubicBezTo>
                  <ns1:pt x="144" y="44"/>
                  <ns1:pt x="144" y="44"/>
                  <ns1:pt x="144" y="44"/>
                </ns1:cubicBezTo>
                <ns1:lnTo>
                  <ns1:pt x="104" y="0"/>
                </ns1:lnTo>
                <ns1:close/>
                <ns1:moveTo>
                  <ns1:pt x="136" y="160"/>
                </ns1:moveTo>
                <ns1:cubicBezTo>
                  <ns1:pt x="136" y="164"/>
                  <ns1:pt x="132" y="168"/>
                  <ns1:pt x="128" y="168"/>
                </ns1:cubicBezTo>
                <ns1:cubicBezTo>
                  <ns1:pt x="16" y="168"/>
                  <ns1:pt x="16" y="168"/>
                  <ns1:pt x="16" y="168"/>
                </ns1:cubicBezTo>
                <ns1:cubicBezTo>
                  <ns1:pt x="12" y="168"/>
                  <ns1:pt x="8" y="164"/>
                  <ns1:pt x="8" y="160"/>
                </ns1:cubicBezTo>
                <ns1:cubicBezTo>
                  <ns1:pt x="8" y="16"/>
                  <ns1:pt x="8" y="16"/>
                  <ns1:pt x="8" y="16"/>
                </ns1:cubicBezTo>
                <ns1:cubicBezTo>
                  <ns1:pt x="8" y="12"/>
                  <ns1:pt x="12" y="8"/>
                  <ns1:pt x="16" y="8"/>
                </ns1:cubicBezTo>
                <ns1:cubicBezTo>
                  <ns1:pt x="88" y="8"/>
                  <ns1:pt x="88" y="8"/>
                  <ns1:pt x="88" y="8"/>
                </ns1:cubicBezTo>
                <ns1:cubicBezTo>
                  <ns1:pt x="88" y="48"/>
                  <ns1:pt x="88" y="48"/>
                  <ns1:pt x="88" y="48"/>
                </ns1:cubicBezTo>
                <ns1:cubicBezTo>
                  <ns1:pt x="88" y="52"/>
                  <ns1:pt x="92" y="56"/>
                  <ns1:pt x="96" y="56"/>
                </ns1:cubicBezTo>
                <ns1:cubicBezTo>
                  <ns1:pt x="136" y="56"/>
                  <ns1:pt x="136" y="56"/>
                  <ns1:pt x="136" y="56"/>
                </ns1:cubicBezTo>
                <ns1:lnTo>
                  <ns1:pt x="136" y="160"/>
                </ns1:lnTo>
                <ns1:close/>
                <ns1:moveTo>
                  <ns1:pt x="96" y="48"/>
                </ns1:moveTo>
                <ns1:cubicBezTo>
                  <ns1:pt x="96" y="8"/>
                  <ns1:pt x="96" y="8"/>
                  <ns1:pt x="96" y="8"/>
                </ns1:cubicBezTo>
                <ns1:cubicBezTo>
                  <ns1:pt x="100" y="8"/>
                  <ns1:pt x="100" y="8"/>
                  <ns1:pt x="100" y="8"/>
                </ns1:cubicBezTo>
                <ns1:cubicBezTo>
                  <ns1:pt x="136" y="48"/>
                  <ns1:pt x="136" y="48"/>
                  <ns1:pt x="136" y="48"/>
                </ns1:cubicBezTo>
                <ns1:lnTo>
                  <ns1:pt x="96" y="48"/>
                </ns1:lnTo>
                <ns1:close/>
              </ns1:path>
            </ns1:pathLst>
          </ns1:custGeom>
          <ns1:solidFill>
            <ns1:schemeClr val="tx1"/>
          </ns1:solidFill>
          <ns1:ln>
            <ns1:noFill/>
          </ns1:ln>
          <ns1:extLst/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en-US" sz="2700"/>
          </ns1:p>
        </ns0:txBody>
      </ns0:sp>
      <ns0:sp>
        <ns0:nvSpPr>
          <ns0:cNvPr id="20" name="Freeform 14"/>
          <ns0:cNvSpPr>
            <ns1:spLocks noEditPoints="1"/>
          </ns0:cNvSpPr>
          <ns0:nvPr/>
        </ns0:nvSpPr>
        <ns0:spPr bwMode="auto">
          <ns1:xfrm>
            <ns1:off x="3214689" y="823914"/>
            <ns1:ext cx="263525" cy="320675"/>
          </ns1:xfrm>
          <ns1:custGeom>
            <ns1:avLst/>
            <ns1:gdLst>
              <ns1:gd name="T0" fmla="*/ 116 w 144"/>
              <ns1:gd name="T1" fmla="*/ 0 h 176"/>
              <ns1:gd name="T2" fmla="*/ 56 w 144"/>
              <ns1:gd name="T3" fmla="*/ 0 h 176"/>
              <ns1:gd name="T4" fmla="*/ 40 w 144"/>
              <ns1:gd name="T5" fmla="*/ 16 h 176"/>
              <ns1:gd name="T6" fmla="*/ 40 w 144"/>
              <ns1:gd name="T7" fmla="*/ 28 h 176"/>
              <ns1:gd name="T8" fmla="*/ 44 w 144"/>
              <ns1:gd name="T9" fmla="*/ 32 h 176"/>
              <ns1:gd name="T10" fmla="*/ 48 w 144"/>
              <ns1:gd name="T11" fmla="*/ 28 h 176"/>
              <ns1:gd name="T12" fmla="*/ 48 w 144"/>
              <ns1:gd name="T13" fmla="*/ 16 h 176"/>
              <ns1:gd name="T14" fmla="*/ 56 w 144"/>
              <ns1:gd name="T15" fmla="*/ 8 h 176"/>
              <ns1:gd name="T16" fmla="*/ 104 w 144"/>
              <ns1:gd name="T17" fmla="*/ 8 h 176"/>
              <ns1:gd name="T18" fmla="*/ 104 w 144"/>
              <ns1:gd name="T19" fmla="*/ 32 h 176"/>
              <ns1:gd name="T20" fmla="*/ 112 w 144"/>
              <ns1:gd name="T21" fmla="*/ 40 h 176"/>
              <ns1:gd name="T22" fmla="*/ 136 w 144"/>
              <ns1:gd name="T23" fmla="*/ 40 h 176"/>
              <ns1:gd name="T24" fmla="*/ 136 w 144"/>
              <ns1:gd name="T25" fmla="*/ 120 h 176"/>
              <ns1:gd name="T26" fmla="*/ 128 w 144"/>
              <ns1:gd name="T27" fmla="*/ 128 h 176"/>
              <ns1:gd name="T28" fmla="*/ 116 w 144"/>
              <ns1:gd name="T29" fmla="*/ 128 h 176"/>
              <ns1:gd name="T30" fmla="*/ 112 w 144"/>
              <ns1:gd name="T31" fmla="*/ 132 h 176"/>
              <ns1:gd name="T32" fmla="*/ 116 w 144"/>
              <ns1:gd name="T33" fmla="*/ 136 h 176"/>
              <ns1:gd name="T34" fmla="*/ 128 w 144"/>
              <ns1:gd name="T35" fmla="*/ 136 h 176"/>
              <ns1:gd name="T36" fmla="*/ 144 w 144"/>
              <ns1:gd name="T37" fmla="*/ 120 h 176"/>
              <ns1:gd name="T38" fmla="*/ 144 w 144"/>
              <ns1:gd name="T39" fmla="*/ 32 h 176"/>
              <ns1:gd name="T40" fmla="*/ 116 w 144"/>
              <ns1:gd name="T41" fmla="*/ 0 h 176"/>
              <ns1:gd name="T42" fmla="*/ 112 w 144"/>
              <ns1:gd name="T43" fmla="*/ 32 h 176"/>
              <ns1:gd name="T44" fmla="*/ 112 w 144"/>
              <ns1:gd name="T45" fmla="*/ 9 h 176"/>
              <ns1:gd name="T46" fmla="*/ 133 w 144"/>
              <ns1:gd name="T47" fmla="*/ 32 h 176"/>
              <ns1:gd name="T48" fmla="*/ 112 w 144"/>
              <ns1:gd name="T49" fmla="*/ 32 h 176"/>
              <ns1:gd name="T50" fmla="*/ 16 w 144"/>
              <ns1:gd name="T51" fmla="*/ 40 h 176"/>
              <ns1:gd name="T52" fmla="*/ 0 w 144"/>
              <ns1:gd name="T53" fmla="*/ 56 h 176"/>
              <ns1:gd name="T54" fmla="*/ 0 w 144"/>
              <ns1:gd name="T55" fmla="*/ 160 h 176"/>
              <ns1:gd name="T56" fmla="*/ 16 w 144"/>
              <ns1:gd name="T57" fmla="*/ 176 h 176"/>
              <ns1:gd name="T58" fmla="*/ 88 w 144"/>
              <ns1:gd name="T59" fmla="*/ 176 h 176"/>
              <ns1:gd name="T60" fmla="*/ 104 w 144"/>
              <ns1:gd name="T61" fmla="*/ 160 h 176"/>
              <ns1:gd name="T62" fmla="*/ 104 w 144"/>
              <ns1:gd name="T63" fmla="*/ 72 h 176"/>
              <ns1:gd name="T64" fmla="*/ 76 w 144"/>
              <ns1:gd name="T65" fmla="*/ 40 h 176"/>
              <ns1:gd name="T66" fmla="*/ 16 w 144"/>
              <ns1:gd name="T67" fmla="*/ 40 h 176"/>
              <ns1:gd name="T68" fmla="*/ 96 w 144"/>
              <ns1:gd name="T69" fmla="*/ 160 h 176"/>
              <ns1:gd name="T70" fmla="*/ 88 w 144"/>
              <ns1:gd name="T71" fmla="*/ 168 h 176"/>
              <ns1:gd name="T72" fmla="*/ 16 w 144"/>
              <ns1:gd name="T73" fmla="*/ 168 h 176"/>
              <ns1:gd name="T74" fmla="*/ 8 w 144"/>
              <ns1:gd name="T75" fmla="*/ 160 h 176"/>
              <ns1:gd name="T76" fmla="*/ 8 w 144"/>
              <ns1:gd name="T77" fmla="*/ 56 h 176"/>
              <ns1:gd name="T78" fmla="*/ 16 w 144"/>
              <ns1:gd name="T79" fmla="*/ 48 h 176"/>
              <ns1:gd name="T80" fmla="*/ 64 w 144"/>
              <ns1:gd name="T81" fmla="*/ 48 h 176"/>
              <ns1:gd name="T82" fmla="*/ 64 w 144"/>
              <ns1:gd name="T83" fmla="*/ 72 h 176"/>
              <ns1:gd name="T84" fmla="*/ 72 w 144"/>
              <ns1:gd name="T85" fmla="*/ 80 h 176"/>
              <ns1:gd name="T86" fmla="*/ 96 w 144"/>
              <ns1:gd name="T87" fmla="*/ 80 h 176"/>
              <ns1:gd name="T88" fmla="*/ 96 w 144"/>
              <ns1:gd name="T89" fmla="*/ 160 h 176"/>
              <ns1:gd name="T90" fmla="*/ 72 w 144"/>
              <ns1:gd name="T91" fmla="*/ 72 h 176"/>
              <ns1:gd name="T92" fmla="*/ 72 w 144"/>
              <ns1:gd name="T93" fmla="*/ 49 h 176"/>
              <ns1:gd name="T94" fmla="*/ 93 w 144"/>
              <ns1:gd name="T95" fmla="*/ 72 h 176"/>
              <ns1:gd name="T96" fmla="*/ 72 w 144"/>
              <ns1:gd name="T97" fmla="*/ 72 h 176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  <ns1:cxn ang="0">
                <ns1:pos x="T32" y="T33"/>
              </ns1:cxn>
              <ns1:cxn ang="0">
                <ns1:pos x="T34" y="T35"/>
              </ns1:cxn>
              <ns1:cxn ang="0">
                <ns1:pos x="T36" y="T37"/>
              </ns1:cxn>
              <ns1:cxn ang="0">
                <ns1:pos x="T38" y="T39"/>
              </ns1:cxn>
              <ns1:cxn ang="0">
                <ns1:pos x="T40" y="T41"/>
              </ns1:cxn>
              <ns1:cxn ang="0">
                <ns1:pos x="T42" y="T43"/>
              </ns1:cxn>
              <ns1:cxn ang="0">
                <ns1:pos x="T44" y="T45"/>
              </ns1:cxn>
              <ns1:cxn ang="0">
                <ns1:pos x="T46" y="T47"/>
              </ns1:cxn>
              <ns1:cxn ang="0">
                <ns1:pos x="T48" y="T49"/>
              </ns1:cxn>
              <ns1:cxn ang="0">
                <ns1:pos x="T50" y="T51"/>
              </ns1:cxn>
              <ns1:cxn ang="0">
                <ns1:pos x="T52" y="T53"/>
              </ns1:cxn>
              <ns1:cxn ang="0">
                <ns1:pos x="T54" y="T55"/>
              </ns1:cxn>
              <ns1:cxn ang="0">
                <ns1:pos x="T56" y="T57"/>
              </ns1:cxn>
              <ns1:cxn ang="0">
                <ns1:pos x="T58" y="T59"/>
              </ns1:cxn>
              <ns1:cxn ang="0">
                <ns1:pos x="T60" y="T61"/>
              </ns1:cxn>
              <ns1:cxn ang="0">
                <ns1:pos x="T62" y="T63"/>
              </ns1:cxn>
              <ns1:cxn ang="0">
                <ns1:pos x="T64" y="T65"/>
              </ns1:cxn>
              <ns1:cxn ang="0">
                <ns1:pos x="T66" y="T67"/>
              </ns1:cxn>
              <ns1:cxn ang="0">
                <ns1:pos x="T68" y="T69"/>
              </ns1:cxn>
              <ns1:cxn ang="0">
                <ns1:pos x="T70" y="T71"/>
              </ns1:cxn>
              <ns1:cxn ang="0">
                <ns1:pos x="T72" y="T73"/>
              </ns1:cxn>
              <ns1:cxn ang="0">
                <ns1:pos x="T74" y="T75"/>
              </ns1:cxn>
              <ns1:cxn ang="0">
                <ns1:pos x="T76" y="T77"/>
              </ns1:cxn>
              <ns1:cxn ang="0">
                <ns1:pos x="T78" y="T79"/>
              </ns1:cxn>
              <ns1:cxn ang="0">
                <ns1:pos x="T80" y="T81"/>
              </ns1:cxn>
              <ns1:cxn ang="0">
                <ns1:pos x="T82" y="T83"/>
              </ns1:cxn>
              <ns1:cxn ang="0">
                <ns1:pos x="T84" y="T85"/>
              </ns1:cxn>
              <ns1:cxn ang="0">
                <ns1:pos x="T86" y="T87"/>
              </ns1:cxn>
              <ns1:cxn ang="0">
                <ns1:pos x="T88" y="T89"/>
              </ns1:cxn>
              <ns1:cxn ang="0">
                <ns1:pos x="T90" y="T91"/>
              </ns1:cxn>
              <ns1:cxn ang="0">
                <ns1:pos x="T92" y="T93"/>
              </ns1:cxn>
              <ns1:cxn ang="0">
                <ns1:pos x="T94" y="T95"/>
              </ns1:cxn>
              <ns1:cxn ang="0">
                <ns1:pos x="T96" y="T97"/>
              </ns1:cxn>
            </ns1:cxnLst>
            <ns1:rect l="0" t="0" r="r" b="b"/>
            <ns1:pathLst>
              <ns1:path w="144" h="176">
                <ns1:moveTo>
                  <ns1:pt x="116" y="0"/>
                </ns1:moveTo>
                <ns1:cubicBezTo>
                  <ns1:pt x="56" y="0"/>
                  <ns1:pt x="56" y="0"/>
                  <ns1:pt x="56" y="0"/>
                </ns1:cubicBezTo>
                <ns1:cubicBezTo>
                  <ns1:pt x="47" y="0"/>
                  <ns1:pt x="40" y="7"/>
                  <ns1:pt x="40" y="16"/>
                </ns1:cubicBezTo>
                <ns1:cubicBezTo>
                  <ns1:pt x="40" y="28"/>
                  <ns1:pt x="40" y="28"/>
                  <ns1:pt x="40" y="28"/>
                </ns1:cubicBezTo>
                <ns1:cubicBezTo>
                  <ns1:pt x="40" y="30"/>
                  <ns1:pt x="42" y="32"/>
                  <ns1:pt x="44" y="32"/>
                </ns1:cubicBezTo>
                <ns1:cubicBezTo>
                  <ns1:pt x="46" y="32"/>
                  <ns1:pt x="48" y="30"/>
                  <ns1:pt x="48" y="28"/>
                </ns1:cubicBezTo>
                <ns1:cubicBezTo>
                  <ns1:pt x="48" y="16"/>
                  <ns1:pt x="48" y="16"/>
                  <ns1:pt x="48" y="16"/>
                </ns1:cubicBezTo>
                <ns1:cubicBezTo>
                  <ns1:pt x="48" y="12"/>
                  <ns1:pt x="52" y="8"/>
                  <ns1:pt x="56" y="8"/>
                </ns1:cubicBezTo>
                <ns1:cubicBezTo>
                  <ns1:pt x="104" y="8"/>
                  <ns1:pt x="104" y="8"/>
                  <ns1:pt x="104" y="8"/>
                </ns1:cubicBezTo>
                <ns1:cubicBezTo>
                  <ns1:pt x="104" y="32"/>
                  <ns1:pt x="104" y="32"/>
                  <ns1:pt x="104" y="32"/>
                </ns1:cubicBezTo>
                <ns1:cubicBezTo>
                  <ns1:pt x="104" y="36"/>
                  <ns1:pt x="108" y="40"/>
                  <ns1:pt x="112" y="40"/>
                </ns1:cubicBezTo>
                <ns1:cubicBezTo>
                  <ns1:pt x="136" y="40"/>
                  <ns1:pt x="136" y="40"/>
                  <ns1:pt x="136" y="40"/>
                </ns1:cubicBezTo>
                <ns1:cubicBezTo>
                  <ns1:pt x="136" y="120"/>
                  <ns1:pt x="136" y="120"/>
                  <ns1:pt x="136" y="120"/>
                </ns1:cubicBezTo>
                <ns1:cubicBezTo>
                  <ns1:pt x="136" y="124"/>
                  <ns1:pt x="132" y="128"/>
                  <ns1:pt x="128" y="128"/>
                </ns1:cubicBezTo>
                <ns1:cubicBezTo>
                  <ns1:pt x="116" y="128"/>
                  <ns1:pt x="116" y="128"/>
                  <ns1:pt x="116" y="128"/>
                </ns1:cubicBezTo>
                <ns1:cubicBezTo>
                  <ns1:pt x="114" y="128"/>
                  <ns1:pt x="112" y="130"/>
                  <ns1:pt x="112" y="132"/>
                </ns1:cubicBezTo>
                <ns1:cubicBezTo>
                  <ns1:pt x="112" y="134"/>
                  <ns1:pt x="114" y="136"/>
                  <ns1:pt x="116" y="136"/>
                </ns1:cubicBezTo>
                <ns1:cubicBezTo>
                  <ns1:pt x="128" y="136"/>
                  <ns1:pt x="128" y="136"/>
                  <ns1:pt x="128" y="136"/>
                </ns1:cubicBezTo>
                <ns1:cubicBezTo>
                  <ns1:pt x="137" y="136"/>
                  <ns1:pt x="144" y="129"/>
                  <ns1:pt x="144" y="120"/>
                </ns1:cubicBezTo>
                <ns1:cubicBezTo>
                  <ns1:pt x="144" y="32"/>
                  <ns1:pt x="144" y="32"/>
                  <ns1:pt x="144" y="32"/>
                </ns1:cubicBezTo>
                <ns1:lnTo>
                  <ns1:pt x="116" y="0"/>
                </ns1:lnTo>
                <ns1:close/>
                <ns1:moveTo>
                  <ns1:pt x="112" y="32"/>
                </ns1:moveTo>
                <ns1:cubicBezTo>
                  <ns1:pt x="112" y="9"/>
                  <ns1:pt x="112" y="9"/>
                  <ns1:pt x="112" y="9"/>
                </ns1:cubicBezTo>
                <ns1:cubicBezTo>
                  <ns1:pt x="133" y="32"/>
                  <ns1:pt x="133" y="32"/>
                  <ns1:pt x="133" y="32"/>
                </ns1:cubicBezTo>
                <ns1:lnTo>
                  <ns1:pt x="112" y="32"/>
                </ns1:lnTo>
                <ns1:close/>
                <ns1:moveTo>
                  <ns1:pt x="16" y="40"/>
                </ns1:moveTo>
                <ns1:cubicBezTo>
                  <ns1:pt x="7" y="40"/>
                  <ns1:pt x="0" y="47"/>
                  <ns1:pt x="0" y="56"/>
                </ns1:cubicBezTo>
                <ns1:cubicBezTo>
                  <ns1:pt x="0" y="160"/>
                  <ns1:pt x="0" y="160"/>
                  <ns1:pt x="0" y="160"/>
                </ns1:cubicBezTo>
                <ns1:cubicBezTo>
                  <ns1:pt x="0" y="169"/>
                  <ns1:pt x="7" y="176"/>
                  <ns1:pt x="16" y="176"/>
                </ns1:cubicBezTo>
                <ns1:cubicBezTo>
                  <ns1:pt x="88" y="176"/>
                  <ns1:pt x="88" y="176"/>
                  <ns1:pt x="88" y="176"/>
                </ns1:cubicBezTo>
                <ns1:cubicBezTo>
                  <ns1:pt x="97" y="176"/>
                  <ns1:pt x="104" y="169"/>
                  <ns1:pt x="104" y="160"/>
                </ns1:cubicBezTo>
                <ns1:cubicBezTo>
                  <ns1:pt x="104" y="72"/>
                  <ns1:pt x="104" y="72"/>
                  <ns1:pt x="104" y="72"/>
                </ns1:cubicBezTo>
                <ns1:cubicBezTo>
                  <ns1:pt x="76" y="40"/>
                  <ns1:pt x="76" y="40"/>
                  <ns1:pt x="76" y="40"/>
                </ns1:cubicBezTo>
                <ns1:lnTo>
                  <ns1:pt x="16" y="40"/>
                </ns1:lnTo>
                <ns1:close/>
                <ns1:moveTo>
                  <ns1:pt x="96" y="160"/>
                </ns1:moveTo>
                <ns1:cubicBezTo>
                  <ns1:pt x="96" y="164"/>
                  <ns1:pt x="92" y="168"/>
                  <ns1:pt x="88" y="168"/>
                </ns1:cubicBezTo>
                <ns1:cubicBezTo>
                  <ns1:pt x="16" y="168"/>
                  <ns1:pt x="16" y="168"/>
                  <ns1:pt x="16" y="168"/>
                </ns1:cubicBezTo>
                <ns1:cubicBezTo>
                  <ns1:pt x="12" y="168"/>
                  <ns1:pt x="8" y="164"/>
                  <ns1:pt x="8" y="160"/>
                </ns1:cubicBezTo>
                <ns1:cubicBezTo>
                  <ns1:pt x="8" y="56"/>
                  <ns1:pt x="8" y="56"/>
                  <ns1:pt x="8" y="56"/>
                </ns1:cubicBezTo>
                <ns1:cubicBezTo>
                  <ns1:pt x="8" y="52"/>
                  <ns1:pt x="12" y="48"/>
                  <ns1:pt x="16" y="48"/>
                </ns1:cubicBezTo>
                <ns1:cubicBezTo>
                  <ns1:pt x="64" y="48"/>
                  <ns1:pt x="64" y="48"/>
                  <ns1:pt x="64" y="48"/>
                </ns1:cubicBezTo>
                <ns1:cubicBezTo>
                  <ns1:pt x="64" y="72"/>
                  <ns1:pt x="64" y="72"/>
                  <ns1:pt x="64" y="72"/>
                </ns1:cubicBezTo>
                <ns1:cubicBezTo>
                  <ns1:pt x="64" y="76"/>
                  <ns1:pt x="68" y="80"/>
                  <ns1:pt x="72" y="80"/>
                </ns1:cubicBezTo>
                <ns1:cubicBezTo>
                  <ns1:pt x="96" y="80"/>
                  <ns1:pt x="96" y="80"/>
                  <ns1:pt x="96" y="80"/>
                </ns1:cubicBezTo>
                <ns1:lnTo>
                  <ns1:pt x="96" y="160"/>
                </ns1:lnTo>
                <ns1:close/>
                <ns1:moveTo>
                  <ns1:pt x="72" y="72"/>
                </ns1:moveTo>
                <ns1:cubicBezTo>
                  <ns1:pt x="72" y="49"/>
                  <ns1:pt x="72" y="49"/>
                  <ns1:pt x="72" y="49"/>
                </ns1:cubicBezTo>
                <ns1:cubicBezTo>
                  <ns1:pt x="93" y="72"/>
                  <ns1:pt x="93" y="72"/>
                  <ns1:pt x="93" y="72"/>
                </ns1:cubicBezTo>
                <ns1:lnTo>
                  <ns1:pt x="72" y="72"/>
                </ns1:lnTo>
                <ns1:close/>
              </ns1:path>
            </ns1:pathLst>
          </ns1:custGeom>
          <ns1:solidFill>
            <ns1:schemeClr val="tx1"/>
          </ns1:solidFill>
          <ns1:ln>
            <ns1:noFill/>
          </ns1:ln>
          <ns1:extLst/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en-US" sz="2700"/>
          </ns1:p>
        </ns0:txBody>
      </ns0:sp>
      <ns0:sp>
        <ns0:nvSpPr>
          <ns0:cNvPr id="21" name="Freeform 15"/>
          <ns0:cNvSpPr>
            <ns1:spLocks noEditPoints="1"/>
          </ns0:cNvSpPr>
          <ns0:nvPr/>
        </ns0:nvSpPr>
        <ns0:spPr bwMode="auto">
          <ns1:xfrm>
            <ns1:off x="3797301" y="823914"/>
            <ns1:ext cx="320675" cy="320675"/>
          </ns1:xfrm>
          <ns1:custGeom>
            <ns1:avLst/>
            <ns1:gdLst>
              <ns1:gd name="T0" fmla="*/ 36 w 176"/>
              <ns1:gd name="T1" fmla="*/ 48 h 176"/>
              <ns1:gd name="T2" fmla="*/ 84 w 176"/>
              <ns1:gd name="T3" fmla="*/ 48 h 176"/>
              <ns1:gd name="T4" fmla="*/ 88 w 176"/>
              <ns1:gd name="T5" fmla="*/ 44 h 176"/>
              <ns1:gd name="T6" fmla="*/ 84 w 176"/>
              <ns1:gd name="T7" fmla="*/ 40 h 176"/>
              <ns1:gd name="T8" fmla="*/ 36 w 176"/>
              <ns1:gd name="T9" fmla="*/ 40 h 176"/>
              <ns1:gd name="T10" fmla="*/ 32 w 176"/>
              <ns1:gd name="T11" fmla="*/ 44 h 176"/>
              <ns1:gd name="T12" fmla="*/ 36 w 176"/>
              <ns1:gd name="T13" fmla="*/ 48 h 176"/>
              <ns1:gd name="T14" fmla="*/ 36 w 176"/>
              <ns1:gd name="T15" fmla="*/ 72 h 176"/>
              <ns1:gd name="T16" fmla="*/ 140 w 176"/>
              <ns1:gd name="T17" fmla="*/ 72 h 176"/>
              <ns1:gd name="T18" fmla="*/ 144 w 176"/>
              <ns1:gd name="T19" fmla="*/ 68 h 176"/>
              <ns1:gd name="T20" fmla="*/ 140 w 176"/>
              <ns1:gd name="T21" fmla="*/ 64 h 176"/>
              <ns1:gd name="T22" fmla="*/ 36 w 176"/>
              <ns1:gd name="T23" fmla="*/ 64 h 176"/>
              <ns1:gd name="T24" fmla="*/ 32 w 176"/>
              <ns1:gd name="T25" fmla="*/ 68 h 176"/>
              <ns1:gd name="T26" fmla="*/ 36 w 176"/>
              <ns1:gd name="T27" fmla="*/ 72 h 176"/>
              <ns1:gd name="T28" fmla="*/ 168 w 176"/>
              <ns1:gd name="T29" fmla="*/ 0 h 176"/>
              <ns1:gd name="T30" fmla="*/ 8 w 176"/>
              <ns1:gd name="T31" fmla="*/ 0 h 176"/>
              <ns1:gd name="T32" fmla="*/ 0 w 176"/>
              <ns1:gd name="T33" fmla="*/ 8 h 176"/>
              <ns1:gd name="T34" fmla="*/ 0 w 176"/>
              <ns1:gd name="T35" fmla="*/ 136 h 176"/>
              <ns1:gd name="T36" fmla="*/ 40 w 176"/>
              <ns1:gd name="T37" fmla="*/ 176 h 176"/>
              <ns1:gd name="T38" fmla="*/ 168 w 176"/>
              <ns1:gd name="T39" fmla="*/ 176 h 176"/>
              <ns1:gd name="T40" fmla="*/ 176 w 176"/>
              <ns1:gd name="T41" fmla="*/ 168 h 176"/>
              <ns1:gd name="T42" fmla="*/ 176 w 176"/>
              <ns1:gd name="T43" fmla="*/ 8 h 176"/>
              <ns1:gd name="T44" fmla="*/ 168 w 176"/>
              <ns1:gd name="T45" fmla="*/ 0 h 176"/>
              <ns1:gd name="T46" fmla="*/ 40 w 176"/>
              <ns1:gd name="T47" fmla="*/ 164 h 176"/>
              <ns1:gd name="T48" fmla="*/ 12 w 176"/>
              <ns1:gd name="T49" fmla="*/ 136 h 176"/>
              <ns1:gd name="T50" fmla="*/ 40 w 176"/>
              <ns1:gd name="T51" fmla="*/ 136 h 176"/>
              <ns1:gd name="T52" fmla="*/ 40 w 176"/>
              <ns1:gd name="T53" fmla="*/ 164 h 176"/>
              <ns1:gd name="T54" fmla="*/ 168 w 176"/>
              <ns1:gd name="T55" fmla="*/ 168 h 176"/>
              <ns1:gd name="T56" fmla="*/ 48 w 176"/>
              <ns1:gd name="T57" fmla="*/ 168 h 176"/>
              <ns1:gd name="T58" fmla="*/ 48 w 176"/>
              <ns1:gd name="T59" fmla="*/ 132 h 176"/>
              <ns1:gd name="T60" fmla="*/ 44 w 176"/>
              <ns1:gd name="T61" fmla="*/ 128 h 176"/>
              <ns1:gd name="T62" fmla="*/ 8 w 176"/>
              <ns1:gd name="T63" fmla="*/ 128 h 176"/>
              <ns1:gd name="T64" fmla="*/ 8 w 176"/>
              <ns1:gd name="T65" fmla="*/ 8 h 176"/>
              <ns1:gd name="T66" fmla="*/ 168 w 176"/>
              <ns1:gd name="T67" fmla="*/ 8 h 176"/>
              <ns1:gd name="T68" fmla="*/ 168 w 176"/>
              <ns1:gd name="T69" fmla="*/ 168 h 176"/>
              <ns1:gd name="T70" fmla="*/ 36 w 176"/>
              <ns1:gd name="T71" fmla="*/ 96 h 176"/>
              <ns1:gd name="T72" fmla="*/ 116 w 176"/>
              <ns1:gd name="T73" fmla="*/ 96 h 176"/>
              <ns1:gd name="T74" fmla="*/ 120 w 176"/>
              <ns1:gd name="T75" fmla="*/ 92 h 176"/>
              <ns1:gd name="T76" fmla="*/ 116 w 176"/>
              <ns1:gd name="T77" fmla="*/ 88 h 176"/>
              <ns1:gd name="T78" fmla="*/ 36 w 176"/>
              <ns1:gd name="T79" fmla="*/ 88 h 176"/>
              <ns1:gd name="T80" fmla="*/ 32 w 176"/>
              <ns1:gd name="T81" fmla="*/ 92 h 176"/>
              <ns1:gd name="T82" fmla="*/ 36 w 176"/>
              <ns1:gd name="T83" fmla="*/ 96 h 176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  <ns1:cxn ang="0">
                <ns1:pos x="T32" y="T33"/>
              </ns1:cxn>
              <ns1:cxn ang="0">
                <ns1:pos x="T34" y="T35"/>
              </ns1:cxn>
              <ns1:cxn ang="0">
                <ns1:pos x="T36" y="T37"/>
              </ns1:cxn>
              <ns1:cxn ang="0">
                <ns1:pos x="T38" y="T39"/>
              </ns1:cxn>
              <ns1:cxn ang="0">
                <ns1:pos x="T40" y="T41"/>
              </ns1:cxn>
              <ns1:cxn ang="0">
                <ns1:pos x="T42" y="T43"/>
              </ns1:cxn>
              <ns1:cxn ang="0">
                <ns1:pos x="T44" y="T45"/>
              </ns1:cxn>
              <ns1:cxn ang="0">
                <ns1:pos x="T46" y="T47"/>
              </ns1:cxn>
              <ns1:cxn ang="0">
                <ns1:pos x="T48" y="T49"/>
              </ns1:cxn>
              <ns1:cxn ang="0">
                <ns1:pos x="T50" y="T51"/>
              </ns1:cxn>
              <ns1:cxn ang="0">
                <ns1:pos x="T52" y="T53"/>
              </ns1:cxn>
              <ns1:cxn ang="0">
                <ns1:pos x="T54" y="T55"/>
              </ns1:cxn>
              <ns1:cxn ang="0">
                <ns1:pos x="T56" y="T57"/>
              </ns1:cxn>
              <ns1:cxn ang="0">
                <ns1:pos x="T58" y="T59"/>
              </ns1:cxn>
              <ns1:cxn ang="0">
                <ns1:pos x="T60" y="T61"/>
              </ns1:cxn>
              <ns1:cxn ang="0">
                <ns1:pos x="T62" y="T63"/>
              </ns1:cxn>
              <ns1:cxn ang="0">
                <ns1:pos x="T64" y="T65"/>
              </ns1:cxn>
              <ns1:cxn ang="0">
                <ns1:pos x="T66" y="T67"/>
              </ns1:cxn>
              <ns1:cxn ang="0">
                <ns1:pos x="T68" y="T69"/>
              </ns1:cxn>
              <ns1:cxn ang="0">
                <ns1:pos x="T70" y="T71"/>
              </ns1:cxn>
              <ns1:cxn ang="0">
                <ns1:pos x="T72" y="T73"/>
              </ns1:cxn>
              <ns1:cxn ang="0">
                <ns1:pos x="T74" y="T75"/>
              </ns1:cxn>
              <ns1:cxn ang="0">
                <ns1:pos x="T76" y="T77"/>
              </ns1:cxn>
              <ns1:cxn ang="0">
                <ns1:pos x="T78" y="T79"/>
              </ns1:cxn>
              <ns1:cxn ang="0">
                <ns1:pos x="T80" y="T81"/>
              </ns1:cxn>
              <ns1:cxn ang="0">
                <ns1:pos x="T82" y="T83"/>
              </ns1:cxn>
            </ns1:cxnLst>
            <ns1:rect l="0" t="0" r="r" b="b"/>
            <ns1:pathLst>
              <ns1:path w="176" h="176">
                <ns1:moveTo>
                  <ns1:pt x="36" y="48"/>
                </ns1:moveTo>
                <ns1:cubicBezTo>
                  <ns1:pt x="84" y="48"/>
                  <ns1:pt x="84" y="48"/>
                  <ns1:pt x="84" y="48"/>
                </ns1:cubicBezTo>
                <ns1:cubicBezTo>
                  <ns1:pt x="86" y="48"/>
                  <ns1:pt x="88" y="46"/>
                  <ns1:pt x="88" y="44"/>
                </ns1:cubicBezTo>
                <ns1:cubicBezTo>
                  <ns1:pt x="88" y="42"/>
                  <ns1:pt x="86" y="40"/>
                  <ns1:pt x="84" y="40"/>
                </ns1:cubicBezTo>
                <ns1:cubicBezTo>
                  <ns1:pt x="36" y="40"/>
                  <ns1:pt x="36" y="40"/>
                  <ns1:pt x="36" y="40"/>
                </ns1:cubicBezTo>
                <ns1:cubicBezTo>
                  <ns1:pt x="34" y="40"/>
                  <ns1:pt x="32" y="42"/>
                  <ns1:pt x="32" y="44"/>
                </ns1:cubicBezTo>
                <ns1:cubicBezTo>
                  <ns1:pt x="32" y="46"/>
                  <ns1:pt x="34" y="48"/>
                  <ns1:pt x="36" y="48"/>
                </ns1:cubicBezTo>
                <ns1:moveTo>
                  <ns1:pt x="36" y="72"/>
                </ns1:moveTo>
                <ns1:cubicBezTo>
                  <ns1:pt x="140" y="72"/>
                  <ns1:pt x="140" y="72"/>
                  <ns1:pt x="140" y="72"/>
                </ns1:cubicBezTo>
                <ns1:cubicBezTo>
                  <ns1:pt x="142" y="72"/>
                  <ns1:pt x="144" y="70"/>
                  <ns1:pt x="144" y="68"/>
                </ns1:cubicBezTo>
                <ns1:cubicBezTo>
                  <ns1:pt x="144" y="66"/>
                  <ns1:pt x="142" y="64"/>
                  <ns1:pt x="140" y="64"/>
                </ns1:cubicBezTo>
                <ns1:cubicBezTo>
                  <ns1:pt x="36" y="64"/>
                  <ns1:pt x="36" y="64"/>
                  <ns1:pt x="36" y="64"/>
                </ns1:cubicBezTo>
                <ns1:cubicBezTo>
                  <ns1:pt x="34" y="64"/>
                  <ns1:pt x="32" y="66"/>
                  <ns1:pt x="32" y="68"/>
                </ns1:cubicBezTo>
                <ns1:cubicBezTo>
                  <ns1:pt x="32" y="70"/>
                  <ns1:pt x="34" y="72"/>
                  <ns1:pt x="36" y="72"/>
                </ns1:cubicBezTo>
                <ns1:moveTo>
                  <ns1:pt x="168" y="0"/>
                </ns1:moveTo>
                <ns1:cubicBezTo>
                  <ns1:pt x="8" y="0"/>
                  <ns1:pt x="8" y="0"/>
                  <ns1:pt x="8" y="0"/>
                </ns1:cubicBezTo>
                <ns1:cubicBezTo>
                  <ns1:pt x="4" y="0"/>
                  <ns1:pt x="0" y="4"/>
                  <ns1:pt x="0" y="8"/>
                </ns1:cubicBezTo>
                <ns1:cubicBezTo>
                  <ns1:pt x="0" y="136"/>
                  <ns1:pt x="0" y="136"/>
                  <ns1:pt x="0" y="136"/>
                </ns1:cubicBezTo>
                <ns1:cubicBezTo>
                  <ns1:pt x="40" y="176"/>
                  <ns1:pt x="40" y="176"/>
                  <ns1:pt x="40" y="176"/>
                </ns1:cubicBezTo>
                <ns1:cubicBezTo>
                  <ns1:pt x="168" y="176"/>
                  <ns1:pt x="168" y="176"/>
                  <ns1:pt x="168" y="176"/>
                </ns1:cubicBezTo>
                <ns1:cubicBezTo>
                  <ns1:pt x="172" y="176"/>
                  <ns1:pt x="176" y="172"/>
                  <ns1:pt x="176" y="168"/>
                </ns1:cubicBezTo>
                <ns1:cubicBezTo>
                  <ns1:pt x="176" y="8"/>
                  <ns1:pt x="176" y="8"/>
                  <ns1:pt x="176" y="8"/>
                </ns1:cubicBezTo>
                <ns1:cubicBezTo>
                  <ns1:pt x="176" y="4"/>
                  <ns1:pt x="172" y="0"/>
                  <ns1:pt x="168" y="0"/>
                </ns1:cubicBezTo>
                <ns1:moveTo>
                  <ns1:pt x="40" y="164"/>
                </ns1:moveTo>
                <ns1:cubicBezTo>
                  <ns1:pt x="12" y="136"/>
                  <ns1:pt x="12" y="136"/>
                  <ns1:pt x="12" y="136"/>
                </ns1:cubicBezTo>
                <ns1:cubicBezTo>
                  <ns1:pt x="40" y="136"/>
                  <ns1:pt x="40" y="136"/>
                  <ns1:pt x="40" y="136"/>
                </ns1:cubicBezTo>
                <ns1:lnTo>
                  <ns1:pt x="40" y="164"/>
                </ns1:lnTo>
                <ns1:close/>
                <ns1:moveTo>
                  <ns1:pt x="168" y="168"/>
                </ns1:moveTo>
                <ns1:cubicBezTo>
                  <ns1:pt x="48" y="168"/>
                  <ns1:pt x="48" y="168"/>
                  <ns1:pt x="48" y="168"/>
                </ns1:cubicBezTo>
                <ns1:cubicBezTo>
                  <ns1:pt x="48" y="132"/>
                  <ns1:pt x="48" y="132"/>
                  <ns1:pt x="48" y="132"/>
                </ns1:cubicBezTo>
                <ns1:cubicBezTo>
                  <ns1:pt x="48" y="130"/>
                  <ns1:pt x="46" y="128"/>
                  <ns1:pt x="44" y="128"/>
                </ns1:cubicBezTo>
                <ns1:cubicBezTo>
                  <ns1:pt x="8" y="128"/>
                  <ns1:pt x="8" y="128"/>
                  <ns1:pt x="8" y="128"/>
                </ns1:cubicBezTo>
                <ns1:cubicBezTo>
                  <ns1:pt x="8" y="8"/>
                  <ns1:pt x="8" y="8"/>
                  <ns1:pt x="8" y="8"/>
                </ns1:cubicBezTo>
                <ns1:cubicBezTo>
                  <ns1:pt x="168" y="8"/>
                  <ns1:pt x="168" y="8"/>
                  <ns1:pt x="168" y="8"/>
                </ns1:cubicBezTo>
                <ns1:lnTo>
                  <ns1:pt x="168" y="168"/>
                </ns1:lnTo>
                <ns1:close/>
                <ns1:moveTo>
                  <ns1:pt x="36" y="96"/>
                </ns1:moveTo>
                <ns1:cubicBezTo>
                  <ns1:pt x="116" y="96"/>
                  <ns1:pt x="116" y="96"/>
                  <ns1:pt x="116" y="96"/>
                </ns1:cubicBezTo>
                <ns1:cubicBezTo>
                  <ns1:pt x="118" y="96"/>
                  <ns1:pt x="120" y="94"/>
                  <ns1:pt x="120" y="92"/>
                </ns1:cubicBezTo>
                <ns1:cubicBezTo>
                  <ns1:pt x="120" y="90"/>
                  <ns1:pt x="118" y="88"/>
                  <ns1:pt x="116" y="88"/>
                </ns1:cubicBezTo>
                <ns1:cubicBezTo>
                  <ns1:pt x="36" y="88"/>
                  <ns1:pt x="36" y="88"/>
                  <ns1:pt x="36" y="88"/>
                </ns1:cubicBezTo>
                <ns1:cubicBezTo>
                  <ns1:pt x="34" y="88"/>
                  <ns1:pt x="32" y="90"/>
                  <ns1:pt x="32" y="92"/>
                </ns1:cubicBezTo>
                <ns1:cubicBezTo>
                  <ns1:pt x="32" y="94"/>
                  <ns1:pt x="34" y="96"/>
                  <ns1:pt x="36" y="96"/>
                </ns1:cubicBezTo>
              </ns1:path>
            </ns1:pathLst>
          </ns1:custGeom>
          <ns1:solidFill>
            <ns1:schemeClr val="tx1"/>
          </ns1:solidFill>
          <ns1:ln>
            <ns1:noFill/>
          </ns1:ln>
          <ns1:extLst/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en-US" sz="2700"/>
          </ns1:p>
        </ns0:txBody>
      </ns0:sp>
      <ns0:sp>
        <ns0:nvSpPr>
          <ns0:cNvPr id="22" name="Freeform 16"/>
          <ns0:cNvSpPr>
            <ns1:spLocks noEditPoints="1"/>
          </ns0:cNvSpPr>
          <ns0:nvPr/>
        </ns0:nvSpPr>
        <ns0:spPr bwMode="auto">
          <ns1:xfrm>
            <ns1:off x="4438650" y="823914"/>
            <ns1:ext cx="261938" cy="320675"/>
          </ns1:xfrm>
          <ns1:custGeom>
            <ns1:avLst/>
            <ns1:gdLst>
              <ns1:gd name="T0" fmla="*/ 72 w 144"/>
              <ns1:gd name="T1" fmla="*/ 72 h 176"/>
              <ns1:gd name="T2" fmla="*/ 72 w 144"/>
              <ns1:gd name="T3" fmla="*/ 64 h 176"/>
              <ns1:gd name="T4" fmla="*/ 20 w 144"/>
              <ns1:gd name="T5" fmla="*/ 68 h 176"/>
              <ns1:gd name="T6" fmla="*/ 136 w 144"/>
              <ns1:gd name="T7" fmla="*/ 16 h 176"/>
              <ns1:gd name="T8" fmla="*/ 116 w 144"/>
              <ns1:gd name="T9" fmla="*/ 4 h 176"/>
              <ns1:gd name="T10" fmla="*/ 108 w 144"/>
              <ns1:gd name="T11" fmla="*/ 4 h 176"/>
              <ns1:gd name="T12" fmla="*/ 100 w 144"/>
              <ns1:gd name="T13" fmla="*/ 16 h 176"/>
              <ns1:gd name="T14" fmla="*/ 96 w 144"/>
              <ns1:gd name="T15" fmla="*/ 0 h 176"/>
              <ns1:gd name="T16" fmla="*/ 92 w 144"/>
              <ns1:gd name="T17" fmla="*/ 16 h 176"/>
              <ns1:gd name="T18" fmla="*/ 84 w 144"/>
              <ns1:gd name="T19" fmla="*/ 4 h 176"/>
              <ns1:gd name="T20" fmla="*/ 76 w 144"/>
              <ns1:gd name="T21" fmla="*/ 4 h 176"/>
              <ns1:gd name="T22" fmla="*/ 68 w 144"/>
              <ns1:gd name="T23" fmla="*/ 16 h 176"/>
              <ns1:gd name="T24" fmla="*/ 64 w 144"/>
              <ns1:gd name="T25" fmla="*/ 0 h 176"/>
              <ns1:gd name="T26" fmla="*/ 60 w 144"/>
              <ns1:gd name="T27" fmla="*/ 16 h 176"/>
              <ns1:gd name="T28" fmla="*/ 52 w 144"/>
              <ns1:gd name="T29" fmla="*/ 4 h 176"/>
              <ns1:gd name="T30" fmla="*/ 44 w 144"/>
              <ns1:gd name="T31" fmla="*/ 4 h 176"/>
              <ns1:gd name="T32" fmla="*/ 36 w 144"/>
              <ns1:gd name="T33" fmla="*/ 16 h 176"/>
              <ns1:gd name="T34" fmla="*/ 32 w 144"/>
              <ns1:gd name="T35" fmla="*/ 0 h 176"/>
              <ns1:gd name="T36" fmla="*/ 28 w 144"/>
              <ns1:gd name="T37" fmla="*/ 16 h 176"/>
              <ns1:gd name="T38" fmla="*/ 0 w 144"/>
              <ns1:gd name="T39" fmla="*/ 24 h 176"/>
              <ns1:gd name="T40" fmla="*/ 8 w 144"/>
              <ns1:gd name="T41" fmla="*/ 176 h 176"/>
              <ns1:gd name="T42" fmla="*/ 144 w 144"/>
              <ns1:gd name="T43" fmla="*/ 168 h 176"/>
              <ns1:gd name="T44" fmla="*/ 136 w 144"/>
              <ns1:gd name="T45" fmla="*/ 16 h 176"/>
              <ns1:gd name="T46" fmla="*/ 8 w 144"/>
              <ns1:gd name="T47" fmla="*/ 144 h 176"/>
              <ns1:gd name="T48" fmla="*/ 8 w 144"/>
              <ns1:gd name="T49" fmla="*/ 168 h 176"/>
              <ns1:gd name="T50" fmla="*/ 44 w 144"/>
              <ns1:gd name="T51" fmla="*/ 168 h 176"/>
              <ns1:gd name="T52" fmla="*/ 8 w 144"/>
              <ns1:gd name="T53" fmla="*/ 24 h 176"/>
              <ns1:gd name="T54" fmla="*/ 28 w 144"/>
              <ns1:gd name="T55" fmla="*/ 36 h 176"/>
              <ns1:gd name="T56" fmla="*/ 36 w 144"/>
              <ns1:gd name="T57" fmla="*/ 36 h 176"/>
              <ns1:gd name="T58" fmla="*/ 44 w 144"/>
              <ns1:gd name="T59" fmla="*/ 24 h 176"/>
              <ns1:gd name="T60" fmla="*/ 48 w 144"/>
              <ns1:gd name="T61" fmla="*/ 40 h 176"/>
              <ns1:gd name="T62" fmla="*/ 52 w 144"/>
              <ns1:gd name="T63" fmla="*/ 24 h 176"/>
              <ns1:gd name="T64" fmla="*/ 60 w 144"/>
              <ns1:gd name="T65" fmla="*/ 36 h 176"/>
              <ns1:gd name="T66" fmla="*/ 68 w 144"/>
              <ns1:gd name="T67" fmla="*/ 36 h 176"/>
              <ns1:gd name="T68" fmla="*/ 76 w 144"/>
              <ns1:gd name="T69" fmla="*/ 24 h 176"/>
              <ns1:gd name="T70" fmla="*/ 80 w 144"/>
              <ns1:gd name="T71" fmla="*/ 40 h 176"/>
              <ns1:gd name="T72" fmla="*/ 84 w 144"/>
              <ns1:gd name="T73" fmla="*/ 24 h 176"/>
              <ns1:gd name="T74" fmla="*/ 92 w 144"/>
              <ns1:gd name="T75" fmla="*/ 36 h 176"/>
              <ns1:gd name="T76" fmla="*/ 100 w 144"/>
              <ns1:gd name="T77" fmla="*/ 36 h 176"/>
              <ns1:gd name="T78" fmla="*/ 108 w 144"/>
              <ns1:gd name="T79" fmla="*/ 24 h 176"/>
              <ns1:gd name="T80" fmla="*/ 112 w 144"/>
              <ns1:gd name="T81" fmla="*/ 40 h 176"/>
              <ns1:gd name="T82" fmla="*/ 116 w 144"/>
              <ns1:gd name="T83" fmla="*/ 24 h 176"/>
              <ns1:gd name="T84" fmla="*/ 136 w 144"/>
              <ns1:gd name="T85" fmla="*/ 168 h 176"/>
              <ns1:gd name="T86" fmla="*/ 24 w 144"/>
              <ns1:gd name="T87" fmla="*/ 96 h 176"/>
              <ns1:gd name="T88" fmla="*/ 124 w 144"/>
              <ns1:gd name="T89" fmla="*/ 92 h 176"/>
              <ns1:gd name="T90" fmla="*/ 24 w 144"/>
              <ns1:gd name="T91" fmla="*/ 88 h 176"/>
              <ns1:gd name="T92" fmla="*/ 96 w 144"/>
              <ns1:gd name="T93" fmla="*/ 112 h 176"/>
              <ns1:gd name="T94" fmla="*/ 20 w 144"/>
              <ns1:gd name="T95" fmla="*/ 116 h 176"/>
              <ns1:gd name="T96" fmla="*/ 96 w 144"/>
              <ns1:gd name="T97" fmla="*/ 120 h 176"/>
              <ns1:gd name="T98" fmla="*/ 96 w 144"/>
              <ns1:gd name="T99" fmla="*/ 112 h 176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  <ns1:cxn ang="0">
                <ns1:pos x="T32" y="T33"/>
              </ns1:cxn>
              <ns1:cxn ang="0">
                <ns1:pos x="T34" y="T35"/>
              </ns1:cxn>
              <ns1:cxn ang="0">
                <ns1:pos x="T36" y="T37"/>
              </ns1:cxn>
              <ns1:cxn ang="0">
                <ns1:pos x="T38" y="T39"/>
              </ns1:cxn>
              <ns1:cxn ang="0">
                <ns1:pos x="T40" y="T41"/>
              </ns1:cxn>
              <ns1:cxn ang="0">
                <ns1:pos x="T42" y="T43"/>
              </ns1:cxn>
              <ns1:cxn ang="0">
                <ns1:pos x="T44" y="T45"/>
              </ns1:cxn>
              <ns1:cxn ang="0">
                <ns1:pos x="T46" y="T47"/>
              </ns1:cxn>
              <ns1:cxn ang="0">
                <ns1:pos x="T48" y="T49"/>
              </ns1:cxn>
              <ns1:cxn ang="0">
                <ns1:pos x="T50" y="T51"/>
              </ns1:cxn>
              <ns1:cxn ang="0">
                <ns1:pos x="T52" y="T53"/>
              </ns1:cxn>
              <ns1:cxn ang="0">
                <ns1:pos x="T54" y="T55"/>
              </ns1:cxn>
              <ns1:cxn ang="0">
                <ns1:pos x="T56" y="T57"/>
              </ns1:cxn>
              <ns1:cxn ang="0">
                <ns1:pos x="T58" y="T59"/>
              </ns1:cxn>
              <ns1:cxn ang="0">
                <ns1:pos x="T60" y="T61"/>
              </ns1:cxn>
              <ns1:cxn ang="0">
                <ns1:pos x="T62" y="T63"/>
              </ns1:cxn>
              <ns1:cxn ang="0">
                <ns1:pos x="T64" y="T65"/>
              </ns1:cxn>
              <ns1:cxn ang="0">
                <ns1:pos x="T66" y="T67"/>
              </ns1:cxn>
              <ns1:cxn ang="0">
                <ns1:pos x="T68" y="T69"/>
              </ns1:cxn>
              <ns1:cxn ang="0">
                <ns1:pos x="T70" y="T71"/>
              </ns1:cxn>
              <ns1:cxn ang="0">
                <ns1:pos x="T72" y="T73"/>
              </ns1:cxn>
              <ns1:cxn ang="0">
                <ns1:pos x="T74" y="T75"/>
              </ns1:cxn>
              <ns1:cxn ang="0">
                <ns1:pos x="T76" y="T77"/>
              </ns1:cxn>
              <ns1:cxn ang="0">
                <ns1:pos x="T78" y="T79"/>
              </ns1:cxn>
              <ns1:cxn ang="0">
                <ns1:pos x="T80" y="T81"/>
              </ns1:cxn>
              <ns1:cxn ang="0">
                <ns1:pos x="T82" y="T83"/>
              </ns1:cxn>
              <ns1:cxn ang="0">
                <ns1:pos x="T84" y="T85"/>
              </ns1:cxn>
              <ns1:cxn ang="0">
                <ns1:pos x="T86" y="T87"/>
              </ns1:cxn>
              <ns1:cxn ang="0">
                <ns1:pos x="T88" y="T89"/>
              </ns1:cxn>
              <ns1:cxn ang="0">
                <ns1:pos x="T90" y="T91"/>
              </ns1:cxn>
              <ns1:cxn ang="0">
                <ns1:pos x="T92" y="T93"/>
              </ns1:cxn>
              <ns1:cxn ang="0">
                <ns1:pos x="T94" y="T95"/>
              </ns1:cxn>
              <ns1:cxn ang="0">
                <ns1:pos x="T96" y="T97"/>
              </ns1:cxn>
              <ns1:cxn ang="0">
                <ns1:pos x="T98" y="T99"/>
              </ns1:cxn>
            </ns1:cxnLst>
            <ns1:rect l="0" t="0" r="r" b="b"/>
            <ns1:pathLst>
              <ns1:path w="144" h="176">
                <ns1:moveTo>
                  <ns1:pt x="24" y="72"/>
                </ns1:moveTo>
                <ns1:cubicBezTo>
                  <ns1:pt x="72" y="72"/>
                  <ns1:pt x="72" y="72"/>
                  <ns1:pt x="72" y="72"/>
                </ns1:cubicBezTo>
                <ns1:cubicBezTo>
                  <ns1:pt x="74" y="72"/>
                  <ns1:pt x="76" y="70"/>
                  <ns1:pt x="76" y="68"/>
                </ns1:cubicBezTo>
                <ns1:cubicBezTo>
                  <ns1:pt x="76" y="66"/>
                  <ns1:pt x="74" y="64"/>
                  <ns1:pt x="72" y="64"/>
                </ns1:cubicBezTo>
                <ns1:cubicBezTo>
                  <ns1:pt x="24" y="64"/>
                  <ns1:pt x="24" y="64"/>
                  <ns1:pt x="24" y="64"/>
                </ns1:cubicBezTo>
                <ns1:cubicBezTo>
                  <ns1:pt x="22" y="64"/>
                  <ns1:pt x="20" y="66"/>
                  <ns1:pt x="20" y="68"/>
                </ns1:cubicBezTo>
                <ns1:cubicBezTo>
                  <ns1:pt x="20" y="70"/>
                  <ns1:pt x="22" y="72"/>
                  <ns1:pt x="24" y="72"/>
                </ns1:cubicBezTo>
                <ns1:moveTo>
                  <ns1:pt x="136" y="16"/>
                </ns1:moveTo>
                <ns1:cubicBezTo>
                  <ns1:pt x="116" y="16"/>
                  <ns1:pt x="116" y="16"/>
                  <ns1:pt x="116" y="16"/>
                </ns1:cubicBezTo>
                <ns1:cubicBezTo>
                  <ns1:pt x="116" y="4"/>
                  <ns1:pt x="116" y="4"/>
                  <ns1:pt x="116" y="4"/>
                </ns1:cubicBezTo>
                <ns1:cubicBezTo>
                  <ns1:pt x="116" y="2"/>
                  <ns1:pt x="114" y="0"/>
                  <ns1:pt x="112" y="0"/>
                </ns1:cubicBezTo>
                <ns1:cubicBezTo>
                  <ns1:pt x="110" y="0"/>
                  <ns1:pt x="108" y="2"/>
                  <ns1:pt x="108" y="4"/>
                </ns1:cubicBezTo>
                <ns1:cubicBezTo>
                  <ns1:pt x="108" y="16"/>
                  <ns1:pt x="108" y="16"/>
                  <ns1:pt x="108" y="16"/>
                </ns1:cubicBezTo>
                <ns1:cubicBezTo>
                  <ns1:pt x="100" y="16"/>
                  <ns1:pt x="100" y="16"/>
                  <ns1:pt x="100" y="16"/>
                </ns1:cubicBezTo>
                <ns1:cubicBezTo>
                  <ns1:pt x="100" y="4"/>
                  <ns1:pt x="100" y="4"/>
                  <ns1:pt x="100" y="4"/>
                </ns1:cubicBezTo>
                <ns1:cubicBezTo>
                  <ns1:pt x="100" y="2"/>
                  <ns1:pt x="98" y="0"/>
                  <ns1:pt x="96" y="0"/>
                </ns1:cubicBezTo>
                <ns1:cubicBezTo>
                  <ns1:pt x="94" y="0"/>
                  <ns1:pt x="92" y="2"/>
                  <ns1:pt x="92" y="4"/>
                </ns1:cubicBezTo>
                <ns1:cubicBezTo>
                  <ns1:pt x="92" y="16"/>
                  <ns1:pt x="92" y="16"/>
                  <ns1:pt x="92" y="16"/>
                </ns1:cubicBezTo>
                <ns1:cubicBezTo>
                  <ns1:pt x="84" y="16"/>
                  <ns1:pt x="84" y="16"/>
                  <ns1:pt x="84" y="16"/>
                </ns1:cubicBezTo>
                <ns1:cubicBezTo>
                  <ns1:pt x="84" y="4"/>
                  <ns1:pt x="84" y="4"/>
                  <ns1:pt x="84" y="4"/>
                </ns1:cubicBezTo>
                <ns1:cubicBezTo>
                  <ns1:pt x="84" y="2"/>
                  <ns1:pt x="82" y="0"/>
                  <ns1:pt x="80" y="0"/>
                </ns1:cubicBezTo>
                <ns1:cubicBezTo>
                  <ns1:pt x="78" y="0"/>
                  <ns1:pt x="76" y="2"/>
                  <ns1:pt x="76" y="4"/>
                </ns1:cubicBezTo>
                <ns1:cubicBezTo>
                  <ns1:pt x="76" y="16"/>
                  <ns1:pt x="76" y="16"/>
                  <ns1:pt x="76" y="16"/>
                </ns1:cubicBezTo>
                <ns1:cubicBezTo>
                  <ns1:pt x="68" y="16"/>
                  <ns1:pt x="68" y="16"/>
                  <ns1:pt x="68" y="16"/>
                </ns1:cubicBezTo>
                <ns1:cubicBezTo>
                  <ns1:pt x="68" y="4"/>
                  <ns1:pt x="68" y="4"/>
                  <ns1:pt x="68" y="4"/>
                </ns1:cubicBezTo>
                <ns1:cubicBezTo>
                  <ns1:pt x="68" y="2"/>
                  <ns1:pt x="66" y="0"/>
                  <ns1:pt x="64" y="0"/>
                </ns1:cubicBezTo>
                <ns1:cubicBezTo>
                  <ns1:pt x="62" y="0"/>
                  <ns1:pt x="60" y="2"/>
                  <ns1:pt x="60" y="4"/>
                </ns1:cubicBezTo>
                <ns1:cubicBezTo>
                  <ns1:pt x="60" y="16"/>
                  <ns1:pt x="60" y="16"/>
                  <ns1:pt x="60" y="16"/>
                </ns1:cubicBezTo>
                <ns1:cubicBezTo>
                  <ns1:pt x="52" y="16"/>
                  <ns1:pt x="52" y="16"/>
                  <ns1:pt x="52" y="16"/>
                </ns1:cubicBezTo>
                <ns1:cubicBezTo>
                  <ns1:pt x="52" y="4"/>
                  <ns1:pt x="52" y="4"/>
                  <ns1:pt x="52" y="4"/>
                </ns1:cubicBezTo>
                <ns1:cubicBezTo>
                  <ns1:pt x="52" y="2"/>
                  <ns1:pt x="50" y="0"/>
                  <ns1:pt x="48" y="0"/>
                </ns1:cubicBezTo>
                <ns1:cubicBezTo>
                  <ns1:pt x="46" y="0"/>
                  <ns1:pt x="44" y="2"/>
                  <ns1:pt x="44" y="4"/>
                </ns1:cubicBezTo>
                <ns1:cubicBezTo>
                  <ns1:pt x="44" y="16"/>
                  <ns1:pt x="44" y="16"/>
                  <ns1:pt x="44" y="16"/>
                </ns1:cubicBezTo>
                <ns1:cubicBezTo>
                  <ns1:pt x="36" y="16"/>
                  <ns1:pt x="36" y="16"/>
                  <ns1:pt x="36" y="16"/>
                </ns1:cubicBezTo>
                <ns1:cubicBezTo>
                  <ns1:pt x="36" y="4"/>
                  <ns1:pt x="36" y="4"/>
                  <ns1:pt x="36" y="4"/>
                </ns1:cubicBezTo>
                <ns1:cubicBezTo>
                  <ns1:pt x="36" y="2"/>
                  <ns1:pt x="34" y="0"/>
                  <ns1:pt x="32" y="0"/>
                </ns1:cubicBezTo>
                <ns1:cubicBezTo>
                  <ns1:pt x="30" y="0"/>
                  <ns1:pt x="28" y="2"/>
                  <ns1:pt x="28" y="4"/>
                </ns1:cubicBezTo>
                <ns1:cubicBezTo>
                  <ns1:pt x="28" y="16"/>
                  <ns1:pt x="28" y="16"/>
                  <ns1:pt x="28" y="16"/>
                </ns1:cubicBezTo>
                <ns1:cubicBezTo>
                  <ns1:pt x="8" y="16"/>
                  <ns1:pt x="8" y="16"/>
                  <ns1:pt x="8" y="16"/>
                </ns1:cubicBezTo>
                <ns1:cubicBezTo>
                  <ns1:pt x="4" y="16"/>
                  <ns1:pt x="0" y="20"/>
                  <ns1:pt x="0" y="24"/>
                </ns1:cubicBezTo>
                <ns1:cubicBezTo>
                  <ns1:pt x="0" y="168"/>
                  <ns1:pt x="0" y="168"/>
                  <ns1:pt x="0" y="168"/>
                </ns1:cubicBezTo>
                <ns1:cubicBezTo>
                  <ns1:pt x="0" y="172"/>
                  <ns1:pt x="4" y="176"/>
                  <ns1:pt x="8" y="176"/>
                </ns1:cubicBezTo>
                <ns1:cubicBezTo>
                  <ns1:pt x="136" y="176"/>
                  <ns1:pt x="136" y="176"/>
                  <ns1:pt x="136" y="176"/>
                </ns1:cubicBezTo>
                <ns1:cubicBezTo>
                  <ns1:pt x="140" y="176"/>
                  <ns1:pt x="144" y="172"/>
                  <ns1:pt x="144" y="168"/>
                </ns1:cubicBezTo>
                <ns1:cubicBezTo>
                  <ns1:pt x="144" y="24"/>
                  <ns1:pt x="144" y="24"/>
                  <ns1:pt x="144" y="24"/>
                </ns1:cubicBezTo>
                <ns1:cubicBezTo>
                  <ns1:pt x="144" y="20"/>
                  <ns1:pt x="140" y="16"/>
                  <ns1:pt x="136" y="16"/>
                </ns1:cubicBezTo>
                <ns1:moveTo>
                  <ns1:pt x="8" y="168"/>
                </ns1:moveTo>
                <ns1:cubicBezTo>
                  <ns1:pt x="8" y="144"/>
                  <ns1:pt x="8" y="144"/>
                  <ns1:pt x="8" y="144"/>
                </ns1:cubicBezTo>
                <ns1:cubicBezTo>
                  <ns1:pt x="32" y="168"/>
                  <ns1:pt x="32" y="168"/>
                  <ns1:pt x="32" y="168"/>
                </ns1:cubicBezTo>
                <ns1:lnTo>
                  <ns1:pt x="8" y="168"/>
                </ns1:lnTo>
                <ns1:close/>
                <ns1:moveTo>
                  <ns1:pt x="136" y="168"/>
                </ns1:moveTo>
                <ns1:cubicBezTo>
                  <ns1:pt x="44" y="168"/>
                  <ns1:pt x="44" y="168"/>
                  <ns1:pt x="44" y="168"/>
                </ns1:cubicBezTo>
                <ns1:cubicBezTo>
                  <ns1:pt x="8" y="132"/>
                  <ns1:pt x="8" y="132"/>
                  <ns1:pt x="8" y="132"/>
                </ns1:cubicBezTo>
                <ns1:cubicBezTo>
                  <ns1:pt x="8" y="24"/>
                  <ns1:pt x="8" y="24"/>
                  <ns1:pt x="8" y="24"/>
                </ns1:cubicBezTo>
                <ns1:cubicBezTo>
                  <ns1:pt x="28" y="24"/>
                  <ns1:pt x="28" y="24"/>
                  <ns1:pt x="28" y="24"/>
                </ns1:cubicBezTo>
                <ns1:cubicBezTo>
                  <ns1:pt x="28" y="36"/>
                  <ns1:pt x="28" y="36"/>
                  <ns1:pt x="28" y="36"/>
                </ns1:cubicBezTo>
                <ns1:cubicBezTo>
                  <ns1:pt x="28" y="38"/>
                  <ns1:pt x="30" y="40"/>
                  <ns1:pt x="32" y="40"/>
                </ns1:cubicBezTo>
                <ns1:cubicBezTo>
                  <ns1:pt x="34" y="40"/>
                  <ns1:pt x="36" y="38"/>
                  <ns1:pt x="36" y="36"/>
                </ns1:cubicBezTo>
                <ns1:cubicBezTo>
                  <ns1:pt x="36" y="24"/>
                  <ns1:pt x="36" y="24"/>
                  <ns1:pt x="36" y="24"/>
                </ns1:cubicBezTo>
                <ns1:cubicBezTo>
                  <ns1:pt x="44" y="24"/>
                  <ns1:pt x="44" y="24"/>
                  <ns1:pt x="44" y="24"/>
                </ns1:cubicBezTo>
                <ns1:cubicBezTo>
                  <ns1:pt x="44" y="36"/>
                  <ns1:pt x="44" y="36"/>
                  <ns1:pt x="44" y="36"/>
                </ns1:cubicBezTo>
                <ns1:cubicBezTo>
                  <ns1:pt x="44" y="38"/>
                  <ns1:pt x="46" y="40"/>
                  <ns1:pt x="48" y="40"/>
                </ns1:cubicBezTo>
                <ns1:cubicBezTo>
                  <ns1:pt x="50" y="40"/>
                  <ns1:pt x="52" y="38"/>
                  <ns1:pt x="52" y="36"/>
                </ns1:cubicBezTo>
                <ns1:cubicBezTo>
                  <ns1:pt x="52" y="24"/>
                  <ns1:pt x="52" y="24"/>
                  <ns1:pt x="52" y="24"/>
                </ns1:cubicBezTo>
                <ns1:cubicBezTo>
                  <ns1:pt x="60" y="24"/>
                  <ns1:pt x="60" y="24"/>
                  <ns1:pt x="60" y="24"/>
                </ns1:cubicBezTo>
                <ns1:cubicBezTo>
                  <ns1:pt x="60" y="36"/>
                  <ns1:pt x="60" y="36"/>
                  <ns1:pt x="60" y="36"/>
                </ns1:cubicBezTo>
                <ns1:cubicBezTo>
                  <ns1:pt x="60" y="38"/>
                  <ns1:pt x="62" y="40"/>
                  <ns1:pt x="64" y="40"/>
                </ns1:cubicBezTo>
                <ns1:cubicBezTo>
                  <ns1:pt x="66" y="40"/>
                  <ns1:pt x="68" y="38"/>
                  <ns1:pt x="68" y="36"/>
                </ns1:cubicBezTo>
                <ns1:cubicBezTo>
                  <ns1:pt x="68" y="24"/>
                  <ns1:pt x="68" y="24"/>
                  <ns1:pt x="68" y="24"/>
                </ns1:cubicBezTo>
                <ns1:cubicBezTo>
                  <ns1:pt x="76" y="24"/>
                  <ns1:pt x="76" y="24"/>
                  <ns1:pt x="76" y="24"/>
                </ns1:cubicBezTo>
                <ns1:cubicBezTo>
                  <ns1:pt x="76" y="36"/>
                  <ns1:pt x="76" y="36"/>
                  <ns1:pt x="76" y="36"/>
                </ns1:cubicBezTo>
                <ns1:cubicBezTo>
                  <ns1:pt x="76" y="38"/>
                  <ns1:pt x="78" y="40"/>
                  <ns1:pt x="80" y="40"/>
                </ns1:cubicBezTo>
                <ns1:cubicBezTo>
                  <ns1:pt x="82" y="40"/>
                  <ns1:pt x="84" y="38"/>
                  <ns1:pt x="84" y="36"/>
                </ns1:cubicBezTo>
                <ns1:cubicBezTo>
                  <ns1:pt x="84" y="24"/>
                  <ns1:pt x="84" y="24"/>
                  <ns1:pt x="84" y="24"/>
                </ns1:cubicBezTo>
                <ns1:cubicBezTo>
                  <ns1:pt x="92" y="24"/>
                  <ns1:pt x="92" y="24"/>
                  <ns1:pt x="92" y="24"/>
                </ns1:cubicBezTo>
                <ns1:cubicBezTo>
                  <ns1:pt x="92" y="36"/>
                  <ns1:pt x="92" y="36"/>
                  <ns1:pt x="92" y="36"/>
                </ns1:cubicBezTo>
                <ns1:cubicBezTo>
                  <ns1:pt x="92" y="38"/>
                  <ns1:pt x="94" y="40"/>
                  <ns1:pt x="96" y="40"/>
                </ns1:cubicBezTo>
                <ns1:cubicBezTo>
                  <ns1:pt x="98" y="40"/>
                  <ns1:pt x="100" y="38"/>
                  <ns1:pt x="100" y="36"/>
                </ns1:cubicBezTo>
                <ns1:cubicBezTo>
                  <ns1:pt x="100" y="24"/>
                  <ns1:pt x="100" y="24"/>
                  <ns1:pt x="100" y="24"/>
                </ns1:cubicBezTo>
                <ns1:cubicBezTo>
                  <ns1:pt x="108" y="24"/>
                  <ns1:pt x="108" y="24"/>
                  <ns1:pt x="108" y="24"/>
                </ns1:cubicBezTo>
                <ns1:cubicBezTo>
                  <ns1:pt x="108" y="36"/>
                  <ns1:pt x="108" y="36"/>
                  <ns1:pt x="108" y="36"/>
                </ns1:cubicBezTo>
                <ns1:cubicBezTo>
                  <ns1:pt x="108" y="38"/>
                  <ns1:pt x="110" y="40"/>
                  <ns1:pt x="112" y="40"/>
                </ns1:cubicBezTo>
                <ns1:cubicBezTo>
                  <ns1:pt x="114" y="40"/>
                  <ns1:pt x="116" y="38"/>
                  <ns1:pt x="116" y="36"/>
                </ns1:cubicBezTo>
                <ns1:cubicBezTo>
                  <ns1:pt x="116" y="24"/>
                  <ns1:pt x="116" y="24"/>
                  <ns1:pt x="116" y="24"/>
                </ns1:cubicBezTo>
                <ns1:cubicBezTo>
                  <ns1:pt x="136" y="24"/>
                  <ns1:pt x="136" y="24"/>
                  <ns1:pt x="136" y="24"/>
                </ns1:cubicBezTo>
                <ns1:lnTo>
                  <ns1:pt x="136" y="168"/>
                </ns1:lnTo>
                <ns1:close/>
                <ns1:moveTo>
                  <ns1:pt x="20" y="92"/>
                </ns1:moveTo>
                <ns1:cubicBezTo>
                  <ns1:pt x="20" y="94"/>
                  <ns1:pt x="22" y="96"/>
                  <ns1:pt x="24" y="96"/>
                </ns1:cubicBezTo>
                <ns1:cubicBezTo>
                  <ns1:pt x="120" y="96"/>
                  <ns1:pt x="120" y="96"/>
                  <ns1:pt x="120" y="96"/>
                </ns1:cubicBezTo>
                <ns1:cubicBezTo>
                  <ns1:pt x="122" y="96"/>
                  <ns1:pt x="124" y="94"/>
                  <ns1:pt x="124" y="92"/>
                </ns1:cubicBezTo>
                <ns1:cubicBezTo>
                  <ns1:pt x="124" y="90"/>
                  <ns1:pt x="122" y="88"/>
                  <ns1:pt x="120" y="88"/>
                </ns1:cubicBezTo>
                <ns1:cubicBezTo>
                  <ns1:pt x="24" y="88"/>
                  <ns1:pt x="24" y="88"/>
                  <ns1:pt x="24" y="88"/>
                </ns1:cubicBezTo>
                <ns1:cubicBezTo>
                  <ns1:pt x="22" y="88"/>
                  <ns1:pt x="20" y="90"/>
                  <ns1:pt x="20" y="92"/>
                </ns1:cubicBezTo>
                <ns1:moveTo>
                  <ns1:pt x="96" y="112"/>
                </ns1:moveTo>
                <ns1:cubicBezTo>
                  <ns1:pt x="24" y="112"/>
                  <ns1:pt x="24" y="112"/>
                  <ns1:pt x="24" y="112"/>
                </ns1:cubicBezTo>
                <ns1:cubicBezTo>
                  <ns1:pt x="22" y="112"/>
                  <ns1:pt x="20" y="114"/>
                  <ns1:pt x="20" y="116"/>
                </ns1:cubicBezTo>
                <ns1:cubicBezTo>
                  <ns1:pt x="20" y="118"/>
                  <ns1:pt x="22" y="120"/>
                  <ns1:pt x="24" y="120"/>
                </ns1:cubicBezTo>
                <ns1:cubicBezTo>
                  <ns1:pt x="96" y="120"/>
                  <ns1:pt x="96" y="120"/>
                  <ns1:pt x="96" y="120"/>
                </ns1:cubicBezTo>
                <ns1:cubicBezTo>
                  <ns1:pt x="98" y="120"/>
                  <ns1:pt x="100" y="118"/>
                  <ns1:pt x="100" y="116"/>
                </ns1:cubicBezTo>
                <ns1:cubicBezTo>
                  <ns1:pt x="100" y="114"/>
                  <ns1:pt x="98" y="112"/>
                  <ns1:pt x="96" y="112"/>
                </ns1:cubicBezTo>
              </ns1:path>
            </ns1:pathLst>
          </ns1:custGeom>
          <ns1:solidFill>
            <ns1:schemeClr val="tx1"/>
          </ns1:solidFill>
          <ns1:ln>
            <ns1:noFill/>
          </ns1:ln>
          <ns1:extLst/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en-US" sz="2700"/>
          </ns1:p>
        </ns0:txBody>
      </ns0:sp>
      <ns0:sp>
        <ns0:nvSpPr>
          <ns0:cNvPr id="23" name="Freeform 17"/>
          <ns0:cNvSpPr>
            <ns1:spLocks noEditPoints="1"/>
          </ns0:cNvSpPr>
          <ns0:nvPr/>
        </ns0:nvSpPr>
        <ns0:spPr bwMode="auto">
          <ns1:xfrm>
            <ns1:off x="5049838" y="823914"/>
            <ns1:ext cx="261938" cy="320675"/>
          </ns1:xfrm>
          <ns1:custGeom>
            <ns1:avLst/>
            <ns1:gdLst>
              <ns1:gd name="T0" fmla="*/ 28 w 144"/>
              <ns1:gd name="T1" fmla="*/ 88 h 176"/>
              <ns1:gd name="T2" fmla="*/ 76 w 144"/>
              <ns1:gd name="T3" fmla="*/ 88 h 176"/>
              <ns1:gd name="T4" fmla="*/ 80 w 144"/>
              <ns1:gd name="T5" fmla="*/ 84 h 176"/>
              <ns1:gd name="T6" fmla="*/ 76 w 144"/>
              <ns1:gd name="T7" fmla="*/ 80 h 176"/>
              <ns1:gd name="T8" fmla="*/ 28 w 144"/>
              <ns1:gd name="T9" fmla="*/ 80 h 176"/>
              <ns1:gd name="T10" fmla="*/ 24 w 144"/>
              <ns1:gd name="T11" fmla="*/ 84 h 176"/>
              <ns1:gd name="T12" fmla="*/ 28 w 144"/>
              <ns1:gd name="T13" fmla="*/ 88 h 176"/>
              <ns1:gd name="T14" fmla="*/ 28 w 144"/>
              <ns1:gd name="T15" fmla="*/ 112 h 176"/>
              <ns1:gd name="T16" fmla="*/ 116 w 144"/>
              <ns1:gd name="T17" fmla="*/ 112 h 176"/>
              <ns1:gd name="T18" fmla="*/ 120 w 144"/>
              <ns1:gd name="T19" fmla="*/ 108 h 176"/>
              <ns1:gd name="T20" fmla="*/ 116 w 144"/>
              <ns1:gd name="T21" fmla="*/ 104 h 176"/>
              <ns1:gd name="T22" fmla="*/ 28 w 144"/>
              <ns1:gd name="T23" fmla="*/ 104 h 176"/>
              <ns1:gd name="T24" fmla="*/ 24 w 144"/>
              <ns1:gd name="T25" fmla="*/ 108 h 176"/>
              <ns1:gd name="T26" fmla="*/ 28 w 144"/>
              <ns1:gd name="T27" fmla="*/ 112 h 176"/>
              <ns1:gd name="T28" fmla="*/ 28 w 144"/>
              <ns1:gd name="T29" fmla="*/ 136 h 176"/>
              <ns1:gd name="T30" fmla="*/ 100 w 144"/>
              <ns1:gd name="T31" fmla="*/ 136 h 176"/>
              <ns1:gd name="T32" fmla="*/ 104 w 144"/>
              <ns1:gd name="T33" fmla="*/ 132 h 176"/>
              <ns1:gd name="T34" fmla="*/ 100 w 144"/>
              <ns1:gd name="T35" fmla="*/ 128 h 176"/>
              <ns1:gd name="T36" fmla="*/ 28 w 144"/>
              <ns1:gd name="T37" fmla="*/ 128 h 176"/>
              <ns1:gd name="T38" fmla="*/ 24 w 144"/>
              <ns1:gd name="T39" fmla="*/ 132 h 176"/>
              <ns1:gd name="T40" fmla="*/ 28 w 144"/>
              <ns1:gd name="T41" fmla="*/ 136 h 176"/>
              <ns1:gd name="T42" fmla="*/ 136 w 144"/>
              <ns1:gd name="T43" fmla="*/ 24 h 176"/>
              <ns1:gd name="T44" fmla="*/ 104 w 144"/>
              <ns1:gd name="T45" fmla="*/ 24 h 176"/>
              <ns1:gd name="T46" fmla="*/ 104 w 144"/>
              <ns1:gd name="T47" fmla="*/ 16 h 176"/>
              <ns1:gd name="T48" fmla="*/ 96 w 144"/>
              <ns1:gd name="T49" fmla="*/ 8 h 176"/>
              <ns1:gd name="T50" fmla="*/ 80 w 144"/>
              <ns1:gd name="T51" fmla="*/ 8 h 176"/>
              <ns1:gd name="T52" fmla="*/ 72 w 144"/>
              <ns1:gd name="T53" fmla="*/ 0 h 176"/>
              <ns1:gd name="T54" fmla="*/ 64 w 144"/>
              <ns1:gd name="T55" fmla="*/ 8 h 176"/>
              <ns1:gd name="T56" fmla="*/ 48 w 144"/>
              <ns1:gd name="T57" fmla="*/ 8 h 176"/>
              <ns1:gd name="T58" fmla="*/ 40 w 144"/>
              <ns1:gd name="T59" fmla="*/ 16 h 176"/>
              <ns1:gd name="T60" fmla="*/ 40 w 144"/>
              <ns1:gd name="T61" fmla="*/ 24 h 176"/>
              <ns1:gd name="T62" fmla="*/ 8 w 144"/>
              <ns1:gd name="T63" fmla="*/ 24 h 176"/>
              <ns1:gd name="T64" fmla="*/ 0 w 144"/>
              <ns1:gd name="T65" fmla="*/ 32 h 176"/>
              <ns1:gd name="T66" fmla="*/ 0 w 144"/>
              <ns1:gd name="T67" fmla="*/ 168 h 176"/>
              <ns1:gd name="T68" fmla="*/ 8 w 144"/>
              <ns1:gd name="T69" fmla="*/ 176 h 176"/>
              <ns1:gd name="T70" fmla="*/ 136 w 144"/>
              <ns1:gd name="T71" fmla="*/ 176 h 176"/>
              <ns1:gd name="T72" fmla="*/ 144 w 144"/>
              <ns1:gd name="T73" fmla="*/ 168 h 176"/>
              <ns1:gd name="T74" fmla="*/ 144 w 144"/>
              <ns1:gd name="T75" fmla="*/ 32 h 176"/>
              <ns1:gd name="T76" fmla="*/ 136 w 144"/>
              <ns1:gd name="T77" fmla="*/ 24 h 176"/>
              <ns1:gd name="T78" fmla="*/ 48 w 144"/>
              <ns1:gd name="T79" fmla="*/ 16 h 176"/>
              <ns1:gd name="T80" fmla="*/ 96 w 144"/>
              <ns1:gd name="T81" fmla="*/ 16 h 176"/>
              <ns1:gd name="T82" fmla="*/ 96 w 144"/>
              <ns1:gd name="T83" fmla="*/ 32 h 176"/>
              <ns1:gd name="T84" fmla="*/ 48 w 144"/>
              <ns1:gd name="T85" fmla="*/ 32 h 176"/>
              <ns1:gd name="T86" fmla="*/ 48 w 144"/>
              <ns1:gd name="T87" fmla="*/ 16 h 176"/>
              <ns1:gd name="T88" fmla="*/ 136 w 144"/>
              <ns1:gd name="T89" fmla="*/ 168 h 176"/>
              <ns1:gd name="T90" fmla="*/ 8 w 144"/>
              <ns1:gd name="T91" fmla="*/ 168 h 176"/>
              <ns1:gd name="T92" fmla="*/ 8 w 144"/>
              <ns1:gd name="T93" fmla="*/ 56 h 176"/>
              <ns1:gd name="T94" fmla="*/ 136 w 144"/>
              <ns1:gd name="T95" fmla="*/ 56 h 176"/>
              <ns1:gd name="T96" fmla="*/ 136 w 144"/>
              <ns1:gd name="T97" fmla="*/ 168 h 176"/>
              <ns1:gd name="T98" fmla="*/ 136 w 144"/>
              <ns1:gd name="T99" fmla="*/ 48 h 176"/>
              <ns1:gd name="T100" fmla="*/ 8 w 144"/>
              <ns1:gd name="T101" fmla="*/ 48 h 176"/>
              <ns1:gd name="T102" fmla="*/ 8 w 144"/>
              <ns1:gd name="T103" fmla="*/ 32 h 176"/>
              <ns1:gd name="T104" fmla="*/ 40 w 144"/>
              <ns1:gd name="T105" fmla="*/ 32 h 176"/>
              <ns1:gd name="T106" fmla="*/ 48 w 144"/>
              <ns1:gd name="T107" fmla="*/ 40 h 176"/>
              <ns1:gd name="T108" fmla="*/ 96 w 144"/>
              <ns1:gd name="T109" fmla="*/ 40 h 176"/>
              <ns1:gd name="T110" fmla="*/ 104 w 144"/>
              <ns1:gd name="T111" fmla="*/ 32 h 176"/>
              <ns1:gd name="T112" fmla="*/ 136 w 144"/>
              <ns1:gd name="T113" fmla="*/ 32 h 176"/>
              <ns1:gd name="T114" fmla="*/ 136 w 144"/>
              <ns1:gd name="T115" fmla="*/ 48 h 176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  <ns1:cxn ang="0">
                <ns1:pos x="T32" y="T33"/>
              </ns1:cxn>
              <ns1:cxn ang="0">
                <ns1:pos x="T34" y="T35"/>
              </ns1:cxn>
              <ns1:cxn ang="0">
                <ns1:pos x="T36" y="T37"/>
              </ns1:cxn>
              <ns1:cxn ang="0">
                <ns1:pos x="T38" y="T39"/>
              </ns1:cxn>
              <ns1:cxn ang="0">
                <ns1:pos x="T40" y="T41"/>
              </ns1:cxn>
              <ns1:cxn ang="0">
                <ns1:pos x="T42" y="T43"/>
              </ns1:cxn>
              <ns1:cxn ang="0">
                <ns1:pos x="T44" y="T45"/>
              </ns1:cxn>
              <ns1:cxn ang="0">
                <ns1:pos x="T46" y="T47"/>
              </ns1:cxn>
              <ns1:cxn ang="0">
                <ns1:pos x="T48" y="T49"/>
              </ns1:cxn>
              <ns1:cxn ang="0">
                <ns1:pos x="T50" y="T51"/>
              </ns1:cxn>
              <ns1:cxn ang="0">
                <ns1:pos x="T52" y="T53"/>
              </ns1:cxn>
              <ns1:cxn ang="0">
                <ns1:pos x="T54" y="T55"/>
              </ns1:cxn>
              <ns1:cxn ang="0">
                <ns1:pos x="T56" y="T57"/>
              </ns1:cxn>
              <ns1:cxn ang="0">
                <ns1:pos x="T58" y="T59"/>
              </ns1:cxn>
              <ns1:cxn ang="0">
                <ns1:pos x="T60" y="T61"/>
              </ns1:cxn>
              <ns1:cxn ang="0">
                <ns1:pos x="T62" y="T63"/>
              </ns1:cxn>
              <ns1:cxn ang="0">
                <ns1:pos x="T64" y="T65"/>
              </ns1:cxn>
              <ns1:cxn ang="0">
                <ns1:pos x="T66" y="T67"/>
              </ns1:cxn>
              <ns1:cxn ang="0">
                <ns1:pos x="T68" y="T69"/>
              </ns1:cxn>
              <ns1:cxn ang="0">
                <ns1:pos x="T70" y="T71"/>
              </ns1:cxn>
              <ns1:cxn ang="0">
                <ns1:pos x="T72" y="T73"/>
              </ns1:cxn>
              <ns1:cxn ang="0">
                <ns1:pos x="T74" y="T75"/>
              </ns1:cxn>
              <ns1:cxn ang="0">
                <ns1:pos x="T76" y="T77"/>
              </ns1:cxn>
              <ns1:cxn ang="0">
                <ns1:pos x="T78" y="T79"/>
              </ns1:cxn>
              <ns1:cxn ang="0">
                <ns1:pos x="T80" y="T81"/>
              </ns1:cxn>
              <ns1:cxn ang="0">
                <ns1:pos x="T82" y="T83"/>
              </ns1:cxn>
              <ns1:cxn ang="0">
                <ns1:pos x="T84" y="T85"/>
              </ns1:cxn>
              <ns1:cxn ang="0">
                <ns1:pos x="T86" y="T87"/>
              </ns1:cxn>
              <ns1:cxn ang="0">
                <ns1:pos x="T88" y="T89"/>
              </ns1:cxn>
              <ns1:cxn ang="0">
                <ns1:pos x="T90" y="T91"/>
              </ns1:cxn>
              <ns1:cxn ang="0">
                <ns1:pos x="T92" y="T93"/>
              </ns1:cxn>
              <ns1:cxn ang="0">
                <ns1:pos x="T94" y="T95"/>
              </ns1:cxn>
              <ns1:cxn ang="0">
                <ns1:pos x="T96" y="T97"/>
              </ns1:cxn>
              <ns1:cxn ang="0">
                <ns1:pos x="T98" y="T99"/>
              </ns1:cxn>
              <ns1:cxn ang="0">
                <ns1:pos x="T100" y="T101"/>
              </ns1:cxn>
              <ns1:cxn ang="0">
                <ns1:pos x="T102" y="T103"/>
              </ns1:cxn>
              <ns1:cxn ang="0">
                <ns1:pos x="T104" y="T105"/>
              </ns1:cxn>
              <ns1:cxn ang="0">
                <ns1:pos x="T106" y="T107"/>
              </ns1:cxn>
              <ns1:cxn ang="0">
                <ns1:pos x="T108" y="T109"/>
              </ns1:cxn>
              <ns1:cxn ang="0">
                <ns1:pos x="T110" y="T111"/>
              </ns1:cxn>
              <ns1:cxn ang="0">
                <ns1:pos x="T112" y="T113"/>
              </ns1:cxn>
              <ns1:cxn ang="0">
                <ns1:pos x="T114" y="T115"/>
              </ns1:cxn>
            </ns1:cxnLst>
            <ns1:rect l="0" t="0" r="r" b="b"/>
            <ns1:pathLst>
              <ns1:path w="144" h="176">
                <ns1:moveTo>
                  <ns1:pt x="28" y="88"/>
                </ns1:moveTo>
                <ns1:cubicBezTo>
                  <ns1:pt x="76" y="88"/>
                  <ns1:pt x="76" y="88"/>
                  <ns1:pt x="76" y="88"/>
                </ns1:cubicBezTo>
                <ns1:cubicBezTo>
                  <ns1:pt x="78" y="88"/>
                  <ns1:pt x="80" y="86"/>
                  <ns1:pt x="80" y="84"/>
                </ns1:cubicBezTo>
                <ns1:cubicBezTo>
                  <ns1:pt x="80" y="82"/>
                  <ns1:pt x="78" y="80"/>
                  <ns1:pt x="76" y="80"/>
                </ns1:cubicBezTo>
                <ns1:cubicBezTo>
                  <ns1:pt x="28" y="80"/>
                  <ns1:pt x="28" y="80"/>
                  <ns1:pt x="28" y="80"/>
                </ns1:cubicBezTo>
                <ns1:cubicBezTo>
                  <ns1:pt x="26" y="80"/>
                  <ns1:pt x="24" y="82"/>
                  <ns1:pt x="24" y="84"/>
                </ns1:cubicBezTo>
                <ns1:cubicBezTo>
                  <ns1:pt x="24" y="86"/>
                  <ns1:pt x="26" y="88"/>
                  <ns1:pt x="28" y="88"/>
                </ns1:cubicBezTo>
                <ns1:moveTo>
                  <ns1:pt x="28" y="112"/>
                </ns1:moveTo>
                <ns1:cubicBezTo>
                  <ns1:pt x="116" y="112"/>
                  <ns1:pt x="116" y="112"/>
                  <ns1:pt x="116" y="112"/>
                </ns1:cubicBezTo>
                <ns1:cubicBezTo>
                  <ns1:pt x="118" y="112"/>
                  <ns1:pt x="120" y="110"/>
                  <ns1:pt x="120" y="108"/>
                </ns1:cubicBezTo>
                <ns1:cubicBezTo>
                  <ns1:pt x="120" y="106"/>
                  <ns1:pt x="118" y="104"/>
                  <ns1:pt x="116" y="104"/>
                </ns1:cubicBezTo>
                <ns1:cubicBezTo>
                  <ns1:pt x="28" y="104"/>
                  <ns1:pt x="28" y="104"/>
                  <ns1:pt x="28" y="104"/>
                </ns1:cubicBezTo>
                <ns1:cubicBezTo>
                  <ns1:pt x="26" y="104"/>
                  <ns1:pt x="24" y="106"/>
                  <ns1:pt x="24" y="108"/>
                </ns1:cubicBezTo>
                <ns1:cubicBezTo>
                  <ns1:pt x="24" y="110"/>
                  <ns1:pt x="26" y="112"/>
                  <ns1:pt x="28" y="112"/>
                </ns1:cubicBezTo>
                <ns1:moveTo>
                  <ns1:pt x="28" y="136"/>
                </ns1:moveTo>
                <ns1:cubicBezTo>
                  <ns1:pt x="100" y="136"/>
                  <ns1:pt x="100" y="136"/>
                  <ns1:pt x="100" y="136"/>
                </ns1:cubicBezTo>
                <ns1:cubicBezTo>
                  <ns1:pt x="102" y="136"/>
                  <ns1:pt x="104" y="134"/>
                  <ns1:pt x="104" y="132"/>
                </ns1:cubicBezTo>
                <ns1:cubicBezTo>
                  <ns1:pt x="104" y="130"/>
                  <ns1:pt x="102" y="128"/>
                  <ns1:pt x="100" y="128"/>
                </ns1:cubicBezTo>
                <ns1:cubicBezTo>
                  <ns1:pt x="28" y="128"/>
                  <ns1:pt x="28" y="128"/>
                  <ns1:pt x="28" y="128"/>
                </ns1:cubicBezTo>
                <ns1:cubicBezTo>
                  <ns1:pt x="26" y="128"/>
                  <ns1:pt x="24" y="130"/>
                  <ns1:pt x="24" y="132"/>
                </ns1:cubicBezTo>
                <ns1:cubicBezTo>
                  <ns1:pt x="24" y="134"/>
                  <ns1:pt x="26" y="136"/>
                  <ns1:pt x="28" y="136"/>
                </ns1:cubicBezTo>
                <ns1:moveTo>
                  <ns1:pt x="136" y="24"/>
                </ns1:moveTo>
                <ns1:cubicBezTo>
                  <ns1:pt x="104" y="24"/>
                  <ns1:pt x="104" y="24"/>
                  <ns1:pt x="104" y="24"/>
                </ns1:cubicBezTo>
                <ns1:cubicBezTo>
                  <ns1:pt x="104" y="16"/>
                  <ns1:pt x="104" y="16"/>
                  <ns1:pt x="104" y="16"/>
                </ns1:cubicBezTo>
                <ns1:cubicBezTo>
                  <ns1:pt x="104" y="12"/>
                  <ns1:pt x="100" y="8"/>
                  <ns1:pt x="96" y="8"/>
                </ns1:cubicBezTo>
                <ns1:cubicBezTo>
                  <ns1:pt x="80" y="8"/>
                  <ns1:pt x="80" y="8"/>
                  <ns1:pt x="80" y="8"/>
                </ns1:cubicBezTo>
                <ns1:cubicBezTo>
                  <ns1:pt x="80" y="4"/>
                  <ns1:pt x="76" y="0"/>
                  <ns1:pt x="72" y="0"/>
                </ns1:cubicBezTo>
                <ns1:cubicBezTo>
                  <ns1:pt x="68" y="0"/>
                  <ns1:pt x="64" y="4"/>
                  <ns1:pt x="64" y="8"/>
                </ns1:cubicBezTo>
                <ns1:cubicBezTo>
                  <ns1:pt x="48" y="8"/>
                  <ns1:pt x="48" y="8"/>
                  <ns1:pt x="48" y="8"/>
                </ns1:cubicBezTo>
                <ns1:cubicBezTo>
                  <ns1:pt x="44" y="8"/>
                  <ns1:pt x="40" y="12"/>
                  <ns1:pt x="40" y="16"/>
                </ns1:cubicBezTo>
                <ns1:cubicBezTo>
                  <ns1:pt x="40" y="24"/>
                  <ns1:pt x="40" y="24"/>
                  <ns1:pt x="40" y="24"/>
                </ns1:cubicBezTo>
                <ns1:cubicBezTo>
                  <ns1:pt x="8" y="24"/>
                  <ns1:pt x="8" y="24"/>
                  <ns1:pt x="8" y="24"/>
                </ns1:cubicBezTo>
                <ns1:cubicBezTo>
                  <ns1:pt x="4" y="24"/>
                  <ns1:pt x="0" y="28"/>
                  <ns1:pt x="0" y="32"/>
                </ns1:cubicBezTo>
                <ns1:cubicBezTo>
                  <ns1:pt x="0" y="168"/>
                  <ns1:pt x="0" y="168"/>
                  <ns1:pt x="0" y="168"/>
                </ns1:cubicBezTo>
                <ns1:cubicBezTo>
                  <ns1:pt x="0" y="172"/>
                  <ns1:pt x="4" y="176"/>
                  <ns1:pt x="8" y="176"/>
                </ns1:cubicBezTo>
                <ns1:cubicBezTo>
                  <ns1:pt x="136" y="176"/>
                  <ns1:pt x="136" y="176"/>
                  <ns1:pt x="136" y="176"/>
                </ns1:cubicBezTo>
                <ns1:cubicBezTo>
                  <ns1:pt x="140" y="176"/>
                  <ns1:pt x="144" y="172"/>
                  <ns1:pt x="144" y="168"/>
                </ns1:cubicBezTo>
                <ns1:cubicBezTo>
                  <ns1:pt x="144" y="32"/>
                  <ns1:pt x="144" y="32"/>
                  <ns1:pt x="144" y="32"/>
                </ns1:cubicBezTo>
                <ns1:cubicBezTo>
                  <ns1:pt x="144" y="28"/>
                  <ns1:pt x="140" y="24"/>
                  <ns1:pt x="136" y="24"/>
                </ns1:cubicBezTo>
                <ns1:moveTo>
                  <ns1:pt x="48" y="16"/>
                </ns1:moveTo>
                <ns1:cubicBezTo>
                  <ns1:pt x="96" y="16"/>
                  <ns1:pt x="96" y="16"/>
                  <ns1:pt x="96" y="16"/>
                </ns1:cubicBezTo>
                <ns1:cubicBezTo>
                  <ns1:pt x="96" y="32"/>
                  <ns1:pt x="96" y="32"/>
                  <ns1:pt x="96" y="32"/>
                </ns1:cubicBezTo>
                <ns1:cubicBezTo>
                  <ns1:pt x="48" y="32"/>
                  <ns1:pt x="48" y="32"/>
                  <ns1:pt x="48" y="32"/>
                </ns1:cubicBezTo>
                <ns1:lnTo>
                  <ns1:pt x="48" y="16"/>
                </ns1:lnTo>
                <ns1:close/>
                <ns1:moveTo>
                  <ns1:pt x="136" y="168"/>
                </ns1:moveTo>
                <ns1:cubicBezTo>
                  <ns1:pt x="8" y="168"/>
                  <ns1:pt x="8" y="168"/>
                  <ns1:pt x="8" y="168"/>
                </ns1:cubicBezTo>
                <ns1:cubicBezTo>
                  <ns1:pt x="8" y="56"/>
                  <ns1:pt x="8" y="56"/>
                  <ns1:pt x="8" y="56"/>
                </ns1:cubicBezTo>
                <ns1:cubicBezTo>
                  <ns1:pt x="136" y="56"/>
                  <ns1:pt x="136" y="56"/>
                  <ns1:pt x="136" y="56"/>
                </ns1:cubicBezTo>
                <ns1:lnTo>
                  <ns1:pt x="136" y="168"/>
                </ns1:lnTo>
                <ns1:close/>
                <ns1:moveTo>
                  <ns1:pt x="136" y="48"/>
                </ns1:moveTo>
                <ns1:cubicBezTo>
                  <ns1:pt x="8" y="48"/>
                  <ns1:pt x="8" y="48"/>
                  <ns1:pt x="8" y="48"/>
                </ns1:cubicBezTo>
                <ns1:cubicBezTo>
                  <ns1:pt x="8" y="32"/>
                  <ns1:pt x="8" y="32"/>
                  <ns1:pt x="8" y="32"/>
                </ns1:cubicBezTo>
                <ns1:cubicBezTo>
                  <ns1:pt x="40" y="32"/>
                  <ns1:pt x="40" y="32"/>
                  <ns1:pt x="40" y="32"/>
                </ns1:cubicBezTo>
                <ns1:cubicBezTo>
                  <ns1:pt x="40" y="36"/>
                  <ns1:pt x="44" y="40"/>
                  <ns1:pt x="48" y="40"/>
                </ns1:cubicBezTo>
                <ns1:cubicBezTo>
                  <ns1:pt x="96" y="40"/>
                  <ns1:pt x="96" y="40"/>
                  <ns1:pt x="96" y="40"/>
                </ns1:cubicBezTo>
                <ns1:cubicBezTo>
                  <ns1:pt x="100" y="40"/>
                  <ns1:pt x="104" y="36"/>
                  <ns1:pt x="104" y="32"/>
                </ns1:cubicBezTo>
                <ns1:cubicBezTo>
                  <ns1:pt x="136" y="32"/>
                  <ns1:pt x="136" y="32"/>
                  <ns1:pt x="136" y="32"/>
                </ns1:cubicBezTo>
                <ns1:lnTo>
                  <ns1:pt x="136" y="48"/>
                </ns1:lnTo>
                <ns1:close/>
              </ns1:path>
            </ns1:pathLst>
          </ns1:custGeom>
          <ns1:solidFill>
            <ns1:schemeClr val="tx1"/>
          </ns1:solidFill>
          <ns1:ln>
            <ns1:noFill/>
          </ns1:ln>
          <ns1:extLst/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en-US" sz="2700"/>
          </ns1:p>
        </ns0:txBody>
      </ns0:sp>
      <ns0:sp>
        <ns0:nvSpPr>
          <ns0:cNvPr id="24" name="Freeform 18"/>
          <ns0:cNvSpPr>
            <ns1:spLocks/>
          </ns0:cNvSpPr>
          <ns0:nvPr/>
        </ns0:nvSpPr>
        <ns0:spPr bwMode="auto">
          <ns1:xfrm>
            <ns1:off x="5630864" y="874714"/>
            <ns1:ext cx="320675" cy="219075"/>
          </ns1:xfrm>
          <ns1:custGeom>
            <ns1:avLst/>
            <ns1:gdLst>
              <ns1:gd name="T0" fmla="*/ 176 w 176"/>
              <ns1:gd name="T1" fmla="*/ 4 h 120"/>
              <ns1:gd name="T2" fmla="*/ 172 w 176"/>
              <ns1:gd name="T3" fmla="*/ 0 h 120"/>
              <ns1:gd name="T4" fmla="*/ 169 w 176"/>
              <ns1:gd name="T5" fmla="*/ 1 h 120"/>
              <ns1:gd name="T6" fmla="*/ 169 w 176"/>
              <ns1:gd name="T7" fmla="*/ 1 h 120"/>
              <ns1:gd name="T8" fmla="*/ 64 w 176"/>
              <ns1:gd name="T9" fmla="*/ 110 h 120"/>
              <ns1:gd name="T10" fmla="*/ 7 w 176"/>
              <ns1:gd name="T11" fmla="*/ 53 h 120"/>
              <ns1:gd name="T12" fmla="*/ 4 w 176"/>
              <ns1:gd name="T13" fmla="*/ 52 h 120"/>
              <ns1:gd name="T14" fmla="*/ 0 w 176"/>
              <ns1:gd name="T15" fmla="*/ 56 h 120"/>
              <ns1:gd name="T16" fmla="*/ 1 w 176"/>
              <ns1:gd name="T17" fmla="*/ 59 h 120"/>
              <ns1:gd name="T18" fmla="*/ 61 w 176"/>
              <ns1:gd name="T19" fmla="*/ 119 h 120"/>
              <ns1:gd name="T20" fmla="*/ 64 w 176"/>
              <ns1:gd name="T21" fmla="*/ 120 h 120"/>
              <ns1:gd name="T22" fmla="*/ 67 w 176"/>
              <ns1:gd name="T23" fmla="*/ 119 h 120"/>
              <ns1:gd name="T24" fmla="*/ 67 w 176"/>
              <ns1:gd name="T25" fmla="*/ 119 h 120"/>
              <ns1:gd name="T26" fmla="*/ 175 w 176"/>
              <ns1:gd name="T27" fmla="*/ 7 h 120"/>
              <ns1:gd name="T28" fmla="*/ 175 w 176"/>
              <ns1:gd name="T29" fmla="*/ 7 h 120"/>
              <ns1:gd name="T30" fmla="*/ 176 w 176"/>
              <ns1:gd name="T31" fmla="*/ 4 h 120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</ns1:cxnLst>
            <ns1:rect l="0" t="0" r="r" b="b"/>
            <ns1:pathLst>
              <ns1:path w="176" h="120">
                <ns1:moveTo>
                  <ns1:pt x="176" y="4"/>
                </ns1:moveTo>
                <ns1:cubicBezTo>
                  <ns1:pt x="176" y="2"/>
                  <ns1:pt x="174" y="0"/>
                  <ns1:pt x="172" y="0"/>
                </ns1:cubicBezTo>
                <ns1:cubicBezTo>
                  <ns1:pt x="171" y="0"/>
                  <ns1:pt x="170" y="0"/>
                  <ns1:pt x="169" y="1"/>
                </ns1:cubicBezTo>
                <ns1:cubicBezTo>
                  <ns1:pt x="169" y="1"/>
                  <ns1:pt x="169" y="1"/>
                  <ns1:pt x="169" y="1"/>
                </ns1:cubicBezTo>
                <ns1:cubicBezTo>
                  <ns1:pt x="64" y="110"/>
                  <ns1:pt x="64" y="110"/>
                  <ns1:pt x="64" y="110"/>
                </ns1:cubicBezTo>
                <ns1:cubicBezTo>
                  <ns1:pt x="7" y="53"/>
                  <ns1:pt x="7" y="53"/>
                  <ns1:pt x="7" y="53"/>
                </ns1:cubicBezTo>
                <ns1:cubicBezTo>
                  <ns1:pt x="6" y="52"/>
                  <ns1:pt x="5" y="52"/>
                  <ns1:pt x="4" y="52"/>
                </ns1:cubicBezTo>
                <ns1:cubicBezTo>
                  <ns1:pt x="2" y="52"/>
                  <ns1:pt x="0" y="54"/>
                  <ns1:pt x="0" y="56"/>
                </ns1:cubicBezTo>
                <ns1:cubicBezTo>
                  <ns1:pt x="0" y="57"/>
                  <ns1:pt x="0" y="58"/>
                  <ns1:pt x="1" y="59"/>
                </ns1:cubicBezTo>
                <ns1:cubicBezTo>
                  <ns1:pt x="61" y="119"/>
                  <ns1:pt x="61" y="119"/>
                  <ns1:pt x="61" y="119"/>
                </ns1:cubicBezTo>
                <ns1:cubicBezTo>
                  <ns1:pt x="62" y="120"/>
                  <ns1:pt x="63" y="120"/>
                  <ns1:pt x="64" y="120"/>
                </ns1:cubicBezTo>
                <ns1:cubicBezTo>
                  <ns1:pt x="65" y="120"/>
                  <ns1:pt x="66" y="120"/>
                  <ns1:pt x="67" y="119"/>
                </ns1:cubicBezTo>
                <ns1:cubicBezTo>
                  <ns1:pt x="67" y="119"/>
                  <ns1:pt x="67" y="119"/>
                  <ns1:pt x="67" y="119"/>
                </ns1:cubicBezTo>
                <ns1:cubicBezTo>
                  <ns1:pt x="175" y="7"/>
                  <ns1:pt x="175" y="7"/>
                  <ns1:pt x="175" y="7"/>
                </ns1:cubicBezTo>
                <ns1:cubicBezTo>
                  <ns1:pt x="175" y="7"/>
                  <ns1:pt x="175" y="7"/>
                  <ns1:pt x="175" y="7"/>
                </ns1:cubicBezTo>
                <ns1:cubicBezTo>
                  <ns1:pt x="176" y="6"/>
                  <ns1:pt x="176" y="5"/>
                  <ns1:pt x="176" y="4"/>
                </ns1:cubicBezTo>
              </ns1:path>
            </ns1:pathLst>
          </ns1:custGeom>
          <ns1:solidFill>
            <ns1:schemeClr val="tx1"/>
          </ns1:solidFill>
          <ns1:ln>
            <ns1:noFill/>
          </ns1:ln>
          <ns1:extLst/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en-US" sz="2700"/>
          </ns1:p>
        </ns0:txBody>
      </ns0:sp>
      <ns0:sp>
        <ns0:nvSpPr>
          <ns0:cNvPr id="25" name="Freeform 19"/>
          <ns0:cNvSpPr>
            <ns1:spLocks noEditPoints="1"/>
          </ns0:cNvSpPr>
          <ns0:nvPr/>
        </ns0:nvSpPr>
        <ns0:spPr bwMode="auto">
          <ns1:xfrm>
            <ns1:off x="6242051" y="823914"/>
            <ns1:ext cx="320675" cy="320675"/>
          </ns1:xfrm>
          <ns1:custGeom>
            <ns1:avLst/>
            <ns1:gdLst>
              <ns1:gd name="T0" fmla="*/ 88 w 176"/>
              <ns1:gd name="T1" fmla="*/ 110 h 176"/>
              <ns1:gd name="T2" fmla="*/ 51 w 176"/>
              <ns1:gd name="T3" fmla="*/ 73 h 176"/>
              <ns1:gd name="T4" fmla="*/ 48 w 176"/>
              <ns1:gd name="T5" fmla="*/ 72 h 176"/>
              <ns1:gd name="T6" fmla="*/ 44 w 176"/>
              <ns1:gd name="T7" fmla="*/ 76 h 176"/>
              <ns1:gd name="T8" fmla="*/ 45 w 176"/>
              <ns1:gd name="T9" fmla="*/ 79 h 176"/>
              <ns1:gd name="T10" fmla="*/ 85 w 176"/>
              <ns1:gd name="T11" fmla="*/ 119 h 176"/>
              <ns1:gd name="T12" fmla="*/ 88 w 176"/>
              <ns1:gd name="T13" fmla="*/ 120 h 176"/>
              <ns1:gd name="T14" fmla="*/ 91 w 176"/>
              <ns1:gd name="T15" fmla="*/ 119 h 176"/>
              <ns1:gd name="T16" fmla="*/ 91 w 176"/>
              <ns1:gd name="T17" fmla="*/ 119 h 176"/>
              <ns1:gd name="T18" fmla="*/ 158 w 176"/>
              <ns1:gd name="T19" fmla="*/ 49 h 176"/>
              <ns1:gd name="T20" fmla="*/ 158 w 176"/>
              <ns1:gd name="T21" fmla="*/ 49 h 176"/>
              <ns1:gd name="T22" fmla="*/ 163 w 176"/>
              <ns1:gd name="T23" fmla="*/ 43 h 176"/>
              <ns1:gd name="T24" fmla="*/ 163 w 176"/>
              <ns1:gd name="T25" fmla="*/ 43 h 176"/>
              <ns1:gd name="T26" fmla="*/ 175 w 176"/>
              <ns1:gd name="T27" fmla="*/ 31 h 176"/>
              <ns1:gd name="T28" fmla="*/ 175 w 176"/>
              <ns1:gd name="T29" fmla="*/ 31 h 176"/>
              <ns1:gd name="T30" fmla="*/ 176 w 176"/>
              <ns1:gd name="T31" fmla="*/ 28 h 176"/>
              <ns1:gd name="T32" fmla="*/ 172 w 176"/>
              <ns1:gd name="T33" fmla="*/ 24 h 176"/>
              <ns1:gd name="T34" fmla="*/ 169 w 176"/>
              <ns1:gd name="T35" fmla="*/ 25 h 176"/>
              <ns1:gd name="T36" fmla="*/ 169 w 176"/>
              <ns1:gd name="T37" fmla="*/ 25 h 176"/>
              <ns1:gd name="T38" fmla="*/ 159 w 176"/>
              <ns1:gd name="T39" fmla="*/ 36 h 176"/>
              <ns1:gd name="T40" fmla="*/ 159 w 176"/>
              <ns1:gd name="T41" fmla="*/ 36 h 176"/>
              <ns1:gd name="T42" fmla="*/ 153 w 176"/>
              <ns1:gd name="T43" fmla="*/ 42 h 176"/>
              <ns1:gd name="T44" fmla="*/ 153 w 176"/>
              <ns1:gd name="T45" fmla="*/ 42 h 176"/>
              <ns1:gd name="T46" fmla="*/ 88 w 176"/>
              <ns1:gd name="T47" fmla="*/ 110 h 176"/>
              <ns1:gd name="T48" fmla="*/ 169 w 176"/>
              <ns1:gd name="T49" fmla="*/ 54 h 176"/>
              <ns1:gd name="T50" fmla="*/ 163 w 176"/>
              <ns1:gd name="T51" fmla="*/ 54 h 176"/>
              <ns1:gd name="T52" fmla="*/ 162 w 176"/>
              <ns1:gd name="T53" fmla="*/ 58 h 176"/>
              <ns1:gd name="T54" fmla="*/ 162 w 176"/>
              <ns1:gd name="T55" fmla="*/ 58 h 176"/>
              <ns1:gd name="T56" fmla="*/ 168 w 176"/>
              <ns1:gd name="T57" fmla="*/ 88 h 176"/>
              <ns1:gd name="T58" fmla="*/ 88 w 176"/>
              <ns1:gd name="T59" fmla="*/ 168 h 176"/>
              <ns1:gd name="T60" fmla="*/ 8 w 176"/>
              <ns1:gd name="T61" fmla="*/ 88 h 176"/>
              <ns1:gd name="T62" fmla="*/ 88 w 176"/>
              <ns1:gd name="T63" fmla="*/ 8 h 176"/>
              <ns1:gd name="T64" fmla="*/ 146 w 176"/>
              <ns1:gd name="T65" fmla="*/ 33 h 176"/>
              <ns1:gd name="T66" fmla="*/ 146 w 176"/>
              <ns1:gd name="T67" fmla="*/ 32 h 176"/>
              <ns1:gd name="T68" fmla="*/ 151 w 176"/>
              <ns1:gd name="T69" fmla="*/ 32 h 176"/>
              <ns1:gd name="T70" fmla="*/ 151 w 176"/>
              <ns1:gd name="T71" fmla="*/ 27 h 176"/>
              <ns1:gd name="T72" fmla="*/ 151 w 176"/>
              <ns1:gd name="T73" fmla="*/ 26 h 176"/>
              <ns1:gd name="T74" fmla="*/ 88 w 176"/>
              <ns1:gd name="T75" fmla="*/ 0 h 176"/>
              <ns1:gd name="T76" fmla="*/ 0 w 176"/>
              <ns1:gd name="T77" fmla="*/ 88 h 176"/>
              <ns1:gd name="T78" fmla="*/ 88 w 176"/>
              <ns1:gd name="T79" fmla="*/ 176 h 176"/>
              <ns1:gd name="T80" fmla="*/ 176 w 176"/>
              <ns1:gd name="T81" fmla="*/ 88 h 176"/>
              <ns1:gd name="T82" fmla="*/ 170 w 176"/>
              <ns1:gd name="T83" fmla="*/ 56 h 176"/>
              <ns1:gd name="T84" fmla="*/ 169 w 176"/>
              <ns1:gd name="T85" fmla="*/ 54 h 176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  <ns1:cxn ang="0">
                <ns1:pos x="T32" y="T33"/>
              </ns1:cxn>
              <ns1:cxn ang="0">
                <ns1:pos x="T34" y="T35"/>
              </ns1:cxn>
              <ns1:cxn ang="0">
                <ns1:pos x="T36" y="T37"/>
              </ns1:cxn>
              <ns1:cxn ang="0">
                <ns1:pos x="T38" y="T39"/>
              </ns1:cxn>
              <ns1:cxn ang="0">
                <ns1:pos x="T40" y="T41"/>
              </ns1:cxn>
              <ns1:cxn ang="0">
                <ns1:pos x="T42" y="T43"/>
              </ns1:cxn>
              <ns1:cxn ang="0">
                <ns1:pos x="T44" y="T45"/>
              </ns1:cxn>
              <ns1:cxn ang="0">
                <ns1:pos x="T46" y="T47"/>
              </ns1:cxn>
              <ns1:cxn ang="0">
                <ns1:pos x="T48" y="T49"/>
              </ns1:cxn>
              <ns1:cxn ang="0">
                <ns1:pos x="T50" y="T51"/>
              </ns1:cxn>
              <ns1:cxn ang="0">
                <ns1:pos x="T52" y="T53"/>
              </ns1:cxn>
              <ns1:cxn ang="0">
                <ns1:pos x="T54" y="T55"/>
              </ns1:cxn>
              <ns1:cxn ang="0">
                <ns1:pos x="T56" y="T57"/>
              </ns1:cxn>
              <ns1:cxn ang="0">
                <ns1:pos x="T58" y="T59"/>
              </ns1:cxn>
              <ns1:cxn ang="0">
                <ns1:pos x="T60" y="T61"/>
              </ns1:cxn>
              <ns1:cxn ang="0">
                <ns1:pos x="T62" y="T63"/>
              </ns1:cxn>
              <ns1:cxn ang="0">
                <ns1:pos x="T64" y="T65"/>
              </ns1:cxn>
              <ns1:cxn ang="0">
                <ns1:pos x="T66" y="T67"/>
              </ns1:cxn>
              <ns1:cxn ang="0">
                <ns1:pos x="T68" y="T69"/>
              </ns1:cxn>
              <ns1:cxn ang="0">
                <ns1:pos x="T70" y="T71"/>
              </ns1:cxn>
              <ns1:cxn ang="0">
                <ns1:pos x="T72" y="T73"/>
              </ns1:cxn>
              <ns1:cxn ang="0">
                <ns1:pos x="T74" y="T75"/>
              </ns1:cxn>
              <ns1:cxn ang="0">
                <ns1:pos x="T76" y="T77"/>
              </ns1:cxn>
              <ns1:cxn ang="0">
                <ns1:pos x="T78" y="T79"/>
              </ns1:cxn>
              <ns1:cxn ang="0">
                <ns1:pos x="T80" y="T81"/>
              </ns1:cxn>
              <ns1:cxn ang="0">
                <ns1:pos x="T82" y="T83"/>
              </ns1:cxn>
              <ns1:cxn ang="0">
                <ns1:pos x="T84" y="T85"/>
              </ns1:cxn>
            </ns1:cxnLst>
            <ns1:rect l="0" t="0" r="r" b="b"/>
            <ns1:pathLst>
              <ns1:path w="176" h="176">
                <ns1:moveTo>
                  <ns1:pt x="88" y="110"/>
                </ns1:moveTo>
                <ns1:cubicBezTo>
                  <ns1:pt x="51" y="73"/>
                  <ns1:pt x="51" y="73"/>
                  <ns1:pt x="51" y="73"/>
                </ns1:cubicBezTo>
                <ns1:cubicBezTo>
                  <ns1:pt x="50" y="72"/>
                  <ns1:pt x="49" y="72"/>
                  <ns1:pt x="48" y="72"/>
                </ns1:cubicBezTo>
                <ns1:cubicBezTo>
                  <ns1:pt x="46" y="72"/>
                  <ns1:pt x="44" y="74"/>
                  <ns1:pt x="44" y="76"/>
                </ns1:cubicBezTo>
                <ns1:cubicBezTo>
                  <ns1:pt x="44" y="77"/>
                  <ns1:pt x="44" y="78"/>
                  <ns1:pt x="45" y="79"/>
                </ns1:cubicBezTo>
                <ns1:cubicBezTo>
                  <ns1:pt x="85" y="119"/>
                  <ns1:pt x="85" y="119"/>
                  <ns1:pt x="85" y="119"/>
                </ns1:cubicBezTo>
                <ns1:cubicBezTo>
                  <ns1:pt x="86" y="120"/>
                  <ns1:pt x="87" y="120"/>
                  <ns1:pt x="88" y="120"/>
                </ns1:cubicBezTo>
                <ns1:cubicBezTo>
                  <ns1:pt x="89" y="120"/>
                  <ns1:pt x="90" y="120"/>
                  <ns1:pt x="91" y="119"/>
                </ns1:cubicBezTo>
                <ns1:cubicBezTo>
                  <ns1:pt x="91" y="119"/>
                  <ns1:pt x="91" y="119"/>
                  <ns1:pt x="91" y="119"/>
                </ns1:cubicBezTo>
                <ns1:cubicBezTo>
                  <ns1:pt x="158" y="49"/>
                  <ns1:pt x="158" y="49"/>
                  <ns1:pt x="158" y="49"/>
                </ns1:cubicBezTo>
                <ns1:cubicBezTo>
                  <ns1:pt x="158" y="49"/>
                  <ns1:pt x="158" y="49"/>
                  <ns1:pt x="158" y="49"/>
                </ns1:cubicBezTo>
                <ns1:cubicBezTo>
                  <ns1:pt x="163" y="43"/>
                  <ns1:pt x="163" y="43"/>
                  <ns1:pt x="163" y="43"/>
                </ns1:cubicBezTo>
                <ns1:cubicBezTo>
                  <ns1:pt x="163" y="43"/>
                  <ns1:pt x="163" y="43"/>
                  <ns1:pt x="163" y="43"/>
                </ns1:cubicBezTo>
                <ns1:cubicBezTo>
                  <ns1:pt x="175" y="31"/>
                  <ns1:pt x="175" y="31"/>
                  <ns1:pt x="175" y="31"/>
                </ns1:cubicBezTo>
                <ns1:cubicBezTo>
                  <ns1:pt x="175" y="31"/>
                  <ns1:pt x="175" y="31"/>
                  <ns1:pt x="175" y="31"/>
                </ns1:cubicBezTo>
                <ns1:cubicBezTo>
                  <ns1:pt x="176" y="30"/>
                  <ns1:pt x="176" y="29"/>
                  <ns1:pt x="176" y="28"/>
                </ns1:cubicBezTo>
                <ns1:cubicBezTo>
                  <ns1:pt x="176" y="26"/>
                  <ns1:pt x="174" y="24"/>
                  <ns1:pt x="172" y="24"/>
                </ns1:cubicBezTo>
                <ns1:cubicBezTo>
                  <ns1:pt x="171" y="24"/>
                  <ns1:pt x="170" y="24"/>
                  <ns1:pt x="169" y="25"/>
                </ns1:cubicBezTo>
                <ns1:cubicBezTo>
                  <ns1:pt x="169" y="25"/>
                  <ns1:pt x="169" y="25"/>
                  <ns1:pt x="169" y="25"/>
                </ns1:cubicBezTo>
                <ns1:cubicBezTo>
                  <ns1:pt x="159" y="36"/>
                  <ns1:pt x="159" y="36"/>
                  <ns1:pt x="159" y="36"/>
                </ns1:cubicBezTo>
                <ns1:cubicBezTo>
                  <ns1:pt x="159" y="36"/>
                  <ns1:pt x="159" y="36"/>
                  <ns1:pt x="159" y="36"/>
                </ns1:cubicBezTo>
                <ns1:cubicBezTo>
                  <ns1:pt x="153" y="42"/>
                  <ns1:pt x="153" y="42"/>
                  <ns1:pt x="153" y="42"/>
                </ns1:cubicBezTo>
                <ns1:cubicBezTo>
                  <ns1:pt x="153" y="42"/>
                  <ns1:pt x="153" y="42"/>
                  <ns1:pt x="153" y="42"/>
                </ns1:cubicBezTo>
                <ns1:lnTo>
                  <ns1:pt x="88" y="110"/>
                </ns1:lnTo>
                <ns1:close/>
                <ns1:moveTo>
                  <ns1:pt x="169" y="54"/>
                </ns1:moveTo>
                <ns1:cubicBezTo>
                  <ns1:pt x="167" y="53"/>
                  <ns1:pt x="165" y="53"/>
                  <ns1:pt x="163" y="54"/>
                </ns1:cubicBezTo>
                <ns1:cubicBezTo>
                  <ns1:pt x="162" y="55"/>
                  <ns1:pt x="162" y="57"/>
                  <ns1:pt x="162" y="58"/>
                </ns1:cubicBezTo>
                <ns1:cubicBezTo>
                  <ns1:pt x="162" y="58"/>
                  <ns1:pt x="162" y="58"/>
                  <ns1:pt x="162" y="58"/>
                </ns1:cubicBezTo>
                <ns1:cubicBezTo>
                  <ns1:pt x="166" y="68"/>
                  <ns1:pt x="168" y="78"/>
                  <ns1:pt x="168" y="88"/>
                </ns1:cubicBezTo>
                <ns1:cubicBezTo>
                  <ns1:pt x="168" y="132"/>
                  <ns1:pt x="132" y="168"/>
                  <ns1:pt x="88" y="168"/>
                </ns1:cubicBezTo>
                <ns1:cubicBezTo>
                  <ns1:pt x="44" y="168"/>
                  <ns1:pt x="8" y="132"/>
                  <ns1:pt x="8" y="88"/>
                </ns1:cubicBezTo>
                <ns1:cubicBezTo>
                  <ns1:pt x="8" y="44"/>
                  <ns1:pt x="44" y="8"/>
                  <ns1:pt x="88" y="8"/>
                </ns1:cubicBezTo>
                <ns1:cubicBezTo>
                  <ns1:pt x="111" y="8"/>
                  <ns1:pt x="131" y="17"/>
                  <ns1:pt x="146" y="33"/>
                </ns1:cubicBezTo>
                <ns1:cubicBezTo>
                  <ns1:pt x="146" y="32"/>
                  <ns1:pt x="146" y="32"/>
                  <ns1:pt x="146" y="32"/>
                </ns1:cubicBezTo>
                <ns1:cubicBezTo>
                  <ns1:pt x="147" y="34"/>
                  <ns1:pt x="150" y="34"/>
                  <ns1:pt x="151" y="32"/>
                </ns1:cubicBezTo>
                <ns1:cubicBezTo>
                  <ns1:pt x="153" y="31"/>
                  <ns1:pt x="153" y="28"/>
                  <ns1:pt x="151" y="27"/>
                </ns1:cubicBezTo>
                <ns1:cubicBezTo>
                  <ns1:pt x="151" y="27"/>
                  <ns1:pt x="151" y="26"/>
                  <ns1:pt x="151" y="26"/>
                </ns1:cubicBezTo>
                <ns1:cubicBezTo>
                  <ns1:pt x="135" y="10"/>
                  <ns1:pt x="113" y="0"/>
                  <ns1:pt x="88" y="0"/>
                </ns1:cubicBezTo>
                <ns1:cubicBezTo>
                  <ns1:pt x="39" y="0"/>
                  <ns1:pt x="0" y="39"/>
                  <ns1:pt x="0" y="88"/>
                </ns1:cubicBezTo>
                <ns1:cubicBezTo>
                  <ns1:pt x="0" y="137"/>
                  <ns1:pt x="39" y="176"/>
                  <ns1:pt x="88" y="176"/>
                </ns1:cubicBezTo>
                <ns1:cubicBezTo>
                  <ns1:pt x="137" y="176"/>
                  <ns1:pt x="176" y="137"/>
                  <ns1:pt x="176" y="88"/>
                </ns1:cubicBezTo>
                <ns1:cubicBezTo>
                  <ns1:pt x="176" y="77"/>
                  <ns1:pt x="174" y="66"/>
                  <ns1:pt x="170" y="56"/>
                </ns1:cubicBezTo>
                <ns1:cubicBezTo>
                  <ns1:pt x="170" y="55"/>
                  <ns1:pt x="169" y="55"/>
                  <ns1:pt x="169" y="54"/>
                </ns1:cubicBezTo>
              </ns1:path>
            </ns1:pathLst>
          </ns1:custGeom>
          <ns1:solidFill>
            <ns1:schemeClr val="tx1"/>
          </ns1:solidFill>
          <ns1:ln>
            <ns1:noFill/>
          </ns1:ln>
          <ns1:extLst/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en-US" sz="2700"/>
          </ns1:p>
        </ns0:txBody>
      </ns0:sp>
      <ns0:sp>
        <ns0:nvSpPr>
          <ns0:cNvPr id="26" name="Freeform 20"/>
          <ns0:cNvSpPr>
            <ns1:spLocks/>
          </ns0:cNvSpPr>
          <ns0:nvPr/>
        </ns0:nvSpPr>
        <ns0:spPr bwMode="auto">
          <ns1:xfrm>
            <ns1:off x="6883400" y="852488"/>
            <ns1:ext cx="261938" cy="261938"/>
          </ns1:xfrm>
          <ns1:custGeom>
            <ns1:avLst/>
            <ns1:gdLst>
              <ns1:gd name="T0" fmla="*/ 78 w 144"/>
              <ns1:gd name="T1" fmla="*/ 72 h 144"/>
              <ns1:gd name="T2" fmla="*/ 143 w 144"/>
              <ns1:gd name="T3" fmla="*/ 7 h 144"/>
              <ns1:gd name="T4" fmla="*/ 144 w 144"/>
              <ns1:gd name="T5" fmla="*/ 4 h 144"/>
              <ns1:gd name="T6" fmla="*/ 140 w 144"/>
              <ns1:gd name="T7" fmla="*/ 0 h 144"/>
              <ns1:gd name="T8" fmla="*/ 137 w 144"/>
              <ns1:gd name="T9" fmla="*/ 1 h 144"/>
              <ns1:gd name="T10" fmla="*/ 72 w 144"/>
              <ns1:gd name="T11" fmla="*/ 66 h 144"/>
              <ns1:gd name="T12" fmla="*/ 7 w 144"/>
              <ns1:gd name="T13" fmla="*/ 1 h 144"/>
              <ns1:gd name="T14" fmla="*/ 4 w 144"/>
              <ns1:gd name="T15" fmla="*/ 0 h 144"/>
              <ns1:gd name="T16" fmla="*/ 0 w 144"/>
              <ns1:gd name="T17" fmla="*/ 4 h 144"/>
              <ns1:gd name="T18" fmla="*/ 1 w 144"/>
              <ns1:gd name="T19" fmla="*/ 7 h 144"/>
              <ns1:gd name="T20" fmla="*/ 66 w 144"/>
              <ns1:gd name="T21" fmla="*/ 72 h 144"/>
              <ns1:gd name="T22" fmla="*/ 1 w 144"/>
              <ns1:gd name="T23" fmla="*/ 137 h 144"/>
              <ns1:gd name="T24" fmla="*/ 0 w 144"/>
              <ns1:gd name="T25" fmla="*/ 140 h 144"/>
              <ns1:gd name="T26" fmla="*/ 4 w 144"/>
              <ns1:gd name="T27" fmla="*/ 144 h 144"/>
              <ns1:gd name="T28" fmla="*/ 7 w 144"/>
              <ns1:gd name="T29" fmla="*/ 143 h 144"/>
              <ns1:gd name="T30" fmla="*/ 72 w 144"/>
              <ns1:gd name="T31" fmla="*/ 78 h 144"/>
              <ns1:gd name="T32" fmla="*/ 137 w 144"/>
              <ns1:gd name="T33" fmla="*/ 143 h 144"/>
              <ns1:gd name="T34" fmla="*/ 140 w 144"/>
              <ns1:gd name="T35" fmla="*/ 144 h 144"/>
              <ns1:gd name="T36" fmla="*/ 144 w 144"/>
              <ns1:gd name="T37" fmla="*/ 140 h 144"/>
              <ns1:gd name="T38" fmla="*/ 143 w 144"/>
              <ns1:gd name="T39" fmla="*/ 137 h 144"/>
              <ns1:gd name="T40" fmla="*/ 78 w 144"/>
              <ns1:gd name="T41" fmla="*/ 72 h 144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  <ns1:cxn ang="0">
                <ns1:pos x="T32" y="T33"/>
              </ns1:cxn>
              <ns1:cxn ang="0">
                <ns1:pos x="T34" y="T35"/>
              </ns1:cxn>
              <ns1:cxn ang="0">
                <ns1:pos x="T36" y="T37"/>
              </ns1:cxn>
              <ns1:cxn ang="0">
                <ns1:pos x="T38" y="T39"/>
              </ns1:cxn>
              <ns1:cxn ang="0">
                <ns1:pos x="T40" y="T41"/>
              </ns1:cxn>
            </ns1:cxnLst>
            <ns1:rect l="0" t="0" r="r" b="b"/>
            <ns1:pathLst>
              <ns1:path w="144" h="144">
                <ns1:moveTo>
                  <ns1:pt x="78" y="72"/>
                </ns1:moveTo>
                <ns1:cubicBezTo>
                  <ns1:pt x="143" y="7"/>
                  <ns1:pt x="143" y="7"/>
                  <ns1:pt x="143" y="7"/>
                </ns1:cubicBezTo>
                <ns1:cubicBezTo>
                  <ns1:pt x="144" y="6"/>
                  <ns1:pt x="144" y="5"/>
                  <ns1:pt x="144" y="4"/>
                </ns1:cubicBezTo>
                <ns1:cubicBezTo>
                  <ns1:pt x="144" y="2"/>
                  <ns1:pt x="142" y="0"/>
                  <ns1:pt x="140" y="0"/>
                </ns1:cubicBezTo>
                <ns1:cubicBezTo>
                  <ns1:pt x="139" y="0"/>
                  <ns1:pt x="138" y="0"/>
                  <ns1:pt x="137" y="1"/>
                </ns1:cubicBezTo>
                <ns1:cubicBezTo>
                  <ns1:pt x="72" y="66"/>
                  <ns1:pt x="72" y="66"/>
                  <ns1:pt x="72" y="66"/>
                </ns1:cubicBezTo>
                <ns1:cubicBezTo>
                  <ns1:pt x="7" y="1"/>
                  <ns1:pt x="7" y="1"/>
                  <ns1:pt x="7" y="1"/>
                </ns1:cubicBezTo>
                <ns1:cubicBezTo>
                  <ns1:pt x="6" y="0"/>
                  <ns1:pt x="5" y="0"/>
                  <ns1:pt x="4" y="0"/>
                </ns1:cubicBezTo>
                <ns1:cubicBezTo>
                  <ns1:pt x="2" y="0"/>
                  <ns1:pt x="0" y="2"/>
                  <ns1:pt x="0" y="4"/>
                </ns1:cubicBezTo>
                <ns1:cubicBezTo>
                  <ns1:pt x="0" y="5"/>
                  <ns1:pt x="0" y="6"/>
                  <ns1:pt x="1" y="7"/>
                </ns1:cubicBezTo>
                <ns1:cubicBezTo>
                  <ns1:pt x="66" y="72"/>
                  <ns1:pt x="66" y="72"/>
                  <ns1:pt x="66" y="72"/>
                </ns1:cubicBezTo>
                <ns1:cubicBezTo>
                  <ns1:pt x="1" y="137"/>
                  <ns1:pt x="1" y="137"/>
                  <ns1:pt x="1" y="137"/>
                </ns1:cubicBezTo>
                <ns1:cubicBezTo>
                  <ns1:pt x="0" y="138"/>
                  <ns1:pt x="0" y="139"/>
                  <ns1:pt x="0" y="140"/>
                </ns1:cubicBezTo>
                <ns1:cubicBezTo>
                  <ns1:pt x="0" y="142"/>
                  <ns1:pt x="2" y="144"/>
                  <ns1:pt x="4" y="144"/>
                </ns1:cubicBezTo>
                <ns1:cubicBezTo>
                  <ns1:pt x="5" y="144"/>
                  <ns1:pt x="6" y="144"/>
                  <ns1:pt x="7" y="143"/>
                </ns1:cubicBezTo>
                <ns1:cubicBezTo>
                  <ns1:pt x="72" y="78"/>
                  <ns1:pt x="72" y="78"/>
                  <ns1:pt x="72" y="78"/>
                </ns1:cubicBezTo>
                <ns1:cubicBezTo>
                  <ns1:pt x="137" y="143"/>
                  <ns1:pt x="137" y="143"/>
                  <ns1:pt x="137" y="143"/>
                </ns1:cubicBezTo>
                <ns1:cubicBezTo>
                  <ns1:pt x="138" y="144"/>
                  <ns1:pt x="139" y="144"/>
                  <ns1:pt x="140" y="144"/>
                </ns1:cubicBezTo>
                <ns1:cubicBezTo>
                  <ns1:pt x="142" y="144"/>
                  <ns1:pt x="144" y="142"/>
                  <ns1:pt x="144" y="140"/>
                </ns1:cubicBezTo>
                <ns1:cubicBezTo>
                  <ns1:pt x="144" y="139"/>
                  <ns1:pt x="144" y="138"/>
                  <ns1:pt x="143" y="137"/>
                </ns1:cubicBezTo>
                <ns1:lnTo>
                  <ns1:pt x="78" y="72"/>
                </ns1:lnTo>
                <ns1:close/>
              </ns1:path>
            </ns1:pathLst>
          </ns1:custGeom>
          <ns1:solidFill>
            <ns1:schemeClr val="tx1"/>
          </ns1:solidFill>
          <ns1:ln>
            <ns1:noFill/>
          </ns1:ln>
          <ns1:extLst/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en-US" sz="2700"/>
          </ns1:p>
        </ns0:txBody>
      </ns0:sp>
      <ns0:sp>
        <ns0:nvSpPr>
          <ns0:cNvPr id="27" name="Freeform 21"/>
          <ns0:cNvSpPr>
            <ns1:spLocks noEditPoints="1"/>
          </ns0:cNvSpPr>
          <ns0:nvPr/>
        </ns0:nvSpPr>
        <ns0:spPr bwMode="auto">
          <ns1:xfrm>
            <ns1:off x="7464426" y="823914"/>
            <ns1:ext cx="320675" cy="320675"/>
          </ns1:xfrm>
          <ns1:custGeom>
            <ns1:avLst/>
            <ns1:gdLst>
              <ns1:gd name="T0" fmla="*/ 24 w 176"/>
              <ns1:gd name="T1" fmla="*/ 72 h 176"/>
              <ns1:gd name="T2" fmla="*/ 16 w 176"/>
              <ns1:gd name="T3" fmla="*/ 64 h 176"/>
              <ns1:gd name="T4" fmla="*/ 16 w 176"/>
              <ns1:gd name="T5" fmla="*/ 40 h 176"/>
              <ns1:gd name="T6" fmla="*/ 24 w 176"/>
              <ns1:gd name="T7" fmla="*/ 32 h 176"/>
              <ns1:gd name="T8" fmla="*/ 16 w 176"/>
              <ns1:gd name="T9" fmla="*/ 40 h 176"/>
              <ns1:gd name="T10" fmla="*/ 24 w 176"/>
              <ns1:gd name="T11" fmla="*/ 56 h 176"/>
              <ns1:gd name="T12" fmla="*/ 16 w 176"/>
              <ns1:gd name="T13" fmla="*/ 48 h 176"/>
              <ns1:gd name="T14" fmla="*/ 24 w 176"/>
              <ns1:gd name="T15" fmla="*/ 104 h 176"/>
              <ns1:gd name="T16" fmla="*/ 16 w 176"/>
              <ns1:gd name="T17" fmla="*/ 112 h 176"/>
              <ns1:gd name="T18" fmla="*/ 24 w 176"/>
              <ns1:gd name="T19" fmla="*/ 104 h 176"/>
              <ns1:gd name="T20" fmla="*/ 16 w 176"/>
              <ns1:gd name="T21" fmla="*/ 120 h 176"/>
              <ns1:gd name="T22" fmla="*/ 24 w 176"/>
              <ns1:gd name="T23" fmla="*/ 128 h 176"/>
              <ns1:gd name="T24" fmla="*/ 16 w 176"/>
              <ns1:gd name="T25" fmla="*/ 24 h 176"/>
              <ns1:gd name="T26" fmla="*/ 24 w 176"/>
              <ns1:gd name="T27" fmla="*/ 16 h 176"/>
              <ns1:gd name="T28" fmla="*/ 16 w 176"/>
              <ns1:gd name="T29" fmla="*/ 24 h 176"/>
              <ns1:gd name="T30" fmla="*/ 16 w 176"/>
              <ns1:gd name="T31" fmla="*/ 136 h 176"/>
              <ns1:gd name="T32" fmla="*/ 24 w 176"/>
              <ns1:gd name="T33" fmla="*/ 144 h 176"/>
              <ns1:gd name="T34" fmla="*/ 24 w 176"/>
              <ns1:gd name="T35" fmla="*/ 152 h 176"/>
              <ns1:gd name="T36" fmla="*/ 16 w 176"/>
              <ns1:gd name="T37" fmla="*/ 160 h 176"/>
              <ns1:gd name="T38" fmla="*/ 24 w 176"/>
              <ns1:gd name="T39" fmla="*/ 152 h 176"/>
              <ns1:gd name="T40" fmla="*/ 152 w 176"/>
              <ns1:gd name="T41" fmla="*/ 152 h 176"/>
              <ns1:gd name="T42" fmla="*/ 160 w 176"/>
              <ns1:gd name="T43" fmla="*/ 160 h 176"/>
              <ns1:gd name="T44" fmla="*/ 160 w 176"/>
              <ns1:gd name="T45" fmla="*/ 136 h 176"/>
              <ns1:gd name="T46" fmla="*/ 152 w 176"/>
              <ns1:gd name="T47" fmla="*/ 144 h 176"/>
              <ns1:gd name="T48" fmla="*/ 160 w 176"/>
              <ns1:gd name="T49" fmla="*/ 136 h 176"/>
              <ns1:gd name="T50" fmla="*/ 160 w 176"/>
              <ns1:gd name="T51" fmla="*/ 72 h 176"/>
              <ns1:gd name="T52" fmla="*/ 152 w 176"/>
              <ns1:gd name="T53" fmla="*/ 64 h 176"/>
              <ns1:gd name="T54" fmla="*/ 152 w 176"/>
              <ns1:gd name="T55" fmla="*/ 56 h 176"/>
              <ns1:gd name="T56" fmla="*/ 160 w 176"/>
              <ns1:gd name="T57" fmla="*/ 48 h 176"/>
              <ns1:gd name="T58" fmla="*/ 152 w 176"/>
              <ns1:gd name="T59" fmla="*/ 56 h 176"/>
              <ns1:gd name="T60" fmla="*/ 152 w 176"/>
              <ns1:gd name="T61" fmla="*/ 120 h 176"/>
              <ns1:gd name="T62" fmla="*/ 160 w 176"/>
              <ns1:gd name="T63" fmla="*/ 128 h 176"/>
              <ns1:gd name="T64" fmla="*/ 160 w 176"/>
              <ns1:gd name="T65" fmla="*/ 0 h 176"/>
              <ns1:gd name="T66" fmla="*/ 0 w 176"/>
              <ns1:gd name="T67" fmla="*/ 16 h 176"/>
              <ns1:gd name="T68" fmla="*/ 16 w 176"/>
              <ns1:gd name="T69" fmla="*/ 176 h 176"/>
              <ns1:gd name="T70" fmla="*/ 176 w 176"/>
              <ns1:gd name="T71" fmla="*/ 160 h 176"/>
              <ns1:gd name="T72" fmla="*/ 160 w 176"/>
              <ns1:gd name="T73" fmla="*/ 0 h 176"/>
              <ns1:gd name="T74" fmla="*/ 16 w 176"/>
              <ns1:gd name="T75" fmla="*/ 168 h 176"/>
              <ns1:gd name="T76" fmla="*/ 8 w 176"/>
              <ns1:gd name="T77" fmla="*/ 92 h 176"/>
              <ns1:gd name="T78" fmla="*/ 32 w 176"/>
              <ns1:gd name="T79" fmla="*/ 168 h 176"/>
              <ns1:gd name="T80" fmla="*/ 8 w 176"/>
              <ns1:gd name="T81" fmla="*/ 84 h 176"/>
              <ns1:gd name="T82" fmla="*/ 16 w 176"/>
              <ns1:gd name="T83" fmla="*/ 8 h 176"/>
              <ns1:gd name="T84" fmla="*/ 32 w 176"/>
              <ns1:gd name="T85" fmla="*/ 84 h 176"/>
              <ns1:gd name="T86" fmla="*/ 40 w 176"/>
              <ns1:gd name="T87" fmla="*/ 168 h 176"/>
              <ns1:gd name="T88" fmla="*/ 136 w 176"/>
              <ns1:gd name="T89" fmla="*/ 92 h 176"/>
              <ns1:gd name="T90" fmla="*/ 136 w 176"/>
              <ns1:gd name="T91" fmla="*/ 84 h 176"/>
              <ns1:gd name="T92" fmla="*/ 40 w 176"/>
              <ns1:gd name="T93" fmla="*/ 8 h 176"/>
              <ns1:gd name="T94" fmla="*/ 136 w 176"/>
              <ns1:gd name="T95" fmla="*/ 84 h 176"/>
              <ns1:gd name="T96" fmla="*/ 160 w 176"/>
              <ns1:gd name="T97" fmla="*/ 168 h 176"/>
              <ns1:gd name="T98" fmla="*/ 144 w 176"/>
              <ns1:gd name="T99" fmla="*/ 92 h 176"/>
              <ns1:gd name="T100" fmla="*/ 168 w 176"/>
              <ns1:gd name="T101" fmla="*/ 160 h 176"/>
              <ns1:gd name="T102" fmla="*/ 144 w 176"/>
              <ns1:gd name="T103" fmla="*/ 84 h 176"/>
              <ns1:gd name="T104" fmla="*/ 160 w 176"/>
              <ns1:gd name="T105" fmla="*/ 8 h 176"/>
              <ns1:gd name="T106" fmla="*/ 168 w 176"/>
              <ns1:gd name="T107" fmla="*/ 84 h 176"/>
              <ns1:gd name="T108" fmla="*/ 160 w 176"/>
              <ns1:gd name="T109" fmla="*/ 24 h 176"/>
              <ns1:gd name="T110" fmla="*/ 152 w 176"/>
              <ns1:gd name="T111" fmla="*/ 16 h 176"/>
              <ns1:gd name="T112" fmla="*/ 160 w 176"/>
              <ns1:gd name="T113" fmla="*/ 104 h 176"/>
              <ns1:gd name="T114" fmla="*/ 152 w 176"/>
              <ns1:gd name="T115" fmla="*/ 112 h 176"/>
              <ns1:gd name="T116" fmla="*/ 160 w 176"/>
              <ns1:gd name="T117" fmla="*/ 104 h 176"/>
              <ns1:gd name="T118" fmla="*/ 160 w 176"/>
              <ns1:gd name="T119" fmla="*/ 40 h 176"/>
              <ns1:gd name="T120" fmla="*/ 152 w 176"/>
              <ns1:gd name="T121" fmla="*/ 32 h 176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  <ns1:cxn ang="0">
                <ns1:pos x="T32" y="T33"/>
              </ns1:cxn>
              <ns1:cxn ang="0">
                <ns1:pos x="T34" y="T35"/>
              </ns1:cxn>
              <ns1:cxn ang="0">
                <ns1:pos x="T36" y="T37"/>
              </ns1:cxn>
              <ns1:cxn ang="0">
                <ns1:pos x="T38" y="T39"/>
              </ns1:cxn>
              <ns1:cxn ang="0">
                <ns1:pos x="T40" y="T41"/>
              </ns1:cxn>
              <ns1:cxn ang="0">
                <ns1:pos x="T42" y="T43"/>
              </ns1:cxn>
              <ns1:cxn ang="0">
                <ns1:pos x="T44" y="T45"/>
              </ns1:cxn>
              <ns1:cxn ang="0">
                <ns1:pos x="T46" y="T47"/>
              </ns1:cxn>
              <ns1:cxn ang="0">
                <ns1:pos x="T48" y="T49"/>
              </ns1:cxn>
              <ns1:cxn ang="0">
                <ns1:pos x="T50" y="T51"/>
              </ns1:cxn>
              <ns1:cxn ang="0">
                <ns1:pos x="T52" y="T53"/>
              </ns1:cxn>
              <ns1:cxn ang="0">
                <ns1:pos x="T54" y="T55"/>
              </ns1:cxn>
              <ns1:cxn ang="0">
                <ns1:pos x="T56" y="T57"/>
              </ns1:cxn>
              <ns1:cxn ang="0">
                <ns1:pos x="T58" y="T59"/>
              </ns1:cxn>
              <ns1:cxn ang="0">
                <ns1:pos x="T60" y="T61"/>
              </ns1:cxn>
              <ns1:cxn ang="0">
                <ns1:pos x="T62" y="T63"/>
              </ns1:cxn>
              <ns1:cxn ang="0">
                <ns1:pos x="T64" y="T65"/>
              </ns1:cxn>
              <ns1:cxn ang="0">
                <ns1:pos x="T66" y="T67"/>
              </ns1:cxn>
              <ns1:cxn ang="0">
                <ns1:pos x="T68" y="T69"/>
              </ns1:cxn>
              <ns1:cxn ang="0">
                <ns1:pos x="T70" y="T71"/>
              </ns1:cxn>
              <ns1:cxn ang="0">
                <ns1:pos x="T72" y="T73"/>
              </ns1:cxn>
              <ns1:cxn ang="0">
                <ns1:pos x="T74" y="T75"/>
              </ns1:cxn>
              <ns1:cxn ang="0">
                <ns1:pos x="T76" y="T77"/>
              </ns1:cxn>
              <ns1:cxn ang="0">
                <ns1:pos x="T78" y="T79"/>
              </ns1:cxn>
              <ns1:cxn ang="0">
                <ns1:pos x="T80" y="T81"/>
              </ns1:cxn>
              <ns1:cxn ang="0">
                <ns1:pos x="T82" y="T83"/>
              </ns1:cxn>
              <ns1:cxn ang="0">
                <ns1:pos x="T84" y="T85"/>
              </ns1:cxn>
              <ns1:cxn ang="0">
                <ns1:pos x="T86" y="T87"/>
              </ns1:cxn>
              <ns1:cxn ang="0">
                <ns1:pos x="T88" y="T89"/>
              </ns1:cxn>
              <ns1:cxn ang="0">
                <ns1:pos x="T90" y="T91"/>
              </ns1:cxn>
              <ns1:cxn ang="0">
                <ns1:pos x="T92" y="T93"/>
              </ns1:cxn>
              <ns1:cxn ang="0">
                <ns1:pos x="T94" y="T95"/>
              </ns1:cxn>
              <ns1:cxn ang="0">
                <ns1:pos x="T96" y="T97"/>
              </ns1:cxn>
              <ns1:cxn ang="0">
                <ns1:pos x="T98" y="T99"/>
              </ns1:cxn>
              <ns1:cxn ang="0">
                <ns1:pos x="T100" y="T101"/>
              </ns1:cxn>
              <ns1:cxn ang="0">
                <ns1:pos x="T102" y="T103"/>
              </ns1:cxn>
              <ns1:cxn ang="0">
                <ns1:pos x="T104" y="T105"/>
              </ns1:cxn>
              <ns1:cxn ang="0">
                <ns1:pos x="T106" y="T107"/>
              </ns1:cxn>
              <ns1:cxn ang="0">
                <ns1:pos x="T108" y="T109"/>
              </ns1:cxn>
              <ns1:cxn ang="0">
                <ns1:pos x="T110" y="T111"/>
              </ns1:cxn>
              <ns1:cxn ang="0">
                <ns1:pos x="T112" y="T113"/>
              </ns1:cxn>
              <ns1:cxn ang="0">
                <ns1:pos x="T114" y="T115"/>
              </ns1:cxn>
              <ns1:cxn ang="0">
                <ns1:pos x="T116" y="T117"/>
              </ns1:cxn>
              <ns1:cxn ang="0">
                <ns1:pos x="T118" y="T119"/>
              </ns1:cxn>
              <ns1:cxn ang="0">
                <ns1:pos x="T120" y="T121"/>
              </ns1:cxn>
            </ns1:cxnLst>
            <ns1:rect l="0" t="0" r="r" b="b"/>
            <ns1:pathLst>
              <ns1:path w="176" h="176">
                <ns1:moveTo>
                  <ns1:pt x="16" y="72"/>
                </ns1:moveTo>
                <ns1:cubicBezTo>
                  <ns1:pt x="24" y="72"/>
                  <ns1:pt x="24" y="72"/>
                  <ns1:pt x="24" y="72"/>
                </ns1:cubicBezTo>
                <ns1:cubicBezTo>
                  <ns1:pt x="24" y="64"/>
                  <ns1:pt x="24" y="64"/>
                  <ns1:pt x="24" y="64"/>
                </ns1:cubicBezTo>
                <ns1:cubicBezTo>
                  <ns1:pt x="16" y="64"/>
                  <ns1:pt x="16" y="64"/>
                  <ns1:pt x="16" y="64"/>
                </ns1:cubicBezTo>
                <ns1:lnTo>
                  <ns1:pt x="16" y="72"/>
                </ns1:lnTo>
                <ns1:close/>
                <ns1:moveTo>
                  <ns1:pt x="16" y="40"/>
                </ns1:moveTo>
                <ns1:cubicBezTo>
                  <ns1:pt x="24" y="40"/>
                  <ns1:pt x="24" y="40"/>
                  <ns1:pt x="24" y="40"/>
                </ns1:cubicBezTo>
                <ns1:cubicBezTo>
                  <ns1:pt x="24" y="32"/>
                  <ns1:pt x="24" y="32"/>
                  <ns1:pt x="24" y="32"/>
                </ns1:cubicBezTo>
                <ns1:cubicBezTo>
                  <ns1:pt x="16" y="32"/>
                  <ns1:pt x="16" y="32"/>
                  <ns1:pt x="16" y="32"/>
                </ns1:cubicBezTo>
                <ns1:lnTo>
                  <ns1:pt x="16" y="40"/>
                </ns1:lnTo>
                <ns1:close/>
                <ns1:moveTo>
                  <ns1:pt x="16" y="56"/>
                </ns1:moveTo>
                <ns1:cubicBezTo>
                  <ns1:pt x="24" y="56"/>
                  <ns1:pt x="24" y="56"/>
                  <ns1:pt x="24" y="56"/>
                </ns1:cubicBezTo>
                <ns1:cubicBezTo>
                  <ns1:pt x="24" y="48"/>
                  <ns1:pt x="24" y="48"/>
                  <ns1:pt x="24" y="48"/>
                </ns1:cubicBezTo>
                <ns1:cubicBezTo>
                  <ns1:pt x="16" y="48"/>
                  <ns1:pt x="16" y="48"/>
                  <ns1:pt x="16" y="48"/>
                </ns1:cubicBezTo>
                <ns1:lnTo>
                  <ns1:pt x="16" y="56"/>
                </ns1:lnTo>
                <ns1:close/>
                <ns1:moveTo>
                  <ns1:pt x="24" y="104"/>
                </ns1:moveTo>
                <ns1:cubicBezTo>
                  <ns1:pt x="16" y="104"/>
                  <ns1:pt x="16" y="104"/>
                  <ns1:pt x="16" y="104"/>
                </ns1:cubicBezTo>
                <ns1:cubicBezTo>
                  <ns1:pt x="16" y="112"/>
                  <ns1:pt x="16" y="112"/>
                  <ns1:pt x="16" y="112"/>
                </ns1:cubicBezTo>
                <ns1:cubicBezTo>
                  <ns1:pt x="24" y="112"/>
                  <ns1:pt x="24" y="112"/>
                  <ns1:pt x="24" y="112"/>
                </ns1:cubicBezTo>
                <ns1:lnTo>
                  <ns1:pt x="24" y="104"/>
                </ns1:lnTo>
                <ns1:close/>
                <ns1:moveTo>
                  <ns1:pt x="24" y="120"/>
                </ns1:moveTo>
                <ns1:cubicBezTo>
                  <ns1:pt x="16" y="120"/>
                  <ns1:pt x="16" y="120"/>
                  <ns1:pt x="16" y="120"/>
                </ns1:cubicBezTo>
                <ns1:cubicBezTo>
                  <ns1:pt x="16" y="128"/>
                  <ns1:pt x="16" y="128"/>
                  <ns1:pt x="16" y="128"/>
                </ns1:cubicBezTo>
                <ns1:cubicBezTo>
                  <ns1:pt x="24" y="128"/>
                  <ns1:pt x="24" y="128"/>
                  <ns1:pt x="24" y="128"/>
                </ns1:cubicBezTo>
                <ns1:lnTo>
                  <ns1:pt x="24" y="120"/>
                </ns1:lnTo>
                <ns1:close/>
                <ns1:moveTo>
                  <ns1:pt x="16" y="24"/>
                </ns1:moveTo>
                <ns1:cubicBezTo>
                  <ns1:pt x="24" y="24"/>
                  <ns1:pt x="24" y="24"/>
                  <ns1:pt x="24" y="24"/>
                </ns1:cubicBezTo>
                <ns1:cubicBezTo>
                  <ns1:pt x="24" y="16"/>
                  <ns1:pt x="24" y="16"/>
                  <ns1:pt x="24" y="16"/>
                </ns1:cubicBezTo>
                <ns1:cubicBezTo>
                  <ns1:pt x="16" y="16"/>
                  <ns1:pt x="16" y="16"/>
                  <ns1:pt x="16" y="16"/>
                </ns1:cubicBezTo>
                <ns1:lnTo>
                  <ns1:pt x="16" y="24"/>
                </ns1:lnTo>
                <ns1:close/>
                <ns1:moveTo>
                  <ns1:pt x="24" y="136"/>
                </ns1:moveTo>
                <ns1:cubicBezTo>
                  <ns1:pt x="16" y="136"/>
                  <ns1:pt x="16" y="136"/>
                  <ns1:pt x="16" y="136"/>
                </ns1:cubicBezTo>
                <ns1:cubicBezTo>
                  <ns1:pt x="16" y="144"/>
                  <ns1:pt x="16" y="144"/>
                  <ns1:pt x="16" y="144"/>
                </ns1:cubicBezTo>
                <ns1:cubicBezTo>
                  <ns1:pt x="24" y="144"/>
                  <ns1:pt x="24" y="144"/>
                  <ns1:pt x="24" y="144"/>
                </ns1:cubicBezTo>
                <ns1:lnTo>
                  <ns1:pt x="24" y="136"/>
                </ns1:lnTo>
                <ns1:close/>
                <ns1:moveTo>
                  <ns1:pt x="24" y="152"/>
                </ns1:moveTo>
                <ns1:cubicBezTo>
                  <ns1:pt x="16" y="152"/>
                  <ns1:pt x="16" y="152"/>
                  <ns1:pt x="16" y="152"/>
                </ns1:cubicBezTo>
                <ns1:cubicBezTo>
                  <ns1:pt x="16" y="160"/>
                  <ns1:pt x="16" y="160"/>
                  <ns1:pt x="16" y="160"/>
                </ns1:cubicBezTo>
                <ns1:cubicBezTo>
                  <ns1:pt x="24" y="160"/>
                  <ns1:pt x="24" y="160"/>
                  <ns1:pt x="24" y="160"/>
                </ns1:cubicBezTo>
                <ns1:lnTo>
                  <ns1:pt x="24" y="152"/>
                </ns1:lnTo>
                <ns1:close/>
                <ns1:moveTo>
                  <ns1:pt x="160" y="152"/>
                </ns1:moveTo>
                <ns1:cubicBezTo>
                  <ns1:pt x="152" y="152"/>
                  <ns1:pt x="152" y="152"/>
                  <ns1:pt x="152" y="152"/>
                </ns1:cubicBezTo>
                <ns1:cubicBezTo>
                  <ns1:pt x="152" y="160"/>
                  <ns1:pt x="152" y="160"/>
                  <ns1:pt x="152" y="160"/>
                </ns1:cubicBezTo>
                <ns1:cubicBezTo>
                  <ns1:pt x="160" y="160"/>
                  <ns1:pt x="160" y="160"/>
                  <ns1:pt x="160" y="160"/>
                </ns1:cubicBezTo>
                <ns1:lnTo>
                  <ns1:pt x="160" y="152"/>
                </ns1:lnTo>
                <ns1:close/>
                <ns1:moveTo>
                  <ns1:pt x="160" y="136"/>
                </ns1:moveTo>
                <ns1:cubicBezTo>
                  <ns1:pt x="152" y="136"/>
                  <ns1:pt x="152" y="136"/>
                  <ns1:pt x="152" y="136"/>
                </ns1:cubicBezTo>
                <ns1:cubicBezTo>
                  <ns1:pt x="152" y="144"/>
                  <ns1:pt x="152" y="144"/>
                  <ns1:pt x="152" y="144"/>
                </ns1:cubicBezTo>
                <ns1:cubicBezTo>
                  <ns1:pt x="160" y="144"/>
                  <ns1:pt x="160" y="144"/>
                  <ns1:pt x="160" y="144"/>
                </ns1:cubicBezTo>
                <ns1:lnTo>
                  <ns1:pt x="160" y="136"/>
                </ns1:lnTo>
                <ns1:close/>
                <ns1:moveTo>
                  <ns1:pt x="152" y="72"/>
                </ns1:moveTo>
                <ns1:cubicBezTo>
                  <ns1:pt x="160" y="72"/>
                  <ns1:pt x="160" y="72"/>
                  <ns1:pt x="160" y="72"/>
                </ns1:cubicBezTo>
                <ns1:cubicBezTo>
                  <ns1:pt x="160" y="64"/>
                  <ns1:pt x="160" y="64"/>
                  <ns1:pt x="160" y="64"/>
                </ns1:cubicBezTo>
                <ns1:cubicBezTo>
                  <ns1:pt x="152" y="64"/>
                  <ns1:pt x="152" y="64"/>
                  <ns1:pt x="152" y="64"/>
                </ns1:cubicBezTo>
                <ns1:lnTo>
                  <ns1:pt x="152" y="72"/>
                </ns1:lnTo>
                <ns1:close/>
                <ns1:moveTo>
                  <ns1:pt x="152" y="56"/>
                </ns1:moveTo>
                <ns1:cubicBezTo>
                  <ns1:pt x="160" y="56"/>
                  <ns1:pt x="160" y="56"/>
                  <ns1:pt x="160" y="56"/>
                </ns1:cubicBezTo>
                <ns1:cubicBezTo>
                  <ns1:pt x="160" y="48"/>
                  <ns1:pt x="160" y="48"/>
                  <ns1:pt x="160" y="48"/>
                </ns1:cubicBezTo>
                <ns1:cubicBezTo>
                  <ns1:pt x="152" y="48"/>
                  <ns1:pt x="152" y="48"/>
                  <ns1:pt x="152" y="48"/>
                </ns1:cubicBezTo>
                <ns1:lnTo>
                  <ns1:pt x="152" y="56"/>
                </ns1:lnTo>
                <ns1:close/>
                <ns1:moveTo>
                  <ns1:pt x="160" y="120"/>
                </ns1:moveTo>
                <ns1:cubicBezTo>
                  <ns1:pt x="152" y="120"/>
                  <ns1:pt x="152" y="120"/>
                  <ns1:pt x="152" y="120"/>
                </ns1:cubicBezTo>
                <ns1:cubicBezTo>
                  <ns1:pt x="152" y="128"/>
                  <ns1:pt x="152" y="128"/>
                  <ns1:pt x="152" y="128"/>
                </ns1:cubicBezTo>
                <ns1:cubicBezTo>
                  <ns1:pt x="160" y="128"/>
                  <ns1:pt x="160" y="128"/>
                  <ns1:pt x="160" y="128"/>
                </ns1:cubicBezTo>
                <ns1:lnTo>
                  <ns1:pt x="160" y="120"/>
                </ns1:lnTo>
                <ns1:close/>
                <ns1:moveTo>
                  <ns1:pt x="160" y="0"/>
                </ns1:moveTo>
                <ns1:cubicBezTo>
                  <ns1:pt x="16" y="0"/>
                  <ns1:pt x="16" y="0"/>
                  <ns1:pt x="16" y="0"/>
                </ns1:cubicBezTo>
                <ns1:cubicBezTo>
                  <ns1:pt x="7" y="0"/>
                  <ns1:pt x="0" y="7"/>
                  <ns1:pt x="0" y="16"/>
                </ns1:cubicBezTo>
                <ns1:cubicBezTo>
                  <ns1:pt x="0" y="160"/>
                  <ns1:pt x="0" y="160"/>
                  <ns1:pt x="0" y="160"/>
                </ns1:cubicBezTo>
                <ns1:cubicBezTo>
                  <ns1:pt x="0" y="169"/>
                  <ns1:pt x="7" y="176"/>
                  <ns1:pt x="16" y="176"/>
                </ns1:cubicBezTo>
                <ns1:cubicBezTo>
                  <ns1:pt x="160" y="176"/>
                  <ns1:pt x="160" y="176"/>
                  <ns1:pt x="160" y="176"/>
                </ns1:cubicBezTo>
                <ns1:cubicBezTo>
                  <ns1:pt x="169" y="176"/>
                  <ns1:pt x="176" y="169"/>
                  <ns1:pt x="176" y="160"/>
                </ns1:cubicBezTo>
                <ns1:cubicBezTo>
                  <ns1:pt x="176" y="16"/>
                  <ns1:pt x="176" y="16"/>
                  <ns1:pt x="176" y="16"/>
                </ns1:cubicBezTo>
                <ns1:cubicBezTo>
                  <ns1:pt x="176" y="7"/>
                  <ns1:pt x="169" y="0"/>
                  <ns1:pt x="160" y="0"/>
                </ns1:cubicBezTo>
                <ns1:moveTo>
                  <ns1:pt x="32" y="168"/>
                </ns1:moveTo>
                <ns1:cubicBezTo>
                  <ns1:pt x="16" y="168"/>
                  <ns1:pt x="16" y="168"/>
                  <ns1:pt x="16" y="168"/>
                </ns1:cubicBezTo>
                <ns1:cubicBezTo>
                  <ns1:pt x="12" y="168"/>
                  <ns1:pt x="8" y="164"/>
                  <ns1:pt x="8" y="160"/>
                </ns1:cubicBezTo>
                <ns1:cubicBezTo>
                  <ns1:pt x="8" y="92"/>
                  <ns1:pt x="8" y="92"/>
                  <ns1:pt x="8" y="92"/>
                </ns1:cubicBezTo>
                <ns1:cubicBezTo>
                  <ns1:pt x="32" y="92"/>
                  <ns1:pt x="32" y="92"/>
                  <ns1:pt x="32" y="92"/>
                </ns1:cubicBezTo>
                <ns1:lnTo>
                  <ns1:pt x="32" y="168"/>
                </ns1:lnTo>
                <ns1:close/>
                <ns1:moveTo>
                  <ns1:pt x="32" y="84"/>
                </ns1:moveTo>
                <ns1:cubicBezTo>
                  <ns1:pt x="8" y="84"/>
                  <ns1:pt x="8" y="84"/>
                  <ns1:pt x="8" y="84"/>
                </ns1:cubicBezTo>
                <ns1:cubicBezTo>
                  <ns1:pt x="8" y="16"/>
                  <ns1:pt x="8" y="16"/>
                  <ns1:pt x="8" y="16"/>
                </ns1:cubicBezTo>
                <ns1:cubicBezTo>
                  <ns1:pt x="8" y="12"/>
                  <ns1:pt x="12" y="8"/>
                  <ns1:pt x="16" y="8"/>
                </ns1:cubicBezTo>
                <ns1:cubicBezTo>
                  <ns1:pt x="32" y="8"/>
                  <ns1:pt x="32" y="8"/>
                  <ns1:pt x="32" y="8"/>
                </ns1:cubicBezTo>
                <ns1:lnTo>
                  <ns1:pt x="32" y="84"/>
                </ns1:lnTo>
                <ns1:close/>
                <ns1:moveTo>
                  <ns1:pt x="136" y="168"/>
                </ns1:moveTo>
                <ns1:cubicBezTo>
                  <ns1:pt x="40" y="168"/>
                  <ns1:pt x="40" y="168"/>
                  <ns1:pt x="40" y="168"/>
                </ns1:cubicBezTo>
                <ns1:cubicBezTo>
                  <ns1:pt x="40" y="92"/>
                  <ns1:pt x="40" y="92"/>
                  <ns1:pt x="40" y="92"/>
                </ns1:cubicBezTo>
                <ns1:cubicBezTo>
                  <ns1:pt x="136" y="92"/>
                  <ns1:pt x="136" y="92"/>
                  <ns1:pt x="136" y="92"/>
                </ns1:cubicBezTo>
                <ns1:lnTo>
                  <ns1:pt x="136" y="168"/>
                </ns1:lnTo>
                <ns1:close/>
                <ns1:moveTo>
                  <ns1:pt x="136" y="84"/>
                </ns1:moveTo>
                <ns1:cubicBezTo>
                  <ns1:pt x="40" y="84"/>
                  <ns1:pt x="40" y="84"/>
                  <ns1:pt x="40" y="84"/>
                </ns1:cubicBezTo>
                <ns1:cubicBezTo>
                  <ns1:pt x="40" y="8"/>
                  <ns1:pt x="40" y="8"/>
                  <ns1:pt x="40" y="8"/>
                </ns1:cubicBezTo>
                <ns1:cubicBezTo>
                  <ns1:pt x="136" y="8"/>
                  <ns1:pt x="136" y="8"/>
                  <ns1:pt x="136" y="8"/>
                </ns1:cubicBezTo>
                <ns1:lnTo>
                  <ns1:pt x="136" y="84"/>
                </ns1:lnTo>
                <ns1:close/>
                <ns1:moveTo>
                  <ns1:pt x="168" y="160"/>
                </ns1:moveTo>
                <ns1:cubicBezTo>
                  <ns1:pt x="168" y="164"/>
                  <ns1:pt x="164" y="168"/>
                  <ns1:pt x="160" y="168"/>
                </ns1:cubicBezTo>
                <ns1:cubicBezTo>
                  <ns1:pt x="144" y="168"/>
                  <ns1:pt x="144" y="168"/>
                  <ns1:pt x="144" y="168"/>
                </ns1:cubicBezTo>
                <ns1:cubicBezTo>
                  <ns1:pt x="144" y="92"/>
                  <ns1:pt x="144" y="92"/>
                  <ns1:pt x="144" y="92"/>
                </ns1:cubicBezTo>
                <ns1:cubicBezTo>
                  <ns1:pt x="168" y="92"/>
                  <ns1:pt x="168" y="92"/>
                  <ns1:pt x="168" y="92"/>
                </ns1:cubicBezTo>
                <ns1:lnTo>
                  <ns1:pt x="168" y="160"/>
                </ns1:lnTo>
                <ns1:close/>
                <ns1:moveTo>
                  <ns1:pt x="168" y="84"/>
                </ns1:moveTo>
                <ns1:cubicBezTo>
                  <ns1:pt x="144" y="84"/>
                  <ns1:pt x="144" y="84"/>
                  <ns1:pt x="144" y="84"/>
                </ns1:cubicBezTo>
                <ns1:cubicBezTo>
                  <ns1:pt x="144" y="8"/>
                  <ns1:pt x="144" y="8"/>
                  <ns1:pt x="144" y="8"/>
                </ns1:cubicBezTo>
                <ns1:cubicBezTo>
                  <ns1:pt x="160" y="8"/>
                  <ns1:pt x="160" y="8"/>
                  <ns1:pt x="160" y="8"/>
                </ns1:cubicBezTo>
                <ns1:cubicBezTo>
                  <ns1:pt x="164" y="8"/>
                  <ns1:pt x="168" y="12"/>
                  <ns1:pt x="168" y="16"/>
                </ns1:cubicBezTo>
                <ns1:lnTo>
                  <ns1:pt x="168" y="84"/>
                </ns1:lnTo>
                <ns1:close/>
                <ns1:moveTo>
                  <ns1:pt x="152" y="24"/>
                </ns1:moveTo>
                <ns1:cubicBezTo>
                  <ns1:pt x="160" y="24"/>
                  <ns1:pt x="160" y="24"/>
                  <ns1:pt x="160" y="24"/>
                </ns1:cubicBezTo>
                <ns1:cubicBezTo>
                  <ns1:pt x="160" y="16"/>
                  <ns1:pt x="160" y="16"/>
                  <ns1:pt x="160" y="16"/>
                </ns1:cubicBezTo>
                <ns1:cubicBezTo>
                  <ns1:pt x="152" y="16"/>
                  <ns1:pt x="152" y="16"/>
                  <ns1:pt x="152" y="16"/>
                </ns1:cubicBezTo>
                <ns1:lnTo>
                  <ns1:pt x="152" y="24"/>
                </ns1:lnTo>
                <ns1:close/>
                <ns1:moveTo>
                  <ns1:pt x="160" y="104"/>
                </ns1:moveTo>
                <ns1:cubicBezTo>
                  <ns1:pt x="152" y="104"/>
                  <ns1:pt x="152" y="104"/>
                  <ns1:pt x="152" y="104"/>
                </ns1:cubicBezTo>
                <ns1:cubicBezTo>
                  <ns1:pt x="152" y="112"/>
                  <ns1:pt x="152" y="112"/>
                  <ns1:pt x="152" y="112"/>
                </ns1:cubicBezTo>
                <ns1:cubicBezTo>
                  <ns1:pt x="160" y="112"/>
                  <ns1:pt x="160" y="112"/>
                  <ns1:pt x="160" y="112"/>
                </ns1:cubicBezTo>
                <ns1:lnTo>
                  <ns1:pt x="160" y="104"/>
                </ns1:lnTo>
                <ns1:close/>
                <ns1:moveTo>
                  <ns1:pt x="152" y="40"/>
                </ns1:moveTo>
                <ns1:cubicBezTo>
                  <ns1:pt x="160" y="40"/>
                  <ns1:pt x="160" y="40"/>
                  <ns1:pt x="160" y="40"/>
                </ns1:cubicBezTo>
                <ns1:cubicBezTo>
                  <ns1:pt x="160" y="32"/>
                  <ns1:pt x="160" y="32"/>
                  <ns1:pt x="160" y="32"/>
                </ns1:cubicBezTo>
                <ns1:cubicBezTo>
                  <ns1:pt x="152" y="32"/>
                  <ns1:pt x="152" y="32"/>
                  <ns1:pt x="152" y="32"/>
                </ns1:cubicBezTo>
                <ns1:lnTo>
                  <ns1:pt x="152" y="40"/>
                </ns1:lnTo>
                <ns1:close/>
              </ns1:path>
            </ns1:pathLst>
          </ns1:custGeom>
          <ns1:solidFill>
            <ns1:schemeClr val="tx1"/>
          </ns1:solidFill>
          <ns1:ln>
            <ns1:noFill/>
          </ns1:ln>
          <ns1:extLst/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en-US" sz="2700"/>
          </ns1:p>
        </ns0:txBody>
      </ns0:sp>
      <ns0:sp>
        <ns0:nvSpPr>
          <ns0:cNvPr id="28" name="Freeform 22"/>
          <ns0:cNvSpPr>
            <ns1:spLocks noEditPoints="1"/>
          </ns0:cNvSpPr>
          <ns0:nvPr/>
        </ns0:nvSpPr>
        <ns0:spPr bwMode="auto">
          <ns1:xfrm>
            <ns1:off x="8075614" y="823914"/>
            <ns1:ext cx="320675" cy="320675"/>
          </ns1:xfrm>
          <ns1:custGeom>
            <ns1:avLst/>
            <ns1:gdLst>
              <ns1:gd name="T0" fmla="*/ 16 w 176"/>
              <ns1:gd name="T1" fmla="*/ 152 h 176"/>
              <ns1:gd name="T2" fmla="*/ 24 w 176"/>
              <ns1:gd name="T3" fmla="*/ 160 h 176"/>
              <ns1:gd name="T4" fmla="*/ 24 w 176"/>
              <ns1:gd name="T5" fmla="*/ 120 h 176"/>
              <ns1:gd name="T6" fmla="*/ 16 w 176"/>
              <ns1:gd name="T7" fmla="*/ 128 h 176"/>
              <ns1:gd name="T8" fmla="*/ 24 w 176"/>
              <ns1:gd name="T9" fmla="*/ 120 h 176"/>
              <ns1:gd name="T10" fmla="*/ 24 w 176"/>
              <ns1:gd name="T11" fmla="*/ 56 h 176"/>
              <ns1:gd name="T12" fmla="*/ 16 w 176"/>
              <ns1:gd name="T13" fmla="*/ 48 h 176"/>
              <ns1:gd name="T14" fmla="*/ 24 w 176"/>
              <ns1:gd name="T15" fmla="*/ 136 h 176"/>
              <ns1:gd name="T16" fmla="*/ 16 w 176"/>
              <ns1:gd name="T17" fmla="*/ 144 h 176"/>
              <ns1:gd name="T18" fmla="*/ 24 w 176"/>
              <ns1:gd name="T19" fmla="*/ 136 h 176"/>
              <ns1:gd name="T20" fmla="*/ 24 w 176"/>
              <ns1:gd name="T21" fmla="*/ 88 h 176"/>
              <ns1:gd name="T22" fmla="*/ 16 w 176"/>
              <ns1:gd name="T23" fmla="*/ 80 h 176"/>
              <ns1:gd name="T24" fmla="*/ 16 w 176"/>
              <ns1:gd name="T25" fmla="*/ 72 h 176"/>
              <ns1:gd name="T26" fmla="*/ 24 w 176"/>
              <ns1:gd name="T27" fmla="*/ 64 h 176"/>
              <ns1:gd name="T28" fmla="*/ 16 w 176"/>
              <ns1:gd name="T29" fmla="*/ 72 h 176"/>
              <ns1:gd name="T30" fmla="*/ 16 w 176"/>
              <ns1:gd name="T31" fmla="*/ 32 h 176"/>
              <ns1:gd name="T32" fmla="*/ 0 w 176"/>
              <ns1:gd name="T33" fmla="*/ 160 h 176"/>
              <ns1:gd name="T34" fmla="*/ 128 w 176"/>
              <ns1:gd name="T35" fmla="*/ 176 h 176"/>
              <ns1:gd name="T36" fmla="*/ 144 w 176"/>
              <ns1:gd name="T37" fmla="*/ 48 h 176"/>
              <ns1:gd name="T38" fmla="*/ 32 w 176"/>
              <ns1:gd name="T39" fmla="*/ 168 h 176"/>
              <ns1:gd name="T40" fmla="*/ 8 w 176"/>
              <ns1:gd name="T41" fmla="*/ 160 h 176"/>
              <ns1:gd name="T42" fmla="*/ 32 w 176"/>
              <ns1:gd name="T43" fmla="*/ 108 h 176"/>
              <ns1:gd name="T44" fmla="*/ 32 w 176"/>
              <ns1:gd name="T45" fmla="*/ 100 h 176"/>
              <ns1:gd name="T46" fmla="*/ 8 w 176"/>
              <ns1:gd name="T47" fmla="*/ 48 h 176"/>
              <ns1:gd name="T48" fmla="*/ 32 w 176"/>
              <ns1:gd name="T49" fmla="*/ 40 h 176"/>
              <ns1:gd name="T50" fmla="*/ 104 w 176"/>
              <ns1:gd name="T51" fmla="*/ 168 h 176"/>
              <ns1:gd name="T52" fmla="*/ 40 w 176"/>
              <ns1:gd name="T53" fmla="*/ 108 h 176"/>
              <ns1:gd name="T54" fmla="*/ 104 w 176"/>
              <ns1:gd name="T55" fmla="*/ 168 h 176"/>
              <ns1:gd name="T56" fmla="*/ 40 w 176"/>
              <ns1:gd name="T57" fmla="*/ 100 h 176"/>
              <ns1:gd name="T58" fmla="*/ 104 w 176"/>
              <ns1:gd name="T59" fmla="*/ 40 h 176"/>
              <ns1:gd name="T60" fmla="*/ 136 w 176"/>
              <ns1:gd name="T61" fmla="*/ 160 h 176"/>
              <ns1:gd name="T62" fmla="*/ 112 w 176"/>
              <ns1:gd name="T63" fmla="*/ 168 h 176"/>
              <ns1:gd name="T64" fmla="*/ 136 w 176"/>
              <ns1:gd name="T65" fmla="*/ 108 h 176"/>
              <ns1:gd name="T66" fmla="*/ 136 w 176"/>
              <ns1:gd name="T67" fmla="*/ 100 h 176"/>
              <ns1:gd name="T68" fmla="*/ 112 w 176"/>
              <ns1:gd name="T69" fmla="*/ 40 h 176"/>
              <ns1:gd name="T70" fmla="*/ 136 w 176"/>
              <ns1:gd name="T71" fmla="*/ 48 h 176"/>
              <ns1:gd name="T72" fmla="*/ 120 w 176"/>
              <ns1:gd name="T73" fmla="*/ 56 h 176"/>
              <ns1:gd name="T74" fmla="*/ 128 w 176"/>
              <ns1:gd name="T75" fmla="*/ 48 h 176"/>
              <ns1:gd name="T76" fmla="*/ 120 w 176"/>
              <ns1:gd name="T77" fmla="*/ 56 h 176"/>
              <ns1:gd name="T78" fmla="*/ 48 w 176"/>
              <ns1:gd name="T79" fmla="*/ 0 h 176"/>
              <ns1:gd name="T80" fmla="*/ 32 w 176"/>
              <ns1:gd name="T81" fmla="*/ 20 h 176"/>
              <ns1:gd name="T82" fmla="*/ 40 w 176"/>
              <ns1:gd name="T83" fmla="*/ 20 h 176"/>
              <ns1:gd name="T84" fmla="*/ 48 w 176"/>
              <ns1:gd name="T85" fmla="*/ 8 h 176"/>
              <ns1:gd name="T86" fmla="*/ 168 w 176"/>
              <ns1:gd name="T87" fmla="*/ 16 h 176"/>
              <ns1:gd name="T88" fmla="*/ 160 w 176"/>
              <ns1:gd name="T89" fmla="*/ 136 h 176"/>
              <ns1:gd name="T90" fmla="*/ 152 w 176"/>
              <ns1:gd name="T91" fmla="*/ 140 h 176"/>
              <ns1:gd name="T92" fmla="*/ 160 w 176"/>
              <ns1:gd name="T93" fmla="*/ 144 h 176"/>
              <ns1:gd name="T94" fmla="*/ 176 w 176"/>
              <ns1:gd name="T95" fmla="*/ 16 h 176"/>
              <ns1:gd name="T96" fmla="*/ 120 w 176"/>
              <ns1:gd name="T97" fmla="*/ 72 h 176"/>
              <ns1:gd name="T98" fmla="*/ 128 w 176"/>
              <ns1:gd name="T99" fmla="*/ 64 h 176"/>
              <ns1:gd name="T100" fmla="*/ 120 w 176"/>
              <ns1:gd name="T101" fmla="*/ 72 h 176"/>
              <ns1:gd name="T102" fmla="*/ 120 w 176"/>
              <ns1:gd name="T103" fmla="*/ 136 h 176"/>
              <ns1:gd name="T104" fmla="*/ 128 w 176"/>
              <ns1:gd name="T105" fmla="*/ 144 h 176"/>
              <ns1:gd name="T106" fmla="*/ 120 w 176"/>
              <ns1:gd name="T107" fmla="*/ 88 h 176"/>
              <ns1:gd name="T108" fmla="*/ 128 w 176"/>
              <ns1:gd name="T109" fmla="*/ 80 h 176"/>
              <ns1:gd name="T110" fmla="*/ 120 w 176"/>
              <ns1:gd name="T111" fmla="*/ 88 h 176"/>
              <ns1:gd name="T112" fmla="*/ 120 w 176"/>
              <ns1:gd name="T113" fmla="*/ 120 h 176"/>
              <ns1:gd name="T114" fmla="*/ 128 w 176"/>
              <ns1:gd name="T115" fmla="*/ 128 h 176"/>
              <ns1:gd name="T116" fmla="*/ 128 w 176"/>
              <ns1:gd name="T117" fmla="*/ 152 h 176"/>
              <ns1:gd name="T118" fmla="*/ 120 w 176"/>
              <ns1:gd name="T119" fmla="*/ 160 h 176"/>
              <ns1:gd name="T120" fmla="*/ 128 w 176"/>
              <ns1:gd name="T121" fmla="*/ 152 h 176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  <ns1:cxn ang="0">
                <ns1:pos x="T32" y="T33"/>
              </ns1:cxn>
              <ns1:cxn ang="0">
                <ns1:pos x="T34" y="T35"/>
              </ns1:cxn>
              <ns1:cxn ang="0">
                <ns1:pos x="T36" y="T37"/>
              </ns1:cxn>
              <ns1:cxn ang="0">
                <ns1:pos x="T38" y="T39"/>
              </ns1:cxn>
              <ns1:cxn ang="0">
                <ns1:pos x="T40" y="T41"/>
              </ns1:cxn>
              <ns1:cxn ang="0">
                <ns1:pos x="T42" y="T43"/>
              </ns1:cxn>
              <ns1:cxn ang="0">
                <ns1:pos x="T44" y="T45"/>
              </ns1:cxn>
              <ns1:cxn ang="0">
                <ns1:pos x="T46" y="T47"/>
              </ns1:cxn>
              <ns1:cxn ang="0">
                <ns1:pos x="T48" y="T49"/>
              </ns1:cxn>
              <ns1:cxn ang="0">
                <ns1:pos x="T50" y="T51"/>
              </ns1:cxn>
              <ns1:cxn ang="0">
                <ns1:pos x="T52" y="T53"/>
              </ns1:cxn>
              <ns1:cxn ang="0">
                <ns1:pos x="T54" y="T55"/>
              </ns1:cxn>
              <ns1:cxn ang="0">
                <ns1:pos x="T56" y="T57"/>
              </ns1:cxn>
              <ns1:cxn ang="0">
                <ns1:pos x="T58" y="T59"/>
              </ns1:cxn>
              <ns1:cxn ang="0">
                <ns1:pos x="T60" y="T61"/>
              </ns1:cxn>
              <ns1:cxn ang="0">
                <ns1:pos x="T62" y="T63"/>
              </ns1:cxn>
              <ns1:cxn ang="0">
                <ns1:pos x="T64" y="T65"/>
              </ns1:cxn>
              <ns1:cxn ang="0">
                <ns1:pos x="T66" y="T67"/>
              </ns1:cxn>
              <ns1:cxn ang="0">
                <ns1:pos x="T68" y="T69"/>
              </ns1:cxn>
              <ns1:cxn ang="0">
                <ns1:pos x="T70" y="T71"/>
              </ns1:cxn>
              <ns1:cxn ang="0">
                <ns1:pos x="T72" y="T73"/>
              </ns1:cxn>
              <ns1:cxn ang="0">
                <ns1:pos x="T74" y="T75"/>
              </ns1:cxn>
              <ns1:cxn ang="0">
                <ns1:pos x="T76" y="T77"/>
              </ns1:cxn>
              <ns1:cxn ang="0">
                <ns1:pos x="T78" y="T79"/>
              </ns1:cxn>
              <ns1:cxn ang="0">
                <ns1:pos x="T80" y="T81"/>
              </ns1:cxn>
              <ns1:cxn ang="0">
                <ns1:pos x="T82" y="T83"/>
              </ns1:cxn>
              <ns1:cxn ang="0">
                <ns1:pos x="T84" y="T85"/>
              </ns1:cxn>
              <ns1:cxn ang="0">
                <ns1:pos x="T86" y="T87"/>
              </ns1:cxn>
              <ns1:cxn ang="0">
                <ns1:pos x="T88" y="T89"/>
              </ns1:cxn>
              <ns1:cxn ang="0">
                <ns1:pos x="T90" y="T91"/>
              </ns1:cxn>
              <ns1:cxn ang="0">
                <ns1:pos x="T92" y="T93"/>
              </ns1:cxn>
              <ns1:cxn ang="0">
                <ns1:pos x="T94" y="T95"/>
              </ns1:cxn>
              <ns1:cxn ang="0">
                <ns1:pos x="T96" y="T97"/>
              </ns1:cxn>
              <ns1:cxn ang="0">
                <ns1:pos x="T98" y="T99"/>
              </ns1:cxn>
              <ns1:cxn ang="0">
                <ns1:pos x="T100" y="T101"/>
              </ns1:cxn>
              <ns1:cxn ang="0">
                <ns1:pos x="T102" y="T103"/>
              </ns1:cxn>
              <ns1:cxn ang="0">
                <ns1:pos x="T104" y="T105"/>
              </ns1:cxn>
              <ns1:cxn ang="0">
                <ns1:pos x="T106" y="T107"/>
              </ns1:cxn>
              <ns1:cxn ang="0">
                <ns1:pos x="T108" y="T109"/>
              </ns1:cxn>
              <ns1:cxn ang="0">
                <ns1:pos x="T110" y="T111"/>
              </ns1:cxn>
              <ns1:cxn ang="0">
                <ns1:pos x="T112" y="T113"/>
              </ns1:cxn>
              <ns1:cxn ang="0">
                <ns1:pos x="T114" y="T115"/>
              </ns1:cxn>
              <ns1:cxn ang="0">
                <ns1:pos x="T116" y="T117"/>
              </ns1:cxn>
              <ns1:cxn ang="0">
                <ns1:pos x="T118" y="T119"/>
              </ns1:cxn>
              <ns1:cxn ang="0">
                <ns1:pos x="T120" y="T121"/>
              </ns1:cxn>
            </ns1:cxnLst>
            <ns1:rect l="0" t="0" r="r" b="b"/>
            <ns1:pathLst>
              <ns1:path w="176" h="176">
                <ns1:moveTo>
                  <ns1:pt x="24" y="152"/>
                </ns1:moveTo>
                <ns1:cubicBezTo>
                  <ns1:pt x="16" y="152"/>
                  <ns1:pt x="16" y="152"/>
                  <ns1:pt x="16" y="152"/>
                </ns1:cubicBezTo>
                <ns1:cubicBezTo>
                  <ns1:pt x="16" y="160"/>
                  <ns1:pt x="16" y="160"/>
                  <ns1:pt x="16" y="160"/>
                </ns1:cubicBezTo>
                <ns1:cubicBezTo>
                  <ns1:pt x="24" y="160"/>
                  <ns1:pt x="24" y="160"/>
                  <ns1:pt x="24" y="160"/>
                </ns1:cubicBezTo>
                <ns1:lnTo>
                  <ns1:pt x="24" y="152"/>
                </ns1:lnTo>
                <ns1:close/>
                <ns1:moveTo>
                  <ns1:pt x="24" y="120"/>
                </ns1:moveTo>
                <ns1:cubicBezTo>
                  <ns1:pt x="16" y="120"/>
                  <ns1:pt x="16" y="120"/>
                  <ns1:pt x="16" y="120"/>
                </ns1:cubicBezTo>
                <ns1:cubicBezTo>
                  <ns1:pt x="16" y="128"/>
                  <ns1:pt x="16" y="128"/>
                  <ns1:pt x="16" y="128"/>
                </ns1:cubicBezTo>
                <ns1:cubicBezTo>
                  <ns1:pt x="24" y="128"/>
                  <ns1:pt x="24" y="128"/>
                  <ns1:pt x="24" y="128"/>
                </ns1:cubicBezTo>
                <ns1:lnTo>
                  <ns1:pt x="24" y="120"/>
                </ns1:lnTo>
                <ns1:close/>
                <ns1:moveTo>
                  <ns1:pt x="16" y="56"/>
                </ns1:moveTo>
                <ns1:cubicBezTo>
                  <ns1:pt x="24" y="56"/>
                  <ns1:pt x="24" y="56"/>
                  <ns1:pt x="24" y="56"/>
                </ns1:cubicBezTo>
                <ns1:cubicBezTo>
                  <ns1:pt x="24" y="48"/>
                  <ns1:pt x="24" y="48"/>
                  <ns1:pt x="24" y="48"/>
                </ns1:cubicBezTo>
                <ns1:cubicBezTo>
                  <ns1:pt x="16" y="48"/>
                  <ns1:pt x="16" y="48"/>
                  <ns1:pt x="16" y="48"/>
                </ns1:cubicBezTo>
                <ns1:lnTo>
                  <ns1:pt x="16" y="56"/>
                </ns1:lnTo>
                <ns1:close/>
                <ns1:moveTo>
                  <ns1:pt x="24" y="136"/>
                </ns1:moveTo>
                <ns1:cubicBezTo>
                  <ns1:pt x="16" y="136"/>
                  <ns1:pt x="16" y="136"/>
                  <ns1:pt x="16" y="136"/>
                </ns1:cubicBezTo>
                <ns1:cubicBezTo>
                  <ns1:pt x="16" y="144"/>
                  <ns1:pt x="16" y="144"/>
                  <ns1:pt x="16" y="144"/>
                </ns1:cubicBezTo>
                <ns1:cubicBezTo>
                  <ns1:pt x="24" y="144"/>
                  <ns1:pt x="24" y="144"/>
                  <ns1:pt x="24" y="144"/>
                </ns1:cubicBezTo>
                <ns1:lnTo>
                  <ns1:pt x="24" y="136"/>
                </ns1:lnTo>
                <ns1:close/>
                <ns1:moveTo>
                  <ns1:pt x="16" y="88"/>
                </ns1:moveTo>
                <ns1:cubicBezTo>
                  <ns1:pt x="24" y="88"/>
                  <ns1:pt x="24" y="88"/>
                  <ns1:pt x="24" y="88"/>
                </ns1:cubicBezTo>
                <ns1:cubicBezTo>
                  <ns1:pt x="24" y="80"/>
                  <ns1:pt x="24" y="80"/>
                  <ns1:pt x="24" y="80"/>
                </ns1:cubicBezTo>
                <ns1:cubicBezTo>
                  <ns1:pt x="16" y="80"/>
                  <ns1:pt x="16" y="80"/>
                  <ns1:pt x="16" y="80"/>
                </ns1:cubicBezTo>
                <ns1:lnTo>
                  <ns1:pt x="16" y="88"/>
                </ns1:lnTo>
                <ns1:close/>
                <ns1:moveTo>
                  <ns1:pt x="16" y="72"/>
                </ns1:moveTo>
                <ns1:cubicBezTo>
                  <ns1:pt x="24" y="72"/>
                  <ns1:pt x="24" y="72"/>
                  <ns1:pt x="24" y="72"/>
                </ns1:cubicBezTo>
                <ns1:cubicBezTo>
                  <ns1:pt x="24" y="64"/>
                  <ns1:pt x="24" y="64"/>
                  <ns1:pt x="24" y="64"/>
                </ns1:cubicBezTo>
                <ns1:cubicBezTo>
                  <ns1:pt x="16" y="64"/>
                  <ns1:pt x="16" y="64"/>
                  <ns1:pt x="16" y="64"/>
                </ns1:cubicBezTo>
                <ns1:lnTo>
                  <ns1:pt x="16" y="72"/>
                </ns1:lnTo>
                <ns1:close/>
                <ns1:moveTo>
                  <ns1:pt x="128" y="32"/>
                </ns1:moveTo>
                <ns1:cubicBezTo>
                  <ns1:pt x="16" y="32"/>
                  <ns1:pt x="16" y="32"/>
                  <ns1:pt x="16" y="32"/>
                </ns1:cubicBezTo>
                <ns1:cubicBezTo>
                  <ns1:pt x="7" y="32"/>
                  <ns1:pt x="0" y="39"/>
                  <ns1:pt x="0" y="48"/>
                </ns1:cubicBezTo>
                <ns1:cubicBezTo>
                  <ns1:pt x="0" y="160"/>
                  <ns1:pt x="0" y="160"/>
                  <ns1:pt x="0" y="160"/>
                </ns1:cubicBezTo>
                <ns1:cubicBezTo>
                  <ns1:pt x="0" y="169"/>
                  <ns1:pt x="7" y="176"/>
                  <ns1:pt x="16" y="176"/>
                </ns1:cubicBezTo>
                <ns1:cubicBezTo>
                  <ns1:pt x="128" y="176"/>
                  <ns1:pt x="128" y="176"/>
                  <ns1:pt x="128" y="176"/>
                </ns1:cubicBezTo>
                <ns1:cubicBezTo>
                  <ns1:pt x="137" y="176"/>
                  <ns1:pt x="144" y="169"/>
                  <ns1:pt x="144" y="160"/>
                </ns1:cubicBezTo>
                <ns1:cubicBezTo>
                  <ns1:pt x="144" y="48"/>
                  <ns1:pt x="144" y="48"/>
                  <ns1:pt x="144" y="48"/>
                </ns1:cubicBezTo>
                <ns1:cubicBezTo>
                  <ns1:pt x="144" y="39"/>
                  <ns1:pt x="137" y="32"/>
                  <ns1:pt x="128" y="32"/>
                </ns1:cubicBezTo>
                <ns1:moveTo>
                  <ns1:pt x="32" y="168"/>
                </ns1:moveTo>
                <ns1:cubicBezTo>
                  <ns1:pt x="16" y="168"/>
                  <ns1:pt x="16" y="168"/>
                  <ns1:pt x="16" y="168"/>
                </ns1:cubicBezTo>
                <ns1:cubicBezTo>
                  <ns1:pt x="12" y="168"/>
                  <ns1:pt x="8" y="164"/>
                  <ns1:pt x="8" y="160"/>
                </ns1:cubicBezTo>
                <ns1:cubicBezTo>
                  <ns1:pt x="8" y="108"/>
                  <ns1:pt x="8" y="108"/>
                  <ns1:pt x="8" y="108"/>
                </ns1:cubicBezTo>
                <ns1:cubicBezTo>
                  <ns1:pt x="32" y="108"/>
                  <ns1:pt x="32" y="108"/>
                  <ns1:pt x="32" y="108"/>
                </ns1:cubicBezTo>
                <ns1:lnTo>
                  <ns1:pt x="32" y="168"/>
                </ns1:lnTo>
                <ns1:close/>
                <ns1:moveTo>
                  <ns1:pt x="32" y="100"/>
                </ns1:moveTo>
                <ns1:cubicBezTo>
                  <ns1:pt x="8" y="100"/>
                  <ns1:pt x="8" y="100"/>
                  <ns1:pt x="8" y="100"/>
                </ns1:cubicBezTo>
                <ns1:cubicBezTo>
                  <ns1:pt x="8" y="48"/>
                  <ns1:pt x="8" y="48"/>
                  <ns1:pt x="8" y="48"/>
                </ns1:cubicBezTo>
                <ns1:cubicBezTo>
                  <ns1:pt x="8" y="44"/>
                  <ns1:pt x="12" y="40"/>
                  <ns1:pt x="16" y="40"/>
                </ns1:cubicBezTo>
                <ns1:cubicBezTo>
                  <ns1:pt x="32" y="40"/>
                  <ns1:pt x="32" y="40"/>
                  <ns1:pt x="32" y="40"/>
                </ns1:cubicBezTo>
                <ns1:lnTo>
                  <ns1:pt x="32" y="100"/>
                </ns1:lnTo>
                <ns1:close/>
                <ns1:moveTo>
                  <ns1:pt x="104" y="168"/>
                </ns1:moveTo>
                <ns1:cubicBezTo>
                  <ns1:pt x="40" y="168"/>
                  <ns1:pt x="40" y="168"/>
                  <ns1:pt x="40" y="168"/>
                </ns1:cubicBezTo>
                <ns1:cubicBezTo>
                  <ns1:pt x="40" y="108"/>
                  <ns1:pt x="40" y="108"/>
                  <ns1:pt x="40" y="108"/>
                </ns1:cubicBezTo>
                <ns1:cubicBezTo>
                  <ns1:pt x="104" y="108"/>
                  <ns1:pt x="104" y="108"/>
                  <ns1:pt x="104" y="108"/>
                </ns1:cubicBezTo>
                <ns1:lnTo>
                  <ns1:pt x="104" y="168"/>
                </ns1:lnTo>
                <ns1:close/>
                <ns1:moveTo>
                  <ns1:pt x="104" y="100"/>
                </ns1:moveTo>
                <ns1:cubicBezTo>
                  <ns1:pt x="40" y="100"/>
                  <ns1:pt x="40" y="100"/>
                  <ns1:pt x="40" y="100"/>
                </ns1:cubicBezTo>
                <ns1:cubicBezTo>
                  <ns1:pt x="40" y="40"/>
                  <ns1:pt x="40" y="40"/>
                  <ns1:pt x="40" y="40"/>
                </ns1:cubicBezTo>
                <ns1:cubicBezTo>
                  <ns1:pt x="104" y="40"/>
                  <ns1:pt x="104" y="40"/>
                  <ns1:pt x="104" y="40"/>
                </ns1:cubicBezTo>
                <ns1:lnTo>
                  <ns1:pt x="104" y="100"/>
                </ns1:lnTo>
                <ns1:close/>
                <ns1:moveTo>
                  <ns1:pt x="136" y="160"/>
                </ns1:moveTo>
                <ns1:cubicBezTo>
                  <ns1:pt x="136" y="164"/>
                  <ns1:pt x="132" y="168"/>
                  <ns1:pt x="128" y="168"/>
                </ns1:cubicBezTo>
                <ns1:cubicBezTo>
                  <ns1:pt x="112" y="168"/>
                  <ns1:pt x="112" y="168"/>
                  <ns1:pt x="112" y="168"/>
                </ns1:cubicBezTo>
                <ns1:cubicBezTo>
                  <ns1:pt x="112" y="108"/>
                  <ns1:pt x="112" y="108"/>
                  <ns1:pt x="112" y="108"/>
                </ns1:cubicBezTo>
                <ns1:cubicBezTo>
                  <ns1:pt x="136" y="108"/>
                  <ns1:pt x="136" y="108"/>
                  <ns1:pt x="136" y="108"/>
                </ns1:cubicBezTo>
                <ns1:lnTo>
                  <ns1:pt x="136" y="160"/>
                </ns1:lnTo>
                <ns1:close/>
                <ns1:moveTo>
                  <ns1:pt x="136" y="100"/>
                </ns1:moveTo>
                <ns1:cubicBezTo>
                  <ns1:pt x="112" y="100"/>
                  <ns1:pt x="112" y="100"/>
                  <ns1:pt x="112" y="100"/>
                </ns1:cubicBezTo>
                <ns1:cubicBezTo>
                  <ns1:pt x="112" y="40"/>
                  <ns1:pt x="112" y="40"/>
                  <ns1:pt x="112" y="40"/>
                </ns1:cubicBezTo>
                <ns1:cubicBezTo>
                  <ns1:pt x="128" y="40"/>
                  <ns1:pt x="128" y="40"/>
                  <ns1:pt x="128" y="40"/>
                </ns1:cubicBezTo>
                <ns1:cubicBezTo>
                  <ns1:pt x="132" y="40"/>
                  <ns1:pt x="136" y="44"/>
                  <ns1:pt x="136" y="48"/>
                </ns1:cubicBezTo>
                <ns1:lnTo>
                  <ns1:pt x="136" y="100"/>
                </ns1:lnTo>
                <ns1:close/>
                <ns1:moveTo>
                  <ns1:pt x="120" y="56"/>
                </ns1:moveTo>
                <ns1:cubicBezTo>
                  <ns1:pt x="128" y="56"/>
                  <ns1:pt x="128" y="56"/>
                  <ns1:pt x="128" y="56"/>
                </ns1:cubicBezTo>
                <ns1:cubicBezTo>
                  <ns1:pt x="128" y="48"/>
                  <ns1:pt x="128" y="48"/>
                  <ns1:pt x="128" y="48"/>
                </ns1:cubicBezTo>
                <ns1:cubicBezTo>
                  <ns1:pt x="120" y="48"/>
                  <ns1:pt x="120" y="48"/>
                  <ns1:pt x="120" y="48"/>
                </ns1:cubicBezTo>
                <ns1:lnTo>
                  <ns1:pt x="120" y="56"/>
                </ns1:lnTo>
                <ns1:close/>
                <ns1:moveTo>
                  <ns1:pt x="160" y="0"/>
                </ns1:moveTo>
                <ns1:cubicBezTo>
                  <ns1:pt x="48" y="0"/>
                  <ns1:pt x="48" y="0"/>
                  <ns1:pt x="48" y="0"/>
                </ns1:cubicBezTo>
                <ns1:cubicBezTo>
                  <ns1:pt x="39" y="0"/>
                  <ns1:pt x="32" y="7"/>
                  <ns1:pt x="32" y="16"/>
                </ns1:cubicBezTo>
                <ns1:cubicBezTo>
                  <ns1:pt x="32" y="20"/>
                  <ns1:pt x="32" y="20"/>
                  <ns1:pt x="32" y="20"/>
                </ns1:cubicBezTo>
                <ns1:cubicBezTo>
                  <ns1:pt x="32" y="22"/>
                  <ns1:pt x="34" y="24"/>
                  <ns1:pt x="36" y="24"/>
                </ns1:cubicBezTo>
                <ns1:cubicBezTo>
                  <ns1:pt x="38" y="24"/>
                  <ns1:pt x="40" y="22"/>
                  <ns1:pt x="40" y="20"/>
                </ns1:cubicBezTo>
                <ns1:cubicBezTo>
                  <ns1:pt x="40" y="16"/>
                  <ns1:pt x="40" y="16"/>
                  <ns1:pt x="40" y="16"/>
                </ns1:cubicBezTo>
                <ns1:cubicBezTo>
                  <ns1:pt x="40" y="12"/>
                  <ns1:pt x="44" y="8"/>
                  <ns1:pt x="48" y="8"/>
                </ns1:cubicBezTo>
                <ns1:cubicBezTo>
                  <ns1:pt x="160" y="8"/>
                  <ns1:pt x="160" y="8"/>
                  <ns1:pt x="160" y="8"/>
                </ns1:cubicBezTo>
                <ns1:cubicBezTo>
                  <ns1:pt x="164" y="8"/>
                  <ns1:pt x="168" y="12"/>
                  <ns1:pt x="168" y="16"/>
                </ns1:cubicBezTo>
                <ns1:cubicBezTo>
                  <ns1:pt x="168" y="128"/>
                  <ns1:pt x="168" y="128"/>
                  <ns1:pt x="168" y="128"/>
                </ns1:cubicBezTo>
                <ns1:cubicBezTo>
                  <ns1:pt x="168" y="132"/>
                  <ns1:pt x="164" y="136"/>
                  <ns1:pt x="160" y="136"/>
                </ns1:cubicBezTo>
                <ns1:cubicBezTo>
                  <ns1:pt x="156" y="136"/>
                  <ns1:pt x="156" y="136"/>
                  <ns1:pt x="156" y="136"/>
                </ns1:cubicBezTo>
                <ns1:cubicBezTo>
                  <ns1:pt x="154" y="136"/>
                  <ns1:pt x="152" y="138"/>
                  <ns1:pt x="152" y="140"/>
                </ns1:cubicBezTo>
                <ns1:cubicBezTo>
                  <ns1:pt x="152" y="142"/>
                  <ns1:pt x="154" y="144"/>
                  <ns1:pt x="156" y="144"/>
                </ns1:cubicBezTo>
                <ns1:cubicBezTo>
                  <ns1:pt x="160" y="144"/>
                  <ns1:pt x="160" y="144"/>
                  <ns1:pt x="160" y="144"/>
                </ns1:cubicBezTo>
                <ns1:cubicBezTo>
                  <ns1:pt x="169" y="144"/>
                  <ns1:pt x="176" y="137"/>
                  <ns1:pt x="176" y="128"/>
                </ns1:cubicBezTo>
                <ns1:cubicBezTo>
                  <ns1:pt x="176" y="16"/>
                  <ns1:pt x="176" y="16"/>
                  <ns1:pt x="176" y="16"/>
                </ns1:cubicBezTo>
                <ns1:cubicBezTo>
                  <ns1:pt x="176" y="7"/>
                  <ns1:pt x="169" y="0"/>
                  <ns1:pt x="160" y="0"/>
                </ns1:cubicBezTo>
                <ns1:moveTo>
                  <ns1:pt x="120" y="72"/>
                </ns1:moveTo>
                <ns1:cubicBezTo>
                  <ns1:pt x="128" y="72"/>
                  <ns1:pt x="128" y="72"/>
                  <ns1:pt x="128" y="72"/>
                </ns1:cubicBezTo>
                <ns1:cubicBezTo>
                  <ns1:pt x="128" y="64"/>
                  <ns1:pt x="128" y="64"/>
                  <ns1:pt x="128" y="64"/>
                </ns1:cubicBezTo>
                <ns1:cubicBezTo>
                  <ns1:pt x="120" y="64"/>
                  <ns1:pt x="120" y="64"/>
                  <ns1:pt x="120" y="64"/>
                </ns1:cubicBezTo>
                <ns1:lnTo>
                  <ns1:pt x="120" y="72"/>
                </ns1:lnTo>
                <ns1:close/>
                <ns1:moveTo>
                  <ns1:pt x="128" y="136"/>
                </ns1:moveTo>
                <ns1:cubicBezTo>
                  <ns1:pt x="120" y="136"/>
                  <ns1:pt x="120" y="136"/>
                  <ns1:pt x="120" y="136"/>
                </ns1:cubicBezTo>
                <ns1:cubicBezTo>
                  <ns1:pt x="120" y="144"/>
                  <ns1:pt x="120" y="144"/>
                  <ns1:pt x="120" y="144"/>
                </ns1:cubicBezTo>
                <ns1:cubicBezTo>
                  <ns1:pt x="128" y="144"/>
                  <ns1:pt x="128" y="144"/>
                  <ns1:pt x="128" y="144"/>
                </ns1:cubicBezTo>
                <ns1:lnTo>
                  <ns1:pt x="128" y="136"/>
                </ns1:lnTo>
                <ns1:close/>
                <ns1:moveTo>
                  <ns1:pt x="120" y="88"/>
                </ns1:moveTo>
                <ns1:cubicBezTo>
                  <ns1:pt x="128" y="88"/>
                  <ns1:pt x="128" y="88"/>
                  <ns1:pt x="128" y="88"/>
                </ns1:cubicBezTo>
                <ns1:cubicBezTo>
                  <ns1:pt x="128" y="80"/>
                  <ns1:pt x="128" y="80"/>
                  <ns1:pt x="128" y="80"/>
                </ns1:cubicBezTo>
                <ns1:cubicBezTo>
                  <ns1:pt x="120" y="80"/>
                  <ns1:pt x="120" y="80"/>
                  <ns1:pt x="120" y="80"/>
                </ns1:cubicBezTo>
                <ns1:lnTo>
                  <ns1:pt x="120" y="88"/>
                </ns1:lnTo>
                <ns1:close/>
                <ns1:moveTo>
                  <ns1:pt x="128" y="120"/>
                </ns1:moveTo>
                <ns1:cubicBezTo>
                  <ns1:pt x="120" y="120"/>
                  <ns1:pt x="120" y="120"/>
                  <ns1:pt x="120" y="120"/>
                </ns1:cubicBezTo>
                <ns1:cubicBezTo>
                  <ns1:pt x="120" y="128"/>
                  <ns1:pt x="120" y="128"/>
                  <ns1:pt x="120" y="128"/>
                </ns1:cubicBezTo>
                <ns1:cubicBezTo>
                  <ns1:pt x="128" y="128"/>
                  <ns1:pt x="128" y="128"/>
                  <ns1:pt x="128" y="128"/>
                </ns1:cubicBezTo>
                <ns1:lnTo>
                  <ns1:pt x="128" y="120"/>
                </ns1:lnTo>
                <ns1:close/>
                <ns1:moveTo>
                  <ns1:pt x="128" y="152"/>
                </ns1:moveTo>
                <ns1:cubicBezTo>
                  <ns1:pt x="120" y="152"/>
                  <ns1:pt x="120" y="152"/>
                  <ns1:pt x="120" y="152"/>
                </ns1:cubicBezTo>
                <ns1:cubicBezTo>
                  <ns1:pt x="120" y="160"/>
                  <ns1:pt x="120" y="160"/>
                  <ns1:pt x="120" y="160"/>
                </ns1:cubicBezTo>
                <ns1:cubicBezTo>
                  <ns1:pt x="128" y="160"/>
                  <ns1:pt x="128" y="160"/>
                  <ns1:pt x="128" y="160"/>
                </ns1:cubicBezTo>
                <ns1:lnTo>
                  <ns1:pt x="128" y="152"/>
                </ns1:lnTo>
                <ns1:close/>
              </ns1:path>
            </ns1:pathLst>
          </ns1:custGeom>
          <ns1:solidFill>
            <ns1:schemeClr val="tx1"/>
          </ns1:solidFill>
          <ns1:ln>
            <ns1:noFill/>
          </ns1:ln>
          <ns1:extLst/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en-US" sz="2700"/>
          </ns1:p>
        </ns0:txBody>
      </ns0:sp>
      <ns0:sp>
        <ns0:nvSpPr>
          <ns0:cNvPr id="29" name="Freeform 23"/>
          <ns0:cNvSpPr>
            <ns1:spLocks noEditPoints="1"/>
          </ns0:cNvSpPr>
          <ns0:nvPr/>
        </ns0:nvSpPr>
        <ns0:spPr bwMode="auto">
          <ns1:xfrm>
            <ns1:off x="8686801" y="823914"/>
            <ns1:ext cx="320675" cy="320675"/>
          </ns1:xfrm>
          <ns1:custGeom>
            <ns1:avLst/>
            <ns1:gdLst>
              <ns1:gd name="T0" fmla="*/ 24 w 176"/>
              <ns1:gd name="T1" fmla="*/ 32 h 176"/>
              <ns1:gd name="T2" fmla="*/ 16 w 176"/>
              <ns1:gd name="T3" fmla="*/ 56 h 176"/>
              <ns1:gd name="T4" fmla="*/ 16 w 176"/>
              <ns1:gd name="T5" fmla="*/ 48 h 176"/>
              <ns1:gd name="T6" fmla="*/ 16 w 176"/>
              <ns1:gd name="T7" fmla="*/ 152 h 176"/>
              <ns1:gd name="T8" fmla="*/ 24 w 176"/>
              <ns1:gd name="T9" fmla="*/ 152 h 176"/>
              <ns1:gd name="T10" fmla="*/ 16 w 176"/>
              <ns1:gd name="T11" fmla="*/ 128 h 176"/>
              <ns1:gd name="T12" fmla="*/ 24 w 176"/>
              <ns1:gd name="T13" fmla="*/ 104 h 176"/>
              <ns1:gd name="T14" fmla="*/ 24 w 176"/>
              <ns1:gd name="T15" fmla="*/ 112 h 176"/>
              <ns1:gd name="T16" fmla="*/ 16 w 176"/>
              <ns1:gd name="T17" fmla="*/ 136 h 176"/>
              <ns1:gd name="T18" fmla="*/ 24 w 176"/>
              <ns1:gd name="T19" fmla="*/ 136 h 176"/>
              <ns1:gd name="T20" fmla="*/ 24 w 176"/>
              <ns1:gd name="T21" fmla="*/ 64 h 176"/>
              <ns1:gd name="T22" fmla="*/ 16 w 176"/>
              <ns1:gd name="T23" fmla="*/ 24 h 176"/>
              <ns1:gd name="T24" fmla="*/ 16 w 176"/>
              <ns1:gd name="T25" fmla="*/ 16 h 176"/>
              <ns1:gd name="T26" fmla="*/ 160 w 176"/>
              <ns1:gd name="T27" fmla="*/ 40 h 176"/>
              <ns1:gd name="T28" fmla="*/ 152 w 176"/>
              <ns1:gd name="T29" fmla="*/ 40 h 176"/>
              <ns1:gd name="T30" fmla="*/ 160 w 176"/>
              <ns1:gd name="T31" fmla="*/ 48 h 176"/>
              <ns1:gd name="T32" fmla="*/ 152 w 176"/>
              <ns1:gd name="T33" fmla="*/ 72 h 176"/>
              <ns1:gd name="T34" fmla="*/ 152 w 176"/>
              <ns1:gd name="T35" fmla="*/ 64 h 176"/>
              <ns1:gd name="T36" fmla="*/ 16 w 176"/>
              <ns1:gd name="T37" fmla="*/ 0 h 176"/>
              <ns1:gd name="T38" fmla="*/ 16 w 176"/>
              <ns1:gd name="T39" fmla="*/ 176 h 176"/>
              <ns1:gd name="T40" fmla="*/ 176 w 176"/>
              <ns1:gd name="T41" fmla="*/ 16 h 176"/>
              <ns1:gd name="T42" fmla="*/ 16 w 176"/>
              <ns1:gd name="T43" fmla="*/ 168 h 176"/>
              <ns1:gd name="T44" fmla="*/ 32 w 176"/>
              <ns1:gd name="T45" fmla="*/ 92 h 176"/>
              <ns1:gd name="T46" fmla="*/ 8 w 176"/>
              <ns1:gd name="T47" fmla="*/ 84 h 176"/>
              <ns1:gd name="T48" fmla="*/ 32 w 176"/>
              <ns1:gd name="T49" fmla="*/ 8 h 176"/>
              <ns1:gd name="T50" fmla="*/ 40 w 176"/>
              <ns1:gd name="T51" fmla="*/ 168 h 176"/>
              <ns1:gd name="T52" fmla="*/ 136 w 176"/>
              <ns1:gd name="T53" fmla="*/ 168 h 176"/>
              <ns1:gd name="T54" fmla="*/ 144 w 176"/>
              <ns1:gd name="T55" fmla="*/ 168 h 176"/>
              <ns1:gd name="T56" fmla="*/ 168 w 176"/>
              <ns1:gd name="T57" fmla="*/ 160 h 176"/>
              <ns1:gd name="T58" fmla="*/ 144 w 176"/>
              <ns1:gd name="T59" fmla="*/ 8 h 176"/>
              <ns1:gd name="T60" fmla="*/ 168 w 176"/>
              <ns1:gd name="T61" fmla="*/ 84 h 176"/>
              <ns1:gd name="T62" fmla="*/ 160 w 176"/>
              <ns1:gd name="T63" fmla="*/ 16 h 176"/>
              <ns1:gd name="T64" fmla="*/ 160 w 176"/>
              <ns1:gd name="T65" fmla="*/ 136 h 176"/>
              <ns1:gd name="T66" fmla="*/ 160 w 176"/>
              <ns1:gd name="T67" fmla="*/ 144 h 176"/>
              <ns1:gd name="T68" fmla="*/ 152 w 176"/>
              <ns1:gd name="T69" fmla="*/ 104 h 176"/>
              <ns1:gd name="T70" fmla="*/ 160 w 176"/>
              <ns1:gd name="T71" fmla="*/ 104 h 176"/>
              <ns1:gd name="T72" fmla="*/ 152 w 176"/>
              <ns1:gd name="T73" fmla="*/ 128 h 176"/>
              <ns1:gd name="T74" fmla="*/ 160 w 176"/>
              <ns1:gd name="T75" fmla="*/ 152 h 176"/>
              <ns1:gd name="T76" fmla="*/ 160 w 176"/>
              <ns1:gd name="T77" fmla="*/ 160 h 176"/>
              <ns1:gd name="T78" fmla="*/ 70 w 176"/>
              <ns1:gd name="T79" fmla="*/ 119 h 176"/>
              <ns1:gd name="T80" fmla="*/ 114 w 176"/>
              <ns1:gd name="T81" fmla="*/ 91 h 176"/>
              <ns1:gd name="T82" fmla="*/ 115 w 176"/>
              <ns1:gd name="T83" fmla="*/ 85 h 176"/>
              <ns1:gd name="T84" fmla="*/ 68 w 176"/>
              <ns1:gd name="T85" fmla="*/ 56 h 176"/>
              <ns1:gd name="T86" fmla="*/ 68 w 176"/>
              <ns1:gd name="T87" fmla="*/ 120 h 176"/>
              <ns1:gd name="T88" fmla="*/ 72 w 176"/>
              <ns1:gd name="T89" fmla="*/ 109 h 176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  <ns1:cxn ang="0">
                <ns1:pos x="T32" y="T33"/>
              </ns1:cxn>
              <ns1:cxn ang="0">
                <ns1:pos x="T34" y="T35"/>
              </ns1:cxn>
              <ns1:cxn ang="0">
                <ns1:pos x="T36" y="T37"/>
              </ns1:cxn>
              <ns1:cxn ang="0">
                <ns1:pos x="T38" y="T39"/>
              </ns1:cxn>
              <ns1:cxn ang="0">
                <ns1:pos x="T40" y="T41"/>
              </ns1:cxn>
              <ns1:cxn ang="0">
                <ns1:pos x="T42" y="T43"/>
              </ns1:cxn>
              <ns1:cxn ang="0">
                <ns1:pos x="T44" y="T45"/>
              </ns1:cxn>
              <ns1:cxn ang="0">
                <ns1:pos x="T46" y="T47"/>
              </ns1:cxn>
              <ns1:cxn ang="0">
                <ns1:pos x="T48" y="T49"/>
              </ns1:cxn>
              <ns1:cxn ang="0">
                <ns1:pos x="T50" y="T51"/>
              </ns1:cxn>
              <ns1:cxn ang="0">
                <ns1:pos x="T52" y="T53"/>
              </ns1:cxn>
              <ns1:cxn ang="0">
                <ns1:pos x="T54" y="T55"/>
              </ns1:cxn>
              <ns1:cxn ang="0">
                <ns1:pos x="T56" y="T57"/>
              </ns1:cxn>
              <ns1:cxn ang="0">
                <ns1:pos x="T58" y="T59"/>
              </ns1:cxn>
              <ns1:cxn ang="0">
                <ns1:pos x="T60" y="T61"/>
              </ns1:cxn>
              <ns1:cxn ang="0">
                <ns1:pos x="T62" y="T63"/>
              </ns1:cxn>
              <ns1:cxn ang="0">
                <ns1:pos x="T64" y="T65"/>
              </ns1:cxn>
              <ns1:cxn ang="0">
                <ns1:pos x="T66" y="T67"/>
              </ns1:cxn>
              <ns1:cxn ang="0">
                <ns1:pos x="T68" y="T69"/>
              </ns1:cxn>
              <ns1:cxn ang="0">
                <ns1:pos x="T70" y="T71"/>
              </ns1:cxn>
              <ns1:cxn ang="0">
                <ns1:pos x="T72" y="T73"/>
              </ns1:cxn>
              <ns1:cxn ang="0">
                <ns1:pos x="T74" y="T75"/>
              </ns1:cxn>
              <ns1:cxn ang="0">
                <ns1:pos x="T76" y="T77"/>
              </ns1:cxn>
              <ns1:cxn ang="0">
                <ns1:pos x="T78" y="T79"/>
              </ns1:cxn>
              <ns1:cxn ang="0">
                <ns1:pos x="T80" y="T81"/>
              </ns1:cxn>
              <ns1:cxn ang="0">
                <ns1:pos x="T82" y="T83"/>
              </ns1:cxn>
              <ns1:cxn ang="0">
                <ns1:pos x="T84" y="T85"/>
              </ns1:cxn>
              <ns1:cxn ang="0">
                <ns1:pos x="T86" y="T87"/>
              </ns1:cxn>
              <ns1:cxn ang="0">
                <ns1:pos x="T88" y="T89"/>
              </ns1:cxn>
            </ns1:cxnLst>
            <ns1:rect l="0" t="0" r="r" b="b"/>
            <ns1:pathLst>
              <ns1:path w="176" h="176">
                <ns1:moveTo>
                  <ns1:pt x="16" y="40"/>
                </ns1:moveTo>
                <ns1:cubicBezTo>
                  <ns1:pt x="24" y="40"/>
                  <ns1:pt x="24" y="40"/>
                  <ns1:pt x="24" y="40"/>
                </ns1:cubicBezTo>
                <ns1:cubicBezTo>
                  <ns1:pt x="24" y="32"/>
                  <ns1:pt x="24" y="32"/>
                  <ns1:pt x="24" y="32"/>
                </ns1:cubicBezTo>
                <ns1:cubicBezTo>
                  <ns1:pt x="16" y="32"/>
                  <ns1:pt x="16" y="32"/>
                  <ns1:pt x="16" y="32"/>
                </ns1:cubicBezTo>
                <ns1:lnTo>
                  <ns1:pt x="16" y="40"/>
                </ns1:lnTo>
                <ns1:close/>
                <ns1:moveTo>
                  <ns1:pt x="16" y="56"/>
                </ns1:moveTo>
                <ns1:cubicBezTo>
                  <ns1:pt x="24" y="56"/>
                  <ns1:pt x="24" y="56"/>
                  <ns1:pt x="24" y="56"/>
                </ns1:cubicBezTo>
                <ns1:cubicBezTo>
                  <ns1:pt x="24" y="48"/>
                  <ns1:pt x="24" y="48"/>
                  <ns1:pt x="24" y="48"/>
                </ns1:cubicBezTo>
                <ns1:cubicBezTo>
                  <ns1:pt x="16" y="48"/>
                  <ns1:pt x="16" y="48"/>
                  <ns1:pt x="16" y="48"/>
                </ns1:cubicBezTo>
                <ns1:lnTo>
                  <ns1:pt x="16" y="56"/>
                </ns1:lnTo>
                <ns1:close/>
                <ns1:moveTo>
                  <ns1:pt x="24" y="152"/>
                </ns1:moveTo>
                <ns1:cubicBezTo>
                  <ns1:pt x="16" y="152"/>
                  <ns1:pt x="16" y="152"/>
                  <ns1:pt x="16" y="152"/>
                </ns1:cubicBezTo>
                <ns1:cubicBezTo>
                  <ns1:pt x="16" y="160"/>
                  <ns1:pt x="16" y="160"/>
                  <ns1:pt x="16" y="160"/>
                </ns1:cubicBezTo>
                <ns1:cubicBezTo>
                  <ns1:pt x="24" y="160"/>
                  <ns1:pt x="24" y="160"/>
                  <ns1:pt x="24" y="160"/>
                </ns1:cubicBezTo>
                <ns1:lnTo>
                  <ns1:pt x="24" y="152"/>
                </ns1:lnTo>
                <ns1:close/>
                <ns1:moveTo>
                  <ns1:pt x="24" y="120"/>
                </ns1:moveTo>
                <ns1:cubicBezTo>
                  <ns1:pt x="16" y="120"/>
                  <ns1:pt x="16" y="120"/>
                  <ns1:pt x="16" y="120"/>
                </ns1:cubicBezTo>
                <ns1:cubicBezTo>
                  <ns1:pt x="16" y="128"/>
                  <ns1:pt x="16" y="128"/>
                  <ns1:pt x="16" y="128"/>
                </ns1:cubicBezTo>
                <ns1:cubicBezTo>
                  <ns1:pt x="24" y="128"/>
                  <ns1:pt x="24" y="128"/>
                  <ns1:pt x="24" y="128"/>
                </ns1:cubicBezTo>
                <ns1:lnTo>
                  <ns1:pt x="24" y="120"/>
                </ns1:lnTo>
                <ns1:close/>
                <ns1:moveTo>
                  <ns1:pt x="24" y="104"/>
                </ns1:moveTo>
                <ns1:cubicBezTo>
                  <ns1:pt x="16" y="104"/>
                  <ns1:pt x="16" y="104"/>
                  <ns1:pt x="16" y="104"/>
                </ns1:cubicBezTo>
                <ns1:cubicBezTo>
                  <ns1:pt x="16" y="112"/>
                  <ns1:pt x="16" y="112"/>
                  <ns1:pt x="16" y="112"/>
                </ns1:cubicBezTo>
                <ns1:cubicBezTo>
                  <ns1:pt x="24" y="112"/>
                  <ns1:pt x="24" y="112"/>
                  <ns1:pt x="24" y="112"/>
                </ns1:cubicBezTo>
                <ns1:lnTo>
                  <ns1:pt x="24" y="104"/>
                </ns1:lnTo>
                <ns1:close/>
                <ns1:moveTo>
                  <ns1:pt x="24" y="136"/>
                </ns1:moveTo>
                <ns1:cubicBezTo>
                  <ns1:pt x="16" y="136"/>
                  <ns1:pt x="16" y="136"/>
                  <ns1:pt x="16" y="136"/>
                </ns1:cubicBezTo>
                <ns1:cubicBezTo>
                  <ns1:pt x="16" y="144"/>
                  <ns1:pt x="16" y="144"/>
                  <ns1:pt x="16" y="144"/>
                </ns1:cubicBezTo>
                <ns1:cubicBezTo>
                  <ns1:pt x="24" y="144"/>
                  <ns1:pt x="24" y="144"/>
                  <ns1:pt x="24" y="144"/>
                </ns1:cubicBezTo>
                <ns1:lnTo>
                  <ns1:pt x="24" y="136"/>
                </ns1:lnTo>
                <ns1:close/>
                <ns1:moveTo>
                  <ns1:pt x="16" y="72"/>
                </ns1:moveTo>
                <ns1:cubicBezTo>
                  <ns1:pt x="24" y="72"/>
                  <ns1:pt x="24" y="72"/>
                  <ns1:pt x="24" y="72"/>
                </ns1:cubicBezTo>
                <ns1:cubicBezTo>
                  <ns1:pt x="24" y="64"/>
                  <ns1:pt x="24" y="64"/>
                  <ns1:pt x="24" y="64"/>
                </ns1:cubicBezTo>
                <ns1:cubicBezTo>
                  <ns1:pt x="16" y="64"/>
                  <ns1:pt x="16" y="64"/>
                  <ns1:pt x="16" y="64"/>
                </ns1:cubicBezTo>
                <ns1:lnTo>
                  <ns1:pt x="16" y="72"/>
                </ns1:lnTo>
                <ns1:close/>
                <ns1:moveTo>
                  <ns1:pt x="16" y="24"/>
                </ns1:moveTo>
                <ns1:cubicBezTo>
                  <ns1:pt x="24" y="24"/>
                  <ns1:pt x="24" y="24"/>
                  <ns1:pt x="24" y="24"/>
                </ns1:cubicBezTo>
                <ns1:cubicBezTo>
                  <ns1:pt x="24" y="16"/>
                  <ns1:pt x="24" y="16"/>
                  <ns1:pt x="24" y="16"/>
                </ns1:cubicBezTo>
                <ns1:cubicBezTo>
                  <ns1:pt x="16" y="16"/>
                  <ns1:pt x="16" y="16"/>
                  <ns1:pt x="16" y="16"/>
                </ns1:cubicBezTo>
                <ns1:lnTo>
                  <ns1:pt x="16" y="24"/>
                </ns1:lnTo>
                <ns1:close/>
                <ns1:moveTo>
                  <ns1:pt x="152" y="40"/>
                </ns1:moveTo>
                <ns1:cubicBezTo>
                  <ns1:pt x="160" y="40"/>
                  <ns1:pt x="160" y="40"/>
                  <ns1:pt x="160" y="40"/>
                </ns1:cubicBezTo>
                <ns1:cubicBezTo>
                  <ns1:pt x="160" y="32"/>
                  <ns1:pt x="160" y="32"/>
                  <ns1:pt x="160" y="32"/>
                </ns1:cubicBezTo>
                <ns1:cubicBezTo>
                  <ns1:pt x="152" y="32"/>
                  <ns1:pt x="152" y="32"/>
                  <ns1:pt x="152" y="32"/>
                </ns1:cubicBezTo>
                <ns1:lnTo>
                  <ns1:pt x="152" y="40"/>
                </ns1:lnTo>
                <ns1:close/>
                <ns1:moveTo>
                  <ns1:pt x="152" y="56"/>
                </ns1:moveTo>
                <ns1:cubicBezTo>
                  <ns1:pt x="160" y="56"/>
                  <ns1:pt x="160" y="56"/>
                  <ns1:pt x="160" y="56"/>
                </ns1:cubicBezTo>
                <ns1:cubicBezTo>
                  <ns1:pt x="160" y="48"/>
                  <ns1:pt x="160" y="48"/>
                  <ns1:pt x="160" y="48"/>
                </ns1:cubicBezTo>
                <ns1:cubicBezTo>
                  <ns1:pt x="152" y="48"/>
                  <ns1:pt x="152" y="48"/>
                  <ns1:pt x="152" y="48"/>
                </ns1:cubicBezTo>
                <ns1:lnTo>
                  <ns1:pt x="152" y="56"/>
                </ns1:lnTo>
                <ns1:close/>
                <ns1:moveTo>
                  <ns1:pt x="152" y="72"/>
                </ns1:moveTo>
                <ns1:cubicBezTo>
                  <ns1:pt x="160" y="72"/>
                  <ns1:pt x="160" y="72"/>
                  <ns1:pt x="160" y="72"/>
                </ns1:cubicBezTo>
                <ns1:cubicBezTo>
                  <ns1:pt x="160" y="64"/>
                  <ns1:pt x="160" y="64"/>
                  <ns1:pt x="160" y="64"/>
                </ns1:cubicBezTo>
                <ns1:cubicBezTo>
                  <ns1:pt x="152" y="64"/>
                  <ns1:pt x="152" y="64"/>
                  <ns1:pt x="152" y="64"/>
                </ns1:cubicBezTo>
                <ns1:lnTo>
                  <ns1:pt x="152" y="72"/>
                </ns1:lnTo>
                <ns1:close/>
                <ns1:moveTo>
                  <ns1:pt x="160" y="0"/>
                </ns1:moveTo>
                <ns1:cubicBezTo>
                  <ns1:pt x="16" y="0"/>
                  <ns1:pt x="16" y="0"/>
                  <ns1:pt x="16" y="0"/>
                </ns1:cubicBezTo>
                <ns1:cubicBezTo>
                  <ns1:pt x="7" y="0"/>
                  <ns1:pt x="0" y="7"/>
                  <ns1:pt x="0" y="16"/>
                </ns1:cubicBezTo>
                <ns1:cubicBezTo>
                  <ns1:pt x="0" y="160"/>
                  <ns1:pt x="0" y="160"/>
                  <ns1:pt x="0" y="160"/>
                </ns1:cubicBezTo>
                <ns1:cubicBezTo>
                  <ns1:pt x="0" y="169"/>
                  <ns1:pt x="7" y="176"/>
                  <ns1:pt x="16" y="176"/>
                </ns1:cubicBezTo>
                <ns1:cubicBezTo>
                  <ns1:pt x="160" y="176"/>
                  <ns1:pt x="160" y="176"/>
                  <ns1:pt x="160" y="176"/>
                </ns1:cubicBezTo>
                <ns1:cubicBezTo>
                  <ns1:pt x="169" y="176"/>
                  <ns1:pt x="176" y="169"/>
                  <ns1:pt x="176" y="160"/>
                </ns1:cubicBezTo>
                <ns1:cubicBezTo>
                  <ns1:pt x="176" y="16"/>
                  <ns1:pt x="176" y="16"/>
                  <ns1:pt x="176" y="16"/>
                </ns1:cubicBezTo>
                <ns1:cubicBezTo>
                  <ns1:pt x="176" y="7"/>
                  <ns1:pt x="169" y="0"/>
                  <ns1:pt x="160" y="0"/>
                </ns1:cubicBezTo>
                <ns1:moveTo>
                  <ns1:pt x="32" y="168"/>
                </ns1:moveTo>
                <ns1:cubicBezTo>
                  <ns1:pt x="16" y="168"/>
                  <ns1:pt x="16" y="168"/>
                  <ns1:pt x="16" y="168"/>
                </ns1:cubicBezTo>
                <ns1:cubicBezTo>
                  <ns1:pt x="12" y="168"/>
                  <ns1:pt x="8" y="164"/>
                  <ns1:pt x="8" y="160"/>
                </ns1:cubicBezTo>
                <ns1:cubicBezTo>
                  <ns1:pt x="8" y="92"/>
                  <ns1:pt x="8" y="92"/>
                  <ns1:pt x="8" y="92"/>
                </ns1:cubicBezTo>
                <ns1:cubicBezTo>
                  <ns1:pt x="32" y="92"/>
                  <ns1:pt x="32" y="92"/>
                  <ns1:pt x="32" y="92"/>
                </ns1:cubicBezTo>
                <ns1:lnTo>
                  <ns1:pt x="32" y="168"/>
                </ns1:lnTo>
                <ns1:close/>
                <ns1:moveTo>
                  <ns1:pt x="32" y="84"/>
                </ns1:moveTo>
                <ns1:cubicBezTo>
                  <ns1:pt x="8" y="84"/>
                  <ns1:pt x="8" y="84"/>
                  <ns1:pt x="8" y="84"/>
                </ns1:cubicBezTo>
                <ns1:cubicBezTo>
                  <ns1:pt x="8" y="16"/>
                  <ns1:pt x="8" y="16"/>
                  <ns1:pt x="8" y="16"/>
                </ns1:cubicBezTo>
                <ns1:cubicBezTo>
                  <ns1:pt x="8" y="12"/>
                  <ns1:pt x="12" y="8"/>
                  <ns1:pt x="16" y="8"/>
                </ns1:cubicBezTo>
                <ns1:cubicBezTo>
                  <ns1:pt x="32" y="8"/>
                  <ns1:pt x="32" y="8"/>
                  <ns1:pt x="32" y="8"/>
                </ns1:cubicBezTo>
                <ns1:lnTo>
                  <ns1:pt x="32" y="84"/>
                </ns1:lnTo>
                <ns1:close/>
                <ns1:moveTo>
                  <ns1:pt x="136" y="168"/>
                </ns1:moveTo>
                <ns1:cubicBezTo>
                  <ns1:pt x="40" y="168"/>
                  <ns1:pt x="40" y="168"/>
                  <ns1:pt x="40" y="168"/>
                </ns1:cubicBezTo>
                <ns1:cubicBezTo>
                  <ns1:pt x="40" y="8"/>
                  <ns1:pt x="40" y="8"/>
                  <ns1:pt x="40" y="8"/>
                </ns1:cubicBezTo>
                <ns1:cubicBezTo>
                  <ns1:pt x="136" y="8"/>
                  <ns1:pt x="136" y="8"/>
                  <ns1:pt x="136" y="8"/>
                </ns1:cubicBezTo>
                <ns1:lnTo>
                  <ns1:pt x="136" y="168"/>
                </ns1:lnTo>
                <ns1:close/>
                <ns1:moveTo>
                  <ns1:pt x="168" y="160"/>
                </ns1:moveTo>
                <ns1:cubicBezTo>
                  <ns1:pt x="168" y="164"/>
                  <ns1:pt x="164" y="168"/>
                  <ns1:pt x="160" y="168"/>
                </ns1:cubicBezTo>
                <ns1:cubicBezTo>
                  <ns1:pt x="144" y="168"/>
                  <ns1:pt x="144" y="168"/>
                  <ns1:pt x="144" y="168"/>
                </ns1:cubicBezTo>
                <ns1:cubicBezTo>
                  <ns1:pt x="144" y="92"/>
                  <ns1:pt x="144" y="92"/>
                  <ns1:pt x="144" y="92"/>
                </ns1:cubicBezTo>
                <ns1:cubicBezTo>
                  <ns1:pt x="168" y="92"/>
                  <ns1:pt x="168" y="92"/>
                  <ns1:pt x="168" y="92"/>
                </ns1:cubicBezTo>
                <ns1:lnTo>
                  <ns1:pt x="168" y="160"/>
                </ns1:lnTo>
                <ns1:close/>
                <ns1:moveTo>
                  <ns1:pt x="168" y="84"/>
                </ns1:moveTo>
                <ns1:cubicBezTo>
                  <ns1:pt x="144" y="84"/>
                  <ns1:pt x="144" y="84"/>
                  <ns1:pt x="144" y="84"/>
                </ns1:cubicBezTo>
                <ns1:cubicBezTo>
                  <ns1:pt x="144" y="8"/>
                  <ns1:pt x="144" y="8"/>
                  <ns1:pt x="144" y="8"/>
                </ns1:cubicBezTo>
                <ns1:cubicBezTo>
                  <ns1:pt x="160" y="8"/>
                  <ns1:pt x="160" y="8"/>
                  <ns1:pt x="160" y="8"/>
                </ns1:cubicBezTo>
                <ns1:cubicBezTo>
                  <ns1:pt x="164" y="8"/>
                  <ns1:pt x="168" y="12"/>
                  <ns1:pt x="168" y="16"/>
                </ns1:cubicBezTo>
                <ns1:lnTo>
                  <ns1:pt x="168" y="84"/>
                </ns1:lnTo>
                <ns1:close/>
                <ns1:moveTo>
                  <ns1:pt x="152" y="24"/>
                </ns1:moveTo>
                <ns1:cubicBezTo>
                  <ns1:pt x="160" y="24"/>
                  <ns1:pt x="160" y="24"/>
                  <ns1:pt x="160" y="24"/>
                </ns1:cubicBezTo>
                <ns1:cubicBezTo>
                  <ns1:pt x="160" y="16"/>
                  <ns1:pt x="160" y="16"/>
                  <ns1:pt x="160" y="16"/>
                </ns1:cubicBezTo>
                <ns1:cubicBezTo>
                  <ns1:pt x="152" y="16"/>
                  <ns1:pt x="152" y="16"/>
                  <ns1:pt x="152" y="16"/>
                </ns1:cubicBezTo>
                <ns1:lnTo>
                  <ns1:pt x="152" y="24"/>
                </ns1:lnTo>
                <ns1:close/>
                <ns1:moveTo>
                  <ns1:pt x="160" y="136"/>
                </ns1:moveTo>
                <ns1:cubicBezTo>
                  <ns1:pt x="152" y="136"/>
                  <ns1:pt x="152" y="136"/>
                  <ns1:pt x="152" y="136"/>
                </ns1:cubicBezTo>
                <ns1:cubicBezTo>
                  <ns1:pt x="152" y="144"/>
                  <ns1:pt x="152" y="144"/>
                  <ns1:pt x="152" y="144"/>
                </ns1:cubicBezTo>
                <ns1:cubicBezTo>
                  <ns1:pt x="160" y="144"/>
                  <ns1:pt x="160" y="144"/>
                  <ns1:pt x="160" y="144"/>
                </ns1:cubicBezTo>
                <ns1:lnTo>
                  <ns1:pt x="160" y="136"/>
                </ns1:lnTo>
                <ns1:close/>
                <ns1:moveTo>
                  <ns1:pt x="160" y="104"/>
                </ns1:moveTo>
                <ns1:cubicBezTo>
                  <ns1:pt x="152" y="104"/>
                  <ns1:pt x="152" y="104"/>
                  <ns1:pt x="152" y="104"/>
                </ns1:cubicBezTo>
                <ns1:cubicBezTo>
                  <ns1:pt x="152" y="112"/>
                  <ns1:pt x="152" y="112"/>
                  <ns1:pt x="152" y="112"/>
                </ns1:cubicBezTo>
                <ns1:cubicBezTo>
                  <ns1:pt x="160" y="112"/>
                  <ns1:pt x="160" y="112"/>
                  <ns1:pt x="160" y="112"/>
                </ns1:cubicBezTo>
                <ns1:lnTo>
                  <ns1:pt x="160" y="104"/>
                </ns1:lnTo>
                <ns1:close/>
                <ns1:moveTo>
                  <ns1:pt x="160" y="120"/>
                </ns1:moveTo>
                <ns1:cubicBezTo>
                  <ns1:pt x="152" y="120"/>
                  <ns1:pt x="152" y="120"/>
                  <ns1:pt x="152" y="120"/>
                </ns1:cubicBezTo>
                <ns1:cubicBezTo>
                  <ns1:pt x="152" y="128"/>
                  <ns1:pt x="152" y="128"/>
                  <ns1:pt x="152" y="128"/>
                </ns1:cubicBezTo>
                <ns1:cubicBezTo>
                  <ns1:pt x="160" y="128"/>
                  <ns1:pt x="160" y="128"/>
                  <ns1:pt x="160" y="128"/>
                </ns1:cubicBezTo>
                <ns1:lnTo>
                  <ns1:pt x="160" y="120"/>
                </ns1:lnTo>
                <ns1:close/>
                <ns1:moveTo>
                  <ns1:pt x="160" y="152"/>
                </ns1:moveTo>
                <ns1:cubicBezTo>
                  <ns1:pt x="152" y="152"/>
                  <ns1:pt x="152" y="152"/>
                  <ns1:pt x="152" y="152"/>
                </ns1:cubicBezTo>
                <ns1:cubicBezTo>
                  <ns1:pt x="152" y="160"/>
                  <ns1:pt x="152" y="160"/>
                  <ns1:pt x="152" y="160"/>
                </ns1:cubicBezTo>
                <ns1:cubicBezTo>
                  <ns1:pt x="160" y="160"/>
                  <ns1:pt x="160" y="160"/>
                  <ns1:pt x="160" y="160"/>
                </ns1:cubicBezTo>
                <ns1:lnTo>
                  <ns1:pt x="160" y="152"/>
                </ns1:lnTo>
                <ns1:close/>
                <ns1:moveTo>
                  <ns1:pt x="68" y="120"/>
                </ns1:moveTo>
                <ns1:cubicBezTo>
                  <ns1:pt x="69" y="120"/>
                  <ns1:pt x="70" y="120"/>
                  <ns1:pt x="70" y="119"/>
                </ns1:cubicBezTo>
                <ns1:cubicBezTo>
                  <ns1:pt x="71" y="119"/>
                  <ns1:pt x="71" y="119"/>
                  <ns1:pt x="71" y="119"/>
                </ns1:cubicBezTo>
                <ns1:cubicBezTo>
                  <ns1:pt x="115" y="91"/>
                  <ns1:pt x="115" y="91"/>
                  <ns1:pt x="115" y="91"/>
                </ns1:cubicBezTo>
                <ns1:cubicBezTo>
                  <ns1:pt x="114" y="91"/>
                  <ns1:pt x="114" y="91"/>
                  <ns1:pt x="114" y="91"/>
                </ns1:cubicBezTo>
                <ns1:cubicBezTo>
                  <ns1:pt x="115" y="90"/>
                  <ns1:pt x="116" y="89"/>
                  <ns1:pt x="116" y="88"/>
                </ns1:cubicBezTo>
                <ns1:cubicBezTo>
                  <ns1:pt x="116" y="87"/>
                  <ns1:pt x="115" y="86"/>
                  <ns1:pt x="114" y="85"/>
                </ns1:cubicBezTo>
                <ns1:cubicBezTo>
                  <ns1:pt x="115" y="85"/>
                  <ns1:pt x="115" y="85"/>
                  <ns1:pt x="115" y="85"/>
                </ns1:cubicBezTo>
                <ns1:cubicBezTo>
                  <ns1:pt x="71" y="57"/>
                  <ns1:pt x="71" y="57"/>
                  <ns1:pt x="71" y="57"/>
                </ns1:cubicBezTo>
                <ns1:cubicBezTo>
                  <ns1:pt x="70" y="57"/>
                  <ns1:pt x="70" y="57"/>
                  <ns1:pt x="70" y="57"/>
                </ns1:cubicBezTo>
                <ns1:cubicBezTo>
                  <ns1:pt x="70" y="56"/>
                  <ns1:pt x="69" y="56"/>
                  <ns1:pt x="68" y="56"/>
                </ns1:cubicBezTo>
                <ns1:cubicBezTo>
                  <ns1:pt x="66" y="56"/>
                  <ns1:pt x="64" y="58"/>
                  <ns1:pt x="64" y="60"/>
                </ns1:cubicBezTo>
                <ns1:cubicBezTo>
                  <ns1:pt x="64" y="116"/>
                  <ns1:pt x="64" y="116"/>
                  <ns1:pt x="64" y="116"/>
                </ns1:cubicBezTo>
                <ns1:cubicBezTo>
                  <ns1:pt x="64" y="118"/>
                  <ns1:pt x="66" y="120"/>
                  <ns1:pt x="68" y="120"/>
                </ns1:cubicBezTo>
                <ns1:moveTo>
                  <ns1:pt x="72" y="67"/>
                </ns1:moveTo>
                <ns1:cubicBezTo>
                  <ns1:pt x="105" y="88"/>
                  <ns1:pt x="105" y="88"/>
                  <ns1:pt x="105" y="88"/>
                </ns1:cubicBezTo>
                <ns1:cubicBezTo>
                  <ns1:pt x="72" y="109"/>
                  <ns1:pt x="72" y="109"/>
                  <ns1:pt x="72" y="109"/>
                </ns1:cubicBezTo>
                <ns1:lnTo>
                  <ns1:pt x="72" y="67"/>
                </ns1:lnTo>
                <ns1:close/>
              </ns1:path>
            </ns1:pathLst>
          </ns1:custGeom>
          <ns1:solidFill>
            <ns1:schemeClr val="tx1"/>
          </ns1:solidFill>
          <ns1:ln>
            <ns1:noFill/>
          </ns1:ln>
          <ns1:extLst/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en-US" sz="2700"/>
          </ns1:p>
        </ns0:txBody>
      </ns0:sp>
      <ns0:sp>
        <ns0:nvSpPr>
          <ns0:cNvPr id="30" name="Freeform 24"/>
          <ns0:cNvSpPr>
            <ns1:spLocks noEditPoints="1"/>
          </ns0:cNvSpPr>
          <ns0:nvPr/>
        </ns0:nvSpPr>
        <ns0:spPr bwMode="auto">
          <ns1:xfrm>
            <ns1:off x="3186114" y="1435102"/>
            <ns1:ext cx="320675" cy="320675"/>
          </ns1:xfrm>
          <ns1:custGeom>
            <ns1:avLst/>
            <ns1:gdLst>
              <ns1:gd name="T0" fmla="*/ 88 w 176"/>
              <ns1:gd name="T1" fmla="*/ 0 h 176"/>
              <ns1:gd name="T2" fmla="*/ 0 w 176"/>
              <ns1:gd name="T3" fmla="*/ 88 h 176"/>
              <ns1:gd name="T4" fmla="*/ 88 w 176"/>
              <ns1:gd name="T5" fmla="*/ 176 h 176"/>
              <ns1:gd name="T6" fmla="*/ 176 w 176"/>
              <ns1:gd name="T7" fmla="*/ 88 h 176"/>
              <ns1:gd name="T8" fmla="*/ 88 w 176"/>
              <ns1:gd name="T9" fmla="*/ 0 h 176"/>
              <ns1:gd name="T10" fmla="*/ 168 w 176"/>
              <ns1:gd name="T11" fmla="*/ 84 h 176"/>
              <ns1:gd name="T12" fmla="*/ 98 w 176"/>
              <ns1:gd name="T13" fmla="*/ 84 h 176"/>
              <ns1:gd name="T14" fmla="*/ 147 w 176"/>
              <ns1:gd name="T15" fmla="*/ 34 h 176"/>
              <ns1:gd name="T16" fmla="*/ 168 w 176"/>
              <ns1:gd name="T17" fmla="*/ 84 h 176"/>
              <ns1:gd name="T18" fmla="*/ 88 w 176"/>
              <ns1:gd name="T19" fmla="*/ 168 h 176"/>
              <ns1:gd name="T20" fmla="*/ 8 w 176"/>
              <ns1:gd name="T21" fmla="*/ 88 h 176"/>
              <ns1:gd name="T22" fmla="*/ 88 w 176"/>
              <ns1:gd name="T23" fmla="*/ 8 h 176"/>
              <ns1:gd name="T24" fmla="*/ 142 w 176"/>
              <ns1:gd name="T25" fmla="*/ 29 h 176"/>
              <ns1:gd name="T26" fmla="*/ 85 w 176"/>
              <ns1:gd name="T27" fmla="*/ 85 h 176"/>
              <ns1:gd name="T28" fmla="*/ 84 w 176"/>
              <ns1:gd name="T29" fmla="*/ 88 h 176"/>
              <ns1:gd name="T30" fmla="*/ 88 w 176"/>
              <ns1:gd name="T31" fmla="*/ 92 h 176"/>
              <ns1:gd name="T32" fmla="*/ 168 w 176"/>
              <ns1:gd name="T33" fmla="*/ 92 h 176"/>
              <ns1:gd name="T34" fmla="*/ 88 w 176"/>
              <ns1:gd name="T35" fmla="*/ 168 h 176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  <ns1:cxn ang="0">
                <ns1:pos x="T32" y="T33"/>
              </ns1:cxn>
              <ns1:cxn ang="0">
                <ns1:pos x="T34" y="T35"/>
              </ns1:cxn>
            </ns1:cxnLst>
            <ns1:rect l="0" t="0" r="r" b="b"/>
            <ns1:pathLst>
              <ns1:path w="176" h="176">
                <ns1:moveTo>
                  <ns1:pt x="88" y="0"/>
                </ns1:moveTo>
                <ns1:cubicBezTo>
                  <ns1:pt x="39" y="0"/>
                  <ns1:pt x="0" y="39"/>
                  <ns1:pt x="0" y="88"/>
                </ns1:cubicBezTo>
                <ns1:cubicBezTo>
                  <ns1:pt x="0" y="137"/>
                  <ns1:pt x="39" y="176"/>
                  <ns1:pt x="88" y="176"/>
                </ns1:cubicBezTo>
                <ns1:cubicBezTo>
                  <ns1:pt x="137" y="176"/>
                  <ns1:pt x="176" y="137"/>
                  <ns1:pt x="176" y="88"/>
                </ns1:cubicBezTo>
                <ns1:cubicBezTo>
                  <ns1:pt x="176" y="39"/>
                  <ns1:pt x="137" y="0"/>
                  <ns1:pt x="88" y="0"/>
                </ns1:cubicBezTo>
                <ns1:moveTo>
                  <ns1:pt x="168" y="84"/>
                </ns1:moveTo>
                <ns1:cubicBezTo>
                  <ns1:pt x="98" y="84"/>
                  <ns1:pt x="98" y="84"/>
                  <ns1:pt x="98" y="84"/>
                </ns1:cubicBezTo>
                <ns1:cubicBezTo>
                  <ns1:pt x="147" y="34"/>
                  <ns1:pt x="147" y="34"/>
                  <ns1:pt x="147" y="34"/>
                </ns1:cubicBezTo>
                <ns1:cubicBezTo>
                  <ns1:pt x="159" y="48"/>
                  <ns1:pt x="167" y="65"/>
                  <ns1:pt x="168" y="84"/>
                </ns1:cubicBezTo>
                <ns1:moveTo>
                  <ns1:pt x="88" y="168"/>
                </ns1:moveTo>
                <ns1:cubicBezTo>
                  <ns1:pt x="44" y="168"/>
                  <ns1:pt x="8" y="132"/>
                  <ns1:pt x="8" y="88"/>
                </ns1:cubicBezTo>
                <ns1:cubicBezTo>
                  <ns1:pt x="8" y="44"/>
                  <ns1:pt x="44" y="8"/>
                  <ns1:pt x="88" y="8"/>
                </ns1:cubicBezTo>
                <ns1:cubicBezTo>
                  <ns1:pt x="109" y="8"/>
                  <ns1:pt x="127" y="16"/>
                  <ns1:pt x="142" y="29"/>
                </ns1:cubicBezTo>
                <ns1:cubicBezTo>
                  <ns1:pt x="85" y="85"/>
                  <ns1:pt x="85" y="85"/>
                  <ns1:pt x="85" y="85"/>
                </ns1:cubicBezTo>
                <ns1:cubicBezTo>
                  <ns1:pt x="84" y="86"/>
                  <ns1:pt x="84" y="87"/>
                  <ns1:pt x="84" y="88"/>
                </ns1:cubicBezTo>
                <ns1:cubicBezTo>
                  <ns1:pt x="84" y="90"/>
                  <ns1:pt x="86" y="92"/>
                  <ns1:pt x="88" y="92"/>
                </ns1:cubicBezTo>
                <ns1:cubicBezTo>
                  <ns1:pt x="168" y="92"/>
                  <ns1:pt x="168" y="92"/>
                  <ns1:pt x="168" y="92"/>
                </ns1:cubicBezTo>
                <ns1:cubicBezTo>
                  <ns1:pt x="166" y="134"/>
                  <ns1:pt x="131" y="168"/>
                  <ns1:pt x="88" y="168"/>
                </ns1:cubicBezTo>
              </ns1:path>
            </ns1:pathLst>
          </ns1:custGeom>
          <ns1:solidFill>
            <ns1:schemeClr val="tx1"/>
          </ns1:solidFill>
          <ns1:ln>
            <ns1:noFill/>
          </ns1:ln>
          <ns1:extLst/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en-US" sz="2700"/>
          </ns1:p>
        </ns0:txBody>
      </ns0:sp>
      <ns0:sp>
        <ns0:nvSpPr>
          <ns0:cNvPr id="31" name="Freeform 25"/>
          <ns0:cNvSpPr>
            <ns1:spLocks noEditPoints="1"/>
          </ns0:cNvSpPr>
          <ns0:nvPr/>
        </ns0:nvSpPr>
        <ns0:spPr bwMode="auto">
          <ns1:xfrm>
            <ns1:off x="3797301" y="1463676"/>
            <ns1:ext cx="320675" cy="261938"/>
          </ns1:xfrm>
          <ns1:custGeom>
            <ns1:avLst/>
            <ns1:gdLst>
              <ns1:gd name="T0" fmla="*/ 28 w 176"/>
              <ns1:gd name="T1" fmla="*/ 88 h 144"/>
              <ns1:gd name="T2" fmla="*/ 4 w 176"/>
              <ns1:gd name="T3" fmla="*/ 88 h 144"/>
              <ns1:gd name="T4" fmla="*/ 0 w 176"/>
              <ns1:gd name="T5" fmla="*/ 92 h 144"/>
              <ns1:gd name="T6" fmla="*/ 0 w 176"/>
              <ns1:gd name="T7" fmla="*/ 140 h 144"/>
              <ns1:gd name="T8" fmla="*/ 4 w 176"/>
              <ns1:gd name="T9" fmla="*/ 144 h 144"/>
              <ns1:gd name="T10" fmla="*/ 28 w 176"/>
              <ns1:gd name="T11" fmla="*/ 144 h 144"/>
              <ns1:gd name="T12" fmla="*/ 32 w 176"/>
              <ns1:gd name="T13" fmla="*/ 140 h 144"/>
              <ns1:gd name="T14" fmla="*/ 32 w 176"/>
              <ns1:gd name="T15" fmla="*/ 92 h 144"/>
              <ns1:gd name="T16" fmla="*/ 28 w 176"/>
              <ns1:gd name="T17" fmla="*/ 88 h 144"/>
              <ns1:gd name="T18" fmla="*/ 24 w 176"/>
              <ns1:gd name="T19" fmla="*/ 136 h 144"/>
              <ns1:gd name="T20" fmla="*/ 8 w 176"/>
              <ns1:gd name="T21" fmla="*/ 136 h 144"/>
              <ns1:gd name="T22" fmla="*/ 8 w 176"/>
              <ns1:gd name="T23" fmla="*/ 96 h 144"/>
              <ns1:gd name="T24" fmla="*/ 24 w 176"/>
              <ns1:gd name="T25" fmla="*/ 96 h 144"/>
              <ns1:gd name="T26" fmla="*/ 24 w 176"/>
              <ns1:gd name="T27" fmla="*/ 136 h 144"/>
              <ns1:gd name="T28" fmla="*/ 124 w 176"/>
              <ns1:gd name="T29" fmla="*/ 64 h 144"/>
              <ns1:gd name="T30" fmla="*/ 100 w 176"/>
              <ns1:gd name="T31" fmla="*/ 64 h 144"/>
              <ns1:gd name="T32" fmla="*/ 96 w 176"/>
              <ns1:gd name="T33" fmla="*/ 68 h 144"/>
              <ns1:gd name="T34" fmla="*/ 96 w 176"/>
              <ns1:gd name="T35" fmla="*/ 140 h 144"/>
              <ns1:gd name="T36" fmla="*/ 100 w 176"/>
              <ns1:gd name="T37" fmla="*/ 144 h 144"/>
              <ns1:gd name="T38" fmla="*/ 124 w 176"/>
              <ns1:gd name="T39" fmla="*/ 144 h 144"/>
              <ns1:gd name="T40" fmla="*/ 128 w 176"/>
              <ns1:gd name="T41" fmla="*/ 140 h 144"/>
              <ns1:gd name="T42" fmla="*/ 128 w 176"/>
              <ns1:gd name="T43" fmla="*/ 68 h 144"/>
              <ns1:gd name="T44" fmla="*/ 124 w 176"/>
              <ns1:gd name="T45" fmla="*/ 64 h 144"/>
              <ns1:gd name="T46" fmla="*/ 120 w 176"/>
              <ns1:gd name="T47" fmla="*/ 136 h 144"/>
              <ns1:gd name="T48" fmla="*/ 104 w 176"/>
              <ns1:gd name="T49" fmla="*/ 136 h 144"/>
              <ns1:gd name="T50" fmla="*/ 104 w 176"/>
              <ns1:gd name="T51" fmla="*/ 72 h 144"/>
              <ns1:gd name="T52" fmla="*/ 120 w 176"/>
              <ns1:gd name="T53" fmla="*/ 72 h 144"/>
              <ns1:gd name="T54" fmla="*/ 120 w 176"/>
              <ns1:gd name="T55" fmla="*/ 136 h 144"/>
              <ns1:gd name="T56" fmla="*/ 76 w 176"/>
              <ns1:gd name="T57" fmla="*/ 16 h 144"/>
              <ns1:gd name="T58" fmla="*/ 52 w 176"/>
              <ns1:gd name="T59" fmla="*/ 16 h 144"/>
              <ns1:gd name="T60" fmla="*/ 48 w 176"/>
              <ns1:gd name="T61" fmla="*/ 20 h 144"/>
              <ns1:gd name="T62" fmla="*/ 48 w 176"/>
              <ns1:gd name="T63" fmla="*/ 140 h 144"/>
              <ns1:gd name="T64" fmla="*/ 52 w 176"/>
              <ns1:gd name="T65" fmla="*/ 144 h 144"/>
              <ns1:gd name="T66" fmla="*/ 76 w 176"/>
              <ns1:gd name="T67" fmla="*/ 144 h 144"/>
              <ns1:gd name="T68" fmla="*/ 80 w 176"/>
              <ns1:gd name="T69" fmla="*/ 140 h 144"/>
              <ns1:gd name="T70" fmla="*/ 80 w 176"/>
              <ns1:gd name="T71" fmla="*/ 20 h 144"/>
              <ns1:gd name="T72" fmla="*/ 76 w 176"/>
              <ns1:gd name="T73" fmla="*/ 16 h 144"/>
              <ns1:gd name="T74" fmla="*/ 72 w 176"/>
              <ns1:gd name="T75" fmla="*/ 136 h 144"/>
              <ns1:gd name="T76" fmla="*/ 56 w 176"/>
              <ns1:gd name="T77" fmla="*/ 136 h 144"/>
              <ns1:gd name="T78" fmla="*/ 56 w 176"/>
              <ns1:gd name="T79" fmla="*/ 24 h 144"/>
              <ns1:gd name="T80" fmla="*/ 72 w 176"/>
              <ns1:gd name="T81" fmla="*/ 24 h 144"/>
              <ns1:gd name="T82" fmla="*/ 72 w 176"/>
              <ns1:gd name="T83" fmla="*/ 136 h 144"/>
              <ns1:gd name="T84" fmla="*/ 172 w 176"/>
              <ns1:gd name="T85" fmla="*/ 0 h 144"/>
              <ns1:gd name="T86" fmla="*/ 148 w 176"/>
              <ns1:gd name="T87" fmla="*/ 0 h 144"/>
              <ns1:gd name="T88" fmla="*/ 144 w 176"/>
              <ns1:gd name="T89" fmla="*/ 4 h 144"/>
              <ns1:gd name="T90" fmla="*/ 144 w 176"/>
              <ns1:gd name="T91" fmla="*/ 140 h 144"/>
              <ns1:gd name="T92" fmla="*/ 148 w 176"/>
              <ns1:gd name="T93" fmla="*/ 144 h 144"/>
              <ns1:gd name="T94" fmla="*/ 172 w 176"/>
              <ns1:gd name="T95" fmla="*/ 144 h 144"/>
              <ns1:gd name="T96" fmla="*/ 176 w 176"/>
              <ns1:gd name="T97" fmla="*/ 140 h 144"/>
              <ns1:gd name="T98" fmla="*/ 176 w 176"/>
              <ns1:gd name="T99" fmla="*/ 4 h 144"/>
              <ns1:gd name="T100" fmla="*/ 172 w 176"/>
              <ns1:gd name="T101" fmla="*/ 0 h 144"/>
              <ns1:gd name="T102" fmla="*/ 168 w 176"/>
              <ns1:gd name="T103" fmla="*/ 136 h 144"/>
              <ns1:gd name="T104" fmla="*/ 152 w 176"/>
              <ns1:gd name="T105" fmla="*/ 136 h 144"/>
              <ns1:gd name="T106" fmla="*/ 152 w 176"/>
              <ns1:gd name="T107" fmla="*/ 8 h 144"/>
              <ns1:gd name="T108" fmla="*/ 168 w 176"/>
              <ns1:gd name="T109" fmla="*/ 8 h 144"/>
              <ns1:gd name="T110" fmla="*/ 168 w 176"/>
              <ns1:gd name="T111" fmla="*/ 136 h 144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  <ns1:cxn ang="0">
                <ns1:pos x="T32" y="T33"/>
              </ns1:cxn>
              <ns1:cxn ang="0">
                <ns1:pos x="T34" y="T35"/>
              </ns1:cxn>
              <ns1:cxn ang="0">
                <ns1:pos x="T36" y="T37"/>
              </ns1:cxn>
              <ns1:cxn ang="0">
                <ns1:pos x="T38" y="T39"/>
              </ns1:cxn>
              <ns1:cxn ang="0">
                <ns1:pos x="T40" y="T41"/>
              </ns1:cxn>
              <ns1:cxn ang="0">
                <ns1:pos x="T42" y="T43"/>
              </ns1:cxn>
              <ns1:cxn ang="0">
                <ns1:pos x="T44" y="T45"/>
              </ns1:cxn>
              <ns1:cxn ang="0">
                <ns1:pos x="T46" y="T47"/>
              </ns1:cxn>
              <ns1:cxn ang="0">
                <ns1:pos x="T48" y="T49"/>
              </ns1:cxn>
              <ns1:cxn ang="0">
                <ns1:pos x="T50" y="T51"/>
              </ns1:cxn>
              <ns1:cxn ang="0">
                <ns1:pos x="T52" y="T53"/>
              </ns1:cxn>
              <ns1:cxn ang="0">
                <ns1:pos x="T54" y="T55"/>
              </ns1:cxn>
              <ns1:cxn ang="0">
                <ns1:pos x="T56" y="T57"/>
              </ns1:cxn>
              <ns1:cxn ang="0">
                <ns1:pos x="T58" y="T59"/>
              </ns1:cxn>
              <ns1:cxn ang="0">
                <ns1:pos x="T60" y="T61"/>
              </ns1:cxn>
              <ns1:cxn ang="0">
                <ns1:pos x="T62" y="T63"/>
              </ns1:cxn>
              <ns1:cxn ang="0">
                <ns1:pos x="T64" y="T65"/>
              </ns1:cxn>
              <ns1:cxn ang="0">
                <ns1:pos x="T66" y="T67"/>
              </ns1:cxn>
              <ns1:cxn ang="0">
                <ns1:pos x="T68" y="T69"/>
              </ns1:cxn>
              <ns1:cxn ang="0">
                <ns1:pos x="T70" y="T71"/>
              </ns1:cxn>
              <ns1:cxn ang="0">
                <ns1:pos x="T72" y="T73"/>
              </ns1:cxn>
              <ns1:cxn ang="0">
                <ns1:pos x="T74" y="T75"/>
              </ns1:cxn>
              <ns1:cxn ang="0">
                <ns1:pos x="T76" y="T77"/>
              </ns1:cxn>
              <ns1:cxn ang="0">
                <ns1:pos x="T78" y="T79"/>
              </ns1:cxn>
              <ns1:cxn ang="0">
                <ns1:pos x="T80" y="T81"/>
              </ns1:cxn>
              <ns1:cxn ang="0">
                <ns1:pos x="T82" y="T83"/>
              </ns1:cxn>
              <ns1:cxn ang="0">
                <ns1:pos x="T84" y="T85"/>
              </ns1:cxn>
              <ns1:cxn ang="0">
                <ns1:pos x="T86" y="T87"/>
              </ns1:cxn>
              <ns1:cxn ang="0">
                <ns1:pos x="T88" y="T89"/>
              </ns1:cxn>
              <ns1:cxn ang="0">
                <ns1:pos x="T90" y="T91"/>
              </ns1:cxn>
              <ns1:cxn ang="0">
                <ns1:pos x="T92" y="T93"/>
              </ns1:cxn>
              <ns1:cxn ang="0">
                <ns1:pos x="T94" y="T95"/>
              </ns1:cxn>
              <ns1:cxn ang="0">
                <ns1:pos x="T96" y="T97"/>
              </ns1:cxn>
              <ns1:cxn ang="0">
                <ns1:pos x="T98" y="T99"/>
              </ns1:cxn>
              <ns1:cxn ang="0">
                <ns1:pos x="T100" y="T101"/>
              </ns1:cxn>
              <ns1:cxn ang="0">
                <ns1:pos x="T102" y="T103"/>
              </ns1:cxn>
              <ns1:cxn ang="0">
                <ns1:pos x="T104" y="T105"/>
              </ns1:cxn>
              <ns1:cxn ang="0">
                <ns1:pos x="T106" y="T107"/>
              </ns1:cxn>
              <ns1:cxn ang="0">
                <ns1:pos x="T108" y="T109"/>
              </ns1:cxn>
              <ns1:cxn ang="0">
                <ns1:pos x="T110" y="T111"/>
              </ns1:cxn>
            </ns1:cxnLst>
            <ns1:rect l="0" t="0" r="r" b="b"/>
            <ns1:pathLst>
              <ns1:path w="176" h="144">
                <ns1:moveTo>
                  <ns1:pt x="28" y="88"/>
                </ns1:moveTo>
                <ns1:cubicBezTo>
                  <ns1:pt x="4" y="88"/>
                  <ns1:pt x="4" y="88"/>
                  <ns1:pt x="4" y="88"/>
                </ns1:cubicBezTo>
                <ns1:cubicBezTo>
                  <ns1:pt x="2" y="88"/>
                  <ns1:pt x="0" y="90"/>
                  <ns1:pt x="0" y="92"/>
                </ns1:cubicBezTo>
                <ns1:cubicBezTo>
                  <ns1:pt x="0" y="140"/>
                  <ns1:pt x="0" y="140"/>
                  <ns1:pt x="0" y="140"/>
                </ns1:cubicBezTo>
                <ns1:cubicBezTo>
                  <ns1:pt x="0" y="142"/>
                  <ns1:pt x="2" y="144"/>
                  <ns1:pt x="4" y="144"/>
                </ns1:cubicBezTo>
                <ns1:cubicBezTo>
                  <ns1:pt x="28" y="144"/>
                  <ns1:pt x="28" y="144"/>
                  <ns1:pt x="28" y="144"/>
                </ns1:cubicBezTo>
                <ns1:cubicBezTo>
                  <ns1:pt x="30" y="144"/>
                  <ns1:pt x="32" y="142"/>
                  <ns1:pt x="32" y="140"/>
                </ns1:cubicBezTo>
                <ns1:cubicBezTo>
                  <ns1:pt x="32" y="92"/>
                  <ns1:pt x="32" y="92"/>
                  <ns1:pt x="32" y="92"/>
                </ns1:cubicBezTo>
                <ns1:cubicBezTo>
                  <ns1:pt x="32" y="90"/>
                  <ns1:pt x="30" y="88"/>
                  <ns1:pt x="28" y="88"/>
                </ns1:cubicBezTo>
                <ns1:moveTo>
                  <ns1:pt x="24" y="136"/>
                </ns1:moveTo>
                <ns1:cubicBezTo>
                  <ns1:pt x="8" y="136"/>
                  <ns1:pt x="8" y="136"/>
                  <ns1:pt x="8" y="136"/>
                </ns1:cubicBezTo>
                <ns1:cubicBezTo>
                  <ns1:pt x="8" y="96"/>
                  <ns1:pt x="8" y="96"/>
                  <ns1:pt x="8" y="96"/>
                </ns1:cubicBezTo>
                <ns1:cubicBezTo>
                  <ns1:pt x="24" y="96"/>
                  <ns1:pt x="24" y="96"/>
                  <ns1:pt x="24" y="96"/>
                </ns1:cubicBezTo>
                <ns1:lnTo>
                  <ns1:pt x="24" y="136"/>
                </ns1:lnTo>
                <ns1:close/>
                <ns1:moveTo>
                  <ns1:pt x="124" y="64"/>
                </ns1:moveTo>
                <ns1:cubicBezTo>
                  <ns1:pt x="100" y="64"/>
                  <ns1:pt x="100" y="64"/>
                  <ns1:pt x="100" y="64"/>
                </ns1:cubicBezTo>
                <ns1:cubicBezTo>
                  <ns1:pt x="98" y="64"/>
                  <ns1:pt x="96" y="66"/>
                  <ns1:pt x="96" y="68"/>
                </ns1:cubicBezTo>
                <ns1:cubicBezTo>
                  <ns1:pt x="96" y="140"/>
                  <ns1:pt x="96" y="140"/>
                  <ns1:pt x="96" y="140"/>
                </ns1:cubicBezTo>
                <ns1:cubicBezTo>
                  <ns1:pt x="96" y="142"/>
                  <ns1:pt x="98" y="144"/>
                  <ns1:pt x="100" y="144"/>
                </ns1:cubicBezTo>
                <ns1:cubicBezTo>
                  <ns1:pt x="124" y="144"/>
                  <ns1:pt x="124" y="144"/>
                  <ns1:pt x="124" y="144"/>
                </ns1:cubicBezTo>
                <ns1:cubicBezTo>
                  <ns1:pt x="126" y="144"/>
                  <ns1:pt x="128" y="142"/>
                  <ns1:pt x="128" y="140"/>
                </ns1:cubicBezTo>
                <ns1:cubicBezTo>
                  <ns1:pt x="128" y="68"/>
                  <ns1:pt x="128" y="68"/>
                  <ns1:pt x="128" y="68"/>
                </ns1:cubicBezTo>
                <ns1:cubicBezTo>
                  <ns1:pt x="128" y="66"/>
                  <ns1:pt x="126" y="64"/>
                  <ns1:pt x="124" y="64"/>
                </ns1:cubicBezTo>
                <ns1:moveTo>
                  <ns1:pt x="120" y="136"/>
                </ns1:moveTo>
                <ns1:cubicBezTo>
                  <ns1:pt x="104" y="136"/>
                  <ns1:pt x="104" y="136"/>
                  <ns1:pt x="104" y="136"/>
                </ns1:cubicBezTo>
                <ns1:cubicBezTo>
                  <ns1:pt x="104" y="72"/>
                  <ns1:pt x="104" y="72"/>
                  <ns1:pt x="104" y="72"/>
                </ns1:cubicBezTo>
                <ns1:cubicBezTo>
                  <ns1:pt x="120" y="72"/>
                  <ns1:pt x="120" y="72"/>
                  <ns1:pt x="120" y="72"/>
                </ns1:cubicBezTo>
                <ns1:lnTo>
                  <ns1:pt x="120" y="136"/>
                </ns1:lnTo>
                <ns1:close/>
                <ns1:moveTo>
                  <ns1:pt x="76" y="16"/>
                </ns1:moveTo>
                <ns1:cubicBezTo>
                  <ns1:pt x="52" y="16"/>
                  <ns1:pt x="52" y="16"/>
                  <ns1:pt x="52" y="16"/>
                </ns1:cubicBezTo>
                <ns1:cubicBezTo>
                  <ns1:pt x="50" y="16"/>
                  <ns1:pt x="48" y="18"/>
                  <ns1:pt x="48" y="20"/>
                </ns1:cubicBezTo>
                <ns1:cubicBezTo>
                  <ns1:pt x="48" y="140"/>
                  <ns1:pt x="48" y="140"/>
                  <ns1:pt x="48" y="140"/>
                </ns1:cubicBezTo>
                <ns1:cubicBezTo>
                  <ns1:pt x="48" y="142"/>
                  <ns1:pt x="50" y="144"/>
                  <ns1:pt x="52" y="144"/>
                </ns1:cubicBezTo>
                <ns1:cubicBezTo>
                  <ns1:pt x="76" y="144"/>
                  <ns1:pt x="76" y="144"/>
                  <ns1:pt x="76" y="144"/>
                </ns1:cubicBezTo>
                <ns1:cubicBezTo>
                  <ns1:pt x="78" y="144"/>
                  <ns1:pt x="80" y="142"/>
                  <ns1:pt x="80" y="140"/>
                </ns1:cubicBezTo>
                <ns1:cubicBezTo>
                  <ns1:pt x="80" y="20"/>
                  <ns1:pt x="80" y="20"/>
                  <ns1:pt x="80" y="20"/>
                </ns1:cubicBezTo>
                <ns1:cubicBezTo>
                  <ns1:pt x="80" y="18"/>
                  <ns1:pt x="78" y="16"/>
                  <ns1:pt x="76" y="16"/>
                </ns1:cubicBezTo>
                <ns1:moveTo>
                  <ns1:pt x="72" y="136"/>
                </ns1:moveTo>
                <ns1:cubicBezTo>
                  <ns1:pt x="56" y="136"/>
                  <ns1:pt x="56" y="136"/>
                  <ns1:pt x="56" y="136"/>
                </ns1:cubicBezTo>
                <ns1:cubicBezTo>
                  <ns1:pt x="56" y="24"/>
                  <ns1:pt x="56" y="24"/>
                  <ns1:pt x="56" y="24"/>
                </ns1:cubicBezTo>
                <ns1:cubicBezTo>
                  <ns1:pt x="72" y="24"/>
                  <ns1:pt x="72" y="24"/>
                  <ns1:pt x="72" y="24"/>
                </ns1:cubicBezTo>
                <ns1:lnTo>
                  <ns1:pt x="72" y="136"/>
                </ns1:lnTo>
                <ns1:close/>
                <ns1:moveTo>
                  <ns1:pt x="172" y="0"/>
                </ns1:moveTo>
                <ns1:cubicBezTo>
                  <ns1:pt x="148" y="0"/>
                  <ns1:pt x="148" y="0"/>
                  <ns1:pt x="148" y="0"/>
                </ns1:cubicBezTo>
                <ns1:cubicBezTo>
                  <ns1:pt x="146" y="0"/>
                  <ns1:pt x="144" y="2"/>
                  <ns1:pt x="144" y="4"/>
                </ns1:cubicBezTo>
                <ns1:cubicBezTo>
                  <ns1:pt x="144" y="140"/>
                  <ns1:pt x="144" y="140"/>
                  <ns1:pt x="144" y="140"/>
                </ns1:cubicBezTo>
                <ns1:cubicBezTo>
                  <ns1:pt x="144" y="142"/>
                  <ns1:pt x="146" y="144"/>
                  <ns1:pt x="148" y="144"/>
                </ns1:cubicBezTo>
                <ns1:cubicBezTo>
                  <ns1:pt x="172" y="144"/>
                  <ns1:pt x="172" y="144"/>
                  <ns1:pt x="172" y="144"/>
                </ns1:cubicBezTo>
                <ns1:cubicBezTo>
                  <ns1:pt x="174" y="144"/>
                  <ns1:pt x="176" y="142"/>
                  <ns1:pt x="176" y="140"/>
                </ns1:cubicBezTo>
                <ns1:cubicBezTo>
                  <ns1:pt x="176" y="4"/>
                  <ns1:pt x="176" y="4"/>
                  <ns1:pt x="176" y="4"/>
                </ns1:cubicBezTo>
                <ns1:cubicBezTo>
                  <ns1:pt x="176" y="2"/>
                  <ns1:pt x="174" y="0"/>
                  <ns1:pt x="172" y="0"/>
                </ns1:cubicBezTo>
                <ns1:moveTo>
                  <ns1:pt x="168" y="136"/>
                </ns1:moveTo>
                <ns1:cubicBezTo>
                  <ns1:pt x="152" y="136"/>
                  <ns1:pt x="152" y="136"/>
                  <ns1:pt x="152" y="136"/>
                </ns1:cubicBezTo>
                <ns1:cubicBezTo>
                  <ns1:pt x="152" y="8"/>
                  <ns1:pt x="152" y="8"/>
                  <ns1:pt x="152" y="8"/>
                </ns1:cubicBezTo>
                <ns1:cubicBezTo>
                  <ns1:pt x="168" y="8"/>
                  <ns1:pt x="168" y="8"/>
                  <ns1:pt x="168" y="8"/>
                </ns1:cubicBezTo>
                <ns1:lnTo>
                  <ns1:pt x="168" y="136"/>
                </ns1:lnTo>
                <ns1:close/>
              </ns1:path>
            </ns1:pathLst>
          </ns1:custGeom>
          <ns1:solidFill>
            <ns1:schemeClr val="tx1"/>
          </ns1:solidFill>
          <ns1:ln>
            <ns1:noFill/>
          </ns1:ln>
          <ns1:extLst/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en-US" sz="2700"/>
          </ns1:p>
        </ns0:txBody>
      </ns0:sp>
      <ns0:sp>
        <ns0:nvSpPr>
          <ns0:cNvPr id="32" name="Freeform 26"/>
          <ns0:cNvSpPr>
            <ns1:spLocks noEditPoints="1"/>
          </ns0:cNvSpPr>
          <ns0:nvPr/>
        </ns0:nvSpPr>
        <ns0:spPr bwMode="auto">
          <ns1:xfrm>
            <ns1:off x="4408489" y="1435102"/>
            <ns1:ext cx="320675" cy="320675"/>
          </ns1:xfrm>
          <ns1:custGeom>
            <ns1:avLst/>
            <ns1:gdLst>
              <ns1:gd name="T0" fmla="*/ 88 w 176"/>
              <ns1:gd name="T1" fmla="*/ 0 h 176"/>
              <ns1:gd name="T2" fmla="*/ 0 w 176"/>
              <ns1:gd name="T3" fmla="*/ 88 h 176"/>
              <ns1:gd name="T4" fmla="*/ 88 w 176"/>
              <ns1:gd name="T5" fmla="*/ 176 h 176"/>
              <ns1:gd name="T6" fmla="*/ 176 w 176"/>
              <ns1:gd name="T7" fmla="*/ 88 h 176"/>
              <ns1:gd name="T8" fmla="*/ 88 w 176"/>
              <ns1:gd name="T9" fmla="*/ 0 h 176"/>
              <ns1:gd name="T10" fmla="*/ 88 w 176"/>
              <ns1:gd name="T11" fmla="*/ 8 h 176"/>
              <ns1:gd name="T12" fmla="*/ 142 w 176"/>
              <ns1:gd name="T13" fmla="*/ 29 h 176"/>
              <ns1:gd name="T14" fmla="*/ 122 w 176"/>
              <ns1:gd name="T15" fmla="*/ 49 h 176"/>
              <ns1:gd name="T16" fmla="*/ 88 w 176"/>
              <ns1:gd name="T17" fmla="*/ 36 h 176"/>
              <ns1:gd name="T18" fmla="*/ 54 w 176"/>
              <ns1:gd name="T19" fmla="*/ 49 h 176"/>
              <ns1:gd name="T20" fmla="*/ 34 w 176"/>
              <ns1:gd name="T21" fmla="*/ 29 h 176"/>
              <ns1:gd name="T22" fmla="*/ 88 w 176"/>
              <ns1:gd name="T23" fmla="*/ 8 h 176"/>
              <ns1:gd name="T24" fmla="*/ 132 w 176"/>
              <ns1:gd name="T25" fmla="*/ 88 h 176"/>
              <ns1:gd name="T26" fmla="*/ 88 w 176"/>
              <ns1:gd name="T27" fmla="*/ 132 h 176"/>
              <ns1:gd name="T28" fmla="*/ 44 w 176"/>
              <ns1:gd name="T29" fmla="*/ 88 h 176"/>
              <ns1:gd name="T30" fmla="*/ 88 w 176"/>
              <ns1:gd name="T31" fmla="*/ 44 h 176"/>
              <ns1:gd name="T32" fmla="*/ 132 w 176"/>
              <ns1:gd name="T33" fmla="*/ 88 h 176"/>
              <ns1:gd name="T34" fmla="*/ 8 w 176"/>
              <ns1:gd name="T35" fmla="*/ 88 h 176"/>
              <ns1:gd name="T36" fmla="*/ 29 w 176"/>
              <ns1:gd name="T37" fmla="*/ 34 h 176"/>
              <ns1:gd name="T38" fmla="*/ 49 w 176"/>
              <ns1:gd name="T39" fmla="*/ 54 h 176"/>
              <ns1:gd name="T40" fmla="*/ 36 w 176"/>
              <ns1:gd name="T41" fmla="*/ 88 h 176"/>
              <ns1:gd name="T42" fmla="*/ 49 w 176"/>
              <ns1:gd name="T43" fmla="*/ 122 h 176"/>
              <ns1:gd name="T44" fmla="*/ 29 w 176"/>
              <ns1:gd name="T45" fmla="*/ 142 h 176"/>
              <ns1:gd name="T46" fmla="*/ 8 w 176"/>
              <ns1:gd name="T47" fmla="*/ 88 h 176"/>
              <ns1:gd name="T48" fmla="*/ 88 w 176"/>
              <ns1:gd name="T49" fmla="*/ 168 h 176"/>
              <ns1:gd name="T50" fmla="*/ 34 w 176"/>
              <ns1:gd name="T51" fmla="*/ 147 h 176"/>
              <ns1:gd name="T52" fmla="*/ 54 w 176"/>
              <ns1:gd name="T53" fmla="*/ 127 h 176"/>
              <ns1:gd name="T54" fmla="*/ 88 w 176"/>
              <ns1:gd name="T55" fmla="*/ 140 h 176"/>
              <ns1:gd name="T56" fmla="*/ 122 w 176"/>
              <ns1:gd name="T57" fmla="*/ 127 h 176"/>
              <ns1:gd name="T58" fmla="*/ 142 w 176"/>
              <ns1:gd name="T59" fmla="*/ 147 h 176"/>
              <ns1:gd name="T60" fmla="*/ 88 w 176"/>
              <ns1:gd name="T61" fmla="*/ 168 h 176"/>
              <ns1:gd name="T62" fmla="*/ 147 w 176"/>
              <ns1:gd name="T63" fmla="*/ 142 h 176"/>
              <ns1:gd name="T64" fmla="*/ 127 w 176"/>
              <ns1:gd name="T65" fmla="*/ 122 h 176"/>
              <ns1:gd name="T66" fmla="*/ 140 w 176"/>
              <ns1:gd name="T67" fmla="*/ 88 h 176"/>
              <ns1:gd name="T68" fmla="*/ 127 w 176"/>
              <ns1:gd name="T69" fmla="*/ 54 h 176"/>
              <ns1:gd name="T70" fmla="*/ 147 w 176"/>
              <ns1:gd name="T71" fmla="*/ 34 h 176"/>
              <ns1:gd name="T72" fmla="*/ 168 w 176"/>
              <ns1:gd name="T73" fmla="*/ 88 h 176"/>
              <ns1:gd name="T74" fmla="*/ 147 w 176"/>
              <ns1:gd name="T75" fmla="*/ 142 h 176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  <ns1:cxn ang="0">
                <ns1:pos x="T32" y="T33"/>
              </ns1:cxn>
              <ns1:cxn ang="0">
                <ns1:pos x="T34" y="T35"/>
              </ns1:cxn>
              <ns1:cxn ang="0">
                <ns1:pos x="T36" y="T37"/>
              </ns1:cxn>
              <ns1:cxn ang="0">
                <ns1:pos x="T38" y="T39"/>
              </ns1:cxn>
              <ns1:cxn ang="0">
                <ns1:pos x="T40" y="T41"/>
              </ns1:cxn>
              <ns1:cxn ang="0">
                <ns1:pos x="T42" y="T43"/>
              </ns1:cxn>
              <ns1:cxn ang="0">
                <ns1:pos x="T44" y="T45"/>
              </ns1:cxn>
              <ns1:cxn ang="0">
                <ns1:pos x="T46" y="T47"/>
              </ns1:cxn>
              <ns1:cxn ang="0">
                <ns1:pos x="T48" y="T49"/>
              </ns1:cxn>
              <ns1:cxn ang="0">
                <ns1:pos x="T50" y="T51"/>
              </ns1:cxn>
              <ns1:cxn ang="0">
                <ns1:pos x="T52" y="T53"/>
              </ns1:cxn>
              <ns1:cxn ang="0">
                <ns1:pos x="T54" y="T55"/>
              </ns1:cxn>
              <ns1:cxn ang="0">
                <ns1:pos x="T56" y="T57"/>
              </ns1:cxn>
              <ns1:cxn ang="0">
                <ns1:pos x="T58" y="T59"/>
              </ns1:cxn>
              <ns1:cxn ang="0">
                <ns1:pos x="T60" y="T61"/>
              </ns1:cxn>
              <ns1:cxn ang="0">
                <ns1:pos x="T62" y="T63"/>
              </ns1:cxn>
              <ns1:cxn ang="0">
                <ns1:pos x="T64" y="T65"/>
              </ns1:cxn>
              <ns1:cxn ang="0">
                <ns1:pos x="T66" y="T67"/>
              </ns1:cxn>
              <ns1:cxn ang="0">
                <ns1:pos x="T68" y="T69"/>
              </ns1:cxn>
              <ns1:cxn ang="0">
                <ns1:pos x="T70" y="T71"/>
              </ns1:cxn>
              <ns1:cxn ang="0">
                <ns1:pos x="T72" y="T73"/>
              </ns1:cxn>
              <ns1:cxn ang="0">
                <ns1:pos x="T74" y="T75"/>
              </ns1:cxn>
            </ns1:cxnLst>
            <ns1:rect l="0" t="0" r="r" b="b"/>
            <ns1:pathLst>
              <ns1:path w="176" h="176">
                <ns1:moveTo>
                  <ns1:pt x="88" y="0"/>
                </ns1:moveTo>
                <ns1:cubicBezTo>
                  <ns1:pt x="39" y="0"/>
                  <ns1:pt x="0" y="39"/>
                  <ns1:pt x="0" y="88"/>
                </ns1:cubicBezTo>
                <ns1:cubicBezTo>
                  <ns1:pt x="0" y="137"/>
                  <ns1:pt x="39" y="176"/>
                  <ns1:pt x="88" y="176"/>
                </ns1:cubicBezTo>
                <ns1:cubicBezTo>
                  <ns1:pt x="137" y="176"/>
                  <ns1:pt x="176" y="137"/>
                  <ns1:pt x="176" y="88"/>
                </ns1:cubicBezTo>
                <ns1:cubicBezTo>
                  <ns1:pt x="176" y="39"/>
                  <ns1:pt x="137" y="0"/>
                  <ns1:pt x="88" y="0"/>
                </ns1:cubicBezTo>
                <ns1:moveTo>
                  <ns1:pt x="88" y="8"/>
                </ns1:moveTo>
                <ns1:cubicBezTo>
                  <ns1:pt x="109" y="8"/>
                  <ns1:pt x="127" y="16"/>
                  <ns1:pt x="142" y="29"/>
                </ns1:cubicBezTo>
                <ns1:cubicBezTo>
                  <ns1:pt x="122" y="49"/>
                  <ns1:pt x="122" y="49"/>
                  <ns1:pt x="122" y="49"/>
                </ns1:cubicBezTo>
                <ns1:cubicBezTo>
                  <ns1:pt x="113" y="41"/>
                  <ns1:pt x="101" y="36"/>
                  <ns1:pt x="88" y="36"/>
                </ns1:cubicBezTo>
                <ns1:cubicBezTo>
                  <ns1:pt x="75" y="36"/>
                  <ns1:pt x="63" y="41"/>
                  <ns1:pt x="54" y="49"/>
                </ns1:cubicBezTo>
                <ns1:cubicBezTo>
                  <ns1:pt x="34" y="29"/>
                  <ns1:pt x="34" y="29"/>
                  <ns1:pt x="34" y="29"/>
                </ns1:cubicBezTo>
                <ns1:cubicBezTo>
                  <ns1:pt x="49" y="16"/>
                  <ns1:pt x="67" y="8"/>
                  <ns1:pt x="88" y="8"/>
                </ns1:cubicBezTo>
                <ns1:moveTo>
                  <ns1:pt x="132" y="88"/>
                </ns1:moveTo>
                <ns1:cubicBezTo>
                  <ns1:pt x="132" y="112"/>
                  <ns1:pt x="112" y="132"/>
                  <ns1:pt x="88" y="132"/>
                </ns1:cubicBezTo>
                <ns1:cubicBezTo>
                  <ns1:pt x="64" y="132"/>
                  <ns1:pt x="44" y="112"/>
                  <ns1:pt x="44" y="88"/>
                </ns1:cubicBezTo>
                <ns1:cubicBezTo>
                  <ns1:pt x="44" y="64"/>
                  <ns1:pt x="64" y="44"/>
                  <ns1:pt x="88" y="44"/>
                </ns1:cubicBezTo>
                <ns1:cubicBezTo>
                  <ns1:pt x="112" y="44"/>
                  <ns1:pt x="132" y="64"/>
                  <ns1:pt x="132" y="88"/>
                </ns1:cubicBezTo>
                <ns1:moveTo>
                  <ns1:pt x="8" y="88"/>
                </ns1:moveTo>
                <ns1:cubicBezTo>
                  <ns1:pt x="8" y="67"/>
                  <ns1:pt x="16" y="49"/>
                  <ns1:pt x="29" y="34"/>
                </ns1:cubicBezTo>
                <ns1:cubicBezTo>
                  <ns1:pt x="49" y="54"/>
                  <ns1:pt x="49" y="54"/>
                  <ns1:pt x="49" y="54"/>
                </ns1:cubicBezTo>
                <ns1:cubicBezTo>
                  <ns1:pt x="41" y="63"/>
                  <ns1:pt x="36" y="75"/>
                  <ns1:pt x="36" y="88"/>
                </ns1:cubicBezTo>
                <ns1:cubicBezTo>
                  <ns1:pt x="36" y="101"/>
                  <ns1:pt x="41" y="113"/>
                  <ns1:pt x="49" y="122"/>
                </ns1:cubicBezTo>
                <ns1:cubicBezTo>
                  <ns1:pt x="29" y="142"/>
                  <ns1:pt x="29" y="142"/>
                  <ns1:pt x="29" y="142"/>
                </ns1:cubicBezTo>
                <ns1:cubicBezTo>
                  <ns1:pt x="16" y="127"/>
                  <ns1:pt x="8" y="109"/>
                  <ns1:pt x="8" y="88"/>
                </ns1:cubicBezTo>
                <ns1:moveTo>
                  <ns1:pt x="88" y="168"/>
                </ns1:moveTo>
                <ns1:cubicBezTo>
                  <ns1:pt x="67" y="168"/>
                  <ns1:pt x="49" y="160"/>
                  <ns1:pt x="34" y="147"/>
                </ns1:cubicBezTo>
                <ns1:cubicBezTo>
                  <ns1:pt x="54" y="127"/>
                  <ns1:pt x="54" y="127"/>
                  <ns1:pt x="54" y="127"/>
                </ns1:cubicBezTo>
                <ns1:cubicBezTo>
                  <ns1:pt x="63" y="135"/>
                  <ns1:pt x="75" y="140"/>
                  <ns1:pt x="88" y="140"/>
                </ns1:cubicBezTo>
                <ns1:cubicBezTo>
                  <ns1:pt x="101" y="140"/>
                  <ns1:pt x="113" y="135"/>
                  <ns1:pt x="122" y="127"/>
                </ns1:cubicBezTo>
                <ns1:cubicBezTo>
                  <ns1:pt x="142" y="147"/>
                  <ns1:pt x="142" y="147"/>
                  <ns1:pt x="142" y="147"/>
                </ns1:cubicBezTo>
                <ns1:cubicBezTo>
                  <ns1:pt x="127" y="160"/>
                  <ns1:pt x="109" y="168"/>
                  <ns1:pt x="88" y="168"/>
                </ns1:cubicBezTo>
                <ns1:moveTo>
                  <ns1:pt x="147" y="142"/>
                </ns1:moveTo>
                <ns1:cubicBezTo>
                  <ns1:pt x="127" y="122"/>
                  <ns1:pt x="127" y="122"/>
                  <ns1:pt x="127" y="122"/>
                </ns1:cubicBezTo>
                <ns1:cubicBezTo>
                  <ns1:pt x="135" y="113"/>
                  <ns1:pt x="140" y="101"/>
                  <ns1:pt x="140" y="88"/>
                </ns1:cubicBezTo>
                <ns1:cubicBezTo>
                  <ns1:pt x="140" y="75"/>
                  <ns1:pt x="135" y="63"/>
                  <ns1:pt x="127" y="54"/>
                </ns1:cubicBezTo>
                <ns1:cubicBezTo>
                  <ns1:pt x="147" y="34"/>
                  <ns1:pt x="147" y="34"/>
                  <ns1:pt x="147" y="34"/>
                </ns1:cubicBezTo>
                <ns1:cubicBezTo>
                  <ns1:pt x="160" y="49"/>
                  <ns1:pt x="168" y="67"/>
                  <ns1:pt x="168" y="88"/>
                </ns1:cubicBezTo>
                <ns1:cubicBezTo>
                  <ns1:pt x="168" y="109"/>
                  <ns1:pt x="160" y="127"/>
                  <ns1:pt x="147" y="142"/>
                </ns1:cubicBezTo>
              </ns1:path>
            </ns1:pathLst>
          </ns1:custGeom>
          <ns1:solidFill>
            <ns1:schemeClr val="tx1"/>
          </ns1:solidFill>
          <ns1:ln>
            <ns1:noFill/>
          </ns1:ln>
          <ns1:extLst/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en-US" sz="2700"/>
          </ns1:p>
        </ns0:txBody>
      </ns0:sp>
      <ns0:sp>
        <ns0:nvSpPr>
          <ns0:cNvPr id="33" name="Freeform 27"/>
          <ns0:cNvSpPr>
            <ns1:spLocks noEditPoints="1"/>
          </ns0:cNvSpPr>
          <ns0:nvPr/>
        </ns0:nvSpPr>
        <ns0:spPr bwMode="auto">
          <ns1:xfrm>
            <ns1:off x="5019676" y="1558927"/>
            <ns1:ext cx="320675" cy="73025"/>
          </ns1:xfrm>
          <ns1:custGeom>
            <ns1:avLst/>
            <ns1:gdLst>
              <ns1:gd name="T0" fmla="*/ 20 w 176"/>
              <ns1:gd name="T1" fmla="*/ 0 h 40"/>
              <ns1:gd name="T2" fmla="*/ 0 w 176"/>
              <ns1:gd name="T3" fmla="*/ 20 h 40"/>
              <ns1:gd name="T4" fmla="*/ 20 w 176"/>
              <ns1:gd name="T5" fmla="*/ 40 h 40"/>
              <ns1:gd name="T6" fmla="*/ 40 w 176"/>
              <ns1:gd name="T7" fmla="*/ 20 h 40"/>
              <ns1:gd name="T8" fmla="*/ 20 w 176"/>
              <ns1:gd name="T9" fmla="*/ 0 h 40"/>
              <ns1:gd name="T10" fmla="*/ 20 w 176"/>
              <ns1:gd name="T11" fmla="*/ 32 h 40"/>
              <ns1:gd name="T12" fmla="*/ 8 w 176"/>
              <ns1:gd name="T13" fmla="*/ 20 h 40"/>
              <ns1:gd name="T14" fmla="*/ 20 w 176"/>
              <ns1:gd name="T15" fmla="*/ 8 h 40"/>
              <ns1:gd name="T16" fmla="*/ 32 w 176"/>
              <ns1:gd name="T17" fmla="*/ 20 h 40"/>
              <ns1:gd name="T18" fmla="*/ 20 w 176"/>
              <ns1:gd name="T19" fmla="*/ 32 h 40"/>
              <ns1:gd name="T20" fmla="*/ 88 w 176"/>
              <ns1:gd name="T21" fmla="*/ 0 h 40"/>
              <ns1:gd name="T22" fmla="*/ 68 w 176"/>
              <ns1:gd name="T23" fmla="*/ 20 h 40"/>
              <ns1:gd name="T24" fmla="*/ 88 w 176"/>
              <ns1:gd name="T25" fmla="*/ 40 h 40"/>
              <ns1:gd name="T26" fmla="*/ 108 w 176"/>
              <ns1:gd name="T27" fmla="*/ 20 h 40"/>
              <ns1:gd name="T28" fmla="*/ 88 w 176"/>
              <ns1:gd name="T29" fmla="*/ 0 h 40"/>
              <ns1:gd name="T30" fmla="*/ 88 w 176"/>
              <ns1:gd name="T31" fmla="*/ 32 h 40"/>
              <ns1:gd name="T32" fmla="*/ 76 w 176"/>
              <ns1:gd name="T33" fmla="*/ 20 h 40"/>
              <ns1:gd name="T34" fmla="*/ 88 w 176"/>
              <ns1:gd name="T35" fmla="*/ 8 h 40"/>
              <ns1:gd name="T36" fmla="*/ 100 w 176"/>
              <ns1:gd name="T37" fmla="*/ 20 h 40"/>
              <ns1:gd name="T38" fmla="*/ 88 w 176"/>
              <ns1:gd name="T39" fmla="*/ 32 h 40"/>
              <ns1:gd name="T40" fmla="*/ 156 w 176"/>
              <ns1:gd name="T41" fmla="*/ 0 h 40"/>
              <ns1:gd name="T42" fmla="*/ 136 w 176"/>
              <ns1:gd name="T43" fmla="*/ 20 h 40"/>
              <ns1:gd name="T44" fmla="*/ 156 w 176"/>
              <ns1:gd name="T45" fmla="*/ 40 h 40"/>
              <ns1:gd name="T46" fmla="*/ 176 w 176"/>
              <ns1:gd name="T47" fmla="*/ 20 h 40"/>
              <ns1:gd name="T48" fmla="*/ 156 w 176"/>
              <ns1:gd name="T49" fmla="*/ 0 h 40"/>
              <ns1:gd name="T50" fmla="*/ 156 w 176"/>
              <ns1:gd name="T51" fmla="*/ 32 h 40"/>
              <ns1:gd name="T52" fmla="*/ 144 w 176"/>
              <ns1:gd name="T53" fmla="*/ 20 h 40"/>
              <ns1:gd name="T54" fmla="*/ 156 w 176"/>
              <ns1:gd name="T55" fmla="*/ 8 h 40"/>
              <ns1:gd name="T56" fmla="*/ 168 w 176"/>
              <ns1:gd name="T57" fmla="*/ 20 h 40"/>
              <ns1:gd name="T58" fmla="*/ 156 w 176"/>
              <ns1:gd name="T59" fmla="*/ 32 h 40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  <ns1:cxn ang="0">
                <ns1:pos x="T32" y="T33"/>
              </ns1:cxn>
              <ns1:cxn ang="0">
                <ns1:pos x="T34" y="T35"/>
              </ns1:cxn>
              <ns1:cxn ang="0">
                <ns1:pos x="T36" y="T37"/>
              </ns1:cxn>
              <ns1:cxn ang="0">
                <ns1:pos x="T38" y="T39"/>
              </ns1:cxn>
              <ns1:cxn ang="0">
                <ns1:pos x="T40" y="T41"/>
              </ns1:cxn>
              <ns1:cxn ang="0">
                <ns1:pos x="T42" y="T43"/>
              </ns1:cxn>
              <ns1:cxn ang="0">
                <ns1:pos x="T44" y="T45"/>
              </ns1:cxn>
              <ns1:cxn ang="0">
                <ns1:pos x="T46" y="T47"/>
              </ns1:cxn>
              <ns1:cxn ang="0">
                <ns1:pos x="T48" y="T49"/>
              </ns1:cxn>
              <ns1:cxn ang="0">
                <ns1:pos x="T50" y="T51"/>
              </ns1:cxn>
              <ns1:cxn ang="0">
                <ns1:pos x="T52" y="T53"/>
              </ns1:cxn>
              <ns1:cxn ang="0">
                <ns1:pos x="T54" y="T55"/>
              </ns1:cxn>
              <ns1:cxn ang="0">
                <ns1:pos x="T56" y="T57"/>
              </ns1:cxn>
              <ns1:cxn ang="0">
                <ns1:pos x="T58" y="T59"/>
              </ns1:cxn>
            </ns1:cxnLst>
            <ns1:rect l="0" t="0" r="r" b="b"/>
            <ns1:pathLst>
              <ns1:path w="176" h="40">
                <ns1:moveTo>
                  <ns1:pt x="20" y="0"/>
                </ns1:moveTo>
                <ns1:cubicBezTo>
                  <ns1:pt x="9" y="0"/>
                  <ns1:pt x="0" y="9"/>
                  <ns1:pt x="0" y="20"/>
                </ns1:cubicBezTo>
                <ns1:cubicBezTo>
                  <ns1:pt x="0" y="31"/>
                  <ns1:pt x="9" y="40"/>
                  <ns1:pt x="20" y="40"/>
                </ns1:cubicBezTo>
                <ns1:cubicBezTo>
                  <ns1:pt x="31" y="40"/>
                  <ns1:pt x="40" y="31"/>
                  <ns1:pt x="40" y="20"/>
                </ns1:cubicBezTo>
                <ns1:cubicBezTo>
                  <ns1:pt x="40" y="9"/>
                  <ns1:pt x="31" y="0"/>
                  <ns1:pt x="20" y="0"/>
                </ns1:cubicBezTo>
                <ns1:moveTo>
                  <ns1:pt x="20" y="32"/>
                </ns1:moveTo>
                <ns1:cubicBezTo>
                  <ns1:pt x="13" y="32"/>
                  <ns1:pt x="8" y="27"/>
                  <ns1:pt x="8" y="20"/>
                </ns1:cubicBezTo>
                <ns1:cubicBezTo>
                  <ns1:pt x="8" y="13"/>
                  <ns1:pt x="13" y="8"/>
                  <ns1:pt x="20" y="8"/>
                </ns1:cubicBezTo>
                <ns1:cubicBezTo>
                  <ns1:pt x="27" y="8"/>
                  <ns1:pt x="32" y="13"/>
                  <ns1:pt x="32" y="20"/>
                </ns1:cubicBezTo>
                <ns1:cubicBezTo>
                  <ns1:pt x="32" y="27"/>
                  <ns1:pt x="27" y="32"/>
                  <ns1:pt x="20" y="32"/>
                </ns1:cubicBezTo>
                <ns1:moveTo>
                  <ns1:pt x="88" y="0"/>
                </ns1:moveTo>
                <ns1:cubicBezTo>
                  <ns1:pt x="77" y="0"/>
                  <ns1:pt x="68" y="9"/>
                  <ns1:pt x="68" y="20"/>
                </ns1:cubicBezTo>
                <ns1:cubicBezTo>
                  <ns1:pt x="68" y="31"/>
                  <ns1:pt x="77" y="40"/>
                  <ns1:pt x="88" y="40"/>
                </ns1:cubicBezTo>
                <ns1:cubicBezTo>
                  <ns1:pt x="99" y="40"/>
                  <ns1:pt x="108" y="31"/>
                  <ns1:pt x="108" y="20"/>
                </ns1:cubicBezTo>
                <ns1:cubicBezTo>
                  <ns1:pt x="108" y="9"/>
                  <ns1:pt x="99" y="0"/>
                  <ns1:pt x="88" y="0"/>
                </ns1:cubicBezTo>
                <ns1:moveTo>
                  <ns1:pt x="88" y="32"/>
                </ns1:moveTo>
                <ns1:cubicBezTo>
                  <ns1:pt x="81" y="32"/>
                  <ns1:pt x="76" y="27"/>
                  <ns1:pt x="76" y="20"/>
                </ns1:cubicBezTo>
                <ns1:cubicBezTo>
                  <ns1:pt x="76" y="13"/>
                  <ns1:pt x="81" y="8"/>
                  <ns1:pt x="88" y="8"/>
                </ns1:cubicBezTo>
                <ns1:cubicBezTo>
                  <ns1:pt x="95" y="8"/>
                  <ns1:pt x="100" y="13"/>
                  <ns1:pt x="100" y="20"/>
                </ns1:cubicBezTo>
                <ns1:cubicBezTo>
                  <ns1:pt x="100" y="27"/>
                  <ns1:pt x="95" y="32"/>
                  <ns1:pt x="88" y="32"/>
                </ns1:cubicBezTo>
                <ns1:moveTo>
                  <ns1:pt x="156" y="0"/>
                </ns1:moveTo>
                <ns1:cubicBezTo>
                  <ns1:pt x="145" y="0"/>
                  <ns1:pt x="136" y="9"/>
                  <ns1:pt x="136" y="20"/>
                </ns1:cubicBezTo>
                <ns1:cubicBezTo>
                  <ns1:pt x="136" y="31"/>
                  <ns1:pt x="145" y="40"/>
                  <ns1:pt x="156" y="40"/>
                </ns1:cubicBezTo>
                <ns1:cubicBezTo>
                  <ns1:pt x="167" y="40"/>
                  <ns1:pt x="176" y="31"/>
                  <ns1:pt x="176" y="20"/>
                </ns1:cubicBezTo>
                <ns1:cubicBezTo>
                  <ns1:pt x="176" y="9"/>
                  <ns1:pt x="167" y="0"/>
                  <ns1:pt x="156" y="0"/>
                </ns1:cubicBezTo>
                <ns1:moveTo>
                  <ns1:pt x="156" y="32"/>
                </ns1:moveTo>
                <ns1:cubicBezTo>
                  <ns1:pt x="149" y="32"/>
                  <ns1:pt x="144" y="27"/>
                  <ns1:pt x="144" y="20"/>
                </ns1:cubicBezTo>
                <ns1:cubicBezTo>
                  <ns1:pt x="144" y="13"/>
                  <ns1:pt x="149" y="8"/>
                  <ns1:pt x="156" y="8"/>
                </ns1:cubicBezTo>
                <ns1:cubicBezTo>
                  <ns1:pt x="163" y="8"/>
                  <ns1:pt x="168" y="13"/>
                  <ns1:pt x="168" y="20"/>
                </ns1:cubicBezTo>
                <ns1:cubicBezTo>
                  <ns1:pt x="168" y="27"/>
                  <ns1:pt x="163" y="32"/>
                  <ns1:pt x="156" y="32"/>
                </ns1:cubicBezTo>
              </ns1:path>
            </ns1:pathLst>
          </ns1:custGeom>
          <ns1:solidFill>
            <ns1:schemeClr val="tx1"/>
          </ns1:solidFill>
          <ns1:ln>
            <ns1:noFill/>
          </ns1:ln>
          <ns1:extLst/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en-US" sz="2700"/>
          </ns1:p>
        </ns0:txBody>
      </ns0:sp>
      <ns0:sp>
        <ns0:nvSpPr>
          <ns0:cNvPr id="34" name="Freeform 28"/>
          <ns0:cNvSpPr>
            <ns1:spLocks noEditPoints="1"/>
          </ns0:cNvSpPr>
          <ns0:nvPr/>
        </ns0:nvSpPr>
        <ns0:spPr bwMode="auto">
          <ns1:xfrm>
            <ns1:off x="5630864" y="1435102"/>
            <ns1:ext cx="320675" cy="320675"/>
          </ns1:xfrm>
          <ns1:custGeom>
            <ns1:avLst/>
            <ns1:gdLst>
              <ns1:gd name="T0" fmla="*/ 132 w 176"/>
              <ns1:gd name="T1" fmla="*/ 76 h 176"/>
              <ns1:gd name="T2" fmla="*/ 120 w 176"/>
              <ns1:gd name="T3" fmla="*/ 88 h 176"/>
              <ns1:gd name="T4" fmla="*/ 132 w 176"/>
              <ns1:gd name="T5" fmla="*/ 100 h 176"/>
              <ns1:gd name="T6" fmla="*/ 144 w 176"/>
              <ns1:gd name="T7" fmla="*/ 88 h 176"/>
              <ns1:gd name="T8" fmla="*/ 132 w 176"/>
              <ns1:gd name="T9" fmla="*/ 76 h 176"/>
              <ns1:gd name="T10" fmla="*/ 132 w 176"/>
              <ns1:gd name="T11" fmla="*/ 92 h 176"/>
              <ns1:gd name="T12" fmla="*/ 128 w 176"/>
              <ns1:gd name="T13" fmla="*/ 88 h 176"/>
              <ns1:gd name="T14" fmla="*/ 132 w 176"/>
              <ns1:gd name="T15" fmla="*/ 84 h 176"/>
              <ns1:gd name="T16" fmla="*/ 136 w 176"/>
              <ns1:gd name="T17" fmla="*/ 88 h 176"/>
              <ns1:gd name="T18" fmla="*/ 132 w 176"/>
              <ns1:gd name="T19" fmla="*/ 92 h 176"/>
              <ns1:gd name="T20" fmla="*/ 44 w 176"/>
              <ns1:gd name="T21" fmla="*/ 76 h 176"/>
              <ns1:gd name="T22" fmla="*/ 32 w 176"/>
              <ns1:gd name="T23" fmla="*/ 88 h 176"/>
              <ns1:gd name="T24" fmla="*/ 44 w 176"/>
              <ns1:gd name="T25" fmla="*/ 100 h 176"/>
              <ns1:gd name="T26" fmla="*/ 56 w 176"/>
              <ns1:gd name="T27" fmla="*/ 88 h 176"/>
              <ns1:gd name="T28" fmla="*/ 44 w 176"/>
              <ns1:gd name="T29" fmla="*/ 76 h 176"/>
              <ns1:gd name="T30" fmla="*/ 44 w 176"/>
              <ns1:gd name="T31" fmla="*/ 92 h 176"/>
              <ns1:gd name="T32" fmla="*/ 40 w 176"/>
              <ns1:gd name="T33" fmla="*/ 88 h 176"/>
              <ns1:gd name="T34" fmla="*/ 44 w 176"/>
              <ns1:gd name="T35" fmla="*/ 84 h 176"/>
              <ns1:gd name="T36" fmla="*/ 48 w 176"/>
              <ns1:gd name="T37" fmla="*/ 88 h 176"/>
              <ns1:gd name="T38" fmla="*/ 44 w 176"/>
              <ns1:gd name="T39" fmla="*/ 92 h 176"/>
              <ns1:gd name="T40" fmla="*/ 88 w 176"/>
              <ns1:gd name="T41" fmla="*/ 76 h 176"/>
              <ns1:gd name="T42" fmla="*/ 76 w 176"/>
              <ns1:gd name="T43" fmla="*/ 88 h 176"/>
              <ns1:gd name="T44" fmla="*/ 88 w 176"/>
              <ns1:gd name="T45" fmla="*/ 100 h 176"/>
              <ns1:gd name="T46" fmla="*/ 100 w 176"/>
              <ns1:gd name="T47" fmla="*/ 88 h 176"/>
              <ns1:gd name="T48" fmla="*/ 88 w 176"/>
              <ns1:gd name="T49" fmla="*/ 76 h 176"/>
              <ns1:gd name="T50" fmla="*/ 88 w 176"/>
              <ns1:gd name="T51" fmla="*/ 92 h 176"/>
              <ns1:gd name="T52" fmla="*/ 84 w 176"/>
              <ns1:gd name="T53" fmla="*/ 88 h 176"/>
              <ns1:gd name="T54" fmla="*/ 88 w 176"/>
              <ns1:gd name="T55" fmla="*/ 84 h 176"/>
              <ns1:gd name="T56" fmla="*/ 92 w 176"/>
              <ns1:gd name="T57" fmla="*/ 88 h 176"/>
              <ns1:gd name="T58" fmla="*/ 88 w 176"/>
              <ns1:gd name="T59" fmla="*/ 92 h 176"/>
              <ns1:gd name="T60" fmla="*/ 88 w 176"/>
              <ns1:gd name="T61" fmla="*/ 0 h 176"/>
              <ns1:gd name="T62" fmla="*/ 0 w 176"/>
              <ns1:gd name="T63" fmla="*/ 88 h 176"/>
              <ns1:gd name="T64" fmla="*/ 88 w 176"/>
              <ns1:gd name="T65" fmla="*/ 176 h 176"/>
              <ns1:gd name="T66" fmla="*/ 176 w 176"/>
              <ns1:gd name="T67" fmla="*/ 88 h 176"/>
              <ns1:gd name="T68" fmla="*/ 88 w 176"/>
              <ns1:gd name="T69" fmla="*/ 0 h 176"/>
              <ns1:gd name="T70" fmla="*/ 88 w 176"/>
              <ns1:gd name="T71" fmla="*/ 168 h 176"/>
              <ns1:gd name="T72" fmla="*/ 8 w 176"/>
              <ns1:gd name="T73" fmla="*/ 88 h 176"/>
              <ns1:gd name="T74" fmla="*/ 88 w 176"/>
              <ns1:gd name="T75" fmla="*/ 8 h 176"/>
              <ns1:gd name="T76" fmla="*/ 168 w 176"/>
              <ns1:gd name="T77" fmla="*/ 88 h 176"/>
              <ns1:gd name="T78" fmla="*/ 88 w 176"/>
              <ns1:gd name="T79" fmla="*/ 168 h 176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  <ns1:cxn ang="0">
                <ns1:pos x="T32" y="T33"/>
              </ns1:cxn>
              <ns1:cxn ang="0">
                <ns1:pos x="T34" y="T35"/>
              </ns1:cxn>
              <ns1:cxn ang="0">
                <ns1:pos x="T36" y="T37"/>
              </ns1:cxn>
              <ns1:cxn ang="0">
                <ns1:pos x="T38" y="T39"/>
              </ns1:cxn>
              <ns1:cxn ang="0">
                <ns1:pos x="T40" y="T41"/>
              </ns1:cxn>
              <ns1:cxn ang="0">
                <ns1:pos x="T42" y="T43"/>
              </ns1:cxn>
              <ns1:cxn ang="0">
                <ns1:pos x="T44" y="T45"/>
              </ns1:cxn>
              <ns1:cxn ang="0">
                <ns1:pos x="T46" y="T47"/>
              </ns1:cxn>
              <ns1:cxn ang="0">
                <ns1:pos x="T48" y="T49"/>
              </ns1:cxn>
              <ns1:cxn ang="0">
                <ns1:pos x="T50" y="T51"/>
              </ns1:cxn>
              <ns1:cxn ang="0">
                <ns1:pos x="T52" y="T53"/>
              </ns1:cxn>
              <ns1:cxn ang="0">
                <ns1:pos x="T54" y="T55"/>
              </ns1:cxn>
              <ns1:cxn ang="0">
                <ns1:pos x="T56" y="T57"/>
              </ns1:cxn>
              <ns1:cxn ang="0">
                <ns1:pos x="T58" y="T59"/>
              </ns1:cxn>
              <ns1:cxn ang="0">
                <ns1:pos x="T60" y="T61"/>
              </ns1:cxn>
              <ns1:cxn ang="0">
                <ns1:pos x="T62" y="T63"/>
              </ns1:cxn>
              <ns1:cxn ang="0">
                <ns1:pos x="T64" y="T65"/>
              </ns1:cxn>
              <ns1:cxn ang="0">
                <ns1:pos x="T66" y="T67"/>
              </ns1:cxn>
              <ns1:cxn ang="0">
                <ns1:pos x="T68" y="T69"/>
              </ns1:cxn>
              <ns1:cxn ang="0">
                <ns1:pos x="T70" y="T71"/>
              </ns1:cxn>
              <ns1:cxn ang="0">
                <ns1:pos x="T72" y="T73"/>
              </ns1:cxn>
              <ns1:cxn ang="0">
                <ns1:pos x="T74" y="T75"/>
              </ns1:cxn>
              <ns1:cxn ang="0">
                <ns1:pos x="T76" y="T77"/>
              </ns1:cxn>
              <ns1:cxn ang="0">
                <ns1:pos x="T78" y="T79"/>
              </ns1:cxn>
            </ns1:cxnLst>
            <ns1:rect l="0" t="0" r="r" b="b"/>
            <ns1:pathLst>
              <ns1:path w="176" h="176">
                <ns1:moveTo>
                  <ns1:pt x="132" y="76"/>
                </ns1:moveTo>
                <ns1:cubicBezTo>
                  <ns1:pt x="125" y="76"/>
                  <ns1:pt x="120" y="81"/>
                  <ns1:pt x="120" y="88"/>
                </ns1:cubicBezTo>
                <ns1:cubicBezTo>
                  <ns1:pt x="120" y="95"/>
                  <ns1:pt x="125" y="100"/>
                  <ns1:pt x="132" y="100"/>
                </ns1:cubicBezTo>
                <ns1:cubicBezTo>
                  <ns1:pt x="139" y="100"/>
                  <ns1:pt x="144" y="95"/>
                  <ns1:pt x="144" y="88"/>
                </ns1:cubicBezTo>
                <ns1:cubicBezTo>
                  <ns1:pt x="144" y="81"/>
                  <ns1:pt x="139" y="76"/>
                  <ns1:pt x="132" y="76"/>
                </ns1:cubicBezTo>
                <ns1:moveTo>
                  <ns1:pt x="132" y="92"/>
                </ns1:moveTo>
                <ns1:cubicBezTo>
                  <ns1:pt x="130" y="92"/>
                  <ns1:pt x="128" y="90"/>
                  <ns1:pt x="128" y="88"/>
                </ns1:cubicBezTo>
                <ns1:cubicBezTo>
                  <ns1:pt x="128" y="86"/>
                  <ns1:pt x="130" y="84"/>
                  <ns1:pt x="132" y="84"/>
                </ns1:cubicBezTo>
                <ns1:cubicBezTo>
                  <ns1:pt x="134" y="84"/>
                  <ns1:pt x="136" y="86"/>
                  <ns1:pt x="136" y="88"/>
                </ns1:cubicBezTo>
                <ns1:cubicBezTo>
                  <ns1:pt x="136" y="90"/>
                  <ns1:pt x="134" y="92"/>
                  <ns1:pt x="132" y="92"/>
                </ns1:cubicBezTo>
                <ns1:moveTo>
                  <ns1:pt x="44" y="76"/>
                </ns1:moveTo>
                <ns1:cubicBezTo>
                  <ns1:pt x="37" y="76"/>
                  <ns1:pt x="32" y="81"/>
                  <ns1:pt x="32" y="88"/>
                </ns1:cubicBezTo>
                <ns1:cubicBezTo>
                  <ns1:pt x="32" y="95"/>
                  <ns1:pt x="37" y="100"/>
                  <ns1:pt x="44" y="100"/>
                </ns1:cubicBezTo>
                <ns1:cubicBezTo>
                  <ns1:pt x="51" y="100"/>
                  <ns1:pt x="56" y="95"/>
                  <ns1:pt x="56" y="88"/>
                </ns1:cubicBezTo>
                <ns1:cubicBezTo>
                  <ns1:pt x="56" y="81"/>
                  <ns1:pt x="51" y="76"/>
                  <ns1:pt x="44" y="76"/>
                </ns1:cubicBezTo>
                <ns1:moveTo>
                  <ns1:pt x="44" y="92"/>
                </ns1:moveTo>
                <ns1:cubicBezTo>
                  <ns1:pt x="42" y="92"/>
                  <ns1:pt x="40" y="90"/>
                  <ns1:pt x="40" y="88"/>
                </ns1:cubicBezTo>
                <ns1:cubicBezTo>
                  <ns1:pt x="40" y="86"/>
                  <ns1:pt x="42" y="84"/>
                  <ns1:pt x="44" y="84"/>
                </ns1:cubicBezTo>
                <ns1:cubicBezTo>
                  <ns1:pt x="46" y="84"/>
                  <ns1:pt x="48" y="86"/>
                  <ns1:pt x="48" y="88"/>
                </ns1:cubicBezTo>
                <ns1:cubicBezTo>
                  <ns1:pt x="48" y="90"/>
                  <ns1:pt x="46" y="92"/>
                  <ns1:pt x="44" y="92"/>
                </ns1:cubicBezTo>
                <ns1:moveTo>
                  <ns1:pt x="88" y="76"/>
                </ns1:moveTo>
                <ns1:cubicBezTo>
                  <ns1:pt x="81" y="76"/>
                  <ns1:pt x="76" y="81"/>
                  <ns1:pt x="76" y="88"/>
                </ns1:cubicBezTo>
                <ns1:cubicBezTo>
                  <ns1:pt x="76" y="95"/>
                  <ns1:pt x="81" y="100"/>
                  <ns1:pt x="88" y="100"/>
                </ns1:cubicBezTo>
                <ns1:cubicBezTo>
                  <ns1:pt x="95" y="100"/>
                  <ns1:pt x="100" y="95"/>
                  <ns1:pt x="100" y="88"/>
                </ns1:cubicBezTo>
                <ns1:cubicBezTo>
                  <ns1:pt x="100" y="81"/>
                  <ns1:pt x="95" y="76"/>
                  <ns1:pt x="88" y="76"/>
                </ns1:cubicBezTo>
                <ns1:moveTo>
                  <ns1:pt x="88" y="92"/>
                </ns1:moveTo>
                <ns1:cubicBezTo>
                  <ns1:pt x="86" y="92"/>
                  <ns1:pt x="84" y="90"/>
                  <ns1:pt x="84" y="88"/>
                </ns1:cubicBezTo>
                <ns1:cubicBezTo>
                  <ns1:pt x="84" y="86"/>
                  <ns1:pt x="86" y="84"/>
                  <ns1:pt x="88" y="84"/>
                </ns1:cubicBezTo>
                <ns1:cubicBezTo>
                  <ns1:pt x="90" y="84"/>
                  <ns1:pt x="92" y="86"/>
                  <ns1:pt x="92" y="88"/>
                </ns1:cubicBezTo>
                <ns1:cubicBezTo>
                  <ns1:pt x="92" y="90"/>
                  <ns1:pt x="90" y="92"/>
                  <ns1:pt x="88" y="92"/>
                </ns1:cubicBezTo>
                <ns1:moveTo>
                  <ns1:pt x="88" y="0"/>
                </ns1:moveTo>
                <ns1:cubicBezTo>
                  <ns1:pt x="39" y="0"/>
                  <ns1:pt x="0" y="39"/>
                  <ns1:pt x="0" y="88"/>
                </ns1:cubicBezTo>
                <ns1:cubicBezTo>
                  <ns1:pt x="0" y="137"/>
                  <ns1:pt x="39" y="176"/>
                  <ns1:pt x="88" y="176"/>
                </ns1:cubicBezTo>
                <ns1:cubicBezTo>
                  <ns1:pt x="137" y="176"/>
                  <ns1:pt x="176" y="137"/>
                  <ns1:pt x="176" y="88"/>
                </ns1:cubicBezTo>
                <ns1:cubicBezTo>
                  <ns1:pt x="176" y="39"/>
                  <ns1:pt x="137" y="0"/>
                  <ns1:pt x="88" y="0"/>
                </ns1:cubicBezTo>
                <ns1:moveTo>
                  <ns1:pt x="88" y="168"/>
                </ns1:moveTo>
                <ns1:cubicBezTo>
                  <ns1:pt x="44" y="168"/>
                  <ns1:pt x="8" y="132"/>
                  <ns1:pt x="8" y="88"/>
                </ns1:cubicBezTo>
                <ns1:cubicBezTo>
                  <ns1:pt x="8" y="44"/>
                  <ns1:pt x="44" y="8"/>
                  <ns1:pt x="88" y="8"/>
                </ns1:cubicBezTo>
                <ns1:cubicBezTo>
                  <ns1:pt x="132" y="8"/>
                  <ns1:pt x="168" y="44"/>
                  <ns1:pt x="168" y="88"/>
                </ns1:cubicBezTo>
                <ns1:cubicBezTo>
                  <ns1:pt x="168" y="132"/>
                  <ns1:pt x="132" y="168"/>
                  <ns1:pt x="88" y="168"/>
                </ns1:cubicBezTo>
              </ns1:path>
            </ns1:pathLst>
          </ns1:custGeom>
          <ns1:solidFill>
            <ns1:schemeClr val="tx1"/>
          </ns1:solidFill>
          <ns1:ln>
            <ns1:noFill/>
          </ns1:ln>
          <ns1:extLst/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en-US" sz="2700"/>
          </ns1:p>
        </ns0:txBody>
      </ns0:sp>
      <ns0:sp>
        <ns0:nvSpPr>
          <ns0:cNvPr id="35" name="Freeform 29"/>
          <ns0:cNvSpPr>
            <ns1:spLocks noEditPoints="1"/>
          </ns0:cNvSpPr>
          <ns0:nvPr/>
        </ns0:nvSpPr>
        <ns0:spPr bwMode="auto">
          <ns1:xfrm>
            <ns1:off x="6242051" y="1435102"/>
            <ns1:ext cx="320675" cy="320675"/>
          </ns1:xfrm>
          <ns1:custGeom>
            <ns1:avLst/>
            <ns1:gdLst>
              <ns1:gd name="T0" fmla="*/ 44 w 176"/>
              <ns1:gd name="T1" fmla="*/ 132 h 176"/>
              <ns1:gd name="T2" fmla="*/ 78 w 176"/>
              <ns1:gd name="T3" fmla="*/ 126 h 176"/>
              <ns1:gd name="T4" fmla="*/ 170 w 176"/>
              <ns1:gd name="T5" fmla="*/ 34 h 176"/>
              <ns1:gd name="T6" fmla="*/ 176 w 176"/>
              <ns1:gd name="T7" fmla="*/ 20 h 176"/>
              <ns1:gd name="T8" fmla="*/ 156 w 176"/>
              <ns1:gd name="T9" fmla="*/ 0 h 176"/>
              <ns1:gd name="T10" fmla="*/ 142 w 176"/>
              <ns1:gd name="T11" fmla="*/ 6 h 176"/>
              <ns1:gd name="T12" fmla="*/ 50 w 176"/>
              <ns1:gd name="T13" fmla="*/ 98 h 176"/>
              <ns1:gd name="T14" fmla="*/ 44 w 176"/>
              <ns1:gd name="T15" fmla="*/ 132 h 176"/>
              <ns1:gd name="T16" fmla="*/ 148 w 176"/>
              <ns1:gd name="T17" fmla="*/ 12 h 176"/>
              <ns1:gd name="T18" fmla="*/ 156 w 176"/>
              <ns1:gd name="T19" fmla="*/ 8 h 176"/>
              <ns1:gd name="T20" fmla="*/ 168 w 176"/>
              <ns1:gd name="T21" fmla="*/ 20 h 176"/>
              <ns1:gd name="T22" fmla="*/ 164 w 176"/>
              <ns1:gd name="T23" fmla="*/ 28 h 176"/>
              <ns1:gd name="T24" fmla="*/ 159 w 176"/>
              <ns1:gd name="T25" fmla="*/ 34 h 176"/>
              <ns1:gd name="T26" fmla="*/ 142 w 176"/>
              <ns1:gd name="T27" fmla="*/ 17 h 176"/>
              <ns1:gd name="T28" fmla="*/ 148 w 176"/>
              <ns1:gd name="T29" fmla="*/ 12 h 176"/>
              <ns1:gd name="T30" fmla="*/ 137 w 176"/>
              <ns1:gd name="T31" fmla="*/ 22 h 176"/>
              <ns1:gd name="T32" fmla="*/ 154 w 176"/>
              <ns1:gd name="T33" fmla="*/ 39 h 176"/>
              <ns1:gd name="T34" fmla="*/ 80 w 176"/>
              <ns1:gd name="T35" fmla="*/ 113 h 176"/>
              <ns1:gd name="T36" fmla="*/ 80 w 176"/>
              <ns1:gd name="T37" fmla="*/ 96 h 176"/>
              <ns1:gd name="T38" fmla="*/ 63 w 176"/>
              <ns1:gd name="T39" fmla="*/ 96 h 176"/>
              <ns1:gd name="T40" fmla="*/ 137 w 176"/>
              <ns1:gd name="T41" fmla="*/ 22 h 176"/>
              <ns1:gd name="T42" fmla="*/ 57 w 176"/>
              <ns1:gd name="T43" fmla="*/ 104 h 176"/>
              <ns1:gd name="T44" fmla="*/ 72 w 176"/>
              <ns1:gd name="T45" fmla="*/ 104 h 176"/>
              <ns1:gd name="T46" fmla="*/ 72 w 176"/>
              <ns1:gd name="T47" fmla="*/ 119 h 176"/>
              <ns1:gd name="T48" fmla="*/ 54 w 176"/>
              <ns1:gd name="T49" fmla="*/ 122 h 176"/>
              <ns1:gd name="T50" fmla="*/ 57 w 176"/>
              <ns1:gd name="T51" fmla="*/ 104 h 176"/>
              <ns1:gd name="T52" fmla="*/ 172 w 176"/>
              <ns1:gd name="T53" fmla="*/ 60 h 176"/>
              <ns1:gd name="T54" fmla="*/ 168 w 176"/>
              <ns1:gd name="T55" fmla="*/ 64 h 176"/>
              <ns1:gd name="T56" fmla="*/ 168 w 176"/>
              <ns1:gd name="T57" fmla="*/ 152 h 176"/>
              <ns1:gd name="T58" fmla="*/ 152 w 176"/>
              <ns1:gd name="T59" fmla="*/ 168 h 176"/>
              <ns1:gd name="T60" fmla="*/ 24 w 176"/>
              <ns1:gd name="T61" fmla="*/ 168 h 176"/>
              <ns1:gd name="T62" fmla="*/ 8 w 176"/>
              <ns1:gd name="T63" fmla="*/ 152 h 176"/>
              <ns1:gd name="T64" fmla="*/ 8 w 176"/>
              <ns1:gd name="T65" fmla="*/ 24 h 176"/>
              <ns1:gd name="T66" fmla="*/ 24 w 176"/>
              <ns1:gd name="T67" fmla="*/ 8 h 176"/>
              <ns1:gd name="T68" fmla="*/ 112 w 176"/>
              <ns1:gd name="T69" fmla="*/ 8 h 176"/>
              <ns1:gd name="T70" fmla="*/ 116 w 176"/>
              <ns1:gd name="T71" fmla="*/ 4 h 176"/>
              <ns1:gd name="T72" fmla="*/ 112 w 176"/>
              <ns1:gd name="T73" fmla="*/ 0 h 176"/>
              <ns1:gd name="T74" fmla="*/ 24 w 176"/>
              <ns1:gd name="T75" fmla="*/ 0 h 176"/>
              <ns1:gd name="T76" fmla="*/ 0 w 176"/>
              <ns1:gd name="T77" fmla="*/ 24 h 176"/>
              <ns1:gd name="T78" fmla="*/ 0 w 176"/>
              <ns1:gd name="T79" fmla="*/ 152 h 176"/>
              <ns1:gd name="T80" fmla="*/ 24 w 176"/>
              <ns1:gd name="T81" fmla="*/ 176 h 176"/>
              <ns1:gd name="T82" fmla="*/ 152 w 176"/>
              <ns1:gd name="T83" fmla="*/ 176 h 176"/>
              <ns1:gd name="T84" fmla="*/ 176 w 176"/>
              <ns1:gd name="T85" fmla="*/ 152 h 176"/>
              <ns1:gd name="T86" fmla="*/ 176 w 176"/>
              <ns1:gd name="T87" fmla="*/ 64 h 176"/>
              <ns1:gd name="T88" fmla="*/ 172 w 176"/>
              <ns1:gd name="T89" fmla="*/ 60 h 176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  <ns1:cxn ang="0">
                <ns1:pos x="T32" y="T33"/>
              </ns1:cxn>
              <ns1:cxn ang="0">
                <ns1:pos x="T34" y="T35"/>
              </ns1:cxn>
              <ns1:cxn ang="0">
                <ns1:pos x="T36" y="T37"/>
              </ns1:cxn>
              <ns1:cxn ang="0">
                <ns1:pos x="T38" y="T39"/>
              </ns1:cxn>
              <ns1:cxn ang="0">
                <ns1:pos x="T40" y="T41"/>
              </ns1:cxn>
              <ns1:cxn ang="0">
                <ns1:pos x="T42" y="T43"/>
              </ns1:cxn>
              <ns1:cxn ang="0">
                <ns1:pos x="T44" y="T45"/>
              </ns1:cxn>
              <ns1:cxn ang="0">
                <ns1:pos x="T46" y="T47"/>
              </ns1:cxn>
              <ns1:cxn ang="0">
                <ns1:pos x="T48" y="T49"/>
              </ns1:cxn>
              <ns1:cxn ang="0">
                <ns1:pos x="T50" y="T51"/>
              </ns1:cxn>
              <ns1:cxn ang="0">
                <ns1:pos x="T52" y="T53"/>
              </ns1:cxn>
              <ns1:cxn ang="0">
                <ns1:pos x="T54" y="T55"/>
              </ns1:cxn>
              <ns1:cxn ang="0">
                <ns1:pos x="T56" y="T57"/>
              </ns1:cxn>
              <ns1:cxn ang="0">
                <ns1:pos x="T58" y="T59"/>
              </ns1:cxn>
              <ns1:cxn ang="0">
                <ns1:pos x="T60" y="T61"/>
              </ns1:cxn>
              <ns1:cxn ang="0">
                <ns1:pos x="T62" y="T63"/>
              </ns1:cxn>
              <ns1:cxn ang="0">
                <ns1:pos x="T64" y="T65"/>
              </ns1:cxn>
              <ns1:cxn ang="0">
                <ns1:pos x="T66" y="T67"/>
              </ns1:cxn>
              <ns1:cxn ang="0">
                <ns1:pos x="T68" y="T69"/>
              </ns1:cxn>
              <ns1:cxn ang="0">
                <ns1:pos x="T70" y="T71"/>
              </ns1:cxn>
              <ns1:cxn ang="0">
                <ns1:pos x="T72" y="T73"/>
              </ns1:cxn>
              <ns1:cxn ang="0">
                <ns1:pos x="T74" y="T75"/>
              </ns1:cxn>
              <ns1:cxn ang="0">
                <ns1:pos x="T76" y="T77"/>
              </ns1:cxn>
              <ns1:cxn ang="0">
                <ns1:pos x="T78" y="T79"/>
              </ns1:cxn>
              <ns1:cxn ang="0">
                <ns1:pos x="T80" y="T81"/>
              </ns1:cxn>
              <ns1:cxn ang="0">
                <ns1:pos x="T82" y="T83"/>
              </ns1:cxn>
              <ns1:cxn ang="0">
                <ns1:pos x="T84" y="T85"/>
              </ns1:cxn>
              <ns1:cxn ang="0">
                <ns1:pos x="T86" y="T87"/>
              </ns1:cxn>
              <ns1:cxn ang="0">
                <ns1:pos x="T88" y="T89"/>
              </ns1:cxn>
            </ns1:cxnLst>
            <ns1:rect l="0" t="0" r="r" b="b"/>
            <ns1:pathLst>
              <ns1:path w="176" h="176">
                <ns1:moveTo>
                  <ns1:pt x="44" y="132"/>
                </ns1:moveTo>
                <ns1:cubicBezTo>
                  <ns1:pt x="78" y="126"/>
                  <ns1:pt x="78" y="126"/>
                  <ns1:pt x="78" y="126"/>
                </ns1:cubicBezTo>
                <ns1:cubicBezTo>
                  <ns1:pt x="170" y="34"/>
                  <ns1:pt x="170" y="34"/>
                  <ns1:pt x="170" y="34"/>
                </ns1:cubicBezTo>
                <ns1:cubicBezTo>
                  <ns1:pt x="174" y="31"/>
                  <ns1:pt x="176" y="26"/>
                  <ns1:pt x="176" y="20"/>
                </ns1:cubicBezTo>
                <ns1:cubicBezTo>
                  <ns1:pt x="176" y="9"/>
                  <ns1:pt x="167" y="0"/>
                  <ns1:pt x="156" y="0"/>
                </ns1:cubicBezTo>
                <ns1:cubicBezTo>
                  <ns1:pt x="150" y="0"/>
                  <ns1:pt x="145" y="2"/>
                  <ns1:pt x="142" y="6"/>
                </ns1:cubicBezTo>
                <ns1:cubicBezTo>
                  <ns1:pt x="50" y="98"/>
                  <ns1:pt x="50" y="98"/>
                  <ns1:pt x="50" y="98"/>
                </ns1:cubicBezTo>
                <ns1:lnTo>
                  <ns1:pt x="44" y="132"/>
                </ns1:lnTo>
                <ns1:close/>
                <ns1:moveTo>
                  <ns1:pt x="148" y="12"/>
                </ns1:moveTo>
                <ns1:cubicBezTo>
                  <ns1:pt x="150" y="9"/>
                  <ns1:pt x="153" y="8"/>
                  <ns1:pt x="156" y="8"/>
                </ns1:cubicBezTo>
                <ns1:cubicBezTo>
                  <ns1:pt x="163" y="8"/>
                  <ns1:pt x="168" y="13"/>
                  <ns1:pt x="168" y="20"/>
                </ns1:cubicBezTo>
                <ns1:cubicBezTo>
                  <ns1:pt x="168" y="23"/>
                  <ns1:pt x="167" y="26"/>
                  <ns1:pt x="164" y="28"/>
                </ns1:cubicBezTo>
                <ns1:cubicBezTo>
                  <ns1:pt x="159" y="34"/>
                  <ns1:pt x="159" y="34"/>
                  <ns1:pt x="159" y="34"/>
                </ns1:cubicBezTo>
                <ns1:cubicBezTo>
                  <ns1:pt x="142" y="17"/>
                  <ns1:pt x="142" y="17"/>
                  <ns1:pt x="142" y="17"/>
                </ns1:cubicBezTo>
                <ns1:lnTo>
                  <ns1:pt x="148" y="12"/>
                </ns1:lnTo>
                <ns1:close/>
                <ns1:moveTo>
                  <ns1:pt x="137" y="22"/>
                </ns1:moveTo>
                <ns1:cubicBezTo>
                  <ns1:pt x="154" y="39"/>
                  <ns1:pt x="154" y="39"/>
                  <ns1:pt x="154" y="39"/>
                </ns1:cubicBezTo>
                <ns1:cubicBezTo>
                  <ns1:pt x="80" y="113"/>
                  <ns1:pt x="80" y="113"/>
                  <ns1:pt x="80" y="113"/>
                </ns1:cubicBezTo>
                <ns1:cubicBezTo>
                  <ns1:pt x="80" y="96"/>
                  <ns1:pt x="80" y="96"/>
                  <ns1:pt x="80" y="96"/>
                </ns1:cubicBezTo>
                <ns1:cubicBezTo>
                  <ns1:pt x="63" y="96"/>
                  <ns1:pt x="63" y="96"/>
                  <ns1:pt x="63" y="96"/>
                </ns1:cubicBezTo>
                <ns1:lnTo>
                  <ns1:pt x="137" y="22"/>
                </ns1:lnTo>
                <ns1:close/>
                <ns1:moveTo>
                  <ns1:pt x="57" y="104"/>
                </ns1:moveTo>
                <ns1:cubicBezTo>
                  <ns1:pt x="72" y="104"/>
                  <ns1:pt x="72" y="104"/>
                  <ns1:pt x="72" y="104"/>
                </ns1:cubicBezTo>
                <ns1:cubicBezTo>
                  <ns1:pt x="72" y="119"/>
                  <ns1:pt x="72" y="119"/>
                  <ns1:pt x="72" y="119"/>
                </ns1:cubicBezTo>
                <ns1:cubicBezTo>
                  <ns1:pt x="54" y="122"/>
                  <ns1:pt x="54" y="122"/>
                  <ns1:pt x="54" y="122"/>
                </ns1:cubicBezTo>
                <ns1:lnTo>
                  <ns1:pt x="57" y="104"/>
                </ns1:lnTo>
                <ns1:close/>
                <ns1:moveTo>
                  <ns1:pt x="172" y="60"/>
                </ns1:moveTo>
                <ns1:cubicBezTo>
                  <ns1:pt x="170" y="60"/>
                  <ns1:pt x="168" y="62"/>
                  <ns1:pt x="168" y="64"/>
                </ns1:cubicBezTo>
                <ns1:cubicBezTo>
                  <ns1:pt x="168" y="152"/>
                  <ns1:pt x="168" y="152"/>
                  <ns1:pt x="168" y="152"/>
                </ns1:cubicBezTo>
                <ns1:cubicBezTo>
                  <ns1:pt x="168" y="161"/>
                  <ns1:pt x="161" y="168"/>
                  <ns1:pt x="152" y="168"/>
                </ns1:cubicBezTo>
                <ns1:cubicBezTo>
                  <ns1:pt x="24" y="168"/>
                  <ns1:pt x="24" y="168"/>
                  <ns1:pt x="24" y="168"/>
                </ns1:cubicBezTo>
                <ns1:cubicBezTo>
                  <ns1:pt x="15" y="168"/>
                  <ns1:pt x="8" y="161"/>
                  <ns1:pt x="8" y="152"/>
                </ns1:cubicBezTo>
                <ns1:cubicBezTo>
                  <ns1:pt x="8" y="24"/>
                  <ns1:pt x="8" y="24"/>
                  <ns1:pt x="8" y="24"/>
                </ns1:cubicBezTo>
                <ns1:cubicBezTo>
                  <ns1:pt x="8" y="15"/>
                  <ns1:pt x="15" y="8"/>
                  <ns1:pt x="24" y="8"/>
                </ns1:cubicBezTo>
                <ns1:cubicBezTo>
                  <ns1:pt x="112" y="8"/>
                  <ns1:pt x="112" y="8"/>
                  <ns1:pt x="112" y="8"/>
                </ns1:cubicBezTo>
                <ns1:cubicBezTo>
                  <ns1:pt x="114" y="8"/>
                  <ns1:pt x="116" y="6"/>
                  <ns1:pt x="116" y="4"/>
                </ns1:cubicBezTo>
                <ns1:cubicBezTo>
                  <ns1:pt x="116" y="2"/>
                  <ns1:pt x="114" y="0"/>
                  <ns1:pt x="112" y="0"/>
                </ns1:cubicBezTo>
                <ns1:cubicBezTo>
                  <ns1:pt x="24" y="0"/>
                  <ns1:pt x="24" y="0"/>
                  <ns1:pt x="24" y="0"/>
                </ns1:cubicBezTo>
                <ns1:cubicBezTo>
                  <ns1:pt x="11" y="0"/>
                  <ns1:pt x="0" y="11"/>
                  <ns1:pt x="0" y="24"/>
                </ns1:cubicBezTo>
                <ns1:cubicBezTo>
                  <ns1:pt x="0" y="152"/>
                  <ns1:pt x="0" y="152"/>
                  <ns1:pt x="0" y="152"/>
                </ns1:cubicBezTo>
                <ns1:cubicBezTo>
                  <ns1:pt x="0" y="165"/>
                  <ns1:pt x="11" y="176"/>
                  <ns1:pt x="24" y="176"/>
                </ns1:cubicBezTo>
                <ns1:cubicBezTo>
                  <ns1:pt x="152" y="176"/>
                  <ns1:pt x="152" y="176"/>
                  <ns1:pt x="152" y="176"/>
                </ns1:cubicBezTo>
                <ns1:cubicBezTo>
                  <ns1:pt x="165" y="176"/>
                  <ns1:pt x="176" y="165"/>
                  <ns1:pt x="176" y="152"/>
                </ns1:cubicBezTo>
                <ns1:cubicBezTo>
                  <ns1:pt x="176" y="64"/>
                  <ns1:pt x="176" y="64"/>
                  <ns1:pt x="176" y="64"/>
                </ns1:cubicBezTo>
                <ns1:cubicBezTo>
                  <ns1:pt x="176" y="62"/>
                  <ns1:pt x="174" y="60"/>
                  <ns1:pt x="172" y="60"/>
                </ns1:cubicBezTo>
              </ns1:path>
            </ns1:pathLst>
          </ns1:custGeom>
          <ns1:solidFill>
            <ns1:schemeClr val="tx1"/>
          </ns1:solidFill>
          <ns1:ln>
            <ns1:noFill/>
          </ns1:ln>
          <ns1:extLst/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en-US" sz="2700"/>
          </ns1:p>
        </ns0:txBody>
      </ns0:sp>
      <ns0:sp>
        <ns0:nvSpPr>
          <ns0:cNvPr id="36" name="Freeform 30"/>
          <ns0:cNvSpPr>
            <ns1:spLocks noEditPoints="1"/>
          </ns0:cNvSpPr>
          <ns0:nvPr/>
        </ns0:nvSpPr>
        <ns0:spPr bwMode="auto">
          <ns1:xfrm>
            <ns1:off x="6853239" y="1435102"/>
            <ns1:ext cx="320675" cy="320675"/>
          </ns1:xfrm>
          <ns1:custGeom>
            <ns1:avLst/>
            <ns1:gdLst>
              <ns1:gd name="T0" fmla="*/ 144 w 176"/>
              <ns1:gd name="T1" fmla="*/ 0 h 176"/>
              <ns1:gd name="T2" fmla="*/ 121 w 176"/>
              <ns1:gd name="T3" fmla="*/ 9 h 176"/>
              <ns1:gd name="T4" fmla="*/ 13 w 176"/>
              <ns1:gd name="T5" fmla="*/ 117 h 176"/>
              <ns1:gd name="T6" fmla="*/ 0 w 176"/>
              <ns1:gd name="T7" fmla="*/ 176 h 176"/>
              <ns1:gd name="T8" fmla="*/ 59 w 176"/>
              <ns1:gd name="T9" fmla="*/ 163 h 176"/>
              <ns1:gd name="T10" fmla="*/ 167 w 176"/>
              <ns1:gd name="T11" fmla="*/ 55 h 176"/>
              <ns1:gd name="T12" fmla="*/ 176 w 176"/>
              <ns1:gd name="T13" fmla="*/ 32 h 176"/>
              <ns1:gd name="T14" fmla="*/ 144 w 176"/>
              <ns1:gd name="T15" fmla="*/ 0 h 176"/>
              <ns1:gd name="T16" fmla="*/ 52 w 176"/>
              <ns1:gd name="T17" fmla="*/ 155 h 176"/>
              <ns1:gd name="T18" fmla="*/ 24 w 176"/>
              <ns1:gd name="T19" fmla="*/ 162 h 176"/>
              <ns1:gd name="T20" fmla="*/ 24 w 176"/>
              <ns1:gd name="T21" fmla="*/ 152 h 176"/>
              <ns1:gd name="T22" fmla="*/ 14 w 176"/>
              <ns1:gd name="T23" fmla="*/ 152 h 176"/>
              <ns1:gd name="T24" fmla="*/ 21 w 176"/>
              <ns1:gd name="T25" fmla="*/ 124 h 176"/>
              <ns1:gd name="T26" fmla="*/ 52 w 176"/>
              <ns1:gd name="T27" fmla="*/ 124 h 176"/>
              <ns1:gd name="T28" fmla="*/ 52 w 176"/>
              <ns1:gd name="T29" fmla="*/ 155 h 176"/>
              <ns1:gd name="T30" fmla="*/ 60 w 176"/>
              <ns1:gd name="T31" fmla="*/ 150 h 176"/>
              <ns1:gd name="T32" fmla="*/ 60 w 176"/>
              <ns1:gd name="T33" fmla="*/ 120 h 176"/>
              <ns1:gd name="T34" fmla="*/ 56 w 176"/>
              <ns1:gd name="T35" fmla="*/ 116 h 176"/>
              <ns1:gd name="T36" fmla="*/ 26 w 176"/>
              <ns1:gd name="T37" fmla="*/ 116 h 176"/>
              <ns1:gd name="T38" fmla="*/ 112 w 176"/>
              <ns1:gd name="T39" fmla="*/ 30 h 176"/>
              <ns1:gd name="T40" fmla="*/ 146 w 176"/>
              <ns1:gd name="T41" fmla="*/ 64 h 176"/>
              <ns1:gd name="T42" fmla="*/ 60 w 176"/>
              <ns1:gd name="T43" fmla="*/ 150 h 176"/>
              <ns1:gd name="T44" fmla="*/ 161 w 176"/>
              <ns1:gd name="T45" fmla="*/ 49 h 176"/>
              <ns1:gd name="T46" fmla="*/ 152 w 176"/>
              <ns1:gd name="T47" fmla="*/ 58 h 176"/>
              <ns1:gd name="T48" fmla="*/ 118 w 176"/>
              <ns1:gd name="T49" fmla="*/ 24 h 176"/>
              <ns1:gd name="T50" fmla="*/ 127 w 176"/>
              <ns1:gd name="T51" fmla="*/ 15 h 176"/>
              <ns1:gd name="T52" fmla="*/ 144 w 176"/>
              <ns1:gd name="T53" fmla="*/ 8 h 176"/>
              <ns1:gd name="T54" fmla="*/ 168 w 176"/>
              <ns1:gd name="T55" fmla="*/ 32 h 176"/>
              <ns1:gd name="T56" fmla="*/ 161 w 176"/>
              <ns1:gd name="T57" fmla="*/ 49 h 176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  <ns1:cxn ang="0">
                <ns1:pos x="T32" y="T33"/>
              </ns1:cxn>
              <ns1:cxn ang="0">
                <ns1:pos x="T34" y="T35"/>
              </ns1:cxn>
              <ns1:cxn ang="0">
                <ns1:pos x="T36" y="T37"/>
              </ns1:cxn>
              <ns1:cxn ang="0">
                <ns1:pos x="T38" y="T39"/>
              </ns1:cxn>
              <ns1:cxn ang="0">
                <ns1:pos x="T40" y="T41"/>
              </ns1:cxn>
              <ns1:cxn ang="0">
                <ns1:pos x="T42" y="T43"/>
              </ns1:cxn>
              <ns1:cxn ang="0">
                <ns1:pos x="T44" y="T45"/>
              </ns1:cxn>
              <ns1:cxn ang="0">
                <ns1:pos x="T46" y="T47"/>
              </ns1:cxn>
              <ns1:cxn ang="0">
                <ns1:pos x="T48" y="T49"/>
              </ns1:cxn>
              <ns1:cxn ang="0">
                <ns1:pos x="T50" y="T51"/>
              </ns1:cxn>
              <ns1:cxn ang="0">
                <ns1:pos x="T52" y="T53"/>
              </ns1:cxn>
              <ns1:cxn ang="0">
                <ns1:pos x="T54" y="T55"/>
              </ns1:cxn>
              <ns1:cxn ang="0">
                <ns1:pos x="T56" y="T57"/>
              </ns1:cxn>
            </ns1:cxnLst>
            <ns1:rect l="0" t="0" r="r" b="b"/>
            <ns1:pathLst>
              <ns1:path w="176" h="176">
                <ns1:moveTo>
                  <ns1:pt x="144" y="0"/>
                </ns1:moveTo>
                <ns1:cubicBezTo>
                  <ns1:pt x="135" y="0"/>
                  <ns1:pt x="127" y="4"/>
                  <ns1:pt x="121" y="9"/>
                </ns1:cubicBezTo>
                <ns1:cubicBezTo>
                  <ns1:pt x="13" y="117"/>
                  <ns1:pt x="13" y="117"/>
                  <ns1:pt x="13" y="117"/>
                </ns1:cubicBezTo>
                <ns1:cubicBezTo>
                  <ns1:pt x="0" y="176"/>
                  <ns1:pt x="0" y="176"/>
                  <ns1:pt x="0" y="176"/>
                </ns1:cubicBezTo>
                <ns1:cubicBezTo>
                  <ns1:pt x="59" y="163"/>
                  <ns1:pt x="59" y="163"/>
                  <ns1:pt x="59" y="163"/>
                </ns1:cubicBezTo>
                <ns1:cubicBezTo>
                  <ns1:pt x="167" y="55"/>
                  <ns1:pt x="167" y="55"/>
                  <ns1:pt x="167" y="55"/>
                </ns1:cubicBezTo>
                <ns1:cubicBezTo>
                  <ns1:pt x="172" y="49"/>
                  <ns1:pt x="176" y="41"/>
                  <ns1:pt x="176" y="32"/>
                </ns1:cubicBezTo>
                <ns1:cubicBezTo>
                  <ns1:pt x="176" y="14"/>
                  <ns1:pt x="162" y="0"/>
                  <ns1:pt x="144" y="0"/>
                </ns1:cubicBezTo>
                <ns1:moveTo>
                  <ns1:pt x="52" y="155"/>
                </ns1:moveTo>
                <ns1:cubicBezTo>
                  <ns1:pt x="24" y="162"/>
                  <ns1:pt x="24" y="162"/>
                  <ns1:pt x="24" y="162"/>
                </ns1:cubicBezTo>
                <ns1:cubicBezTo>
                  <ns1:pt x="24" y="152"/>
                  <ns1:pt x="24" y="152"/>
                  <ns1:pt x="24" y="152"/>
                </ns1:cubicBezTo>
                <ns1:cubicBezTo>
                  <ns1:pt x="14" y="152"/>
                  <ns1:pt x="14" y="152"/>
                  <ns1:pt x="14" y="152"/>
                </ns1:cubicBezTo>
                <ns1:cubicBezTo>
                  <ns1:pt x="21" y="124"/>
                  <ns1:pt x="21" y="124"/>
                  <ns1:pt x="21" y="124"/>
                </ns1:cubicBezTo>
                <ns1:cubicBezTo>
                  <ns1:pt x="52" y="124"/>
                  <ns1:pt x="52" y="124"/>
                  <ns1:pt x="52" y="124"/>
                </ns1:cubicBezTo>
                <ns1:lnTo>
                  <ns1:pt x="52" y="155"/>
                </ns1:lnTo>
                <ns1:close/>
                <ns1:moveTo>
                  <ns1:pt x="60" y="150"/>
                </ns1:moveTo>
                <ns1:cubicBezTo>
                  <ns1:pt x="60" y="120"/>
                  <ns1:pt x="60" y="120"/>
                  <ns1:pt x="60" y="120"/>
                </ns1:cubicBezTo>
                <ns1:cubicBezTo>
                  <ns1:pt x="60" y="118"/>
                  <ns1:pt x="58" y="116"/>
                  <ns1:pt x="56" y="116"/>
                </ns1:cubicBezTo>
                <ns1:cubicBezTo>
                  <ns1:pt x="26" y="116"/>
                  <ns1:pt x="26" y="116"/>
                  <ns1:pt x="26" y="116"/>
                </ns1:cubicBezTo>
                <ns1:cubicBezTo>
                  <ns1:pt x="112" y="30"/>
                  <ns1:pt x="112" y="30"/>
                  <ns1:pt x="112" y="30"/>
                </ns1:cubicBezTo>
                <ns1:cubicBezTo>
                  <ns1:pt x="146" y="64"/>
                  <ns1:pt x="146" y="64"/>
                  <ns1:pt x="146" y="64"/>
                </ns1:cubicBezTo>
                <ns1:lnTo>
                  <ns1:pt x="60" y="150"/>
                </ns1:lnTo>
                <ns1:close/>
                <ns1:moveTo>
                  <ns1:pt x="161" y="49"/>
                </ns1:moveTo>
                <ns1:cubicBezTo>
                  <ns1:pt x="152" y="58"/>
                  <ns1:pt x="152" y="58"/>
                  <ns1:pt x="152" y="58"/>
                </ns1:cubicBezTo>
                <ns1:cubicBezTo>
                  <ns1:pt x="118" y="24"/>
                  <ns1:pt x="118" y="24"/>
                  <ns1:pt x="118" y="24"/>
                </ns1:cubicBezTo>
                <ns1:cubicBezTo>
                  <ns1:pt x="127" y="15"/>
                  <ns1:pt x="127" y="15"/>
                  <ns1:pt x="127" y="15"/>
                </ns1:cubicBezTo>
                <ns1:cubicBezTo>
                  <ns1:pt x="127" y="15"/>
                  <ns1:pt x="134" y="8"/>
                  <ns1:pt x="144" y="8"/>
                </ns1:cubicBezTo>
                <ns1:cubicBezTo>
                  <ns1:pt x="157" y="8"/>
                  <ns1:pt x="168" y="19"/>
                  <ns1:pt x="168" y="32"/>
                </ns1:cubicBezTo>
                <ns1:cubicBezTo>
                  <ns1:pt x="168" y="39"/>
                  <ns1:pt x="165" y="45"/>
                  <ns1:pt x="161" y="49"/>
                </ns1:cubicBezTo>
              </ns1:path>
            </ns1:pathLst>
          </ns1:custGeom>
          <ns1:solidFill>
            <ns1:schemeClr val="tx1"/>
          </ns1:solidFill>
          <ns1:ln>
            <ns1:noFill/>
          </ns1:ln>
          <ns1:extLst/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en-US" sz="2700"/>
          </ns1:p>
        </ns0:txBody>
      </ns0:sp>
      <ns0:sp>
        <ns0:nvSpPr>
          <ns0:cNvPr id="37" name="Freeform 31"/>
          <ns0:cNvSpPr>
            <ns1:spLocks noEditPoints="1"/>
          </ns0:cNvSpPr>
          <ns0:nvPr/>
        </ns0:nvSpPr>
        <ns0:spPr bwMode="auto">
          <ns1:xfrm>
            <ns1:off x="7464426" y="1449388"/>
            <ns1:ext cx="320675" cy="292100"/>
          </ns1:xfrm>
          <ns1:custGeom>
            <ns1:avLst/>
            <ns1:gdLst>
              <ns1:gd name="T0" fmla="*/ 88 w 176"/>
              <ns1:gd name="T1" fmla="*/ 0 h 160"/>
              <ns1:gd name="T2" fmla="*/ 0 w 176"/>
              <ns1:gd name="T3" fmla="*/ 72 h 160"/>
              <ns1:gd name="T4" fmla="*/ 25 w 176"/>
              <ns1:gd name="T5" fmla="*/ 122 h 160"/>
              <ns1:gd name="T6" fmla="*/ 16 w 176"/>
              <ns1:gd name="T7" fmla="*/ 160 h 160"/>
              <ns1:gd name="T8" fmla="*/ 63 w 176"/>
              <ns1:gd name="T9" fmla="*/ 141 h 160"/>
              <ns1:gd name="T10" fmla="*/ 88 w 176"/>
              <ns1:gd name="T11" fmla="*/ 144 h 160"/>
              <ns1:gd name="T12" fmla="*/ 176 w 176"/>
              <ns1:gd name="T13" fmla="*/ 72 h 160"/>
              <ns1:gd name="T14" fmla="*/ 88 w 176"/>
              <ns1:gd name="T15" fmla="*/ 0 h 160"/>
              <ns1:gd name="T16" fmla="*/ 88 w 176"/>
              <ns1:gd name="T17" fmla="*/ 136 h 160"/>
              <ns1:gd name="T18" fmla="*/ 65 w 176"/>
              <ns1:gd name="T19" fmla="*/ 133 h 160"/>
              <ns1:gd name="T20" fmla="*/ 63 w 176"/>
              <ns1:gd name="T21" fmla="*/ 133 h 160"/>
              <ns1:gd name="T22" fmla="*/ 60 w 176"/>
              <ns1:gd name="T23" fmla="*/ 134 h 160"/>
              <ns1:gd name="T24" fmla="*/ 27 w 176"/>
              <ns1:gd name="T25" fmla="*/ 147 h 160"/>
              <ns1:gd name="T26" fmla="*/ 33 w 176"/>
              <ns1:gd name="T27" fmla="*/ 124 h 160"/>
              <ns1:gd name="T28" fmla="*/ 30 w 176"/>
              <ns1:gd name="T29" fmla="*/ 116 h 160"/>
              <ns1:gd name="T30" fmla="*/ 8 w 176"/>
              <ns1:gd name="T31" fmla="*/ 72 h 160"/>
              <ns1:gd name="T32" fmla="*/ 88 w 176"/>
              <ns1:gd name="T33" fmla="*/ 8 h 160"/>
              <ns1:gd name="T34" fmla="*/ 168 w 176"/>
              <ns1:gd name="T35" fmla="*/ 72 h 160"/>
              <ns1:gd name="T36" fmla="*/ 88 w 176"/>
              <ns1:gd name="T37" fmla="*/ 136 h 160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  <ns1:cxn ang="0">
                <ns1:pos x="T32" y="T33"/>
              </ns1:cxn>
              <ns1:cxn ang="0">
                <ns1:pos x="T34" y="T35"/>
              </ns1:cxn>
              <ns1:cxn ang="0">
                <ns1:pos x="T36" y="T37"/>
              </ns1:cxn>
            </ns1:cxnLst>
            <ns1:rect l="0" t="0" r="r" b="b"/>
            <ns1:pathLst>
              <ns1:path w="176" h="160">
                <ns1:moveTo>
                  <ns1:pt x="88" y="0"/>
                </ns1:moveTo>
                <ns1:cubicBezTo>
                  <ns1:pt x="39" y="0"/>
                  <ns1:pt x="0" y="32"/>
                  <ns1:pt x="0" y="72"/>
                </ns1:cubicBezTo>
                <ns1:cubicBezTo>
                  <ns1:pt x="0" y="92"/>
                  <ns1:pt x="10" y="109"/>
                  <ns1:pt x="25" y="122"/>
                </ns1:cubicBezTo>
                <ns1:cubicBezTo>
                  <ns1:pt x="16" y="160"/>
                  <ns1:pt x="16" y="160"/>
                  <ns1:pt x="16" y="160"/>
                </ns1:cubicBezTo>
                <ns1:cubicBezTo>
                  <ns1:pt x="63" y="141"/>
                  <ns1:pt x="63" y="141"/>
                  <ns1:pt x="63" y="141"/>
                </ns1:cubicBezTo>
                <ns1:cubicBezTo>
                  <ns1:pt x="71" y="143"/>
                  <ns1:pt x="79" y="144"/>
                  <ns1:pt x="88" y="144"/>
                </ns1:cubicBezTo>
                <ns1:cubicBezTo>
                  <ns1:pt x="137" y="144"/>
                  <ns1:pt x="176" y="112"/>
                  <ns1:pt x="176" y="72"/>
                </ns1:cubicBezTo>
                <ns1:cubicBezTo>
                  <ns1:pt x="176" y="32"/>
                  <ns1:pt x="137" y="0"/>
                  <ns1:pt x="88" y="0"/>
                </ns1:cubicBezTo>
                <ns1:moveTo>
                  <ns1:pt x="88" y="136"/>
                </ns1:moveTo>
                <ns1:cubicBezTo>
                  <ns1:pt x="80" y="136"/>
                  <ns1:pt x="73" y="135"/>
                  <ns1:pt x="65" y="133"/>
                </ns1:cubicBezTo>
                <ns1:cubicBezTo>
                  <ns1:pt x="65" y="133"/>
                  <ns1:pt x="64" y="133"/>
                  <ns1:pt x="63" y="133"/>
                </ns1:cubicBezTo>
                <ns1:cubicBezTo>
                  <ns1:pt x="62" y="133"/>
                  <ns1:pt x="61" y="133"/>
                  <ns1:pt x="60" y="134"/>
                </ns1:cubicBezTo>
                <ns1:cubicBezTo>
                  <ns1:pt x="27" y="147"/>
                  <ns1:pt x="27" y="147"/>
                  <ns1:pt x="27" y="147"/>
                </ns1:cubicBezTo>
                <ns1:cubicBezTo>
                  <ns1:pt x="33" y="124"/>
                  <ns1:pt x="33" y="124"/>
                  <ns1:pt x="33" y="124"/>
                </ns1:cubicBezTo>
                <ns1:cubicBezTo>
                  <ns1:pt x="33" y="121"/>
                  <ns1:pt x="32" y="118"/>
                  <ns1:pt x="30" y="116"/>
                </ns1:cubicBezTo>
                <ns1:cubicBezTo>
                  <ns1:pt x="16" y="104"/>
                  <ns1:pt x="8" y="88"/>
                  <ns1:pt x="8" y="72"/>
                </ns1:cubicBezTo>
                <ns1:cubicBezTo>
                  <ns1:pt x="8" y="37"/>
                  <ns1:pt x="44" y="8"/>
                  <ns1:pt x="88" y="8"/>
                </ns1:cubicBezTo>
                <ns1:cubicBezTo>
                  <ns1:pt x="132" y="8"/>
                  <ns1:pt x="168" y="37"/>
                  <ns1:pt x="168" y="72"/>
                </ns1:cubicBezTo>
                <ns1:cubicBezTo>
                  <ns1:pt x="168" y="107"/>
                  <ns1:pt x="132" y="136"/>
                  <ns1:pt x="88" y="136"/>
                </ns1:cubicBezTo>
              </ns1:path>
            </ns1:pathLst>
          </ns1:custGeom>
          <ns1:solidFill>
            <ns1:schemeClr val="tx1"/>
          </ns1:solidFill>
          <ns1:ln>
            <ns1:noFill/>
          </ns1:ln>
          <ns1:extLst/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en-US" sz="2700"/>
          </ns1:p>
        </ns0:txBody>
      </ns0:sp>
      <ns0:sp>
        <ns0:nvSpPr>
          <ns0:cNvPr id="38" name="Freeform 32"/>
          <ns0:cNvSpPr>
            <ns1:spLocks noEditPoints="1"/>
          </ns0:cNvSpPr>
          <ns0:nvPr/>
        </ns0:nvSpPr>
        <ns0:spPr bwMode="auto">
          <ns1:xfrm>
            <ns1:off x="8075614" y="1449388"/>
            <ns1:ext cx="320675" cy="292100"/>
          </ns1:xfrm>
          <ns1:custGeom>
            <ns1:avLst/>
            <ns1:gdLst>
              <ns1:gd name="T0" fmla="*/ 48 w 176"/>
              <ns1:gd name="T1" fmla="*/ 60 h 160"/>
              <ns1:gd name="T2" fmla="*/ 36 w 176"/>
              <ns1:gd name="T3" fmla="*/ 72 h 160"/>
              <ns1:gd name="T4" fmla="*/ 48 w 176"/>
              <ns1:gd name="T5" fmla="*/ 84 h 160"/>
              <ns1:gd name="T6" fmla="*/ 60 w 176"/>
              <ns1:gd name="T7" fmla="*/ 72 h 160"/>
              <ns1:gd name="T8" fmla="*/ 48 w 176"/>
              <ns1:gd name="T9" fmla="*/ 60 h 160"/>
              <ns1:gd name="T10" fmla="*/ 88 w 176"/>
              <ns1:gd name="T11" fmla="*/ 60 h 160"/>
              <ns1:gd name="T12" fmla="*/ 76 w 176"/>
              <ns1:gd name="T13" fmla="*/ 72 h 160"/>
              <ns1:gd name="T14" fmla="*/ 88 w 176"/>
              <ns1:gd name="T15" fmla="*/ 84 h 160"/>
              <ns1:gd name="T16" fmla="*/ 100 w 176"/>
              <ns1:gd name="T17" fmla="*/ 72 h 160"/>
              <ns1:gd name="T18" fmla="*/ 88 w 176"/>
              <ns1:gd name="T19" fmla="*/ 60 h 160"/>
              <ns1:gd name="T20" fmla="*/ 88 w 176"/>
              <ns1:gd name="T21" fmla="*/ 0 h 160"/>
              <ns1:gd name="T22" fmla="*/ 0 w 176"/>
              <ns1:gd name="T23" fmla="*/ 72 h 160"/>
              <ns1:gd name="T24" fmla="*/ 25 w 176"/>
              <ns1:gd name="T25" fmla="*/ 122 h 160"/>
              <ns1:gd name="T26" fmla="*/ 16 w 176"/>
              <ns1:gd name="T27" fmla="*/ 160 h 160"/>
              <ns1:gd name="T28" fmla="*/ 63 w 176"/>
              <ns1:gd name="T29" fmla="*/ 141 h 160"/>
              <ns1:gd name="T30" fmla="*/ 88 w 176"/>
              <ns1:gd name="T31" fmla="*/ 144 h 160"/>
              <ns1:gd name="T32" fmla="*/ 176 w 176"/>
              <ns1:gd name="T33" fmla="*/ 72 h 160"/>
              <ns1:gd name="T34" fmla="*/ 88 w 176"/>
              <ns1:gd name="T35" fmla="*/ 0 h 160"/>
              <ns1:gd name="T36" fmla="*/ 88 w 176"/>
              <ns1:gd name="T37" fmla="*/ 136 h 160"/>
              <ns1:gd name="T38" fmla="*/ 65 w 176"/>
              <ns1:gd name="T39" fmla="*/ 133 h 160"/>
              <ns1:gd name="T40" fmla="*/ 63 w 176"/>
              <ns1:gd name="T41" fmla="*/ 133 h 160"/>
              <ns1:gd name="T42" fmla="*/ 60 w 176"/>
              <ns1:gd name="T43" fmla="*/ 134 h 160"/>
              <ns1:gd name="T44" fmla="*/ 27 w 176"/>
              <ns1:gd name="T45" fmla="*/ 147 h 160"/>
              <ns1:gd name="T46" fmla="*/ 33 w 176"/>
              <ns1:gd name="T47" fmla="*/ 124 h 160"/>
              <ns1:gd name="T48" fmla="*/ 30 w 176"/>
              <ns1:gd name="T49" fmla="*/ 116 h 160"/>
              <ns1:gd name="T50" fmla="*/ 8 w 176"/>
              <ns1:gd name="T51" fmla="*/ 72 h 160"/>
              <ns1:gd name="T52" fmla="*/ 88 w 176"/>
              <ns1:gd name="T53" fmla="*/ 8 h 160"/>
              <ns1:gd name="T54" fmla="*/ 168 w 176"/>
              <ns1:gd name="T55" fmla="*/ 72 h 160"/>
              <ns1:gd name="T56" fmla="*/ 88 w 176"/>
              <ns1:gd name="T57" fmla="*/ 136 h 160"/>
              <ns1:gd name="T58" fmla="*/ 128 w 176"/>
              <ns1:gd name="T59" fmla="*/ 60 h 160"/>
              <ns1:gd name="T60" fmla="*/ 116 w 176"/>
              <ns1:gd name="T61" fmla="*/ 72 h 160"/>
              <ns1:gd name="T62" fmla="*/ 128 w 176"/>
              <ns1:gd name="T63" fmla="*/ 84 h 160"/>
              <ns1:gd name="T64" fmla="*/ 140 w 176"/>
              <ns1:gd name="T65" fmla="*/ 72 h 160"/>
              <ns1:gd name="T66" fmla="*/ 128 w 176"/>
              <ns1:gd name="T67" fmla="*/ 60 h 160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  <ns1:cxn ang="0">
                <ns1:pos x="T32" y="T33"/>
              </ns1:cxn>
              <ns1:cxn ang="0">
                <ns1:pos x="T34" y="T35"/>
              </ns1:cxn>
              <ns1:cxn ang="0">
                <ns1:pos x="T36" y="T37"/>
              </ns1:cxn>
              <ns1:cxn ang="0">
                <ns1:pos x="T38" y="T39"/>
              </ns1:cxn>
              <ns1:cxn ang="0">
                <ns1:pos x="T40" y="T41"/>
              </ns1:cxn>
              <ns1:cxn ang="0">
                <ns1:pos x="T42" y="T43"/>
              </ns1:cxn>
              <ns1:cxn ang="0">
                <ns1:pos x="T44" y="T45"/>
              </ns1:cxn>
              <ns1:cxn ang="0">
                <ns1:pos x="T46" y="T47"/>
              </ns1:cxn>
              <ns1:cxn ang="0">
                <ns1:pos x="T48" y="T49"/>
              </ns1:cxn>
              <ns1:cxn ang="0">
                <ns1:pos x="T50" y="T51"/>
              </ns1:cxn>
              <ns1:cxn ang="0">
                <ns1:pos x="T52" y="T53"/>
              </ns1:cxn>
              <ns1:cxn ang="0">
                <ns1:pos x="T54" y="T55"/>
              </ns1:cxn>
              <ns1:cxn ang="0">
                <ns1:pos x="T56" y="T57"/>
              </ns1:cxn>
              <ns1:cxn ang="0">
                <ns1:pos x="T58" y="T59"/>
              </ns1:cxn>
              <ns1:cxn ang="0">
                <ns1:pos x="T60" y="T61"/>
              </ns1:cxn>
              <ns1:cxn ang="0">
                <ns1:pos x="T62" y="T63"/>
              </ns1:cxn>
              <ns1:cxn ang="0">
                <ns1:pos x="T64" y="T65"/>
              </ns1:cxn>
              <ns1:cxn ang="0">
                <ns1:pos x="T66" y="T67"/>
              </ns1:cxn>
            </ns1:cxnLst>
            <ns1:rect l="0" t="0" r="r" b="b"/>
            <ns1:pathLst>
              <ns1:path w="176" h="160">
                <ns1:moveTo>
                  <ns1:pt x="48" y="60"/>
                </ns1:moveTo>
                <ns1:cubicBezTo>
                  <ns1:pt x="41" y="60"/>
                  <ns1:pt x="36" y="65"/>
                  <ns1:pt x="36" y="72"/>
                </ns1:cubicBezTo>
                <ns1:cubicBezTo>
                  <ns1:pt x="36" y="79"/>
                  <ns1:pt x="41" y="84"/>
                  <ns1:pt x="48" y="84"/>
                </ns1:cubicBezTo>
                <ns1:cubicBezTo>
                  <ns1:pt x="55" y="84"/>
                  <ns1:pt x="60" y="79"/>
                  <ns1:pt x="60" y="72"/>
                </ns1:cubicBezTo>
                <ns1:cubicBezTo>
                  <ns1:pt x="60" y="65"/>
                  <ns1:pt x="55" y="60"/>
                  <ns1:pt x="48" y="60"/>
                </ns1:cubicBezTo>
                <ns1:moveTo>
                  <ns1:pt x="88" y="60"/>
                </ns1:moveTo>
                <ns1:cubicBezTo>
                  <ns1:pt x="81" y="60"/>
                  <ns1:pt x="76" y="65"/>
                  <ns1:pt x="76" y="72"/>
                </ns1:cubicBezTo>
                <ns1:cubicBezTo>
                  <ns1:pt x="76" y="79"/>
                  <ns1:pt x="81" y="84"/>
                  <ns1:pt x="88" y="84"/>
                </ns1:cubicBezTo>
                <ns1:cubicBezTo>
                  <ns1:pt x="95" y="84"/>
                  <ns1:pt x="100" y="79"/>
                  <ns1:pt x="100" y="72"/>
                </ns1:cubicBezTo>
                <ns1:cubicBezTo>
                  <ns1:pt x="100" y="65"/>
                  <ns1:pt x="95" y="60"/>
                  <ns1:pt x="88" y="60"/>
                </ns1:cubicBezTo>
                <ns1:moveTo>
                  <ns1:pt x="88" y="0"/>
                </ns1:moveTo>
                <ns1:cubicBezTo>
                  <ns1:pt x="39" y="0"/>
                  <ns1:pt x="0" y="32"/>
                  <ns1:pt x="0" y="72"/>
                </ns1:cubicBezTo>
                <ns1:cubicBezTo>
                  <ns1:pt x="0" y="92"/>
                  <ns1:pt x="10" y="109"/>
                  <ns1:pt x="25" y="122"/>
                </ns1:cubicBezTo>
                <ns1:cubicBezTo>
                  <ns1:pt x="16" y="160"/>
                  <ns1:pt x="16" y="160"/>
                  <ns1:pt x="16" y="160"/>
                </ns1:cubicBezTo>
                <ns1:cubicBezTo>
                  <ns1:pt x="63" y="141"/>
                  <ns1:pt x="63" y="141"/>
                  <ns1:pt x="63" y="141"/>
                </ns1:cubicBezTo>
                <ns1:cubicBezTo>
                  <ns1:pt x="71" y="143"/>
                  <ns1:pt x="79" y="144"/>
                  <ns1:pt x="88" y="144"/>
                </ns1:cubicBezTo>
                <ns1:cubicBezTo>
                  <ns1:pt x="137" y="144"/>
                  <ns1:pt x="176" y="112"/>
                  <ns1:pt x="176" y="72"/>
                </ns1:cubicBezTo>
                <ns1:cubicBezTo>
                  <ns1:pt x="176" y="32"/>
                  <ns1:pt x="137" y="0"/>
                  <ns1:pt x="88" y="0"/>
                </ns1:cubicBezTo>
                <ns1:moveTo>
                  <ns1:pt x="88" y="136"/>
                </ns1:moveTo>
                <ns1:cubicBezTo>
                  <ns1:pt x="80" y="136"/>
                  <ns1:pt x="73" y="135"/>
                  <ns1:pt x="65" y="133"/>
                </ns1:cubicBezTo>
                <ns1:cubicBezTo>
                  <ns1:pt x="65" y="133"/>
                  <ns1:pt x="64" y="133"/>
                  <ns1:pt x="63" y="133"/>
                </ns1:cubicBezTo>
                <ns1:cubicBezTo>
                  <ns1:pt x="62" y="133"/>
                  <ns1:pt x="61" y="133"/>
                  <ns1:pt x="60" y="134"/>
                </ns1:cubicBezTo>
                <ns1:cubicBezTo>
                  <ns1:pt x="27" y="147"/>
                  <ns1:pt x="27" y="147"/>
                  <ns1:pt x="27" y="147"/>
                </ns1:cubicBezTo>
                <ns1:cubicBezTo>
                  <ns1:pt x="33" y="124"/>
                  <ns1:pt x="33" y="124"/>
                  <ns1:pt x="33" y="124"/>
                </ns1:cubicBezTo>
                <ns1:cubicBezTo>
                  <ns1:pt x="33" y="121"/>
                  <ns1:pt x="32" y="118"/>
                  <ns1:pt x="30" y="116"/>
                </ns1:cubicBezTo>
                <ns1:cubicBezTo>
                  <ns1:pt x="16" y="104"/>
                  <ns1:pt x="8" y="88"/>
                  <ns1:pt x="8" y="72"/>
                </ns1:cubicBezTo>
                <ns1:cubicBezTo>
                  <ns1:pt x="8" y="37"/>
                  <ns1:pt x="44" y="8"/>
                  <ns1:pt x="88" y="8"/>
                </ns1:cubicBezTo>
                <ns1:cubicBezTo>
                  <ns1:pt x="132" y="8"/>
                  <ns1:pt x="168" y="37"/>
                  <ns1:pt x="168" y="72"/>
                </ns1:cubicBezTo>
                <ns1:cubicBezTo>
                  <ns1:pt x="168" y="107"/>
                  <ns1:pt x="132" y="136"/>
                  <ns1:pt x="88" y="136"/>
                </ns1:cubicBezTo>
                <ns1:moveTo>
                  <ns1:pt x="128" y="60"/>
                </ns1:moveTo>
                <ns1:cubicBezTo>
                  <ns1:pt x="121" y="60"/>
                  <ns1:pt x="116" y="65"/>
                  <ns1:pt x="116" y="72"/>
                </ns1:cubicBezTo>
                <ns1:cubicBezTo>
                  <ns1:pt x="116" y="79"/>
                  <ns1:pt x="121" y="84"/>
                  <ns1:pt x="128" y="84"/>
                </ns1:cubicBezTo>
                <ns1:cubicBezTo>
                  <ns1:pt x="135" y="84"/>
                  <ns1:pt x="140" y="79"/>
                  <ns1:pt x="140" y="72"/>
                </ns1:cubicBezTo>
                <ns1:cubicBezTo>
                  <ns1:pt x="140" y="65"/>
                  <ns1:pt x="135" y="60"/>
                  <ns1:pt x="128" y="60"/>
                </ns1:cubicBezTo>
              </ns1:path>
            </ns1:pathLst>
          </ns1:custGeom>
          <ns1:solidFill>
            <ns1:schemeClr val="tx1"/>
          </ns1:solidFill>
          <ns1:ln>
            <ns1:noFill/>
          </ns1:ln>
          <ns1:extLst/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en-US" sz="2700"/>
          </ns1:p>
        </ns0:txBody>
      </ns0:sp>
      <ns0:sp>
        <ns0:nvSpPr>
          <ns0:cNvPr id="39" name="Freeform 33"/>
          <ns0:cNvSpPr>
            <ns1:spLocks noEditPoints="1"/>
          </ns0:cNvSpPr>
          <ns0:nvPr/>
        </ns0:nvSpPr>
        <ns0:spPr bwMode="auto">
          <ns1:xfrm>
            <ns1:off x="8686801" y="1449388"/>
            <ns1:ext cx="320675" cy="292100"/>
          </ns1:xfrm>
          <ns1:custGeom>
            <ns1:avLst/>
            <ns1:gdLst>
              <ns1:gd name="T0" fmla="*/ 176 w 176"/>
              <ns1:gd name="T1" fmla="*/ 54 h 160"/>
              <ns1:gd name="T2" fmla="*/ 112 w 176"/>
              <ns1:gd name="T3" fmla="*/ 0 h 160"/>
              <ns1:gd name="T4" fmla="*/ 53 w 176"/>
              <ns1:gd name="T5" fmla="*/ 33 h 160"/>
              <ns1:gd name="T6" fmla="*/ 63 w 176"/>
              <ns1:gd name="T7" fmla="*/ 32 h 160"/>
              <ns1:gd name="T8" fmla="*/ 112 w 176"/>
              <ns1:gd name="T9" fmla="*/ 8 h 160"/>
              <ns1:gd name="T10" fmla="*/ 168 w 176"/>
              <ns1:gd name="T11" fmla="*/ 54 h 160"/>
              <ns1:gd name="T12" fmla="*/ 151 w 176"/>
              <ns1:gd name="T13" fmla="*/ 87 h 160"/>
              <ns1:gd name="T14" fmla="*/ 149 w 176"/>
              <ns1:gd name="T15" fmla="*/ 95 h 160"/>
              <ns1:gd name="T16" fmla="*/ 152 w 176"/>
              <ns1:gd name="T17" fmla="*/ 107 h 160"/>
              <ns1:gd name="T18" fmla="*/ 135 w 176"/>
              <ns1:gd name="T19" fmla="*/ 100 h 160"/>
              <ns1:gd name="T20" fmla="*/ 134 w 176"/>
              <ns1:gd name="T21" fmla="*/ 108 h 160"/>
              <ns1:gd name="T22" fmla="*/ 164 w 176"/>
              <ns1:gd name="T23" fmla="*/ 120 h 160"/>
              <ns1:gd name="T24" fmla="*/ 156 w 176"/>
              <ns1:gd name="T25" fmla="*/ 93 h 160"/>
              <ns1:gd name="T26" fmla="*/ 176 w 176"/>
              <ns1:gd name="T27" fmla="*/ 54 h 160"/>
              <ns1:gd name="T28" fmla="*/ 64 w 176"/>
              <ns1:gd name="T29" fmla="*/ 40 h 160"/>
              <ns1:gd name="T30" fmla="*/ 0 w 176"/>
              <ns1:gd name="T31" fmla="*/ 94 h 160"/>
              <ns1:gd name="T32" fmla="*/ 20 w 176"/>
              <ns1:gd name="T33" fmla="*/ 133 h 160"/>
              <ns1:gd name="T34" fmla="*/ 12 w 176"/>
              <ns1:gd name="T35" fmla="*/ 160 h 160"/>
              <ns1:gd name="T36" fmla="*/ 48 w 176"/>
              <ns1:gd name="T37" fmla="*/ 146 h 160"/>
              <ns1:gd name="T38" fmla="*/ 64 w 176"/>
              <ns1:gd name="T39" fmla="*/ 148 h 160"/>
              <ns1:gd name="T40" fmla="*/ 128 w 176"/>
              <ns1:gd name="T41" fmla="*/ 94 h 160"/>
              <ns1:gd name="T42" fmla="*/ 64 w 176"/>
              <ns1:gd name="T43" fmla="*/ 40 h 160"/>
              <ns1:gd name="T44" fmla="*/ 64 w 176"/>
              <ns1:gd name="T45" fmla="*/ 140 h 160"/>
              <ns1:gd name="T46" fmla="*/ 50 w 176"/>
              <ns1:gd name="T47" fmla="*/ 138 h 160"/>
              <ns1:gd name="T48" fmla="*/ 48 w 176"/>
              <ns1:gd name="T49" fmla="*/ 138 h 160"/>
              <ns1:gd name="T50" fmla="*/ 45 w 176"/>
              <ns1:gd name="T51" fmla="*/ 139 h 160"/>
              <ns1:gd name="T52" fmla="*/ 24 w 176"/>
              <ns1:gd name="T53" fmla="*/ 147 h 160"/>
              <ns1:gd name="T54" fmla="*/ 27 w 176"/>
              <ns1:gd name="T55" fmla="*/ 135 h 160"/>
              <ns1:gd name="T56" fmla="*/ 25 w 176"/>
              <ns1:gd name="T57" fmla="*/ 127 h 160"/>
              <ns1:gd name="T58" fmla="*/ 8 w 176"/>
              <ns1:gd name="T59" fmla="*/ 94 h 160"/>
              <ns1:gd name="T60" fmla="*/ 64 w 176"/>
              <ns1:gd name="T61" fmla="*/ 48 h 160"/>
              <ns1:gd name="T62" fmla="*/ 120 w 176"/>
              <ns1:gd name="T63" fmla="*/ 94 h 160"/>
              <ns1:gd name="T64" fmla="*/ 64 w 176"/>
              <ns1:gd name="T65" fmla="*/ 140 h 160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  <ns1:cxn ang="0">
                <ns1:pos x="T32" y="T33"/>
              </ns1:cxn>
              <ns1:cxn ang="0">
                <ns1:pos x="T34" y="T35"/>
              </ns1:cxn>
              <ns1:cxn ang="0">
                <ns1:pos x="T36" y="T37"/>
              </ns1:cxn>
              <ns1:cxn ang="0">
                <ns1:pos x="T38" y="T39"/>
              </ns1:cxn>
              <ns1:cxn ang="0">
                <ns1:pos x="T40" y="T41"/>
              </ns1:cxn>
              <ns1:cxn ang="0">
                <ns1:pos x="T42" y="T43"/>
              </ns1:cxn>
              <ns1:cxn ang="0">
                <ns1:pos x="T44" y="T45"/>
              </ns1:cxn>
              <ns1:cxn ang="0">
                <ns1:pos x="T46" y="T47"/>
              </ns1:cxn>
              <ns1:cxn ang="0">
                <ns1:pos x="T48" y="T49"/>
              </ns1:cxn>
              <ns1:cxn ang="0">
                <ns1:pos x="T50" y="T51"/>
              </ns1:cxn>
              <ns1:cxn ang="0">
                <ns1:pos x="T52" y="T53"/>
              </ns1:cxn>
              <ns1:cxn ang="0">
                <ns1:pos x="T54" y="T55"/>
              </ns1:cxn>
              <ns1:cxn ang="0">
                <ns1:pos x="T56" y="T57"/>
              </ns1:cxn>
              <ns1:cxn ang="0">
                <ns1:pos x="T58" y="T59"/>
              </ns1:cxn>
              <ns1:cxn ang="0">
                <ns1:pos x="T60" y="T61"/>
              </ns1:cxn>
              <ns1:cxn ang="0">
                <ns1:pos x="T62" y="T63"/>
              </ns1:cxn>
              <ns1:cxn ang="0">
                <ns1:pos x="T64" y="T65"/>
              </ns1:cxn>
            </ns1:cxnLst>
            <ns1:rect l="0" t="0" r="r" b="b"/>
            <ns1:pathLst>
              <ns1:path w="176" h="160">
                <ns1:moveTo>
                  <ns1:pt x="176" y="54"/>
                </ns1:moveTo>
                <ns1:cubicBezTo>
                  <ns1:pt x="176" y="24"/>
                  <ns1:pt x="147" y="0"/>
                  <ns1:pt x="112" y="0"/>
                </ns1:cubicBezTo>
                <ns1:cubicBezTo>
                  <ns1:pt x="86" y="0"/>
                  <ns1:pt x="63" y="13"/>
                  <ns1:pt x="53" y="33"/>
                </ns1:cubicBezTo>
                <ns1:cubicBezTo>
                  <ns1:pt x="56" y="32"/>
                  <ns1:pt x="60" y="32"/>
                  <ns1:pt x="63" y="32"/>
                </ns1:cubicBezTo>
                <ns1:cubicBezTo>
                  <ns1:pt x="72" y="18"/>
                  <ns1:pt x="91" y="8"/>
                  <ns1:pt x="112" y="8"/>
                </ns1:cubicBezTo>
                <ns1:cubicBezTo>
                  <ns1:pt x="143" y="8"/>
                  <ns1:pt x="168" y="29"/>
                  <ns1:pt x="168" y="54"/>
                </ns1:cubicBezTo>
                <ns1:cubicBezTo>
                  <ns1:pt x="168" y="66"/>
                  <ns1:pt x="162" y="78"/>
                  <ns1:pt x="151" y="87"/>
                </ns1:cubicBezTo>
                <ns1:cubicBezTo>
                  <ns1:pt x="149" y="89"/>
                  <ns1:pt x="148" y="92"/>
                  <ns1:pt x="149" y="95"/>
                </ns1:cubicBezTo>
                <ns1:cubicBezTo>
                  <ns1:pt x="152" y="107"/>
                  <ns1:pt x="152" y="107"/>
                  <ns1:pt x="152" y="107"/>
                </ns1:cubicBezTo>
                <ns1:cubicBezTo>
                  <ns1:pt x="135" y="100"/>
                  <ns1:pt x="135" y="100"/>
                  <ns1:pt x="135" y="100"/>
                </ns1:cubicBezTo>
                <ns1:cubicBezTo>
                  <ns1:pt x="135" y="103"/>
                  <ns1:pt x="134" y="106"/>
                  <ns1:pt x="134" y="108"/>
                </ns1:cubicBezTo>
                <ns1:cubicBezTo>
                  <ns1:pt x="164" y="120"/>
                  <ns1:pt x="164" y="120"/>
                  <ns1:pt x="164" y="120"/>
                </ns1:cubicBezTo>
                <ns1:cubicBezTo>
                  <ns1:pt x="156" y="93"/>
                  <ns1:pt x="156" y="93"/>
                  <ns1:pt x="156" y="93"/>
                </ns1:cubicBezTo>
                <ns1:cubicBezTo>
                  <ns1:pt x="168" y="83"/>
                  <ns1:pt x="176" y="69"/>
                  <ns1:pt x="176" y="54"/>
                </ns1:cubicBezTo>
                <ns1:moveTo>
                  <ns1:pt x="64" y="40"/>
                </ns1:moveTo>
                <ns1:cubicBezTo>
                  <ns1:pt x="29" y="40"/>
                  <ns1:pt x="0" y="64"/>
                  <ns1:pt x="0" y="94"/>
                </ns1:cubicBezTo>
                <ns1:cubicBezTo>
                  <ns1:pt x="0" y="109"/>
                  <ns1:pt x="8" y="123"/>
                  <ns1:pt x="20" y="133"/>
                </ns1:cubicBezTo>
                <ns1:cubicBezTo>
                  <ns1:pt x="12" y="160"/>
                  <ns1:pt x="12" y="160"/>
                  <ns1:pt x="12" y="160"/>
                </ns1:cubicBezTo>
                <ns1:cubicBezTo>
                  <ns1:pt x="48" y="146"/>
                  <ns1:pt x="48" y="146"/>
                  <ns1:pt x="48" y="146"/>
                </ns1:cubicBezTo>
                <ns1:cubicBezTo>
                  <ns1:pt x="53" y="147"/>
                  <ns1:pt x="58" y="148"/>
                  <ns1:pt x="64" y="148"/>
                </ns1:cubicBezTo>
                <ns1:cubicBezTo>
                  <ns1:pt x="99" y="148"/>
                  <ns1:pt x="128" y="124"/>
                  <ns1:pt x="128" y="94"/>
                </ns1:cubicBezTo>
                <ns1:cubicBezTo>
                  <ns1:pt x="128" y="64"/>
                  <ns1:pt x="99" y="40"/>
                  <ns1:pt x="64" y="40"/>
                </ns1:cubicBezTo>
                <ns1:moveTo>
                  <ns1:pt x="64" y="140"/>
                </ns1:moveTo>
                <ns1:cubicBezTo>
                  <ns1:pt x="59" y="140"/>
                  <ns1:pt x="54" y="139"/>
                  <ns1:pt x="50" y="138"/>
                </ns1:cubicBezTo>
                <ns1:cubicBezTo>
                  <ns1:pt x="49" y="138"/>
                  <ns1:pt x="48" y="138"/>
                  <ns1:pt x="48" y="138"/>
                </ns1:cubicBezTo>
                <ns1:cubicBezTo>
                  <ns1:pt x="47" y="138"/>
                  <ns1:pt x="46" y="138"/>
                  <ns1:pt x="45" y="139"/>
                </ns1:cubicBezTo>
                <ns1:cubicBezTo>
                  <ns1:pt x="24" y="147"/>
                  <ns1:pt x="24" y="147"/>
                  <ns1:pt x="24" y="147"/>
                </ns1:cubicBezTo>
                <ns1:cubicBezTo>
                  <ns1:pt x="27" y="135"/>
                  <ns1:pt x="27" y="135"/>
                  <ns1:pt x="27" y="135"/>
                </ns1:cubicBezTo>
                <ns1:cubicBezTo>
                  <ns1:pt x="28" y="132"/>
                  <ns1:pt x="27" y="129"/>
                  <ns1:pt x="25" y="127"/>
                </ns1:cubicBezTo>
                <ns1:cubicBezTo>
                  <ns1:pt x="14" y="118"/>
                  <ns1:pt x="8" y="106"/>
                  <ns1:pt x="8" y="94"/>
                </ns1:cubicBezTo>
                <ns1:cubicBezTo>
                  <ns1:pt x="8" y="69"/>
                  <ns1:pt x="33" y="48"/>
                  <ns1:pt x="64" y="48"/>
                </ns1:cubicBezTo>
                <ns1:cubicBezTo>
                  <ns1:pt x="95" y="48"/>
                  <ns1:pt x="120" y="69"/>
                  <ns1:pt x="120" y="94"/>
                </ns1:cubicBezTo>
                <ns1:cubicBezTo>
                  <ns1:pt x="120" y="119"/>
                  <ns1:pt x="95" y="140"/>
                  <ns1:pt x="64" y="140"/>
                </ns1:cubicBezTo>
              </ns1:path>
            </ns1:pathLst>
          </ns1:custGeom>
          <ns1:solidFill>
            <ns1:schemeClr val="tx1"/>
          </ns1:solidFill>
          <ns1:ln>
            <ns1:noFill/>
          </ns1:ln>
          <ns1:extLst/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en-US" sz="2700"/>
          </ns1:p>
        </ns0:txBody>
      </ns0:sp>
      <ns0:sp>
        <ns0:nvSpPr>
          <ns0:cNvPr id="40" name="Freeform 34"/>
          <ns0:cNvSpPr>
            <ns1:spLocks noEditPoints="1"/>
          </ns0:cNvSpPr>
          <ns0:nvPr/>
        </ns0:nvSpPr>
        <ns0:spPr bwMode="auto">
          <ns1:xfrm>
            <ns1:off x="3186114" y="2046289"/>
            <ns1:ext cx="320675" cy="320675"/>
          </ns1:xfrm>
          <ns1:custGeom>
            <ns1:avLst/>
            <ns1:gdLst>
              <ns1:gd name="T0" fmla="*/ 88 w 176"/>
              <ns1:gd name="T1" fmla="*/ 0 h 176"/>
              <ns1:gd name="T2" fmla="*/ 0 w 176"/>
              <ns1:gd name="T3" fmla="*/ 88 h 176"/>
              <ns1:gd name="T4" fmla="*/ 88 w 176"/>
              <ns1:gd name="T5" fmla="*/ 176 h 176"/>
              <ns1:gd name="T6" fmla="*/ 176 w 176"/>
              <ns1:gd name="T7" fmla="*/ 88 h 176"/>
              <ns1:gd name="T8" fmla="*/ 88 w 176"/>
              <ns1:gd name="T9" fmla="*/ 0 h 176"/>
              <ns1:gd name="T10" fmla="*/ 88 w 176"/>
              <ns1:gd name="T11" fmla="*/ 168 h 176"/>
              <ns1:gd name="T12" fmla="*/ 8 w 176"/>
              <ns1:gd name="T13" fmla="*/ 88 h 176"/>
              <ns1:gd name="T14" fmla="*/ 29 w 176"/>
              <ns1:gd name="T15" fmla="*/ 34 h 176"/>
              <ns1:gd name="T16" fmla="*/ 142 w 176"/>
              <ns1:gd name="T17" fmla="*/ 147 h 176"/>
              <ns1:gd name="T18" fmla="*/ 88 w 176"/>
              <ns1:gd name="T19" fmla="*/ 168 h 176"/>
              <ns1:gd name="T20" fmla="*/ 147 w 176"/>
              <ns1:gd name="T21" fmla="*/ 142 h 176"/>
              <ns1:gd name="T22" fmla="*/ 34 w 176"/>
              <ns1:gd name="T23" fmla="*/ 29 h 176"/>
              <ns1:gd name="T24" fmla="*/ 88 w 176"/>
              <ns1:gd name="T25" fmla="*/ 8 h 176"/>
              <ns1:gd name="T26" fmla="*/ 168 w 176"/>
              <ns1:gd name="T27" fmla="*/ 88 h 176"/>
              <ns1:gd name="T28" fmla="*/ 147 w 176"/>
              <ns1:gd name="T29" fmla="*/ 142 h 176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</ns1:cxnLst>
            <ns1:rect l="0" t="0" r="r" b="b"/>
            <ns1:pathLst>
              <ns1:path w="176" h="176">
                <ns1:moveTo>
                  <ns1:pt x="88" y="0"/>
                </ns1:moveTo>
                <ns1:cubicBezTo>
                  <ns1:pt x="39" y="0"/>
                  <ns1:pt x="0" y="39"/>
                  <ns1:pt x="0" y="88"/>
                </ns1:cubicBezTo>
                <ns1:cubicBezTo>
                  <ns1:pt x="0" y="137"/>
                  <ns1:pt x="39" y="176"/>
                  <ns1:pt x="88" y="176"/>
                </ns1:cubicBezTo>
                <ns1:cubicBezTo>
                  <ns1:pt x="137" y="176"/>
                  <ns1:pt x="176" y="137"/>
                  <ns1:pt x="176" y="88"/>
                </ns1:cubicBezTo>
                <ns1:cubicBezTo>
                  <ns1:pt x="176" y="39"/>
                  <ns1:pt x="137" y="0"/>
                  <ns1:pt x="88" y="0"/>
                </ns1:cubicBezTo>
                <ns1:moveTo>
                  <ns1:pt x="88" y="168"/>
                </ns1:moveTo>
                <ns1:cubicBezTo>
                  <ns1:pt x="44" y="168"/>
                  <ns1:pt x="8" y="132"/>
                  <ns1:pt x="8" y="88"/>
                </ns1:cubicBezTo>
                <ns1:cubicBezTo>
                  <ns1:pt x="8" y="67"/>
                  <ns1:pt x="16" y="49"/>
                  <ns1:pt x="29" y="34"/>
                </ns1:cubicBezTo>
                <ns1:cubicBezTo>
                  <ns1:pt x="142" y="147"/>
                  <ns1:pt x="142" y="147"/>
                  <ns1:pt x="142" y="147"/>
                </ns1:cubicBezTo>
                <ns1:cubicBezTo>
                  <ns1:pt x="127" y="160"/>
                  <ns1:pt x="109" y="168"/>
                  <ns1:pt x="88" y="168"/>
                </ns1:cubicBezTo>
                <ns1:moveTo>
                  <ns1:pt x="147" y="142"/>
                </ns1:moveTo>
                <ns1:cubicBezTo>
                  <ns1:pt x="34" y="29"/>
                  <ns1:pt x="34" y="29"/>
                  <ns1:pt x="34" y="29"/>
                </ns1:cubicBezTo>
                <ns1:cubicBezTo>
                  <ns1:pt x="49" y="16"/>
                  <ns1:pt x="67" y="8"/>
                  <ns1:pt x="88" y="8"/>
                </ns1:cubicBezTo>
                <ns1:cubicBezTo>
                  <ns1:pt x="132" y="8"/>
                  <ns1:pt x="168" y="44"/>
                  <ns1:pt x="168" y="88"/>
                </ns1:cubicBezTo>
                <ns1:cubicBezTo>
                  <ns1:pt x="168" y="109"/>
                  <ns1:pt x="160" y="127"/>
                  <ns1:pt x="147" y="142"/>
                </ns1:cubicBezTo>
              </ns1:path>
            </ns1:pathLst>
          </ns1:custGeom>
          <ns1:solidFill>
            <ns1:schemeClr val="tx1"/>
          </ns1:solidFill>
          <ns1:ln>
            <ns1:noFill/>
          </ns1:ln>
          <ns1:extLst/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en-US" sz="2700"/>
          </ns1:p>
        </ns0:txBody>
      </ns0:sp>
      <ns0:sp>
        <ns0:nvSpPr>
          <ns0:cNvPr id="41" name="Freeform 35"/>
          <ns0:cNvSpPr>
            <ns1:spLocks noEditPoints="1"/>
          </ns0:cNvSpPr>
          <ns0:nvPr/>
        </ns0:nvSpPr>
        <ns0:spPr bwMode="auto">
          <ns1:xfrm>
            <ns1:off x="3797301" y="2046289"/>
            <ns1:ext cx="320675" cy="320675"/>
          </ns1:xfrm>
          <ns1:custGeom>
            <ns1:avLst/>
            <ns1:gdLst>
              <ns1:gd name="T0" fmla="*/ 100 w 176"/>
              <ns1:gd name="T1" fmla="*/ 124 h 176"/>
              <ns1:gd name="T2" fmla="*/ 95 w 176"/>
              <ns1:gd name="T3" fmla="*/ 123 h 176"/>
              <ns1:gd name="T4" fmla="*/ 93 w 176"/>
              <ns1:gd name="T5" fmla="*/ 118 h 176"/>
              <ns1:gd name="T6" fmla="*/ 94 w 176"/>
              <ns1:gd name="T7" fmla="*/ 115 h 176"/>
              <ns1:gd name="T8" fmla="*/ 95 w 176"/>
              <ns1:gd name="T9" fmla="*/ 110 h 176"/>
              <ns1:gd name="T10" fmla="*/ 99 w 176"/>
              <ns1:gd name="T11" fmla="*/ 94 h 176"/>
              <ns1:gd name="T12" fmla="*/ 100 w 176"/>
              <ns1:gd name="T13" fmla="*/ 89 h 176"/>
              <ns1:gd name="T14" fmla="*/ 101 w 176"/>
              <ns1:gd name="T15" fmla="*/ 85 h 176"/>
              <ns1:gd name="T16" fmla="*/ 97 w 176"/>
              <ns1:gd name="T17" fmla="*/ 77 h 176"/>
              <ns1:gd name="T18" fmla="*/ 86 w 176"/>
              <ns1:gd name="T19" fmla="*/ 74 h 176"/>
              <ns1:gd name="T20" fmla="*/ 78 w 176"/>
              <ns1:gd name="T21" fmla="*/ 75 h 176"/>
              <ns1:gd name="T22" fmla="*/ 69 w 176"/>
              <ns1:gd name="T23" fmla="*/ 78 h 176"/>
              <ns1:gd name="T24" fmla="*/ 68 w 176"/>
              <ns1:gd name="T25" fmla="*/ 83 h 176"/>
              <ns1:gd name="T26" fmla="*/ 71 w 176"/>
              <ns1:gd name="T27" fmla="*/ 82 h 176"/>
              <ns1:gd name="T28" fmla="*/ 75 w 176"/>
              <ns1:gd name="T29" fmla="*/ 82 h 176"/>
              <ns1:gd name="T30" fmla="*/ 80 w 176"/>
              <ns1:gd name="T31" fmla="*/ 83 h 176"/>
              <ns1:gd name="T32" fmla="*/ 82 w 176"/>
              <ns1:gd name="T33" fmla="*/ 87 h 176"/>
              <ns1:gd name="T34" fmla="*/ 81 w 176"/>
              <ns1:gd name="T35" fmla="*/ 91 h 176"/>
              <ns1:gd name="T36" fmla="*/ 80 w 176"/>
              <ns1:gd name="T37" fmla="*/ 95 h 176"/>
              <ns1:gd name="T38" fmla="*/ 75 w 176"/>
              <ns1:gd name="T39" fmla="*/ 112 h 176"/>
              <ns1:gd name="T40" fmla="*/ 74 w 176"/>
              <ns1:gd name="T41" fmla="*/ 116 h 176"/>
              <ns1:gd name="T42" fmla="*/ 74 w 176"/>
              <ns1:gd name="T43" fmla="*/ 120 h 176"/>
              <ns1:gd name="T44" fmla="*/ 78 w 176"/>
              <ns1:gd name="T45" fmla="*/ 129 h 176"/>
              <ns1:gd name="T46" fmla="*/ 89 w 176"/>
              <ns1:gd name="T47" fmla="*/ 132 h 176"/>
              <ns1:gd name="T48" fmla="*/ 96 w 176"/>
              <ns1:gd name="T49" fmla="*/ 131 h 176"/>
              <ns1:gd name="T50" fmla="*/ 106 w 176"/>
              <ns1:gd name="T51" fmla="*/ 127 h 176"/>
              <ns1:gd name="T52" fmla="*/ 107 w 176"/>
              <ns1:gd name="T53" fmla="*/ 122 h 176"/>
              <ns1:gd name="T54" fmla="*/ 104 w 176"/>
              <ns1:gd name="T55" fmla="*/ 123 h 176"/>
              <ns1:gd name="T56" fmla="*/ 100 w 176"/>
              <ns1:gd name="T57" fmla="*/ 124 h 176"/>
              <ns1:gd name="T58" fmla="*/ 97 w 176"/>
              <ns1:gd name="T59" fmla="*/ 44 h 176"/>
              <ns1:gd name="T60" fmla="*/ 89 w 176"/>
              <ns1:gd name="T61" fmla="*/ 47 h 176"/>
              <ns1:gd name="T62" fmla="*/ 85 w 176"/>
              <ns1:gd name="T63" fmla="*/ 54 h 176"/>
              <ns1:gd name="T64" fmla="*/ 89 w 176"/>
              <ns1:gd name="T65" fmla="*/ 61 h 176"/>
              <ns1:gd name="T66" fmla="*/ 97 w 176"/>
              <ns1:gd name="T67" fmla="*/ 64 h 176"/>
              <ns1:gd name="T68" fmla="*/ 105 w 176"/>
              <ns1:gd name="T69" fmla="*/ 61 h 176"/>
              <ns1:gd name="T70" fmla="*/ 108 w 176"/>
              <ns1:gd name="T71" fmla="*/ 54 h 176"/>
              <ns1:gd name="T72" fmla="*/ 105 w 176"/>
              <ns1:gd name="T73" fmla="*/ 47 h 176"/>
              <ns1:gd name="T74" fmla="*/ 97 w 176"/>
              <ns1:gd name="T75" fmla="*/ 44 h 176"/>
              <ns1:gd name="T76" fmla="*/ 88 w 176"/>
              <ns1:gd name="T77" fmla="*/ 0 h 176"/>
              <ns1:gd name="T78" fmla="*/ 0 w 176"/>
              <ns1:gd name="T79" fmla="*/ 88 h 176"/>
              <ns1:gd name="T80" fmla="*/ 88 w 176"/>
              <ns1:gd name="T81" fmla="*/ 176 h 176"/>
              <ns1:gd name="T82" fmla="*/ 176 w 176"/>
              <ns1:gd name="T83" fmla="*/ 88 h 176"/>
              <ns1:gd name="T84" fmla="*/ 88 w 176"/>
              <ns1:gd name="T85" fmla="*/ 0 h 176"/>
              <ns1:gd name="T86" fmla="*/ 88 w 176"/>
              <ns1:gd name="T87" fmla="*/ 168 h 176"/>
              <ns1:gd name="T88" fmla="*/ 8 w 176"/>
              <ns1:gd name="T89" fmla="*/ 88 h 176"/>
              <ns1:gd name="T90" fmla="*/ 88 w 176"/>
              <ns1:gd name="T91" fmla="*/ 8 h 176"/>
              <ns1:gd name="T92" fmla="*/ 168 w 176"/>
              <ns1:gd name="T93" fmla="*/ 88 h 176"/>
              <ns1:gd name="T94" fmla="*/ 88 w 176"/>
              <ns1:gd name="T95" fmla="*/ 168 h 176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  <ns1:cxn ang="0">
                <ns1:pos x="T32" y="T33"/>
              </ns1:cxn>
              <ns1:cxn ang="0">
                <ns1:pos x="T34" y="T35"/>
              </ns1:cxn>
              <ns1:cxn ang="0">
                <ns1:pos x="T36" y="T37"/>
              </ns1:cxn>
              <ns1:cxn ang="0">
                <ns1:pos x="T38" y="T39"/>
              </ns1:cxn>
              <ns1:cxn ang="0">
                <ns1:pos x="T40" y="T41"/>
              </ns1:cxn>
              <ns1:cxn ang="0">
                <ns1:pos x="T42" y="T43"/>
              </ns1:cxn>
              <ns1:cxn ang="0">
                <ns1:pos x="T44" y="T45"/>
              </ns1:cxn>
              <ns1:cxn ang="0">
                <ns1:pos x="T46" y="T47"/>
              </ns1:cxn>
              <ns1:cxn ang="0">
                <ns1:pos x="T48" y="T49"/>
              </ns1:cxn>
              <ns1:cxn ang="0">
                <ns1:pos x="T50" y="T51"/>
              </ns1:cxn>
              <ns1:cxn ang="0">
                <ns1:pos x="T52" y="T53"/>
              </ns1:cxn>
              <ns1:cxn ang="0">
                <ns1:pos x="T54" y="T55"/>
              </ns1:cxn>
              <ns1:cxn ang="0">
                <ns1:pos x="T56" y="T57"/>
              </ns1:cxn>
              <ns1:cxn ang="0">
                <ns1:pos x="T58" y="T59"/>
              </ns1:cxn>
              <ns1:cxn ang="0">
                <ns1:pos x="T60" y="T61"/>
              </ns1:cxn>
              <ns1:cxn ang="0">
                <ns1:pos x="T62" y="T63"/>
              </ns1:cxn>
              <ns1:cxn ang="0">
                <ns1:pos x="T64" y="T65"/>
              </ns1:cxn>
              <ns1:cxn ang="0">
                <ns1:pos x="T66" y="T67"/>
              </ns1:cxn>
              <ns1:cxn ang="0">
                <ns1:pos x="T68" y="T69"/>
              </ns1:cxn>
              <ns1:cxn ang="0">
                <ns1:pos x="T70" y="T71"/>
              </ns1:cxn>
              <ns1:cxn ang="0">
                <ns1:pos x="T72" y="T73"/>
              </ns1:cxn>
              <ns1:cxn ang="0">
                <ns1:pos x="T74" y="T75"/>
              </ns1:cxn>
              <ns1:cxn ang="0">
                <ns1:pos x="T76" y="T77"/>
              </ns1:cxn>
              <ns1:cxn ang="0">
                <ns1:pos x="T78" y="T79"/>
              </ns1:cxn>
              <ns1:cxn ang="0">
                <ns1:pos x="T80" y="T81"/>
              </ns1:cxn>
              <ns1:cxn ang="0">
                <ns1:pos x="T82" y="T83"/>
              </ns1:cxn>
              <ns1:cxn ang="0">
                <ns1:pos x="T84" y="T85"/>
              </ns1:cxn>
              <ns1:cxn ang="0">
                <ns1:pos x="T86" y="T87"/>
              </ns1:cxn>
              <ns1:cxn ang="0">
                <ns1:pos x="T88" y="T89"/>
              </ns1:cxn>
              <ns1:cxn ang="0">
                <ns1:pos x="T90" y="T91"/>
              </ns1:cxn>
              <ns1:cxn ang="0">
                <ns1:pos x="T92" y="T93"/>
              </ns1:cxn>
              <ns1:cxn ang="0">
                <ns1:pos x="T94" y="T95"/>
              </ns1:cxn>
            </ns1:cxnLst>
            <ns1:rect l="0" t="0" r="r" b="b"/>
            <ns1:pathLst>
              <ns1:path w="176" h="176">
                <ns1:moveTo>
                  <ns1:pt x="100" y="124"/>
                </ns1:moveTo>
                <ns1:cubicBezTo>
                  <ns1:pt x="97" y="124"/>
                  <ns1:pt x="96" y="124"/>
                  <ns1:pt x="95" y="123"/>
                </ns1:cubicBezTo>
                <ns1:cubicBezTo>
                  <ns1:pt x="94" y="122"/>
                  <ns1:pt x="93" y="121"/>
                  <ns1:pt x="93" y="118"/>
                </ns1:cubicBezTo>
                <ns1:cubicBezTo>
                  <ns1:pt x="93" y="118"/>
                  <ns1:pt x="93" y="116"/>
                  <ns1:pt x="94" y="115"/>
                </ns1:cubicBezTo>
                <ns1:cubicBezTo>
                  <ns1:pt x="94" y="113"/>
                  <ns1:pt x="94" y="112"/>
                  <ns1:pt x="95" y="110"/>
                </ns1:cubicBezTo>
                <ns1:cubicBezTo>
                  <ns1:pt x="99" y="94"/>
                  <ns1:pt x="99" y="94"/>
                  <ns1:pt x="99" y="94"/>
                </ns1:cubicBezTo>
                <ns1:cubicBezTo>
                  <ns1:pt x="100" y="92"/>
                  <ns1:pt x="100" y="91"/>
                  <ns1:pt x="100" y="89"/>
                </ns1:cubicBezTo>
                <ns1:cubicBezTo>
                  <ns1:pt x="100" y="87"/>
                  <ns1:pt x="101" y="86"/>
                  <ns1:pt x="101" y="85"/>
                </ns1:cubicBezTo>
                <ns1:cubicBezTo>
                  <ns1:pt x="101" y="82"/>
                  <ns1:pt x="99" y="79"/>
                  <ns1:pt x="97" y="77"/>
                </ns1:cubicBezTo>
                <ns1:cubicBezTo>
                  <ns1:pt x="94" y="75"/>
                  <ns1:pt x="91" y="74"/>
                  <ns1:pt x="86" y="74"/>
                </ns1:cubicBezTo>
                <ns1:cubicBezTo>
                  <ns1:pt x="84" y="74"/>
                  <ns1:pt x="81" y="74"/>
                  <ns1:pt x="78" y="75"/>
                </ns1:cubicBezTo>
                <ns1:cubicBezTo>
                  <ns1:pt x="75" y="76"/>
                  <ns1:pt x="72" y="77"/>
                  <ns1:pt x="69" y="78"/>
                </ns1:cubicBezTo>
                <ns1:cubicBezTo>
                  <ns1:pt x="68" y="83"/>
                  <ns1:pt x="68" y="83"/>
                  <ns1:pt x="68" y="83"/>
                </ns1:cubicBezTo>
                <ns1:cubicBezTo>
                  <ns1:pt x="69" y="83"/>
                  <ns1:pt x="70" y="83"/>
                  <ns1:pt x="71" y="82"/>
                </ns1:cubicBezTo>
                <ns1:cubicBezTo>
                  <ns1:pt x="73" y="82"/>
                  <ns1:pt x="74" y="82"/>
                  <ns1:pt x="75" y="82"/>
                </ns1:cubicBezTo>
                <ns1:cubicBezTo>
                  <ns1:pt x="78" y="82"/>
                  <ns1:pt x="79" y="82"/>
                  <ns1:pt x="80" y="83"/>
                </ns1:cubicBezTo>
                <ns1:cubicBezTo>
                  <ns1:pt x="81" y="84"/>
                  <ns1:pt x="82" y="85"/>
                  <ns1:pt x="82" y="87"/>
                </ns1:cubicBezTo>
                <ns1:cubicBezTo>
                  <ns1:pt x="82" y="88"/>
                  <ns1:pt x="81" y="90"/>
                  <ns1:pt x="81" y="91"/>
                </ns1:cubicBezTo>
                <ns1:cubicBezTo>
                  <ns1:pt x="81" y="92"/>
                  <ns1:pt x="80" y="94"/>
                  <ns1:pt x="80" y="95"/>
                </ns1:cubicBezTo>
                <ns1:cubicBezTo>
                  <ns1:pt x="75" y="112"/>
                  <ns1:pt x="75" y="112"/>
                  <ns1:pt x="75" y="112"/>
                </ns1:cubicBezTo>
                <ns1:cubicBezTo>
                  <ns1:pt x="75" y="113"/>
                  <ns1:pt x="75" y="115"/>
                  <ns1:pt x="74" y="116"/>
                </ns1:cubicBezTo>
                <ns1:cubicBezTo>
                  <ns1:pt x="74" y="118"/>
                  <ns1:pt x="74" y="119"/>
                  <ns1:pt x="74" y="120"/>
                </ns1:cubicBezTo>
                <ns1:cubicBezTo>
                  <ns1:pt x="74" y="124"/>
                  <ns1:pt x="75" y="127"/>
                  <ns1:pt x="78" y="129"/>
                </ns1:cubicBezTo>
                <ns1:cubicBezTo>
                  <ns1:pt x="80" y="131"/>
                  <ns1:pt x="84" y="132"/>
                  <ns1:pt x="89" y="132"/>
                </ns1:cubicBezTo>
                <ns1:cubicBezTo>
                  <ns1:pt x="92" y="132"/>
                  <ns1:pt x="94" y="132"/>
                  <ns1:pt x="96" y="131"/>
                </ns1:cubicBezTo>
                <ns1:cubicBezTo>
                  <ns1:pt x="99" y="130"/>
                  <ns1:pt x="102" y="129"/>
                  <ns1:pt x="106" y="127"/>
                </ns1:cubicBezTo>
                <ns1:cubicBezTo>
                  <ns1:pt x="107" y="122"/>
                  <ns1:pt x="107" y="122"/>
                  <ns1:pt x="107" y="122"/>
                </ns1:cubicBezTo>
                <ns1:cubicBezTo>
                  <ns1:pt x="106" y="123"/>
                  <ns1:pt x="105" y="123"/>
                  <ns1:pt x="104" y="123"/>
                </ns1:cubicBezTo>
                <ns1:cubicBezTo>
                  <ns1:pt x="102" y="124"/>
                  <ns1:pt x="101" y="124"/>
                  <ns1:pt x="100" y="124"/>
                </ns1:cubicBezTo>
                <ns1:moveTo>
                  <ns1:pt x="97" y="44"/>
                </ns1:moveTo>
                <ns1:cubicBezTo>
                  <ns1:pt x="94" y="44"/>
                  <ns1:pt x="91" y="45"/>
                  <ns1:pt x="89" y="47"/>
                </ns1:cubicBezTo>
                <ns1:cubicBezTo>
                  <ns1:pt x="87" y="49"/>
                  <ns1:pt x="85" y="51"/>
                  <ns1:pt x="85" y="54"/>
                </ns1:cubicBezTo>
                <ns1:cubicBezTo>
                  <ns1:pt x="85" y="57"/>
                  <ns1:pt x="87" y="59"/>
                  <ns1:pt x="89" y="61"/>
                </ns1:cubicBezTo>
                <ns1:cubicBezTo>
                  <ns1:pt x="91" y="63"/>
                  <ns1:pt x="94" y="64"/>
                  <ns1:pt x="97" y="64"/>
                </ns1:cubicBezTo>
                <ns1:cubicBezTo>
                  <ns1:pt x="100" y="64"/>
                  <ns1:pt x="103" y="63"/>
                  <ns1:pt x="105" y="61"/>
                </ns1:cubicBezTo>
                <ns1:cubicBezTo>
                  <ns1:pt x="107" y="59"/>
                  <ns1:pt x="108" y="57"/>
                  <ns1:pt x="108" y="54"/>
                </ns1:cubicBezTo>
                <ns1:cubicBezTo>
                  <ns1:pt x="108" y="51"/>
                  <ns1:pt x="107" y="49"/>
                  <ns1:pt x="105" y="47"/>
                </ns1:cubicBezTo>
                <ns1:cubicBezTo>
                  <ns1:pt x="103" y="45"/>
                  <ns1:pt x="100" y="44"/>
                  <ns1:pt x="97" y="44"/>
                </ns1:cubicBezTo>
                <ns1:moveTo>
                  <ns1:pt x="88" y="0"/>
                </ns1:moveTo>
                <ns1:cubicBezTo>
                  <ns1:pt x="39" y="0"/>
                  <ns1:pt x="0" y="39"/>
                  <ns1:pt x="0" y="88"/>
                </ns1:cubicBezTo>
                <ns1:cubicBezTo>
                  <ns1:pt x="0" y="137"/>
                  <ns1:pt x="39" y="176"/>
                  <ns1:pt x="88" y="176"/>
                </ns1:cubicBezTo>
                <ns1:cubicBezTo>
                  <ns1:pt x="137" y="176"/>
                  <ns1:pt x="176" y="137"/>
                  <ns1:pt x="176" y="88"/>
                </ns1:cubicBezTo>
                <ns1:cubicBezTo>
                  <ns1:pt x="176" y="39"/>
                  <ns1:pt x="137" y="0"/>
                  <ns1:pt x="88" y="0"/>
                </ns1:cubicBezTo>
                <ns1:moveTo>
                  <ns1:pt x="88" y="168"/>
                </ns1:moveTo>
                <ns1:cubicBezTo>
                  <ns1:pt x="44" y="168"/>
                  <ns1:pt x="8" y="132"/>
                  <ns1:pt x="8" y="88"/>
                </ns1:cubicBezTo>
                <ns1:cubicBezTo>
                  <ns1:pt x="8" y="44"/>
                  <ns1:pt x="44" y="8"/>
                  <ns1:pt x="88" y="8"/>
                </ns1:cubicBezTo>
                <ns1:cubicBezTo>
                  <ns1:pt x="132" y="8"/>
                  <ns1:pt x="168" y="44"/>
                  <ns1:pt x="168" y="88"/>
                </ns1:cubicBezTo>
                <ns1:cubicBezTo>
                  <ns1:pt x="168" y="132"/>
                  <ns1:pt x="132" y="168"/>
                  <ns1:pt x="88" y="168"/>
                </ns1:cubicBezTo>
              </ns1:path>
            </ns1:pathLst>
          </ns1:custGeom>
          <ns1:solidFill>
            <ns1:schemeClr val="tx1"/>
          </ns1:solidFill>
          <ns1:ln>
            <ns1:noFill/>
          </ns1:ln>
          <ns1:extLst/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en-US" sz="2700"/>
          </ns1:p>
        </ns0:txBody>
      </ns0:sp>
      <ns0:sp>
        <ns0:nvSpPr>
          <ns0:cNvPr id="42" name="Freeform 36"/>
          <ns0:cNvSpPr>
            <ns1:spLocks noEditPoints="1"/>
          </ns0:cNvSpPr>
          <ns0:nvPr/>
        </ns0:nvSpPr>
        <ns0:spPr bwMode="auto">
          <ns1:xfrm>
            <ns1:off x="4408489" y="2046289"/>
            <ns1:ext cx="320675" cy="320675"/>
          </ns1:xfrm>
          <ns1:custGeom>
            <ns1:avLst/>
            <ns1:gdLst>
              <ns1:gd name="T0" fmla="*/ 88 w 176"/>
              <ns1:gd name="T1" fmla="*/ 0 h 176"/>
              <ns1:gd name="T2" fmla="*/ 0 w 176"/>
              <ns1:gd name="T3" fmla="*/ 88 h 176"/>
              <ns1:gd name="T4" fmla="*/ 88 w 176"/>
              <ns1:gd name="T5" fmla="*/ 176 h 176"/>
              <ns1:gd name="T6" fmla="*/ 176 w 176"/>
              <ns1:gd name="T7" fmla="*/ 88 h 176"/>
              <ns1:gd name="T8" fmla="*/ 88 w 176"/>
              <ns1:gd name="T9" fmla="*/ 0 h 176"/>
              <ns1:gd name="T10" fmla="*/ 88 w 176"/>
              <ns1:gd name="T11" fmla="*/ 168 h 176"/>
              <ns1:gd name="T12" fmla="*/ 8 w 176"/>
              <ns1:gd name="T13" fmla="*/ 88 h 176"/>
              <ns1:gd name="T14" fmla="*/ 88 w 176"/>
              <ns1:gd name="T15" fmla="*/ 8 h 176"/>
              <ns1:gd name="T16" fmla="*/ 168 w 176"/>
              <ns1:gd name="T17" fmla="*/ 88 h 176"/>
              <ns1:gd name="T18" fmla="*/ 88 w 176"/>
              <ns1:gd name="T19" fmla="*/ 168 h 176"/>
              <ns1:gd name="T20" fmla="*/ 83 w 176"/>
              <ns1:gd name="T21" fmla="*/ 128 h 176"/>
              <ns1:gd name="T22" fmla="*/ 94 w 176"/>
              <ns1:gd name="T23" fmla="*/ 128 h 176"/>
              <ns1:gd name="T24" fmla="*/ 94 w 176"/>
              <ns1:gd name="T25" fmla="*/ 115 h 176"/>
              <ns1:gd name="T26" fmla="*/ 83 w 176"/>
              <ns1:gd name="T27" fmla="*/ 115 h 176"/>
              <ns1:gd name="T28" fmla="*/ 83 w 176"/>
              <ns1:gd name="T29" fmla="*/ 128 h 176"/>
              <ns1:gd name="T30" fmla="*/ 106 w 176"/>
              <ns1:gd name="T31" fmla="*/ 53 h 176"/>
              <ns1:gd name="T32" fmla="*/ 98 w 176"/>
              <ns1:gd name="T33" fmla="*/ 49 h 176"/>
              <ns1:gd name="T34" fmla="*/ 89 w 176"/>
              <ns1:gd name="T35" fmla="*/ 48 h 176"/>
              <ns1:gd name="T36" fmla="*/ 78 w 176"/>
              <ns1:gd name="T37" fmla="*/ 50 h 176"/>
              <ns1:gd name="T38" fmla="*/ 70 w 176"/>
              <ns1:gd name="T39" fmla="*/ 55 h 176"/>
              <ns1:gd name="T40" fmla="*/ 65 w 176"/>
              <ns1:gd name="T41" fmla="*/ 63 h 176"/>
              <ns1:gd name="T42" fmla="*/ 63 w 176"/>
              <ns1:gd name="T43" fmla="*/ 74 h 176"/>
              <ns1:gd name="T44" fmla="*/ 63 w 176"/>
              <ns1:gd name="T45" fmla="*/ 75 h 176"/>
              <ns1:gd name="T46" fmla="*/ 72 w 176"/>
              <ns1:gd name="T47" fmla="*/ 75 h 176"/>
              <ns1:gd name="T48" fmla="*/ 72 w 176"/>
              <ns1:gd name="T49" fmla="*/ 74 h 176"/>
              <ns1:gd name="T50" fmla="*/ 73 w 176"/>
              <ns1:gd name="T51" fmla="*/ 67 h 176"/>
              <ns1:gd name="T52" fmla="*/ 76 w 176"/>
              <ns1:gd name="T53" fmla="*/ 61 h 176"/>
              <ns1:gd name="T54" fmla="*/ 82 w 176"/>
              <ns1:gd name="T55" fmla="*/ 57 h 176"/>
              <ns1:gd name="T56" fmla="*/ 89 w 176"/>
              <ns1:gd name="T57" fmla="*/ 56 h 176"/>
              <ns1:gd name="T58" fmla="*/ 95 w 176"/>
              <ns1:gd name="T59" fmla="*/ 57 h 176"/>
              <ns1:gd name="T60" fmla="*/ 100 w 176"/>
              <ns1:gd name="T61" fmla="*/ 59 h 176"/>
              <ns1:gd name="T62" fmla="*/ 103 w 176"/>
              <ns1:gd name="T63" fmla="*/ 64 h 176"/>
              <ns1:gd name="T64" fmla="*/ 104 w 176"/>
              <ns1:gd name="T65" fmla="*/ 69 h 176"/>
              <ns1:gd name="T66" fmla="*/ 102 w 176"/>
              <ns1:gd name="T67" fmla="*/ 76 h 176"/>
              <ns1:gd name="T68" fmla="*/ 97 w 176"/>
              <ns1:gd name="T69" fmla="*/ 82 h 176"/>
              <ns1:gd name="T70" fmla="*/ 91 w 176"/>
              <ns1:gd name="T71" fmla="*/ 88 h 176"/>
              <ns1:gd name="T72" fmla="*/ 87 w 176"/>
              <ns1:gd name="T73" fmla="*/ 93 h 176"/>
              <ns1:gd name="T74" fmla="*/ 85 w 176"/>
              <ns1:gd name="T75" fmla="*/ 99 h 176"/>
              <ns1:gd name="T76" fmla="*/ 84 w 176"/>
              <ns1:gd name="T77" fmla="*/ 108 h 176"/>
              <ns1:gd name="T78" fmla="*/ 84 w 176"/>
              <ns1:gd name="T79" fmla="*/ 109 h 176"/>
              <ns1:gd name="T80" fmla="*/ 93 w 176"/>
              <ns1:gd name="T81" fmla="*/ 109 h 176"/>
              <ns1:gd name="T82" fmla="*/ 93 w 176"/>
              <ns1:gd name="T83" fmla="*/ 108 h 176"/>
              <ns1:gd name="T84" fmla="*/ 93 w 176"/>
              <ns1:gd name="T85" fmla="*/ 100 h 176"/>
              <ns1:gd name="T86" fmla="*/ 95 w 176"/>
              <ns1:gd name="T87" fmla="*/ 96 h 176"/>
              <ns1:gd name="T88" fmla="*/ 97 w 176"/>
              <ns1:gd name="T89" fmla="*/ 93 h 176"/>
              <ns1:gd name="T90" fmla="*/ 103 w 176"/>
              <ns1:gd name="T91" fmla="*/ 88 h 176"/>
              <ns1:gd name="T92" fmla="*/ 110 w 176"/>
              <ns1:gd name="T93" fmla="*/ 79 h 176"/>
              <ns1:gd name="T94" fmla="*/ 113 w 176"/>
              <ns1:gd name="T95" fmla="*/ 69 h 176"/>
              <ns1:gd name="T96" fmla="*/ 111 w 176"/>
              <ns1:gd name="T97" fmla="*/ 60 h 176"/>
              <ns1:gd name="T98" fmla="*/ 106 w 176"/>
              <ns1:gd name="T99" fmla="*/ 53 h 176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  <ns1:cxn ang="0">
                <ns1:pos x="T32" y="T33"/>
              </ns1:cxn>
              <ns1:cxn ang="0">
                <ns1:pos x="T34" y="T35"/>
              </ns1:cxn>
              <ns1:cxn ang="0">
                <ns1:pos x="T36" y="T37"/>
              </ns1:cxn>
              <ns1:cxn ang="0">
                <ns1:pos x="T38" y="T39"/>
              </ns1:cxn>
              <ns1:cxn ang="0">
                <ns1:pos x="T40" y="T41"/>
              </ns1:cxn>
              <ns1:cxn ang="0">
                <ns1:pos x="T42" y="T43"/>
              </ns1:cxn>
              <ns1:cxn ang="0">
                <ns1:pos x="T44" y="T45"/>
              </ns1:cxn>
              <ns1:cxn ang="0">
                <ns1:pos x="T46" y="T47"/>
              </ns1:cxn>
              <ns1:cxn ang="0">
                <ns1:pos x="T48" y="T49"/>
              </ns1:cxn>
              <ns1:cxn ang="0">
                <ns1:pos x="T50" y="T51"/>
              </ns1:cxn>
              <ns1:cxn ang="0">
                <ns1:pos x="T52" y="T53"/>
              </ns1:cxn>
              <ns1:cxn ang="0">
                <ns1:pos x="T54" y="T55"/>
              </ns1:cxn>
              <ns1:cxn ang="0">
                <ns1:pos x="T56" y="T57"/>
              </ns1:cxn>
              <ns1:cxn ang="0">
                <ns1:pos x="T58" y="T59"/>
              </ns1:cxn>
              <ns1:cxn ang="0">
                <ns1:pos x="T60" y="T61"/>
              </ns1:cxn>
              <ns1:cxn ang="0">
                <ns1:pos x="T62" y="T63"/>
              </ns1:cxn>
              <ns1:cxn ang="0">
                <ns1:pos x="T64" y="T65"/>
              </ns1:cxn>
              <ns1:cxn ang="0">
                <ns1:pos x="T66" y="T67"/>
              </ns1:cxn>
              <ns1:cxn ang="0">
                <ns1:pos x="T68" y="T69"/>
              </ns1:cxn>
              <ns1:cxn ang="0">
                <ns1:pos x="T70" y="T71"/>
              </ns1:cxn>
              <ns1:cxn ang="0">
                <ns1:pos x="T72" y="T73"/>
              </ns1:cxn>
              <ns1:cxn ang="0">
                <ns1:pos x="T74" y="T75"/>
              </ns1:cxn>
              <ns1:cxn ang="0">
                <ns1:pos x="T76" y="T77"/>
              </ns1:cxn>
              <ns1:cxn ang="0">
                <ns1:pos x="T78" y="T79"/>
              </ns1:cxn>
              <ns1:cxn ang="0">
                <ns1:pos x="T80" y="T81"/>
              </ns1:cxn>
              <ns1:cxn ang="0">
                <ns1:pos x="T82" y="T83"/>
              </ns1:cxn>
              <ns1:cxn ang="0">
                <ns1:pos x="T84" y="T85"/>
              </ns1:cxn>
              <ns1:cxn ang="0">
                <ns1:pos x="T86" y="T87"/>
              </ns1:cxn>
              <ns1:cxn ang="0">
                <ns1:pos x="T88" y="T89"/>
              </ns1:cxn>
              <ns1:cxn ang="0">
                <ns1:pos x="T90" y="T91"/>
              </ns1:cxn>
              <ns1:cxn ang="0">
                <ns1:pos x="T92" y="T93"/>
              </ns1:cxn>
              <ns1:cxn ang="0">
                <ns1:pos x="T94" y="T95"/>
              </ns1:cxn>
              <ns1:cxn ang="0">
                <ns1:pos x="T96" y="T97"/>
              </ns1:cxn>
              <ns1:cxn ang="0">
                <ns1:pos x="T98" y="T99"/>
              </ns1:cxn>
            </ns1:cxnLst>
            <ns1:rect l="0" t="0" r="r" b="b"/>
            <ns1:pathLst>
              <ns1:path w="176" h="176">
                <ns1:moveTo>
                  <ns1:pt x="88" y="0"/>
                </ns1:moveTo>
                <ns1:cubicBezTo>
                  <ns1:pt x="39" y="0"/>
                  <ns1:pt x="0" y="39"/>
                  <ns1:pt x="0" y="88"/>
                </ns1:cubicBezTo>
                <ns1:cubicBezTo>
                  <ns1:pt x="0" y="137"/>
                  <ns1:pt x="39" y="176"/>
                  <ns1:pt x="88" y="176"/>
                </ns1:cubicBezTo>
                <ns1:cubicBezTo>
                  <ns1:pt x="137" y="176"/>
                  <ns1:pt x="176" y="137"/>
                  <ns1:pt x="176" y="88"/>
                </ns1:cubicBezTo>
                <ns1:cubicBezTo>
                  <ns1:pt x="176" y="39"/>
                  <ns1:pt x="137" y="0"/>
                  <ns1:pt x="88" y="0"/>
                </ns1:cubicBezTo>
                <ns1:moveTo>
                  <ns1:pt x="88" y="168"/>
                </ns1:moveTo>
                <ns1:cubicBezTo>
                  <ns1:pt x="44" y="168"/>
                  <ns1:pt x="8" y="132"/>
                  <ns1:pt x="8" y="88"/>
                </ns1:cubicBezTo>
                <ns1:cubicBezTo>
                  <ns1:pt x="8" y="44"/>
                  <ns1:pt x="44" y="8"/>
                  <ns1:pt x="88" y="8"/>
                </ns1:cubicBezTo>
                <ns1:cubicBezTo>
                  <ns1:pt x="132" y="8"/>
                  <ns1:pt x="168" y="44"/>
                  <ns1:pt x="168" y="88"/>
                </ns1:cubicBezTo>
                <ns1:cubicBezTo>
                  <ns1:pt x="168" y="132"/>
                  <ns1:pt x="132" y="168"/>
                  <ns1:pt x="88" y="168"/>
                </ns1:cubicBezTo>
                <ns1:moveTo>
                  <ns1:pt x="83" y="128"/>
                </ns1:moveTo>
                <ns1:cubicBezTo>
                  <ns1:pt x="94" y="128"/>
                  <ns1:pt x="94" y="128"/>
                  <ns1:pt x="94" y="128"/>
                </ns1:cubicBezTo>
                <ns1:cubicBezTo>
                  <ns1:pt x="94" y="115"/>
                  <ns1:pt x="94" y="115"/>
                  <ns1:pt x="94" y="115"/>
                </ns1:cubicBezTo>
                <ns1:cubicBezTo>
                  <ns1:pt x="83" y="115"/>
                  <ns1:pt x="83" y="115"/>
                  <ns1:pt x="83" y="115"/>
                </ns1:cubicBezTo>
                <ns1:lnTo>
                  <ns1:pt x="83" y="128"/>
                </ns1:lnTo>
                <ns1:close/>
                <ns1:moveTo>
                  <ns1:pt x="106" y="53"/>
                </ns1:moveTo>
                <ns1:cubicBezTo>
                  <ns1:pt x="104" y="52"/>
                  <ns1:pt x="101" y="50"/>
                  <ns1:pt x="98" y="49"/>
                </ns1:cubicBezTo>
                <ns1:cubicBezTo>
                  <ns1:pt x="96" y="48"/>
                  <ns1:pt x="93" y="48"/>
                  <ns1:pt x="89" y="48"/>
                </ns1:cubicBezTo>
                <ns1:cubicBezTo>
                  <ns1:pt x="85" y="48"/>
                  <ns1:pt x="82" y="49"/>
                  <ns1:pt x="78" y="50"/>
                </ns1:cubicBezTo>
                <ns1:cubicBezTo>
                  <ns1:pt x="75" y="51"/>
                  <ns1:pt x="73" y="53"/>
                  <ns1:pt x="70" y="55"/>
                </ns1:cubicBezTo>
                <ns1:cubicBezTo>
                  <ns1:pt x="68" y="57"/>
                  <ns1:pt x="66" y="60"/>
                  <ns1:pt x="65" y="63"/>
                </ns1:cubicBezTo>
                <ns1:cubicBezTo>
                  <ns1:pt x="64" y="67"/>
                  <ns1:pt x="63" y="70"/>
                  <ns1:pt x="63" y="74"/>
                </ns1:cubicBezTo>
                <ns1:cubicBezTo>
                  <ns1:pt x="63" y="75"/>
                  <ns1:pt x="63" y="75"/>
                  <ns1:pt x="63" y="75"/>
                </ns1:cubicBezTo>
                <ns1:cubicBezTo>
                  <ns1:pt x="72" y="75"/>
                  <ns1:pt x="72" y="75"/>
                  <ns1:pt x="72" y="75"/>
                </ns1:cubicBezTo>
                <ns1:cubicBezTo>
                  <ns1:pt x="72" y="74"/>
                  <ns1:pt x="72" y="74"/>
                  <ns1:pt x="72" y="74"/>
                </ns1:cubicBezTo>
                <ns1:cubicBezTo>
                  <ns1:pt x="72" y="71"/>
                  <ns1:pt x="73" y="69"/>
                  <ns1:pt x="73" y="67"/>
                </ns1:cubicBezTo>
                <ns1:cubicBezTo>
                  <ns1:pt x="74" y="64"/>
                  <ns1:pt x="75" y="63"/>
                  <ns1:pt x="76" y="61"/>
                </ns1:cubicBezTo>
                <ns1:cubicBezTo>
                  <ns1:pt x="78" y="59"/>
                  <ns1:pt x="80" y="58"/>
                  <ns1:pt x="82" y="57"/>
                </ns1:cubicBezTo>
                <ns1:cubicBezTo>
                  <ns1:pt x="84" y="56"/>
                  <ns1:pt x="86" y="56"/>
                  <ns1:pt x="89" y="56"/>
                </ns1:cubicBezTo>
                <ns1:cubicBezTo>
                  <ns1:pt x="91" y="56"/>
                  <ns1:pt x="93" y="56"/>
                  <ns1:pt x="95" y="57"/>
                </ns1:cubicBezTo>
                <ns1:cubicBezTo>
                  <ns1:pt x="97" y="57"/>
                  <ns1:pt x="98" y="58"/>
                  <ns1:pt x="100" y="59"/>
                </ns1:cubicBezTo>
                <ns1:cubicBezTo>
                  <ns1:pt x="101" y="61"/>
                  <ns1:pt x="102" y="62"/>
                  <ns1:pt x="103" y="64"/>
                </ns1:cubicBezTo>
                <ns1:cubicBezTo>
                  <ns1:pt x="104" y="65"/>
                  <ns1:pt x="104" y="67"/>
                  <ns1:pt x="104" y="69"/>
                </ns1:cubicBezTo>
                <ns1:cubicBezTo>
                  <ns1:pt x="104" y="72"/>
                  <ns1:pt x="103" y="74"/>
                  <ns1:pt x="102" y="76"/>
                </ns1:cubicBezTo>
                <ns1:cubicBezTo>
                  <ns1:pt x="101" y="78"/>
                  <ns1:pt x="99" y="80"/>
                  <ns1:pt x="97" y="82"/>
                </ns1:cubicBezTo>
                <ns1:cubicBezTo>
                  <ns1:pt x="95" y="84"/>
                  <ns1:pt x="93" y="86"/>
                  <ns1:pt x="91" y="88"/>
                </ns1:cubicBezTo>
                <ns1:cubicBezTo>
                  <ns1:pt x="89" y="89"/>
                  <ns1:pt x="88" y="91"/>
                  <ns1:pt x="87" y="93"/>
                </ns1:cubicBezTo>
                <ns1:cubicBezTo>
                  <ns1:pt x="86" y="95"/>
                  <ns1:pt x="85" y="97"/>
                  <ns1:pt x="85" y="99"/>
                </ns1:cubicBezTo>
                <ns1:cubicBezTo>
                  <ns1:pt x="84" y="102"/>
                  <ns1:pt x="84" y="105"/>
                  <ns1:pt x="84" y="108"/>
                </ns1:cubicBezTo>
                <ns1:cubicBezTo>
                  <ns1:pt x="84" y="109"/>
                  <ns1:pt x="84" y="109"/>
                  <ns1:pt x="84" y="109"/>
                </ns1:cubicBezTo>
                <ns1:cubicBezTo>
                  <ns1:pt x="93" y="109"/>
                  <ns1:pt x="93" y="109"/>
                  <ns1:pt x="93" y="109"/>
                </ns1:cubicBezTo>
                <ns1:cubicBezTo>
                  <ns1:pt x="93" y="108"/>
                  <ns1:pt x="93" y="108"/>
                  <ns1:pt x="93" y="108"/>
                </ns1:cubicBezTo>
                <ns1:cubicBezTo>
                  <ns1:pt x="93" y="105"/>
                  <ns1:pt x="93" y="102"/>
                  <ns1:pt x="93" y="100"/>
                </ns1:cubicBezTo>
                <ns1:cubicBezTo>
                  <ns1:pt x="94" y="99"/>
                  <ns1:pt x="94" y="97"/>
                  <ns1:pt x="95" y="96"/>
                </ns1:cubicBezTo>
                <ns1:cubicBezTo>
                  <ns1:pt x="95" y="95"/>
                  <ns1:pt x="96" y="94"/>
                  <ns1:pt x="97" y="93"/>
                </ns1:cubicBezTo>
                <ns1:cubicBezTo>
                  <ns1:pt x="99" y="92"/>
                  <ns1:pt x="101" y="90"/>
                  <ns1:pt x="103" y="88"/>
                </ns1:cubicBezTo>
                <ns1:cubicBezTo>
                  <ns1:pt x="106" y="85"/>
                  <ns1:pt x="108" y="82"/>
                  <ns1:pt x="110" y="79"/>
                </ns1:cubicBezTo>
                <ns1:cubicBezTo>
                  <ns1:pt x="112" y="77"/>
                  <ns1:pt x="113" y="73"/>
                  <ns1:pt x="113" y="69"/>
                </ns1:cubicBezTo>
                <ns1:cubicBezTo>
                  <ns1:pt x="113" y="65"/>
                  <ns1:pt x="112" y="63"/>
                  <ns1:pt x="111" y="60"/>
                </ns1:cubicBezTo>
                <ns1:cubicBezTo>
                  <ns1:pt x="110" y="57"/>
                  <ns1:pt x="108" y="55"/>
                  <ns1:pt x="106" y="53"/>
                </ns1:cubicBezTo>
              </ns1:path>
            </ns1:pathLst>
          </ns1:custGeom>
          <ns1:solidFill>
            <ns1:schemeClr val="tx1"/>
          </ns1:solidFill>
          <ns1:ln>
            <ns1:noFill/>
          </ns1:ln>
          <ns1:extLst/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en-US" sz="2700"/>
          </ns1:p>
        </ns0:txBody>
      </ns0:sp>
      <ns0:sp>
        <ns0:nvSpPr>
          <ns0:cNvPr id="43" name="Freeform 37"/>
          <ns0:cNvSpPr>
            <ns1:spLocks noEditPoints="1"/>
          </ns0:cNvSpPr>
          <ns0:nvPr/>
        </ns0:nvSpPr>
        <ns0:spPr bwMode="auto">
          <ns1:xfrm>
            <ns1:off x="5019676" y="2046289"/>
            <ns1:ext cx="320675" cy="320675"/>
          </ns1:xfrm>
          <ns1:custGeom>
            <ns1:avLst/>
            <ns1:gdLst>
              <ns1:gd name="T0" fmla="*/ 88 w 176"/>
              <ns1:gd name="T1" fmla="*/ 112 h 176"/>
              <ns1:gd name="T2" fmla="*/ 80 w 176"/>
              <ns1:gd name="T3" fmla="*/ 120 h 176"/>
              <ns1:gd name="T4" fmla="*/ 88 w 176"/>
              <ns1:gd name="T5" fmla="*/ 128 h 176"/>
              <ns1:gd name="T6" fmla="*/ 96 w 176"/>
              <ns1:gd name="T7" fmla="*/ 120 h 176"/>
              <ns1:gd name="T8" fmla="*/ 88 w 176"/>
              <ns1:gd name="T9" fmla="*/ 112 h 176"/>
              <ns1:gd name="T10" fmla="*/ 96 w 176"/>
              <ns1:gd name="T11" fmla="*/ 48 h 176"/>
              <ns1:gd name="T12" fmla="*/ 80 w 176"/>
              <ns1:gd name="T13" fmla="*/ 48 h 176"/>
              <ns1:gd name="T14" fmla="*/ 76 w 176"/>
              <ns1:gd name="T15" fmla="*/ 52 h 176"/>
              <ns1:gd name="T16" fmla="*/ 76 w 176"/>
              <ns1:gd name="T17" fmla="*/ 52 h 176"/>
              <ns1:gd name="T18" fmla="*/ 76 w 176"/>
              <ns1:gd name="T19" fmla="*/ 52 h 176"/>
              <ns1:gd name="T20" fmla="*/ 80 w 176"/>
              <ns1:gd name="T21" fmla="*/ 100 h 176"/>
              <ns1:gd name="T22" fmla="*/ 80 w 176"/>
              <ns1:gd name="T23" fmla="*/ 100 h 176"/>
              <ns1:gd name="T24" fmla="*/ 84 w 176"/>
              <ns1:gd name="T25" fmla="*/ 104 h 176"/>
              <ns1:gd name="T26" fmla="*/ 92 w 176"/>
              <ns1:gd name="T27" fmla="*/ 104 h 176"/>
              <ns1:gd name="T28" fmla="*/ 96 w 176"/>
              <ns1:gd name="T29" fmla="*/ 100 h 176"/>
              <ns1:gd name="T30" fmla="*/ 96 w 176"/>
              <ns1:gd name="T31" fmla="*/ 100 h 176"/>
              <ns1:gd name="T32" fmla="*/ 100 w 176"/>
              <ns1:gd name="T33" fmla="*/ 52 h 176"/>
              <ns1:gd name="T34" fmla="*/ 100 w 176"/>
              <ns1:gd name="T35" fmla="*/ 52 h 176"/>
              <ns1:gd name="T36" fmla="*/ 100 w 176"/>
              <ns1:gd name="T37" fmla="*/ 52 h 176"/>
              <ns1:gd name="T38" fmla="*/ 96 w 176"/>
              <ns1:gd name="T39" fmla="*/ 48 h 176"/>
              <ns1:gd name="T40" fmla="*/ 88 w 176"/>
              <ns1:gd name="T41" fmla="*/ 0 h 176"/>
              <ns1:gd name="T42" fmla="*/ 0 w 176"/>
              <ns1:gd name="T43" fmla="*/ 88 h 176"/>
              <ns1:gd name="T44" fmla="*/ 88 w 176"/>
              <ns1:gd name="T45" fmla="*/ 176 h 176"/>
              <ns1:gd name="T46" fmla="*/ 176 w 176"/>
              <ns1:gd name="T47" fmla="*/ 88 h 176"/>
              <ns1:gd name="T48" fmla="*/ 88 w 176"/>
              <ns1:gd name="T49" fmla="*/ 0 h 176"/>
              <ns1:gd name="T50" fmla="*/ 88 w 176"/>
              <ns1:gd name="T51" fmla="*/ 168 h 176"/>
              <ns1:gd name="T52" fmla="*/ 8 w 176"/>
              <ns1:gd name="T53" fmla="*/ 88 h 176"/>
              <ns1:gd name="T54" fmla="*/ 88 w 176"/>
              <ns1:gd name="T55" fmla="*/ 8 h 176"/>
              <ns1:gd name="T56" fmla="*/ 168 w 176"/>
              <ns1:gd name="T57" fmla="*/ 88 h 176"/>
              <ns1:gd name="T58" fmla="*/ 88 w 176"/>
              <ns1:gd name="T59" fmla="*/ 168 h 176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  <ns1:cxn ang="0">
                <ns1:pos x="T32" y="T33"/>
              </ns1:cxn>
              <ns1:cxn ang="0">
                <ns1:pos x="T34" y="T35"/>
              </ns1:cxn>
              <ns1:cxn ang="0">
                <ns1:pos x="T36" y="T37"/>
              </ns1:cxn>
              <ns1:cxn ang="0">
                <ns1:pos x="T38" y="T39"/>
              </ns1:cxn>
              <ns1:cxn ang="0">
                <ns1:pos x="T40" y="T41"/>
              </ns1:cxn>
              <ns1:cxn ang="0">
                <ns1:pos x="T42" y="T43"/>
              </ns1:cxn>
              <ns1:cxn ang="0">
                <ns1:pos x="T44" y="T45"/>
              </ns1:cxn>
              <ns1:cxn ang="0">
                <ns1:pos x="T46" y="T47"/>
              </ns1:cxn>
              <ns1:cxn ang="0">
                <ns1:pos x="T48" y="T49"/>
              </ns1:cxn>
              <ns1:cxn ang="0">
                <ns1:pos x="T50" y="T51"/>
              </ns1:cxn>
              <ns1:cxn ang="0">
                <ns1:pos x="T52" y="T53"/>
              </ns1:cxn>
              <ns1:cxn ang="0">
                <ns1:pos x="T54" y="T55"/>
              </ns1:cxn>
              <ns1:cxn ang="0">
                <ns1:pos x="T56" y="T57"/>
              </ns1:cxn>
              <ns1:cxn ang="0">
                <ns1:pos x="T58" y="T59"/>
              </ns1:cxn>
            </ns1:cxnLst>
            <ns1:rect l="0" t="0" r="r" b="b"/>
            <ns1:pathLst>
              <ns1:path w="176" h="176">
                <ns1:moveTo>
                  <ns1:pt x="88" y="112"/>
                </ns1:moveTo>
                <ns1:cubicBezTo>
                  <ns1:pt x="84" y="112"/>
                  <ns1:pt x="80" y="116"/>
                  <ns1:pt x="80" y="120"/>
                </ns1:cubicBezTo>
                <ns1:cubicBezTo>
                  <ns1:pt x="80" y="124"/>
                  <ns1:pt x="84" y="128"/>
                  <ns1:pt x="88" y="128"/>
                </ns1:cubicBezTo>
                <ns1:cubicBezTo>
                  <ns1:pt x="92" y="128"/>
                  <ns1:pt x="96" y="124"/>
                  <ns1:pt x="96" y="120"/>
                </ns1:cubicBezTo>
                <ns1:cubicBezTo>
                  <ns1:pt x="96" y="116"/>
                  <ns1:pt x="92" y="112"/>
                  <ns1:pt x="88" y="112"/>
                </ns1:cubicBezTo>
                <ns1:moveTo>
                  <ns1:pt x="96" y="48"/>
                </ns1:moveTo>
                <ns1:cubicBezTo>
                  <ns1:pt x="80" y="48"/>
                  <ns1:pt x="80" y="48"/>
                  <ns1:pt x="80" y="48"/>
                </ns1:cubicBezTo>
                <ns1:cubicBezTo>
                  <ns1:pt x="78" y="48"/>
                  <ns1:pt x="76" y="50"/>
                  <ns1:pt x="76" y="52"/>
                </ns1:cubicBezTo>
                <ns1:cubicBezTo>
                  <ns1:pt x="76" y="52"/>
                  <ns1:pt x="76" y="52"/>
                  <ns1:pt x="76" y="52"/>
                </ns1:cubicBezTo>
                <ns1:cubicBezTo>
                  <ns1:pt x="76" y="52"/>
                  <ns1:pt x="76" y="52"/>
                  <ns1:pt x="76" y="52"/>
                </ns1:cubicBezTo>
                <ns1:cubicBezTo>
                  <ns1:pt x="80" y="100"/>
                  <ns1:pt x="80" y="100"/>
                  <ns1:pt x="80" y="100"/>
                </ns1:cubicBezTo>
                <ns1:cubicBezTo>
                  <ns1:pt x="80" y="100"/>
                  <ns1:pt x="80" y="100"/>
                  <ns1:pt x="80" y="100"/>
                </ns1:cubicBezTo>
                <ns1:cubicBezTo>
                  <ns1:pt x="80" y="102"/>
                  <ns1:pt x="82" y="104"/>
                  <ns1:pt x="84" y="104"/>
                </ns1:cubicBezTo>
                <ns1:cubicBezTo>
                  <ns1:pt x="92" y="104"/>
                  <ns1:pt x="92" y="104"/>
                  <ns1:pt x="92" y="104"/>
                </ns1:cubicBezTo>
                <ns1:cubicBezTo>
                  <ns1:pt x="94" y="104"/>
                  <ns1:pt x="96" y="102"/>
                  <ns1:pt x="96" y="100"/>
                </ns1:cubicBezTo>
                <ns1:cubicBezTo>
                  <ns1:pt x="96" y="100"/>
                  <ns1:pt x="96" y="100"/>
                  <ns1:pt x="96" y="100"/>
                </ns1:cubicBezTo>
                <ns1:cubicBezTo>
                  <ns1:pt x="100" y="52"/>
                  <ns1:pt x="100" y="52"/>
                  <ns1:pt x="100" y="52"/>
                </ns1:cubicBezTo>
                <ns1:cubicBezTo>
                  <ns1:pt x="100" y="52"/>
                  <ns1:pt x="100" y="52"/>
                  <ns1:pt x="100" y="52"/>
                </ns1:cubicBezTo>
                <ns1:cubicBezTo>
                  <ns1:pt x="100" y="52"/>
                  <ns1:pt x="100" y="52"/>
                  <ns1:pt x="100" y="52"/>
                </ns1:cubicBezTo>
                <ns1:cubicBezTo>
                  <ns1:pt x="100" y="50"/>
                  <ns1:pt x="98" y="48"/>
                  <ns1:pt x="96" y="48"/>
                </ns1:cubicBezTo>
                <ns1:moveTo>
                  <ns1:pt x="88" y="0"/>
                </ns1:moveTo>
                <ns1:cubicBezTo>
                  <ns1:pt x="39" y="0"/>
                  <ns1:pt x="0" y="39"/>
                  <ns1:pt x="0" y="88"/>
                </ns1:cubicBezTo>
                <ns1:cubicBezTo>
                  <ns1:pt x="0" y="137"/>
                  <ns1:pt x="39" y="176"/>
                  <ns1:pt x="88" y="176"/>
                </ns1:cubicBezTo>
                <ns1:cubicBezTo>
                  <ns1:pt x="137" y="176"/>
                  <ns1:pt x="176" y="137"/>
                  <ns1:pt x="176" y="88"/>
                </ns1:cubicBezTo>
                <ns1:cubicBezTo>
                  <ns1:pt x="176" y="39"/>
                  <ns1:pt x="137" y="0"/>
                  <ns1:pt x="88" y="0"/>
                </ns1:cubicBezTo>
                <ns1:moveTo>
                  <ns1:pt x="88" y="168"/>
                </ns1:moveTo>
                <ns1:cubicBezTo>
                  <ns1:pt x="44" y="168"/>
                  <ns1:pt x="8" y="132"/>
                  <ns1:pt x="8" y="88"/>
                </ns1:cubicBezTo>
                <ns1:cubicBezTo>
                  <ns1:pt x="8" y="44"/>
                  <ns1:pt x="44" y="8"/>
                  <ns1:pt x="88" y="8"/>
                </ns1:cubicBezTo>
                <ns1:cubicBezTo>
                  <ns1:pt x="132" y="8"/>
                  <ns1:pt x="168" y="44"/>
                  <ns1:pt x="168" y="88"/>
                </ns1:cubicBezTo>
                <ns1:cubicBezTo>
                  <ns1:pt x="168" y="132"/>
                  <ns1:pt x="132" y="168"/>
                  <ns1:pt x="88" y="168"/>
                </ns1:cubicBezTo>
              </ns1:path>
            </ns1:pathLst>
          </ns1:custGeom>
          <ns1:solidFill>
            <ns1:schemeClr val="tx1"/>
          </ns1:solidFill>
          <ns1:ln>
            <ns1:noFill/>
          </ns1:ln>
          <ns1:extLst/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en-US" sz="2700"/>
          </ns1:p>
        </ns0:txBody>
      </ns0:sp>
      <ns0:sp>
        <ns0:nvSpPr>
          <ns0:cNvPr id="44" name="Freeform 38"/>
          <ns0:cNvSpPr>
            <ns1:spLocks noEditPoints="1"/>
          </ns0:cNvSpPr>
          <ns0:nvPr/>
        </ns0:nvSpPr>
        <ns0:spPr bwMode="auto">
          <ns1:xfrm>
            <ns1:off x="5630864" y="2074864"/>
            <ns1:ext cx="320675" cy="261938"/>
          </ns1:xfrm>
          <ns1:custGeom>
            <ns1:avLst/>
            <ns1:gdLst>
              <ns1:gd name="T0" fmla="*/ 168 w 176"/>
              <ns1:gd name="T1" fmla="*/ 32 h 144"/>
              <ns1:gd name="T2" fmla="*/ 40 w 176"/>
              <ns1:gd name="T3" fmla="*/ 32 h 144"/>
              <ns1:gd name="T4" fmla="*/ 32 w 176"/>
              <ns1:gd name="T5" fmla="*/ 40 h 144"/>
              <ns1:gd name="T6" fmla="*/ 32 w 176"/>
              <ns1:gd name="T7" fmla="*/ 136 h 144"/>
              <ns1:gd name="T8" fmla="*/ 40 w 176"/>
              <ns1:gd name="T9" fmla="*/ 144 h 144"/>
              <ns1:gd name="T10" fmla="*/ 168 w 176"/>
              <ns1:gd name="T11" fmla="*/ 144 h 144"/>
              <ns1:gd name="T12" fmla="*/ 176 w 176"/>
              <ns1:gd name="T13" fmla="*/ 136 h 144"/>
              <ns1:gd name="T14" fmla="*/ 176 w 176"/>
              <ns1:gd name="T15" fmla="*/ 40 h 144"/>
              <ns1:gd name="T16" fmla="*/ 168 w 176"/>
              <ns1:gd name="T17" fmla="*/ 32 h 144"/>
              <ns1:gd name="T18" fmla="*/ 168 w 176"/>
              <ns1:gd name="T19" fmla="*/ 136 h 144"/>
              <ns1:gd name="T20" fmla="*/ 40 w 176"/>
              <ns1:gd name="T21" fmla="*/ 136 h 144"/>
              <ns1:gd name="T22" fmla="*/ 40 w 176"/>
              <ns1:gd name="T23" fmla="*/ 40 h 144"/>
              <ns1:gd name="T24" fmla="*/ 168 w 176"/>
              <ns1:gd name="T25" fmla="*/ 40 h 144"/>
              <ns1:gd name="T26" fmla="*/ 168 w 176"/>
              <ns1:gd name="T27" fmla="*/ 136 h 144"/>
              <ns1:gd name="T28" fmla="*/ 20 w 176"/>
              <ns1:gd name="T29" fmla="*/ 104 h 144"/>
              <ns1:gd name="T30" fmla="*/ 8 w 176"/>
              <ns1:gd name="T31" fmla="*/ 104 h 144"/>
              <ns1:gd name="T32" fmla="*/ 8 w 176"/>
              <ns1:gd name="T33" fmla="*/ 8 h 144"/>
              <ns1:gd name="T34" fmla="*/ 136 w 176"/>
              <ns1:gd name="T35" fmla="*/ 8 h 144"/>
              <ns1:gd name="T36" fmla="*/ 136 w 176"/>
              <ns1:gd name="T37" fmla="*/ 20 h 144"/>
              <ns1:gd name="T38" fmla="*/ 140 w 176"/>
              <ns1:gd name="T39" fmla="*/ 24 h 144"/>
              <ns1:gd name="T40" fmla="*/ 144 w 176"/>
              <ns1:gd name="T41" fmla="*/ 20 h 144"/>
              <ns1:gd name="T42" fmla="*/ 144 w 176"/>
              <ns1:gd name="T43" fmla="*/ 8 h 144"/>
              <ns1:gd name="T44" fmla="*/ 136 w 176"/>
              <ns1:gd name="T45" fmla="*/ 0 h 144"/>
              <ns1:gd name="T46" fmla="*/ 8 w 176"/>
              <ns1:gd name="T47" fmla="*/ 0 h 144"/>
              <ns1:gd name="T48" fmla="*/ 0 w 176"/>
              <ns1:gd name="T49" fmla="*/ 8 h 144"/>
              <ns1:gd name="T50" fmla="*/ 0 w 176"/>
              <ns1:gd name="T51" fmla="*/ 104 h 144"/>
              <ns1:gd name="T52" fmla="*/ 8 w 176"/>
              <ns1:gd name="T53" fmla="*/ 112 h 144"/>
              <ns1:gd name="T54" fmla="*/ 20 w 176"/>
              <ns1:gd name="T55" fmla="*/ 112 h 144"/>
              <ns1:gd name="T56" fmla="*/ 24 w 176"/>
              <ns1:gd name="T57" fmla="*/ 108 h 144"/>
              <ns1:gd name="T58" fmla="*/ 20 w 176"/>
              <ns1:gd name="T59" fmla="*/ 104 h 144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  <ns1:cxn ang="0">
                <ns1:pos x="T32" y="T33"/>
              </ns1:cxn>
              <ns1:cxn ang="0">
                <ns1:pos x="T34" y="T35"/>
              </ns1:cxn>
              <ns1:cxn ang="0">
                <ns1:pos x="T36" y="T37"/>
              </ns1:cxn>
              <ns1:cxn ang="0">
                <ns1:pos x="T38" y="T39"/>
              </ns1:cxn>
              <ns1:cxn ang="0">
                <ns1:pos x="T40" y="T41"/>
              </ns1:cxn>
              <ns1:cxn ang="0">
                <ns1:pos x="T42" y="T43"/>
              </ns1:cxn>
              <ns1:cxn ang="0">
                <ns1:pos x="T44" y="T45"/>
              </ns1:cxn>
              <ns1:cxn ang="0">
                <ns1:pos x="T46" y="T47"/>
              </ns1:cxn>
              <ns1:cxn ang="0">
                <ns1:pos x="T48" y="T49"/>
              </ns1:cxn>
              <ns1:cxn ang="0">
                <ns1:pos x="T50" y="T51"/>
              </ns1:cxn>
              <ns1:cxn ang="0">
                <ns1:pos x="T52" y="T53"/>
              </ns1:cxn>
              <ns1:cxn ang="0">
                <ns1:pos x="T54" y="T55"/>
              </ns1:cxn>
              <ns1:cxn ang="0">
                <ns1:pos x="T56" y="T57"/>
              </ns1:cxn>
              <ns1:cxn ang="0">
                <ns1:pos x="T58" y="T59"/>
              </ns1:cxn>
            </ns1:cxnLst>
            <ns1:rect l="0" t="0" r="r" b="b"/>
            <ns1:pathLst>
              <ns1:path w="176" h="144">
                <ns1:moveTo>
                  <ns1:pt x="168" y="32"/>
                </ns1:moveTo>
                <ns1:cubicBezTo>
                  <ns1:pt x="40" y="32"/>
                  <ns1:pt x="40" y="32"/>
                  <ns1:pt x="40" y="32"/>
                </ns1:cubicBezTo>
                <ns1:cubicBezTo>
                  <ns1:pt x="36" y="32"/>
                  <ns1:pt x="32" y="36"/>
                  <ns1:pt x="32" y="40"/>
                </ns1:cubicBezTo>
                <ns1:cubicBezTo>
                  <ns1:pt x="32" y="136"/>
                  <ns1:pt x="32" y="136"/>
                  <ns1:pt x="32" y="136"/>
                </ns1:cubicBezTo>
                <ns1:cubicBezTo>
                  <ns1:pt x="32" y="140"/>
                  <ns1:pt x="36" y="144"/>
                  <ns1:pt x="40" y="144"/>
                </ns1:cubicBezTo>
                <ns1:cubicBezTo>
                  <ns1:pt x="168" y="144"/>
                  <ns1:pt x="168" y="144"/>
                  <ns1:pt x="168" y="144"/>
                </ns1:cubicBezTo>
                <ns1:cubicBezTo>
                  <ns1:pt x="172" y="144"/>
                  <ns1:pt x="176" y="140"/>
                  <ns1:pt x="176" y="136"/>
                </ns1:cubicBezTo>
                <ns1:cubicBezTo>
                  <ns1:pt x="176" y="40"/>
                  <ns1:pt x="176" y="40"/>
                  <ns1:pt x="176" y="40"/>
                </ns1:cubicBezTo>
                <ns1:cubicBezTo>
                  <ns1:pt x="176" y="36"/>
                  <ns1:pt x="172" y="32"/>
                  <ns1:pt x="168" y="32"/>
                </ns1:cubicBezTo>
                <ns1:moveTo>
                  <ns1:pt x="168" y="136"/>
                </ns1:moveTo>
                <ns1:cubicBezTo>
                  <ns1:pt x="40" y="136"/>
                  <ns1:pt x="40" y="136"/>
                  <ns1:pt x="40" y="136"/>
                </ns1:cubicBezTo>
                <ns1:cubicBezTo>
                  <ns1:pt x="40" y="40"/>
                  <ns1:pt x="40" y="40"/>
                  <ns1:pt x="40" y="40"/>
                </ns1:cubicBezTo>
                <ns1:cubicBezTo>
                  <ns1:pt x="168" y="40"/>
                  <ns1:pt x="168" y="40"/>
                  <ns1:pt x="168" y="40"/>
                </ns1:cubicBezTo>
                <ns1:lnTo>
                  <ns1:pt x="168" y="136"/>
                </ns1:lnTo>
                <ns1:close/>
                <ns1:moveTo>
                  <ns1:pt x="20" y="104"/>
                </ns1:moveTo>
                <ns1:cubicBezTo>
                  <ns1:pt x="8" y="104"/>
                  <ns1:pt x="8" y="104"/>
                  <ns1:pt x="8" y="104"/>
                </ns1:cubicBezTo>
                <ns1:cubicBezTo>
                  <ns1:pt x="8" y="8"/>
                  <ns1:pt x="8" y="8"/>
                  <ns1:pt x="8" y="8"/>
                </ns1:cubicBezTo>
                <ns1:cubicBezTo>
                  <ns1:pt x="136" y="8"/>
                  <ns1:pt x="136" y="8"/>
                  <ns1:pt x="136" y="8"/>
                </ns1:cubicBezTo>
                <ns1:cubicBezTo>
                  <ns1:pt x="136" y="20"/>
                  <ns1:pt x="136" y="20"/>
                  <ns1:pt x="136" y="20"/>
                </ns1:cubicBezTo>
                <ns1:cubicBezTo>
                  <ns1:pt x="136" y="22"/>
                  <ns1:pt x="138" y="24"/>
                  <ns1:pt x="140" y="24"/>
                </ns1:cubicBezTo>
                <ns1:cubicBezTo>
                  <ns1:pt x="142" y="24"/>
                  <ns1:pt x="144" y="22"/>
                  <ns1:pt x="144" y="20"/>
                </ns1:cubicBezTo>
                <ns1:cubicBezTo>
                  <ns1:pt x="144" y="8"/>
                  <ns1:pt x="144" y="8"/>
                  <ns1:pt x="144" y="8"/>
                </ns1:cubicBezTo>
                <ns1:cubicBezTo>
                  <ns1:pt x="144" y="4"/>
                  <ns1:pt x="140" y="0"/>
                  <ns1:pt x="136" y="0"/>
                </ns1:cubicBezTo>
                <ns1:cubicBezTo>
                  <ns1:pt x="8" y="0"/>
                  <ns1:pt x="8" y="0"/>
                  <ns1:pt x="8" y="0"/>
                </ns1:cubicBezTo>
                <ns1:cubicBezTo>
                  <ns1:pt x="4" y="0"/>
                  <ns1:pt x="0" y="4"/>
                  <ns1:pt x="0" y="8"/>
                </ns1:cubicBezTo>
                <ns1:cubicBezTo>
                  <ns1:pt x="0" y="104"/>
                  <ns1:pt x="0" y="104"/>
                  <ns1:pt x="0" y="104"/>
                </ns1:cubicBezTo>
                <ns1:cubicBezTo>
                  <ns1:pt x="0" y="108"/>
                  <ns1:pt x="4" y="112"/>
                  <ns1:pt x="8" y="112"/>
                </ns1:cubicBezTo>
                <ns1:cubicBezTo>
                  <ns1:pt x="20" y="112"/>
                  <ns1:pt x="20" y="112"/>
                  <ns1:pt x="20" y="112"/>
                </ns1:cubicBezTo>
                <ns1:cubicBezTo>
                  <ns1:pt x="22" y="112"/>
                  <ns1:pt x="24" y="110"/>
                  <ns1:pt x="24" y="108"/>
                </ns1:cubicBezTo>
                <ns1:cubicBezTo>
                  <ns1:pt x="24" y="106"/>
                  <ns1:pt x="22" y="104"/>
                  <ns1:pt x="20" y="104"/>
                </ns1:cubicBezTo>
              </ns1:path>
            </ns1:pathLst>
          </ns1:custGeom>
          <ns1:solidFill>
            <ns1:schemeClr val="tx1"/>
          </ns1:solidFill>
          <ns1:ln>
            <ns1:noFill/>
          </ns1:ln>
          <ns1:extLst/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en-US" sz="2700"/>
          </ns1:p>
        </ns0:txBody>
      </ns0:sp>
      <ns0:sp>
        <ns0:nvSpPr>
          <ns0:cNvPr id="45" name="Freeform 39"/>
          <ns0:cNvSpPr>
            <ns1:spLocks noEditPoints="1"/>
          </ns0:cNvSpPr>
          <ns0:nvPr/>
        </ns0:nvSpPr>
        <ns0:spPr bwMode="auto">
          <ns1:xfrm>
            <ns1:off x="6242051" y="2046289"/>
            <ns1:ext cx="320675" cy="320675"/>
          </ns1:xfrm>
          <ns1:custGeom>
            <ns1:avLst/>
            <ns1:gdLst>
              <ns1:gd name="T0" fmla="*/ 168 w 176"/>
              <ns1:gd name="T1" fmla="*/ 32 h 176"/>
              <ns1:gd name="T2" fmla="*/ 40 w 176"/>
              <ns1:gd name="T3" fmla="*/ 32 h 176"/>
              <ns1:gd name="T4" fmla="*/ 32 w 176"/>
              <ns1:gd name="T5" fmla="*/ 40 h 176"/>
              <ns1:gd name="T6" fmla="*/ 32 w 176"/>
              <ns1:gd name="T7" fmla="*/ 168 h 176"/>
              <ns1:gd name="T8" fmla="*/ 40 w 176"/>
              <ns1:gd name="T9" fmla="*/ 176 h 176"/>
              <ns1:gd name="T10" fmla="*/ 168 w 176"/>
              <ns1:gd name="T11" fmla="*/ 176 h 176"/>
              <ns1:gd name="T12" fmla="*/ 176 w 176"/>
              <ns1:gd name="T13" fmla="*/ 168 h 176"/>
              <ns1:gd name="T14" fmla="*/ 176 w 176"/>
              <ns1:gd name="T15" fmla="*/ 40 h 176"/>
              <ns1:gd name="T16" fmla="*/ 168 w 176"/>
              <ns1:gd name="T17" fmla="*/ 32 h 176"/>
              <ns1:gd name="T18" fmla="*/ 168 w 176"/>
              <ns1:gd name="T19" fmla="*/ 168 h 176"/>
              <ns1:gd name="T20" fmla="*/ 40 w 176"/>
              <ns1:gd name="T21" fmla="*/ 168 h 176"/>
              <ns1:gd name="T22" fmla="*/ 40 w 176"/>
              <ns1:gd name="T23" fmla="*/ 144 h 176"/>
              <ns1:gd name="T24" fmla="*/ 168 w 176"/>
              <ns1:gd name="T25" fmla="*/ 144 h 176"/>
              <ns1:gd name="T26" fmla="*/ 168 w 176"/>
              <ns1:gd name="T27" fmla="*/ 168 h 176"/>
              <ns1:gd name="T28" fmla="*/ 168 w 176"/>
              <ns1:gd name="T29" fmla="*/ 136 h 176"/>
              <ns1:gd name="T30" fmla="*/ 40 w 176"/>
              <ns1:gd name="T31" fmla="*/ 136 h 176"/>
              <ns1:gd name="T32" fmla="*/ 40 w 176"/>
              <ns1:gd name="T33" fmla="*/ 40 h 176"/>
              <ns1:gd name="T34" fmla="*/ 168 w 176"/>
              <ns1:gd name="T35" fmla="*/ 40 h 176"/>
              <ns1:gd name="T36" fmla="*/ 168 w 176"/>
              <ns1:gd name="T37" fmla="*/ 136 h 176"/>
              <ns1:gd name="T38" fmla="*/ 20 w 176"/>
              <ns1:gd name="T39" fmla="*/ 112 h 176"/>
              <ns1:gd name="T40" fmla="*/ 24 w 176"/>
              <ns1:gd name="T41" fmla="*/ 108 h 176"/>
              <ns1:gd name="T42" fmla="*/ 20 w 176"/>
              <ns1:gd name="T43" fmla="*/ 104 h 176"/>
              <ns1:gd name="T44" fmla="*/ 8 w 176"/>
              <ns1:gd name="T45" fmla="*/ 104 h 176"/>
              <ns1:gd name="T46" fmla="*/ 8 w 176"/>
              <ns1:gd name="T47" fmla="*/ 8 h 176"/>
              <ns1:gd name="T48" fmla="*/ 136 w 176"/>
              <ns1:gd name="T49" fmla="*/ 8 h 176"/>
              <ns1:gd name="T50" fmla="*/ 136 w 176"/>
              <ns1:gd name="T51" fmla="*/ 20 h 176"/>
              <ns1:gd name="T52" fmla="*/ 140 w 176"/>
              <ns1:gd name="T53" fmla="*/ 24 h 176"/>
              <ns1:gd name="T54" fmla="*/ 144 w 176"/>
              <ns1:gd name="T55" fmla="*/ 20 h 176"/>
              <ns1:gd name="T56" fmla="*/ 144 w 176"/>
              <ns1:gd name="T57" fmla="*/ 8 h 176"/>
              <ns1:gd name="T58" fmla="*/ 136 w 176"/>
              <ns1:gd name="T59" fmla="*/ 0 h 176"/>
              <ns1:gd name="T60" fmla="*/ 8 w 176"/>
              <ns1:gd name="T61" fmla="*/ 0 h 176"/>
              <ns1:gd name="T62" fmla="*/ 0 w 176"/>
              <ns1:gd name="T63" fmla="*/ 8 h 176"/>
              <ns1:gd name="T64" fmla="*/ 0 w 176"/>
              <ns1:gd name="T65" fmla="*/ 136 h 176"/>
              <ns1:gd name="T66" fmla="*/ 8 w 176"/>
              <ns1:gd name="T67" fmla="*/ 144 h 176"/>
              <ns1:gd name="T68" fmla="*/ 20 w 176"/>
              <ns1:gd name="T69" fmla="*/ 144 h 176"/>
              <ns1:gd name="T70" fmla="*/ 24 w 176"/>
              <ns1:gd name="T71" fmla="*/ 140 h 176"/>
              <ns1:gd name="T72" fmla="*/ 20 w 176"/>
              <ns1:gd name="T73" fmla="*/ 136 h 176"/>
              <ns1:gd name="T74" fmla="*/ 8 w 176"/>
              <ns1:gd name="T75" fmla="*/ 136 h 176"/>
              <ns1:gd name="T76" fmla="*/ 8 w 176"/>
              <ns1:gd name="T77" fmla="*/ 112 h 176"/>
              <ns1:gd name="T78" fmla="*/ 20 w 176"/>
              <ns1:gd name="T79" fmla="*/ 112 h 176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  <ns1:cxn ang="0">
                <ns1:pos x="T32" y="T33"/>
              </ns1:cxn>
              <ns1:cxn ang="0">
                <ns1:pos x="T34" y="T35"/>
              </ns1:cxn>
              <ns1:cxn ang="0">
                <ns1:pos x="T36" y="T37"/>
              </ns1:cxn>
              <ns1:cxn ang="0">
                <ns1:pos x="T38" y="T39"/>
              </ns1:cxn>
              <ns1:cxn ang="0">
                <ns1:pos x="T40" y="T41"/>
              </ns1:cxn>
              <ns1:cxn ang="0">
                <ns1:pos x="T42" y="T43"/>
              </ns1:cxn>
              <ns1:cxn ang="0">
                <ns1:pos x="T44" y="T45"/>
              </ns1:cxn>
              <ns1:cxn ang="0">
                <ns1:pos x="T46" y="T47"/>
              </ns1:cxn>
              <ns1:cxn ang="0">
                <ns1:pos x="T48" y="T49"/>
              </ns1:cxn>
              <ns1:cxn ang="0">
                <ns1:pos x="T50" y="T51"/>
              </ns1:cxn>
              <ns1:cxn ang="0">
                <ns1:pos x="T52" y="T53"/>
              </ns1:cxn>
              <ns1:cxn ang="0">
                <ns1:pos x="T54" y="T55"/>
              </ns1:cxn>
              <ns1:cxn ang="0">
                <ns1:pos x="T56" y="T57"/>
              </ns1:cxn>
              <ns1:cxn ang="0">
                <ns1:pos x="T58" y="T59"/>
              </ns1:cxn>
              <ns1:cxn ang="0">
                <ns1:pos x="T60" y="T61"/>
              </ns1:cxn>
              <ns1:cxn ang="0">
                <ns1:pos x="T62" y="T63"/>
              </ns1:cxn>
              <ns1:cxn ang="0">
                <ns1:pos x="T64" y="T65"/>
              </ns1:cxn>
              <ns1:cxn ang="0">
                <ns1:pos x="T66" y="T67"/>
              </ns1:cxn>
              <ns1:cxn ang="0">
                <ns1:pos x="T68" y="T69"/>
              </ns1:cxn>
              <ns1:cxn ang="0">
                <ns1:pos x="T70" y="T71"/>
              </ns1:cxn>
              <ns1:cxn ang="0">
                <ns1:pos x="T72" y="T73"/>
              </ns1:cxn>
              <ns1:cxn ang="0">
                <ns1:pos x="T74" y="T75"/>
              </ns1:cxn>
              <ns1:cxn ang="0">
                <ns1:pos x="T76" y="T77"/>
              </ns1:cxn>
              <ns1:cxn ang="0">
                <ns1:pos x="T78" y="T79"/>
              </ns1:cxn>
            </ns1:cxnLst>
            <ns1:rect l="0" t="0" r="r" b="b"/>
            <ns1:pathLst>
              <ns1:path w="176" h="176">
                <ns1:moveTo>
                  <ns1:pt x="168" y="32"/>
                </ns1:moveTo>
                <ns1:cubicBezTo>
                  <ns1:pt x="40" y="32"/>
                  <ns1:pt x="40" y="32"/>
                  <ns1:pt x="40" y="32"/>
                </ns1:cubicBezTo>
                <ns1:cubicBezTo>
                  <ns1:pt x="36" y="32"/>
                  <ns1:pt x="32" y="36"/>
                  <ns1:pt x="32" y="40"/>
                </ns1:cubicBezTo>
                <ns1:cubicBezTo>
                  <ns1:pt x="32" y="168"/>
                  <ns1:pt x="32" y="168"/>
                  <ns1:pt x="32" y="168"/>
                </ns1:cubicBezTo>
                <ns1:cubicBezTo>
                  <ns1:pt x="32" y="172"/>
                  <ns1:pt x="36" y="176"/>
                  <ns1:pt x="40" y="176"/>
                </ns1:cubicBezTo>
                <ns1:cubicBezTo>
                  <ns1:pt x="168" y="176"/>
                  <ns1:pt x="168" y="176"/>
                  <ns1:pt x="168" y="176"/>
                </ns1:cubicBezTo>
                <ns1:cubicBezTo>
                  <ns1:pt x="172" y="176"/>
                  <ns1:pt x="176" y="172"/>
                  <ns1:pt x="176" y="168"/>
                </ns1:cubicBezTo>
                <ns1:cubicBezTo>
                  <ns1:pt x="176" y="40"/>
                  <ns1:pt x="176" y="40"/>
                  <ns1:pt x="176" y="40"/>
                </ns1:cubicBezTo>
                <ns1:cubicBezTo>
                  <ns1:pt x="176" y="36"/>
                  <ns1:pt x="172" y="32"/>
                  <ns1:pt x="168" y="32"/>
                </ns1:cubicBezTo>
                <ns1:moveTo>
                  <ns1:pt x="168" y="168"/>
                </ns1:moveTo>
                <ns1:cubicBezTo>
                  <ns1:pt x="40" y="168"/>
                  <ns1:pt x="40" y="168"/>
                  <ns1:pt x="40" y="168"/>
                </ns1:cubicBezTo>
                <ns1:cubicBezTo>
                  <ns1:pt x="40" y="144"/>
                  <ns1:pt x="40" y="144"/>
                  <ns1:pt x="40" y="144"/>
                </ns1:cubicBezTo>
                <ns1:cubicBezTo>
                  <ns1:pt x="168" y="144"/>
                  <ns1:pt x="168" y="144"/>
                  <ns1:pt x="168" y="144"/>
                </ns1:cubicBezTo>
                <ns1:lnTo>
                  <ns1:pt x="168" y="168"/>
                </ns1:lnTo>
                <ns1:close/>
                <ns1:moveTo>
                  <ns1:pt x="168" y="136"/>
                </ns1:moveTo>
                <ns1:cubicBezTo>
                  <ns1:pt x="40" y="136"/>
                  <ns1:pt x="40" y="136"/>
                  <ns1:pt x="40" y="136"/>
                </ns1:cubicBezTo>
                <ns1:cubicBezTo>
                  <ns1:pt x="40" y="40"/>
                  <ns1:pt x="40" y="40"/>
                  <ns1:pt x="40" y="40"/>
                </ns1:cubicBezTo>
                <ns1:cubicBezTo>
                  <ns1:pt x="168" y="40"/>
                  <ns1:pt x="168" y="40"/>
                  <ns1:pt x="168" y="40"/>
                </ns1:cubicBezTo>
                <ns1:lnTo>
                  <ns1:pt x="168" y="136"/>
                </ns1:lnTo>
                <ns1:close/>
                <ns1:moveTo>
                  <ns1:pt x="20" y="112"/>
                </ns1:moveTo>
                <ns1:cubicBezTo>
                  <ns1:pt x="22" y="112"/>
                  <ns1:pt x="24" y="110"/>
                  <ns1:pt x="24" y="108"/>
                </ns1:cubicBezTo>
                <ns1:cubicBezTo>
                  <ns1:pt x="24" y="106"/>
                  <ns1:pt x="22" y="104"/>
                  <ns1:pt x="20" y="104"/>
                </ns1:cubicBezTo>
                <ns1:cubicBezTo>
                  <ns1:pt x="8" y="104"/>
                  <ns1:pt x="8" y="104"/>
                  <ns1:pt x="8" y="104"/>
                </ns1:cubicBezTo>
                <ns1:cubicBezTo>
                  <ns1:pt x="8" y="8"/>
                  <ns1:pt x="8" y="8"/>
                  <ns1:pt x="8" y="8"/>
                </ns1:cubicBezTo>
                <ns1:cubicBezTo>
                  <ns1:pt x="136" y="8"/>
                  <ns1:pt x="136" y="8"/>
                  <ns1:pt x="136" y="8"/>
                </ns1:cubicBezTo>
                <ns1:cubicBezTo>
                  <ns1:pt x="136" y="20"/>
                  <ns1:pt x="136" y="20"/>
                  <ns1:pt x="136" y="20"/>
                </ns1:cubicBezTo>
                <ns1:cubicBezTo>
                  <ns1:pt x="136" y="22"/>
                  <ns1:pt x="138" y="24"/>
                  <ns1:pt x="140" y="24"/>
                </ns1:cubicBezTo>
                <ns1:cubicBezTo>
                  <ns1:pt x="142" y="24"/>
                  <ns1:pt x="144" y="22"/>
                  <ns1:pt x="144" y="20"/>
                </ns1:cubicBezTo>
                <ns1:cubicBezTo>
                  <ns1:pt x="144" y="8"/>
                  <ns1:pt x="144" y="8"/>
                  <ns1:pt x="144" y="8"/>
                </ns1:cubicBezTo>
                <ns1:cubicBezTo>
                  <ns1:pt x="144" y="4"/>
                  <ns1:pt x="140" y="0"/>
                  <ns1:pt x="136" y="0"/>
                </ns1:cubicBezTo>
                <ns1:cubicBezTo>
                  <ns1:pt x="8" y="0"/>
                  <ns1:pt x="8" y="0"/>
                  <ns1:pt x="8" y="0"/>
                </ns1:cubicBezTo>
                <ns1:cubicBezTo>
                  <ns1:pt x="4" y="0"/>
                  <ns1:pt x="0" y="4"/>
                  <ns1:pt x="0" y="8"/>
                </ns1:cubicBezTo>
                <ns1:cubicBezTo>
                  <ns1:pt x="0" y="136"/>
                  <ns1:pt x="0" y="136"/>
                  <ns1:pt x="0" y="136"/>
                </ns1:cubicBezTo>
                <ns1:cubicBezTo>
                  <ns1:pt x="0" y="140"/>
                  <ns1:pt x="4" y="144"/>
                  <ns1:pt x="8" y="144"/>
                </ns1:cubicBezTo>
                <ns1:cubicBezTo>
                  <ns1:pt x="20" y="144"/>
                  <ns1:pt x="20" y="144"/>
                  <ns1:pt x="20" y="144"/>
                </ns1:cubicBezTo>
                <ns1:cubicBezTo>
                  <ns1:pt x="22" y="144"/>
                  <ns1:pt x="24" y="142"/>
                  <ns1:pt x="24" y="140"/>
                </ns1:cubicBezTo>
                <ns1:cubicBezTo>
                  <ns1:pt x="24" y="138"/>
                  <ns1:pt x="22" y="136"/>
                  <ns1:pt x="20" y="136"/>
                </ns1:cubicBezTo>
                <ns1:cubicBezTo>
                  <ns1:pt x="8" y="136"/>
                  <ns1:pt x="8" y="136"/>
                  <ns1:pt x="8" y="136"/>
                </ns1:cubicBezTo>
                <ns1:cubicBezTo>
                  <ns1:pt x="8" y="112"/>
                  <ns1:pt x="8" y="112"/>
                  <ns1:pt x="8" y="112"/>
                </ns1:cubicBezTo>
                <ns1:lnTo>
                  <ns1:pt x="20" y="112"/>
                </ns1:lnTo>
                <ns1:close/>
              </ns1:path>
            </ns1:pathLst>
          </ns1:custGeom>
          <ns1:solidFill>
            <ns1:schemeClr val="tx1"/>
          </ns1:solidFill>
          <ns1:ln>
            <ns1:noFill/>
          </ns1:ln>
          <ns1:extLst/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en-US" sz="2700"/>
          </ns1:p>
        </ns0:txBody>
      </ns0:sp>
      <ns0:sp>
        <ns0:nvSpPr>
          <ns0:cNvPr id="46" name="Freeform 40"/>
          <ns0:cNvSpPr>
            <ns1:spLocks noEditPoints="1"/>
          </ns0:cNvSpPr>
          <ns0:nvPr/>
        </ns0:nvSpPr>
        <ns0:spPr bwMode="auto">
          <ns1:xfrm>
            <ns1:off x="6853239" y="2074864"/>
            <ns1:ext cx="320675" cy="261938"/>
          </ns1:xfrm>
          <ns1:custGeom>
            <ns1:avLst/>
            <ns1:gdLst>
              <ns1:gd name="T0" fmla="*/ 36 w 176"/>
              <ns1:gd name="T1" fmla="*/ 8 h 144"/>
              <ns1:gd name="T2" fmla="*/ 140 w 176"/>
              <ns1:gd name="T3" fmla="*/ 8 h 144"/>
              <ns1:gd name="T4" fmla="*/ 144 w 176"/>
              <ns1:gd name="T5" fmla="*/ 4 h 144"/>
              <ns1:gd name="T6" fmla="*/ 140 w 176"/>
              <ns1:gd name="T7" fmla="*/ 0 h 144"/>
              <ns1:gd name="T8" fmla="*/ 36 w 176"/>
              <ns1:gd name="T9" fmla="*/ 0 h 144"/>
              <ns1:gd name="T10" fmla="*/ 32 w 176"/>
              <ns1:gd name="T11" fmla="*/ 4 h 144"/>
              <ns1:gd name="T12" fmla="*/ 36 w 176"/>
              <ns1:gd name="T13" fmla="*/ 8 h 144"/>
              <ns1:gd name="T14" fmla="*/ 168 w 176"/>
              <ns1:gd name="T15" fmla="*/ 32 h 144"/>
              <ns1:gd name="T16" fmla="*/ 8 w 176"/>
              <ns1:gd name="T17" fmla="*/ 32 h 144"/>
              <ns1:gd name="T18" fmla="*/ 0 w 176"/>
              <ns1:gd name="T19" fmla="*/ 40 h 144"/>
              <ns1:gd name="T20" fmla="*/ 0 w 176"/>
              <ns1:gd name="T21" fmla="*/ 136 h 144"/>
              <ns1:gd name="T22" fmla="*/ 8 w 176"/>
              <ns1:gd name="T23" fmla="*/ 144 h 144"/>
              <ns1:gd name="T24" fmla="*/ 168 w 176"/>
              <ns1:gd name="T25" fmla="*/ 144 h 144"/>
              <ns1:gd name="T26" fmla="*/ 176 w 176"/>
              <ns1:gd name="T27" fmla="*/ 136 h 144"/>
              <ns1:gd name="T28" fmla="*/ 176 w 176"/>
              <ns1:gd name="T29" fmla="*/ 40 h 144"/>
              <ns1:gd name="T30" fmla="*/ 168 w 176"/>
              <ns1:gd name="T31" fmla="*/ 32 h 144"/>
              <ns1:gd name="T32" fmla="*/ 168 w 176"/>
              <ns1:gd name="T33" fmla="*/ 136 h 144"/>
              <ns1:gd name="T34" fmla="*/ 8 w 176"/>
              <ns1:gd name="T35" fmla="*/ 136 h 144"/>
              <ns1:gd name="T36" fmla="*/ 8 w 176"/>
              <ns1:gd name="T37" fmla="*/ 40 h 144"/>
              <ns1:gd name="T38" fmla="*/ 168 w 176"/>
              <ns1:gd name="T39" fmla="*/ 40 h 144"/>
              <ns1:gd name="T40" fmla="*/ 168 w 176"/>
              <ns1:gd name="T41" fmla="*/ 136 h 144"/>
              <ns1:gd name="T42" fmla="*/ 20 w 176"/>
              <ns1:gd name="T43" fmla="*/ 24 h 144"/>
              <ns1:gd name="T44" fmla="*/ 156 w 176"/>
              <ns1:gd name="T45" fmla="*/ 24 h 144"/>
              <ns1:gd name="T46" fmla="*/ 160 w 176"/>
              <ns1:gd name="T47" fmla="*/ 20 h 144"/>
              <ns1:gd name="T48" fmla="*/ 156 w 176"/>
              <ns1:gd name="T49" fmla="*/ 16 h 144"/>
              <ns1:gd name="T50" fmla="*/ 20 w 176"/>
              <ns1:gd name="T51" fmla="*/ 16 h 144"/>
              <ns1:gd name="T52" fmla="*/ 16 w 176"/>
              <ns1:gd name="T53" fmla="*/ 20 h 144"/>
              <ns1:gd name="T54" fmla="*/ 20 w 176"/>
              <ns1:gd name="T55" fmla="*/ 24 h 144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  <ns1:cxn ang="0">
                <ns1:pos x="T32" y="T33"/>
              </ns1:cxn>
              <ns1:cxn ang="0">
                <ns1:pos x="T34" y="T35"/>
              </ns1:cxn>
              <ns1:cxn ang="0">
                <ns1:pos x="T36" y="T37"/>
              </ns1:cxn>
              <ns1:cxn ang="0">
                <ns1:pos x="T38" y="T39"/>
              </ns1:cxn>
              <ns1:cxn ang="0">
                <ns1:pos x="T40" y="T41"/>
              </ns1:cxn>
              <ns1:cxn ang="0">
                <ns1:pos x="T42" y="T43"/>
              </ns1:cxn>
              <ns1:cxn ang="0">
                <ns1:pos x="T44" y="T45"/>
              </ns1:cxn>
              <ns1:cxn ang="0">
                <ns1:pos x="T46" y="T47"/>
              </ns1:cxn>
              <ns1:cxn ang="0">
                <ns1:pos x="T48" y="T49"/>
              </ns1:cxn>
              <ns1:cxn ang="0">
                <ns1:pos x="T50" y="T51"/>
              </ns1:cxn>
              <ns1:cxn ang="0">
                <ns1:pos x="T52" y="T53"/>
              </ns1:cxn>
              <ns1:cxn ang="0">
                <ns1:pos x="T54" y="T55"/>
              </ns1:cxn>
            </ns1:cxnLst>
            <ns1:rect l="0" t="0" r="r" b="b"/>
            <ns1:pathLst>
              <ns1:path w="176" h="144">
                <ns1:moveTo>
                  <ns1:pt x="36" y="8"/>
                </ns1:moveTo>
                <ns1:cubicBezTo>
                  <ns1:pt x="140" y="8"/>
                  <ns1:pt x="140" y="8"/>
                  <ns1:pt x="140" y="8"/>
                </ns1:cubicBezTo>
                <ns1:cubicBezTo>
                  <ns1:pt x="142" y="8"/>
                  <ns1:pt x="144" y="6"/>
                  <ns1:pt x="144" y="4"/>
                </ns1:cubicBezTo>
                <ns1:cubicBezTo>
                  <ns1:pt x="144" y="2"/>
                  <ns1:pt x="142" y="0"/>
                  <ns1:pt x="140" y="0"/>
                </ns1:cubicBezTo>
                <ns1:cubicBezTo>
                  <ns1:pt x="36" y="0"/>
                  <ns1:pt x="36" y="0"/>
                  <ns1:pt x="36" y="0"/>
                </ns1:cubicBezTo>
                <ns1:cubicBezTo>
                  <ns1:pt x="34" y="0"/>
                  <ns1:pt x="32" y="2"/>
                  <ns1:pt x="32" y="4"/>
                </ns1:cubicBezTo>
                <ns1:cubicBezTo>
                  <ns1:pt x="32" y="6"/>
                  <ns1:pt x="34" y="8"/>
                  <ns1:pt x="36" y="8"/>
                </ns1:cubicBezTo>
                <ns1:moveTo>
                  <ns1:pt x="168" y="32"/>
                </ns1:moveTo>
                <ns1:cubicBezTo>
                  <ns1:pt x="8" y="32"/>
                  <ns1:pt x="8" y="32"/>
                  <ns1:pt x="8" y="32"/>
                </ns1:cubicBezTo>
                <ns1:cubicBezTo>
                  <ns1:pt x="4" y="32"/>
                  <ns1:pt x="0" y="36"/>
                  <ns1:pt x="0" y="40"/>
                </ns1:cubicBezTo>
                <ns1:cubicBezTo>
                  <ns1:pt x="0" y="136"/>
                  <ns1:pt x="0" y="136"/>
                  <ns1:pt x="0" y="136"/>
                </ns1:cubicBezTo>
                <ns1:cubicBezTo>
                  <ns1:pt x="0" y="140"/>
                  <ns1:pt x="4" y="144"/>
                  <ns1:pt x="8" y="144"/>
                </ns1:cubicBezTo>
                <ns1:cubicBezTo>
                  <ns1:pt x="168" y="144"/>
                  <ns1:pt x="168" y="144"/>
                  <ns1:pt x="168" y="144"/>
                </ns1:cubicBezTo>
                <ns1:cubicBezTo>
                  <ns1:pt x="172" y="144"/>
                  <ns1:pt x="176" y="140"/>
                  <ns1:pt x="176" y="136"/>
                </ns1:cubicBezTo>
                <ns1:cubicBezTo>
                  <ns1:pt x="176" y="40"/>
                  <ns1:pt x="176" y="40"/>
                  <ns1:pt x="176" y="40"/>
                </ns1:cubicBezTo>
                <ns1:cubicBezTo>
                  <ns1:pt x="176" y="36"/>
                  <ns1:pt x="172" y="32"/>
                  <ns1:pt x="168" y="32"/>
                </ns1:cubicBezTo>
                <ns1:moveTo>
                  <ns1:pt x="168" y="136"/>
                </ns1:moveTo>
                <ns1:cubicBezTo>
                  <ns1:pt x="8" y="136"/>
                  <ns1:pt x="8" y="136"/>
                  <ns1:pt x="8" y="136"/>
                </ns1:cubicBezTo>
                <ns1:cubicBezTo>
                  <ns1:pt x="8" y="40"/>
                  <ns1:pt x="8" y="40"/>
                  <ns1:pt x="8" y="40"/>
                </ns1:cubicBezTo>
                <ns1:cubicBezTo>
                  <ns1:pt x="168" y="40"/>
                  <ns1:pt x="168" y="40"/>
                  <ns1:pt x="168" y="40"/>
                </ns1:cubicBezTo>
                <ns1:lnTo>
                  <ns1:pt x="168" y="136"/>
                </ns1:lnTo>
                <ns1:close/>
                <ns1:moveTo>
                  <ns1:pt x="20" y="24"/>
                </ns1:moveTo>
                <ns1:cubicBezTo>
                  <ns1:pt x="156" y="24"/>
                  <ns1:pt x="156" y="24"/>
                  <ns1:pt x="156" y="24"/>
                </ns1:cubicBezTo>
                <ns1:cubicBezTo>
                  <ns1:pt x="158" y="24"/>
                  <ns1:pt x="160" y="22"/>
                  <ns1:pt x="160" y="20"/>
                </ns1:cubicBezTo>
                <ns1:cubicBezTo>
                  <ns1:pt x="160" y="18"/>
                  <ns1:pt x="158" y="16"/>
                  <ns1:pt x="156" y="16"/>
                </ns1:cubicBezTo>
                <ns1:cubicBezTo>
                  <ns1:pt x="20" y="16"/>
                  <ns1:pt x="20" y="16"/>
                  <ns1:pt x="20" y="16"/>
                </ns1:cubicBezTo>
                <ns1:cubicBezTo>
                  <ns1:pt x="18" y="16"/>
                  <ns1:pt x="16" y="18"/>
                  <ns1:pt x="16" y="20"/>
                </ns1:cubicBezTo>
                <ns1:cubicBezTo>
                  <ns1:pt x="16" y="22"/>
                  <ns1:pt x="18" y="24"/>
                  <ns1:pt x="20" y="24"/>
                </ns1:cubicBezTo>
              </ns1:path>
            </ns1:pathLst>
          </ns1:custGeom>
          <ns1:solidFill>
            <ns1:schemeClr val="tx1"/>
          </ns1:solidFill>
          <ns1:ln>
            <ns1:noFill/>
          </ns1:ln>
          <ns1:extLst/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en-US" sz="2700"/>
          </ns1:p>
        </ns0:txBody>
      </ns0:sp>
      <ns0:sp>
        <ns0:nvSpPr>
          <ns0:cNvPr id="47" name="Freeform 41"/>
          <ns0:cNvSpPr>
            <ns1:spLocks noEditPoints="1"/>
          </ns0:cNvSpPr>
          <ns0:nvPr/>
        </ns0:nvSpPr>
        <ns0:spPr bwMode="auto">
          <ns1:xfrm>
            <ns1:off x="7464426" y="2046289"/>
            <ns1:ext cx="320675" cy="320675"/>
          </ns1:xfrm>
          <ns1:custGeom>
            <ns1:avLst/>
            <ns1:gdLst>
              <ns1:gd name="T0" fmla="*/ 44 w 176"/>
              <ns1:gd name="T1" fmla="*/ 64 h 176"/>
              <ns1:gd name="T2" fmla="*/ 64 w 176"/>
              <ns1:gd name="T3" fmla="*/ 44 h 176"/>
              <ns1:gd name="T4" fmla="*/ 44 w 176"/>
              <ns1:gd name="T5" fmla="*/ 24 h 176"/>
              <ns1:gd name="T6" fmla="*/ 24 w 176"/>
              <ns1:gd name="T7" fmla="*/ 44 h 176"/>
              <ns1:gd name="T8" fmla="*/ 44 w 176"/>
              <ns1:gd name="T9" fmla="*/ 64 h 176"/>
              <ns1:gd name="T10" fmla="*/ 44 w 176"/>
              <ns1:gd name="T11" fmla="*/ 32 h 176"/>
              <ns1:gd name="T12" fmla="*/ 56 w 176"/>
              <ns1:gd name="T13" fmla="*/ 44 h 176"/>
              <ns1:gd name="T14" fmla="*/ 44 w 176"/>
              <ns1:gd name="T15" fmla="*/ 56 h 176"/>
              <ns1:gd name="T16" fmla="*/ 32 w 176"/>
              <ns1:gd name="T17" fmla="*/ 44 h 176"/>
              <ns1:gd name="T18" fmla="*/ 44 w 176"/>
              <ns1:gd name="T19" fmla="*/ 32 h 176"/>
              <ns1:gd name="T20" fmla="*/ 152 w 176"/>
              <ns1:gd name="T21" fmla="*/ 147 h 176"/>
              <ns1:gd name="T22" fmla="*/ 152 w 176"/>
              <ns1:gd name="T23" fmla="*/ 146 h 176"/>
              <ns1:gd name="T24" fmla="*/ 151 w 176"/>
              <ns1:gd name="T25" fmla="*/ 145 h 176"/>
              <ns1:gd name="T26" fmla="*/ 116 w 176"/>
              <ns1:gd name="T27" fmla="*/ 95 h 176"/>
              <ns1:gd name="T28" fmla="*/ 116 w 176"/>
              <ns1:gd name="T29" fmla="*/ 95 h 176"/>
              <ns1:gd name="T30" fmla="*/ 112 w 176"/>
              <ns1:gd name="T31" fmla="*/ 92 h 176"/>
              <ns1:gd name="T32" fmla="*/ 109 w 176"/>
              <ns1:gd name="T33" fmla="*/ 93 h 176"/>
              <ns1:gd name="T34" fmla="*/ 93 w 176"/>
              <ns1:gd name="T35" fmla="*/ 110 h 176"/>
              <ns1:gd name="T36" fmla="*/ 72 w 176"/>
              <ns1:gd name="T37" fmla="*/ 78 h 176"/>
              <ns1:gd name="T38" fmla="*/ 68 w 176"/>
              <ns1:gd name="T39" fmla="*/ 76 h 176"/>
              <ns1:gd name="T40" fmla="*/ 65 w 176"/>
              <ns1:gd name="T41" fmla="*/ 78 h 176"/>
              <ns1:gd name="T42" fmla="*/ 65 w 176"/>
              <ns1:gd name="T43" fmla="*/ 78 h 176"/>
              <ns1:gd name="T44" fmla="*/ 25 w 176"/>
              <ns1:gd name="T45" fmla="*/ 146 h 176"/>
              <ns1:gd name="T46" fmla="*/ 25 w 176"/>
              <ns1:gd name="T47" fmla="*/ 146 h 176"/>
              <ns1:gd name="T48" fmla="*/ 24 w 176"/>
              <ns1:gd name="T49" fmla="*/ 148 h 176"/>
              <ns1:gd name="T50" fmla="*/ 28 w 176"/>
              <ns1:gd name="T51" fmla="*/ 152 h 176"/>
              <ns1:gd name="T52" fmla="*/ 148 w 176"/>
              <ns1:gd name="T53" fmla="*/ 152 h 176"/>
              <ns1:gd name="T54" fmla="*/ 152 w 176"/>
              <ns1:gd name="T55" fmla="*/ 148 h 176"/>
              <ns1:gd name="T56" fmla="*/ 152 w 176"/>
              <ns1:gd name="T57" fmla="*/ 147 h 176"/>
              <ns1:gd name="T58" fmla="*/ 35 w 176"/>
              <ns1:gd name="T59" fmla="*/ 144 h 176"/>
              <ns1:gd name="T60" fmla="*/ 68 w 176"/>
              <ns1:gd name="T61" fmla="*/ 87 h 176"/>
              <ns1:gd name="T62" fmla="*/ 88 w 176"/>
              <ns1:gd name="T63" fmla="*/ 118 h 176"/>
              <ns1:gd name="T64" fmla="*/ 89 w 176"/>
              <ns1:gd name="T65" fmla="*/ 119 h 176"/>
              <ns1:gd name="T66" fmla="*/ 89 w 176"/>
              <ns1:gd name="T67" fmla="*/ 119 h 176"/>
              <ns1:gd name="T68" fmla="*/ 92 w 176"/>
              <ns1:gd name="T69" fmla="*/ 120 h 176"/>
              <ns1:gd name="T70" fmla="*/ 95 w 176"/>
              <ns1:gd name="T71" fmla="*/ 119 h 176"/>
              <ns1:gd name="T72" fmla="*/ 112 w 176"/>
              <ns1:gd name="T73" fmla="*/ 102 h 176"/>
              <ns1:gd name="T74" fmla="*/ 140 w 176"/>
              <ns1:gd name="T75" fmla="*/ 144 h 176"/>
              <ns1:gd name="T76" fmla="*/ 35 w 176"/>
              <ns1:gd name="T77" fmla="*/ 144 h 176"/>
              <ns1:gd name="T78" fmla="*/ 160 w 176"/>
              <ns1:gd name="T79" fmla="*/ 0 h 176"/>
              <ns1:gd name="T80" fmla="*/ 16 w 176"/>
              <ns1:gd name="T81" fmla="*/ 0 h 176"/>
              <ns1:gd name="T82" fmla="*/ 0 w 176"/>
              <ns1:gd name="T83" fmla="*/ 16 h 176"/>
              <ns1:gd name="T84" fmla="*/ 0 w 176"/>
              <ns1:gd name="T85" fmla="*/ 160 h 176"/>
              <ns1:gd name="T86" fmla="*/ 16 w 176"/>
              <ns1:gd name="T87" fmla="*/ 176 h 176"/>
              <ns1:gd name="T88" fmla="*/ 160 w 176"/>
              <ns1:gd name="T89" fmla="*/ 176 h 176"/>
              <ns1:gd name="T90" fmla="*/ 176 w 176"/>
              <ns1:gd name="T91" fmla="*/ 160 h 176"/>
              <ns1:gd name="T92" fmla="*/ 176 w 176"/>
              <ns1:gd name="T93" fmla="*/ 16 h 176"/>
              <ns1:gd name="T94" fmla="*/ 160 w 176"/>
              <ns1:gd name="T95" fmla="*/ 0 h 176"/>
              <ns1:gd name="T96" fmla="*/ 168 w 176"/>
              <ns1:gd name="T97" fmla="*/ 160 h 176"/>
              <ns1:gd name="T98" fmla="*/ 160 w 176"/>
              <ns1:gd name="T99" fmla="*/ 168 h 176"/>
              <ns1:gd name="T100" fmla="*/ 16 w 176"/>
              <ns1:gd name="T101" fmla="*/ 168 h 176"/>
              <ns1:gd name="T102" fmla="*/ 8 w 176"/>
              <ns1:gd name="T103" fmla="*/ 160 h 176"/>
              <ns1:gd name="T104" fmla="*/ 8 w 176"/>
              <ns1:gd name="T105" fmla="*/ 16 h 176"/>
              <ns1:gd name="T106" fmla="*/ 16 w 176"/>
              <ns1:gd name="T107" fmla="*/ 8 h 176"/>
              <ns1:gd name="T108" fmla="*/ 160 w 176"/>
              <ns1:gd name="T109" fmla="*/ 8 h 176"/>
              <ns1:gd name="T110" fmla="*/ 168 w 176"/>
              <ns1:gd name="T111" fmla="*/ 16 h 176"/>
              <ns1:gd name="T112" fmla="*/ 168 w 176"/>
              <ns1:gd name="T113" fmla="*/ 160 h 176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  <ns1:cxn ang="0">
                <ns1:pos x="T32" y="T33"/>
              </ns1:cxn>
              <ns1:cxn ang="0">
                <ns1:pos x="T34" y="T35"/>
              </ns1:cxn>
              <ns1:cxn ang="0">
                <ns1:pos x="T36" y="T37"/>
              </ns1:cxn>
              <ns1:cxn ang="0">
                <ns1:pos x="T38" y="T39"/>
              </ns1:cxn>
              <ns1:cxn ang="0">
                <ns1:pos x="T40" y="T41"/>
              </ns1:cxn>
              <ns1:cxn ang="0">
                <ns1:pos x="T42" y="T43"/>
              </ns1:cxn>
              <ns1:cxn ang="0">
                <ns1:pos x="T44" y="T45"/>
              </ns1:cxn>
              <ns1:cxn ang="0">
                <ns1:pos x="T46" y="T47"/>
              </ns1:cxn>
              <ns1:cxn ang="0">
                <ns1:pos x="T48" y="T49"/>
              </ns1:cxn>
              <ns1:cxn ang="0">
                <ns1:pos x="T50" y="T51"/>
              </ns1:cxn>
              <ns1:cxn ang="0">
                <ns1:pos x="T52" y="T53"/>
              </ns1:cxn>
              <ns1:cxn ang="0">
                <ns1:pos x="T54" y="T55"/>
              </ns1:cxn>
              <ns1:cxn ang="0">
                <ns1:pos x="T56" y="T57"/>
              </ns1:cxn>
              <ns1:cxn ang="0">
                <ns1:pos x="T58" y="T59"/>
              </ns1:cxn>
              <ns1:cxn ang="0">
                <ns1:pos x="T60" y="T61"/>
              </ns1:cxn>
              <ns1:cxn ang="0">
                <ns1:pos x="T62" y="T63"/>
              </ns1:cxn>
              <ns1:cxn ang="0">
                <ns1:pos x="T64" y="T65"/>
              </ns1:cxn>
              <ns1:cxn ang="0">
                <ns1:pos x="T66" y="T67"/>
              </ns1:cxn>
              <ns1:cxn ang="0">
                <ns1:pos x="T68" y="T69"/>
              </ns1:cxn>
              <ns1:cxn ang="0">
                <ns1:pos x="T70" y="T71"/>
              </ns1:cxn>
              <ns1:cxn ang="0">
                <ns1:pos x="T72" y="T73"/>
              </ns1:cxn>
              <ns1:cxn ang="0">
                <ns1:pos x="T74" y="T75"/>
              </ns1:cxn>
              <ns1:cxn ang="0">
                <ns1:pos x="T76" y="T77"/>
              </ns1:cxn>
              <ns1:cxn ang="0">
                <ns1:pos x="T78" y="T79"/>
              </ns1:cxn>
              <ns1:cxn ang="0">
                <ns1:pos x="T80" y="T81"/>
              </ns1:cxn>
              <ns1:cxn ang="0">
                <ns1:pos x="T82" y="T83"/>
              </ns1:cxn>
              <ns1:cxn ang="0">
                <ns1:pos x="T84" y="T85"/>
              </ns1:cxn>
              <ns1:cxn ang="0">
                <ns1:pos x="T86" y="T87"/>
              </ns1:cxn>
              <ns1:cxn ang="0">
                <ns1:pos x="T88" y="T89"/>
              </ns1:cxn>
              <ns1:cxn ang="0">
                <ns1:pos x="T90" y="T91"/>
              </ns1:cxn>
              <ns1:cxn ang="0">
                <ns1:pos x="T92" y="T93"/>
              </ns1:cxn>
              <ns1:cxn ang="0">
                <ns1:pos x="T94" y="T95"/>
              </ns1:cxn>
              <ns1:cxn ang="0">
                <ns1:pos x="T96" y="T97"/>
              </ns1:cxn>
              <ns1:cxn ang="0">
                <ns1:pos x="T98" y="T99"/>
              </ns1:cxn>
              <ns1:cxn ang="0">
                <ns1:pos x="T100" y="T101"/>
              </ns1:cxn>
              <ns1:cxn ang="0">
                <ns1:pos x="T102" y="T103"/>
              </ns1:cxn>
              <ns1:cxn ang="0">
                <ns1:pos x="T104" y="T105"/>
              </ns1:cxn>
              <ns1:cxn ang="0">
                <ns1:pos x="T106" y="T107"/>
              </ns1:cxn>
              <ns1:cxn ang="0">
                <ns1:pos x="T108" y="T109"/>
              </ns1:cxn>
              <ns1:cxn ang="0">
                <ns1:pos x="T110" y="T111"/>
              </ns1:cxn>
              <ns1:cxn ang="0">
                <ns1:pos x="T112" y="T113"/>
              </ns1:cxn>
            </ns1:cxnLst>
            <ns1:rect l="0" t="0" r="r" b="b"/>
            <ns1:pathLst>
              <ns1:path w="176" h="176">
                <ns1:moveTo>
                  <ns1:pt x="44" y="64"/>
                </ns1:moveTo>
                <ns1:cubicBezTo>
                  <ns1:pt x="55" y="64"/>
                  <ns1:pt x="64" y="55"/>
                  <ns1:pt x="64" y="44"/>
                </ns1:cubicBezTo>
                <ns1:cubicBezTo>
                  <ns1:pt x="64" y="33"/>
                  <ns1:pt x="55" y="24"/>
                  <ns1:pt x="44" y="24"/>
                </ns1:cubicBezTo>
                <ns1:cubicBezTo>
                  <ns1:pt x="33" y="24"/>
                  <ns1:pt x="24" y="33"/>
                  <ns1:pt x="24" y="44"/>
                </ns1:cubicBezTo>
                <ns1:cubicBezTo>
                  <ns1:pt x="24" y="55"/>
                  <ns1:pt x="33" y="64"/>
                  <ns1:pt x="44" y="64"/>
                </ns1:cubicBezTo>
                <ns1:moveTo>
                  <ns1:pt x="44" y="32"/>
                </ns1:moveTo>
                <ns1:cubicBezTo>
                  <ns1:pt x="51" y="32"/>
                  <ns1:pt x="56" y="37"/>
                  <ns1:pt x="56" y="44"/>
                </ns1:cubicBezTo>
                <ns1:cubicBezTo>
                  <ns1:pt x="56" y="51"/>
                  <ns1:pt x="51" y="56"/>
                  <ns1:pt x="44" y="56"/>
                </ns1:cubicBezTo>
                <ns1:cubicBezTo>
                  <ns1:pt x="37" y="56"/>
                  <ns1:pt x="32" y="51"/>
                  <ns1:pt x="32" y="44"/>
                </ns1:cubicBezTo>
                <ns1:cubicBezTo>
                  <ns1:pt x="32" y="37"/>
                  <ns1:pt x="37" y="32"/>
                  <ns1:pt x="44" y="32"/>
                </ns1:cubicBezTo>
                <ns1:moveTo>
                  <ns1:pt x="152" y="147"/>
                </ns1:moveTo>
                <ns1:cubicBezTo>
                  <ns1:pt x="152" y="146"/>
                  <ns1:pt x="152" y="146"/>
                  <ns1:pt x="152" y="146"/>
                </ns1:cubicBezTo>
                <ns1:cubicBezTo>
                  <ns1:pt x="151" y="146"/>
                  <ns1:pt x="151" y="146"/>
                  <ns1:pt x="151" y="145"/>
                </ns1:cubicBezTo>
                <ns1:cubicBezTo>
                  <ns1:pt x="116" y="95"/>
                  <ns1:pt x="116" y="95"/>
                  <ns1:pt x="116" y="95"/>
                </ns1:cubicBezTo>
                <ns1:cubicBezTo>
                  <ns1:pt x="116" y="95"/>
                  <ns1:pt x="116" y="95"/>
                  <ns1:pt x="116" y="95"/>
                </ns1:cubicBezTo>
                <ns1:cubicBezTo>
                  <ns1:pt x="115" y="93"/>
                  <ns1:pt x="114" y="92"/>
                  <ns1:pt x="112" y="92"/>
                </ns1:cubicBezTo>
                <ns1:cubicBezTo>
                  <ns1:pt x="111" y="92"/>
                  <ns1:pt x="110" y="92"/>
                  <ns1:pt x="109" y="93"/>
                </ns1:cubicBezTo>
                <ns1:cubicBezTo>
                  <ns1:pt x="93" y="110"/>
                  <ns1:pt x="93" y="110"/>
                  <ns1:pt x="93" y="110"/>
                </ns1:cubicBezTo>
                <ns1:cubicBezTo>
                  <ns1:pt x="72" y="78"/>
                  <ns1:pt x="72" y="78"/>
                  <ns1:pt x="72" y="78"/>
                </ns1:cubicBezTo>
                <ns1:cubicBezTo>
                  <ns1:pt x="71" y="77"/>
                  <ns1:pt x="70" y="76"/>
                  <ns1:pt x="68" y="76"/>
                </ns1:cubicBezTo>
                <ns1:cubicBezTo>
                  <ns1:pt x="67" y="76"/>
                  <ns1:pt x="65" y="77"/>
                  <ns1:pt x="65" y="78"/>
                </ns1:cubicBezTo>
                <ns1:cubicBezTo>
                  <ns1:pt x="65" y="78"/>
                  <ns1:pt x="65" y="78"/>
                  <ns1:pt x="65" y="78"/>
                </ns1:cubicBezTo>
                <ns1:cubicBezTo>
                  <ns1:pt x="25" y="146"/>
                  <ns1:pt x="25" y="146"/>
                  <ns1:pt x="25" y="146"/>
                </ns1:cubicBezTo>
                <ns1:cubicBezTo>
                  <ns1:pt x="25" y="146"/>
                  <ns1:pt x="25" y="146"/>
                  <ns1:pt x="25" y="146"/>
                </ns1:cubicBezTo>
                <ns1:cubicBezTo>
                  <ns1:pt x="24" y="146"/>
                  <ns1:pt x="24" y="147"/>
                  <ns1:pt x="24" y="148"/>
                </ns1:cubicBezTo>
                <ns1:cubicBezTo>
                  <ns1:pt x="24" y="150"/>
                  <ns1:pt x="26" y="152"/>
                  <ns1:pt x="28" y="152"/>
                </ns1:cubicBezTo>
                <ns1:cubicBezTo>
                  <ns1:pt x="148" y="152"/>
                  <ns1:pt x="148" y="152"/>
                  <ns1:pt x="148" y="152"/>
                </ns1:cubicBezTo>
                <ns1:cubicBezTo>
                  <ns1:pt x="150" y="152"/>
                  <ns1:pt x="152" y="150"/>
                  <ns1:pt x="152" y="148"/>
                </ns1:cubicBezTo>
                <ns1:cubicBezTo>
                  <ns1:pt x="152" y="147"/>
                  <ns1:pt x="152" y="147"/>
                  <ns1:pt x="152" y="147"/>
                </ns1:cubicBezTo>
                <ns1:close/>
                <ns1:moveTo>
                  <ns1:pt x="35" y="144"/>
                </ns1:moveTo>
                <ns1:cubicBezTo>
                  <ns1:pt x="68" y="87"/>
                  <ns1:pt x="68" y="87"/>
                  <ns1:pt x="68" y="87"/>
                </ns1:cubicBezTo>
                <ns1:cubicBezTo>
                  <ns1:pt x="88" y="118"/>
                  <ns1:pt x="88" y="118"/>
                  <ns1:pt x="88" y="118"/>
                </ns1:cubicBezTo>
                <ns1:cubicBezTo>
                  <ns1:pt x="89" y="118"/>
                  <ns1:pt x="89" y="118"/>
                  <ns1:pt x="89" y="119"/>
                </ns1:cubicBezTo>
                <ns1:cubicBezTo>
                  <ns1:pt x="89" y="119"/>
                  <ns1:pt x="89" y="119"/>
                  <ns1:pt x="89" y="119"/>
                </ns1:cubicBezTo>
                <ns1:cubicBezTo>
                  <ns1:pt x="90" y="120"/>
                  <ns1:pt x="91" y="120"/>
                  <ns1:pt x="92" y="120"/>
                </ns1:cubicBezTo>
                <ns1:cubicBezTo>
                  <ns1:pt x="93" y="120"/>
                  <ns1:pt x="94" y="120"/>
                  <ns1:pt x="95" y="119"/>
                </ns1:cubicBezTo>
                <ns1:cubicBezTo>
                  <ns1:pt x="112" y="102"/>
                  <ns1:pt x="112" y="102"/>
                  <ns1:pt x="112" y="102"/>
                </ns1:cubicBezTo>
                <ns1:cubicBezTo>
                  <ns1:pt x="140" y="144"/>
                  <ns1:pt x="140" y="144"/>
                  <ns1:pt x="140" y="144"/>
                </ns1:cubicBezTo>
                <ns1:lnTo>
                  <ns1:pt x="35" y="144"/>
                </ns1:lnTo>
                <ns1:close/>
                <ns1:moveTo>
                  <ns1:pt x="160" y="0"/>
                </ns1:moveTo>
                <ns1:cubicBezTo>
                  <ns1:pt x="16" y="0"/>
                  <ns1:pt x="16" y="0"/>
                  <ns1:pt x="16" y="0"/>
                </ns1:cubicBezTo>
                <ns1:cubicBezTo>
                  <ns1:pt x="7" y="0"/>
                  <ns1:pt x="0" y="7"/>
                  <ns1:pt x="0" y="16"/>
                </ns1:cubicBezTo>
                <ns1:cubicBezTo>
                  <ns1:pt x="0" y="160"/>
                  <ns1:pt x="0" y="160"/>
                  <ns1:pt x="0" y="160"/>
                </ns1:cubicBezTo>
                <ns1:cubicBezTo>
                  <ns1:pt x="0" y="169"/>
                  <ns1:pt x="7" y="176"/>
                  <ns1:pt x="16" y="176"/>
                </ns1:cubicBezTo>
                <ns1:cubicBezTo>
                  <ns1:pt x="160" y="176"/>
                  <ns1:pt x="160" y="176"/>
                  <ns1:pt x="160" y="176"/>
                </ns1:cubicBezTo>
                <ns1:cubicBezTo>
                  <ns1:pt x="169" y="176"/>
                  <ns1:pt x="176" y="169"/>
                  <ns1:pt x="176" y="160"/>
                </ns1:cubicBezTo>
                <ns1:cubicBezTo>
                  <ns1:pt x="176" y="16"/>
                  <ns1:pt x="176" y="16"/>
                  <ns1:pt x="176" y="16"/>
                </ns1:cubicBezTo>
                <ns1:cubicBezTo>
                  <ns1:pt x="176" y="7"/>
                  <ns1:pt x="169" y="0"/>
                  <ns1:pt x="160" y="0"/>
                </ns1:cubicBezTo>
                <ns1:moveTo>
                  <ns1:pt x="168" y="160"/>
                </ns1:moveTo>
                <ns1:cubicBezTo>
                  <ns1:pt x="168" y="164"/>
                  <ns1:pt x="164" y="168"/>
                  <ns1:pt x="160" y="168"/>
                </ns1:cubicBezTo>
                <ns1:cubicBezTo>
                  <ns1:pt x="16" y="168"/>
                  <ns1:pt x="16" y="168"/>
                  <ns1:pt x="16" y="168"/>
                </ns1:cubicBezTo>
                <ns1:cubicBezTo>
                  <ns1:pt x="12" y="168"/>
                  <ns1:pt x="8" y="164"/>
                  <ns1:pt x="8" y="160"/>
                </ns1:cubicBezTo>
                <ns1:cubicBezTo>
                  <ns1:pt x="8" y="16"/>
                  <ns1:pt x="8" y="16"/>
                  <ns1:pt x="8" y="16"/>
                </ns1:cubicBezTo>
                <ns1:cubicBezTo>
                  <ns1:pt x="8" y="12"/>
                  <ns1:pt x="12" y="8"/>
                  <ns1:pt x="16" y="8"/>
                </ns1:cubicBezTo>
                <ns1:cubicBezTo>
                  <ns1:pt x="160" y="8"/>
                  <ns1:pt x="160" y="8"/>
                  <ns1:pt x="160" y="8"/>
                </ns1:cubicBezTo>
                <ns1:cubicBezTo>
                  <ns1:pt x="164" y="8"/>
                  <ns1:pt x="168" y="12"/>
                  <ns1:pt x="168" y="16"/>
                </ns1:cubicBezTo>
                <ns1:lnTo>
                  <ns1:pt x="168" y="160"/>
                </ns1:lnTo>
                <ns1:close/>
              </ns1:path>
            </ns1:pathLst>
          </ns1:custGeom>
          <ns1:solidFill>
            <ns1:schemeClr val="tx1"/>
          </ns1:solidFill>
          <ns1:ln>
            <ns1:noFill/>
          </ns1:ln>
          <ns1:extLst/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en-US" sz="2700"/>
          </ns1:p>
        </ns0:txBody>
      </ns0:sp>
      <ns0:sp>
        <ns0:nvSpPr>
          <ns0:cNvPr id="48" name="Freeform 42"/>
          <ns0:cNvSpPr>
            <ns1:spLocks noEditPoints="1"/>
          </ns0:cNvSpPr>
          <ns0:nvPr/>
        </ns0:nvSpPr>
        <ns0:spPr bwMode="auto">
          <ns1:xfrm>
            <ns1:off x="8075614" y="2046289"/>
            <ns1:ext cx="320675" cy="320675"/>
          </ns1:xfrm>
          <ns1:custGeom>
            <ns1:avLst/>
            <ns1:gdLst>
              <ns1:gd name="T0" fmla="*/ 16 w 176"/>
              <ns1:gd name="T1" fmla="*/ 32 h 176"/>
              <ns1:gd name="T2" fmla="*/ 0 w 176"/>
              <ns1:gd name="T3" fmla="*/ 160 h 176"/>
              <ns1:gd name="T4" fmla="*/ 128 w 176"/>
              <ns1:gd name="T5" fmla="*/ 176 h 176"/>
              <ns1:gd name="T6" fmla="*/ 144 w 176"/>
              <ns1:gd name="T7" fmla="*/ 48 h 176"/>
              <ns1:gd name="T8" fmla="*/ 136 w 176"/>
              <ns1:gd name="T9" fmla="*/ 160 h 176"/>
              <ns1:gd name="T10" fmla="*/ 16 w 176"/>
              <ns1:gd name="T11" fmla="*/ 168 h 176"/>
              <ns1:gd name="T12" fmla="*/ 8 w 176"/>
              <ns1:gd name="T13" fmla="*/ 48 h 176"/>
              <ns1:gd name="T14" fmla="*/ 128 w 176"/>
              <ns1:gd name="T15" fmla="*/ 40 h 176"/>
              <ns1:gd name="T16" fmla="*/ 136 w 176"/>
              <ns1:gd name="T17" fmla="*/ 160 h 176"/>
              <ns1:gd name="T18" fmla="*/ 56 w 176"/>
              <ns1:gd name="T19" fmla="*/ 72 h 176"/>
              <ns1:gd name="T20" fmla="*/ 24 w 176"/>
              <ns1:gd name="T21" fmla="*/ 72 h 176"/>
              <ns1:gd name="T22" fmla="*/ 40 w 176"/>
              <ns1:gd name="T23" fmla="*/ 64 h 176"/>
              <ns1:gd name="T24" fmla="*/ 40 w 176"/>
              <ns1:gd name="T25" fmla="*/ 80 h 176"/>
              <ns1:gd name="T26" fmla="*/ 40 w 176"/>
              <ns1:gd name="T27" fmla="*/ 64 h 176"/>
              <ns1:gd name="T28" fmla="*/ 120 w 176"/>
              <ns1:gd name="T29" fmla="*/ 146 h 176"/>
              <ns1:gd name="T30" fmla="*/ 96 w 176"/>
              <ns1:gd name="T31" fmla="*/ 107 h 176"/>
              <ns1:gd name="T32" fmla="*/ 92 w 176"/>
              <ns1:gd name="T33" fmla="*/ 104 h 176"/>
              <ns1:gd name="T34" fmla="*/ 77 w 176"/>
              <ns1:gd name="T35" fmla="*/ 118 h 176"/>
              <ns1:gd name="T36" fmla="*/ 60 w 176"/>
              <ns1:gd name="T37" fmla="*/ 96 h 176"/>
              <ns1:gd name="T38" fmla="*/ 57 w 176"/>
              <ns1:gd name="T39" fmla="*/ 98 h 176"/>
              <ns1:gd name="T40" fmla="*/ 25 w 176"/>
              <ns1:gd name="T41" fmla="*/ 146 h 176"/>
              <ns1:gd name="T42" fmla="*/ 28 w 176"/>
              <ns1:gd name="T43" fmla="*/ 152 h 176"/>
              <ns1:gd name="T44" fmla="*/ 120 w 176"/>
              <ns1:gd name="T45" fmla="*/ 148 h 176"/>
              <ns1:gd name="T46" fmla="*/ 35 w 176"/>
              <ns1:gd name="T47" fmla="*/ 144 h 176"/>
              <ns1:gd name="T48" fmla="*/ 72 w 176"/>
              <ns1:gd name="T49" fmla="*/ 126 h 176"/>
              <ns1:gd name="T50" fmla="*/ 79 w 176"/>
              <ns1:gd name="T51" fmla="*/ 127 h 176"/>
              <ns1:gd name="T52" fmla="*/ 109 w 176"/>
              <ns1:gd name="T53" fmla="*/ 144 h 176"/>
              <ns1:gd name="T54" fmla="*/ 160 w 176"/>
              <ns1:gd name="T55" fmla="*/ 0 h 176"/>
              <ns1:gd name="T56" fmla="*/ 32 w 176"/>
              <ns1:gd name="T57" fmla="*/ 16 h 176"/>
              <ns1:gd name="T58" fmla="*/ 36 w 176"/>
              <ns1:gd name="T59" fmla="*/ 24 h 176"/>
              <ns1:gd name="T60" fmla="*/ 40 w 176"/>
              <ns1:gd name="T61" fmla="*/ 16 h 176"/>
              <ns1:gd name="T62" fmla="*/ 160 w 176"/>
              <ns1:gd name="T63" fmla="*/ 8 h 176"/>
              <ns1:gd name="T64" fmla="*/ 168 w 176"/>
              <ns1:gd name="T65" fmla="*/ 128 h 176"/>
              <ns1:gd name="T66" fmla="*/ 156 w 176"/>
              <ns1:gd name="T67" fmla="*/ 136 h 176"/>
              <ns1:gd name="T68" fmla="*/ 156 w 176"/>
              <ns1:gd name="T69" fmla="*/ 144 h 176"/>
              <ns1:gd name="T70" fmla="*/ 176 w 176"/>
              <ns1:gd name="T71" fmla="*/ 128 h 176"/>
              <ns1:gd name="T72" fmla="*/ 160 w 176"/>
              <ns1:gd name="T73" fmla="*/ 0 h 176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  <ns1:cxn ang="0">
                <ns1:pos x="T32" y="T33"/>
              </ns1:cxn>
              <ns1:cxn ang="0">
                <ns1:pos x="T34" y="T35"/>
              </ns1:cxn>
              <ns1:cxn ang="0">
                <ns1:pos x="T36" y="T37"/>
              </ns1:cxn>
              <ns1:cxn ang="0">
                <ns1:pos x="T38" y="T39"/>
              </ns1:cxn>
              <ns1:cxn ang="0">
                <ns1:pos x="T40" y="T41"/>
              </ns1:cxn>
              <ns1:cxn ang="0">
                <ns1:pos x="T42" y="T43"/>
              </ns1:cxn>
              <ns1:cxn ang="0">
                <ns1:pos x="T44" y="T45"/>
              </ns1:cxn>
              <ns1:cxn ang="0">
                <ns1:pos x="T46" y="T47"/>
              </ns1:cxn>
              <ns1:cxn ang="0">
                <ns1:pos x="T48" y="T49"/>
              </ns1:cxn>
              <ns1:cxn ang="0">
                <ns1:pos x="T50" y="T51"/>
              </ns1:cxn>
              <ns1:cxn ang="0">
                <ns1:pos x="T52" y="T53"/>
              </ns1:cxn>
              <ns1:cxn ang="0">
                <ns1:pos x="T54" y="T55"/>
              </ns1:cxn>
              <ns1:cxn ang="0">
                <ns1:pos x="T56" y="T57"/>
              </ns1:cxn>
              <ns1:cxn ang="0">
                <ns1:pos x="T58" y="T59"/>
              </ns1:cxn>
              <ns1:cxn ang="0">
                <ns1:pos x="T60" y="T61"/>
              </ns1:cxn>
              <ns1:cxn ang="0">
                <ns1:pos x="T62" y="T63"/>
              </ns1:cxn>
              <ns1:cxn ang="0">
                <ns1:pos x="T64" y="T65"/>
              </ns1:cxn>
              <ns1:cxn ang="0">
                <ns1:pos x="T66" y="T67"/>
              </ns1:cxn>
              <ns1:cxn ang="0">
                <ns1:pos x="T68" y="T69"/>
              </ns1:cxn>
              <ns1:cxn ang="0">
                <ns1:pos x="T70" y="T71"/>
              </ns1:cxn>
              <ns1:cxn ang="0">
                <ns1:pos x="T72" y="T73"/>
              </ns1:cxn>
            </ns1:cxnLst>
            <ns1:rect l="0" t="0" r="r" b="b"/>
            <ns1:pathLst>
              <ns1:path w="176" h="176">
                <ns1:moveTo>
                  <ns1:pt x="128" y="32"/>
                </ns1:moveTo>
                <ns1:cubicBezTo>
                  <ns1:pt x="16" y="32"/>
                  <ns1:pt x="16" y="32"/>
                  <ns1:pt x="16" y="32"/>
                </ns1:cubicBezTo>
                <ns1:cubicBezTo>
                  <ns1:pt x="7" y="32"/>
                  <ns1:pt x="0" y="39"/>
                  <ns1:pt x="0" y="48"/>
                </ns1:cubicBezTo>
                <ns1:cubicBezTo>
                  <ns1:pt x="0" y="160"/>
                  <ns1:pt x="0" y="160"/>
                  <ns1:pt x="0" y="160"/>
                </ns1:cubicBezTo>
                <ns1:cubicBezTo>
                  <ns1:pt x="0" y="169"/>
                  <ns1:pt x="7" y="176"/>
                  <ns1:pt x="16" y="176"/>
                </ns1:cubicBezTo>
                <ns1:cubicBezTo>
                  <ns1:pt x="128" y="176"/>
                  <ns1:pt x="128" y="176"/>
                  <ns1:pt x="128" y="176"/>
                </ns1:cubicBezTo>
                <ns1:cubicBezTo>
                  <ns1:pt x="137" y="176"/>
                  <ns1:pt x="144" y="169"/>
                  <ns1:pt x="144" y="160"/>
                </ns1:cubicBezTo>
                <ns1:cubicBezTo>
                  <ns1:pt x="144" y="48"/>
                  <ns1:pt x="144" y="48"/>
                  <ns1:pt x="144" y="48"/>
                </ns1:cubicBezTo>
                <ns1:cubicBezTo>
                  <ns1:pt x="144" y="39"/>
                  <ns1:pt x="137" y="32"/>
                  <ns1:pt x="128" y="32"/>
                </ns1:cubicBezTo>
                <ns1:moveTo>
                  <ns1:pt x="136" y="160"/>
                </ns1:moveTo>
                <ns1:cubicBezTo>
                  <ns1:pt x="136" y="164"/>
                  <ns1:pt x="132" y="168"/>
                  <ns1:pt x="128" y="168"/>
                </ns1:cubicBezTo>
                <ns1:cubicBezTo>
                  <ns1:pt x="16" y="168"/>
                  <ns1:pt x="16" y="168"/>
                  <ns1:pt x="16" y="168"/>
                </ns1:cubicBezTo>
                <ns1:cubicBezTo>
                  <ns1:pt x="12" y="168"/>
                  <ns1:pt x="8" y="164"/>
                  <ns1:pt x="8" y="160"/>
                </ns1:cubicBezTo>
                <ns1:cubicBezTo>
                  <ns1:pt x="8" y="48"/>
                  <ns1:pt x="8" y="48"/>
                  <ns1:pt x="8" y="48"/>
                </ns1:cubicBezTo>
                <ns1:cubicBezTo>
                  <ns1:pt x="8" y="44"/>
                  <ns1:pt x="12" y="40"/>
                  <ns1:pt x="16" y="40"/>
                </ns1:cubicBezTo>
                <ns1:cubicBezTo>
                  <ns1:pt x="128" y="40"/>
                  <ns1:pt x="128" y="40"/>
                  <ns1:pt x="128" y="40"/>
                </ns1:cubicBezTo>
                <ns1:cubicBezTo>
                  <ns1:pt x="132" y="40"/>
                  <ns1:pt x="136" y="44"/>
                  <ns1:pt x="136" y="48"/>
                </ns1:cubicBezTo>
                <ns1:lnTo>
                  <ns1:pt x="136" y="160"/>
                </ns1:lnTo>
                <ns1:close/>
                <ns1:moveTo>
                  <ns1:pt x="40" y="88"/>
                </ns1:moveTo>
                <ns1:cubicBezTo>
                  <ns1:pt x="49" y="88"/>
                  <ns1:pt x="56" y="81"/>
                  <ns1:pt x="56" y="72"/>
                </ns1:cubicBezTo>
                <ns1:cubicBezTo>
                  <ns1:pt x="56" y="63"/>
                  <ns1:pt x="49" y="56"/>
                  <ns1:pt x="40" y="56"/>
                </ns1:cubicBezTo>
                <ns1:cubicBezTo>
                  <ns1:pt x="31" y="56"/>
                  <ns1:pt x="24" y="63"/>
                  <ns1:pt x="24" y="72"/>
                </ns1:cubicBezTo>
                <ns1:cubicBezTo>
                  <ns1:pt x="24" y="81"/>
                  <ns1:pt x="31" y="88"/>
                  <ns1:pt x="40" y="88"/>
                </ns1:cubicBezTo>
                <ns1:moveTo>
                  <ns1:pt x="40" y="64"/>
                </ns1:moveTo>
                <ns1:cubicBezTo>
                  <ns1:pt x="44" y="64"/>
                  <ns1:pt x="48" y="68"/>
                  <ns1:pt x="48" y="72"/>
                </ns1:cubicBezTo>
                <ns1:cubicBezTo>
                  <ns1:pt x="48" y="76"/>
                  <ns1:pt x="44" y="80"/>
                  <ns1:pt x="40" y="80"/>
                </ns1:cubicBezTo>
                <ns1:cubicBezTo>
                  <ns1:pt x="36" y="80"/>
                  <ns1:pt x="32" y="76"/>
                  <ns1:pt x="32" y="72"/>
                </ns1:cubicBezTo>
                <ns1:cubicBezTo>
                  <ns1:pt x="32" y="68"/>
                  <ns1:pt x="36" y="64"/>
                  <ns1:pt x="40" y="64"/>
                </ns1:cubicBezTo>
                <ns1:moveTo>
                  <ns1:pt x="120" y="147"/>
                </ns1:moveTo>
                <ns1:cubicBezTo>
                  <ns1:pt x="120" y="146"/>
                  <ns1:pt x="120" y="146"/>
                  <ns1:pt x="120" y="146"/>
                </ns1:cubicBezTo>
                <ns1:cubicBezTo>
                  <ns1:pt x="120" y="146"/>
                  <ns1:pt x="120" y="146"/>
                  <ns1:pt x="120" y="146"/>
                </ns1:cubicBezTo>
                <ns1:cubicBezTo>
                  <ns1:pt x="96" y="107"/>
                  <ns1:pt x="96" y="107"/>
                  <ns1:pt x="96" y="107"/>
                </ns1:cubicBezTo>
                <ns1:cubicBezTo>
                  <ns1:pt x="96" y="107"/>
                  <ns1:pt x="96" y="107"/>
                  <ns1:pt x="96" y="107"/>
                </ns1:cubicBezTo>
                <ns1:cubicBezTo>
                  <ns1:pt x="95" y="105"/>
                  <ns1:pt x="94" y="104"/>
                  <ns1:pt x="92" y="104"/>
                </ns1:cubicBezTo>
                <ns1:cubicBezTo>
                  <ns1:pt x="91" y="104"/>
                  <ns1:pt x="90" y="104"/>
                  <ns1:pt x="89" y="105"/>
                </ns1:cubicBezTo>
                <ns1:cubicBezTo>
                  <ns1:pt x="77" y="118"/>
                  <ns1:pt x="77" y="118"/>
                  <ns1:pt x="77" y="118"/>
                </ns1:cubicBezTo>
                <ns1:cubicBezTo>
                  <ns1:pt x="64" y="98"/>
                  <ns1:pt x="64" y="98"/>
                  <ns1:pt x="64" y="98"/>
                </ns1:cubicBezTo>
                <ns1:cubicBezTo>
                  <ns1:pt x="63" y="97"/>
                  <ns1:pt x="62" y="96"/>
                  <ns1:pt x="60" y="96"/>
                </ns1:cubicBezTo>
                <ns1:cubicBezTo>
                  <ns1:pt x="59" y="96"/>
                  <ns1:pt x="57" y="97"/>
                  <ns1:pt x="57" y="98"/>
                </ns1:cubicBezTo>
                <ns1:cubicBezTo>
                  <ns1:pt x="57" y="98"/>
                  <ns1:pt x="57" y="98"/>
                  <ns1:pt x="57" y="98"/>
                </ns1:cubicBezTo>
                <ns1:cubicBezTo>
                  <ns1:pt x="25" y="146"/>
                  <ns1:pt x="25" y="146"/>
                  <ns1:pt x="25" y="146"/>
                </ns1:cubicBezTo>
                <ns1:cubicBezTo>
                  <ns1:pt x="25" y="146"/>
                  <ns1:pt x="25" y="146"/>
                  <ns1:pt x="25" y="146"/>
                </ns1:cubicBezTo>
                <ns1:cubicBezTo>
                  <ns1:pt x="24" y="146"/>
                  <ns1:pt x="24" y="147"/>
                  <ns1:pt x="24" y="148"/>
                </ns1:cubicBezTo>
                <ns1:cubicBezTo>
                  <ns1:pt x="24" y="150"/>
                  <ns1:pt x="26" y="152"/>
                  <ns1:pt x="28" y="152"/>
                </ns1:cubicBezTo>
                <ns1:cubicBezTo>
                  <ns1:pt x="116" y="152"/>
                  <ns1:pt x="116" y="152"/>
                  <ns1:pt x="116" y="152"/>
                </ns1:cubicBezTo>
                <ns1:cubicBezTo>
                  <ns1:pt x="118" y="152"/>
                  <ns1:pt x="120" y="150"/>
                  <ns1:pt x="120" y="148"/>
                </ns1:cubicBezTo>
                <ns1:cubicBezTo>
                  <ns1:pt x="120" y="147"/>
                  <ns1:pt x="120" y="147"/>
                  <ns1:pt x="120" y="147"/>
                </ns1:cubicBezTo>
                <ns1:close/>
                <ns1:moveTo>
                  <ns1:pt x="35" y="144"/>
                </ns1:moveTo>
                <ns1:cubicBezTo>
                  <ns1:pt x="60" y="107"/>
                  <ns1:pt x="60" y="107"/>
                  <ns1:pt x="60" y="107"/>
                </ns1:cubicBezTo>
                <ns1:cubicBezTo>
                  <ns1:pt x="72" y="126"/>
                  <ns1:pt x="72" y="126"/>
                  <ns1:pt x="72" y="126"/>
                </ns1:cubicBezTo>
                <ns1:cubicBezTo>
                  <ns1:pt x="73" y="127"/>
                  <ns1:pt x="74" y="128"/>
                  <ns1:pt x="76" y="128"/>
                </ns1:cubicBezTo>
                <ns1:cubicBezTo>
                  <ns1:pt x="77" y="128"/>
                  <ns1:pt x="78" y="128"/>
                  <ns1:pt x="79" y="127"/>
                </ns1:cubicBezTo>
                <ns1:cubicBezTo>
                  <ns1:pt x="91" y="114"/>
                  <ns1:pt x="91" y="114"/>
                  <ns1:pt x="91" y="114"/>
                </ns1:cubicBezTo>
                <ns1:cubicBezTo>
                  <ns1:pt x="109" y="144"/>
                  <ns1:pt x="109" y="144"/>
                  <ns1:pt x="109" y="144"/>
                </ns1:cubicBezTo>
                <ns1:lnTo>
                  <ns1:pt x="35" y="144"/>
                </ns1:lnTo>
                <ns1:close/>
                <ns1:moveTo>
                  <ns1:pt x="160" y="0"/>
                </ns1:moveTo>
                <ns1:cubicBezTo>
                  <ns1:pt x="48" y="0"/>
                  <ns1:pt x="48" y="0"/>
                  <ns1:pt x="48" y="0"/>
                </ns1:cubicBezTo>
                <ns1:cubicBezTo>
                  <ns1:pt x="39" y="0"/>
                  <ns1:pt x="32" y="7"/>
                  <ns1:pt x="32" y="16"/>
                </ns1:cubicBezTo>
                <ns1:cubicBezTo>
                  <ns1:pt x="32" y="20"/>
                  <ns1:pt x="32" y="20"/>
                  <ns1:pt x="32" y="20"/>
                </ns1:cubicBezTo>
                <ns1:cubicBezTo>
                  <ns1:pt x="32" y="22"/>
                  <ns1:pt x="34" y="24"/>
                  <ns1:pt x="36" y="24"/>
                </ns1:cubicBezTo>
                <ns1:cubicBezTo>
                  <ns1:pt x="38" y="24"/>
                  <ns1:pt x="40" y="22"/>
                  <ns1:pt x="40" y="20"/>
                </ns1:cubicBezTo>
                <ns1:cubicBezTo>
                  <ns1:pt x="40" y="16"/>
                  <ns1:pt x="40" y="16"/>
                  <ns1:pt x="40" y="16"/>
                </ns1:cubicBezTo>
                <ns1:cubicBezTo>
                  <ns1:pt x="40" y="12"/>
                  <ns1:pt x="44" y="8"/>
                  <ns1:pt x="48" y="8"/>
                </ns1:cubicBezTo>
                <ns1:cubicBezTo>
                  <ns1:pt x="160" y="8"/>
                  <ns1:pt x="160" y="8"/>
                  <ns1:pt x="160" y="8"/>
                </ns1:cubicBezTo>
                <ns1:cubicBezTo>
                  <ns1:pt x="164" y="8"/>
                  <ns1:pt x="168" y="12"/>
                  <ns1:pt x="168" y="16"/>
                </ns1:cubicBezTo>
                <ns1:cubicBezTo>
                  <ns1:pt x="168" y="128"/>
                  <ns1:pt x="168" y="128"/>
                  <ns1:pt x="168" y="128"/>
                </ns1:cubicBezTo>
                <ns1:cubicBezTo>
                  <ns1:pt x="168" y="132"/>
                  <ns1:pt x="164" y="136"/>
                  <ns1:pt x="160" y="136"/>
                </ns1:cubicBezTo>
                <ns1:cubicBezTo>
                  <ns1:pt x="156" y="136"/>
                  <ns1:pt x="156" y="136"/>
                  <ns1:pt x="156" y="136"/>
                </ns1:cubicBezTo>
                <ns1:cubicBezTo>
                  <ns1:pt x="154" y="136"/>
                  <ns1:pt x="152" y="138"/>
                  <ns1:pt x="152" y="140"/>
                </ns1:cubicBezTo>
                <ns1:cubicBezTo>
                  <ns1:pt x="152" y="142"/>
                  <ns1:pt x="154" y="144"/>
                  <ns1:pt x="156" y="144"/>
                </ns1:cubicBezTo>
                <ns1:cubicBezTo>
                  <ns1:pt x="160" y="144"/>
                  <ns1:pt x="160" y="144"/>
                  <ns1:pt x="160" y="144"/>
                </ns1:cubicBezTo>
                <ns1:cubicBezTo>
                  <ns1:pt x="169" y="144"/>
                  <ns1:pt x="176" y="137"/>
                  <ns1:pt x="176" y="128"/>
                </ns1:cubicBezTo>
                <ns1:cubicBezTo>
                  <ns1:pt x="176" y="16"/>
                  <ns1:pt x="176" y="16"/>
                  <ns1:pt x="176" y="16"/>
                </ns1:cubicBezTo>
                <ns1:cubicBezTo>
                  <ns1:pt x="176" y="7"/>
                  <ns1:pt x="169" y="0"/>
                  <ns1:pt x="160" y="0"/>
                </ns1:cubicBezTo>
              </ns1:path>
            </ns1:pathLst>
          </ns1:custGeom>
          <ns1:solidFill>
            <ns1:schemeClr val="tx1"/>
          </ns1:solidFill>
          <ns1:ln>
            <ns1:noFill/>
          </ns1:ln>
          <ns1:extLst/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en-US" sz="2700"/>
          </ns1:p>
        </ns0:txBody>
      </ns0:sp>
      <ns0:sp>
        <ns0:nvSpPr>
          <ns0:cNvPr id="49" name="Freeform 43"/>
          <ns0:cNvSpPr>
            <ns1:spLocks noEditPoints="1"/>
          </ns0:cNvSpPr>
          <ns0:nvPr/>
        </ns0:nvSpPr>
        <ns0:spPr bwMode="auto">
          <ns1:xfrm>
            <ns1:off x="8686801" y="2046289"/>
            <ns1:ext cx="320675" cy="320675"/>
          </ns1:xfrm>
          <ns1:custGeom>
            <ns1:avLst/>
            <ns1:gdLst>
              <ns1:gd name="T0" fmla="*/ 168 w 176"/>
              <ns1:gd name="T1" fmla="*/ 4 h 176"/>
              <ns1:gd name="T2" fmla="*/ 8 w 176"/>
              <ns1:gd name="T3" fmla="*/ 4 h 176"/>
              <ns1:gd name="T4" fmla="*/ 0 w 176"/>
              <ns1:gd name="T5" fmla="*/ 20 h 176"/>
              <ns1:gd name="T6" fmla="*/ 8 w 176"/>
              <ns1:gd name="T7" fmla="*/ 172 h 176"/>
              <ns1:gd name="T8" fmla="*/ 168 w 176"/>
              <ns1:gd name="T9" fmla="*/ 172 h 176"/>
              <ns1:gd name="T10" fmla="*/ 176 w 176"/>
              <ns1:gd name="T11" fmla="*/ 20 h 176"/>
              <ns1:gd name="T12" fmla="*/ 80 w 176"/>
              <ns1:gd name="T13" fmla="*/ 168 h 176"/>
              <ns1:gd name="T14" fmla="*/ 96 w 176"/>
              <ns1:gd name="T15" fmla="*/ 168 h 176"/>
              <ns1:gd name="T16" fmla="*/ 104 w 176"/>
              <ns1:gd name="T17" fmla="*/ 124 h 176"/>
              <ns1:gd name="T18" fmla="*/ 72 w 176"/>
              <ns1:gd name="T19" fmla="*/ 124 h 176"/>
              <ns1:gd name="T20" fmla="*/ 16 w 176"/>
              <ns1:gd name="T21" fmla="*/ 24 h 176"/>
              <ns1:gd name="T22" fmla="*/ 160 w 176"/>
              <ns1:gd name="T23" fmla="*/ 16 h 176"/>
              <ns1:gd name="T24" fmla="*/ 160 w 176"/>
              <ns1:gd name="T25" fmla="*/ 8 h 176"/>
              <ns1:gd name="T26" fmla="*/ 140 w 176"/>
              <ns1:gd name="T27" fmla="*/ 72 h 176"/>
              <ns1:gd name="T28" fmla="*/ 140 w 176"/>
              <ns1:gd name="T29" fmla="*/ 40 h 176"/>
              <ns1:gd name="T30" fmla="*/ 112 w 176"/>
              <ns1:gd name="T31" fmla="*/ 68 h 176"/>
              <ns1:gd name="T32" fmla="*/ 136 w 176"/>
              <ns1:gd name="T33" fmla="*/ 48 h 176"/>
              <ns1:gd name="T34" fmla="*/ 120 w 176"/>
              <ns1:gd name="T35" fmla="*/ 48 h 176"/>
              <ns1:gd name="T36" fmla="*/ 64 w 176"/>
              <ns1:gd name="T37" fmla="*/ 68 h 176"/>
              <ns1:gd name="T38" fmla="*/ 36 w 176"/>
              <ns1:gd name="T39" fmla="*/ 40 h 176"/>
              <ns1:gd name="T40" fmla="*/ 36 w 176"/>
              <ns1:gd name="T41" fmla="*/ 72 h 176"/>
              <ns1:gd name="T42" fmla="*/ 56 w 176"/>
              <ns1:gd name="T43" fmla="*/ 64 h 176"/>
              <ns1:gd name="T44" fmla="*/ 36 w 176"/>
              <ns1:gd name="T45" fmla="*/ 112 h 176"/>
              <ns1:gd name="T46" fmla="*/ 64 w 176"/>
              <ns1:gd name="T47" fmla="*/ 84 h 176"/>
              <ns1:gd name="T48" fmla="*/ 32 w 176"/>
              <ns1:gd name="T49" fmla="*/ 84 h 176"/>
              <ns1:gd name="T50" fmla="*/ 40 w 176"/>
              <ns1:gd name="T51" fmla="*/ 88 h 176"/>
              <ns1:gd name="T52" fmla="*/ 40 w 176"/>
              <ns1:gd name="T53" fmla="*/ 104 h 176"/>
              <ns1:gd name="T54" fmla="*/ 140 w 176"/>
              <ns1:gd name="T55" fmla="*/ 112 h 176"/>
              <ns1:gd name="T56" fmla="*/ 140 w 176"/>
              <ns1:gd name="T57" fmla="*/ 80 h 176"/>
              <ns1:gd name="T58" fmla="*/ 112 w 176"/>
              <ns1:gd name="T59" fmla="*/ 108 h 176"/>
              <ns1:gd name="T60" fmla="*/ 136 w 176"/>
              <ns1:gd name="T61" fmla="*/ 88 h 176"/>
              <ns1:gd name="T62" fmla="*/ 120 w 176"/>
              <ns1:gd name="T63" fmla="*/ 88 h 176"/>
              <ns1:gd name="T64" fmla="*/ 64 w 176"/>
              <ns1:gd name="T65" fmla="*/ 148 h 176"/>
              <ns1:gd name="T66" fmla="*/ 36 w 176"/>
              <ns1:gd name="T67" fmla="*/ 120 h 176"/>
              <ns1:gd name="T68" fmla="*/ 36 w 176"/>
              <ns1:gd name="T69" fmla="*/ 152 h 176"/>
              <ns1:gd name="T70" fmla="*/ 56 w 176"/>
              <ns1:gd name="T71" fmla="*/ 144 h 176"/>
              <ns1:gd name="T72" fmla="*/ 76 w 176"/>
              <ns1:gd name="T73" fmla="*/ 72 h 176"/>
              <ns1:gd name="T74" fmla="*/ 104 w 176"/>
              <ns1:gd name="T75" fmla="*/ 44 h 176"/>
              <ns1:gd name="T76" fmla="*/ 72 w 176"/>
              <ns1:gd name="T77" fmla="*/ 44 h 176"/>
              <ns1:gd name="T78" fmla="*/ 80 w 176"/>
              <ns1:gd name="T79" fmla="*/ 48 h 176"/>
              <ns1:gd name="T80" fmla="*/ 80 w 176"/>
              <ns1:gd name="T81" fmla="*/ 64 h 176"/>
              <ns1:gd name="T82" fmla="*/ 140 w 176"/>
              <ns1:gd name="T83" fmla="*/ 152 h 176"/>
              <ns1:gd name="T84" fmla="*/ 140 w 176"/>
              <ns1:gd name="T85" fmla="*/ 120 h 176"/>
              <ns1:gd name="T86" fmla="*/ 112 w 176"/>
              <ns1:gd name="T87" fmla="*/ 148 h 176"/>
              <ns1:gd name="T88" fmla="*/ 136 w 176"/>
              <ns1:gd name="T89" fmla="*/ 128 h 176"/>
              <ns1:gd name="T90" fmla="*/ 120 w 176"/>
              <ns1:gd name="T91" fmla="*/ 128 h 176"/>
              <ns1:gd name="T92" fmla="*/ 104 w 176"/>
              <ns1:gd name="T93" fmla="*/ 108 h 176"/>
              <ns1:gd name="T94" fmla="*/ 76 w 176"/>
              <ns1:gd name="T95" fmla="*/ 80 h 176"/>
              <ns1:gd name="T96" fmla="*/ 76 w 176"/>
              <ns1:gd name="T97" fmla="*/ 112 h 176"/>
              <ns1:gd name="T98" fmla="*/ 96 w 176"/>
              <ns1:gd name="T99" fmla="*/ 104 h 176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  <ns1:cxn ang="0">
                <ns1:pos x="T32" y="T33"/>
              </ns1:cxn>
              <ns1:cxn ang="0">
                <ns1:pos x="T34" y="T35"/>
              </ns1:cxn>
              <ns1:cxn ang="0">
                <ns1:pos x="T36" y="T37"/>
              </ns1:cxn>
              <ns1:cxn ang="0">
                <ns1:pos x="T38" y="T39"/>
              </ns1:cxn>
              <ns1:cxn ang="0">
                <ns1:pos x="T40" y="T41"/>
              </ns1:cxn>
              <ns1:cxn ang="0">
                <ns1:pos x="T42" y="T43"/>
              </ns1:cxn>
              <ns1:cxn ang="0">
                <ns1:pos x="T44" y="T45"/>
              </ns1:cxn>
              <ns1:cxn ang="0">
                <ns1:pos x="T46" y="T47"/>
              </ns1:cxn>
              <ns1:cxn ang="0">
                <ns1:pos x="T48" y="T49"/>
              </ns1:cxn>
              <ns1:cxn ang="0">
                <ns1:pos x="T50" y="T51"/>
              </ns1:cxn>
              <ns1:cxn ang="0">
                <ns1:pos x="T52" y="T53"/>
              </ns1:cxn>
              <ns1:cxn ang="0">
                <ns1:pos x="T54" y="T55"/>
              </ns1:cxn>
              <ns1:cxn ang="0">
                <ns1:pos x="T56" y="T57"/>
              </ns1:cxn>
              <ns1:cxn ang="0">
                <ns1:pos x="T58" y="T59"/>
              </ns1:cxn>
              <ns1:cxn ang="0">
                <ns1:pos x="T60" y="T61"/>
              </ns1:cxn>
              <ns1:cxn ang="0">
                <ns1:pos x="T62" y="T63"/>
              </ns1:cxn>
              <ns1:cxn ang="0">
                <ns1:pos x="T64" y="T65"/>
              </ns1:cxn>
              <ns1:cxn ang="0">
                <ns1:pos x="T66" y="T67"/>
              </ns1:cxn>
              <ns1:cxn ang="0">
                <ns1:pos x="T68" y="T69"/>
              </ns1:cxn>
              <ns1:cxn ang="0">
                <ns1:pos x="T70" y="T71"/>
              </ns1:cxn>
              <ns1:cxn ang="0">
                <ns1:pos x="T72" y="T73"/>
              </ns1:cxn>
              <ns1:cxn ang="0">
                <ns1:pos x="T74" y="T75"/>
              </ns1:cxn>
              <ns1:cxn ang="0">
                <ns1:pos x="T76" y="T77"/>
              </ns1:cxn>
              <ns1:cxn ang="0">
                <ns1:pos x="T78" y="T79"/>
              </ns1:cxn>
              <ns1:cxn ang="0">
                <ns1:pos x="T80" y="T81"/>
              </ns1:cxn>
              <ns1:cxn ang="0">
                <ns1:pos x="T82" y="T83"/>
              </ns1:cxn>
              <ns1:cxn ang="0">
                <ns1:pos x="T84" y="T85"/>
              </ns1:cxn>
              <ns1:cxn ang="0">
                <ns1:pos x="T86" y="T87"/>
              </ns1:cxn>
              <ns1:cxn ang="0">
                <ns1:pos x="T88" y="T89"/>
              </ns1:cxn>
              <ns1:cxn ang="0">
                <ns1:pos x="T90" y="T91"/>
              </ns1:cxn>
              <ns1:cxn ang="0">
                <ns1:pos x="T92" y="T93"/>
              </ns1:cxn>
              <ns1:cxn ang="0">
                <ns1:pos x="T94" y="T95"/>
              </ns1:cxn>
              <ns1:cxn ang="0">
                <ns1:pos x="T96" y="T97"/>
              </ns1:cxn>
              <ns1:cxn ang="0">
                <ns1:pos x="T98" y="T99"/>
              </ns1:cxn>
            </ns1:cxnLst>
            <ns1:rect l="0" t="0" r="r" b="b"/>
            <ns1:pathLst>
              <ns1:path w="176" h="176">
                <ns1:moveTo>
                  <ns1:pt x="172" y="16"/>
                </ns1:moveTo>
                <ns1:cubicBezTo>
                  <ns1:pt x="168" y="16"/>
                  <ns1:pt x="168" y="16"/>
                  <ns1:pt x="168" y="16"/>
                </ns1:cubicBezTo>
                <ns1:cubicBezTo>
                  <ns1:pt x="168" y="4"/>
                  <ns1:pt x="168" y="4"/>
                  <ns1:pt x="168" y="4"/>
                </ns1:cubicBezTo>
                <ns1:cubicBezTo>
                  <ns1:pt x="168" y="2"/>
                  <ns1:pt x="166" y="0"/>
                  <ns1:pt x="164" y="0"/>
                </ns1:cubicBezTo>
                <ns1:cubicBezTo>
                  <ns1:pt x="12" y="0"/>
                  <ns1:pt x="12" y="0"/>
                  <ns1:pt x="12" y="0"/>
                </ns1:cubicBezTo>
                <ns1:cubicBezTo>
                  <ns1:pt x="10" y="0"/>
                  <ns1:pt x="8" y="2"/>
                  <ns1:pt x="8" y="4"/>
                </ns1:cubicBezTo>
                <ns1:cubicBezTo>
                  <ns1:pt x="8" y="16"/>
                  <ns1:pt x="8" y="16"/>
                  <ns1:pt x="8" y="16"/>
                </ns1:cubicBezTo>
                <ns1:cubicBezTo>
                  <ns1:pt x="4" y="16"/>
                  <ns1:pt x="4" y="16"/>
                  <ns1:pt x="4" y="16"/>
                </ns1:cubicBezTo>
                <ns1:cubicBezTo>
                  <ns1:pt x="2" y="16"/>
                  <ns1:pt x="0" y="18"/>
                  <ns1:pt x="0" y="20"/>
                </ns1:cubicBezTo>
                <ns1:cubicBezTo>
                  <ns1:pt x="0" y="22"/>
                  <ns1:pt x="2" y="24"/>
                  <ns1:pt x="4" y="24"/>
                </ns1:cubicBezTo>
                <ns1:cubicBezTo>
                  <ns1:pt x="8" y="24"/>
                  <ns1:pt x="8" y="24"/>
                  <ns1:pt x="8" y="24"/>
                </ns1:cubicBezTo>
                <ns1:cubicBezTo>
                  <ns1:pt x="8" y="172"/>
                  <ns1:pt x="8" y="172"/>
                  <ns1:pt x="8" y="172"/>
                </ns1:cubicBezTo>
                <ns1:cubicBezTo>
                  <ns1:pt x="8" y="174"/>
                  <ns1:pt x="10" y="176"/>
                  <ns1:pt x="12" y="176"/>
                </ns1:cubicBezTo>
                <ns1:cubicBezTo>
                  <ns1:pt x="164" y="176"/>
                  <ns1:pt x="164" y="176"/>
                  <ns1:pt x="164" y="176"/>
                </ns1:cubicBezTo>
                <ns1:cubicBezTo>
                  <ns1:pt x="166" y="176"/>
                  <ns1:pt x="168" y="174"/>
                  <ns1:pt x="168" y="172"/>
                </ns1:cubicBezTo>
                <ns1:cubicBezTo>
                  <ns1:pt x="168" y="24"/>
                  <ns1:pt x="168" y="24"/>
                  <ns1:pt x="168" y="24"/>
                </ns1:cubicBezTo>
                <ns1:cubicBezTo>
                  <ns1:pt x="172" y="24"/>
                  <ns1:pt x="172" y="24"/>
                  <ns1:pt x="172" y="24"/>
                </ns1:cubicBezTo>
                <ns1:cubicBezTo>
                  <ns1:pt x="174" y="24"/>
                  <ns1:pt x="176" y="22"/>
                  <ns1:pt x="176" y="20"/>
                </ns1:cubicBezTo>
                <ns1:cubicBezTo>
                  <ns1:pt x="176" y="18"/>
                  <ns1:pt x="174" y="16"/>
                  <ns1:pt x="172" y="16"/>
                </ns1:cubicBezTo>
                <ns1:moveTo>
                  <ns1:pt x="96" y="168"/>
                </ns1:moveTo>
                <ns1:cubicBezTo>
                  <ns1:pt x="80" y="168"/>
                  <ns1:pt x="80" y="168"/>
                  <ns1:pt x="80" y="168"/>
                </ns1:cubicBezTo>
                <ns1:cubicBezTo>
                  <ns1:pt x="80" y="128"/>
                  <ns1:pt x="80" y="128"/>
                  <ns1:pt x="80" y="128"/>
                </ns1:cubicBezTo>
                <ns1:cubicBezTo>
                  <ns1:pt x="96" y="128"/>
                  <ns1:pt x="96" y="128"/>
                  <ns1:pt x="96" y="128"/>
                </ns1:cubicBezTo>
                <ns1:lnTo>
                  <ns1:pt x="96" y="168"/>
                </ns1:lnTo>
                <ns1:close/>
                <ns1:moveTo>
                  <ns1:pt x="160" y="168"/>
                </ns1:moveTo>
                <ns1:cubicBezTo>
                  <ns1:pt x="104" y="168"/>
                  <ns1:pt x="104" y="168"/>
                  <ns1:pt x="104" y="168"/>
                </ns1:cubicBezTo>
                <ns1:cubicBezTo>
                  <ns1:pt x="104" y="124"/>
                  <ns1:pt x="104" y="124"/>
                  <ns1:pt x="104" y="124"/>
                </ns1:cubicBezTo>
                <ns1:cubicBezTo>
                  <ns1:pt x="104" y="122"/>
                  <ns1:pt x="102" y="120"/>
                  <ns1:pt x="100" y="120"/>
                </ns1:cubicBezTo>
                <ns1:cubicBezTo>
                  <ns1:pt x="76" y="120"/>
                  <ns1:pt x="76" y="120"/>
                  <ns1:pt x="76" y="120"/>
                </ns1:cubicBezTo>
                <ns1:cubicBezTo>
                  <ns1:pt x="74" y="120"/>
                  <ns1:pt x="72" y="122"/>
                  <ns1:pt x="72" y="124"/>
                </ns1:cubicBezTo>
                <ns1:cubicBezTo>
                  <ns1:pt x="72" y="168"/>
                  <ns1:pt x="72" y="168"/>
                  <ns1:pt x="72" y="168"/>
                </ns1:cubicBezTo>
                <ns1:cubicBezTo>
                  <ns1:pt x="16" y="168"/>
                  <ns1:pt x="16" y="168"/>
                  <ns1:pt x="16" y="168"/>
                </ns1:cubicBezTo>
                <ns1:cubicBezTo>
                  <ns1:pt x="16" y="24"/>
                  <ns1:pt x="16" y="24"/>
                  <ns1:pt x="16" y="24"/>
                </ns1:cubicBezTo>
                <ns1:cubicBezTo>
                  <ns1:pt x="160" y="24"/>
                  <ns1:pt x="160" y="24"/>
                  <ns1:pt x="160" y="24"/>
                </ns1:cubicBezTo>
                <ns1:lnTo>
                  <ns1:pt x="160" y="168"/>
                </ns1:lnTo>
                <ns1:close/>
                <ns1:moveTo>
                  <ns1:pt x="160" y="16"/>
                </ns1:moveTo>
                <ns1:cubicBezTo>
                  <ns1:pt x="16" y="16"/>
                  <ns1:pt x="16" y="16"/>
                  <ns1:pt x="16" y="16"/>
                </ns1:cubicBezTo>
                <ns1:cubicBezTo>
                  <ns1:pt x="16" y="8"/>
                  <ns1:pt x="16" y="8"/>
                  <ns1:pt x="16" y="8"/>
                </ns1:cubicBezTo>
                <ns1:cubicBezTo>
                  <ns1:pt x="160" y="8"/>
                  <ns1:pt x="160" y="8"/>
                  <ns1:pt x="160" y="8"/>
                </ns1:cubicBezTo>
                <ns1:lnTo>
                  <ns1:pt x="160" y="16"/>
                </ns1:lnTo>
                <ns1:close/>
                <ns1:moveTo>
                  <ns1:pt x="116" y="72"/>
                </ns1:moveTo>
                <ns1:cubicBezTo>
                  <ns1:pt x="140" y="72"/>
                  <ns1:pt x="140" y="72"/>
                  <ns1:pt x="140" y="72"/>
                </ns1:cubicBezTo>
                <ns1:cubicBezTo>
                  <ns1:pt x="142" y="72"/>
                  <ns1:pt x="144" y="70"/>
                  <ns1:pt x="144" y="68"/>
                </ns1:cubicBezTo>
                <ns1:cubicBezTo>
                  <ns1:pt x="144" y="44"/>
                  <ns1:pt x="144" y="44"/>
                  <ns1:pt x="144" y="44"/>
                </ns1:cubicBezTo>
                <ns1:cubicBezTo>
                  <ns1:pt x="144" y="42"/>
                  <ns1:pt x="142" y="40"/>
                  <ns1:pt x="140" y="40"/>
                </ns1:cubicBezTo>
                <ns1:cubicBezTo>
                  <ns1:pt x="116" y="40"/>
                  <ns1:pt x="116" y="40"/>
                  <ns1:pt x="116" y="40"/>
                </ns1:cubicBezTo>
                <ns1:cubicBezTo>
                  <ns1:pt x="114" y="40"/>
                  <ns1:pt x="112" y="42"/>
                  <ns1:pt x="112" y="44"/>
                </ns1:cubicBezTo>
                <ns1:cubicBezTo>
                  <ns1:pt x="112" y="68"/>
                  <ns1:pt x="112" y="68"/>
                  <ns1:pt x="112" y="68"/>
                </ns1:cubicBezTo>
                <ns1:cubicBezTo>
                  <ns1:pt x="112" y="70"/>
                  <ns1:pt x="114" y="72"/>
                  <ns1:pt x="116" y="72"/>
                </ns1:cubicBezTo>
                <ns1:moveTo>
                  <ns1:pt x="120" y="48"/>
                </ns1:moveTo>
                <ns1:cubicBezTo>
                  <ns1:pt x="136" y="48"/>
                  <ns1:pt x="136" y="48"/>
                  <ns1:pt x="136" y="48"/>
                </ns1:cubicBezTo>
                <ns1:cubicBezTo>
                  <ns1:pt x="136" y="64"/>
                  <ns1:pt x="136" y="64"/>
                  <ns1:pt x="136" y="64"/>
                </ns1:cubicBezTo>
                <ns1:cubicBezTo>
                  <ns1:pt x="120" y="64"/>
                  <ns1:pt x="120" y="64"/>
                  <ns1:pt x="120" y="64"/>
                </ns1:cubicBezTo>
                <ns1:lnTo>
                  <ns1:pt x="120" y="48"/>
                </ns1:lnTo>
                <ns1:close/>
                <ns1:moveTo>
                  <ns1:pt x="36" y="72"/>
                </ns1:moveTo>
                <ns1:cubicBezTo>
                  <ns1:pt x="60" y="72"/>
                  <ns1:pt x="60" y="72"/>
                  <ns1:pt x="60" y="72"/>
                </ns1:cubicBezTo>
                <ns1:cubicBezTo>
                  <ns1:pt x="62" y="72"/>
                  <ns1:pt x="64" y="70"/>
                  <ns1:pt x="64" y="68"/>
                </ns1:cubicBezTo>
                <ns1:cubicBezTo>
                  <ns1:pt x="64" y="44"/>
                  <ns1:pt x="64" y="44"/>
                  <ns1:pt x="64" y="44"/>
                </ns1:cubicBezTo>
                <ns1:cubicBezTo>
                  <ns1:pt x="64" y="42"/>
                  <ns1:pt x="62" y="40"/>
                  <ns1:pt x="60" y="40"/>
                </ns1:cubicBezTo>
                <ns1:cubicBezTo>
                  <ns1:pt x="36" y="40"/>
                  <ns1:pt x="36" y="40"/>
                  <ns1:pt x="36" y="40"/>
                </ns1:cubicBezTo>
                <ns1:cubicBezTo>
                  <ns1:pt x="34" y="40"/>
                  <ns1:pt x="32" y="42"/>
                  <ns1:pt x="32" y="44"/>
                </ns1:cubicBezTo>
                <ns1:cubicBezTo>
                  <ns1:pt x="32" y="68"/>
                  <ns1:pt x="32" y="68"/>
                  <ns1:pt x="32" y="68"/>
                </ns1:cubicBezTo>
                <ns1:cubicBezTo>
                  <ns1:pt x="32" y="70"/>
                  <ns1:pt x="34" y="72"/>
                  <ns1:pt x="36" y="72"/>
                </ns1:cubicBezTo>
                <ns1:moveTo>
                  <ns1:pt x="40" y="48"/>
                </ns1:moveTo>
                <ns1:cubicBezTo>
                  <ns1:pt x="56" y="48"/>
                  <ns1:pt x="56" y="48"/>
                  <ns1:pt x="56" y="48"/>
                </ns1:cubicBezTo>
                <ns1:cubicBezTo>
                  <ns1:pt x="56" y="64"/>
                  <ns1:pt x="56" y="64"/>
                  <ns1:pt x="56" y="64"/>
                </ns1:cubicBezTo>
                <ns1:cubicBezTo>
                  <ns1:pt x="40" y="64"/>
                  <ns1:pt x="40" y="64"/>
                  <ns1:pt x="40" y="64"/>
                </ns1:cubicBezTo>
                <ns1:lnTo>
                  <ns1:pt x="40" y="48"/>
                </ns1:lnTo>
                <ns1:close/>
                <ns1:moveTo>
                  <ns1:pt x="36" y="112"/>
                </ns1:moveTo>
                <ns1:cubicBezTo>
                  <ns1:pt x="60" y="112"/>
                  <ns1:pt x="60" y="112"/>
                  <ns1:pt x="60" y="112"/>
                </ns1:cubicBezTo>
                <ns1:cubicBezTo>
                  <ns1:pt x="62" y="112"/>
                  <ns1:pt x="64" y="110"/>
                  <ns1:pt x="64" y="108"/>
                </ns1:cubicBezTo>
                <ns1:cubicBezTo>
                  <ns1:pt x="64" y="84"/>
                  <ns1:pt x="64" y="84"/>
                  <ns1:pt x="64" y="84"/>
                </ns1:cubicBezTo>
                <ns1:cubicBezTo>
                  <ns1:pt x="64" y="82"/>
                  <ns1:pt x="62" y="80"/>
                  <ns1:pt x="60" y="80"/>
                </ns1:cubicBezTo>
                <ns1:cubicBezTo>
                  <ns1:pt x="36" y="80"/>
                  <ns1:pt x="36" y="80"/>
                  <ns1:pt x="36" y="80"/>
                </ns1:cubicBezTo>
                <ns1:cubicBezTo>
                  <ns1:pt x="34" y="80"/>
                  <ns1:pt x="32" y="82"/>
                  <ns1:pt x="32" y="84"/>
                </ns1:cubicBezTo>
                <ns1:cubicBezTo>
                  <ns1:pt x="32" y="108"/>
                  <ns1:pt x="32" y="108"/>
                  <ns1:pt x="32" y="108"/>
                </ns1:cubicBezTo>
                <ns1:cubicBezTo>
                  <ns1:pt x="32" y="110"/>
                  <ns1:pt x="34" y="112"/>
                  <ns1:pt x="36" y="112"/>
                </ns1:cubicBezTo>
                <ns1:moveTo>
                  <ns1:pt x="40" y="88"/>
                </ns1:moveTo>
                <ns1:cubicBezTo>
                  <ns1:pt x="56" y="88"/>
                  <ns1:pt x="56" y="88"/>
                  <ns1:pt x="56" y="88"/>
                </ns1:cubicBezTo>
                <ns1:cubicBezTo>
                  <ns1:pt x="56" y="104"/>
                  <ns1:pt x="56" y="104"/>
                  <ns1:pt x="56" y="104"/>
                </ns1:cubicBezTo>
                <ns1:cubicBezTo>
                  <ns1:pt x="40" y="104"/>
                  <ns1:pt x="40" y="104"/>
                  <ns1:pt x="40" y="104"/>
                </ns1:cubicBezTo>
                <ns1:lnTo>
                  <ns1:pt x="40" y="88"/>
                </ns1:lnTo>
                <ns1:close/>
                <ns1:moveTo>
                  <ns1:pt x="116" y="112"/>
                </ns1:moveTo>
                <ns1:cubicBezTo>
                  <ns1:pt x="140" y="112"/>
                  <ns1:pt x="140" y="112"/>
                  <ns1:pt x="140" y="112"/>
                </ns1:cubicBezTo>
                <ns1:cubicBezTo>
                  <ns1:pt x="142" y="112"/>
                  <ns1:pt x="144" y="110"/>
                  <ns1:pt x="144" y="108"/>
                </ns1:cubicBezTo>
                <ns1:cubicBezTo>
                  <ns1:pt x="144" y="84"/>
                  <ns1:pt x="144" y="84"/>
                  <ns1:pt x="144" y="84"/>
                </ns1:cubicBezTo>
                <ns1:cubicBezTo>
                  <ns1:pt x="144" y="82"/>
                  <ns1:pt x="142" y="80"/>
                  <ns1:pt x="140" y="80"/>
                </ns1:cubicBezTo>
                <ns1:cubicBezTo>
                  <ns1:pt x="116" y="80"/>
                  <ns1:pt x="116" y="80"/>
                  <ns1:pt x="116" y="80"/>
                </ns1:cubicBezTo>
                <ns1:cubicBezTo>
                  <ns1:pt x="114" y="80"/>
                  <ns1:pt x="112" y="82"/>
                  <ns1:pt x="112" y="84"/>
                </ns1:cubicBezTo>
                <ns1:cubicBezTo>
                  <ns1:pt x="112" y="108"/>
                  <ns1:pt x="112" y="108"/>
                  <ns1:pt x="112" y="108"/>
                </ns1:cubicBezTo>
                <ns1:cubicBezTo>
                  <ns1:pt x="112" y="110"/>
                  <ns1:pt x="114" y="112"/>
                  <ns1:pt x="116" y="112"/>
                </ns1:cubicBezTo>
                <ns1:moveTo>
                  <ns1:pt x="120" y="88"/>
                </ns1:moveTo>
                <ns1:cubicBezTo>
                  <ns1:pt x="136" y="88"/>
                  <ns1:pt x="136" y="88"/>
                  <ns1:pt x="136" y="88"/>
                </ns1:cubicBezTo>
                <ns1:cubicBezTo>
                  <ns1:pt x="136" y="104"/>
                  <ns1:pt x="136" y="104"/>
                  <ns1:pt x="136" y="104"/>
                </ns1:cubicBezTo>
                <ns1:cubicBezTo>
                  <ns1:pt x="120" y="104"/>
                  <ns1:pt x="120" y="104"/>
                  <ns1:pt x="120" y="104"/>
                </ns1:cubicBezTo>
                <ns1:lnTo>
                  <ns1:pt x="120" y="88"/>
                </ns1:lnTo>
                <ns1:close/>
                <ns1:moveTo>
                  <ns1:pt x="36" y="152"/>
                </ns1:moveTo>
                <ns1:cubicBezTo>
                  <ns1:pt x="60" y="152"/>
                  <ns1:pt x="60" y="152"/>
                  <ns1:pt x="60" y="152"/>
                </ns1:cubicBezTo>
                <ns1:cubicBezTo>
                  <ns1:pt x="62" y="152"/>
                  <ns1:pt x="64" y="150"/>
                  <ns1:pt x="64" y="148"/>
                </ns1:cubicBezTo>
                <ns1:cubicBezTo>
                  <ns1:pt x="64" y="124"/>
                  <ns1:pt x="64" y="124"/>
                  <ns1:pt x="64" y="124"/>
                </ns1:cubicBezTo>
                <ns1:cubicBezTo>
                  <ns1:pt x="64" y="122"/>
                  <ns1:pt x="62" y="120"/>
                  <ns1:pt x="60" y="120"/>
                </ns1:cubicBezTo>
                <ns1:cubicBezTo>
                  <ns1:pt x="36" y="120"/>
                  <ns1:pt x="36" y="120"/>
                  <ns1:pt x="36" y="120"/>
                </ns1:cubicBezTo>
                <ns1:cubicBezTo>
                  <ns1:pt x="34" y="120"/>
                  <ns1:pt x="32" y="122"/>
                  <ns1:pt x="32" y="124"/>
                </ns1:cubicBezTo>
                <ns1:cubicBezTo>
                  <ns1:pt x="32" y="148"/>
                  <ns1:pt x="32" y="148"/>
                  <ns1:pt x="32" y="148"/>
                </ns1:cubicBezTo>
                <ns1:cubicBezTo>
                  <ns1:pt x="32" y="150"/>
                  <ns1:pt x="34" y="152"/>
                  <ns1:pt x="36" y="152"/>
                </ns1:cubicBezTo>
                <ns1:moveTo>
                  <ns1:pt x="40" y="128"/>
                </ns1:moveTo>
                <ns1:cubicBezTo>
                  <ns1:pt x="56" y="128"/>
                  <ns1:pt x="56" y="128"/>
                  <ns1:pt x="56" y="128"/>
                </ns1:cubicBezTo>
                <ns1:cubicBezTo>
                  <ns1:pt x="56" y="144"/>
                  <ns1:pt x="56" y="144"/>
                  <ns1:pt x="56" y="144"/>
                </ns1:cubicBezTo>
                <ns1:cubicBezTo>
                  <ns1:pt x="40" y="144"/>
                  <ns1:pt x="40" y="144"/>
                  <ns1:pt x="40" y="144"/>
                </ns1:cubicBezTo>
                <ns1:lnTo>
                  <ns1:pt x="40" y="128"/>
                </ns1:lnTo>
                <ns1:close/>
                <ns1:moveTo>
                  <ns1:pt x="76" y="72"/>
                </ns1:moveTo>
                <ns1:cubicBezTo>
                  <ns1:pt x="100" y="72"/>
                  <ns1:pt x="100" y="72"/>
                  <ns1:pt x="100" y="72"/>
                </ns1:cubicBezTo>
                <ns1:cubicBezTo>
                  <ns1:pt x="102" y="72"/>
                  <ns1:pt x="104" y="70"/>
                  <ns1:pt x="104" y="68"/>
                </ns1:cubicBezTo>
                <ns1:cubicBezTo>
                  <ns1:pt x="104" y="44"/>
                  <ns1:pt x="104" y="44"/>
                  <ns1:pt x="104" y="44"/>
                </ns1:cubicBezTo>
                <ns1:cubicBezTo>
                  <ns1:pt x="104" y="42"/>
                  <ns1:pt x="102" y="40"/>
                  <ns1:pt x="100" y="40"/>
                </ns1:cubicBezTo>
                <ns1:cubicBezTo>
                  <ns1:pt x="76" y="40"/>
                  <ns1:pt x="76" y="40"/>
                  <ns1:pt x="76" y="40"/>
                </ns1:cubicBezTo>
                <ns1:cubicBezTo>
                  <ns1:pt x="74" y="40"/>
                  <ns1:pt x="72" y="42"/>
                  <ns1:pt x="72" y="44"/>
                </ns1:cubicBezTo>
                <ns1:cubicBezTo>
                  <ns1:pt x="72" y="68"/>
                  <ns1:pt x="72" y="68"/>
                  <ns1:pt x="72" y="68"/>
                </ns1:cubicBezTo>
                <ns1:cubicBezTo>
                  <ns1:pt x="72" y="70"/>
                  <ns1:pt x="74" y="72"/>
                  <ns1:pt x="76" y="72"/>
                </ns1:cubicBezTo>
                <ns1:moveTo>
                  <ns1:pt x="80" y="48"/>
                </ns1:moveTo>
                <ns1:cubicBezTo>
                  <ns1:pt x="96" y="48"/>
                  <ns1:pt x="96" y="48"/>
                  <ns1:pt x="96" y="48"/>
                </ns1:cubicBezTo>
                <ns1:cubicBezTo>
                  <ns1:pt x="96" y="64"/>
                  <ns1:pt x="96" y="64"/>
                  <ns1:pt x="96" y="64"/>
                </ns1:cubicBezTo>
                <ns1:cubicBezTo>
                  <ns1:pt x="80" y="64"/>
                  <ns1:pt x="80" y="64"/>
                  <ns1:pt x="80" y="64"/>
                </ns1:cubicBezTo>
                <ns1:lnTo>
                  <ns1:pt x="80" y="48"/>
                </ns1:lnTo>
                <ns1:close/>
                <ns1:moveTo>
                  <ns1:pt x="116" y="152"/>
                </ns1:moveTo>
                <ns1:cubicBezTo>
                  <ns1:pt x="140" y="152"/>
                  <ns1:pt x="140" y="152"/>
                  <ns1:pt x="140" y="152"/>
                </ns1:cubicBezTo>
                <ns1:cubicBezTo>
                  <ns1:pt x="142" y="152"/>
                  <ns1:pt x="144" y="150"/>
                  <ns1:pt x="144" y="148"/>
                </ns1:cubicBezTo>
                <ns1:cubicBezTo>
                  <ns1:pt x="144" y="124"/>
                  <ns1:pt x="144" y="124"/>
                  <ns1:pt x="144" y="124"/>
                </ns1:cubicBezTo>
                <ns1:cubicBezTo>
                  <ns1:pt x="144" y="122"/>
                  <ns1:pt x="142" y="120"/>
                  <ns1:pt x="140" y="120"/>
                </ns1:cubicBezTo>
                <ns1:cubicBezTo>
                  <ns1:pt x="116" y="120"/>
                  <ns1:pt x="116" y="120"/>
                  <ns1:pt x="116" y="120"/>
                </ns1:cubicBezTo>
                <ns1:cubicBezTo>
                  <ns1:pt x="114" y="120"/>
                  <ns1:pt x="112" y="122"/>
                  <ns1:pt x="112" y="124"/>
                </ns1:cubicBezTo>
                <ns1:cubicBezTo>
                  <ns1:pt x="112" y="148"/>
                  <ns1:pt x="112" y="148"/>
                  <ns1:pt x="112" y="148"/>
                </ns1:cubicBezTo>
                <ns1:cubicBezTo>
                  <ns1:pt x="112" y="150"/>
                  <ns1:pt x="114" y="152"/>
                  <ns1:pt x="116" y="152"/>
                </ns1:cubicBezTo>
                <ns1:moveTo>
                  <ns1:pt x="120" y="128"/>
                </ns1:moveTo>
                <ns1:cubicBezTo>
                  <ns1:pt x="136" y="128"/>
                  <ns1:pt x="136" y="128"/>
                  <ns1:pt x="136" y="128"/>
                </ns1:cubicBezTo>
                <ns1:cubicBezTo>
                  <ns1:pt x="136" y="144"/>
                  <ns1:pt x="136" y="144"/>
                  <ns1:pt x="136" y="144"/>
                </ns1:cubicBezTo>
                <ns1:cubicBezTo>
                  <ns1:pt x="120" y="144"/>
                  <ns1:pt x="120" y="144"/>
                  <ns1:pt x="120" y="144"/>
                </ns1:cubicBezTo>
                <ns1:lnTo>
                  <ns1:pt x="120" y="128"/>
                </ns1:lnTo>
                <ns1:close/>
                <ns1:moveTo>
                  <ns1:pt x="76" y="112"/>
                </ns1:moveTo>
                <ns1:cubicBezTo>
                  <ns1:pt x="100" y="112"/>
                  <ns1:pt x="100" y="112"/>
                  <ns1:pt x="100" y="112"/>
                </ns1:cubicBezTo>
                <ns1:cubicBezTo>
                  <ns1:pt x="102" y="112"/>
                  <ns1:pt x="104" y="110"/>
                  <ns1:pt x="104" y="108"/>
                </ns1:cubicBezTo>
                <ns1:cubicBezTo>
                  <ns1:pt x="104" y="84"/>
                  <ns1:pt x="104" y="84"/>
                  <ns1:pt x="104" y="84"/>
                </ns1:cubicBezTo>
                <ns1:cubicBezTo>
                  <ns1:pt x="104" y="82"/>
                  <ns1:pt x="102" y="80"/>
                  <ns1:pt x="100" y="80"/>
                </ns1:cubicBezTo>
                <ns1:cubicBezTo>
                  <ns1:pt x="76" y="80"/>
                  <ns1:pt x="76" y="80"/>
                  <ns1:pt x="76" y="80"/>
                </ns1:cubicBezTo>
                <ns1:cubicBezTo>
                  <ns1:pt x="74" y="80"/>
                  <ns1:pt x="72" y="82"/>
                  <ns1:pt x="72" y="84"/>
                </ns1:cubicBezTo>
                <ns1:cubicBezTo>
                  <ns1:pt x="72" y="108"/>
                  <ns1:pt x="72" y="108"/>
                  <ns1:pt x="72" y="108"/>
                </ns1:cubicBezTo>
                <ns1:cubicBezTo>
                  <ns1:pt x="72" y="110"/>
                  <ns1:pt x="74" y="112"/>
                  <ns1:pt x="76" y="112"/>
                </ns1:cubicBezTo>
                <ns1:moveTo>
                  <ns1:pt x="80" y="88"/>
                </ns1:moveTo>
                <ns1:cubicBezTo>
                  <ns1:pt x="96" y="88"/>
                  <ns1:pt x="96" y="88"/>
                  <ns1:pt x="96" y="88"/>
                </ns1:cubicBezTo>
                <ns1:cubicBezTo>
                  <ns1:pt x="96" y="104"/>
                  <ns1:pt x="96" y="104"/>
                  <ns1:pt x="96" y="104"/>
                </ns1:cubicBezTo>
                <ns1:cubicBezTo>
                  <ns1:pt x="80" y="104"/>
                  <ns1:pt x="80" y="104"/>
                  <ns1:pt x="80" y="104"/>
                </ns1:cubicBezTo>
                <ns1:lnTo>
                  <ns1:pt x="80" y="88"/>
                </ns1:lnTo>
                <ns1:close/>
              </ns1:path>
            </ns1:pathLst>
          </ns1:custGeom>
          <ns1:solidFill>
            <ns1:schemeClr val="tx1"/>
          </ns1:solidFill>
          <ns1:ln>
            <ns1:noFill/>
          </ns1:ln>
          <ns1:extLst/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en-US" sz="2700"/>
          </ns1:p>
        </ns0:txBody>
      </ns0:sp>
      <ns0:sp>
        <ns0:nvSpPr>
          <ns0:cNvPr id="50" name="Freeform 44"/>
          <ns0:cNvSpPr>
            <ns1:spLocks noEditPoints="1"/>
          </ns0:cNvSpPr>
          <ns0:nvPr/>
        </ns0:nvSpPr>
        <ns0:spPr bwMode="auto">
          <ns1:xfrm>
            <ns1:off x="3186114" y="2686052"/>
            <ns1:ext cx="320675" cy="261938"/>
          </ns1:xfrm>
          <ns1:custGeom>
            <ns1:avLst/>
            <ns1:gdLst>
              <ns1:gd name="T0" fmla="*/ 168 w 176"/>
              <ns1:gd name="T1" fmla="*/ 0 h 144"/>
              <ns1:gd name="T2" fmla="*/ 8 w 176"/>
              <ns1:gd name="T3" fmla="*/ 0 h 144"/>
              <ns1:gd name="T4" fmla="*/ 0 w 176"/>
              <ns1:gd name="T5" fmla="*/ 8 h 144"/>
              <ns1:gd name="T6" fmla="*/ 0 w 176"/>
              <ns1:gd name="T7" fmla="*/ 24 h 144"/>
              <ns1:gd name="T8" fmla="*/ 8 w 176"/>
              <ns1:gd name="T9" fmla="*/ 32 h 144"/>
              <ns1:gd name="T10" fmla="*/ 16 w 176"/>
              <ns1:gd name="T11" fmla="*/ 32 h 144"/>
              <ns1:gd name="T12" fmla="*/ 16 w 176"/>
              <ns1:gd name="T13" fmla="*/ 136 h 144"/>
              <ns1:gd name="T14" fmla="*/ 24 w 176"/>
              <ns1:gd name="T15" fmla="*/ 144 h 144"/>
              <ns1:gd name="T16" fmla="*/ 152 w 176"/>
              <ns1:gd name="T17" fmla="*/ 144 h 144"/>
              <ns1:gd name="T18" fmla="*/ 160 w 176"/>
              <ns1:gd name="T19" fmla="*/ 136 h 144"/>
              <ns1:gd name="T20" fmla="*/ 160 w 176"/>
              <ns1:gd name="T21" fmla="*/ 32 h 144"/>
              <ns1:gd name="T22" fmla="*/ 168 w 176"/>
              <ns1:gd name="T23" fmla="*/ 32 h 144"/>
              <ns1:gd name="T24" fmla="*/ 176 w 176"/>
              <ns1:gd name="T25" fmla="*/ 24 h 144"/>
              <ns1:gd name="T26" fmla="*/ 176 w 176"/>
              <ns1:gd name="T27" fmla="*/ 8 h 144"/>
              <ns1:gd name="T28" fmla="*/ 168 w 176"/>
              <ns1:gd name="T29" fmla="*/ 0 h 144"/>
              <ns1:gd name="T30" fmla="*/ 152 w 176"/>
              <ns1:gd name="T31" fmla="*/ 136 h 144"/>
              <ns1:gd name="T32" fmla="*/ 24 w 176"/>
              <ns1:gd name="T33" fmla="*/ 136 h 144"/>
              <ns1:gd name="T34" fmla="*/ 24 w 176"/>
              <ns1:gd name="T35" fmla="*/ 32 h 144"/>
              <ns1:gd name="T36" fmla="*/ 152 w 176"/>
              <ns1:gd name="T37" fmla="*/ 32 h 144"/>
              <ns1:gd name="T38" fmla="*/ 152 w 176"/>
              <ns1:gd name="T39" fmla="*/ 136 h 144"/>
              <ns1:gd name="T40" fmla="*/ 168 w 176"/>
              <ns1:gd name="T41" fmla="*/ 24 h 144"/>
              <ns1:gd name="T42" fmla="*/ 8 w 176"/>
              <ns1:gd name="T43" fmla="*/ 24 h 144"/>
              <ns1:gd name="T44" fmla="*/ 8 w 176"/>
              <ns1:gd name="T45" fmla="*/ 8 h 144"/>
              <ns1:gd name="T46" fmla="*/ 168 w 176"/>
              <ns1:gd name="T47" fmla="*/ 8 h 144"/>
              <ns1:gd name="T48" fmla="*/ 168 w 176"/>
              <ns1:gd name="T49" fmla="*/ 24 h 144"/>
              <ns1:gd name="T50" fmla="*/ 64 w 176"/>
              <ns1:gd name="T51" fmla="*/ 72 h 144"/>
              <ns1:gd name="T52" fmla="*/ 112 w 176"/>
              <ns1:gd name="T53" fmla="*/ 72 h 144"/>
              <ns1:gd name="T54" fmla="*/ 120 w 176"/>
              <ns1:gd name="T55" fmla="*/ 64 h 144"/>
              <ns1:gd name="T56" fmla="*/ 120 w 176"/>
              <ns1:gd name="T57" fmla="*/ 56 h 144"/>
              <ns1:gd name="T58" fmla="*/ 112 w 176"/>
              <ns1:gd name="T59" fmla="*/ 48 h 144"/>
              <ns1:gd name="T60" fmla="*/ 64 w 176"/>
              <ns1:gd name="T61" fmla="*/ 48 h 144"/>
              <ns1:gd name="T62" fmla="*/ 56 w 176"/>
              <ns1:gd name="T63" fmla="*/ 56 h 144"/>
              <ns1:gd name="T64" fmla="*/ 56 w 176"/>
              <ns1:gd name="T65" fmla="*/ 64 h 144"/>
              <ns1:gd name="T66" fmla="*/ 64 w 176"/>
              <ns1:gd name="T67" fmla="*/ 72 h 144"/>
              <ns1:gd name="T68" fmla="*/ 64 w 176"/>
              <ns1:gd name="T69" fmla="*/ 56 h 144"/>
              <ns1:gd name="T70" fmla="*/ 112 w 176"/>
              <ns1:gd name="T71" fmla="*/ 56 h 144"/>
              <ns1:gd name="T72" fmla="*/ 112 w 176"/>
              <ns1:gd name="T73" fmla="*/ 64 h 144"/>
              <ns1:gd name="T74" fmla="*/ 64 w 176"/>
              <ns1:gd name="T75" fmla="*/ 64 h 144"/>
              <ns1:gd name="T76" fmla="*/ 64 w 176"/>
              <ns1:gd name="T77" fmla="*/ 56 h 144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  <ns1:cxn ang="0">
                <ns1:pos x="T32" y="T33"/>
              </ns1:cxn>
              <ns1:cxn ang="0">
                <ns1:pos x="T34" y="T35"/>
              </ns1:cxn>
              <ns1:cxn ang="0">
                <ns1:pos x="T36" y="T37"/>
              </ns1:cxn>
              <ns1:cxn ang="0">
                <ns1:pos x="T38" y="T39"/>
              </ns1:cxn>
              <ns1:cxn ang="0">
                <ns1:pos x="T40" y="T41"/>
              </ns1:cxn>
              <ns1:cxn ang="0">
                <ns1:pos x="T42" y="T43"/>
              </ns1:cxn>
              <ns1:cxn ang="0">
                <ns1:pos x="T44" y="T45"/>
              </ns1:cxn>
              <ns1:cxn ang="0">
                <ns1:pos x="T46" y="T47"/>
              </ns1:cxn>
              <ns1:cxn ang="0">
                <ns1:pos x="T48" y="T49"/>
              </ns1:cxn>
              <ns1:cxn ang="0">
                <ns1:pos x="T50" y="T51"/>
              </ns1:cxn>
              <ns1:cxn ang="0">
                <ns1:pos x="T52" y="T53"/>
              </ns1:cxn>
              <ns1:cxn ang="0">
                <ns1:pos x="T54" y="T55"/>
              </ns1:cxn>
              <ns1:cxn ang="0">
                <ns1:pos x="T56" y="T57"/>
              </ns1:cxn>
              <ns1:cxn ang="0">
                <ns1:pos x="T58" y="T59"/>
              </ns1:cxn>
              <ns1:cxn ang="0">
                <ns1:pos x="T60" y="T61"/>
              </ns1:cxn>
              <ns1:cxn ang="0">
                <ns1:pos x="T62" y="T63"/>
              </ns1:cxn>
              <ns1:cxn ang="0">
                <ns1:pos x="T64" y="T65"/>
              </ns1:cxn>
              <ns1:cxn ang="0">
                <ns1:pos x="T66" y="T67"/>
              </ns1:cxn>
              <ns1:cxn ang="0">
                <ns1:pos x="T68" y="T69"/>
              </ns1:cxn>
              <ns1:cxn ang="0">
                <ns1:pos x="T70" y="T71"/>
              </ns1:cxn>
              <ns1:cxn ang="0">
                <ns1:pos x="T72" y="T73"/>
              </ns1:cxn>
              <ns1:cxn ang="0">
                <ns1:pos x="T74" y="T75"/>
              </ns1:cxn>
              <ns1:cxn ang="0">
                <ns1:pos x="T76" y="T77"/>
              </ns1:cxn>
            </ns1:cxnLst>
            <ns1:rect l="0" t="0" r="r" b="b"/>
            <ns1:pathLst>
              <ns1:path w="176" h="144">
                <ns1:moveTo>
                  <ns1:pt x="168" y="0"/>
                </ns1:moveTo>
                <ns1:cubicBezTo>
                  <ns1:pt x="8" y="0"/>
                  <ns1:pt x="8" y="0"/>
                  <ns1:pt x="8" y="0"/>
                </ns1:cubicBezTo>
                <ns1:cubicBezTo>
                  <ns1:pt x="4" y="0"/>
                  <ns1:pt x="0" y="4"/>
                  <ns1:pt x="0" y="8"/>
                </ns1:cubicBezTo>
                <ns1:cubicBezTo>
                  <ns1:pt x="0" y="24"/>
                  <ns1:pt x="0" y="24"/>
                  <ns1:pt x="0" y="24"/>
                </ns1:cubicBezTo>
                <ns1:cubicBezTo>
                  <ns1:pt x="0" y="28"/>
                  <ns1:pt x="4" y="32"/>
                  <ns1:pt x="8" y="32"/>
                </ns1:cubicBezTo>
                <ns1:cubicBezTo>
                  <ns1:pt x="16" y="32"/>
                  <ns1:pt x="16" y="32"/>
                  <ns1:pt x="16" y="32"/>
                </ns1:cubicBezTo>
                <ns1:cubicBezTo>
                  <ns1:pt x="16" y="136"/>
                  <ns1:pt x="16" y="136"/>
                  <ns1:pt x="16" y="136"/>
                </ns1:cubicBezTo>
                <ns1:cubicBezTo>
                  <ns1:pt x="16" y="140"/>
                  <ns1:pt x="20" y="144"/>
                  <ns1:pt x="24" y="144"/>
                </ns1:cubicBezTo>
                <ns1:cubicBezTo>
                  <ns1:pt x="152" y="144"/>
                  <ns1:pt x="152" y="144"/>
                  <ns1:pt x="152" y="144"/>
                </ns1:cubicBezTo>
                <ns1:cubicBezTo>
                  <ns1:pt x="156" y="144"/>
                  <ns1:pt x="160" y="140"/>
                  <ns1:pt x="160" y="136"/>
                </ns1:cubicBezTo>
                <ns1:cubicBezTo>
                  <ns1:pt x="160" y="32"/>
                  <ns1:pt x="160" y="32"/>
                  <ns1:pt x="160" y="32"/>
                </ns1:cubicBezTo>
                <ns1:cubicBezTo>
                  <ns1:pt x="168" y="32"/>
                  <ns1:pt x="168" y="32"/>
                  <ns1:pt x="168" y="32"/>
                </ns1:cubicBezTo>
                <ns1:cubicBezTo>
                  <ns1:pt x="172" y="32"/>
                  <ns1:pt x="176" y="28"/>
                  <ns1:pt x="176" y="24"/>
                </ns1:cubicBezTo>
                <ns1:cubicBezTo>
                  <ns1:pt x="176" y="8"/>
                  <ns1:pt x="176" y="8"/>
                  <ns1:pt x="176" y="8"/>
                </ns1:cubicBezTo>
                <ns1:cubicBezTo>
                  <ns1:pt x="176" y="4"/>
                  <ns1:pt x="172" y="0"/>
                  <ns1:pt x="168" y="0"/>
                </ns1:cubicBezTo>
                <ns1:moveTo>
                  <ns1:pt x="152" y="136"/>
                </ns1:moveTo>
                <ns1:cubicBezTo>
                  <ns1:pt x="24" y="136"/>
                  <ns1:pt x="24" y="136"/>
                  <ns1:pt x="24" y="136"/>
                </ns1:cubicBezTo>
                <ns1:cubicBezTo>
                  <ns1:pt x="24" y="32"/>
                  <ns1:pt x="24" y="32"/>
                  <ns1:pt x="24" y="32"/>
                </ns1:cubicBezTo>
                <ns1:cubicBezTo>
                  <ns1:pt x="152" y="32"/>
                  <ns1:pt x="152" y="32"/>
                  <ns1:pt x="152" y="32"/>
                </ns1:cubicBezTo>
                <ns1:lnTo>
                  <ns1:pt x="152" y="136"/>
                </ns1:lnTo>
                <ns1:close/>
                <ns1:moveTo>
                  <ns1:pt x="168" y="24"/>
                </ns1:moveTo>
                <ns1:cubicBezTo>
                  <ns1:pt x="8" y="24"/>
                  <ns1:pt x="8" y="24"/>
                  <ns1:pt x="8" y="24"/>
                </ns1:cubicBezTo>
                <ns1:cubicBezTo>
                  <ns1:pt x="8" y="8"/>
                  <ns1:pt x="8" y="8"/>
                  <ns1:pt x="8" y="8"/>
                </ns1:cubicBezTo>
                <ns1:cubicBezTo>
                  <ns1:pt x="168" y="8"/>
                  <ns1:pt x="168" y="8"/>
                  <ns1:pt x="168" y="8"/>
                </ns1:cubicBezTo>
                <ns1:lnTo>
                  <ns1:pt x="168" y="24"/>
                </ns1:lnTo>
                <ns1:close/>
                <ns1:moveTo>
                  <ns1:pt x="64" y="72"/>
                </ns1:moveTo>
                <ns1:cubicBezTo>
                  <ns1:pt x="112" y="72"/>
                  <ns1:pt x="112" y="72"/>
                  <ns1:pt x="112" y="72"/>
                </ns1:cubicBezTo>
                <ns1:cubicBezTo>
                  <ns1:pt x="116" y="72"/>
                  <ns1:pt x="120" y="68"/>
                  <ns1:pt x="120" y="64"/>
                </ns1:cubicBezTo>
                <ns1:cubicBezTo>
                  <ns1:pt x="120" y="56"/>
                  <ns1:pt x="120" y="56"/>
                  <ns1:pt x="120" y="56"/>
                </ns1:cubicBezTo>
                <ns1:cubicBezTo>
                  <ns1:pt x="120" y="52"/>
                  <ns1:pt x="116" y="48"/>
                  <ns1:pt x="112" y="48"/>
                </ns1:cubicBezTo>
                <ns1:cubicBezTo>
                  <ns1:pt x="64" y="48"/>
                  <ns1:pt x="64" y="48"/>
                  <ns1:pt x="64" y="48"/>
                </ns1:cubicBezTo>
                <ns1:cubicBezTo>
                  <ns1:pt x="60" y="48"/>
                  <ns1:pt x="56" y="52"/>
                  <ns1:pt x="56" y="56"/>
                </ns1:cubicBezTo>
                <ns1:cubicBezTo>
                  <ns1:pt x="56" y="64"/>
                  <ns1:pt x="56" y="64"/>
                  <ns1:pt x="56" y="64"/>
                </ns1:cubicBezTo>
                <ns1:cubicBezTo>
                  <ns1:pt x="56" y="68"/>
                  <ns1:pt x="60" y="72"/>
                  <ns1:pt x="64" y="72"/>
                </ns1:cubicBezTo>
                <ns1:moveTo>
                  <ns1:pt x="64" y="56"/>
                </ns1:moveTo>
                <ns1:cubicBezTo>
                  <ns1:pt x="112" y="56"/>
                  <ns1:pt x="112" y="56"/>
                  <ns1:pt x="112" y="56"/>
                </ns1:cubicBezTo>
                <ns1:cubicBezTo>
                  <ns1:pt x="112" y="64"/>
                  <ns1:pt x="112" y="64"/>
                  <ns1:pt x="112" y="64"/>
                </ns1:cubicBezTo>
                <ns1:cubicBezTo>
                  <ns1:pt x="64" y="64"/>
                  <ns1:pt x="64" y="64"/>
                  <ns1:pt x="64" y="64"/>
                </ns1:cubicBezTo>
                <ns1:lnTo>
                  <ns1:pt x="64" y="56"/>
                </ns1:lnTo>
                <ns1:close/>
              </ns1:path>
            </ns1:pathLst>
          </ns1:custGeom>
          <ns1:solidFill>
            <ns1:schemeClr val="tx1"/>
          </ns1:solidFill>
          <ns1:ln>
            <ns1:noFill/>
          </ns1:ln>
          <ns1:extLst/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en-US" sz="2700"/>
          </ns1:p>
        </ns0:txBody>
      </ns0:sp>
      <ns0:sp>
        <ns0:nvSpPr>
          <ns0:cNvPr id="51" name="Freeform 45"/>
          <ns0:cNvSpPr>
            <ns1:spLocks noEditPoints="1"/>
          </ns0:cNvSpPr>
          <ns0:nvPr/>
        </ns0:nvSpPr>
        <ns0:spPr bwMode="auto">
          <ns1:xfrm>
            <ns1:off x="3797301" y="2686052"/>
            <ns1:ext cx="320675" cy="261938"/>
          </ns1:xfrm>
          <ns1:custGeom>
            <ns1:avLst/>
            <ns1:gdLst>
              <ns1:gd name="T0" fmla="*/ 124 w 176"/>
              <ns1:gd name="T1" fmla="*/ 96 h 144"/>
              <ns1:gd name="T2" fmla="*/ 136 w 176"/>
              <ns1:gd name="T3" fmla="*/ 84 h 144"/>
              <ns1:gd name="T4" fmla="*/ 124 w 176"/>
              <ns1:gd name="T5" fmla="*/ 72 h 144"/>
              <ns1:gd name="T6" fmla="*/ 112 w 176"/>
              <ns1:gd name="T7" fmla="*/ 84 h 144"/>
              <ns1:gd name="T8" fmla="*/ 124 w 176"/>
              <ns1:gd name="T9" fmla="*/ 96 h 144"/>
              <ns1:gd name="T10" fmla="*/ 124 w 176"/>
              <ns1:gd name="T11" fmla="*/ 80 h 144"/>
              <ns1:gd name="T12" fmla="*/ 128 w 176"/>
              <ns1:gd name="T13" fmla="*/ 84 h 144"/>
              <ns1:gd name="T14" fmla="*/ 124 w 176"/>
              <ns1:gd name="T15" fmla="*/ 88 h 144"/>
              <ns1:gd name="T16" fmla="*/ 120 w 176"/>
              <ns1:gd name="T17" fmla="*/ 84 h 144"/>
              <ns1:gd name="T18" fmla="*/ 124 w 176"/>
              <ns1:gd name="T19" fmla="*/ 80 h 144"/>
              <ns1:gd name="T20" fmla="*/ 88 w 176"/>
              <ns1:gd name="T21" fmla="*/ 96 h 144"/>
              <ns1:gd name="T22" fmla="*/ 100 w 176"/>
              <ns1:gd name="T23" fmla="*/ 84 h 144"/>
              <ns1:gd name="T24" fmla="*/ 88 w 176"/>
              <ns1:gd name="T25" fmla="*/ 72 h 144"/>
              <ns1:gd name="T26" fmla="*/ 76 w 176"/>
              <ns1:gd name="T27" fmla="*/ 84 h 144"/>
              <ns1:gd name="T28" fmla="*/ 88 w 176"/>
              <ns1:gd name="T29" fmla="*/ 96 h 144"/>
              <ns1:gd name="T30" fmla="*/ 88 w 176"/>
              <ns1:gd name="T31" fmla="*/ 80 h 144"/>
              <ns1:gd name="T32" fmla="*/ 92 w 176"/>
              <ns1:gd name="T33" fmla="*/ 84 h 144"/>
              <ns1:gd name="T34" fmla="*/ 88 w 176"/>
              <ns1:gd name="T35" fmla="*/ 88 h 144"/>
              <ns1:gd name="T36" fmla="*/ 84 w 176"/>
              <ns1:gd name="T37" fmla="*/ 84 h 144"/>
              <ns1:gd name="T38" fmla="*/ 88 w 176"/>
              <ns1:gd name="T39" fmla="*/ 80 h 144"/>
              <ns1:gd name="T40" fmla="*/ 168 w 176"/>
              <ns1:gd name="T41" fmla="*/ 0 h 144"/>
              <ns1:gd name="T42" fmla="*/ 8 w 176"/>
              <ns1:gd name="T43" fmla="*/ 0 h 144"/>
              <ns1:gd name="T44" fmla="*/ 0 w 176"/>
              <ns1:gd name="T45" fmla="*/ 8 h 144"/>
              <ns1:gd name="T46" fmla="*/ 0 w 176"/>
              <ns1:gd name="T47" fmla="*/ 24 h 144"/>
              <ns1:gd name="T48" fmla="*/ 8 w 176"/>
              <ns1:gd name="T49" fmla="*/ 32 h 144"/>
              <ns1:gd name="T50" fmla="*/ 16 w 176"/>
              <ns1:gd name="T51" fmla="*/ 32 h 144"/>
              <ns1:gd name="T52" fmla="*/ 16 w 176"/>
              <ns1:gd name="T53" fmla="*/ 136 h 144"/>
              <ns1:gd name="T54" fmla="*/ 24 w 176"/>
              <ns1:gd name="T55" fmla="*/ 144 h 144"/>
              <ns1:gd name="T56" fmla="*/ 152 w 176"/>
              <ns1:gd name="T57" fmla="*/ 144 h 144"/>
              <ns1:gd name="T58" fmla="*/ 160 w 176"/>
              <ns1:gd name="T59" fmla="*/ 136 h 144"/>
              <ns1:gd name="T60" fmla="*/ 160 w 176"/>
              <ns1:gd name="T61" fmla="*/ 32 h 144"/>
              <ns1:gd name="T62" fmla="*/ 168 w 176"/>
              <ns1:gd name="T63" fmla="*/ 32 h 144"/>
              <ns1:gd name="T64" fmla="*/ 176 w 176"/>
              <ns1:gd name="T65" fmla="*/ 24 h 144"/>
              <ns1:gd name="T66" fmla="*/ 176 w 176"/>
              <ns1:gd name="T67" fmla="*/ 8 h 144"/>
              <ns1:gd name="T68" fmla="*/ 168 w 176"/>
              <ns1:gd name="T69" fmla="*/ 0 h 144"/>
              <ns1:gd name="T70" fmla="*/ 152 w 176"/>
              <ns1:gd name="T71" fmla="*/ 136 h 144"/>
              <ns1:gd name="T72" fmla="*/ 24 w 176"/>
              <ns1:gd name="T73" fmla="*/ 136 h 144"/>
              <ns1:gd name="T74" fmla="*/ 24 w 176"/>
              <ns1:gd name="T75" fmla="*/ 32 h 144"/>
              <ns1:gd name="T76" fmla="*/ 152 w 176"/>
              <ns1:gd name="T77" fmla="*/ 32 h 144"/>
              <ns1:gd name="T78" fmla="*/ 152 w 176"/>
              <ns1:gd name="T79" fmla="*/ 136 h 144"/>
              <ns1:gd name="T80" fmla="*/ 168 w 176"/>
              <ns1:gd name="T81" fmla="*/ 24 h 144"/>
              <ns1:gd name="T82" fmla="*/ 8 w 176"/>
              <ns1:gd name="T83" fmla="*/ 24 h 144"/>
              <ns1:gd name="T84" fmla="*/ 8 w 176"/>
              <ns1:gd name="T85" fmla="*/ 8 h 144"/>
              <ns1:gd name="T86" fmla="*/ 168 w 176"/>
              <ns1:gd name="T87" fmla="*/ 8 h 144"/>
              <ns1:gd name="T88" fmla="*/ 168 w 176"/>
              <ns1:gd name="T89" fmla="*/ 24 h 144"/>
              <ns1:gd name="T90" fmla="*/ 52 w 176"/>
              <ns1:gd name="T91" fmla="*/ 96 h 144"/>
              <ns1:gd name="T92" fmla="*/ 64 w 176"/>
              <ns1:gd name="T93" fmla="*/ 84 h 144"/>
              <ns1:gd name="T94" fmla="*/ 52 w 176"/>
              <ns1:gd name="T95" fmla="*/ 72 h 144"/>
              <ns1:gd name="T96" fmla="*/ 40 w 176"/>
              <ns1:gd name="T97" fmla="*/ 84 h 144"/>
              <ns1:gd name="T98" fmla="*/ 52 w 176"/>
              <ns1:gd name="T99" fmla="*/ 96 h 144"/>
              <ns1:gd name="T100" fmla="*/ 52 w 176"/>
              <ns1:gd name="T101" fmla="*/ 80 h 144"/>
              <ns1:gd name="T102" fmla="*/ 56 w 176"/>
              <ns1:gd name="T103" fmla="*/ 84 h 144"/>
              <ns1:gd name="T104" fmla="*/ 52 w 176"/>
              <ns1:gd name="T105" fmla="*/ 88 h 144"/>
              <ns1:gd name="T106" fmla="*/ 48 w 176"/>
              <ns1:gd name="T107" fmla="*/ 84 h 144"/>
              <ns1:gd name="T108" fmla="*/ 52 w 176"/>
              <ns1:gd name="T109" fmla="*/ 80 h 144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  <ns1:cxn ang="0">
                <ns1:pos x="T32" y="T33"/>
              </ns1:cxn>
              <ns1:cxn ang="0">
                <ns1:pos x="T34" y="T35"/>
              </ns1:cxn>
              <ns1:cxn ang="0">
                <ns1:pos x="T36" y="T37"/>
              </ns1:cxn>
              <ns1:cxn ang="0">
                <ns1:pos x="T38" y="T39"/>
              </ns1:cxn>
              <ns1:cxn ang="0">
                <ns1:pos x="T40" y="T41"/>
              </ns1:cxn>
              <ns1:cxn ang="0">
                <ns1:pos x="T42" y="T43"/>
              </ns1:cxn>
              <ns1:cxn ang="0">
                <ns1:pos x="T44" y="T45"/>
              </ns1:cxn>
              <ns1:cxn ang="0">
                <ns1:pos x="T46" y="T47"/>
              </ns1:cxn>
              <ns1:cxn ang="0">
                <ns1:pos x="T48" y="T49"/>
              </ns1:cxn>
              <ns1:cxn ang="0">
                <ns1:pos x="T50" y="T51"/>
              </ns1:cxn>
              <ns1:cxn ang="0">
                <ns1:pos x="T52" y="T53"/>
              </ns1:cxn>
              <ns1:cxn ang="0">
                <ns1:pos x="T54" y="T55"/>
              </ns1:cxn>
              <ns1:cxn ang="0">
                <ns1:pos x="T56" y="T57"/>
              </ns1:cxn>
              <ns1:cxn ang="0">
                <ns1:pos x="T58" y="T59"/>
              </ns1:cxn>
              <ns1:cxn ang="0">
                <ns1:pos x="T60" y="T61"/>
              </ns1:cxn>
              <ns1:cxn ang="0">
                <ns1:pos x="T62" y="T63"/>
              </ns1:cxn>
              <ns1:cxn ang="0">
                <ns1:pos x="T64" y="T65"/>
              </ns1:cxn>
              <ns1:cxn ang="0">
                <ns1:pos x="T66" y="T67"/>
              </ns1:cxn>
              <ns1:cxn ang="0">
                <ns1:pos x="T68" y="T69"/>
              </ns1:cxn>
              <ns1:cxn ang="0">
                <ns1:pos x="T70" y="T71"/>
              </ns1:cxn>
              <ns1:cxn ang="0">
                <ns1:pos x="T72" y="T73"/>
              </ns1:cxn>
              <ns1:cxn ang="0">
                <ns1:pos x="T74" y="T75"/>
              </ns1:cxn>
              <ns1:cxn ang="0">
                <ns1:pos x="T76" y="T77"/>
              </ns1:cxn>
              <ns1:cxn ang="0">
                <ns1:pos x="T78" y="T79"/>
              </ns1:cxn>
              <ns1:cxn ang="0">
                <ns1:pos x="T80" y="T81"/>
              </ns1:cxn>
              <ns1:cxn ang="0">
                <ns1:pos x="T82" y="T83"/>
              </ns1:cxn>
              <ns1:cxn ang="0">
                <ns1:pos x="T84" y="T85"/>
              </ns1:cxn>
              <ns1:cxn ang="0">
                <ns1:pos x="T86" y="T87"/>
              </ns1:cxn>
              <ns1:cxn ang="0">
                <ns1:pos x="T88" y="T89"/>
              </ns1:cxn>
              <ns1:cxn ang="0">
                <ns1:pos x="T90" y="T91"/>
              </ns1:cxn>
              <ns1:cxn ang="0">
                <ns1:pos x="T92" y="T93"/>
              </ns1:cxn>
              <ns1:cxn ang="0">
                <ns1:pos x="T94" y="T95"/>
              </ns1:cxn>
              <ns1:cxn ang="0">
                <ns1:pos x="T96" y="T97"/>
              </ns1:cxn>
              <ns1:cxn ang="0">
                <ns1:pos x="T98" y="T99"/>
              </ns1:cxn>
              <ns1:cxn ang="0">
                <ns1:pos x="T100" y="T101"/>
              </ns1:cxn>
              <ns1:cxn ang="0">
                <ns1:pos x="T102" y="T103"/>
              </ns1:cxn>
              <ns1:cxn ang="0">
                <ns1:pos x="T104" y="T105"/>
              </ns1:cxn>
              <ns1:cxn ang="0">
                <ns1:pos x="T106" y="T107"/>
              </ns1:cxn>
              <ns1:cxn ang="0">
                <ns1:pos x="T108" y="T109"/>
              </ns1:cxn>
            </ns1:cxnLst>
            <ns1:rect l="0" t="0" r="r" b="b"/>
            <ns1:pathLst>
              <ns1:path w="176" h="144">
                <ns1:moveTo>
                  <ns1:pt x="124" y="96"/>
                </ns1:moveTo>
                <ns1:cubicBezTo>
                  <ns1:pt x="131" y="96"/>
                  <ns1:pt x="136" y="91"/>
                  <ns1:pt x="136" y="84"/>
                </ns1:cubicBezTo>
                <ns1:cubicBezTo>
                  <ns1:pt x="136" y="77"/>
                  <ns1:pt x="131" y="72"/>
                  <ns1:pt x="124" y="72"/>
                </ns1:cubicBezTo>
                <ns1:cubicBezTo>
                  <ns1:pt x="117" y="72"/>
                  <ns1:pt x="112" y="77"/>
                  <ns1:pt x="112" y="84"/>
                </ns1:cubicBezTo>
                <ns1:cubicBezTo>
                  <ns1:pt x="112" y="91"/>
                  <ns1:pt x="117" y="96"/>
                  <ns1:pt x="124" y="96"/>
                </ns1:cubicBezTo>
                <ns1:moveTo>
                  <ns1:pt x="124" y="80"/>
                </ns1:moveTo>
                <ns1:cubicBezTo>
                  <ns1:pt x="126" y="80"/>
                  <ns1:pt x="128" y="82"/>
                  <ns1:pt x="128" y="84"/>
                </ns1:cubicBezTo>
                <ns1:cubicBezTo>
                  <ns1:pt x="128" y="86"/>
                  <ns1:pt x="126" y="88"/>
                  <ns1:pt x="124" y="88"/>
                </ns1:cubicBezTo>
                <ns1:cubicBezTo>
                  <ns1:pt x="122" y="88"/>
                  <ns1:pt x="120" y="86"/>
                  <ns1:pt x="120" y="84"/>
                </ns1:cubicBezTo>
                <ns1:cubicBezTo>
                  <ns1:pt x="120" y="82"/>
                  <ns1:pt x="122" y="80"/>
                  <ns1:pt x="124" y="80"/>
                </ns1:cubicBezTo>
                <ns1:moveTo>
                  <ns1:pt x="88" y="96"/>
                </ns1:moveTo>
                <ns1:cubicBezTo>
                  <ns1:pt x="95" y="96"/>
                  <ns1:pt x="100" y="91"/>
                  <ns1:pt x="100" y="84"/>
                </ns1:cubicBezTo>
                <ns1:cubicBezTo>
                  <ns1:pt x="100" y="77"/>
                  <ns1:pt x="95" y="72"/>
                  <ns1:pt x="88" y="72"/>
                </ns1:cubicBezTo>
                <ns1:cubicBezTo>
                  <ns1:pt x="81" y="72"/>
                  <ns1:pt x="76" y="77"/>
                  <ns1:pt x="76" y="84"/>
                </ns1:cubicBezTo>
                <ns1:cubicBezTo>
                  <ns1:pt x="76" y="91"/>
                  <ns1:pt x="81" y="96"/>
                  <ns1:pt x="88" y="96"/>
                </ns1:cubicBezTo>
                <ns1:moveTo>
                  <ns1:pt x="88" y="80"/>
                </ns1:moveTo>
                <ns1:cubicBezTo>
                  <ns1:pt x="90" y="80"/>
                  <ns1:pt x="92" y="82"/>
                  <ns1:pt x="92" y="84"/>
                </ns1:cubicBezTo>
                <ns1:cubicBezTo>
                  <ns1:pt x="92" y="86"/>
                  <ns1:pt x="90" y="88"/>
                  <ns1:pt x="88" y="88"/>
                </ns1:cubicBezTo>
                <ns1:cubicBezTo>
                  <ns1:pt x="86" y="88"/>
                  <ns1:pt x="84" y="86"/>
                  <ns1:pt x="84" y="84"/>
                </ns1:cubicBezTo>
                <ns1:cubicBezTo>
                  <ns1:pt x="84" y="82"/>
                  <ns1:pt x="86" y="80"/>
                  <ns1:pt x="88" y="80"/>
                </ns1:cubicBezTo>
                <ns1:moveTo>
                  <ns1:pt x="168" y="0"/>
                </ns1:moveTo>
                <ns1:cubicBezTo>
                  <ns1:pt x="8" y="0"/>
                  <ns1:pt x="8" y="0"/>
                  <ns1:pt x="8" y="0"/>
                </ns1:cubicBezTo>
                <ns1:cubicBezTo>
                  <ns1:pt x="4" y="0"/>
                  <ns1:pt x="0" y="4"/>
                  <ns1:pt x="0" y="8"/>
                </ns1:cubicBezTo>
                <ns1:cubicBezTo>
                  <ns1:pt x="0" y="24"/>
                  <ns1:pt x="0" y="24"/>
                  <ns1:pt x="0" y="24"/>
                </ns1:cubicBezTo>
                <ns1:cubicBezTo>
                  <ns1:pt x="0" y="28"/>
                  <ns1:pt x="4" y="32"/>
                  <ns1:pt x="8" y="32"/>
                </ns1:cubicBezTo>
                <ns1:cubicBezTo>
                  <ns1:pt x="16" y="32"/>
                  <ns1:pt x="16" y="32"/>
                  <ns1:pt x="16" y="32"/>
                </ns1:cubicBezTo>
                <ns1:cubicBezTo>
                  <ns1:pt x="16" y="136"/>
                  <ns1:pt x="16" y="136"/>
                  <ns1:pt x="16" y="136"/>
                </ns1:cubicBezTo>
                <ns1:cubicBezTo>
                  <ns1:pt x="16" y="140"/>
                  <ns1:pt x="20" y="144"/>
                  <ns1:pt x="24" y="144"/>
                </ns1:cubicBezTo>
                <ns1:cubicBezTo>
                  <ns1:pt x="152" y="144"/>
                  <ns1:pt x="152" y="144"/>
                  <ns1:pt x="152" y="144"/>
                </ns1:cubicBezTo>
                <ns1:cubicBezTo>
                  <ns1:pt x="156" y="144"/>
                  <ns1:pt x="160" y="140"/>
                  <ns1:pt x="160" y="136"/>
                </ns1:cubicBezTo>
                <ns1:cubicBezTo>
                  <ns1:pt x="160" y="32"/>
                  <ns1:pt x="160" y="32"/>
                  <ns1:pt x="160" y="32"/>
                </ns1:cubicBezTo>
                <ns1:cubicBezTo>
                  <ns1:pt x="168" y="32"/>
                  <ns1:pt x="168" y="32"/>
                  <ns1:pt x="168" y="32"/>
                </ns1:cubicBezTo>
                <ns1:cubicBezTo>
                  <ns1:pt x="172" y="32"/>
                  <ns1:pt x="176" y="28"/>
                  <ns1:pt x="176" y="24"/>
                </ns1:cubicBezTo>
                <ns1:cubicBezTo>
                  <ns1:pt x="176" y="8"/>
                  <ns1:pt x="176" y="8"/>
                  <ns1:pt x="176" y="8"/>
                </ns1:cubicBezTo>
                <ns1:cubicBezTo>
                  <ns1:pt x="176" y="4"/>
                  <ns1:pt x="172" y="0"/>
                  <ns1:pt x="168" y="0"/>
                </ns1:cubicBezTo>
                <ns1:moveTo>
                  <ns1:pt x="152" y="136"/>
                </ns1:moveTo>
                <ns1:cubicBezTo>
                  <ns1:pt x="24" y="136"/>
                  <ns1:pt x="24" y="136"/>
                  <ns1:pt x="24" y="136"/>
                </ns1:cubicBezTo>
                <ns1:cubicBezTo>
                  <ns1:pt x="24" y="32"/>
                  <ns1:pt x="24" y="32"/>
                  <ns1:pt x="24" y="32"/>
                </ns1:cubicBezTo>
                <ns1:cubicBezTo>
                  <ns1:pt x="152" y="32"/>
                  <ns1:pt x="152" y="32"/>
                  <ns1:pt x="152" y="32"/>
                </ns1:cubicBezTo>
                <ns1:lnTo>
                  <ns1:pt x="152" y="136"/>
                </ns1:lnTo>
                <ns1:close/>
                <ns1:moveTo>
                  <ns1:pt x="168" y="24"/>
                </ns1:moveTo>
                <ns1:cubicBezTo>
                  <ns1:pt x="8" y="24"/>
                  <ns1:pt x="8" y="24"/>
                  <ns1:pt x="8" y="24"/>
                </ns1:cubicBezTo>
                <ns1:cubicBezTo>
                  <ns1:pt x="8" y="8"/>
                  <ns1:pt x="8" y="8"/>
                  <ns1:pt x="8" y="8"/>
                </ns1:cubicBezTo>
                <ns1:cubicBezTo>
                  <ns1:pt x="168" y="8"/>
                  <ns1:pt x="168" y="8"/>
                  <ns1:pt x="168" y="8"/>
                </ns1:cubicBezTo>
                <ns1:lnTo>
                  <ns1:pt x="168" y="24"/>
                </ns1:lnTo>
                <ns1:close/>
                <ns1:moveTo>
                  <ns1:pt x="52" y="96"/>
                </ns1:moveTo>
                <ns1:cubicBezTo>
                  <ns1:pt x="59" y="96"/>
                  <ns1:pt x="64" y="91"/>
                  <ns1:pt x="64" y="84"/>
                </ns1:cubicBezTo>
                <ns1:cubicBezTo>
                  <ns1:pt x="64" y="77"/>
                  <ns1:pt x="59" y="72"/>
                  <ns1:pt x="52" y="72"/>
                </ns1:cubicBezTo>
                <ns1:cubicBezTo>
                  <ns1:pt x="45" y="72"/>
                  <ns1:pt x="40" y="77"/>
                  <ns1:pt x="40" y="84"/>
                </ns1:cubicBezTo>
                <ns1:cubicBezTo>
                  <ns1:pt x="40" y="91"/>
                  <ns1:pt x="45" y="96"/>
                  <ns1:pt x="52" y="96"/>
                </ns1:cubicBezTo>
                <ns1:moveTo>
                  <ns1:pt x="52" y="80"/>
                </ns1:moveTo>
                <ns1:cubicBezTo>
                  <ns1:pt x="54" y="80"/>
                  <ns1:pt x="56" y="82"/>
                  <ns1:pt x="56" y="84"/>
                </ns1:cubicBezTo>
                <ns1:cubicBezTo>
                  <ns1:pt x="56" y="86"/>
                  <ns1:pt x="54" y="88"/>
                  <ns1:pt x="52" y="88"/>
                </ns1:cubicBezTo>
                <ns1:cubicBezTo>
                  <ns1:pt x="50" y="88"/>
                  <ns1:pt x="48" y="86"/>
                  <ns1:pt x="48" y="84"/>
                </ns1:cubicBezTo>
                <ns1:cubicBezTo>
                  <ns1:pt x="48" y="82"/>
                  <ns1:pt x="50" y="80"/>
                  <ns1:pt x="52" y="80"/>
                </ns1:cubicBezTo>
              </ns1:path>
            </ns1:pathLst>
          </ns1:custGeom>
          <ns1:solidFill>
            <ns1:schemeClr val="tx1"/>
          </ns1:solidFill>
          <ns1:ln>
            <ns1:noFill/>
          </ns1:ln>
          <ns1:extLst/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en-US" sz="2700"/>
          </ns1:p>
        </ns0:txBody>
      </ns0:sp>
      <ns0:sp>
        <ns0:nvSpPr>
          <ns0:cNvPr id="52" name="Freeform 46"/>
          <ns0:cNvSpPr>
            <ns1:spLocks noEditPoints="1"/>
          </ns0:cNvSpPr>
          <ns0:nvPr/>
        </ns0:nvSpPr>
        <ns0:spPr bwMode="auto">
          <ns1:xfrm>
            <ns1:off x="4408489" y="2657477"/>
            <ns1:ext cx="320675" cy="320675"/>
          </ns1:xfrm>
          <ns1:custGeom>
            <ns1:avLst/>
            <ns1:gdLst>
              <ns1:gd name="T0" fmla="*/ 64 w 176"/>
              <ns1:gd name="T1" fmla="*/ 96 h 176"/>
              <ns1:gd name="T2" fmla="*/ 60 w 176"/>
              <ns1:gd name="T3" fmla="*/ 100 h 176"/>
              <ns1:gd name="T4" fmla="*/ 61 w 176"/>
              <ns1:gd name="T5" fmla="*/ 103 h 176"/>
              <ns1:gd name="T6" fmla="*/ 85 w 176"/>
              <ns1:gd name="T7" fmla="*/ 127 h 176"/>
              <ns1:gd name="T8" fmla="*/ 88 w 176"/>
              <ns1:gd name="T9" fmla="*/ 128 h 176"/>
              <ns1:gd name="T10" fmla="*/ 91 w 176"/>
              <ns1:gd name="T11" fmla="*/ 127 h 176"/>
              <ns1:gd name="T12" fmla="*/ 115 w 176"/>
              <ns1:gd name="T13" fmla="*/ 103 h 176"/>
              <ns1:gd name="T14" fmla="*/ 116 w 176"/>
              <ns1:gd name="T15" fmla="*/ 100 h 176"/>
              <ns1:gd name="T16" fmla="*/ 112 w 176"/>
              <ns1:gd name="T17" fmla="*/ 96 h 176"/>
              <ns1:gd name="T18" fmla="*/ 109 w 176"/>
              <ns1:gd name="T19" fmla="*/ 97 h 176"/>
              <ns1:gd name="T20" fmla="*/ 92 w 176"/>
              <ns1:gd name="T21" fmla="*/ 114 h 176"/>
              <ns1:gd name="T22" fmla="*/ 92 w 176"/>
              <ns1:gd name="T23" fmla="*/ 4 h 176"/>
              <ns1:gd name="T24" fmla="*/ 92 w 176"/>
              <ns1:gd name="T25" fmla="*/ 4 h 176"/>
              <ns1:gd name="T26" fmla="*/ 88 w 176"/>
              <ns1:gd name="T27" fmla="*/ 0 h 176"/>
              <ns1:gd name="T28" fmla="*/ 84 w 176"/>
              <ns1:gd name="T29" fmla="*/ 4 h 176"/>
              <ns1:gd name="T30" fmla="*/ 84 w 176"/>
              <ns1:gd name="T31" fmla="*/ 114 h 176"/>
              <ns1:gd name="T32" fmla="*/ 67 w 176"/>
              <ns1:gd name="T33" fmla="*/ 97 h 176"/>
              <ns1:gd name="T34" fmla="*/ 64 w 176"/>
              <ns1:gd name="T35" fmla="*/ 96 h 176"/>
              <ns1:gd name="T36" fmla="*/ 168 w 176"/>
              <ns1:gd name="T37" fmla="*/ 40 h 176"/>
              <ns1:gd name="T38" fmla="*/ 104 w 176"/>
              <ns1:gd name="T39" fmla="*/ 40 h 176"/>
              <ns1:gd name="T40" fmla="*/ 100 w 176"/>
              <ns1:gd name="T41" fmla="*/ 44 h 176"/>
              <ns1:gd name="T42" fmla="*/ 104 w 176"/>
              <ns1:gd name="T43" fmla="*/ 48 h 176"/>
              <ns1:gd name="T44" fmla="*/ 168 w 176"/>
              <ns1:gd name="T45" fmla="*/ 48 h 176"/>
              <ns1:gd name="T46" fmla="*/ 168 w 176"/>
              <ns1:gd name="T47" fmla="*/ 64 h 176"/>
              <ns1:gd name="T48" fmla="*/ 104 w 176"/>
              <ns1:gd name="T49" fmla="*/ 64 h 176"/>
              <ns1:gd name="T50" fmla="*/ 100 w 176"/>
              <ns1:gd name="T51" fmla="*/ 68 h 176"/>
              <ns1:gd name="T52" fmla="*/ 104 w 176"/>
              <ns1:gd name="T53" fmla="*/ 72 h 176"/>
              <ns1:gd name="T54" fmla="*/ 152 w 176"/>
              <ns1:gd name="T55" fmla="*/ 72 h 176"/>
              <ns1:gd name="T56" fmla="*/ 152 w 176"/>
              <ns1:gd name="T57" fmla="*/ 168 h 176"/>
              <ns1:gd name="T58" fmla="*/ 24 w 176"/>
              <ns1:gd name="T59" fmla="*/ 168 h 176"/>
              <ns1:gd name="T60" fmla="*/ 24 w 176"/>
              <ns1:gd name="T61" fmla="*/ 72 h 176"/>
              <ns1:gd name="T62" fmla="*/ 72 w 176"/>
              <ns1:gd name="T63" fmla="*/ 72 h 176"/>
              <ns1:gd name="T64" fmla="*/ 76 w 176"/>
              <ns1:gd name="T65" fmla="*/ 68 h 176"/>
              <ns1:gd name="T66" fmla="*/ 72 w 176"/>
              <ns1:gd name="T67" fmla="*/ 64 h 176"/>
              <ns1:gd name="T68" fmla="*/ 8 w 176"/>
              <ns1:gd name="T69" fmla="*/ 64 h 176"/>
              <ns1:gd name="T70" fmla="*/ 8 w 176"/>
              <ns1:gd name="T71" fmla="*/ 48 h 176"/>
              <ns1:gd name="T72" fmla="*/ 72 w 176"/>
              <ns1:gd name="T73" fmla="*/ 48 h 176"/>
              <ns1:gd name="T74" fmla="*/ 76 w 176"/>
              <ns1:gd name="T75" fmla="*/ 44 h 176"/>
              <ns1:gd name="T76" fmla="*/ 72 w 176"/>
              <ns1:gd name="T77" fmla="*/ 40 h 176"/>
              <ns1:gd name="T78" fmla="*/ 8 w 176"/>
              <ns1:gd name="T79" fmla="*/ 40 h 176"/>
              <ns1:gd name="T80" fmla="*/ 0 w 176"/>
              <ns1:gd name="T81" fmla="*/ 48 h 176"/>
              <ns1:gd name="T82" fmla="*/ 0 w 176"/>
              <ns1:gd name="T83" fmla="*/ 64 h 176"/>
              <ns1:gd name="T84" fmla="*/ 8 w 176"/>
              <ns1:gd name="T85" fmla="*/ 72 h 176"/>
              <ns1:gd name="T86" fmla="*/ 16 w 176"/>
              <ns1:gd name="T87" fmla="*/ 72 h 176"/>
              <ns1:gd name="T88" fmla="*/ 16 w 176"/>
              <ns1:gd name="T89" fmla="*/ 168 h 176"/>
              <ns1:gd name="T90" fmla="*/ 24 w 176"/>
              <ns1:gd name="T91" fmla="*/ 176 h 176"/>
              <ns1:gd name="T92" fmla="*/ 152 w 176"/>
              <ns1:gd name="T93" fmla="*/ 176 h 176"/>
              <ns1:gd name="T94" fmla="*/ 160 w 176"/>
              <ns1:gd name="T95" fmla="*/ 168 h 176"/>
              <ns1:gd name="T96" fmla="*/ 160 w 176"/>
              <ns1:gd name="T97" fmla="*/ 72 h 176"/>
              <ns1:gd name="T98" fmla="*/ 168 w 176"/>
              <ns1:gd name="T99" fmla="*/ 72 h 176"/>
              <ns1:gd name="T100" fmla="*/ 176 w 176"/>
              <ns1:gd name="T101" fmla="*/ 64 h 176"/>
              <ns1:gd name="T102" fmla="*/ 176 w 176"/>
              <ns1:gd name="T103" fmla="*/ 48 h 176"/>
              <ns1:gd name="T104" fmla="*/ 168 w 176"/>
              <ns1:gd name="T105" fmla="*/ 40 h 176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  <ns1:cxn ang="0">
                <ns1:pos x="T32" y="T33"/>
              </ns1:cxn>
              <ns1:cxn ang="0">
                <ns1:pos x="T34" y="T35"/>
              </ns1:cxn>
              <ns1:cxn ang="0">
                <ns1:pos x="T36" y="T37"/>
              </ns1:cxn>
              <ns1:cxn ang="0">
                <ns1:pos x="T38" y="T39"/>
              </ns1:cxn>
              <ns1:cxn ang="0">
                <ns1:pos x="T40" y="T41"/>
              </ns1:cxn>
              <ns1:cxn ang="0">
                <ns1:pos x="T42" y="T43"/>
              </ns1:cxn>
              <ns1:cxn ang="0">
                <ns1:pos x="T44" y="T45"/>
              </ns1:cxn>
              <ns1:cxn ang="0">
                <ns1:pos x="T46" y="T47"/>
              </ns1:cxn>
              <ns1:cxn ang="0">
                <ns1:pos x="T48" y="T49"/>
              </ns1:cxn>
              <ns1:cxn ang="0">
                <ns1:pos x="T50" y="T51"/>
              </ns1:cxn>
              <ns1:cxn ang="0">
                <ns1:pos x="T52" y="T53"/>
              </ns1:cxn>
              <ns1:cxn ang="0">
                <ns1:pos x="T54" y="T55"/>
              </ns1:cxn>
              <ns1:cxn ang="0">
                <ns1:pos x="T56" y="T57"/>
              </ns1:cxn>
              <ns1:cxn ang="0">
                <ns1:pos x="T58" y="T59"/>
              </ns1:cxn>
              <ns1:cxn ang="0">
                <ns1:pos x="T60" y="T61"/>
              </ns1:cxn>
              <ns1:cxn ang="0">
                <ns1:pos x="T62" y="T63"/>
              </ns1:cxn>
              <ns1:cxn ang="0">
                <ns1:pos x="T64" y="T65"/>
              </ns1:cxn>
              <ns1:cxn ang="0">
                <ns1:pos x="T66" y="T67"/>
              </ns1:cxn>
              <ns1:cxn ang="0">
                <ns1:pos x="T68" y="T69"/>
              </ns1:cxn>
              <ns1:cxn ang="0">
                <ns1:pos x="T70" y="T71"/>
              </ns1:cxn>
              <ns1:cxn ang="0">
                <ns1:pos x="T72" y="T73"/>
              </ns1:cxn>
              <ns1:cxn ang="0">
                <ns1:pos x="T74" y="T75"/>
              </ns1:cxn>
              <ns1:cxn ang="0">
                <ns1:pos x="T76" y="T77"/>
              </ns1:cxn>
              <ns1:cxn ang="0">
                <ns1:pos x="T78" y="T79"/>
              </ns1:cxn>
              <ns1:cxn ang="0">
                <ns1:pos x="T80" y="T81"/>
              </ns1:cxn>
              <ns1:cxn ang="0">
                <ns1:pos x="T82" y="T83"/>
              </ns1:cxn>
              <ns1:cxn ang="0">
                <ns1:pos x="T84" y="T85"/>
              </ns1:cxn>
              <ns1:cxn ang="0">
                <ns1:pos x="T86" y="T87"/>
              </ns1:cxn>
              <ns1:cxn ang="0">
                <ns1:pos x="T88" y="T89"/>
              </ns1:cxn>
              <ns1:cxn ang="0">
                <ns1:pos x="T90" y="T91"/>
              </ns1:cxn>
              <ns1:cxn ang="0">
                <ns1:pos x="T92" y="T93"/>
              </ns1:cxn>
              <ns1:cxn ang="0">
                <ns1:pos x="T94" y="T95"/>
              </ns1:cxn>
              <ns1:cxn ang="0">
                <ns1:pos x="T96" y="T97"/>
              </ns1:cxn>
              <ns1:cxn ang="0">
                <ns1:pos x="T98" y="T99"/>
              </ns1:cxn>
              <ns1:cxn ang="0">
                <ns1:pos x="T100" y="T101"/>
              </ns1:cxn>
              <ns1:cxn ang="0">
                <ns1:pos x="T102" y="T103"/>
              </ns1:cxn>
              <ns1:cxn ang="0">
                <ns1:pos x="T104" y="T105"/>
              </ns1:cxn>
            </ns1:cxnLst>
            <ns1:rect l="0" t="0" r="r" b="b"/>
            <ns1:pathLst>
              <ns1:path w="176" h="176">
                <ns1:moveTo>
                  <ns1:pt x="64" y="96"/>
                </ns1:moveTo>
                <ns1:cubicBezTo>
                  <ns1:pt x="62" y="96"/>
                  <ns1:pt x="60" y="98"/>
                  <ns1:pt x="60" y="100"/>
                </ns1:cubicBezTo>
                <ns1:cubicBezTo>
                  <ns1:pt x="60" y="101"/>
                  <ns1:pt x="60" y="102"/>
                  <ns1:pt x="61" y="103"/>
                </ns1:cubicBezTo>
                <ns1:cubicBezTo>
                  <ns1:pt x="85" y="127"/>
                  <ns1:pt x="85" y="127"/>
                  <ns1:pt x="85" y="127"/>
                </ns1:cubicBezTo>
                <ns1:cubicBezTo>
                  <ns1:pt x="86" y="128"/>
                  <ns1:pt x="87" y="128"/>
                  <ns1:pt x="88" y="128"/>
                </ns1:cubicBezTo>
                <ns1:cubicBezTo>
                  <ns1:pt x="89" y="128"/>
                  <ns1:pt x="90" y="128"/>
                  <ns1:pt x="91" y="127"/>
                </ns1:cubicBezTo>
                <ns1:cubicBezTo>
                  <ns1:pt x="115" y="103"/>
                  <ns1:pt x="115" y="103"/>
                  <ns1:pt x="115" y="103"/>
                </ns1:cubicBezTo>
                <ns1:cubicBezTo>
                  <ns1:pt x="116" y="102"/>
                  <ns1:pt x="116" y="101"/>
                  <ns1:pt x="116" y="100"/>
                </ns1:cubicBezTo>
                <ns1:cubicBezTo>
                  <ns1:pt x="116" y="98"/>
                  <ns1:pt x="114" y="96"/>
                  <ns1:pt x="112" y="96"/>
                </ns1:cubicBezTo>
                <ns1:cubicBezTo>
                  <ns1:pt x="111" y="96"/>
                  <ns1:pt x="110" y="96"/>
                  <ns1:pt x="109" y="97"/>
                </ns1:cubicBezTo>
                <ns1:cubicBezTo>
                  <ns1:pt x="92" y="114"/>
                  <ns1:pt x="92" y="114"/>
                  <ns1:pt x="92" y="114"/>
                </ns1:cubicBezTo>
                <ns1:cubicBezTo>
                  <ns1:pt x="92" y="4"/>
                  <ns1:pt x="92" y="4"/>
                  <ns1:pt x="92" y="4"/>
                </ns1:cubicBezTo>
                <ns1:cubicBezTo>
                  <ns1:pt x="92" y="4"/>
                  <ns1:pt x="92" y="4"/>
                  <ns1:pt x="92" y="4"/>
                </ns1:cubicBezTo>
                <ns1:cubicBezTo>
                  <ns1:pt x="92" y="2"/>
                  <ns1:pt x="90" y="0"/>
                  <ns1:pt x="88" y="0"/>
                </ns1:cubicBezTo>
                <ns1:cubicBezTo>
                  <ns1:pt x="86" y="0"/>
                  <ns1:pt x="84" y="2"/>
                  <ns1:pt x="84" y="4"/>
                </ns1:cubicBezTo>
                <ns1:cubicBezTo>
                  <ns1:pt x="84" y="114"/>
                  <ns1:pt x="84" y="114"/>
                  <ns1:pt x="84" y="114"/>
                </ns1:cubicBezTo>
                <ns1:cubicBezTo>
                  <ns1:pt x="67" y="97"/>
                  <ns1:pt x="67" y="97"/>
                  <ns1:pt x="67" y="97"/>
                </ns1:cubicBezTo>
                <ns1:cubicBezTo>
                  <ns1:pt x="66" y="96"/>
                  <ns1:pt x="65" y="96"/>
                  <ns1:pt x="64" y="96"/>
                </ns1:cubicBezTo>
                <ns1:moveTo>
                  <ns1:pt x="168" y="40"/>
                </ns1:moveTo>
                <ns1:cubicBezTo>
                  <ns1:pt x="104" y="40"/>
                  <ns1:pt x="104" y="40"/>
                  <ns1:pt x="104" y="40"/>
                </ns1:cubicBezTo>
                <ns1:cubicBezTo>
                  <ns1:pt x="102" y="40"/>
                  <ns1:pt x="100" y="42"/>
                  <ns1:pt x="100" y="44"/>
                </ns1:cubicBezTo>
                <ns1:cubicBezTo>
                  <ns1:pt x="100" y="46"/>
                  <ns1:pt x="102" y="48"/>
                  <ns1:pt x="104" y="48"/>
                </ns1:cubicBezTo>
                <ns1:cubicBezTo>
                  <ns1:pt x="168" y="48"/>
                  <ns1:pt x="168" y="48"/>
                  <ns1:pt x="168" y="48"/>
                </ns1:cubicBezTo>
                <ns1:cubicBezTo>
                  <ns1:pt x="168" y="64"/>
                  <ns1:pt x="168" y="64"/>
                  <ns1:pt x="168" y="64"/>
                </ns1:cubicBezTo>
                <ns1:cubicBezTo>
                  <ns1:pt x="104" y="64"/>
                  <ns1:pt x="104" y="64"/>
                  <ns1:pt x="104" y="64"/>
                </ns1:cubicBezTo>
                <ns1:cubicBezTo>
                  <ns1:pt x="102" y="64"/>
                  <ns1:pt x="100" y="66"/>
                  <ns1:pt x="100" y="68"/>
                </ns1:cubicBezTo>
                <ns1:cubicBezTo>
                  <ns1:pt x="100" y="70"/>
                  <ns1:pt x="102" y="72"/>
                  <ns1:pt x="104" y="72"/>
                </ns1:cubicBezTo>
                <ns1:cubicBezTo>
                  <ns1:pt x="152" y="72"/>
                  <ns1:pt x="152" y="72"/>
                  <ns1:pt x="152" y="72"/>
                </ns1:cubicBezTo>
                <ns1:cubicBezTo>
                  <ns1:pt x="152" y="168"/>
                  <ns1:pt x="152" y="168"/>
                  <ns1:pt x="152" y="168"/>
                </ns1:cubicBezTo>
                <ns1:cubicBezTo>
                  <ns1:pt x="24" y="168"/>
                  <ns1:pt x="24" y="168"/>
                  <ns1:pt x="24" y="168"/>
                </ns1:cubicBezTo>
                <ns1:cubicBezTo>
                  <ns1:pt x="24" y="72"/>
                  <ns1:pt x="24" y="72"/>
                  <ns1:pt x="24" y="72"/>
                </ns1:cubicBezTo>
                <ns1:cubicBezTo>
                  <ns1:pt x="72" y="72"/>
                  <ns1:pt x="72" y="72"/>
                  <ns1:pt x="72" y="72"/>
                </ns1:cubicBezTo>
                <ns1:cubicBezTo>
                  <ns1:pt x="74" y="72"/>
                  <ns1:pt x="76" y="70"/>
                  <ns1:pt x="76" y="68"/>
                </ns1:cubicBezTo>
                <ns1:cubicBezTo>
                  <ns1:pt x="76" y="66"/>
                  <ns1:pt x="74" y="64"/>
                  <ns1:pt x="72" y="64"/>
                </ns1:cubicBezTo>
                <ns1:cubicBezTo>
                  <ns1:pt x="8" y="64"/>
                  <ns1:pt x="8" y="64"/>
                  <ns1:pt x="8" y="64"/>
                </ns1:cubicBezTo>
                <ns1:cubicBezTo>
                  <ns1:pt x="8" y="48"/>
                  <ns1:pt x="8" y="48"/>
                  <ns1:pt x="8" y="48"/>
                </ns1:cubicBezTo>
                <ns1:cubicBezTo>
                  <ns1:pt x="72" y="48"/>
                  <ns1:pt x="72" y="48"/>
                  <ns1:pt x="72" y="48"/>
                </ns1:cubicBezTo>
                <ns1:cubicBezTo>
                  <ns1:pt x="74" y="48"/>
                  <ns1:pt x="76" y="46"/>
                  <ns1:pt x="76" y="44"/>
                </ns1:cubicBezTo>
                <ns1:cubicBezTo>
                  <ns1:pt x="76" y="42"/>
                  <ns1:pt x="74" y="40"/>
                  <ns1:pt x="72" y="40"/>
                </ns1:cubicBezTo>
                <ns1:cubicBezTo>
                  <ns1:pt x="8" y="40"/>
                  <ns1:pt x="8" y="40"/>
                  <ns1:pt x="8" y="40"/>
                </ns1:cubicBezTo>
                <ns1:cubicBezTo>
                  <ns1:pt x="4" y="40"/>
                  <ns1:pt x="0" y="44"/>
                  <ns1:pt x="0" y="48"/>
                </ns1:cubicBezTo>
                <ns1:cubicBezTo>
                  <ns1:pt x="0" y="64"/>
                  <ns1:pt x="0" y="64"/>
                  <ns1:pt x="0" y="64"/>
                </ns1:cubicBezTo>
                <ns1:cubicBezTo>
                  <ns1:pt x="0" y="68"/>
                  <ns1:pt x="4" y="72"/>
                  <ns1:pt x="8" y="72"/>
                </ns1:cubicBezTo>
                <ns1:cubicBezTo>
                  <ns1:pt x="16" y="72"/>
                  <ns1:pt x="16" y="72"/>
                  <ns1:pt x="16" y="72"/>
                </ns1:cubicBezTo>
                <ns1:cubicBezTo>
                  <ns1:pt x="16" y="168"/>
                  <ns1:pt x="16" y="168"/>
                  <ns1:pt x="16" y="168"/>
                </ns1:cubicBezTo>
                <ns1:cubicBezTo>
                  <ns1:pt x="16" y="172"/>
                  <ns1:pt x="20" y="176"/>
                  <ns1:pt x="24" y="176"/>
                </ns1:cubicBezTo>
                <ns1:cubicBezTo>
                  <ns1:pt x="152" y="176"/>
                  <ns1:pt x="152" y="176"/>
                  <ns1:pt x="152" y="176"/>
                </ns1:cubicBezTo>
                <ns1:cubicBezTo>
                  <ns1:pt x="156" y="176"/>
                  <ns1:pt x="160" y="172"/>
                  <ns1:pt x="160" y="168"/>
                </ns1:cubicBezTo>
                <ns1:cubicBezTo>
                  <ns1:pt x="160" y="72"/>
                  <ns1:pt x="160" y="72"/>
                  <ns1:pt x="160" y="72"/>
                </ns1:cubicBezTo>
                <ns1:cubicBezTo>
                  <ns1:pt x="168" y="72"/>
                  <ns1:pt x="168" y="72"/>
                  <ns1:pt x="168" y="72"/>
                </ns1:cubicBezTo>
                <ns1:cubicBezTo>
                  <ns1:pt x="172" y="72"/>
                  <ns1:pt x="176" y="68"/>
                  <ns1:pt x="176" y="64"/>
                </ns1:cubicBezTo>
                <ns1:cubicBezTo>
                  <ns1:pt x="176" y="48"/>
                  <ns1:pt x="176" y="48"/>
                  <ns1:pt x="176" y="48"/>
                </ns1:cubicBezTo>
                <ns1:cubicBezTo>
                  <ns1:pt x="176" y="44"/>
                  <ns1:pt x="172" y="40"/>
                  <ns1:pt x="168" y="40"/>
                </ns1:cubicBezTo>
              </ns1:path>
            </ns1:pathLst>
          </ns1:custGeom>
          <ns1:solidFill>
            <ns1:schemeClr val="tx1"/>
          </ns1:solidFill>
          <ns1:ln>
            <ns1:noFill/>
          </ns1:ln>
          <ns1:extLst/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en-US" sz="2700"/>
          </ns1:p>
        </ns0:txBody>
      </ns0:sp>
      <ns0:sp>
        <ns0:nvSpPr>
          <ns0:cNvPr id="53" name="Freeform 47"/>
          <ns0:cNvSpPr>
            <ns1:spLocks noEditPoints="1"/>
          </ns0:cNvSpPr>
          <ns0:nvPr/>
        </ns0:nvSpPr>
        <ns0:spPr bwMode="auto">
          <ns1:xfrm>
            <ns1:off x="5019676" y="2657477"/>
            <ns1:ext cx="320675" cy="320675"/>
          </ns1:xfrm>
          <ns1:custGeom>
            <ns1:avLst/>
            <ns1:gdLst>
              <ns1:gd name="T0" fmla="*/ 64 w 176"/>
              <ns1:gd name="T1" fmla="*/ 32 h 176"/>
              <ns1:gd name="T2" fmla="*/ 67 w 176"/>
              <ns1:gd name="T3" fmla="*/ 31 h 176"/>
              <ns1:gd name="T4" fmla="*/ 84 w 176"/>
              <ns1:gd name="T5" fmla="*/ 14 h 176"/>
              <ns1:gd name="T6" fmla="*/ 84 w 176"/>
              <ns1:gd name="T7" fmla="*/ 124 h 176"/>
              <ns1:gd name="T8" fmla="*/ 84 w 176"/>
              <ns1:gd name="T9" fmla="*/ 124 h 176"/>
              <ns1:gd name="T10" fmla="*/ 88 w 176"/>
              <ns1:gd name="T11" fmla="*/ 128 h 176"/>
              <ns1:gd name="T12" fmla="*/ 92 w 176"/>
              <ns1:gd name="T13" fmla="*/ 124 h 176"/>
              <ns1:gd name="T14" fmla="*/ 92 w 176"/>
              <ns1:gd name="T15" fmla="*/ 14 h 176"/>
              <ns1:gd name="T16" fmla="*/ 109 w 176"/>
              <ns1:gd name="T17" fmla="*/ 31 h 176"/>
              <ns1:gd name="T18" fmla="*/ 112 w 176"/>
              <ns1:gd name="T19" fmla="*/ 32 h 176"/>
              <ns1:gd name="T20" fmla="*/ 116 w 176"/>
              <ns1:gd name="T21" fmla="*/ 28 h 176"/>
              <ns1:gd name="T22" fmla="*/ 115 w 176"/>
              <ns1:gd name="T23" fmla="*/ 25 h 176"/>
              <ns1:gd name="T24" fmla="*/ 91 w 176"/>
              <ns1:gd name="T25" fmla="*/ 1 h 176"/>
              <ns1:gd name="T26" fmla="*/ 88 w 176"/>
              <ns1:gd name="T27" fmla="*/ 0 h 176"/>
              <ns1:gd name="T28" fmla="*/ 85 w 176"/>
              <ns1:gd name="T29" fmla="*/ 1 h 176"/>
              <ns1:gd name="T30" fmla="*/ 61 w 176"/>
              <ns1:gd name="T31" fmla="*/ 25 h 176"/>
              <ns1:gd name="T32" fmla="*/ 60 w 176"/>
              <ns1:gd name="T33" fmla="*/ 28 h 176"/>
              <ns1:gd name="T34" fmla="*/ 64 w 176"/>
              <ns1:gd name="T35" fmla="*/ 32 h 176"/>
              <ns1:gd name="T36" fmla="*/ 168 w 176"/>
              <ns1:gd name="T37" fmla="*/ 40 h 176"/>
              <ns1:gd name="T38" fmla="*/ 104 w 176"/>
              <ns1:gd name="T39" fmla="*/ 40 h 176"/>
              <ns1:gd name="T40" fmla="*/ 100 w 176"/>
              <ns1:gd name="T41" fmla="*/ 44 h 176"/>
              <ns1:gd name="T42" fmla="*/ 104 w 176"/>
              <ns1:gd name="T43" fmla="*/ 48 h 176"/>
              <ns1:gd name="T44" fmla="*/ 168 w 176"/>
              <ns1:gd name="T45" fmla="*/ 48 h 176"/>
              <ns1:gd name="T46" fmla="*/ 168 w 176"/>
              <ns1:gd name="T47" fmla="*/ 64 h 176"/>
              <ns1:gd name="T48" fmla="*/ 104 w 176"/>
              <ns1:gd name="T49" fmla="*/ 64 h 176"/>
              <ns1:gd name="T50" fmla="*/ 100 w 176"/>
              <ns1:gd name="T51" fmla="*/ 68 h 176"/>
              <ns1:gd name="T52" fmla="*/ 104 w 176"/>
              <ns1:gd name="T53" fmla="*/ 72 h 176"/>
              <ns1:gd name="T54" fmla="*/ 152 w 176"/>
              <ns1:gd name="T55" fmla="*/ 72 h 176"/>
              <ns1:gd name="T56" fmla="*/ 152 w 176"/>
              <ns1:gd name="T57" fmla="*/ 168 h 176"/>
              <ns1:gd name="T58" fmla="*/ 24 w 176"/>
              <ns1:gd name="T59" fmla="*/ 168 h 176"/>
              <ns1:gd name="T60" fmla="*/ 24 w 176"/>
              <ns1:gd name="T61" fmla="*/ 72 h 176"/>
              <ns1:gd name="T62" fmla="*/ 72 w 176"/>
              <ns1:gd name="T63" fmla="*/ 72 h 176"/>
              <ns1:gd name="T64" fmla="*/ 76 w 176"/>
              <ns1:gd name="T65" fmla="*/ 68 h 176"/>
              <ns1:gd name="T66" fmla="*/ 72 w 176"/>
              <ns1:gd name="T67" fmla="*/ 64 h 176"/>
              <ns1:gd name="T68" fmla="*/ 8 w 176"/>
              <ns1:gd name="T69" fmla="*/ 64 h 176"/>
              <ns1:gd name="T70" fmla="*/ 8 w 176"/>
              <ns1:gd name="T71" fmla="*/ 48 h 176"/>
              <ns1:gd name="T72" fmla="*/ 72 w 176"/>
              <ns1:gd name="T73" fmla="*/ 48 h 176"/>
              <ns1:gd name="T74" fmla="*/ 76 w 176"/>
              <ns1:gd name="T75" fmla="*/ 44 h 176"/>
              <ns1:gd name="T76" fmla="*/ 72 w 176"/>
              <ns1:gd name="T77" fmla="*/ 40 h 176"/>
              <ns1:gd name="T78" fmla="*/ 8 w 176"/>
              <ns1:gd name="T79" fmla="*/ 40 h 176"/>
              <ns1:gd name="T80" fmla="*/ 0 w 176"/>
              <ns1:gd name="T81" fmla="*/ 48 h 176"/>
              <ns1:gd name="T82" fmla="*/ 0 w 176"/>
              <ns1:gd name="T83" fmla="*/ 64 h 176"/>
              <ns1:gd name="T84" fmla="*/ 8 w 176"/>
              <ns1:gd name="T85" fmla="*/ 72 h 176"/>
              <ns1:gd name="T86" fmla="*/ 16 w 176"/>
              <ns1:gd name="T87" fmla="*/ 72 h 176"/>
              <ns1:gd name="T88" fmla="*/ 16 w 176"/>
              <ns1:gd name="T89" fmla="*/ 168 h 176"/>
              <ns1:gd name="T90" fmla="*/ 24 w 176"/>
              <ns1:gd name="T91" fmla="*/ 176 h 176"/>
              <ns1:gd name="T92" fmla="*/ 152 w 176"/>
              <ns1:gd name="T93" fmla="*/ 176 h 176"/>
              <ns1:gd name="T94" fmla="*/ 160 w 176"/>
              <ns1:gd name="T95" fmla="*/ 168 h 176"/>
              <ns1:gd name="T96" fmla="*/ 160 w 176"/>
              <ns1:gd name="T97" fmla="*/ 72 h 176"/>
              <ns1:gd name="T98" fmla="*/ 168 w 176"/>
              <ns1:gd name="T99" fmla="*/ 72 h 176"/>
              <ns1:gd name="T100" fmla="*/ 176 w 176"/>
              <ns1:gd name="T101" fmla="*/ 64 h 176"/>
              <ns1:gd name="T102" fmla="*/ 176 w 176"/>
              <ns1:gd name="T103" fmla="*/ 48 h 176"/>
              <ns1:gd name="T104" fmla="*/ 168 w 176"/>
              <ns1:gd name="T105" fmla="*/ 40 h 176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  <ns1:cxn ang="0">
                <ns1:pos x="T32" y="T33"/>
              </ns1:cxn>
              <ns1:cxn ang="0">
                <ns1:pos x="T34" y="T35"/>
              </ns1:cxn>
              <ns1:cxn ang="0">
                <ns1:pos x="T36" y="T37"/>
              </ns1:cxn>
              <ns1:cxn ang="0">
                <ns1:pos x="T38" y="T39"/>
              </ns1:cxn>
              <ns1:cxn ang="0">
                <ns1:pos x="T40" y="T41"/>
              </ns1:cxn>
              <ns1:cxn ang="0">
                <ns1:pos x="T42" y="T43"/>
              </ns1:cxn>
              <ns1:cxn ang="0">
                <ns1:pos x="T44" y="T45"/>
              </ns1:cxn>
              <ns1:cxn ang="0">
                <ns1:pos x="T46" y="T47"/>
              </ns1:cxn>
              <ns1:cxn ang="0">
                <ns1:pos x="T48" y="T49"/>
              </ns1:cxn>
              <ns1:cxn ang="0">
                <ns1:pos x="T50" y="T51"/>
              </ns1:cxn>
              <ns1:cxn ang="0">
                <ns1:pos x="T52" y="T53"/>
              </ns1:cxn>
              <ns1:cxn ang="0">
                <ns1:pos x="T54" y="T55"/>
              </ns1:cxn>
              <ns1:cxn ang="0">
                <ns1:pos x="T56" y="T57"/>
              </ns1:cxn>
              <ns1:cxn ang="0">
                <ns1:pos x="T58" y="T59"/>
              </ns1:cxn>
              <ns1:cxn ang="0">
                <ns1:pos x="T60" y="T61"/>
              </ns1:cxn>
              <ns1:cxn ang="0">
                <ns1:pos x="T62" y="T63"/>
              </ns1:cxn>
              <ns1:cxn ang="0">
                <ns1:pos x="T64" y="T65"/>
              </ns1:cxn>
              <ns1:cxn ang="0">
                <ns1:pos x="T66" y="T67"/>
              </ns1:cxn>
              <ns1:cxn ang="0">
                <ns1:pos x="T68" y="T69"/>
              </ns1:cxn>
              <ns1:cxn ang="0">
                <ns1:pos x="T70" y="T71"/>
              </ns1:cxn>
              <ns1:cxn ang="0">
                <ns1:pos x="T72" y="T73"/>
              </ns1:cxn>
              <ns1:cxn ang="0">
                <ns1:pos x="T74" y="T75"/>
              </ns1:cxn>
              <ns1:cxn ang="0">
                <ns1:pos x="T76" y="T77"/>
              </ns1:cxn>
              <ns1:cxn ang="0">
                <ns1:pos x="T78" y="T79"/>
              </ns1:cxn>
              <ns1:cxn ang="0">
                <ns1:pos x="T80" y="T81"/>
              </ns1:cxn>
              <ns1:cxn ang="0">
                <ns1:pos x="T82" y="T83"/>
              </ns1:cxn>
              <ns1:cxn ang="0">
                <ns1:pos x="T84" y="T85"/>
              </ns1:cxn>
              <ns1:cxn ang="0">
                <ns1:pos x="T86" y="T87"/>
              </ns1:cxn>
              <ns1:cxn ang="0">
                <ns1:pos x="T88" y="T89"/>
              </ns1:cxn>
              <ns1:cxn ang="0">
                <ns1:pos x="T90" y="T91"/>
              </ns1:cxn>
              <ns1:cxn ang="0">
                <ns1:pos x="T92" y="T93"/>
              </ns1:cxn>
              <ns1:cxn ang="0">
                <ns1:pos x="T94" y="T95"/>
              </ns1:cxn>
              <ns1:cxn ang="0">
                <ns1:pos x="T96" y="T97"/>
              </ns1:cxn>
              <ns1:cxn ang="0">
                <ns1:pos x="T98" y="T99"/>
              </ns1:cxn>
              <ns1:cxn ang="0">
                <ns1:pos x="T100" y="T101"/>
              </ns1:cxn>
              <ns1:cxn ang="0">
                <ns1:pos x="T102" y="T103"/>
              </ns1:cxn>
              <ns1:cxn ang="0">
                <ns1:pos x="T104" y="T105"/>
              </ns1:cxn>
            </ns1:cxnLst>
            <ns1:rect l="0" t="0" r="r" b="b"/>
            <ns1:pathLst>
              <ns1:path w="176" h="176">
                <ns1:moveTo>
                  <ns1:pt x="64" y="32"/>
                </ns1:moveTo>
                <ns1:cubicBezTo>
                  <ns1:pt x="65" y="32"/>
                  <ns1:pt x="66" y="32"/>
                  <ns1:pt x="67" y="31"/>
                </ns1:cubicBezTo>
                <ns1:cubicBezTo>
                  <ns1:pt x="84" y="14"/>
                  <ns1:pt x="84" y="14"/>
                  <ns1:pt x="84" y="14"/>
                </ns1:cubicBezTo>
                <ns1:cubicBezTo>
                  <ns1:pt x="84" y="124"/>
                  <ns1:pt x="84" y="124"/>
                  <ns1:pt x="84" y="124"/>
                </ns1:cubicBezTo>
                <ns1:cubicBezTo>
                  <ns1:pt x="84" y="124"/>
                  <ns1:pt x="84" y="124"/>
                  <ns1:pt x="84" y="124"/>
                </ns1:cubicBezTo>
                <ns1:cubicBezTo>
                  <ns1:pt x="84" y="126"/>
                  <ns1:pt x="86" y="128"/>
                  <ns1:pt x="88" y="128"/>
                </ns1:cubicBezTo>
                <ns1:cubicBezTo>
                  <ns1:pt x="90" y="128"/>
                  <ns1:pt x="92" y="126"/>
                  <ns1:pt x="92" y="124"/>
                </ns1:cubicBezTo>
                <ns1:cubicBezTo>
                  <ns1:pt x="92" y="14"/>
                  <ns1:pt x="92" y="14"/>
                  <ns1:pt x="92" y="14"/>
                </ns1:cubicBezTo>
                <ns1:cubicBezTo>
                  <ns1:pt x="109" y="31"/>
                  <ns1:pt x="109" y="31"/>
                  <ns1:pt x="109" y="31"/>
                </ns1:cubicBezTo>
                <ns1:cubicBezTo>
                  <ns1:pt x="110" y="32"/>
                  <ns1:pt x="111" y="32"/>
                  <ns1:pt x="112" y="32"/>
                </ns1:cubicBezTo>
                <ns1:cubicBezTo>
                  <ns1:pt x="114" y="32"/>
                  <ns1:pt x="116" y="30"/>
                  <ns1:pt x="116" y="28"/>
                </ns1:cubicBezTo>
                <ns1:cubicBezTo>
                  <ns1:pt x="116" y="27"/>
                  <ns1:pt x="116" y="26"/>
                  <ns1:pt x="115" y="25"/>
                </ns1:cubicBezTo>
                <ns1:cubicBezTo>
                  <ns1:pt x="91" y="1"/>
                  <ns1:pt x="91" y="1"/>
                  <ns1:pt x="91" y="1"/>
                </ns1:cubicBezTo>
                <ns1:cubicBezTo>
                  <ns1:pt x="90" y="0"/>
                  <ns1:pt x="89" y="0"/>
                  <ns1:pt x="88" y="0"/>
                </ns1:cubicBezTo>
                <ns1:cubicBezTo>
                  <ns1:pt x="87" y="0"/>
                  <ns1:pt x="86" y="0"/>
                  <ns1:pt x="85" y="1"/>
                </ns1:cubicBezTo>
                <ns1:cubicBezTo>
                  <ns1:pt x="61" y="25"/>
                  <ns1:pt x="61" y="25"/>
                  <ns1:pt x="61" y="25"/>
                </ns1:cubicBezTo>
                <ns1:cubicBezTo>
                  <ns1:pt x="60" y="26"/>
                  <ns1:pt x="60" y="27"/>
                  <ns1:pt x="60" y="28"/>
                </ns1:cubicBezTo>
                <ns1:cubicBezTo>
                  <ns1:pt x="60" y="30"/>
                  <ns1:pt x="62" y="32"/>
                  <ns1:pt x="64" y="32"/>
                </ns1:cubicBezTo>
                <ns1:moveTo>
                  <ns1:pt x="168" y="40"/>
                </ns1:moveTo>
                <ns1:cubicBezTo>
                  <ns1:pt x="104" y="40"/>
                  <ns1:pt x="104" y="40"/>
                  <ns1:pt x="104" y="40"/>
                </ns1:cubicBezTo>
                <ns1:cubicBezTo>
                  <ns1:pt x="102" y="40"/>
                  <ns1:pt x="100" y="42"/>
                  <ns1:pt x="100" y="44"/>
                </ns1:cubicBezTo>
                <ns1:cubicBezTo>
                  <ns1:pt x="100" y="46"/>
                  <ns1:pt x="102" y="48"/>
                  <ns1:pt x="104" y="48"/>
                </ns1:cubicBezTo>
                <ns1:cubicBezTo>
                  <ns1:pt x="168" y="48"/>
                  <ns1:pt x="168" y="48"/>
                  <ns1:pt x="168" y="48"/>
                </ns1:cubicBezTo>
                <ns1:cubicBezTo>
                  <ns1:pt x="168" y="64"/>
                  <ns1:pt x="168" y="64"/>
                  <ns1:pt x="168" y="64"/>
                </ns1:cubicBezTo>
                <ns1:cubicBezTo>
                  <ns1:pt x="104" y="64"/>
                  <ns1:pt x="104" y="64"/>
                  <ns1:pt x="104" y="64"/>
                </ns1:cubicBezTo>
                <ns1:cubicBezTo>
                  <ns1:pt x="102" y="64"/>
                  <ns1:pt x="100" y="66"/>
                  <ns1:pt x="100" y="68"/>
                </ns1:cubicBezTo>
                <ns1:cubicBezTo>
                  <ns1:pt x="100" y="70"/>
                  <ns1:pt x="102" y="72"/>
                  <ns1:pt x="104" y="72"/>
                </ns1:cubicBezTo>
                <ns1:cubicBezTo>
                  <ns1:pt x="152" y="72"/>
                  <ns1:pt x="152" y="72"/>
                  <ns1:pt x="152" y="72"/>
                </ns1:cubicBezTo>
                <ns1:cubicBezTo>
                  <ns1:pt x="152" y="168"/>
                  <ns1:pt x="152" y="168"/>
                  <ns1:pt x="152" y="168"/>
                </ns1:cubicBezTo>
                <ns1:cubicBezTo>
                  <ns1:pt x="24" y="168"/>
                  <ns1:pt x="24" y="168"/>
                  <ns1:pt x="24" y="168"/>
                </ns1:cubicBezTo>
                <ns1:cubicBezTo>
                  <ns1:pt x="24" y="72"/>
                  <ns1:pt x="24" y="72"/>
                  <ns1:pt x="24" y="72"/>
                </ns1:cubicBezTo>
                <ns1:cubicBezTo>
                  <ns1:pt x="72" y="72"/>
                  <ns1:pt x="72" y="72"/>
                  <ns1:pt x="72" y="72"/>
                </ns1:cubicBezTo>
                <ns1:cubicBezTo>
                  <ns1:pt x="74" y="72"/>
                  <ns1:pt x="76" y="70"/>
                  <ns1:pt x="76" y="68"/>
                </ns1:cubicBezTo>
                <ns1:cubicBezTo>
                  <ns1:pt x="76" y="66"/>
                  <ns1:pt x="74" y="64"/>
                  <ns1:pt x="72" y="64"/>
                </ns1:cubicBezTo>
                <ns1:cubicBezTo>
                  <ns1:pt x="8" y="64"/>
                  <ns1:pt x="8" y="64"/>
                  <ns1:pt x="8" y="64"/>
                </ns1:cubicBezTo>
                <ns1:cubicBezTo>
                  <ns1:pt x="8" y="48"/>
                  <ns1:pt x="8" y="48"/>
                  <ns1:pt x="8" y="48"/>
                </ns1:cubicBezTo>
                <ns1:cubicBezTo>
                  <ns1:pt x="72" y="48"/>
                  <ns1:pt x="72" y="48"/>
                  <ns1:pt x="72" y="48"/>
                </ns1:cubicBezTo>
                <ns1:cubicBezTo>
                  <ns1:pt x="74" y="48"/>
                  <ns1:pt x="76" y="46"/>
                  <ns1:pt x="76" y="44"/>
                </ns1:cubicBezTo>
                <ns1:cubicBezTo>
                  <ns1:pt x="76" y="42"/>
                  <ns1:pt x="74" y="40"/>
                  <ns1:pt x="72" y="40"/>
                </ns1:cubicBezTo>
                <ns1:cubicBezTo>
                  <ns1:pt x="8" y="40"/>
                  <ns1:pt x="8" y="40"/>
                  <ns1:pt x="8" y="40"/>
                </ns1:cubicBezTo>
                <ns1:cubicBezTo>
                  <ns1:pt x="4" y="40"/>
                  <ns1:pt x="0" y="44"/>
                  <ns1:pt x="0" y="48"/>
                </ns1:cubicBezTo>
                <ns1:cubicBezTo>
                  <ns1:pt x="0" y="64"/>
                  <ns1:pt x="0" y="64"/>
                  <ns1:pt x="0" y="64"/>
                </ns1:cubicBezTo>
                <ns1:cubicBezTo>
                  <ns1:pt x="0" y="68"/>
                  <ns1:pt x="4" y="72"/>
                  <ns1:pt x="8" y="72"/>
                </ns1:cubicBezTo>
                <ns1:cubicBezTo>
                  <ns1:pt x="16" y="72"/>
                  <ns1:pt x="16" y="72"/>
                  <ns1:pt x="16" y="72"/>
                </ns1:cubicBezTo>
                <ns1:cubicBezTo>
                  <ns1:pt x="16" y="168"/>
                  <ns1:pt x="16" y="168"/>
                  <ns1:pt x="16" y="168"/>
                </ns1:cubicBezTo>
                <ns1:cubicBezTo>
                  <ns1:pt x="16" y="172"/>
                  <ns1:pt x="20" y="176"/>
                  <ns1:pt x="24" y="176"/>
                </ns1:cubicBezTo>
                <ns1:cubicBezTo>
                  <ns1:pt x="152" y="176"/>
                  <ns1:pt x="152" y="176"/>
                  <ns1:pt x="152" y="176"/>
                </ns1:cubicBezTo>
                <ns1:cubicBezTo>
                  <ns1:pt x="156" y="176"/>
                  <ns1:pt x="160" y="172"/>
                  <ns1:pt x="160" y="168"/>
                </ns1:cubicBezTo>
                <ns1:cubicBezTo>
                  <ns1:pt x="160" y="72"/>
                  <ns1:pt x="160" y="72"/>
                  <ns1:pt x="160" y="72"/>
                </ns1:cubicBezTo>
                <ns1:cubicBezTo>
                  <ns1:pt x="168" y="72"/>
                  <ns1:pt x="168" y="72"/>
                  <ns1:pt x="168" y="72"/>
                </ns1:cubicBezTo>
                <ns1:cubicBezTo>
                  <ns1:pt x="172" y="72"/>
                  <ns1:pt x="176" y="68"/>
                  <ns1:pt x="176" y="64"/>
                </ns1:cubicBezTo>
                <ns1:cubicBezTo>
                  <ns1:pt x="176" y="48"/>
                  <ns1:pt x="176" y="48"/>
                  <ns1:pt x="176" y="48"/>
                </ns1:cubicBezTo>
                <ns1:cubicBezTo>
                  <ns1:pt x="176" y="44"/>
                  <ns1:pt x="172" y="40"/>
                  <ns1:pt x="168" y="40"/>
                </ns1:cubicBezTo>
              </ns1:path>
            </ns1:pathLst>
          </ns1:custGeom>
          <ns1:solidFill>
            <ns1:schemeClr val="tx1"/>
          </ns1:solidFill>
          <ns1:ln>
            <ns1:noFill/>
          </ns1:ln>
          <ns1:extLst/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en-US" sz="2700"/>
          </ns1:p>
        </ns0:txBody>
      </ns0:sp>
      <ns0:sp>
        <ns0:nvSpPr>
          <ns0:cNvPr id="54" name="Freeform 48"/>
          <ns0:cNvSpPr>
            <ns1:spLocks noEditPoints="1"/>
          </ns0:cNvSpPr>
          <ns0:nvPr/>
        </ns0:nvSpPr>
        <ns0:spPr bwMode="auto">
          <ns1:xfrm>
            <ns1:off x="5630864" y="2657477"/>
            <ns1:ext cx="320675" cy="320675"/>
          </ns1:xfrm>
          <ns1:custGeom>
            <ns1:avLst/>
            <ns1:gdLst>
              <ns1:gd name="T0" fmla="*/ 112 w 176"/>
              <ns1:gd name="T1" fmla="*/ 120 h 176"/>
              <ns1:gd name="T2" fmla="*/ 120 w 176"/>
              <ns1:gd name="T3" fmla="*/ 104 h 176"/>
              <ns1:gd name="T4" fmla="*/ 64 w 176"/>
              <ns1:gd name="T5" fmla="*/ 96 h 176"/>
              <ns1:gd name="T6" fmla="*/ 56 w 176"/>
              <ns1:gd name="T7" fmla="*/ 112 h 176"/>
              <ns1:gd name="T8" fmla="*/ 64 w 176"/>
              <ns1:gd name="T9" fmla="*/ 104 h 176"/>
              <ns1:gd name="T10" fmla="*/ 112 w 176"/>
              <ns1:gd name="T11" fmla="*/ 112 h 176"/>
              <ns1:gd name="T12" fmla="*/ 64 w 176"/>
              <ns1:gd name="T13" fmla="*/ 104 h 176"/>
              <ns1:gd name="T14" fmla="*/ 152 w 176"/>
              <ns1:gd name="T15" fmla="*/ 48 h 176"/>
              <ns1:gd name="T16" fmla="*/ 144 w 176"/>
              <ns1:gd name="T17" fmla="*/ 8 h 176"/>
              <ns1:gd name="T18" fmla="*/ 104 w 176"/>
              <ns1:gd name="T19" fmla="*/ 0 h 176"/>
              <ns1:gd name="T20" fmla="*/ 24 w 176"/>
              <ns1:gd name="T21" fmla="*/ 8 h 176"/>
              <ns1:gd name="T22" fmla="*/ 8 w 176"/>
              <ns1:gd name="T23" fmla="*/ 48 h 176"/>
              <ns1:gd name="T24" fmla="*/ 0 w 176"/>
              <ns1:gd name="T25" fmla="*/ 72 h 176"/>
              <ns1:gd name="T26" fmla="*/ 16 w 176"/>
              <ns1:gd name="T27" fmla="*/ 80 h 176"/>
              <ns1:gd name="T28" fmla="*/ 24 w 176"/>
              <ns1:gd name="T29" fmla="*/ 176 h 176"/>
              <ns1:gd name="T30" fmla="*/ 160 w 176"/>
              <ns1:gd name="T31" fmla="*/ 168 h 176"/>
              <ns1:gd name="T32" fmla="*/ 168 w 176"/>
              <ns1:gd name="T33" fmla="*/ 80 h 176"/>
              <ns1:gd name="T34" fmla="*/ 176 w 176"/>
              <ns1:gd name="T35" fmla="*/ 56 h 176"/>
              <ns1:gd name="T36" fmla="*/ 144 w 176"/>
              <ns1:gd name="T37" fmla="*/ 16 h 176"/>
              <ns1:gd name="T38" fmla="*/ 128 w 176"/>
              <ns1:gd name="T39" fmla="*/ 48 h 176"/>
              <ns1:gd name="T40" fmla="*/ 120 w 176"/>
              <ns1:gd name="T41" fmla="*/ 16 h 176"/>
              <ns1:gd name="T42" fmla="*/ 104 w 176"/>
              <ns1:gd name="T43" fmla="*/ 12 h 176"/>
              <ns1:gd name="T44" fmla="*/ 104 w 176"/>
              <ns1:gd name="T45" fmla="*/ 24 h 176"/>
              <ns1:gd name="T46" fmla="*/ 32 w 176"/>
              <ns1:gd name="T47" fmla="*/ 8 h 176"/>
              <ns1:gd name="T48" fmla="*/ 96 w 176"/>
              <ns1:gd name="T49" fmla="*/ 28 h 176"/>
              <ns1:gd name="T50" fmla="*/ 120 w 176"/>
              <ns1:gd name="T51" fmla="*/ 32 h 176"/>
              <ns1:gd name="T52" fmla="*/ 32 w 176"/>
              <ns1:gd name="T53" fmla="*/ 48 h 176"/>
              <ns1:gd name="T54" fmla="*/ 152 w 176"/>
              <ns1:gd name="T55" fmla="*/ 168 h 176"/>
              <ns1:gd name="T56" fmla="*/ 24 w 176"/>
              <ns1:gd name="T57" fmla="*/ 80 h 176"/>
              <ns1:gd name="T58" fmla="*/ 152 w 176"/>
              <ns1:gd name="T59" fmla="*/ 168 h 176"/>
              <ns1:gd name="T60" fmla="*/ 8 w 176"/>
              <ns1:gd name="T61" fmla="*/ 72 h 176"/>
              <ns1:gd name="T62" fmla="*/ 168 w 176"/>
              <ns1:gd name="T63" fmla="*/ 56 h 176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  <ns1:cxn ang="0">
                <ns1:pos x="T32" y="T33"/>
              </ns1:cxn>
              <ns1:cxn ang="0">
                <ns1:pos x="T34" y="T35"/>
              </ns1:cxn>
              <ns1:cxn ang="0">
                <ns1:pos x="T36" y="T37"/>
              </ns1:cxn>
              <ns1:cxn ang="0">
                <ns1:pos x="T38" y="T39"/>
              </ns1:cxn>
              <ns1:cxn ang="0">
                <ns1:pos x="T40" y="T41"/>
              </ns1:cxn>
              <ns1:cxn ang="0">
                <ns1:pos x="T42" y="T43"/>
              </ns1:cxn>
              <ns1:cxn ang="0">
                <ns1:pos x="T44" y="T45"/>
              </ns1:cxn>
              <ns1:cxn ang="0">
                <ns1:pos x="T46" y="T47"/>
              </ns1:cxn>
              <ns1:cxn ang="0">
                <ns1:pos x="T48" y="T49"/>
              </ns1:cxn>
              <ns1:cxn ang="0">
                <ns1:pos x="T50" y="T51"/>
              </ns1:cxn>
              <ns1:cxn ang="0">
                <ns1:pos x="T52" y="T53"/>
              </ns1:cxn>
              <ns1:cxn ang="0">
                <ns1:pos x="T54" y="T55"/>
              </ns1:cxn>
              <ns1:cxn ang="0">
                <ns1:pos x="T56" y="T57"/>
              </ns1:cxn>
              <ns1:cxn ang="0">
                <ns1:pos x="T58" y="T59"/>
              </ns1:cxn>
              <ns1:cxn ang="0">
                <ns1:pos x="T60" y="T61"/>
              </ns1:cxn>
              <ns1:cxn ang="0">
                <ns1:pos x="T62" y="T63"/>
              </ns1:cxn>
            </ns1:cxnLst>
            <ns1:rect l="0" t="0" r="r" b="b"/>
            <ns1:pathLst>
              <ns1:path w="176" h="176">
                <ns1:moveTo>
                  <ns1:pt x="64" y="120"/>
                </ns1:moveTo>
                <ns1:cubicBezTo>
                  <ns1:pt x="112" y="120"/>
                  <ns1:pt x="112" y="120"/>
                  <ns1:pt x="112" y="120"/>
                </ns1:cubicBezTo>
                <ns1:cubicBezTo>
                  <ns1:pt x="116" y="120"/>
                  <ns1:pt x="120" y="116"/>
                  <ns1:pt x="120" y="112"/>
                </ns1:cubicBezTo>
                <ns1:cubicBezTo>
                  <ns1:pt x="120" y="104"/>
                  <ns1:pt x="120" y="104"/>
                  <ns1:pt x="120" y="104"/>
                </ns1:cubicBezTo>
                <ns1:cubicBezTo>
                  <ns1:pt x="120" y="100"/>
                  <ns1:pt x="116" y="96"/>
                  <ns1:pt x="112" y="96"/>
                </ns1:cubicBezTo>
                <ns1:cubicBezTo>
                  <ns1:pt x="64" y="96"/>
                  <ns1:pt x="64" y="96"/>
                  <ns1:pt x="64" y="96"/>
                </ns1:cubicBezTo>
                <ns1:cubicBezTo>
                  <ns1:pt x="60" y="96"/>
                  <ns1:pt x="56" y="100"/>
                  <ns1:pt x="56" y="104"/>
                </ns1:cubicBezTo>
                <ns1:cubicBezTo>
                  <ns1:pt x="56" y="112"/>
                  <ns1:pt x="56" y="112"/>
                  <ns1:pt x="56" y="112"/>
                </ns1:cubicBezTo>
                <ns1:cubicBezTo>
                  <ns1:pt x="56" y="116"/>
                  <ns1:pt x="60" y="120"/>
                  <ns1:pt x="64" y="120"/>
                </ns1:cubicBezTo>
                <ns1:moveTo>
                  <ns1:pt x="64" y="104"/>
                </ns1:moveTo>
                <ns1:cubicBezTo>
                  <ns1:pt x="112" y="104"/>
                  <ns1:pt x="112" y="104"/>
                  <ns1:pt x="112" y="104"/>
                </ns1:cubicBezTo>
                <ns1:cubicBezTo>
                  <ns1:pt x="112" y="112"/>
                  <ns1:pt x="112" y="112"/>
                  <ns1:pt x="112" y="112"/>
                </ns1:cubicBezTo>
                <ns1:cubicBezTo>
                  <ns1:pt x="64" y="112"/>
                  <ns1:pt x="64" y="112"/>
                  <ns1:pt x="64" y="112"/>
                </ns1:cubicBezTo>
                <ns1:lnTo>
                  <ns1:pt x="64" y="104"/>
                </ns1:lnTo>
                <ns1:close/>
                <ns1:moveTo>
                  <ns1:pt x="168" y="48"/>
                </ns1:moveTo>
                <ns1:cubicBezTo>
                  <ns1:pt x="152" y="48"/>
                  <ns1:pt x="152" y="48"/>
                  <ns1:pt x="152" y="48"/>
                </ns1:cubicBezTo>
                <ns1:cubicBezTo>
                  <ns1:pt x="152" y="16"/>
                  <ns1:pt x="152" y="16"/>
                  <ns1:pt x="152" y="16"/>
                </ns1:cubicBezTo>
                <ns1:cubicBezTo>
                  <ns1:pt x="152" y="12"/>
                  <ns1:pt x="148" y="8"/>
                  <ns1:pt x="144" y="8"/>
                </ns1:cubicBezTo>
                <ns1:cubicBezTo>
                  <ns1:pt x="112" y="8"/>
                  <ns1:pt x="112" y="8"/>
                  <ns1:pt x="112" y="8"/>
                </ns1:cubicBezTo>
                <ns1:cubicBezTo>
                  <ns1:pt x="104" y="0"/>
                  <ns1:pt x="104" y="0"/>
                  <ns1:pt x="104" y="0"/>
                </ns1:cubicBezTo>
                <ns1:cubicBezTo>
                  <ns1:pt x="32" y="0"/>
                  <ns1:pt x="32" y="0"/>
                  <ns1:pt x="32" y="0"/>
                </ns1:cubicBezTo>
                <ns1:cubicBezTo>
                  <ns1:pt x="28" y="0"/>
                  <ns1:pt x="24" y="4"/>
                  <ns1:pt x="24" y="8"/>
                </ns1:cubicBezTo>
                <ns1:cubicBezTo>
                  <ns1:pt x="24" y="48"/>
                  <ns1:pt x="24" y="48"/>
                  <ns1:pt x="24" y="48"/>
                </ns1:cubicBezTo>
                <ns1:cubicBezTo>
                  <ns1:pt x="8" y="48"/>
                  <ns1:pt x="8" y="48"/>
                  <ns1:pt x="8" y="48"/>
                </ns1:cubicBezTo>
                <ns1:cubicBezTo>
                  <ns1:pt x="4" y="48"/>
                  <ns1:pt x="0" y="52"/>
                  <ns1:pt x="0" y="56"/>
                </ns1:cubicBezTo>
                <ns1:cubicBezTo>
                  <ns1:pt x="0" y="72"/>
                  <ns1:pt x="0" y="72"/>
                  <ns1:pt x="0" y="72"/>
                </ns1:cubicBezTo>
                <ns1:cubicBezTo>
                  <ns1:pt x="0" y="76"/>
                  <ns1:pt x="4" y="80"/>
                  <ns1:pt x="8" y="80"/>
                </ns1:cubicBezTo>
                <ns1:cubicBezTo>
                  <ns1:pt x="16" y="80"/>
                  <ns1:pt x="16" y="80"/>
                  <ns1:pt x="16" y="80"/>
                </ns1:cubicBezTo>
                <ns1:cubicBezTo>
                  <ns1:pt x="16" y="168"/>
                  <ns1:pt x="16" y="168"/>
                  <ns1:pt x="16" y="168"/>
                </ns1:cubicBezTo>
                <ns1:cubicBezTo>
                  <ns1:pt x="16" y="172"/>
                  <ns1:pt x="20" y="176"/>
                  <ns1:pt x="24" y="176"/>
                </ns1:cubicBezTo>
                <ns1:cubicBezTo>
                  <ns1:pt x="152" y="176"/>
                  <ns1:pt x="152" y="176"/>
                  <ns1:pt x="152" y="176"/>
                </ns1:cubicBezTo>
                <ns1:cubicBezTo>
                  <ns1:pt x="156" y="176"/>
                  <ns1:pt x="160" y="172"/>
                  <ns1:pt x="160" y="168"/>
                </ns1:cubicBezTo>
                <ns1:cubicBezTo>
                  <ns1:pt x="160" y="80"/>
                  <ns1:pt x="160" y="80"/>
                  <ns1:pt x="160" y="80"/>
                </ns1:cubicBezTo>
                <ns1:cubicBezTo>
                  <ns1:pt x="168" y="80"/>
                  <ns1:pt x="168" y="80"/>
                  <ns1:pt x="168" y="80"/>
                </ns1:cubicBezTo>
                <ns1:cubicBezTo>
                  <ns1:pt x="172" y="80"/>
                  <ns1:pt x="176" y="76"/>
                  <ns1:pt x="176" y="72"/>
                </ns1:cubicBezTo>
                <ns1:cubicBezTo>
                  <ns1:pt x="176" y="56"/>
                  <ns1:pt x="176" y="56"/>
                  <ns1:pt x="176" y="56"/>
                </ns1:cubicBezTo>
                <ns1:cubicBezTo>
                  <ns1:pt x="176" y="52"/>
                  <ns1:pt x="172" y="48"/>
                  <ns1:pt x="168" y="48"/>
                </ns1:cubicBezTo>
                <ns1:moveTo>
                  <ns1:pt x="144" y="16"/>
                </ns1:moveTo>
                <ns1:cubicBezTo>
                  <ns1:pt x="144" y="48"/>
                  <ns1:pt x="144" y="48"/>
                  <ns1:pt x="144" y="48"/>
                </ns1:cubicBezTo>
                <ns1:cubicBezTo>
                  <ns1:pt x="128" y="48"/>
                  <ns1:pt x="128" y="48"/>
                  <ns1:pt x="128" y="48"/>
                </ns1:cubicBezTo>
                <ns1:cubicBezTo>
                  <ns1:pt x="128" y="24"/>
                  <ns1:pt x="128" y="24"/>
                  <ns1:pt x="128" y="24"/>
                </ns1:cubicBezTo>
                <ns1:cubicBezTo>
                  <ns1:pt x="120" y="16"/>
                  <ns1:pt x="120" y="16"/>
                  <ns1:pt x="120" y="16"/>
                </ns1:cubicBezTo>
                <ns1:lnTo>
                  <ns1:pt x="144" y="16"/>
                </ns1:lnTo>
                <ns1:close/>
                <ns1:moveTo>
                  <ns1:pt x="104" y="12"/>
                </ns1:moveTo>
                <ns1:cubicBezTo>
                  <ns1:pt x="116" y="24"/>
                  <ns1:pt x="116" y="24"/>
                  <ns1:pt x="116" y="24"/>
                </ns1:cubicBezTo>
                <ns1:cubicBezTo>
                  <ns1:pt x="104" y="24"/>
                  <ns1:pt x="104" y="24"/>
                  <ns1:pt x="104" y="24"/>
                </ns1:cubicBezTo>
                <ns1:lnTo>
                  <ns1:pt x="104" y="12"/>
                </ns1:lnTo>
                <ns1:close/>
                <ns1:moveTo>
                  <ns1:pt x="32" y="8"/>
                </ns1:moveTo>
                <ns1:cubicBezTo>
                  <ns1:pt x="96" y="8"/>
                  <ns1:pt x="96" y="8"/>
                  <ns1:pt x="96" y="8"/>
                </ns1:cubicBezTo>
                <ns1:cubicBezTo>
                  <ns1:pt x="96" y="28"/>
                  <ns1:pt x="96" y="28"/>
                  <ns1:pt x="96" y="28"/>
                </ns1:cubicBezTo>
                <ns1:cubicBezTo>
                  <ns1:pt x="96" y="30"/>
                  <ns1:pt x="98" y="32"/>
                  <ns1:pt x="100" y="32"/>
                </ns1:cubicBezTo>
                <ns1:cubicBezTo>
                  <ns1:pt x="120" y="32"/>
                  <ns1:pt x="120" y="32"/>
                  <ns1:pt x="120" y="32"/>
                </ns1:cubicBezTo>
                <ns1:cubicBezTo>
                  <ns1:pt x="120" y="48"/>
                  <ns1:pt x="120" y="48"/>
                  <ns1:pt x="120" y="48"/>
                </ns1:cubicBezTo>
                <ns1:cubicBezTo>
                  <ns1:pt x="32" y="48"/>
                  <ns1:pt x="32" y="48"/>
                  <ns1:pt x="32" y="48"/>
                </ns1:cubicBezTo>
                <ns1:lnTo>
                  <ns1:pt x="32" y="8"/>
                </ns1:lnTo>
                <ns1:close/>
                <ns1:moveTo>
                  <ns1:pt x="152" y="168"/>
                </ns1:moveTo>
                <ns1:cubicBezTo>
                  <ns1:pt x="24" y="168"/>
                  <ns1:pt x="24" y="168"/>
                  <ns1:pt x="24" y="168"/>
                </ns1:cubicBezTo>
                <ns1:cubicBezTo>
                  <ns1:pt x="24" y="80"/>
                  <ns1:pt x="24" y="80"/>
                  <ns1:pt x="24" y="80"/>
                </ns1:cubicBezTo>
                <ns1:cubicBezTo>
                  <ns1:pt x="152" y="80"/>
                  <ns1:pt x="152" y="80"/>
                  <ns1:pt x="152" y="80"/>
                </ns1:cubicBezTo>
                <ns1:lnTo>
                  <ns1:pt x="152" y="168"/>
                </ns1:lnTo>
                <ns1:close/>
                <ns1:moveTo>
                  <ns1:pt x="168" y="72"/>
                </ns1:moveTo>
                <ns1:cubicBezTo>
                  <ns1:pt x="8" y="72"/>
                  <ns1:pt x="8" y="72"/>
                  <ns1:pt x="8" y="72"/>
                </ns1:cubicBezTo>
                <ns1:cubicBezTo>
                  <ns1:pt x="8" y="56"/>
                  <ns1:pt x="8" y="56"/>
                  <ns1:pt x="8" y="56"/>
                </ns1:cubicBezTo>
                <ns1:cubicBezTo>
                  <ns1:pt x="168" y="56"/>
                  <ns1:pt x="168" y="56"/>
                  <ns1:pt x="168" y="56"/>
                </ns1:cubicBezTo>
                <ns1:lnTo>
                  <ns1:pt x="168" y="72"/>
                </ns1:lnTo>
                <ns1:close/>
              </ns1:path>
            </ns1:pathLst>
          </ns1:custGeom>
          <ns1:solidFill>
            <ns1:schemeClr val="tx1"/>
          </ns1:solidFill>
          <ns1:ln>
            <ns1:noFill/>
          </ns1:ln>
          <ns1:extLst/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en-US" sz="2700"/>
          </ns1:p>
        </ns0:txBody>
      </ns0:sp>
      <ns0:sp>
        <ns0:nvSpPr>
          <ns0:cNvPr id="55" name="Freeform 49"/>
          <ns0:cNvSpPr>
            <ns1:spLocks noEditPoints="1"/>
          </ns0:cNvSpPr>
          <ns0:nvPr/>
        </ns0:nvSpPr>
        <ns0:spPr bwMode="auto">
          <ns1:xfrm>
            <ns1:off x="6242051" y="2660651"/>
            <ns1:ext cx="320675" cy="317500"/>
          </ns1:xfrm>
          <ns1:custGeom>
            <ns1:avLst/>
            <ns1:gdLst>
              <ns1:gd name="T0" fmla="*/ 112 w 176"/>
              <ns1:gd name="T1" fmla="*/ 118 h 174"/>
              <ns1:gd name="T2" fmla="*/ 120 w 176"/>
              <ns1:gd name="T3" fmla="*/ 102 h 174"/>
              <ns1:gd name="T4" fmla="*/ 64 w 176"/>
              <ns1:gd name="T5" fmla="*/ 94 h 174"/>
              <ns1:gd name="T6" fmla="*/ 56 w 176"/>
              <ns1:gd name="T7" fmla="*/ 110 h 174"/>
              <ns1:gd name="T8" fmla="*/ 64 w 176"/>
              <ns1:gd name="T9" fmla="*/ 102 h 174"/>
              <ns1:gd name="T10" fmla="*/ 112 w 176"/>
              <ns1:gd name="T11" fmla="*/ 110 h 174"/>
              <ns1:gd name="T12" fmla="*/ 64 w 176"/>
              <ns1:gd name="T13" fmla="*/ 102 h 174"/>
              <ns1:gd name="T14" fmla="*/ 152 w 176"/>
              <ns1:gd name="T15" fmla="*/ 46 h 174"/>
              <ns1:gd name="T16" fmla="*/ 128 w 176"/>
              <ns1:gd name="T17" fmla="*/ 17 h 174"/>
              <ns1:gd name="T18" fmla="*/ 70 w 176"/>
              <ns1:gd name="T19" fmla="*/ 4 h 174"/>
              <ns1:gd name="T20" fmla="*/ 28 w 176"/>
              <ns1:gd name="T21" fmla="*/ 46 h 174"/>
              <ns1:gd name="T22" fmla="*/ 0 w 176"/>
              <ns1:gd name="T23" fmla="*/ 54 h 174"/>
              <ns1:gd name="T24" fmla="*/ 8 w 176"/>
              <ns1:gd name="T25" fmla="*/ 78 h 174"/>
              <ns1:gd name="T26" fmla="*/ 16 w 176"/>
              <ns1:gd name="T27" fmla="*/ 166 h 174"/>
              <ns1:gd name="T28" fmla="*/ 152 w 176"/>
              <ns1:gd name="T29" fmla="*/ 174 h 174"/>
              <ns1:gd name="T30" fmla="*/ 160 w 176"/>
              <ns1:gd name="T31" fmla="*/ 78 h 174"/>
              <ns1:gd name="T32" fmla="*/ 176 w 176"/>
              <ns1:gd name="T33" fmla="*/ 70 h 174"/>
              <ns1:gd name="T34" fmla="*/ 168 w 176"/>
              <ns1:gd name="T35" fmla="*/ 46 h 174"/>
              <ns1:gd name="T36" fmla="*/ 140 w 176"/>
              <ns1:gd name="T37" fmla="*/ 30 h 174"/>
              <ns1:gd name="T38" fmla="*/ 143 w 176"/>
              <ns1:gd name="T39" fmla="*/ 46 h 174"/>
              <ns1:gd name="T40" fmla="*/ 134 w 176"/>
              <ns1:gd name="T41" fmla="*/ 40 h 174"/>
              <ns1:gd name="T42" fmla="*/ 124 w 176"/>
              <ns1:gd name="T43" fmla="*/ 34 h 174"/>
              <ns1:gd name="T44" fmla="*/ 115 w 176"/>
              <ns1:gd name="T45" fmla="*/ 30 h 174"/>
              <ns1:gd name="T46" fmla="*/ 130 w 176"/>
              <ns1:gd name="T47" fmla="*/ 24 h 174"/>
              <ns1:gd name="T48" fmla="*/ 74 w 176"/>
              <ns1:gd name="T49" fmla="*/ 46 h 174"/>
              <ns1:gd name="T50" fmla="*/ 127 w 176"/>
              <ns1:gd name="T51" fmla="*/ 46 h 174"/>
              <ns1:gd name="T52" fmla="*/ 66 w 176"/>
              <ns1:gd name="T53" fmla="*/ 11 h 174"/>
              <ns1:gd name="T54" fmla="*/ 65 w 176"/>
              <ns1:gd name="T55" fmla="*/ 46 h 174"/>
              <ns1:gd name="T56" fmla="*/ 46 w 176"/>
              <ns1:gd name="T57" fmla="*/ 46 h 174"/>
              <ns1:gd name="T58" fmla="*/ 37 w 176"/>
              <ns1:gd name="T59" fmla="*/ 46 h 174"/>
              <ns1:gd name="T60" fmla="*/ 152 w 176"/>
              <ns1:gd name="T61" fmla="*/ 166 h 174"/>
              <ns1:gd name="T62" fmla="*/ 24 w 176"/>
              <ns1:gd name="T63" fmla="*/ 78 h 174"/>
              <ns1:gd name="T64" fmla="*/ 152 w 176"/>
              <ns1:gd name="T65" fmla="*/ 166 h 174"/>
              <ns1:gd name="T66" fmla="*/ 8 w 176"/>
              <ns1:gd name="T67" fmla="*/ 70 h 174"/>
              <ns1:gd name="T68" fmla="*/ 168 w 176"/>
              <ns1:gd name="T69" fmla="*/ 54 h 174"/>
              <ns1:gd name="T70" fmla="*/ 69 w 176"/>
              <ns1:gd name="T71" fmla="*/ 22 h 174"/>
              <ns1:gd name="T72" fmla="*/ 58 w 176"/>
              <ns1:gd name="T73" fmla="*/ 25 h 174"/>
              <ns1:gd name="T74" fmla="*/ 69 w 176"/>
              <ns1:gd name="T75" fmla="*/ 22 h 174"/>
              <ns1:gd name="T76" fmla="*/ 54 w 176"/>
              <ns1:gd name="T77" fmla="*/ 32 h 174"/>
              <ns1:gd name="T78" fmla="*/ 57 w 176"/>
              <ns1:gd name="T79" fmla="*/ 43 h 174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  <ns1:cxn ang="0">
                <ns1:pos x="T32" y="T33"/>
              </ns1:cxn>
              <ns1:cxn ang="0">
                <ns1:pos x="T34" y="T35"/>
              </ns1:cxn>
              <ns1:cxn ang="0">
                <ns1:pos x="T36" y="T37"/>
              </ns1:cxn>
              <ns1:cxn ang="0">
                <ns1:pos x="T38" y="T39"/>
              </ns1:cxn>
              <ns1:cxn ang="0">
                <ns1:pos x="T40" y="T41"/>
              </ns1:cxn>
              <ns1:cxn ang="0">
                <ns1:pos x="T42" y="T43"/>
              </ns1:cxn>
              <ns1:cxn ang="0">
                <ns1:pos x="T44" y="T45"/>
              </ns1:cxn>
              <ns1:cxn ang="0">
                <ns1:pos x="T46" y="T47"/>
              </ns1:cxn>
              <ns1:cxn ang="0">
                <ns1:pos x="T48" y="T49"/>
              </ns1:cxn>
              <ns1:cxn ang="0">
                <ns1:pos x="T50" y="T51"/>
              </ns1:cxn>
              <ns1:cxn ang="0">
                <ns1:pos x="T52" y="T53"/>
              </ns1:cxn>
              <ns1:cxn ang="0">
                <ns1:pos x="T54" y="T55"/>
              </ns1:cxn>
              <ns1:cxn ang="0">
                <ns1:pos x="T56" y="T57"/>
              </ns1:cxn>
              <ns1:cxn ang="0">
                <ns1:pos x="T58" y="T59"/>
              </ns1:cxn>
              <ns1:cxn ang="0">
                <ns1:pos x="T60" y="T61"/>
              </ns1:cxn>
              <ns1:cxn ang="0">
                <ns1:pos x="T62" y="T63"/>
              </ns1:cxn>
              <ns1:cxn ang="0">
                <ns1:pos x="T64" y="T65"/>
              </ns1:cxn>
              <ns1:cxn ang="0">
                <ns1:pos x="T66" y="T67"/>
              </ns1:cxn>
              <ns1:cxn ang="0">
                <ns1:pos x="T68" y="T69"/>
              </ns1:cxn>
              <ns1:cxn ang="0">
                <ns1:pos x="T70" y="T71"/>
              </ns1:cxn>
              <ns1:cxn ang="0">
                <ns1:pos x="T72" y="T73"/>
              </ns1:cxn>
              <ns1:cxn ang="0">
                <ns1:pos x="T74" y="T75"/>
              </ns1:cxn>
              <ns1:cxn ang="0">
                <ns1:pos x="T76" y="T77"/>
              </ns1:cxn>
              <ns1:cxn ang="0">
                <ns1:pos x="T78" y="T79"/>
              </ns1:cxn>
            </ns1:cxnLst>
            <ns1:rect l="0" t="0" r="r" b="b"/>
            <ns1:pathLst>
              <ns1:path w="176" h="174">
                <ns1:moveTo>
                  <ns1:pt x="64" y="118"/>
                </ns1:moveTo>
                <ns1:cubicBezTo>
                  <ns1:pt x="112" y="118"/>
                  <ns1:pt x="112" y="118"/>
                  <ns1:pt x="112" y="118"/>
                </ns1:cubicBezTo>
                <ns1:cubicBezTo>
                  <ns1:pt x="116" y="118"/>
                  <ns1:pt x="120" y="114"/>
                  <ns1:pt x="120" y="110"/>
                </ns1:cubicBezTo>
                <ns1:cubicBezTo>
                  <ns1:pt x="120" y="102"/>
                  <ns1:pt x="120" y="102"/>
                  <ns1:pt x="120" y="102"/>
                </ns1:cubicBezTo>
                <ns1:cubicBezTo>
                  <ns1:pt x="120" y="98"/>
                  <ns1:pt x="116" y="94"/>
                  <ns1:pt x="112" y="94"/>
                </ns1:cubicBezTo>
                <ns1:cubicBezTo>
                  <ns1:pt x="64" y="94"/>
                  <ns1:pt x="64" y="94"/>
                  <ns1:pt x="64" y="94"/>
                </ns1:cubicBezTo>
                <ns1:cubicBezTo>
                  <ns1:pt x="60" y="94"/>
                  <ns1:pt x="56" y="98"/>
                  <ns1:pt x="56" y="102"/>
                </ns1:cubicBezTo>
                <ns1:cubicBezTo>
                  <ns1:pt x="56" y="110"/>
                  <ns1:pt x="56" y="110"/>
                  <ns1:pt x="56" y="110"/>
                </ns1:cubicBezTo>
                <ns1:cubicBezTo>
                  <ns1:pt x="56" y="114"/>
                  <ns1:pt x="60" y="118"/>
                  <ns1:pt x="64" y="118"/>
                </ns1:cubicBezTo>
                <ns1:moveTo>
                  <ns1:pt x="64" y="102"/>
                </ns1:moveTo>
                <ns1:cubicBezTo>
                  <ns1:pt x="112" y="102"/>
                  <ns1:pt x="112" y="102"/>
                  <ns1:pt x="112" y="102"/>
                </ns1:cubicBezTo>
                <ns1:cubicBezTo>
                  <ns1:pt x="112" y="110"/>
                  <ns1:pt x="112" y="110"/>
                  <ns1:pt x="112" y="110"/>
                </ns1:cubicBezTo>
                <ns1:cubicBezTo>
                  <ns1:pt x="64" y="110"/>
                  <ns1:pt x="64" y="110"/>
                  <ns1:pt x="64" y="110"/>
                </ns1:cubicBezTo>
                <ns1:lnTo>
                  <ns1:pt x="64" y="102"/>
                </ns1:lnTo>
                <ns1:close/>
                <ns1:moveTo>
                  <ns1:pt x="168" y="46"/>
                </ns1:moveTo>
                <ns1:cubicBezTo>
                  <ns1:pt x="152" y="46"/>
                  <ns1:pt x="152" y="46"/>
                  <ns1:pt x="152" y="46"/>
                </ns1:cubicBezTo>
                <ns1:cubicBezTo>
                  <ns1:pt x="147" y="28"/>
                  <ns1:pt x="147" y="28"/>
                  <ns1:pt x="147" y="28"/>
                </ns1:cubicBezTo>
                <ns1:cubicBezTo>
                  <ns1:pt x="145" y="19"/>
                  <ns1:pt x="136" y="14"/>
                  <ns1:pt x="128" y="17"/>
                </ns1:cubicBezTo>
                <ns1:cubicBezTo>
                  <ns1:pt x="103" y="23"/>
                  <ns1:pt x="103" y="23"/>
                  <ns1:pt x="103" y="23"/>
                </ns1:cubicBezTo>
                <ns1:cubicBezTo>
                  <ns1:pt x="70" y="4"/>
                  <ns1:pt x="70" y="4"/>
                  <ns1:pt x="70" y="4"/>
                </ns1:cubicBezTo>
                <ns1:cubicBezTo>
                  <ns1:pt x="63" y="0"/>
                  <ns1:pt x="53" y="2"/>
                  <ns1:pt x="49" y="10"/>
                </ns1:cubicBezTo>
                <ns1:cubicBezTo>
                  <ns1:pt x="28" y="46"/>
                  <ns1:pt x="28" y="46"/>
                  <ns1:pt x="28" y="46"/>
                </ns1:cubicBezTo>
                <ns1:cubicBezTo>
                  <ns1:pt x="8" y="46"/>
                  <ns1:pt x="8" y="46"/>
                  <ns1:pt x="8" y="46"/>
                </ns1:cubicBezTo>
                <ns1:cubicBezTo>
                  <ns1:pt x="4" y="46"/>
                  <ns1:pt x="0" y="50"/>
                  <ns1:pt x="0" y="54"/>
                </ns1:cubicBezTo>
                <ns1:cubicBezTo>
                  <ns1:pt x="0" y="70"/>
                  <ns1:pt x="0" y="70"/>
                  <ns1:pt x="0" y="70"/>
                </ns1:cubicBezTo>
                <ns1:cubicBezTo>
                  <ns1:pt x="0" y="74"/>
                  <ns1:pt x="4" y="78"/>
                  <ns1:pt x="8" y="78"/>
                </ns1:cubicBezTo>
                <ns1:cubicBezTo>
                  <ns1:pt x="16" y="78"/>
                  <ns1:pt x="16" y="78"/>
                  <ns1:pt x="16" y="78"/>
                </ns1:cubicBezTo>
                <ns1:cubicBezTo>
                  <ns1:pt x="16" y="166"/>
                  <ns1:pt x="16" y="166"/>
                  <ns1:pt x="16" y="166"/>
                </ns1:cubicBezTo>
                <ns1:cubicBezTo>
                  <ns1:pt x="16" y="170"/>
                  <ns1:pt x="20" y="174"/>
                  <ns1:pt x="24" y="174"/>
                </ns1:cubicBezTo>
                <ns1:cubicBezTo>
                  <ns1:pt x="152" y="174"/>
                  <ns1:pt x="152" y="174"/>
                  <ns1:pt x="152" y="174"/>
                </ns1:cubicBezTo>
                <ns1:cubicBezTo>
                  <ns1:pt x="156" y="174"/>
                  <ns1:pt x="160" y="170"/>
                  <ns1:pt x="160" y="166"/>
                </ns1:cubicBezTo>
                <ns1:cubicBezTo>
                  <ns1:pt x="160" y="78"/>
                  <ns1:pt x="160" y="78"/>
                  <ns1:pt x="160" y="78"/>
                </ns1:cubicBezTo>
                <ns1:cubicBezTo>
                  <ns1:pt x="168" y="78"/>
                  <ns1:pt x="168" y="78"/>
                  <ns1:pt x="168" y="78"/>
                </ns1:cubicBezTo>
                <ns1:cubicBezTo>
                  <ns1:pt x="172" y="78"/>
                  <ns1:pt x="176" y="74"/>
                  <ns1:pt x="176" y="70"/>
                </ns1:cubicBezTo>
                <ns1:cubicBezTo>
                  <ns1:pt x="176" y="54"/>
                  <ns1:pt x="176" y="54"/>
                  <ns1:pt x="176" y="54"/>
                </ns1:cubicBezTo>
                <ns1:cubicBezTo>
                  <ns1:pt x="176" y="50"/>
                  <ns1:pt x="172" y="46"/>
                  <ns1:pt x="168" y="46"/>
                </ns1:cubicBezTo>
                <ns1:moveTo>
                  <ns1:pt x="130" y="24"/>
                </ns1:moveTo>
                <ns1:cubicBezTo>
                  <ns1:pt x="134" y="23"/>
                  <ns1:pt x="138" y="26"/>
                  <ns1:pt x="140" y="30"/>
                </ns1:cubicBezTo>
                <ns1:cubicBezTo>
                  <ns1:pt x="144" y="46"/>
                  <ns1:pt x="144" y="46"/>
                  <ns1:pt x="144" y="46"/>
                </ns1:cubicBezTo>
                <ns1:cubicBezTo>
                  <ns1:pt x="143" y="46"/>
                  <ns1:pt x="143" y="46"/>
                  <ns1:pt x="143" y="46"/>
                </ns1:cubicBezTo>
                <ns1:cubicBezTo>
                  <ns1:pt x="133" y="40"/>
                  <ns1:pt x="133" y="40"/>
                  <ns1:pt x="133" y="40"/>
                </ns1:cubicBezTo>
                <ns1:cubicBezTo>
                  <ns1:pt x="134" y="40"/>
                  <ns1:pt x="134" y="40"/>
                  <ns1:pt x="134" y="40"/>
                </ns1:cubicBezTo>
                <ns1:cubicBezTo>
                  <ns1:pt x="132" y="32"/>
                  <ns1:pt x="132" y="32"/>
                  <ns1:pt x="132" y="32"/>
                </ns1:cubicBezTo>
                <ns1:cubicBezTo>
                  <ns1:pt x="124" y="34"/>
                  <ns1:pt x="124" y="34"/>
                  <ns1:pt x="124" y="34"/>
                </ns1:cubicBezTo>
                <ns1:cubicBezTo>
                  <ns1:pt x="124" y="35"/>
                  <ns1:pt x="124" y="35"/>
                  <ns1:pt x="124" y="35"/>
                </ns1:cubicBezTo>
                <ns1:cubicBezTo>
                  <ns1:pt x="115" y="30"/>
                  <ns1:pt x="115" y="30"/>
                  <ns1:pt x="115" y="30"/>
                </ns1:cubicBezTo>
                <ns1:cubicBezTo>
                  <ns1:pt x="114" y="28"/>
                  <ns1:pt x="114" y="28"/>
                  <ns1:pt x="114" y="28"/>
                </ns1:cubicBezTo>
                <ns1:lnTo>
                  <ns1:pt x="130" y="24"/>
                </ns1:lnTo>
                <ns1:close/>
                <ns1:moveTo>
                  <ns1:pt x="127" y="46"/>
                </ns1:moveTo>
                <ns1:cubicBezTo>
                  <ns1:pt x="74" y="46"/>
                  <ns1:pt x="74" y="46"/>
                  <ns1:pt x="74" y="46"/>
                </ns1:cubicBezTo>
                <ns1:cubicBezTo>
                  <ns1:pt x="87" y="23"/>
                  <ns1:pt x="87" y="23"/>
                  <ns1:pt x="87" y="23"/>
                </ns1:cubicBezTo>
                <ns1:lnTo>
                  <ns1:pt x="127" y="46"/>
                </ns1:lnTo>
                <ns1:close/>
                <ns1:moveTo>
                  <ns1:pt x="56" y="14"/>
                </ns1:moveTo>
                <ns1:cubicBezTo>
                  <ns1:pt x="58" y="10"/>
                  <ns1:pt x="63" y="9"/>
                  <ns1:pt x="66" y="11"/>
                </ns1:cubicBezTo>
                <ns1:cubicBezTo>
                  <ns1:pt x="80" y="19"/>
                  <ns1:pt x="80" y="19"/>
                  <ns1:pt x="80" y="19"/>
                </ns1:cubicBezTo>
                <ns1:cubicBezTo>
                  <ns1:pt x="65" y="46"/>
                  <ns1:pt x="65" y="46"/>
                  <ns1:pt x="65" y="46"/>
                </ns1:cubicBezTo>
                <ns1:cubicBezTo>
                  <ns1:pt x="47" y="46"/>
                  <ns1:pt x="47" y="46"/>
                  <ns1:pt x="47" y="46"/>
                </ns1:cubicBezTo>
                <ns1:cubicBezTo>
                  <ns1:pt x="46" y="46"/>
                  <ns1:pt x="46" y="46"/>
                  <ns1:pt x="46" y="46"/>
                </ns1:cubicBezTo>
                <ns1:cubicBezTo>
                  <ns1:pt x="46" y="46"/>
                  <ns1:pt x="46" y="46"/>
                  <ns1:pt x="46" y="46"/>
                </ns1:cubicBezTo>
                <ns1:cubicBezTo>
                  <ns1:pt x="37" y="46"/>
                  <ns1:pt x="37" y="46"/>
                  <ns1:pt x="37" y="46"/>
                </ns1:cubicBezTo>
                <ns1:lnTo>
                  <ns1:pt x="56" y="14"/>
                </ns1:lnTo>
                <ns1:close/>
                <ns1:moveTo>
                  <ns1:pt x="152" y="166"/>
                </ns1:moveTo>
                <ns1:cubicBezTo>
                  <ns1:pt x="24" y="166"/>
                  <ns1:pt x="24" y="166"/>
                  <ns1:pt x="24" y="166"/>
                </ns1:cubicBezTo>
                <ns1:cubicBezTo>
                  <ns1:pt x="24" y="78"/>
                  <ns1:pt x="24" y="78"/>
                  <ns1:pt x="24" y="78"/>
                </ns1:cubicBezTo>
                <ns1:cubicBezTo>
                  <ns1:pt x="152" y="78"/>
                  <ns1:pt x="152" y="78"/>
                  <ns1:pt x="152" y="78"/>
                </ns1:cubicBezTo>
                <ns1:lnTo>
                  <ns1:pt x="152" y="166"/>
                </ns1:lnTo>
                <ns1:close/>
                <ns1:moveTo>
                  <ns1:pt x="168" y="70"/>
                </ns1:moveTo>
                <ns1:cubicBezTo>
                  <ns1:pt x="8" y="70"/>
                  <ns1:pt x="8" y="70"/>
                  <ns1:pt x="8" y="70"/>
                </ns1:cubicBezTo>
                <ns1:cubicBezTo>
                  <ns1:pt x="8" y="54"/>
                  <ns1:pt x="8" y="54"/>
                  <ns1:pt x="8" y="54"/>
                </ns1:cubicBezTo>
                <ns1:cubicBezTo>
                  <ns1:pt x="168" y="54"/>
                  <ns1:pt x="168" y="54"/>
                  <ns1:pt x="168" y="54"/>
                </ns1:cubicBezTo>
                <ns1:lnTo>
                  <ns1:pt x="168" y="70"/>
                </ns1:lnTo>
                <ns1:close/>
                <ns1:moveTo>
                  <ns1:pt x="69" y="22"/>
                </ns1:moveTo>
                <ns1:cubicBezTo>
                  <ns1:pt x="62" y="18"/>
                  <ns1:pt x="62" y="18"/>
                  <ns1:pt x="62" y="18"/>
                </ns1:cubicBezTo>
                <ns1:cubicBezTo>
                  <ns1:pt x="58" y="25"/>
                  <ns1:pt x="58" y="25"/>
                  <ns1:pt x="58" y="25"/>
                </ns1:cubicBezTo>
                <ns1:cubicBezTo>
                  <ns1:pt x="65" y="29"/>
                  <ns1:pt x="65" y="29"/>
                  <ns1:pt x="65" y="29"/>
                </ns1:cubicBezTo>
                <ns1:lnTo>
                  <ns1:pt x="69" y="22"/>
                </ns1:lnTo>
                <ns1:close/>
                <ns1:moveTo>
                  <ns1:pt x="61" y="36"/>
                </ns1:moveTo>
                <ns1:cubicBezTo>
                  <ns1:pt x="54" y="32"/>
                  <ns1:pt x="54" y="32"/>
                  <ns1:pt x="54" y="32"/>
                </ns1:cubicBezTo>
                <ns1:cubicBezTo>
                  <ns1:pt x="50" y="39"/>
                  <ns1:pt x="50" y="39"/>
                  <ns1:pt x="50" y="39"/>
                </ns1:cubicBezTo>
                <ns1:cubicBezTo>
                  <ns1:pt x="57" y="43"/>
                  <ns1:pt x="57" y="43"/>
                  <ns1:pt x="57" y="43"/>
                </ns1:cubicBezTo>
                <ns1:lnTo>
                  <ns1:pt x="61" y="36"/>
                </ns1:lnTo>
                <ns1:close/>
              </ns1:path>
            </ns1:pathLst>
          </ns1:custGeom>
          <ns1:solidFill>
            <ns1:schemeClr val="tx1"/>
          </ns1:solidFill>
          <ns1:ln>
            <ns1:noFill/>
          </ns1:ln>
          <ns1:extLst/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en-US" sz="2700"/>
          </ns1:p>
        </ns0:txBody>
      </ns0:sp>
      <ns0:sp>
        <ns0:nvSpPr>
          <ns0:cNvPr id="56" name="Freeform 50"/>
          <ns0:cNvSpPr>
            <ns1:spLocks noEditPoints="1"/>
          </ns0:cNvSpPr>
          <ns0:nvPr/>
        </ns0:nvSpPr>
        <ns0:spPr bwMode="auto">
          <ns1:xfrm>
            <ns1:off x="6853239" y="2657477"/>
            <ns1:ext cx="320675" cy="320675"/>
          </ns1:xfrm>
          <ns1:custGeom>
            <ns1:avLst/>
            <ns1:gdLst>
              <ns1:gd name="T0" fmla="*/ 175 w 176"/>
              <ns1:gd name="T1" fmla="*/ 169 h 176"/>
              <ns1:gd name="T2" fmla="*/ 132 w 176"/>
              <ns1:gd name="T3" fmla="*/ 127 h 176"/>
              <ns1:gd name="T4" fmla="*/ 152 w 176"/>
              <ns1:gd name="T5" fmla="*/ 76 h 176"/>
              <ns1:gd name="T6" fmla="*/ 76 w 176"/>
              <ns1:gd name="T7" fmla="*/ 0 h 176"/>
              <ns1:gd name="T8" fmla="*/ 0 w 176"/>
              <ns1:gd name="T9" fmla="*/ 76 h 176"/>
              <ns1:gd name="T10" fmla="*/ 76 w 176"/>
              <ns1:gd name="T11" fmla="*/ 152 h 176"/>
              <ns1:gd name="T12" fmla="*/ 127 w 176"/>
              <ns1:gd name="T13" fmla="*/ 132 h 176"/>
              <ns1:gd name="T14" fmla="*/ 169 w 176"/>
              <ns1:gd name="T15" fmla="*/ 175 h 176"/>
              <ns1:gd name="T16" fmla="*/ 172 w 176"/>
              <ns1:gd name="T17" fmla="*/ 176 h 176"/>
              <ns1:gd name="T18" fmla="*/ 176 w 176"/>
              <ns1:gd name="T19" fmla="*/ 172 h 176"/>
              <ns1:gd name="T20" fmla="*/ 175 w 176"/>
              <ns1:gd name="T21" fmla="*/ 169 h 176"/>
              <ns1:gd name="T22" fmla="*/ 76 w 176"/>
              <ns1:gd name="T23" fmla="*/ 144 h 176"/>
              <ns1:gd name="T24" fmla="*/ 8 w 176"/>
              <ns1:gd name="T25" fmla="*/ 76 h 176"/>
              <ns1:gd name="T26" fmla="*/ 76 w 176"/>
              <ns1:gd name="T27" fmla="*/ 8 h 176"/>
              <ns1:gd name="T28" fmla="*/ 144 w 176"/>
              <ns1:gd name="T29" fmla="*/ 76 h 176"/>
              <ns1:gd name="T30" fmla="*/ 76 w 176"/>
              <ns1:gd name="T31" fmla="*/ 144 h 176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</ns1:cxnLst>
            <ns1:rect l="0" t="0" r="r" b="b"/>
            <ns1:pathLst>
              <ns1:path w="176" h="176">
                <ns1:moveTo>
                  <ns1:pt x="175" y="169"/>
                </ns1:moveTo>
                <ns1:cubicBezTo>
                  <ns1:pt x="132" y="127"/>
                  <ns1:pt x="132" y="127"/>
                  <ns1:pt x="132" y="127"/>
                </ns1:cubicBezTo>
                <ns1:cubicBezTo>
                  <ns1:pt x="145" y="113"/>
                  <ns1:pt x="152" y="96"/>
                  <ns1:pt x="152" y="76"/>
                </ns1:cubicBezTo>
                <ns1:cubicBezTo>
                  <ns1:pt x="152" y="34"/>
                  <ns1:pt x="118" y="0"/>
                  <ns1:pt x="76" y="0"/>
                </ns1:cubicBezTo>
                <ns1:cubicBezTo>
                  <ns1:pt x="34" y="0"/>
                  <ns1:pt x="0" y="34"/>
                  <ns1:pt x="0" y="76"/>
                </ns1:cubicBezTo>
                <ns1:cubicBezTo>
                  <ns1:pt x="0" y="118"/>
                  <ns1:pt x="34" y="152"/>
                  <ns1:pt x="76" y="152"/>
                </ns1:cubicBezTo>
                <ns1:cubicBezTo>
                  <ns1:pt x="96" y="152"/>
                  <ns1:pt x="113" y="145"/>
                  <ns1:pt x="127" y="132"/>
                </ns1:cubicBezTo>
                <ns1:cubicBezTo>
                  <ns1:pt x="169" y="175"/>
                  <ns1:pt x="169" y="175"/>
                  <ns1:pt x="169" y="175"/>
                </ns1:cubicBezTo>
                <ns1:cubicBezTo>
                  <ns1:pt x="170" y="176"/>
                  <ns1:pt x="171" y="176"/>
                  <ns1:pt x="172" y="176"/>
                </ns1:cubicBezTo>
                <ns1:cubicBezTo>
                  <ns1:pt x="174" y="176"/>
                  <ns1:pt x="176" y="174"/>
                  <ns1:pt x="176" y="172"/>
                </ns1:cubicBezTo>
                <ns1:cubicBezTo>
                  <ns1:pt x="176" y="171"/>
                  <ns1:pt x="176" y="170"/>
                  <ns1:pt x="175" y="169"/>
                </ns1:cubicBezTo>
                <ns1:moveTo>
                  <ns1:pt x="76" y="144"/>
                </ns1:moveTo>
                <ns1:cubicBezTo>
                  <ns1:pt x="38" y="144"/>
                  <ns1:pt x="8" y="114"/>
                  <ns1:pt x="8" y="76"/>
                </ns1:cubicBezTo>
                <ns1:cubicBezTo>
                  <ns1:pt x="8" y="38"/>
                  <ns1:pt x="38" y="8"/>
                  <ns1:pt x="76" y="8"/>
                </ns1:cubicBezTo>
                <ns1:cubicBezTo>
                  <ns1:pt x="114" y="8"/>
                  <ns1:pt x="144" y="38"/>
                  <ns1:pt x="144" y="76"/>
                </ns1:cubicBezTo>
                <ns1:cubicBezTo>
                  <ns1:pt x="144" y="114"/>
                  <ns1:pt x="114" y="144"/>
                  <ns1:pt x="76" y="144"/>
                </ns1:cubicBezTo>
              </ns1:path>
            </ns1:pathLst>
          </ns1:custGeom>
          <ns1:solidFill>
            <ns1:schemeClr val="tx1"/>
          </ns1:solidFill>
          <ns1:ln>
            <ns1:noFill/>
          </ns1:ln>
          <ns1:extLst/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en-US" sz="2700"/>
          </ns1:p>
        </ns0:txBody>
      </ns0:sp>
      <ns0:sp>
        <ns0:nvSpPr>
          <ns0:cNvPr id="57" name="Freeform 51"/>
          <ns0:cNvSpPr>
            <ns1:spLocks noEditPoints="1"/>
          </ns0:cNvSpPr>
          <ns0:nvPr/>
        </ns0:nvSpPr>
        <ns0:spPr bwMode="auto">
          <ns1:xfrm>
            <ns1:off x="7464426" y="2657477"/>
            <ns1:ext cx="320675" cy="320675"/>
          </ns1:xfrm>
          <ns1:custGeom>
            <ns1:avLst/>
            <ns1:gdLst>
              <ns1:gd name="T0" fmla="*/ 112 w 176"/>
              <ns1:gd name="T1" fmla="*/ 72 h 176"/>
              <ns1:gd name="T2" fmla="*/ 80 w 176"/>
              <ns1:gd name="T3" fmla="*/ 72 h 176"/>
              <ns1:gd name="T4" fmla="*/ 80 w 176"/>
              <ns1:gd name="T5" fmla="*/ 40 h 176"/>
              <ns1:gd name="T6" fmla="*/ 76 w 176"/>
              <ns1:gd name="T7" fmla="*/ 36 h 176"/>
              <ns1:gd name="T8" fmla="*/ 72 w 176"/>
              <ns1:gd name="T9" fmla="*/ 40 h 176"/>
              <ns1:gd name="T10" fmla="*/ 72 w 176"/>
              <ns1:gd name="T11" fmla="*/ 72 h 176"/>
              <ns1:gd name="T12" fmla="*/ 40 w 176"/>
              <ns1:gd name="T13" fmla="*/ 72 h 176"/>
              <ns1:gd name="T14" fmla="*/ 36 w 176"/>
              <ns1:gd name="T15" fmla="*/ 76 h 176"/>
              <ns1:gd name="T16" fmla="*/ 40 w 176"/>
              <ns1:gd name="T17" fmla="*/ 80 h 176"/>
              <ns1:gd name="T18" fmla="*/ 72 w 176"/>
              <ns1:gd name="T19" fmla="*/ 80 h 176"/>
              <ns1:gd name="T20" fmla="*/ 72 w 176"/>
              <ns1:gd name="T21" fmla="*/ 112 h 176"/>
              <ns1:gd name="T22" fmla="*/ 76 w 176"/>
              <ns1:gd name="T23" fmla="*/ 116 h 176"/>
              <ns1:gd name="T24" fmla="*/ 80 w 176"/>
              <ns1:gd name="T25" fmla="*/ 112 h 176"/>
              <ns1:gd name="T26" fmla="*/ 80 w 176"/>
              <ns1:gd name="T27" fmla="*/ 80 h 176"/>
              <ns1:gd name="T28" fmla="*/ 112 w 176"/>
              <ns1:gd name="T29" fmla="*/ 80 h 176"/>
              <ns1:gd name="T30" fmla="*/ 116 w 176"/>
              <ns1:gd name="T31" fmla="*/ 76 h 176"/>
              <ns1:gd name="T32" fmla="*/ 112 w 176"/>
              <ns1:gd name="T33" fmla="*/ 72 h 176"/>
              <ns1:gd name="T34" fmla="*/ 175 w 176"/>
              <ns1:gd name="T35" fmla="*/ 169 h 176"/>
              <ns1:gd name="T36" fmla="*/ 132 w 176"/>
              <ns1:gd name="T37" fmla="*/ 127 h 176"/>
              <ns1:gd name="T38" fmla="*/ 152 w 176"/>
              <ns1:gd name="T39" fmla="*/ 76 h 176"/>
              <ns1:gd name="T40" fmla="*/ 76 w 176"/>
              <ns1:gd name="T41" fmla="*/ 0 h 176"/>
              <ns1:gd name="T42" fmla="*/ 0 w 176"/>
              <ns1:gd name="T43" fmla="*/ 76 h 176"/>
              <ns1:gd name="T44" fmla="*/ 76 w 176"/>
              <ns1:gd name="T45" fmla="*/ 152 h 176"/>
              <ns1:gd name="T46" fmla="*/ 127 w 176"/>
              <ns1:gd name="T47" fmla="*/ 132 h 176"/>
              <ns1:gd name="T48" fmla="*/ 169 w 176"/>
              <ns1:gd name="T49" fmla="*/ 175 h 176"/>
              <ns1:gd name="T50" fmla="*/ 172 w 176"/>
              <ns1:gd name="T51" fmla="*/ 176 h 176"/>
              <ns1:gd name="T52" fmla="*/ 176 w 176"/>
              <ns1:gd name="T53" fmla="*/ 172 h 176"/>
              <ns1:gd name="T54" fmla="*/ 175 w 176"/>
              <ns1:gd name="T55" fmla="*/ 169 h 176"/>
              <ns1:gd name="T56" fmla="*/ 76 w 176"/>
              <ns1:gd name="T57" fmla="*/ 144 h 176"/>
              <ns1:gd name="T58" fmla="*/ 8 w 176"/>
              <ns1:gd name="T59" fmla="*/ 76 h 176"/>
              <ns1:gd name="T60" fmla="*/ 76 w 176"/>
              <ns1:gd name="T61" fmla="*/ 8 h 176"/>
              <ns1:gd name="T62" fmla="*/ 144 w 176"/>
              <ns1:gd name="T63" fmla="*/ 76 h 176"/>
              <ns1:gd name="T64" fmla="*/ 76 w 176"/>
              <ns1:gd name="T65" fmla="*/ 144 h 176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  <ns1:cxn ang="0">
                <ns1:pos x="T32" y="T33"/>
              </ns1:cxn>
              <ns1:cxn ang="0">
                <ns1:pos x="T34" y="T35"/>
              </ns1:cxn>
              <ns1:cxn ang="0">
                <ns1:pos x="T36" y="T37"/>
              </ns1:cxn>
              <ns1:cxn ang="0">
                <ns1:pos x="T38" y="T39"/>
              </ns1:cxn>
              <ns1:cxn ang="0">
                <ns1:pos x="T40" y="T41"/>
              </ns1:cxn>
              <ns1:cxn ang="0">
                <ns1:pos x="T42" y="T43"/>
              </ns1:cxn>
              <ns1:cxn ang="0">
                <ns1:pos x="T44" y="T45"/>
              </ns1:cxn>
              <ns1:cxn ang="0">
                <ns1:pos x="T46" y="T47"/>
              </ns1:cxn>
              <ns1:cxn ang="0">
                <ns1:pos x="T48" y="T49"/>
              </ns1:cxn>
              <ns1:cxn ang="0">
                <ns1:pos x="T50" y="T51"/>
              </ns1:cxn>
              <ns1:cxn ang="0">
                <ns1:pos x="T52" y="T53"/>
              </ns1:cxn>
              <ns1:cxn ang="0">
                <ns1:pos x="T54" y="T55"/>
              </ns1:cxn>
              <ns1:cxn ang="0">
                <ns1:pos x="T56" y="T57"/>
              </ns1:cxn>
              <ns1:cxn ang="0">
                <ns1:pos x="T58" y="T59"/>
              </ns1:cxn>
              <ns1:cxn ang="0">
                <ns1:pos x="T60" y="T61"/>
              </ns1:cxn>
              <ns1:cxn ang="0">
                <ns1:pos x="T62" y="T63"/>
              </ns1:cxn>
              <ns1:cxn ang="0">
                <ns1:pos x="T64" y="T65"/>
              </ns1:cxn>
            </ns1:cxnLst>
            <ns1:rect l="0" t="0" r="r" b="b"/>
            <ns1:pathLst>
              <ns1:path w="176" h="176">
                <ns1:moveTo>
                  <ns1:pt x="112" y="72"/>
                </ns1:moveTo>
                <ns1:cubicBezTo>
                  <ns1:pt x="80" y="72"/>
                  <ns1:pt x="80" y="72"/>
                  <ns1:pt x="80" y="72"/>
                </ns1:cubicBezTo>
                <ns1:cubicBezTo>
                  <ns1:pt x="80" y="40"/>
                  <ns1:pt x="80" y="40"/>
                  <ns1:pt x="80" y="40"/>
                </ns1:cubicBezTo>
                <ns1:cubicBezTo>
                  <ns1:pt x="80" y="38"/>
                  <ns1:pt x="78" y="36"/>
                  <ns1:pt x="76" y="36"/>
                </ns1:cubicBezTo>
                <ns1:cubicBezTo>
                  <ns1:pt x="74" y="36"/>
                  <ns1:pt x="72" y="38"/>
                  <ns1:pt x="72" y="40"/>
                </ns1:cubicBezTo>
                <ns1:cubicBezTo>
                  <ns1:pt x="72" y="72"/>
                  <ns1:pt x="72" y="72"/>
                  <ns1:pt x="72" y="72"/>
                </ns1:cubicBezTo>
                <ns1:cubicBezTo>
                  <ns1:pt x="40" y="72"/>
                  <ns1:pt x="40" y="72"/>
                  <ns1:pt x="40" y="72"/>
                </ns1:cubicBezTo>
                <ns1:cubicBezTo>
                  <ns1:pt x="38" y="72"/>
                  <ns1:pt x="36" y="74"/>
                  <ns1:pt x="36" y="76"/>
                </ns1:cubicBezTo>
                <ns1:cubicBezTo>
                  <ns1:pt x="36" y="78"/>
                  <ns1:pt x="38" y="80"/>
                  <ns1:pt x="40" y="80"/>
                </ns1:cubicBezTo>
                <ns1:cubicBezTo>
                  <ns1:pt x="72" y="80"/>
                  <ns1:pt x="72" y="80"/>
                  <ns1:pt x="72" y="80"/>
                </ns1:cubicBezTo>
                <ns1:cubicBezTo>
                  <ns1:pt x="72" y="112"/>
                  <ns1:pt x="72" y="112"/>
                  <ns1:pt x="72" y="112"/>
                </ns1:cubicBezTo>
                <ns1:cubicBezTo>
                  <ns1:pt x="72" y="114"/>
                  <ns1:pt x="74" y="116"/>
                  <ns1:pt x="76" y="116"/>
                </ns1:cubicBezTo>
                <ns1:cubicBezTo>
                  <ns1:pt x="78" y="116"/>
                  <ns1:pt x="80" y="114"/>
                  <ns1:pt x="80" y="112"/>
                </ns1:cubicBezTo>
                <ns1:cubicBezTo>
                  <ns1:pt x="80" y="80"/>
                  <ns1:pt x="80" y="80"/>
                  <ns1:pt x="80" y="80"/>
                </ns1:cubicBezTo>
                <ns1:cubicBezTo>
                  <ns1:pt x="112" y="80"/>
                  <ns1:pt x="112" y="80"/>
                  <ns1:pt x="112" y="80"/>
                </ns1:cubicBezTo>
                <ns1:cubicBezTo>
                  <ns1:pt x="114" y="80"/>
                  <ns1:pt x="116" y="78"/>
                  <ns1:pt x="116" y="76"/>
                </ns1:cubicBezTo>
                <ns1:cubicBezTo>
                  <ns1:pt x="116" y="74"/>
                  <ns1:pt x="114" y="72"/>
                  <ns1:pt x="112" y="72"/>
                </ns1:cubicBezTo>
                <ns1:moveTo>
                  <ns1:pt x="175" y="169"/>
                </ns1:moveTo>
                <ns1:cubicBezTo>
                  <ns1:pt x="132" y="127"/>
                  <ns1:pt x="132" y="127"/>
                  <ns1:pt x="132" y="127"/>
                </ns1:cubicBezTo>
                <ns1:cubicBezTo>
                  <ns1:pt x="145" y="113"/>
                  <ns1:pt x="152" y="96"/>
                  <ns1:pt x="152" y="76"/>
                </ns1:cubicBezTo>
                <ns1:cubicBezTo>
                  <ns1:pt x="152" y="34"/>
                  <ns1:pt x="118" y="0"/>
                  <ns1:pt x="76" y="0"/>
                </ns1:cubicBezTo>
                <ns1:cubicBezTo>
                  <ns1:pt x="34" y="0"/>
                  <ns1:pt x="0" y="34"/>
                  <ns1:pt x="0" y="76"/>
                </ns1:cubicBezTo>
                <ns1:cubicBezTo>
                  <ns1:pt x="0" y="118"/>
                  <ns1:pt x="34" y="152"/>
                  <ns1:pt x="76" y="152"/>
                </ns1:cubicBezTo>
                <ns1:cubicBezTo>
                  <ns1:pt x="96" y="152"/>
                  <ns1:pt x="113" y="145"/>
                  <ns1:pt x="127" y="132"/>
                </ns1:cubicBezTo>
                <ns1:cubicBezTo>
                  <ns1:pt x="169" y="175"/>
                  <ns1:pt x="169" y="175"/>
                  <ns1:pt x="169" y="175"/>
                </ns1:cubicBezTo>
                <ns1:cubicBezTo>
                  <ns1:pt x="170" y="176"/>
                  <ns1:pt x="171" y="176"/>
                  <ns1:pt x="172" y="176"/>
                </ns1:cubicBezTo>
                <ns1:cubicBezTo>
                  <ns1:pt x="174" y="176"/>
                  <ns1:pt x="176" y="174"/>
                  <ns1:pt x="176" y="172"/>
                </ns1:cubicBezTo>
                <ns1:cubicBezTo>
                  <ns1:pt x="176" y="171"/>
                  <ns1:pt x="176" y="170"/>
                  <ns1:pt x="175" y="169"/>
                </ns1:cubicBezTo>
                <ns1:moveTo>
                  <ns1:pt x="76" y="144"/>
                </ns1:moveTo>
                <ns1:cubicBezTo>
                  <ns1:pt x="38" y="144"/>
                  <ns1:pt x="8" y="114"/>
                  <ns1:pt x="8" y="76"/>
                </ns1:cubicBezTo>
                <ns1:cubicBezTo>
                  <ns1:pt x="8" y="38"/>
                  <ns1:pt x="38" y="8"/>
                  <ns1:pt x="76" y="8"/>
                </ns1:cubicBezTo>
                <ns1:cubicBezTo>
                  <ns1:pt x="114" y="8"/>
                  <ns1:pt x="144" y="38"/>
                  <ns1:pt x="144" y="76"/>
                </ns1:cubicBezTo>
                <ns1:cubicBezTo>
                  <ns1:pt x="144" y="114"/>
                  <ns1:pt x="114" y="144"/>
                  <ns1:pt x="76" y="144"/>
                </ns1:cubicBezTo>
              </ns1:path>
            </ns1:pathLst>
          </ns1:custGeom>
          <ns1:solidFill>
            <ns1:schemeClr val="tx1"/>
          </ns1:solidFill>
          <ns1:ln>
            <ns1:noFill/>
          </ns1:ln>
          <ns1:extLst/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en-US" sz="2700"/>
          </ns1:p>
        </ns0:txBody>
      </ns0:sp>
      <ns0:sp>
        <ns0:nvSpPr>
          <ns0:cNvPr id="58" name="Freeform 52"/>
          <ns0:cNvSpPr>
            <ns1:spLocks noEditPoints="1"/>
          </ns0:cNvSpPr>
          <ns0:nvPr/>
        </ns0:nvSpPr>
        <ns0:spPr bwMode="auto">
          <ns1:xfrm>
            <ns1:off x="8075614" y="2657477"/>
            <ns1:ext cx="320675" cy="320675"/>
          </ns1:xfrm>
          <ns1:custGeom>
            <ns1:avLst/>
            <ns1:gdLst>
              <ns1:gd name="T0" fmla="*/ 112 w 176"/>
              <ns1:gd name="T1" fmla="*/ 72 h 176"/>
              <ns1:gd name="T2" fmla="*/ 40 w 176"/>
              <ns1:gd name="T3" fmla="*/ 72 h 176"/>
              <ns1:gd name="T4" fmla="*/ 36 w 176"/>
              <ns1:gd name="T5" fmla="*/ 76 h 176"/>
              <ns1:gd name="T6" fmla="*/ 40 w 176"/>
              <ns1:gd name="T7" fmla="*/ 80 h 176"/>
              <ns1:gd name="T8" fmla="*/ 112 w 176"/>
              <ns1:gd name="T9" fmla="*/ 80 h 176"/>
              <ns1:gd name="T10" fmla="*/ 116 w 176"/>
              <ns1:gd name="T11" fmla="*/ 76 h 176"/>
              <ns1:gd name="T12" fmla="*/ 112 w 176"/>
              <ns1:gd name="T13" fmla="*/ 72 h 176"/>
              <ns1:gd name="T14" fmla="*/ 175 w 176"/>
              <ns1:gd name="T15" fmla="*/ 169 h 176"/>
              <ns1:gd name="T16" fmla="*/ 132 w 176"/>
              <ns1:gd name="T17" fmla="*/ 127 h 176"/>
              <ns1:gd name="T18" fmla="*/ 152 w 176"/>
              <ns1:gd name="T19" fmla="*/ 76 h 176"/>
              <ns1:gd name="T20" fmla="*/ 76 w 176"/>
              <ns1:gd name="T21" fmla="*/ 0 h 176"/>
              <ns1:gd name="T22" fmla="*/ 0 w 176"/>
              <ns1:gd name="T23" fmla="*/ 76 h 176"/>
              <ns1:gd name="T24" fmla="*/ 76 w 176"/>
              <ns1:gd name="T25" fmla="*/ 152 h 176"/>
              <ns1:gd name="T26" fmla="*/ 127 w 176"/>
              <ns1:gd name="T27" fmla="*/ 132 h 176"/>
              <ns1:gd name="T28" fmla="*/ 169 w 176"/>
              <ns1:gd name="T29" fmla="*/ 175 h 176"/>
              <ns1:gd name="T30" fmla="*/ 172 w 176"/>
              <ns1:gd name="T31" fmla="*/ 176 h 176"/>
              <ns1:gd name="T32" fmla="*/ 176 w 176"/>
              <ns1:gd name="T33" fmla="*/ 172 h 176"/>
              <ns1:gd name="T34" fmla="*/ 175 w 176"/>
              <ns1:gd name="T35" fmla="*/ 169 h 176"/>
              <ns1:gd name="T36" fmla="*/ 76 w 176"/>
              <ns1:gd name="T37" fmla="*/ 144 h 176"/>
              <ns1:gd name="T38" fmla="*/ 8 w 176"/>
              <ns1:gd name="T39" fmla="*/ 76 h 176"/>
              <ns1:gd name="T40" fmla="*/ 76 w 176"/>
              <ns1:gd name="T41" fmla="*/ 8 h 176"/>
              <ns1:gd name="T42" fmla="*/ 144 w 176"/>
              <ns1:gd name="T43" fmla="*/ 76 h 176"/>
              <ns1:gd name="T44" fmla="*/ 76 w 176"/>
              <ns1:gd name="T45" fmla="*/ 144 h 176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  <ns1:cxn ang="0">
                <ns1:pos x="T32" y="T33"/>
              </ns1:cxn>
              <ns1:cxn ang="0">
                <ns1:pos x="T34" y="T35"/>
              </ns1:cxn>
              <ns1:cxn ang="0">
                <ns1:pos x="T36" y="T37"/>
              </ns1:cxn>
              <ns1:cxn ang="0">
                <ns1:pos x="T38" y="T39"/>
              </ns1:cxn>
              <ns1:cxn ang="0">
                <ns1:pos x="T40" y="T41"/>
              </ns1:cxn>
              <ns1:cxn ang="0">
                <ns1:pos x="T42" y="T43"/>
              </ns1:cxn>
              <ns1:cxn ang="0">
                <ns1:pos x="T44" y="T45"/>
              </ns1:cxn>
            </ns1:cxnLst>
            <ns1:rect l="0" t="0" r="r" b="b"/>
            <ns1:pathLst>
              <ns1:path w="176" h="176">
                <ns1:moveTo>
                  <ns1:pt x="112" y="72"/>
                </ns1:moveTo>
                <ns1:cubicBezTo>
                  <ns1:pt x="40" y="72"/>
                  <ns1:pt x="40" y="72"/>
                  <ns1:pt x="40" y="72"/>
                </ns1:cubicBezTo>
                <ns1:cubicBezTo>
                  <ns1:pt x="38" y="72"/>
                  <ns1:pt x="36" y="74"/>
                  <ns1:pt x="36" y="76"/>
                </ns1:cubicBezTo>
                <ns1:cubicBezTo>
                  <ns1:pt x="36" y="78"/>
                  <ns1:pt x="38" y="80"/>
                  <ns1:pt x="40" y="80"/>
                </ns1:cubicBezTo>
                <ns1:cubicBezTo>
                  <ns1:pt x="112" y="80"/>
                  <ns1:pt x="112" y="80"/>
                  <ns1:pt x="112" y="80"/>
                </ns1:cubicBezTo>
                <ns1:cubicBezTo>
                  <ns1:pt x="114" y="80"/>
                  <ns1:pt x="116" y="78"/>
                  <ns1:pt x="116" y="76"/>
                </ns1:cubicBezTo>
                <ns1:cubicBezTo>
                  <ns1:pt x="116" y="74"/>
                  <ns1:pt x="114" y="72"/>
                  <ns1:pt x="112" y="72"/>
                </ns1:cubicBezTo>
                <ns1:moveTo>
                  <ns1:pt x="175" y="169"/>
                </ns1:moveTo>
                <ns1:cubicBezTo>
                  <ns1:pt x="132" y="127"/>
                  <ns1:pt x="132" y="127"/>
                  <ns1:pt x="132" y="127"/>
                </ns1:cubicBezTo>
                <ns1:cubicBezTo>
                  <ns1:pt x="145" y="113"/>
                  <ns1:pt x="152" y="96"/>
                  <ns1:pt x="152" y="76"/>
                </ns1:cubicBezTo>
                <ns1:cubicBezTo>
                  <ns1:pt x="152" y="34"/>
                  <ns1:pt x="118" y="0"/>
                  <ns1:pt x="76" y="0"/>
                </ns1:cubicBezTo>
                <ns1:cubicBezTo>
                  <ns1:pt x="34" y="0"/>
                  <ns1:pt x="0" y="34"/>
                  <ns1:pt x="0" y="76"/>
                </ns1:cubicBezTo>
                <ns1:cubicBezTo>
                  <ns1:pt x="0" y="118"/>
                  <ns1:pt x="34" y="152"/>
                  <ns1:pt x="76" y="152"/>
                </ns1:cubicBezTo>
                <ns1:cubicBezTo>
                  <ns1:pt x="96" y="152"/>
                  <ns1:pt x="113" y="145"/>
                  <ns1:pt x="127" y="132"/>
                </ns1:cubicBezTo>
                <ns1:cubicBezTo>
                  <ns1:pt x="169" y="175"/>
                  <ns1:pt x="169" y="175"/>
                  <ns1:pt x="169" y="175"/>
                </ns1:cubicBezTo>
                <ns1:cubicBezTo>
                  <ns1:pt x="170" y="176"/>
                  <ns1:pt x="171" y="176"/>
                  <ns1:pt x="172" y="176"/>
                </ns1:cubicBezTo>
                <ns1:cubicBezTo>
                  <ns1:pt x="174" y="176"/>
                  <ns1:pt x="176" y="174"/>
                  <ns1:pt x="176" y="172"/>
                </ns1:cubicBezTo>
                <ns1:cubicBezTo>
                  <ns1:pt x="176" y="171"/>
                  <ns1:pt x="176" y="170"/>
                  <ns1:pt x="175" y="169"/>
                </ns1:cubicBezTo>
                <ns1:moveTo>
                  <ns1:pt x="76" y="144"/>
                </ns1:moveTo>
                <ns1:cubicBezTo>
                  <ns1:pt x="38" y="144"/>
                  <ns1:pt x="8" y="114"/>
                  <ns1:pt x="8" y="76"/>
                </ns1:cubicBezTo>
                <ns1:cubicBezTo>
                  <ns1:pt x="8" y="38"/>
                  <ns1:pt x="38" y="8"/>
                  <ns1:pt x="76" y="8"/>
                </ns1:cubicBezTo>
                <ns1:cubicBezTo>
                  <ns1:pt x="114" y="8"/>
                  <ns1:pt x="144" y="38"/>
                  <ns1:pt x="144" y="76"/>
                </ns1:cubicBezTo>
                <ns1:cubicBezTo>
                  <ns1:pt x="144" y="114"/>
                  <ns1:pt x="114" y="144"/>
                  <ns1:pt x="76" y="144"/>
                </ns1:cubicBezTo>
              </ns1:path>
            </ns1:pathLst>
          </ns1:custGeom>
          <ns1:solidFill>
            <ns1:schemeClr val="tx1"/>
          </ns1:solidFill>
          <ns1:ln>
            <ns1:noFill/>
          </ns1:ln>
          <ns1:extLst/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en-US" sz="2700"/>
          </ns1:p>
        </ns0:txBody>
      </ns0:sp>
      <ns0:sp>
        <ns0:nvSpPr>
          <ns0:cNvPr id="59" name="Freeform 53"/>
          <ns0:cNvSpPr>
            <ns1:spLocks noEditPoints="1"/>
          </ns0:cNvSpPr>
          <ns0:nvPr/>
        </ns0:nvSpPr>
        <ns0:spPr bwMode="auto">
          <ns1:xfrm>
            <ns1:off x="8701088" y="2657477"/>
            <ns1:ext cx="292100" cy="320675"/>
          </ns1:xfrm>
          <ns1:custGeom>
            <ns1:avLst/>
            <ns1:gdLst>
              <ns1:gd name="T0" fmla="*/ 80 w 160"/>
              <ns1:gd name="T1" fmla="*/ 0 h 176"/>
              <ns1:gd name="T2" fmla="*/ 0 w 160"/>
              <ns1:gd name="T3" fmla="*/ 24 h 176"/>
              <ns1:gd name="T4" fmla="*/ 64 w 160"/>
              <ns1:gd name="T5" fmla="*/ 120 h 176"/>
              <ns1:gd name="T6" fmla="*/ 64 w 160"/>
              <ns1:gd name="T7" fmla="*/ 124 h 176"/>
              <ns1:gd name="T8" fmla="*/ 64 w 160"/>
              <ns1:gd name="T9" fmla="*/ 124 h 176"/>
              <ns1:gd name="T10" fmla="*/ 64 w 160"/>
              <ns1:gd name="T11" fmla="*/ 124 h 176"/>
              <ns1:gd name="T12" fmla="*/ 64 w 160"/>
              <ns1:gd name="T13" fmla="*/ 140 h 176"/>
              <ns1:gd name="T14" fmla="*/ 64 w 160"/>
              <ns1:gd name="T15" fmla="*/ 140 h 176"/>
              <ns1:gd name="T16" fmla="*/ 64 w 160"/>
              <ns1:gd name="T17" fmla="*/ 140 h 176"/>
              <ns1:gd name="T18" fmla="*/ 80 w 160"/>
              <ns1:gd name="T19" fmla="*/ 176 h 176"/>
              <ns1:gd name="T20" fmla="*/ 96 w 160"/>
              <ns1:gd name="T21" fmla="*/ 120 h 176"/>
              <ns1:gd name="T22" fmla="*/ 160 w 160"/>
              <ns1:gd name="T23" fmla="*/ 24 h 176"/>
              <ns1:gd name="T24" fmla="*/ 80 w 160"/>
              <ns1:gd name="T25" fmla="*/ 0 h 176"/>
              <ns1:gd name="T26" fmla="*/ 121 w 160"/>
              <ns1:gd name="T27" fmla="*/ 71 h 176"/>
              <ns1:gd name="T28" fmla="*/ 88 w 160"/>
              <ns1:gd name="T29" fmla="*/ 120 h 176"/>
              <ns1:gd name="T30" fmla="*/ 86 w 160"/>
              <ns1:gd name="T31" fmla="*/ 164 h 176"/>
              <ns1:gd name="T32" fmla="*/ 80 w 160"/>
              <ns1:gd name="T33" fmla="*/ 168 h 176"/>
              <ns1:gd name="T34" fmla="*/ 74 w 160"/>
              <ns1:gd name="T35" fmla="*/ 164 h 176"/>
              <ns1:gd name="T36" fmla="*/ 72 w 160"/>
              <ns1:gd name="T37" fmla="*/ 144 h 176"/>
              <ns1:gd name="T38" fmla="*/ 76 w 160"/>
              <ns1:gd name="T39" fmla="*/ 144 h 176"/>
              <ns1:gd name="T40" fmla="*/ 80 w 160"/>
              <ns1:gd name="T41" fmla="*/ 140 h 176"/>
              <ns1:gd name="T42" fmla="*/ 76 w 160"/>
              <ns1:gd name="T43" fmla="*/ 136 h 176"/>
              <ns1:gd name="T44" fmla="*/ 72 w 160"/>
              <ns1:gd name="T45" fmla="*/ 136 h 176"/>
              <ns1:gd name="T46" fmla="*/ 72 w 160"/>
              <ns1:gd name="T47" fmla="*/ 128 h 176"/>
              <ns1:gd name="T48" fmla="*/ 76 w 160"/>
              <ns1:gd name="T49" fmla="*/ 128 h 176"/>
              <ns1:gd name="T50" fmla="*/ 80 w 160"/>
              <ns1:gd name="T51" fmla="*/ 124 h 176"/>
              <ns1:gd name="T52" fmla="*/ 76 w 160"/>
              <ns1:gd name="T53" fmla="*/ 120 h 176"/>
              <ns1:gd name="T54" fmla="*/ 72 w 160"/>
              <ns1:gd name="T55" fmla="*/ 120 h 176"/>
              <ns1:gd name="T56" fmla="*/ 39 w 160"/>
              <ns1:gd name="T57" fmla="*/ 71 h 176"/>
              <ns1:gd name="T58" fmla="*/ 10 w 160"/>
              <ns1:gd name="T59" fmla="*/ 35 h 176"/>
              <ns1:gd name="T60" fmla="*/ 80 w 160"/>
              <ns1:gd name="T61" fmla="*/ 48 h 176"/>
              <ns1:gd name="T62" fmla="*/ 150 w 160"/>
              <ns1:gd name="T63" fmla="*/ 35 h 176"/>
              <ns1:gd name="T64" fmla="*/ 121 w 160"/>
              <ns1:gd name="T65" fmla="*/ 71 h 176"/>
              <ns1:gd name="T66" fmla="*/ 80 w 160"/>
              <ns1:gd name="T67" fmla="*/ 40 h 176"/>
              <ns1:gd name="T68" fmla="*/ 8 w 160"/>
              <ns1:gd name="T69" fmla="*/ 24 h 176"/>
              <ns1:gd name="T70" fmla="*/ 80 w 160"/>
              <ns1:gd name="T71" fmla="*/ 8 h 176"/>
              <ns1:gd name="T72" fmla="*/ 152 w 160"/>
              <ns1:gd name="T73" fmla="*/ 24 h 176"/>
              <ns1:gd name="T74" fmla="*/ 80 w 160"/>
              <ns1:gd name="T75" fmla="*/ 40 h 176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  <ns1:cxn ang="0">
                <ns1:pos x="T32" y="T33"/>
              </ns1:cxn>
              <ns1:cxn ang="0">
                <ns1:pos x="T34" y="T35"/>
              </ns1:cxn>
              <ns1:cxn ang="0">
                <ns1:pos x="T36" y="T37"/>
              </ns1:cxn>
              <ns1:cxn ang="0">
                <ns1:pos x="T38" y="T39"/>
              </ns1:cxn>
              <ns1:cxn ang="0">
                <ns1:pos x="T40" y="T41"/>
              </ns1:cxn>
              <ns1:cxn ang="0">
                <ns1:pos x="T42" y="T43"/>
              </ns1:cxn>
              <ns1:cxn ang="0">
                <ns1:pos x="T44" y="T45"/>
              </ns1:cxn>
              <ns1:cxn ang="0">
                <ns1:pos x="T46" y="T47"/>
              </ns1:cxn>
              <ns1:cxn ang="0">
                <ns1:pos x="T48" y="T49"/>
              </ns1:cxn>
              <ns1:cxn ang="0">
                <ns1:pos x="T50" y="T51"/>
              </ns1:cxn>
              <ns1:cxn ang="0">
                <ns1:pos x="T52" y="T53"/>
              </ns1:cxn>
              <ns1:cxn ang="0">
                <ns1:pos x="T54" y="T55"/>
              </ns1:cxn>
              <ns1:cxn ang="0">
                <ns1:pos x="T56" y="T57"/>
              </ns1:cxn>
              <ns1:cxn ang="0">
                <ns1:pos x="T58" y="T59"/>
              </ns1:cxn>
              <ns1:cxn ang="0">
                <ns1:pos x="T60" y="T61"/>
              </ns1:cxn>
              <ns1:cxn ang="0">
                <ns1:pos x="T62" y="T63"/>
              </ns1:cxn>
              <ns1:cxn ang="0">
                <ns1:pos x="T64" y="T65"/>
              </ns1:cxn>
              <ns1:cxn ang="0">
                <ns1:pos x="T66" y="T67"/>
              </ns1:cxn>
              <ns1:cxn ang="0">
                <ns1:pos x="T68" y="T69"/>
              </ns1:cxn>
              <ns1:cxn ang="0">
                <ns1:pos x="T70" y="T71"/>
              </ns1:cxn>
              <ns1:cxn ang="0">
                <ns1:pos x="T72" y="T73"/>
              </ns1:cxn>
              <ns1:cxn ang="0">
                <ns1:pos x="T74" y="T75"/>
              </ns1:cxn>
            </ns1:cxnLst>
            <ns1:rect l="0" t="0" r="r" b="b"/>
            <ns1:pathLst>
              <ns1:path w="160" h="176">
                <ns1:moveTo>
                  <ns1:pt x="80" y="0"/>
                </ns1:moveTo>
                <ns1:cubicBezTo>
                  <ns1:pt x="36" y="0"/>
                  <ns1:pt x="0" y="11"/>
                  <ns1:pt x="0" y="24"/>
                </ns1:cubicBezTo>
                <ns1:cubicBezTo>
                  <ns1:pt x="0" y="72"/>
                  <ns1:pt x="64" y="80"/>
                  <ns1:pt x="64" y="120"/>
                </ns1:cubicBezTo>
                <ns1:cubicBezTo>
                  <ns1:pt x="64" y="124"/>
                  <ns1:pt x="64" y="124"/>
                  <ns1:pt x="64" y="124"/>
                </ns1:cubicBezTo>
                <ns1:cubicBezTo>
                  <ns1:pt x="64" y="124"/>
                  <ns1:pt x="64" y="124"/>
                  <ns1:pt x="64" y="124"/>
                </ns1:cubicBezTo>
                <ns1:cubicBezTo>
                  <ns1:pt x="64" y="124"/>
                  <ns1:pt x="64" y="124"/>
                  <ns1:pt x="64" y="124"/>
                </ns1:cubicBezTo>
                <ns1:cubicBezTo>
                  <ns1:pt x="64" y="130"/>
                  <ns1:pt x="64" y="135"/>
                  <ns1:pt x="64" y="140"/>
                </ns1:cubicBezTo>
                <ns1:cubicBezTo>
                  <ns1:pt x="64" y="140"/>
                  <ns1:pt x="64" y="140"/>
                  <ns1:pt x="64" y="140"/>
                </ns1:cubicBezTo>
                <ns1:cubicBezTo>
                  <ns1:pt x="64" y="140"/>
                  <ns1:pt x="64" y="140"/>
                  <ns1:pt x="64" y="140"/>
                </ns1:cubicBezTo>
                <ns1:cubicBezTo>
                  <ns1:pt x="64" y="170"/>
                  <ns1:pt x="67" y="176"/>
                  <ns1:pt x="80" y="176"/>
                </ns1:cubicBezTo>
                <ns1:cubicBezTo>
                  <ns1:pt x="96" y="176"/>
                  <ns1:pt x="96" y="168"/>
                  <ns1:pt x="96" y="120"/>
                </ns1:cubicBezTo>
                <ns1:cubicBezTo>
                  <ns1:pt x="96" y="80"/>
                  <ns1:pt x="160" y="72"/>
                  <ns1:pt x="160" y="24"/>
                </ns1:cubicBezTo>
                <ns1:cubicBezTo>
                  <ns1:pt x="160" y="11"/>
                  <ns1:pt x="124" y="0"/>
                  <ns1:pt x="80" y="0"/>
                </ns1:cubicBezTo>
                <ns1:moveTo>
                  <ns1:pt x="121" y="71"/>
                </ns1:moveTo>
                <ns1:cubicBezTo>
                  <ns1:pt x="105" y="84"/>
                  <ns1:pt x="88" y="97"/>
                  <ns1:pt x="88" y="120"/>
                </ns1:cubicBezTo>
                <ns1:cubicBezTo>
                  <ns1:pt x="88" y="143"/>
                  <ns1:pt x="88" y="157"/>
                  <ns1:pt x="86" y="164"/>
                </ns1:cubicBezTo>
                <ns1:cubicBezTo>
                  <ns1:pt x="85" y="168"/>
                  <ns1:pt x="85" y="168"/>
                  <ns1:pt x="80" y="168"/>
                </ns1:cubicBezTo>
                <ns1:cubicBezTo>
                  <ns1:pt x="75" y="168"/>
                  <ns1:pt x="75" y="168"/>
                  <ns1:pt x="74" y="164"/>
                </ns1:cubicBezTo>
                <ns1:cubicBezTo>
                  <ns1:pt x="73" y="160"/>
                  <ns1:pt x="72" y="153"/>
                  <ns1:pt x="72" y="144"/>
                </ns1:cubicBezTo>
                <ns1:cubicBezTo>
                  <ns1:pt x="76" y="144"/>
                  <ns1:pt x="76" y="144"/>
                  <ns1:pt x="76" y="144"/>
                </ns1:cubicBezTo>
                <ns1:cubicBezTo>
                  <ns1:pt x="78" y="144"/>
                  <ns1:pt x="80" y="142"/>
                  <ns1:pt x="80" y="140"/>
                </ns1:cubicBezTo>
                <ns1:cubicBezTo>
                  <ns1:pt x="80" y="138"/>
                  <ns1:pt x="78" y="136"/>
                  <ns1:pt x="76" y="136"/>
                </ns1:cubicBezTo>
                <ns1:cubicBezTo>
                  <ns1:pt x="72" y="136"/>
                  <ns1:pt x="72" y="136"/>
                  <ns1:pt x="72" y="136"/>
                </ns1:cubicBezTo>
                <ns1:cubicBezTo>
                  <ns1:pt x="72" y="133"/>
                  <ns1:pt x="72" y="131"/>
                  <ns1:pt x="72" y="128"/>
                </ns1:cubicBezTo>
                <ns1:cubicBezTo>
                  <ns1:pt x="76" y="128"/>
                  <ns1:pt x="76" y="128"/>
                  <ns1:pt x="76" y="128"/>
                </ns1:cubicBezTo>
                <ns1:cubicBezTo>
                  <ns1:pt x="78" y="128"/>
                  <ns1:pt x="80" y="126"/>
                  <ns1:pt x="80" y="124"/>
                </ns1:cubicBezTo>
                <ns1:cubicBezTo>
                  <ns1:pt x="80" y="122"/>
                  <ns1:pt x="78" y="120"/>
                  <ns1:pt x="76" y="120"/>
                </ns1:cubicBezTo>
                <ns1:cubicBezTo>
                  <ns1:pt x="72" y="120"/>
                  <ns1:pt x="72" y="120"/>
                  <ns1:pt x="72" y="120"/>
                </ns1:cubicBezTo>
                <ns1:cubicBezTo>
                  <ns1:pt x="72" y="97"/>
                  <ns1:pt x="55" y="84"/>
                  <ns1:pt x="39" y="71"/>
                </ns1:cubicBezTo>
                <ns1:cubicBezTo>
                  <ns1:pt x="26" y="60"/>
                  <ns1:pt x="14" y="50"/>
                  <ns1:pt x="10" y="35"/>
                </ns1:cubicBezTo>
                <ns1:cubicBezTo>
                  <ns1:pt x="23" y="43"/>
                  <ns1:pt x="50" y="48"/>
                  <ns1:pt x="80" y="48"/>
                </ns1:cubicBezTo>
                <ns1:cubicBezTo>
                  <ns1:pt x="110" y="48"/>
                  <ns1:pt x="137" y="43"/>
                  <ns1:pt x="150" y="35"/>
                </ns1:cubicBezTo>
                <ns1:cubicBezTo>
                  <ns1:pt x="146" y="50"/>
                  <ns1:pt x="134" y="60"/>
                  <ns1:pt x="121" y="71"/>
                </ns1:cubicBezTo>
                <ns1:moveTo>
                  <ns1:pt x="80" y="40"/>
                </ns1:moveTo>
                <ns1:cubicBezTo>
                  <ns1:pt x="40" y="40"/>
                  <ns1:pt x="8" y="33"/>
                  <ns1:pt x="8" y="24"/>
                </ns1:cubicBezTo>
                <ns1:cubicBezTo>
                  <ns1:pt x="8" y="15"/>
                  <ns1:pt x="40" y="8"/>
                  <ns1:pt x="80" y="8"/>
                </ns1:cubicBezTo>
                <ns1:cubicBezTo>
                  <ns1:pt x="120" y="8"/>
                  <ns1:pt x="152" y="15"/>
                  <ns1:pt x="152" y="24"/>
                </ns1:cubicBezTo>
                <ns1:cubicBezTo>
                  <ns1:pt x="152" y="33"/>
                  <ns1:pt x="120" y="40"/>
                  <ns1:pt x="80" y="40"/>
                </ns1:cubicBezTo>
              </ns1:path>
            </ns1:pathLst>
          </ns1:custGeom>
          <ns1:solidFill>
            <ns1:schemeClr val="tx1"/>
          </ns1:solidFill>
          <ns1:ln>
            <ns1:noFill/>
          </ns1:ln>
          <ns1:extLst/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en-US" sz="2700"/>
          </ns1:p>
        </ns0:txBody>
      </ns0:sp>
      <ns0:sp>
        <ns0:nvSpPr>
          <ns0:cNvPr id="60" name="Freeform 54"/>
          <ns0:cNvSpPr>
            <ns1:spLocks noEditPoints="1"/>
          </ns0:cNvSpPr>
          <ns0:nvPr/>
        </ns0:nvSpPr>
        <ns0:spPr bwMode="auto">
          <ns1:xfrm>
            <ns1:off x="3186114" y="3268664"/>
            <ns1:ext cx="320675" cy="320675"/>
          </ns1:xfrm>
          <ns1:custGeom>
            <ns1:avLst/>
            <ns1:gdLst>
              <ns1:gd name="T0" fmla="*/ 160 w 176"/>
              <ns1:gd name="T1" fmla="*/ 24 h 176"/>
              <ns1:gd name="T2" fmla="*/ 80 w 176"/>
              <ns1:gd name="T3" fmla="*/ 0 h 176"/>
              <ns1:gd name="T4" fmla="*/ 0 w 176"/>
              <ns1:gd name="T5" fmla="*/ 24 h 176"/>
              <ns1:gd name="T6" fmla="*/ 64 w 176"/>
              <ns1:gd name="T7" fmla="*/ 120 h 176"/>
              <ns1:gd name="T8" fmla="*/ 64 w 176"/>
              <ns1:gd name="T9" fmla="*/ 124 h 176"/>
              <ns1:gd name="T10" fmla="*/ 64 w 176"/>
              <ns1:gd name="T11" fmla="*/ 124 h 176"/>
              <ns1:gd name="T12" fmla="*/ 64 w 176"/>
              <ns1:gd name="T13" fmla="*/ 124 h 176"/>
              <ns1:gd name="T14" fmla="*/ 64 w 176"/>
              <ns1:gd name="T15" fmla="*/ 140 h 176"/>
              <ns1:gd name="T16" fmla="*/ 64 w 176"/>
              <ns1:gd name="T17" fmla="*/ 140 h 176"/>
              <ns1:gd name="T18" fmla="*/ 64 w 176"/>
              <ns1:gd name="T19" fmla="*/ 140 h 176"/>
              <ns1:gd name="T20" fmla="*/ 80 w 176"/>
              <ns1:gd name="T21" fmla="*/ 176 h 176"/>
              <ns1:gd name="T22" fmla="*/ 96 w 176"/>
              <ns1:gd name="T23" fmla="*/ 120 h 176"/>
              <ns1:gd name="T24" fmla="*/ 160 w 176"/>
              <ns1:gd name="T25" fmla="*/ 24 h 176"/>
              <ns1:gd name="T26" fmla="*/ 8 w 176"/>
              <ns1:gd name="T27" fmla="*/ 24 h 176"/>
              <ns1:gd name="T28" fmla="*/ 80 w 176"/>
              <ns1:gd name="T29" fmla="*/ 8 h 176"/>
              <ns1:gd name="T30" fmla="*/ 152 w 176"/>
              <ns1:gd name="T31" fmla="*/ 24 h 176"/>
              <ns1:gd name="T32" fmla="*/ 80 w 176"/>
              <ns1:gd name="T33" fmla="*/ 40 h 176"/>
              <ns1:gd name="T34" fmla="*/ 8 w 176"/>
              <ns1:gd name="T35" fmla="*/ 24 h 176"/>
              <ns1:gd name="T36" fmla="*/ 121 w 176"/>
              <ns1:gd name="T37" fmla="*/ 71 h 176"/>
              <ns1:gd name="T38" fmla="*/ 88 w 176"/>
              <ns1:gd name="T39" fmla="*/ 120 h 176"/>
              <ns1:gd name="T40" fmla="*/ 86 w 176"/>
              <ns1:gd name="T41" fmla="*/ 164 h 176"/>
              <ns1:gd name="T42" fmla="*/ 80 w 176"/>
              <ns1:gd name="T43" fmla="*/ 168 h 176"/>
              <ns1:gd name="T44" fmla="*/ 74 w 176"/>
              <ns1:gd name="T45" fmla="*/ 164 h 176"/>
              <ns1:gd name="T46" fmla="*/ 72 w 176"/>
              <ns1:gd name="T47" fmla="*/ 144 h 176"/>
              <ns1:gd name="T48" fmla="*/ 76 w 176"/>
              <ns1:gd name="T49" fmla="*/ 144 h 176"/>
              <ns1:gd name="T50" fmla="*/ 80 w 176"/>
              <ns1:gd name="T51" fmla="*/ 140 h 176"/>
              <ns1:gd name="T52" fmla="*/ 76 w 176"/>
              <ns1:gd name="T53" fmla="*/ 136 h 176"/>
              <ns1:gd name="T54" fmla="*/ 72 w 176"/>
              <ns1:gd name="T55" fmla="*/ 136 h 176"/>
              <ns1:gd name="T56" fmla="*/ 72 w 176"/>
              <ns1:gd name="T57" fmla="*/ 128 h 176"/>
              <ns1:gd name="T58" fmla="*/ 76 w 176"/>
              <ns1:gd name="T59" fmla="*/ 128 h 176"/>
              <ns1:gd name="T60" fmla="*/ 80 w 176"/>
              <ns1:gd name="T61" fmla="*/ 124 h 176"/>
              <ns1:gd name="T62" fmla="*/ 76 w 176"/>
              <ns1:gd name="T63" fmla="*/ 120 h 176"/>
              <ns1:gd name="T64" fmla="*/ 72 w 176"/>
              <ns1:gd name="T65" fmla="*/ 120 h 176"/>
              <ns1:gd name="T66" fmla="*/ 39 w 176"/>
              <ns1:gd name="T67" fmla="*/ 71 h 176"/>
              <ns1:gd name="T68" fmla="*/ 10 w 176"/>
              <ns1:gd name="T69" fmla="*/ 35 h 176"/>
              <ns1:gd name="T70" fmla="*/ 80 w 176"/>
              <ns1:gd name="T71" fmla="*/ 48 h 176"/>
              <ns1:gd name="T72" fmla="*/ 150 w 176"/>
              <ns1:gd name="T73" fmla="*/ 35 h 176"/>
              <ns1:gd name="T74" fmla="*/ 121 w 176"/>
              <ns1:gd name="T75" fmla="*/ 71 h 176"/>
              <ns1:gd name="T76" fmla="*/ 172 w 176"/>
              <ns1:gd name="T77" fmla="*/ 120 h 176"/>
              <ns1:gd name="T78" fmla="*/ 152 w 176"/>
              <ns1:gd name="T79" fmla="*/ 120 h 176"/>
              <ns1:gd name="T80" fmla="*/ 152 w 176"/>
              <ns1:gd name="T81" fmla="*/ 100 h 176"/>
              <ns1:gd name="T82" fmla="*/ 148 w 176"/>
              <ns1:gd name="T83" fmla="*/ 96 h 176"/>
              <ns1:gd name="T84" fmla="*/ 144 w 176"/>
              <ns1:gd name="T85" fmla="*/ 100 h 176"/>
              <ns1:gd name="T86" fmla="*/ 144 w 176"/>
              <ns1:gd name="T87" fmla="*/ 120 h 176"/>
              <ns1:gd name="T88" fmla="*/ 124 w 176"/>
              <ns1:gd name="T89" fmla="*/ 120 h 176"/>
              <ns1:gd name="T90" fmla="*/ 120 w 176"/>
              <ns1:gd name="T91" fmla="*/ 124 h 176"/>
              <ns1:gd name="T92" fmla="*/ 124 w 176"/>
              <ns1:gd name="T93" fmla="*/ 128 h 176"/>
              <ns1:gd name="T94" fmla="*/ 144 w 176"/>
              <ns1:gd name="T95" fmla="*/ 128 h 176"/>
              <ns1:gd name="T96" fmla="*/ 144 w 176"/>
              <ns1:gd name="T97" fmla="*/ 148 h 176"/>
              <ns1:gd name="T98" fmla="*/ 148 w 176"/>
              <ns1:gd name="T99" fmla="*/ 152 h 176"/>
              <ns1:gd name="T100" fmla="*/ 152 w 176"/>
              <ns1:gd name="T101" fmla="*/ 148 h 176"/>
              <ns1:gd name="T102" fmla="*/ 152 w 176"/>
              <ns1:gd name="T103" fmla="*/ 128 h 176"/>
              <ns1:gd name="T104" fmla="*/ 172 w 176"/>
              <ns1:gd name="T105" fmla="*/ 128 h 176"/>
              <ns1:gd name="T106" fmla="*/ 176 w 176"/>
              <ns1:gd name="T107" fmla="*/ 124 h 176"/>
              <ns1:gd name="T108" fmla="*/ 172 w 176"/>
              <ns1:gd name="T109" fmla="*/ 120 h 176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  <ns1:cxn ang="0">
                <ns1:pos x="T32" y="T33"/>
              </ns1:cxn>
              <ns1:cxn ang="0">
                <ns1:pos x="T34" y="T35"/>
              </ns1:cxn>
              <ns1:cxn ang="0">
                <ns1:pos x="T36" y="T37"/>
              </ns1:cxn>
              <ns1:cxn ang="0">
                <ns1:pos x="T38" y="T39"/>
              </ns1:cxn>
              <ns1:cxn ang="0">
                <ns1:pos x="T40" y="T41"/>
              </ns1:cxn>
              <ns1:cxn ang="0">
                <ns1:pos x="T42" y="T43"/>
              </ns1:cxn>
              <ns1:cxn ang="0">
                <ns1:pos x="T44" y="T45"/>
              </ns1:cxn>
              <ns1:cxn ang="0">
                <ns1:pos x="T46" y="T47"/>
              </ns1:cxn>
              <ns1:cxn ang="0">
                <ns1:pos x="T48" y="T49"/>
              </ns1:cxn>
              <ns1:cxn ang="0">
                <ns1:pos x="T50" y="T51"/>
              </ns1:cxn>
              <ns1:cxn ang="0">
                <ns1:pos x="T52" y="T53"/>
              </ns1:cxn>
              <ns1:cxn ang="0">
                <ns1:pos x="T54" y="T55"/>
              </ns1:cxn>
              <ns1:cxn ang="0">
                <ns1:pos x="T56" y="T57"/>
              </ns1:cxn>
              <ns1:cxn ang="0">
                <ns1:pos x="T58" y="T59"/>
              </ns1:cxn>
              <ns1:cxn ang="0">
                <ns1:pos x="T60" y="T61"/>
              </ns1:cxn>
              <ns1:cxn ang="0">
                <ns1:pos x="T62" y="T63"/>
              </ns1:cxn>
              <ns1:cxn ang="0">
                <ns1:pos x="T64" y="T65"/>
              </ns1:cxn>
              <ns1:cxn ang="0">
                <ns1:pos x="T66" y="T67"/>
              </ns1:cxn>
              <ns1:cxn ang="0">
                <ns1:pos x="T68" y="T69"/>
              </ns1:cxn>
              <ns1:cxn ang="0">
                <ns1:pos x="T70" y="T71"/>
              </ns1:cxn>
              <ns1:cxn ang="0">
                <ns1:pos x="T72" y="T73"/>
              </ns1:cxn>
              <ns1:cxn ang="0">
                <ns1:pos x="T74" y="T75"/>
              </ns1:cxn>
              <ns1:cxn ang="0">
                <ns1:pos x="T76" y="T77"/>
              </ns1:cxn>
              <ns1:cxn ang="0">
                <ns1:pos x="T78" y="T79"/>
              </ns1:cxn>
              <ns1:cxn ang="0">
                <ns1:pos x="T80" y="T81"/>
              </ns1:cxn>
              <ns1:cxn ang="0">
                <ns1:pos x="T82" y="T83"/>
              </ns1:cxn>
              <ns1:cxn ang="0">
                <ns1:pos x="T84" y="T85"/>
              </ns1:cxn>
              <ns1:cxn ang="0">
                <ns1:pos x="T86" y="T87"/>
              </ns1:cxn>
              <ns1:cxn ang="0">
                <ns1:pos x="T88" y="T89"/>
              </ns1:cxn>
              <ns1:cxn ang="0">
                <ns1:pos x="T90" y="T91"/>
              </ns1:cxn>
              <ns1:cxn ang="0">
                <ns1:pos x="T92" y="T93"/>
              </ns1:cxn>
              <ns1:cxn ang="0">
                <ns1:pos x="T94" y="T95"/>
              </ns1:cxn>
              <ns1:cxn ang="0">
                <ns1:pos x="T96" y="T97"/>
              </ns1:cxn>
              <ns1:cxn ang="0">
                <ns1:pos x="T98" y="T99"/>
              </ns1:cxn>
              <ns1:cxn ang="0">
                <ns1:pos x="T100" y="T101"/>
              </ns1:cxn>
              <ns1:cxn ang="0">
                <ns1:pos x="T102" y="T103"/>
              </ns1:cxn>
              <ns1:cxn ang="0">
                <ns1:pos x="T104" y="T105"/>
              </ns1:cxn>
              <ns1:cxn ang="0">
                <ns1:pos x="T106" y="T107"/>
              </ns1:cxn>
              <ns1:cxn ang="0">
                <ns1:pos x="T108" y="T109"/>
              </ns1:cxn>
            </ns1:cxnLst>
            <ns1:rect l="0" t="0" r="r" b="b"/>
            <ns1:pathLst>
              <ns1:path w="176" h="176">
                <ns1:moveTo>
                  <ns1:pt x="160" y="24"/>
                </ns1:moveTo>
                <ns1:cubicBezTo>
                  <ns1:pt x="160" y="11"/>
                  <ns1:pt x="124" y="0"/>
                  <ns1:pt x="80" y="0"/>
                </ns1:cubicBezTo>
                <ns1:cubicBezTo>
                  <ns1:pt x="36" y="0"/>
                  <ns1:pt x="0" y="11"/>
                  <ns1:pt x="0" y="24"/>
                </ns1:cubicBezTo>
                <ns1:cubicBezTo>
                  <ns1:pt x="0" y="72"/>
                  <ns1:pt x="64" y="80"/>
                  <ns1:pt x="64" y="120"/>
                </ns1:cubicBezTo>
                <ns1:cubicBezTo>
                  <ns1:pt x="64" y="121"/>
                  <ns1:pt x="64" y="123"/>
                  <ns1:pt x="64" y="124"/>
                </ns1:cubicBezTo>
                <ns1:cubicBezTo>
                  <ns1:pt x="64" y="124"/>
                  <ns1:pt x="64" y="124"/>
                  <ns1:pt x="64" y="124"/>
                </ns1:cubicBezTo>
                <ns1:cubicBezTo>
                  <ns1:pt x="64" y="124"/>
                  <ns1:pt x="64" y="124"/>
                  <ns1:pt x="64" y="124"/>
                </ns1:cubicBezTo>
                <ns1:cubicBezTo>
                  <ns1:pt x="64" y="130"/>
                  <ns1:pt x="64" y="135"/>
                  <ns1:pt x="64" y="140"/>
                </ns1:cubicBezTo>
                <ns1:cubicBezTo>
                  <ns1:pt x="64" y="140"/>
                  <ns1:pt x="64" y="140"/>
                  <ns1:pt x="64" y="140"/>
                </ns1:cubicBezTo>
                <ns1:cubicBezTo>
                  <ns1:pt x="64" y="140"/>
                  <ns1:pt x="64" y="140"/>
                  <ns1:pt x="64" y="140"/>
                </ns1:cubicBezTo>
                <ns1:cubicBezTo>
                  <ns1:pt x="64" y="170"/>
                  <ns1:pt x="67" y="176"/>
                  <ns1:pt x="80" y="176"/>
                </ns1:cubicBezTo>
                <ns1:cubicBezTo>
                  <ns1:pt x="96" y="176"/>
                  <ns1:pt x="96" y="168"/>
                  <ns1:pt x="96" y="120"/>
                </ns1:cubicBezTo>
                <ns1:cubicBezTo>
                  <ns1:pt x="96" y="80"/>
                  <ns1:pt x="160" y="72"/>
                  <ns1:pt x="160" y="24"/>
                </ns1:cubicBezTo>
                <ns1:moveTo>
                  <ns1:pt x="8" y="24"/>
                </ns1:moveTo>
                <ns1:cubicBezTo>
                  <ns1:pt x="8" y="15"/>
                  <ns1:pt x="40" y="8"/>
                  <ns1:pt x="80" y="8"/>
                </ns1:cubicBezTo>
                <ns1:cubicBezTo>
                  <ns1:pt x="120" y="8"/>
                  <ns1:pt x="152" y="15"/>
                  <ns1:pt x="152" y="24"/>
                </ns1:cubicBezTo>
                <ns1:cubicBezTo>
                  <ns1:pt x="152" y="33"/>
                  <ns1:pt x="120" y="40"/>
                  <ns1:pt x="80" y="40"/>
                </ns1:cubicBezTo>
                <ns1:cubicBezTo>
                  <ns1:pt x="40" y="40"/>
                  <ns1:pt x="8" y="33"/>
                  <ns1:pt x="8" y="24"/>
                </ns1:cubicBezTo>
                <ns1:moveTo>
                  <ns1:pt x="121" y="71"/>
                </ns1:moveTo>
                <ns1:cubicBezTo>
                  <ns1:pt x="105" y="84"/>
                  <ns1:pt x="88" y="97"/>
                  <ns1:pt x="88" y="120"/>
                </ns1:cubicBezTo>
                <ns1:cubicBezTo>
                  <ns1:pt x="88" y="143"/>
                  <ns1:pt x="88" y="157"/>
                  <ns1:pt x="86" y="164"/>
                </ns1:cubicBezTo>
                <ns1:cubicBezTo>
                  <ns1:pt x="85" y="168"/>
                  <ns1:pt x="85" y="168"/>
                  <ns1:pt x="80" y="168"/>
                </ns1:cubicBezTo>
                <ns1:cubicBezTo>
                  <ns1:pt x="75" y="168"/>
                  <ns1:pt x="75" y="168"/>
                  <ns1:pt x="74" y="164"/>
                </ns1:cubicBezTo>
                <ns1:cubicBezTo>
                  <ns1:pt x="73" y="160"/>
                  <ns1:pt x="72" y="153"/>
                  <ns1:pt x="72" y="144"/>
                </ns1:cubicBezTo>
                <ns1:cubicBezTo>
                  <ns1:pt x="76" y="144"/>
                  <ns1:pt x="76" y="144"/>
                  <ns1:pt x="76" y="144"/>
                </ns1:cubicBezTo>
                <ns1:cubicBezTo>
                  <ns1:pt x="78" y="144"/>
                  <ns1:pt x="80" y="142"/>
                  <ns1:pt x="80" y="140"/>
                </ns1:cubicBezTo>
                <ns1:cubicBezTo>
                  <ns1:pt x="80" y="138"/>
                  <ns1:pt x="78" y="136"/>
                  <ns1:pt x="76" y="136"/>
                </ns1:cubicBezTo>
                <ns1:cubicBezTo>
                  <ns1:pt x="72" y="136"/>
                  <ns1:pt x="72" y="136"/>
                  <ns1:pt x="72" y="136"/>
                </ns1:cubicBezTo>
                <ns1:cubicBezTo>
                  <ns1:pt x="72" y="133"/>
                  <ns1:pt x="72" y="131"/>
                  <ns1:pt x="72" y="128"/>
                </ns1:cubicBezTo>
                <ns1:cubicBezTo>
                  <ns1:pt x="76" y="128"/>
                  <ns1:pt x="76" y="128"/>
                  <ns1:pt x="76" y="128"/>
                </ns1:cubicBezTo>
                <ns1:cubicBezTo>
                  <ns1:pt x="78" y="128"/>
                  <ns1:pt x="80" y="126"/>
                  <ns1:pt x="80" y="124"/>
                </ns1:cubicBezTo>
                <ns1:cubicBezTo>
                  <ns1:pt x="80" y="122"/>
                  <ns1:pt x="78" y="120"/>
                  <ns1:pt x="76" y="120"/>
                </ns1:cubicBezTo>
                <ns1:cubicBezTo>
                  <ns1:pt x="72" y="120"/>
                  <ns1:pt x="72" y="120"/>
                  <ns1:pt x="72" y="120"/>
                </ns1:cubicBezTo>
                <ns1:cubicBezTo>
                  <ns1:pt x="72" y="97"/>
                  <ns1:pt x="55" y="84"/>
                  <ns1:pt x="39" y="71"/>
                </ns1:cubicBezTo>
                <ns1:cubicBezTo>
                  <ns1:pt x="26" y="60"/>
                  <ns1:pt x="14" y="50"/>
                  <ns1:pt x="10" y="35"/>
                </ns1:cubicBezTo>
                <ns1:cubicBezTo>
                  <ns1:pt x="23" y="43"/>
                  <ns1:pt x="50" y="48"/>
                  <ns1:pt x="80" y="48"/>
                </ns1:cubicBezTo>
                <ns1:cubicBezTo>
                  <ns1:pt x="110" y="48"/>
                  <ns1:pt x="137" y="43"/>
                  <ns1:pt x="150" y="35"/>
                </ns1:cubicBezTo>
                <ns1:cubicBezTo>
                  <ns1:pt x="146" y="50"/>
                  <ns1:pt x="134" y="60"/>
                  <ns1:pt x="121" y="71"/>
                </ns1:cubicBezTo>
                <ns1:moveTo>
                  <ns1:pt x="172" y="120"/>
                </ns1:moveTo>
                <ns1:cubicBezTo>
                  <ns1:pt x="152" y="120"/>
                  <ns1:pt x="152" y="120"/>
                  <ns1:pt x="152" y="120"/>
                </ns1:cubicBezTo>
                <ns1:cubicBezTo>
                  <ns1:pt x="152" y="100"/>
                  <ns1:pt x="152" y="100"/>
                  <ns1:pt x="152" y="100"/>
                </ns1:cubicBezTo>
                <ns1:cubicBezTo>
                  <ns1:pt x="152" y="98"/>
                  <ns1:pt x="150" y="96"/>
                  <ns1:pt x="148" y="96"/>
                </ns1:cubicBezTo>
                <ns1:cubicBezTo>
                  <ns1:pt x="146" y="96"/>
                  <ns1:pt x="144" y="98"/>
                  <ns1:pt x="144" y="100"/>
                </ns1:cubicBezTo>
                <ns1:cubicBezTo>
                  <ns1:pt x="144" y="120"/>
                  <ns1:pt x="144" y="120"/>
                  <ns1:pt x="144" y="120"/>
                </ns1:cubicBezTo>
                <ns1:cubicBezTo>
                  <ns1:pt x="124" y="120"/>
                  <ns1:pt x="124" y="120"/>
                  <ns1:pt x="124" y="120"/>
                </ns1:cubicBezTo>
                <ns1:cubicBezTo>
                  <ns1:pt x="122" y="120"/>
                  <ns1:pt x="120" y="122"/>
                  <ns1:pt x="120" y="124"/>
                </ns1:cubicBezTo>
                <ns1:cubicBezTo>
                  <ns1:pt x="120" y="126"/>
                  <ns1:pt x="122" y="128"/>
                  <ns1:pt x="124" y="128"/>
                </ns1:cubicBezTo>
                <ns1:cubicBezTo>
                  <ns1:pt x="144" y="128"/>
                  <ns1:pt x="144" y="128"/>
                  <ns1:pt x="144" y="128"/>
                </ns1:cubicBezTo>
                <ns1:cubicBezTo>
                  <ns1:pt x="144" y="148"/>
                  <ns1:pt x="144" y="148"/>
                  <ns1:pt x="144" y="148"/>
                </ns1:cubicBezTo>
                <ns1:cubicBezTo>
                  <ns1:pt x="144" y="150"/>
                  <ns1:pt x="146" y="152"/>
                  <ns1:pt x="148" y="152"/>
                </ns1:cubicBezTo>
                <ns1:cubicBezTo>
                  <ns1:pt x="150" y="152"/>
                  <ns1:pt x="152" y="150"/>
                  <ns1:pt x="152" y="148"/>
                </ns1:cubicBezTo>
                <ns1:cubicBezTo>
                  <ns1:pt x="152" y="128"/>
                  <ns1:pt x="152" y="128"/>
                  <ns1:pt x="152" y="128"/>
                </ns1:cubicBezTo>
                <ns1:cubicBezTo>
                  <ns1:pt x="172" y="128"/>
                  <ns1:pt x="172" y="128"/>
                  <ns1:pt x="172" y="128"/>
                </ns1:cubicBezTo>
                <ns1:cubicBezTo>
                  <ns1:pt x="174" y="128"/>
                  <ns1:pt x="176" y="126"/>
                  <ns1:pt x="176" y="124"/>
                </ns1:cubicBezTo>
                <ns1:cubicBezTo>
                  <ns1:pt x="176" y="122"/>
                  <ns1:pt x="174" y="120"/>
                  <ns1:pt x="172" y="120"/>
                </ns1:cubicBezTo>
              </ns1:path>
            </ns1:pathLst>
          </ns1:custGeom>
          <ns1:solidFill>
            <ns1:schemeClr val="tx1"/>
          </ns1:solidFill>
          <ns1:ln>
            <ns1:noFill/>
          </ns1:ln>
          <ns1:extLst/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en-US" sz="2700"/>
          </ns1:p>
        </ns0:txBody>
      </ns0:sp>
      <ns0:sp>
        <ns0:nvSpPr>
          <ns0:cNvPr id="61" name="Freeform 55"/>
          <ns0:cNvSpPr>
            <ns1:spLocks noEditPoints="1"/>
          </ns0:cNvSpPr>
          <ns0:nvPr/>
        </ns0:nvSpPr>
        <ns0:spPr bwMode="auto">
          <ns1:xfrm>
            <ns1:off x="3797301" y="3268664"/>
            <ns1:ext cx="320675" cy="320675"/>
          </ns1:xfrm>
          <ns1:custGeom>
            <ns1:avLst/>
            <ns1:gdLst>
              <ns1:gd name="T0" fmla="*/ 160 w 176"/>
              <ns1:gd name="T1" fmla="*/ 24 h 176"/>
              <ns1:gd name="T2" fmla="*/ 80 w 176"/>
              <ns1:gd name="T3" fmla="*/ 0 h 176"/>
              <ns1:gd name="T4" fmla="*/ 0 w 176"/>
              <ns1:gd name="T5" fmla="*/ 24 h 176"/>
              <ns1:gd name="T6" fmla="*/ 64 w 176"/>
              <ns1:gd name="T7" fmla="*/ 120 h 176"/>
              <ns1:gd name="T8" fmla="*/ 64 w 176"/>
              <ns1:gd name="T9" fmla="*/ 124 h 176"/>
              <ns1:gd name="T10" fmla="*/ 64 w 176"/>
              <ns1:gd name="T11" fmla="*/ 124 h 176"/>
              <ns1:gd name="T12" fmla="*/ 64 w 176"/>
              <ns1:gd name="T13" fmla="*/ 124 h 176"/>
              <ns1:gd name="T14" fmla="*/ 64 w 176"/>
              <ns1:gd name="T15" fmla="*/ 140 h 176"/>
              <ns1:gd name="T16" fmla="*/ 64 w 176"/>
              <ns1:gd name="T17" fmla="*/ 140 h 176"/>
              <ns1:gd name="T18" fmla="*/ 64 w 176"/>
              <ns1:gd name="T19" fmla="*/ 140 h 176"/>
              <ns1:gd name="T20" fmla="*/ 80 w 176"/>
              <ns1:gd name="T21" fmla="*/ 176 h 176"/>
              <ns1:gd name="T22" fmla="*/ 96 w 176"/>
              <ns1:gd name="T23" fmla="*/ 120 h 176"/>
              <ns1:gd name="T24" fmla="*/ 160 w 176"/>
              <ns1:gd name="T25" fmla="*/ 24 h 176"/>
              <ns1:gd name="T26" fmla="*/ 8 w 176"/>
              <ns1:gd name="T27" fmla="*/ 24 h 176"/>
              <ns1:gd name="T28" fmla="*/ 80 w 176"/>
              <ns1:gd name="T29" fmla="*/ 8 h 176"/>
              <ns1:gd name="T30" fmla="*/ 152 w 176"/>
              <ns1:gd name="T31" fmla="*/ 24 h 176"/>
              <ns1:gd name="T32" fmla="*/ 80 w 176"/>
              <ns1:gd name="T33" fmla="*/ 40 h 176"/>
              <ns1:gd name="T34" fmla="*/ 8 w 176"/>
              <ns1:gd name="T35" fmla="*/ 24 h 176"/>
              <ns1:gd name="T36" fmla="*/ 121 w 176"/>
              <ns1:gd name="T37" fmla="*/ 71 h 176"/>
              <ns1:gd name="T38" fmla="*/ 88 w 176"/>
              <ns1:gd name="T39" fmla="*/ 120 h 176"/>
              <ns1:gd name="T40" fmla="*/ 86 w 176"/>
              <ns1:gd name="T41" fmla="*/ 164 h 176"/>
              <ns1:gd name="T42" fmla="*/ 80 w 176"/>
              <ns1:gd name="T43" fmla="*/ 168 h 176"/>
              <ns1:gd name="T44" fmla="*/ 74 w 176"/>
              <ns1:gd name="T45" fmla="*/ 164 h 176"/>
              <ns1:gd name="T46" fmla="*/ 72 w 176"/>
              <ns1:gd name="T47" fmla="*/ 144 h 176"/>
              <ns1:gd name="T48" fmla="*/ 76 w 176"/>
              <ns1:gd name="T49" fmla="*/ 144 h 176"/>
              <ns1:gd name="T50" fmla="*/ 80 w 176"/>
              <ns1:gd name="T51" fmla="*/ 140 h 176"/>
              <ns1:gd name="T52" fmla="*/ 76 w 176"/>
              <ns1:gd name="T53" fmla="*/ 136 h 176"/>
              <ns1:gd name="T54" fmla="*/ 72 w 176"/>
              <ns1:gd name="T55" fmla="*/ 136 h 176"/>
              <ns1:gd name="T56" fmla="*/ 72 w 176"/>
              <ns1:gd name="T57" fmla="*/ 128 h 176"/>
              <ns1:gd name="T58" fmla="*/ 76 w 176"/>
              <ns1:gd name="T59" fmla="*/ 128 h 176"/>
              <ns1:gd name="T60" fmla="*/ 80 w 176"/>
              <ns1:gd name="T61" fmla="*/ 124 h 176"/>
              <ns1:gd name="T62" fmla="*/ 76 w 176"/>
              <ns1:gd name="T63" fmla="*/ 120 h 176"/>
              <ns1:gd name="T64" fmla="*/ 72 w 176"/>
              <ns1:gd name="T65" fmla="*/ 120 h 176"/>
              <ns1:gd name="T66" fmla="*/ 39 w 176"/>
              <ns1:gd name="T67" fmla="*/ 71 h 176"/>
              <ns1:gd name="T68" fmla="*/ 10 w 176"/>
              <ns1:gd name="T69" fmla="*/ 35 h 176"/>
              <ns1:gd name="T70" fmla="*/ 80 w 176"/>
              <ns1:gd name="T71" fmla="*/ 48 h 176"/>
              <ns1:gd name="T72" fmla="*/ 150 w 176"/>
              <ns1:gd name="T73" fmla="*/ 35 h 176"/>
              <ns1:gd name="T74" fmla="*/ 121 w 176"/>
              <ns1:gd name="T75" fmla="*/ 71 h 176"/>
              <ns1:gd name="T76" fmla="*/ 172 w 176"/>
              <ns1:gd name="T77" fmla="*/ 120 h 176"/>
              <ns1:gd name="T78" fmla="*/ 124 w 176"/>
              <ns1:gd name="T79" fmla="*/ 120 h 176"/>
              <ns1:gd name="T80" fmla="*/ 120 w 176"/>
              <ns1:gd name="T81" fmla="*/ 124 h 176"/>
              <ns1:gd name="T82" fmla="*/ 124 w 176"/>
              <ns1:gd name="T83" fmla="*/ 128 h 176"/>
              <ns1:gd name="T84" fmla="*/ 172 w 176"/>
              <ns1:gd name="T85" fmla="*/ 128 h 176"/>
              <ns1:gd name="T86" fmla="*/ 176 w 176"/>
              <ns1:gd name="T87" fmla="*/ 124 h 176"/>
              <ns1:gd name="T88" fmla="*/ 172 w 176"/>
              <ns1:gd name="T89" fmla="*/ 120 h 176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  <ns1:cxn ang="0">
                <ns1:pos x="T32" y="T33"/>
              </ns1:cxn>
              <ns1:cxn ang="0">
                <ns1:pos x="T34" y="T35"/>
              </ns1:cxn>
              <ns1:cxn ang="0">
                <ns1:pos x="T36" y="T37"/>
              </ns1:cxn>
              <ns1:cxn ang="0">
                <ns1:pos x="T38" y="T39"/>
              </ns1:cxn>
              <ns1:cxn ang="0">
                <ns1:pos x="T40" y="T41"/>
              </ns1:cxn>
              <ns1:cxn ang="0">
                <ns1:pos x="T42" y="T43"/>
              </ns1:cxn>
              <ns1:cxn ang="0">
                <ns1:pos x="T44" y="T45"/>
              </ns1:cxn>
              <ns1:cxn ang="0">
                <ns1:pos x="T46" y="T47"/>
              </ns1:cxn>
              <ns1:cxn ang="0">
                <ns1:pos x="T48" y="T49"/>
              </ns1:cxn>
              <ns1:cxn ang="0">
                <ns1:pos x="T50" y="T51"/>
              </ns1:cxn>
              <ns1:cxn ang="0">
                <ns1:pos x="T52" y="T53"/>
              </ns1:cxn>
              <ns1:cxn ang="0">
                <ns1:pos x="T54" y="T55"/>
              </ns1:cxn>
              <ns1:cxn ang="0">
                <ns1:pos x="T56" y="T57"/>
              </ns1:cxn>
              <ns1:cxn ang="0">
                <ns1:pos x="T58" y="T59"/>
              </ns1:cxn>
              <ns1:cxn ang="0">
                <ns1:pos x="T60" y="T61"/>
              </ns1:cxn>
              <ns1:cxn ang="0">
                <ns1:pos x="T62" y="T63"/>
              </ns1:cxn>
              <ns1:cxn ang="0">
                <ns1:pos x="T64" y="T65"/>
              </ns1:cxn>
              <ns1:cxn ang="0">
                <ns1:pos x="T66" y="T67"/>
              </ns1:cxn>
              <ns1:cxn ang="0">
                <ns1:pos x="T68" y="T69"/>
              </ns1:cxn>
              <ns1:cxn ang="0">
                <ns1:pos x="T70" y="T71"/>
              </ns1:cxn>
              <ns1:cxn ang="0">
                <ns1:pos x="T72" y="T73"/>
              </ns1:cxn>
              <ns1:cxn ang="0">
                <ns1:pos x="T74" y="T75"/>
              </ns1:cxn>
              <ns1:cxn ang="0">
                <ns1:pos x="T76" y="T77"/>
              </ns1:cxn>
              <ns1:cxn ang="0">
                <ns1:pos x="T78" y="T79"/>
              </ns1:cxn>
              <ns1:cxn ang="0">
                <ns1:pos x="T80" y="T81"/>
              </ns1:cxn>
              <ns1:cxn ang="0">
                <ns1:pos x="T82" y="T83"/>
              </ns1:cxn>
              <ns1:cxn ang="0">
                <ns1:pos x="T84" y="T85"/>
              </ns1:cxn>
              <ns1:cxn ang="0">
                <ns1:pos x="T86" y="T87"/>
              </ns1:cxn>
              <ns1:cxn ang="0">
                <ns1:pos x="T88" y="T89"/>
              </ns1:cxn>
            </ns1:cxnLst>
            <ns1:rect l="0" t="0" r="r" b="b"/>
            <ns1:pathLst>
              <ns1:path w="176" h="176">
                <ns1:moveTo>
                  <ns1:pt x="160" y="24"/>
                </ns1:moveTo>
                <ns1:cubicBezTo>
                  <ns1:pt x="160" y="11"/>
                  <ns1:pt x="124" y="0"/>
                  <ns1:pt x="80" y="0"/>
                </ns1:cubicBezTo>
                <ns1:cubicBezTo>
                  <ns1:pt x="36" y="0"/>
                  <ns1:pt x="0" y="11"/>
                  <ns1:pt x="0" y="24"/>
                </ns1:cubicBezTo>
                <ns1:cubicBezTo>
                  <ns1:pt x="0" y="72"/>
                  <ns1:pt x="64" y="80"/>
                  <ns1:pt x="64" y="120"/>
                </ns1:cubicBezTo>
                <ns1:cubicBezTo>
                  <ns1:pt x="64" y="121"/>
                  <ns1:pt x="64" y="123"/>
                  <ns1:pt x="64" y="124"/>
                </ns1:cubicBezTo>
                <ns1:cubicBezTo>
                  <ns1:pt x="64" y="124"/>
                  <ns1:pt x="64" y="124"/>
                  <ns1:pt x="64" y="124"/>
                </ns1:cubicBezTo>
                <ns1:cubicBezTo>
                  <ns1:pt x="64" y="124"/>
                  <ns1:pt x="64" y="124"/>
                  <ns1:pt x="64" y="124"/>
                </ns1:cubicBezTo>
                <ns1:cubicBezTo>
                  <ns1:pt x="64" y="130"/>
                  <ns1:pt x="64" y="135"/>
                  <ns1:pt x="64" y="140"/>
                </ns1:cubicBezTo>
                <ns1:cubicBezTo>
                  <ns1:pt x="64" y="140"/>
                  <ns1:pt x="64" y="140"/>
                  <ns1:pt x="64" y="140"/>
                </ns1:cubicBezTo>
                <ns1:cubicBezTo>
                  <ns1:pt x="64" y="140"/>
                  <ns1:pt x="64" y="140"/>
                  <ns1:pt x="64" y="140"/>
                </ns1:cubicBezTo>
                <ns1:cubicBezTo>
                  <ns1:pt x="64" y="170"/>
                  <ns1:pt x="67" y="176"/>
                  <ns1:pt x="80" y="176"/>
                </ns1:cubicBezTo>
                <ns1:cubicBezTo>
                  <ns1:pt x="96" y="176"/>
                  <ns1:pt x="96" y="168"/>
                  <ns1:pt x="96" y="120"/>
                </ns1:cubicBezTo>
                <ns1:cubicBezTo>
                  <ns1:pt x="96" y="80"/>
                  <ns1:pt x="160" y="72"/>
                  <ns1:pt x="160" y="24"/>
                </ns1:cubicBezTo>
                <ns1:moveTo>
                  <ns1:pt x="8" y="24"/>
                </ns1:moveTo>
                <ns1:cubicBezTo>
                  <ns1:pt x="8" y="15"/>
                  <ns1:pt x="40" y="8"/>
                  <ns1:pt x="80" y="8"/>
                </ns1:cubicBezTo>
                <ns1:cubicBezTo>
                  <ns1:pt x="120" y="8"/>
                  <ns1:pt x="152" y="15"/>
                  <ns1:pt x="152" y="24"/>
                </ns1:cubicBezTo>
                <ns1:cubicBezTo>
                  <ns1:pt x="152" y="33"/>
                  <ns1:pt x="120" y="40"/>
                  <ns1:pt x="80" y="40"/>
                </ns1:cubicBezTo>
                <ns1:cubicBezTo>
                  <ns1:pt x="40" y="40"/>
                  <ns1:pt x="8" y="33"/>
                  <ns1:pt x="8" y="24"/>
                </ns1:cubicBezTo>
                <ns1:moveTo>
                  <ns1:pt x="121" y="71"/>
                </ns1:moveTo>
                <ns1:cubicBezTo>
                  <ns1:pt x="105" y="84"/>
                  <ns1:pt x="88" y="97"/>
                  <ns1:pt x="88" y="120"/>
                </ns1:cubicBezTo>
                <ns1:cubicBezTo>
                  <ns1:pt x="88" y="143"/>
                  <ns1:pt x="88" y="157"/>
                  <ns1:pt x="86" y="164"/>
                </ns1:cubicBezTo>
                <ns1:cubicBezTo>
                  <ns1:pt x="85" y="168"/>
                  <ns1:pt x="85" y="168"/>
                  <ns1:pt x="80" y="168"/>
                </ns1:cubicBezTo>
                <ns1:cubicBezTo>
                  <ns1:pt x="75" y="168"/>
                  <ns1:pt x="75" y="168"/>
                  <ns1:pt x="74" y="164"/>
                </ns1:cubicBezTo>
                <ns1:cubicBezTo>
                  <ns1:pt x="73" y="160"/>
                  <ns1:pt x="72" y="153"/>
                  <ns1:pt x="72" y="144"/>
                </ns1:cubicBezTo>
                <ns1:cubicBezTo>
                  <ns1:pt x="76" y="144"/>
                  <ns1:pt x="76" y="144"/>
                  <ns1:pt x="76" y="144"/>
                </ns1:cubicBezTo>
                <ns1:cubicBezTo>
                  <ns1:pt x="78" y="144"/>
                  <ns1:pt x="80" y="142"/>
                  <ns1:pt x="80" y="140"/>
                </ns1:cubicBezTo>
                <ns1:cubicBezTo>
                  <ns1:pt x="80" y="138"/>
                  <ns1:pt x="78" y="136"/>
                  <ns1:pt x="76" y="136"/>
                </ns1:cubicBezTo>
                <ns1:cubicBezTo>
                  <ns1:pt x="72" y="136"/>
                  <ns1:pt x="72" y="136"/>
                  <ns1:pt x="72" y="136"/>
                </ns1:cubicBezTo>
                <ns1:cubicBezTo>
                  <ns1:pt x="72" y="133"/>
                  <ns1:pt x="72" y="131"/>
                  <ns1:pt x="72" y="128"/>
                </ns1:cubicBezTo>
                <ns1:cubicBezTo>
                  <ns1:pt x="76" y="128"/>
                  <ns1:pt x="76" y="128"/>
                  <ns1:pt x="76" y="128"/>
                </ns1:cubicBezTo>
                <ns1:cubicBezTo>
                  <ns1:pt x="78" y="128"/>
                  <ns1:pt x="80" y="126"/>
                  <ns1:pt x="80" y="124"/>
                </ns1:cubicBezTo>
                <ns1:cubicBezTo>
                  <ns1:pt x="80" y="122"/>
                  <ns1:pt x="78" y="120"/>
                  <ns1:pt x="76" y="120"/>
                </ns1:cubicBezTo>
                <ns1:cubicBezTo>
                  <ns1:pt x="72" y="120"/>
                  <ns1:pt x="72" y="120"/>
                  <ns1:pt x="72" y="120"/>
                </ns1:cubicBezTo>
                <ns1:cubicBezTo>
                  <ns1:pt x="72" y="97"/>
                  <ns1:pt x="55" y="84"/>
                  <ns1:pt x="39" y="71"/>
                </ns1:cubicBezTo>
                <ns1:cubicBezTo>
                  <ns1:pt x="26" y="60"/>
                  <ns1:pt x="14" y="50"/>
                  <ns1:pt x="10" y="35"/>
                </ns1:cubicBezTo>
                <ns1:cubicBezTo>
                  <ns1:pt x="23" y="43"/>
                  <ns1:pt x="50" y="48"/>
                  <ns1:pt x="80" y="48"/>
                </ns1:cubicBezTo>
                <ns1:cubicBezTo>
                  <ns1:pt x="110" y="48"/>
                  <ns1:pt x="137" y="43"/>
                  <ns1:pt x="150" y="35"/>
                </ns1:cubicBezTo>
                <ns1:cubicBezTo>
                  <ns1:pt x="146" y="50"/>
                  <ns1:pt x="134" y="60"/>
                  <ns1:pt x="121" y="71"/>
                </ns1:cubicBezTo>
                <ns1:moveTo>
                  <ns1:pt x="172" y="120"/>
                </ns1:moveTo>
                <ns1:cubicBezTo>
                  <ns1:pt x="124" y="120"/>
                  <ns1:pt x="124" y="120"/>
                  <ns1:pt x="124" y="120"/>
                </ns1:cubicBezTo>
                <ns1:cubicBezTo>
                  <ns1:pt x="122" y="120"/>
                  <ns1:pt x="120" y="122"/>
                  <ns1:pt x="120" y="124"/>
                </ns1:cubicBezTo>
                <ns1:cubicBezTo>
                  <ns1:pt x="120" y="126"/>
                  <ns1:pt x="122" y="128"/>
                  <ns1:pt x="124" y="128"/>
                </ns1:cubicBezTo>
                <ns1:cubicBezTo>
                  <ns1:pt x="172" y="128"/>
                  <ns1:pt x="172" y="128"/>
                  <ns1:pt x="172" y="128"/>
                </ns1:cubicBezTo>
                <ns1:cubicBezTo>
                  <ns1:pt x="174" y="128"/>
                  <ns1:pt x="176" y="126"/>
                  <ns1:pt x="176" y="124"/>
                </ns1:cubicBezTo>
                <ns1:cubicBezTo>
                  <ns1:pt x="176" y="122"/>
                  <ns1:pt x="174" y="120"/>
                  <ns1:pt x="172" y="120"/>
                </ns1:cubicBezTo>
              </ns1:path>
            </ns1:pathLst>
          </ns1:custGeom>
          <ns1:solidFill>
            <ns1:schemeClr val="tx1"/>
          </ns1:solidFill>
          <ns1:ln>
            <ns1:noFill/>
          </ns1:ln>
          <ns1:extLst/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en-US" sz="2700"/>
          </ns1:p>
        </ns0:txBody>
      </ns0:sp>
      <ns0:sp>
        <ns0:nvSpPr>
          <ns0:cNvPr id="62" name="Freeform 56"/>
          <ns0:cNvSpPr>
            <ns1:spLocks noEditPoints="1"/>
          </ns0:cNvSpPr>
          <ns0:nvPr/>
        </ns0:nvSpPr>
        <ns0:spPr bwMode="auto">
          <ns1:xfrm>
            <ns1:off x="4422775" y="3268664"/>
            <ns1:ext cx="292100" cy="320675"/>
          </ns1:xfrm>
          <ns1:custGeom>
            <ns1:avLst/>
            <ns1:gdLst>
              <ns1:gd name="T0" fmla="*/ 156 w 160"/>
              <ns1:gd name="T1" fmla="*/ 0 h 176"/>
              <ns1:gd name="T2" fmla="*/ 155 w 160"/>
              <ns1:gd name="T3" fmla="*/ 0 h 176"/>
              <ns1:gd name="T4" fmla="*/ 155 w 160"/>
              <ns1:gd name="T5" fmla="*/ 0 h 176"/>
              <ns1:gd name="T6" fmla="*/ 51 w 160"/>
              <ns1:gd name="T7" fmla="*/ 16 h 176"/>
              <ns1:gd name="T8" fmla="*/ 51 w 160"/>
              <ns1:gd name="T9" fmla="*/ 16 h 176"/>
              <ns1:gd name="T10" fmla="*/ 48 w 160"/>
              <ns1:gd name="T11" fmla="*/ 20 h 176"/>
              <ns1:gd name="T12" fmla="*/ 48 w 160"/>
              <ns1:gd name="T13" fmla="*/ 140 h 176"/>
              <ns1:gd name="T14" fmla="*/ 36 w 160"/>
              <ns1:gd name="T15" fmla="*/ 136 h 176"/>
              <ns1:gd name="T16" fmla="*/ 20 w 160"/>
              <ns1:gd name="T17" fmla="*/ 136 h 176"/>
              <ns1:gd name="T18" fmla="*/ 0 w 160"/>
              <ns1:gd name="T19" fmla="*/ 156 h 176"/>
              <ns1:gd name="T20" fmla="*/ 20 w 160"/>
              <ns1:gd name="T21" fmla="*/ 176 h 176"/>
              <ns1:gd name="T22" fmla="*/ 36 w 160"/>
              <ns1:gd name="T23" fmla="*/ 176 h 176"/>
              <ns1:gd name="T24" fmla="*/ 56 w 160"/>
              <ns1:gd name="T25" fmla="*/ 156 h 176"/>
              <ns1:gd name="T26" fmla="*/ 56 w 160"/>
              <ns1:gd name="T27" fmla="*/ 63 h 176"/>
              <ns1:gd name="T28" fmla="*/ 152 w 160"/>
              <ns1:gd name="T29" fmla="*/ 49 h 176"/>
              <ns1:gd name="T30" fmla="*/ 152 w 160"/>
              <ns1:gd name="T31" fmla="*/ 116 h 176"/>
              <ns1:gd name="T32" fmla="*/ 140 w 160"/>
              <ns1:gd name="T33" fmla="*/ 112 h 176"/>
              <ns1:gd name="T34" fmla="*/ 124 w 160"/>
              <ns1:gd name="T35" fmla="*/ 112 h 176"/>
              <ns1:gd name="T36" fmla="*/ 104 w 160"/>
              <ns1:gd name="T37" fmla="*/ 132 h 176"/>
              <ns1:gd name="T38" fmla="*/ 124 w 160"/>
              <ns1:gd name="T39" fmla="*/ 152 h 176"/>
              <ns1:gd name="T40" fmla="*/ 140 w 160"/>
              <ns1:gd name="T41" fmla="*/ 152 h 176"/>
              <ns1:gd name="T42" fmla="*/ 160 w 160"/>
              <ns1:gd name="T43" fmla="*/ 132 h 176"/>
              <ns1:gd name="T44" fmla="*/ 160 w 160"/>
              <ns1:gd name="T45" fmla="*/ 4 h 176"/>
              <ns1:gd name="T46" fmla="*/ 156 w 160"/>
              <ns1:gd name="T47" fmla="*/ 0 h 176"/>
              <ns1:gd name="T48" fmla="*/ 36 w 160"/>
              <ns1:gd name="T49" fmla="*/ 168 h 176"/>
              <ns1:gd name="T50" fmla="*/ 20 w 160"/>
              <ns1:gd name="T51" fmla="*/ 168 h 176"/>
              <ns1:gd name="T52" fmla="*/ 8 w 160"/>
              <ns1:gd name="T53" fmla="*/ 156 h 176"/>
              <ns1:gd name="T54" fmla="*/ 20 w 160"/>
              <ns1:gd name="T55" fmla="*/ 144 h 176"/>
              <ns1:gd name="T56" fmla="*/ 36 w 160"/>
              <ns1:gd name="T57" fmla="*/ 144 h 176"/>
              <ns1:gd name="T58" fmla="*/ 48 w 160"/>
              <ns1:gd name="T59" fmla="*/ 156 h 176"/>
              <ns1:gd name="T60" fmla="*/ 36 w 160"/>
              <ns1:gd name="T61" fmla="*/ 168 h 176"/>
              <ns1:gd name="T62" fmla="*/ 140 w 160"/>
              <ns1:gd name="T63" fmla="*/ 144 h 176"/>
              <ns1:gd name="T64" fmla="*/ 124 w 160"/>
              <ns1:gd name="T65" fmla="*/ 144 h 176"/>
              <ns1:gd name="T66" fmla="*/ 112 w 160"/>
              <ns1:gd name="T67" fmla="*/ 132 h 176"/>
              <ns1:gd name="T68" fmla="*/ 124 w 160"/>
              <ns1:gd name="T69" fmla="*/ 120 h 176"/>
              <ns1:gd name="T70" fmla="*/ 140 w 160"/>
              <ns1:gd name="T71" fmla="*/ 120 h 176"/>
              <ns1:gd name="T72" fmla="*/ 152 w 160"/>
              <ns1:gd name="T73" fmla="*/ 132 h 176"/>
              <ns1:gd name="T74" fmla="*/ 140 w 160"/>
              <ns1:gd name="T75" fmla="*/ 144 h 176"/>
              <ns1:gd name="T76" fmla="*/ 152 w 160"/>
              <ns1:gd name="T77" fmla="*/ 41 h 176"/>
              <ns1:gd name="T78" fmla="*/ 56 w 160"/>
              <ns1:gd name="T79" fmla="*/ 55 h 176"/>
              <ns1:gd name="T80" fmla="*/ 56 w 160"/>
              <ns1:gd name="T81" fmla="*/ 23 h 176"/>
              <ns1:gd name="T82" fmla="*/ 152 w 160"/>
              <ns1:gd name="T83" fmla="*/ 9 h 176"/>
              <ns1:gd name="T84" fmla="*/ 152 w 160"/>
              <ns1:gd name="T85" fmla="*/ 41 h 176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  <ns1:cxn ang="0">
                <ns1:pos x="T32" y="T33"/>
              </ns1:cxn>
              <ns1:cxn ang="0">
                <ns1:pos x="T34" y="T35"/>
              </ns1:cxn>
              <ns1:cxn ang="0">
                <ns1:pos x="T36" y="T37"/>
              </ns1:cxn>
              <ns1:cxn ang="0">
                <ns1:pos x="T38" y="T39"/>
              </ns1:cxn>
              <ns1:cxn ang="0">
                <ns1:pos x="T40" y="T41"/>
              </ns1:cxn>
              <ns1:cxn ang="0">
                <ns1:pos x="T42" y="T43"/>
              </ns1:cxn>
              <ns1:cxn ang="0">
                <ns1:pos x="T44" y="T45"/>
              </ns1:cxn>
              <ns1:cxn ang="0">
                <ns1:pos x="T46" y="T47"/>
              </ns1:cxn>
              <ns1:cxn ang="0">
                <ns1:pos x="T48" y="T49"/>
              </ns1:cxn>
              <ns1:cxn ang="0">
                <ns1:pos x="T50" y="T51"/>
              </ns1:cxn>
              <ns1:cxn ang="0">
                <ns1:pos x="T52" y="T53"/>
              </ns1:cxn>
              <ns1:cxn ang="0">
                <ns1:pos x="T54" y="T55"/>
              </ns1:cxn>
              <ns1:cxn ang="0">
                <ns1:pos x="T56" y="T57"/>
              </ns1:cxn>
              <ns1:cxn ang="0">
                <ns1:pos x="T58" y="T59"/>
              </ns1:cxn>
              <ns1:cxn ang="0">
                <ns1:pos x="T60" y="T61"/>
              </ns1:cxn>
              <ns1:cxn ang="0">
                <ns1:pos x="T62" y="T63"/>
              </ns1:cxn>
              <ns1:cxn ang="0">
                <ns1:pos x="T64" y="T65"/>
              </ns1:cxn>
              <ns1:cxn ang="0">
                <ns1:pos x="T66" y="T67"/>
              </ns1:cxn>
              <ns1:cxn ang="0">
                <ns1:pos x="T68" y="T69"/>
              </ns1:cxn>
              <ns1:cxn ang="0">
                <ns1:pos x="T70" y="T71"/>
              </ns1:cxn>
              <ns1:cxn ang="0">
                <ns1:pos x="T72" y="T73"/>
              </ns1:cxn>
              <ns1:cxn ang="0">
                <ns1:pos x="T74" y="T75"/>
              </ns1:cxn>
              <ns1:cxn ang="0">
                <ns1:pos x="T76" y="T77"/>
              </ns1:cxn>
              <ns1:cxn ang="0">
                <ns1:pos x="T78" y="T79"/>
              </ns1:cxn>
              <ns1:cxn ang="0">
                <ns1:pos x="T80" y="T81"/>
              </ns1:cxn>
              <ns1:cxn ang="0">
                <ns1:pos x="T82" y="T83"/>
              </ns1:cxn>
              <ns1:cxn ang="0">
                <ns1:pos x="T84" y="T85"/>
              </ns1:cxn>
            </ns1:cxnLst>
            <ns1:rect l="0" t="0" r="r" b="b"/>
            <ns1:pathLst>
              <ns1:path w="160" h="176">
                <ns1:moveTo>
                  <ns1:pt x="156" y="0"/>
                </ns1:moveTo>
                <ns1:cubicBezTo>
                  <ns1:pt x="156" y="0"/>
                  <ns1:pt x="156" y="0"/>
                  <ns1:pt x="155" y="0"/>
                </ns1:cubicBezTo>
                <ns1:cubicBezTo>
                  <ns1:pt x="155" y="0"/>
                  <ns1:pt x="155" y="0"/>
                  <ns1:pt x="155" y="0"/>
                </ns1:cubicBezTo>
                <ns1:cubicBezTo>
                  <ns1:pt x="51" y="16"/>
                  <ns1:pt x="51" y="16"/>
                  <ns1:pt x="51" y="16"/>
                </ns1:cubicBezTo>
                <ns1:cubicBezTo>
                  <ns1:pt x="51" y="16"/>
                  <ns1:pt x="51" y="16"/>
                  <ns1:pt x="51" y="16"/>
                </ns1:cubicBezTo>
                <ns1:cubicBezTo>
                  <ns1:pt x="49" y="16"/>
                  <ns1:pt x="48" y="18"/>
                  <ns1:pt x="48" y="20"/>
                </ns1:cubicBezTo>
                <ns1:cubicBezTo>
                  <ns1:pt x="48" y="140"/>
                  <ns1:pt x="48" y="140"/>
                  <ns1:pt x="48" y="140"/>
                </ns1:cubicBezTo>
                <ns1:cubicBezTo>
                  <ns1:pt x="45" y="138"/>
                  <ns1:pt x="41" y="136"/>
                  <ns1:pt x="36" y="136"/>
                </ns1:cubicBezTo>
                <ns1:cubicBezTo>
                  <ns1:pt x="20" y="136"/>
                  <ns1:pt x="20" y="136"/>
                  <ns1:pt x="20" y="136"/>
                </ns1:cubicBezTo>
                <ns1:cubicBezTo>
                  <ns1:pt x="9" y="136"/>
                  <ns1:pt x="0" y="145"/>
                  <ns1:pt x="0" y="156"/>
                </ns1:cubicBezTo>
                <ns1:cubicBezTo>
                  <ns1:pt x="0" y="167"/>
                  <ns1:pt x="9" y="176"/>
                  <ns1:pt x="20" y="176"/>
                </ns1:cubicBezTo>
                <ns1:cubicBezTo>
                  <ns1:pt x="36" y="176"/>
                  <ns1:pt x="36" y="176"/>
                  <ns1:pt x="36" y="176"/>
                </ns1:cubicBezTo>
                <ns1:cubicBezTo>
                  <ns1:pt x="47" y="176"/>
                  <ns1:pt x="56" y="167"/>
                  <ns1:pt x="56" y="156"/>
                </ns1:cubicBezTo>
                <ns1:cubicBezTo>
                  <ns1:pt x="56" y="63"/>
                  <ns1:pt x="56" y="63"/>
                  <ns1:pt x="56" y="63"/>
                </ns1:cubicBezTo>
                <ns1:cubicBezTo>
                  <ns1:pt x="152" y="49"/>
                  <ns1:pt x="152" y="49"/>
                  <ns1:pt x="152" y="49"/>
                </ns1:cubicBezTo>
                <ns1:cubicBezTo>
                  <ns1:pt x="152" y="116"/>
                  <ns1:pt x="152" y="116"/>
                  <ns1:pt x="152" y="116"/>
                </ns1:cubicBezTo>
                <ns1:cubicBezTo>
                  <ns1:pt x="149" y="114"/>
                  <ns1:pt x="145" y="112"/>
                  <ns1:pt x="140" y="112"/>
                </ns1:cubicBezTo>
                <ns1:cubicBezTo>
                  <ns1:pt x="124" y="112"/>
                  <ns1:pt x="124" y="112"/>
                  <ns1:pt x="124" y="112"/>
                </ns1:cubicBezTo>
                <ns1:cubicBezTo>
                  <ns1:pt x="113" y="112"/>
                  <ns1:pt x="104" y="121"/>
                  <ns1:pt x="104" y="132"/>
                </ns1:cubicBezTo>
                <ns1:cubicBezTo>
                  <ns1:pt x="104" y="143"/>
                  <ns1:pt x="113" y="152"/>
                  <ns1:pt x="124" y="152"/>
                </ns1:cubicBezTo>
                <ns1:cubicBezTo>
                  <ns1:pt x="140" y="152"/>
                  <ns1:pt x="140" y="152"/>
                  <ns1:pt x="140" y="152"/>
                </ns1:cubicBezTo>
                <ns1:cubicBezTo>
                  <ns1:pt x="151" y="152"/>
                  <ns1:pt x="160" y="143"/>
                  <ns1:pt x="160" y="132"/>
                </ns1:cubicBezTo>
                <ns1:cubicBezTo>
                  <ns1:pt x="160" y="4"/>
                  <ns1:pt x="160" y="4"/>
                  <ns1:pt x="160" y="4"/>
                </ns1:cubicBezTo>
                <ns1:cubicBezTo>
                  <ns1:pt x="160" y="2"/>
                  <ns1:pt x="158" y="0"/>
                  <ns1:pt x="156" y="0"/>
                </ns1:cubicBezTo>
                <ns1:moveTo>
                  <ns1:pt x="36" y="168"/>
                </ns1:moveTo>
                <ns1:cubicBezTo>
                  <ns1:pt x="20" y="168"/>
                  <ns1:pt x="20" y="168"/>
                  <ns1:pt x="20" y="168"/>
                </ns1:cubicBezTo>
                <ns1:cubicBezTo>
                  <ns1:pt x="13" y="168"/>
                  <ns1:pt x="8" y="163"/>
                  <ns1:pt x="8" y="156"/>
                </ns1:cubicBezTo>
                <ns1:cubicBezTo>
                  <ns1:pt x="8" y="149"/>
                  <ns1:pt x="13" y="144"/>
                  <ns1:pt x="20" y="144"/>
                </ns1:cubicBezTo>
                <ns1:cubicBezTo>
                  <ns1:pt x="36" y="144"/>
                  <ns1:pt x="36" y="144"/>
                  <ns1:pt x="36" y="144"/>
                </ns1:cubicBezTo>
                <ns1:cubicBezTo>
                  <ns1:pt x="43" y="144"/>
                  <ns1:pt x="48" y="149"/>
                  <ns1:pt x="48" y="156"/>
                </ns1:cubicBezTo>
                <ns1:cubicBezTo>
                  <ns1:pt x="48" y="163"/>
                  <ns1:pt x="43" y="168"/>
                  <ns1:pt x="36" y="168"/>
                </ns1:cubicBezTo>
                <ns1:moveTo>
                  <ns1:pt x="140" y="144"/>
                </ns1:moveTo>
                <ns1:cubicBezTo>
                  <ns1:pt x="124" y="144"/>
                  <ns1:pt x="124" y="144"/>
                  <ns1:pt x="124" y="144"/>
                </ns1:cubicBezTo>
                <ns1:cubicBezTo>
                  <ns1:pt x="117" y="144"/>
                  <ns1:pt x="112" y="139"/>
                  <ns1:pt x="112" y="132"/>
                </ns1:cubicBezTo>
                <ns1:cubicBezTo>
                  <ns1:pt x="112" y="125"/>
                  <ns1:pt x="117" y="120"/>
                  <ns1:pt x="124" y="120"/>
                </ns1:cubicBezTo>
                <ns1:cubicBezTo>
                  <ns1:pt x="140" y="120"/>
                  <ns1:pt x="140" y="120"/>
                  <ns1:pt x="140" y="120"/>
                </ns1:cubicBezTo>
                <ns1:cubicBezTo>
                  <ns1:pt x="147" y="120"/>
                  <ns1:pt x="152" y="125"/>
                  <ns1:pt x="152" y="132"/>
                </ns1:cubicBezTo>
                <ns1:cubicBezTo>
                  <ns1:pt x="152" y="139"/>
                  <ns1:pt x="147" y="144"/>
                  <ns1:pt x="140" y="144"/>
                </ns1:cubicBezTo>
                <ns1:moveTo>
                  <ns1:pt x="152" y="41"/>
                </ns1:moveTo>
                <ns1:cubicBezTo>
                  <ns1:pt x="56" y="55"/>
                  <ns1:pt x="56" y="55"/>
                  <ns1:pt x="56" y="55"/>
                </ns1:cubicBezTo>
                <ns1:cubicBezTo>
                  <ns1:pt x="56" y="23"/>
                  <ns1:pt x="56" y="23"/>
                  <ns1:pt x="56" y="23"/>
                </ns1:cubicBezTo>
                <ns1:cubicBezTo>
                  <ns1:pt x="152" y="9"/>
                  <ns1:pt x="152" y="9"/>
                  <ns1:pt x="152" y="9"/>
                </ns1:cubicBezTo>
                <ns1:lnTo>
                  <ns1:pt x="152" y="41"/>
                </ns1:lnTo>
                <ns1:close/>
              </ns1:path>
            </ns1:pathLst>
          </ns1:custGeom>
          <ns1:solidFill>
            <ns1:schemeClr val="tx1"/>
          </ns1:solidFill>
          <ns1:ln>
            <ns1:noFill/>
          </ns1:ln>
          <ns1:extLst/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en-US" sz="2700"/>
          </ns1:p>
        </ns0:txBody>
      </ns0:sp>
      <ns0:sp>
        <ns0:nvSpPr>
          <ns0:cNvPr id="63" name="Freeform 57"/>
          <ns0:cNvSpPr>
            <ns1:spLocks noEditPoints="1"/>
          </ns0:cNvSpPr>
          <ns0:nvPr/>
        </ns0:nvSpPr>
        <ns0:spPr bwMode="auto">
          <ns1:xfrm>
            <ns1:off x="5078413" y="3268664"/>
            <ns1:ext cx="203200" cy="320675"/>
          </ns1:xfrm>
          <ns1:custGeom>
            <ns1:avLst/>
            <ns1:gdLst>
              <ns1:gd name="T0" fmla="*/ 108 w 112"/>
              <ns1:gd name="T1" fmla="*/ 8 h 176"/>
              <ns1:gd name="T2" fmla="*/ 107 w 112"/>
              <ns1:gd name="T3" fmla="*/ 8 h 176"/>
              <ns1:gd name="T4" fmla="*/ 107 w 112"/>
              <ns1:gd name="T5" fmla="*/ 8 h 176"/>
              <ns1:gd name="T6" fmla="*/ 54 w 112"/>
              <ns1:gd name="T7" fmla="*/ 0 h 176"/>
              <ns1:gd name="T8" fmla="*/ 52 w 112"/>
              <ns1:gd name="T9" fmla="*/ 0 h 176"/>
              <ns1:gd name="T10" fmla="*/ 52 w 112"/>
              <ns1:gd name="T11" fmla="*/ 0 h 176"/>
              <ns1:gd name="T12" fmla="*/ 51 w 112"/>
              <ns1:gd name="T13" fmla="*/ 0 h 176"/>
              <ns1:gd name="T14" fmla="*/ 51 w 112"/>
              <ns1:gd name="T15" fmla="*/ 0 h 176"/>
              <ns1:gd name="T16" fmla="*/ 48 w 112"/>
              <ns1:gd name="T17" fmla="*/ 4 h 176"/>
              <ns1:gd name="T18" fmla="*/ 48 w 112"/>
              <ns1:gd name="T19" fmla="*/ 140 h 176"/>
              <ns1:gd name="T20" fmla="*/ 36 w 112"/>
              <ns1:gd name="T21" fmla="*/ 136 h 176"/>
              <ns1:gd name="T22" fmla="*/ 20 w 112"/>
              <ns1:gd name="T23" fmla="*/ 136 h 176"/>
              <ns1:gd name="T24" fmla="*/ 0 w 112"/>
              <ns1:gd name="T25" fmla="*/ 156 h 176"/>
              <ns1:gd name="T26" fmla="*/ 20 w 112"/>
              <ns1:gd name="T27" fmla="*/ 176 h 176"/>
              <ns1:gd name="T28" fmla="*/ 36 w 112"/>
              <ns1:gd name="T29" fmla="*/ 176 h 176"/>
              <ns1:gd name="T30" fmla="*/ 56 w 112"/>
              <ns1:gd name="T31" fmla="*/ 156 h 176"/>
              <ns1:gd name="T32" fmla="*/ 56 w 112"/>
              <ns1:gd name="T33" fmla="*/ 48 h 176"/>
              <ns1:gd name="T34" fmla="*/ 106 w 112"/>
              <ns1:gd name="T35" fmla="*/ 56 h 176"/>
              <ns1:gd name="T36" fmla="*/ 108 w 112"/>
              <ns1:gd name="T37" fmla="*/ 56 h 176"/>
              <ns1:gd name="T38" fmla="*/ 108 w 112"/>
              <ns1:gd name="T39" fmla="*/ 56 h 176"/>
              <ns1:gd name="T40" fmla="*/ 109 w 112"/>
              <ns1:gd name="T41" fmla="*/ 56 h 176"/>
              <ns1:gd name="T42" fmla="*/ 109 w 112"/>
              <ns1:gd name="T43" fmla="*/ 56 h 176"/>
              <ns1:gd name="T44" fmla="*/ 112 w 112"/>
              <ns1:gd name="T45" fmla="*/ 52 h 176"/>
              <ns1:gd name="T46" fmla="*/ 112 w 112"/>
              <ns1:gd name="T47" fmla="*/ 12 h 176"/>
              <ns1:gd name="T48" fmla="*/ 108 w 112"/>
              <ns1:gd name="T49" fmla="*/ 8 h 176"/>
              <ns1:gd name="T50" fmla="*/ 36 w 112"/>
              <ns1:gd name="T51" fmla="*/ 168 h 176"/>
              <ns1:gd name="T52" fmla="*/ 20 w 112"/>
              <ns1:gd name="T53" fmla="*/ 168 h 176"/>
              <ns1:gd name="T54" fmla="*/ 8 w 112"/>
              <ns1:gd name="T55" fmla="*/ 156 h 176"/>
              <ns1:gd name="T56" fmla="*/ 20 w 112"/>
              <ns1:gd name="T57" fmla="*/ 144 h 176"/>
              <ns1:gd name="T58" fmla="*/ 36 w 112"/>
              <ns1:gd name="T59" fmla="*/ 144 h 176"/>
              <ns1:gd name="T60" fmla="*/ 48 w 112"/>
              <ns1:gd name="T61" fmla="*/ 156 h 176"/>
              <ns1:gd name="T62" fmla="*/ 36 w 112"/>
              <ns1:gd name="T63" fmla="*/ 168 h 176"/>
              <ns1:gd name="T64" fmla="*/ 104 w 112"/>
              <ns1:gd name="T65" fmla="*/ 48 h 176"/>
              <ns1:gd name="T66" fmla="*/ 56 w 112"/>
              <ns1:gd name="T67" fmla="*/ 41 h 176"/>
              <ns1:gd name="T68" fmla="*/ 56 w 112"/>
              <ns1:gd name="T69" fmla="*/ 8 h 176"/>
              <ns1:gd name="T70" fmla="*/ 104 w 112"/>
              <ns1:gd name="T71" fmla="*/ 15 h 176"/>
              <ns1:gd name="T72" fmla="*/ 104 w 112"/>
              <ns1:gd name="T73" fmla="*/ 48 h 176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  <ns1:cxn ang="0">
                <ns1:pos x="T32" y="T33"/>
              </ns1:cxn>
              <ns1:cxn ang="0">
                <ns1:pos x="T34" y="T35"/>
              </ns1:cxn>
              <ns1:cxn ang="0">
                <ns1:pos x="T36" y="T37"/>
              </ns1:cxn>
              <ns1:cxn ang="0">
                <ns1:pos x="T38" y="T39"/>
              </ns1:cxn>
              <ns1:cxn ang="0">
                <ns1:pos x="T40" y="T41"/>
              </ns1:cxn>
              <ns1:cxn ang="0">
                <ns1:pos x="T42" y="T43"/>
              </ns1:cxn>
              <ns1:cxn ang="0">
                <ns1:pos x="T44" y="T45"/>
              </ns1:cxn>
              <ns1:cxn ang="0">
                <ns1:pos x="T46" y="T47"/>
              </ns1:cxn>
              <ns1:cxn ang="0">
                <ns1:pos x="T48" y="T49"/>
              </ns1:cxn>
              <ns1:cxn ang="0">
                <ns1:pos x="T50" y="T51"/>
              </ns1:cxn>
              <ns1:cxn ang="0">
                <ns1:pos x="T52" y="T53"/>
              </ns1:cxn>
              <ns1:cxn ang="0">
                <ns1:pos x="T54" y="T55"/>
              </ns1:cxn>
              <ns1:cxn ang="0">
                <ns1:pos x="T56" y="T57"/>
              </ns1:cxn>
              <ns1:cxn ang="0">
                <ns1:pos x="T58" y="T59"/>
              </ns1:cxn>
              <ns1:cxn ang="0">
                <ns1:pos x="T60" y="T61"/>
              </ns1:cxn>
              <ns1:cxn ang="0">
                <ns1:pos x="T62" y="T63"/>
              </ns1:cxn>
              <ns1:cxn ang="0">
                <ns1:pos x="T64" y="T65"/>
              </ns1:cxn>
              <ns1:cxn ang="0">
                <ns1:pos x="T66" y="T67"/>
              </ns1:cxn>
              <ns1:cxn ang="0">
                <ns1:pos x="T68" y="T69"/>
              </ns1:cxn>
              <ns1:cxn ang="0">
                <ns1:pos x="T70" y="T71"/>
              </ns1:cxn>
              <ns1:cxn ang="0">
                <ns1:pos x="T72" y="T73"/>
              </ns1:cxn>
            </ns1:cxnLst>
            <ns1:rect l="0" t="0" r="r" b="b"/>
            <ns1:pathLst>
              <ns1:path w="112" h="176">
                <ns1:moveTo>
                  <ns1:pt x="108" y="8"/>
                </ns1:moveTo>
                <ns1:cubicBezTo>
                  <ns1:pt x="108" y="8"/>
                  <ns1:pt x="108" y="8"/>
                  <ns1:pt x="107" y="8"/>
                </ns1:cubicBezTo>
                <ns1:cubicBezTo>
                  <ns1:pt x="107" y="8"/>
                  <ns1:pt x="107" y="8"/>
                  <ns1:pt x="107" y="8"/>
                </ns1:cubicBezTo>
                <ns1:cubicBezTo>
                  <ns1:pt x="54" y="0"/>
                  <ns1:pt x="54" y="0"/>
                  <ns1:pt x="54" y="0"/>
                </ns1:cubicBezTo>
                <ns1:cubicBezTo>
                  <ns1:pt x="53" y="0"/>
                  <ns1:pt x="53" y="0"/>
                  <ns1:pt x="52" y="0"/>
                </ns1:cubicBezTo>
                <ns1:cubicBezTo>
                  <ns1:pt x="52" y="0"/>
                  <ns1:pt x="52" y="0"/>
                  <ns1:pt x="52" y="0"/>
                </ns1:cubicBezTo>
                <ns1:cubicBezTo>
                  <ns1:pt x="51" y="0"/>
                  <ns1:pt x="51" y="0"/>
                  <ns1:pt x="51" y="0"/>
                </ns1:cubicBezTo>
                <ns1:cubicBezTo>
                  <ns1:pt x="51" y="0"/>
                  <ns1:pt x="51" y="0"/>
                  <ns1:pt x="51" y="0"/>
                </ns1:cubicBezTo>
                <ns1:cubicBezTo>
                  <ns1:pt x="49" y="0"/>
                  <ns1:pt x="48" y="2"/>
                  <ns1:pt x="48" y="4"/>
                </ns1:cubicBezTo>
                <ns1:cubicBezTo>
                  <ns1:pt x="48" y="140"/>
                  <ns1:pt x="48" y="140"/>
                  <ns1:pt x="48" y="140"/>
                </ns1:cubicBezTo>
                <ns1:cubicBezTo>
                  <ns1:pt x="45" y="138"/>
                  <ns1:pt x="41" y="136"/>
                  <ns1:pt x="36" y="136"/>
                </ns1:cubicBezTo>
                <ns1:cubicBezTo>
                  <ns1:pt x="20" y="136"/>
                  <ns1:pt x="20" y="136"/>
                  <ns1:pt x="20" y="136"/>
                </ns1:cubicBezTo>
                <ns1:cubicBezTo>
                  <ns1:pt x="9" y="136"/>
                  <ns1:pt x="0" y="145"/>
                  <ns1:pt x="0" y="156"/>
                </ns1:cubicBezTo>
                <ns1:cubicBezTo>
                  <ns1:pt x="0" y="167"/>
                  <ns1:pt x="9" y="176"/>
                  <ns1:pt x="20" y="176"/>
                </ns1:cubicBezTo>
                <ns1:cubicBezTo>
                  <ns1:pt x="36" y="176"/>
                  <ns1:pt x="36" y="176"/>
                  <ns1:pt x="36" y="176"/>
                </ns1:cubicBezTo>
                <ns1:cubicBezTo>
                  <ns1:pt x="47" y="176"/>
                  <ns1:pt x="56" y="167"/>
                  <ns1:pt x="56" y="156"/>
                </ns1:cubicBezTo>
                <ns1:cubicBezTo>
                  <ns1:pt x="56" y="48"/>
                  <ns1:pt x="56" y="48"/>
                  <ns1:pt x="56" y="48"/>
                </ns1:cubicBezTo>
                <ns1:cubicBezTo>
                  <ns1:pt x="106" y="56"/>
                  <ns1:pt x="106" y="56"/>
                  <ns1:pt x="106" y="56"/>
                </ns1:cubicBezTo>
                <ns1:cubicBezTo>
                  <ns1:pt x="107" y="56"/>
                  <ns1:pt x="107" y="56"/>
                  <ns1:pt x="108" y="56"/>
                </ns1:cubicBezTo>
                <ns1:cubicBezTo>
                  <ns1:pt x="108" y="56"/>
                  <ns1:pt x="108" y="56"/>
                  <ns1:pt x="108" y="56"/>
                </ns1:cubicBezTo>
                <ns1:cubicBezTo>
                  <ns1:pt x="109" y="56"/>
                  <ns1:pt x="109" y="56"/>
                  <ns1:pt x="109" y="56"/>
                </ns1:cubicBezTo>
                <ns1:cubicBezTo>
                  <ns1:pt x="109" y="56"/>
                  <ns1:pt x="109" y="56"/>
                  <ns1:pt x="109" y="56"/>
                </ns1:cubicBezTo>
                <ns1:cubicBezTo>
                  <ns1:pt x="111" y="56"/>
                  <ns1:pt x="112" y="54"/>
                  <ns1:pt x="112" y="52"/>
                </ns1:cubicBezTo>
                <ns1:cubicBezTo>
                  <ns1:pt x="112" y="12"/>
                  <ns1:pt x="112" y="12"/>
                  <ns1:pt x="112" y="12"/>
                </ns1:cubicBezTo>
                <ns1:cubicBezTo>
                  <ns1:pt x="112" y="10"/>
                  <ns1:pt x="110" y="8"/>
                  <ns1:pt x="108" y="8"/>
                </ns1:cubicBezTo>
                <ns1:moveTo>
                  <ns1:pt x="36" y="168"/>
                </ns1:moveTo>
                <ns1:cubicBezTo>
                  <ns1:pt x="20" y="168"/>
                  <ns1:pt x="20" y="168"/>
                  <ns1:pt x="20" y="168"/>
                </ns1:cubicBezTo>
                <ns1:cubicBezTo>
                  <ns1:pt x="13" y="168"/>
                  <ns1:pt x="8" y="163"/>
                  <ns1:pt x="8" y="156"/>
                </ns1:cubicBezTo>
                <ns1:cubicBezTo>
                  <ns1:pt x="8" y="149"/>
                  <ns1:pt x="13" y="144"/>
                  <ns1:pt x="20" y="144"/>
                </ns1:cubicBezTo>
                <ns1:cubicBezTo>
                  <ns1:pt x="36" y="144"/>
                  <ns1:pt x="36" y="144"/>
                  <ns1:pt x="36" y="144"/>
                </ns1:cubicBezTo>
                <ns1:cubicBezTo>
                  <ns1:pt x="43" y="144"/>
                  <ns1:pt x="48" y="149"/>
                  <ns1:pt x="48" y="156"/>
                </ns1:cubicBezTo>
                <ns1:cubicBezTo>
                  <ns1:pt x="48" y="163"/>
                  <ns1:pt x="43" y="168"/>
                  <ns1:pt x="36" y="168"/>
                </ns1:cubicBezTo>
                <ns1:moveTo>
                  <ns1:pt x="104" y="48"/>
                </ns1:moveTo>
                <ns1:cubicBezTo>
                  <ns1:pt x="56" y="41"/>
                  <ns1:pt x="56" y="41"/>
                  <ns1:pt x="56" y="41"/>
                </ns1:cubicBezTo>
                <ns1:cubicBezTo>
                  <ns1:pt x="56" y="8"/>
                  <ns1:pt x="56" y="8"/>
                  <ns1:pt x="56" y="8"/>
                </ns1:cubicBezTo>
                <ns1:cubicBezTo>
                  <ns1:pt x="104" y="15"/>
                  <ns1:pt x="104" y="15"/>
                  <ns1:pt x="104" y="15"/>
                </ns1:cubicBezTo>
                <ns1:lnTo>
                  <ns1:pt x="104" y="48"/>
                </ns1:lnTo>
                <ns1:close/>
              </ns1:path>
            </ns1:pathLst>
          </ns1:custGeom>
          <ns1:solidFill>
            <ns1:schemeClr val="tx1"/>
          </ns1:solidFill>
          <ns1:ln>
            <ns1:noFill/>
          </ns1:ln>
          <ns1:extLst/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en-US" sz="2700"/>
          </ns1:p>
        </ns0:txBody>
      </ns0:sp>
      <ns0:sp>
        <ns0:nvSpPr>
          <ns0:cNvPr id="64" name="Freeform 58"/>
          <ns0:cNvSpPr>
            <ns1:spLocks noEditPoints="1"/>
          </ns0:cNvSpPr>
          <ns0:nvPr/>
        </ns0:nvSpPr>
        <ns0:spPr bwMode="auto">
          <ns1:xfrm>
            <ns1:off x="5630864" y="3268664"/>
            <ns1:ext cx="320675" cy="320675"/>
          </ns1:xfrm>
          <ns1:custGeom>
            <ns1:avLst/>
            <ns1:gdLst>
              <ns1:gd name="T0" fmla="*/ 202 w 202"/>
              <ns1:gd name="T1" fmla="*/ 74 h 202"/>
              <ns1:gd name="T2" fmla="*/ 129 w 202"/>
              <ns1:gd name="T3" fmla="*/ 74 h 202"/>
              <ns1:gd name="T4" fmla="*/ 101 w 202"/>
              <ns1:gd name="T5" fmla="*/ 0 h 202"/>
              <ns1:gd name="T6" fmla="*/ 74 w 202"/>
              <ns1:gd name="T7" fmla="*/ 74 h 202"/>
              <ns1:gd name="T8" fmla="*/ 0 w 202"/>
              <ns1:gd name="T9" fmla="*/ 74 h 202"/>
              <ns1:gd name="T10" fmla="*/ 60 w 202"/>
              <ns1:gd name="T11" fmla="*/ 119 h 202"/>
              <ns1:gd name="T12" fmla="*/ 32 w 202"/>
              <ns1:gd name="T13" fmla="*/ 202 h 202"/>
              <ns1:gd name="T14" fmla="*/ 101 w 202"/>
              <ns1:gd name="T15" fmla="*/ 151 h 202"/>
              <ns1:gd name="T16" fmla="*/ 170 w 202"/>
              <ns1:gd name="T17" fmla="*/ 202 h 202"/>
              <ns1:gd name="T18" fmla="*/ 142 w 202"/>
              <ns1:gd name="T19" fmla="*/ 119 h 202"/>
              <ns1:gd name="T20" fmla="*/ 202 w 202"/>
              <ns1:gd name="T21" fmla="*/ 74 h 202"/>
              <ns1:gd name="T22" fmla="*/ 151 w 202"/>
              <ns1:gd name="T23" fmla="*/ 178 h 202"/>
              <ns1:gd name="T24" fmla="*/ 107 w 202"/>
              <ns1:gd name="T25" fmla="*/ 145 h 202"/>
              <ns1:gd name="T26" fmla="*/ 101 w 202"/>
              <ns1:gd name="T27" fmla="*/ 140 h 202"/>
              <ns1:gd name="T28" fmla="*/ 95 w 202"/>
              <ns1:gd name="T29" fmla="*/ 145 h 202"/>
              <ns1:gd name="T30" fmla="*/ 51 w 202"/>
              <ns1:gd name="T31" fmla="*/ 178 h 202"/>
              <ns1:gd name="T32" fmla="*/ 69 w 202"/>
              <ns1:gd name="T33" fmla="*/ 123 h 202"/>
              <ns1:gd name="T34" fmla="*/ 70 w 202"/>
              <ns1:gd name="T35" fmla="*/ 116 h 202"/>
              <ns1:gd name="T36" fmla="*/ 66 w 202"/>
              <ns1:gd name="T37" fmla="*/ 112 h 202"/>
              <ns1:gd name="T38" fmla="*/ 28 w 202"/>
              <ns1:gd name="T39" fmla="*/ 83 h 202"/>
              <ns1:gd name="T40" fmla="*/ 80 w 202"/>
              <ns1:gd name="T41" fmla="*/ 83 h 202"/>
              <ns1:gd name="T42" fmla="*/ 82 w 202"/>
              <ns1:gd name="T43" fmla="*/ 77 h 202"/>
              <ns1:gd name="T44" fmla="*/ 101 w 202"/>
              <ns1:gd name="T45" fmla="*/ 27 h 202"/>
              <ns1:gd name="T46" fmla="*/ 121 w 202"/>
              <ns1:gd name="T47" fmla="*/ 77 h 202"/>
              <ns1:gd name="T48" fmla="*/ 122 w 202"/>
              <ns1:gd name="T49" fmla="*/ 83 h 202"/>
              <ns1:gd name="T50" fmla="*/ 174 w 202"/>
              <ns1:gd name="T51" fmla="*/ 83 h 202"/>
              <ns1:gd name="T52" fmla="*/ 137 w 202"/>
              <ns1:gd name="T53" fmla="*/ 112 h 202"/>
              <ns1:gd name="T54" fmla="*/ 132 w 202"/>
              <ns1:gd name="T55" fmla="*/ 116 h 202"/>
              <ns1:gd name="T56" fmla="*/ 151 w 202"/>
              <ns1:gd name="T57" fmla="*/ 178 h 202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  <ns1:cxn ang="0">
                <ns1:pos x="T32" y="T33"/>
              </ns1:cxn>
              <ns1:cxn ang="0">
                <ns1:pos x="T34" y="T35"/>
              </ns1:cxn>
              <ns1:cxn ang="0">
                <ns1:pos x="T36" y="T37"/>
              </ns1:cxn>
              <ns1:cxn ang="0">
                <ns1:pos x="T38" y="T39"/>
              </ns1:cxn>
              <ns1:cxn ang="0">
                <ns1:pos x="T40" y="T41"/>
              </ns1:cxn>
              <ns1:cxn ang="0">
                <ns1:pos x="T42" y="T43"/>
              </ns1:cxn>
              <ns1:cxn ang="0">
                <ns1:pos x="T44" y="T45"/>
              </ns1:cxn>
              <ns1:cxn ang="0">
                <ns1:pos x="T46" y="T47"/>
              </ns1:cxn>
              <ns1:cxn ang="0">
                <ns1:pos x="T48" y="T49"/>
              </ns1:cxn>
              <ns1:cxn ang="0">
                <ns1:pos x="T50" y="T51"/>
              </ns1:cxn>
              <ns1:cxn ang="0">
                <ns1:pos x="T52" y="T53"/>
              </ns1:cxn>
              <ns1:cxn ang="0">
                <ns1:pos x="T54" y="T55"/>
              </ns1:cxn>
              <ns1:cxn ang="0">
                <ns1:pos x="T56" y="T57"/>
              </ns1:cxn>
            </ns1:cxnLst>
            <ns1:rect l="0" t="0" r="r" b="b"/>
            <ns1:pathLst>
              <ns1:path w="202" h="202">
                <ns1:moveTo>
                  <ns1:pt x="202" y="74"/>
                </ns1:moveTo>
                <ns1:lnTo>
                  <ns1:pt x="129" y="74"/>
                </ns1:lnTo>
                <ns1:lnTo>
                  <ns1:pt x="101" y="0"/>
                </ns1:lnTo>
                <ns1:lnTo>
                  <ns1:pt x="74" y="74"/>
                </ns1:lnTo>
                <ns1:lnTo>
                  <ns1:pt x="0" y="74"/>
                </ns1:lnTo>
                <ns1:lnTo>
                  <ns1:pt x="60" y="119"/>
                </ns1:lnTo>
                <ns1:lnTo>
                  <ns1:pt x="32" y="202"/>
                </ns1:lnTo>
                <ns1:lnTo>
                  <ns1:pt x="101" y="151"/>
                </ns1:lnTo>
                <ns1:lnTo>
                  <ns1:pt x="170" y="202"/>
                </ns1:lnTo>
                <ns1:lnTo>
                  <ns1:pt x="142" y="119"/>
                </ns1:lnTo>
                <ns1:lnTo>
                  <ns1:pt x="202" y="74"/>
                </ns1:lnTo>
                <ns1:close/>
                <ns1:moveTo>
                  <ns1:pt x="151" y="178"/>
                </ns1:moveTo>
                <ns1:lnTo>
                  <ns1:pt x="107" y="145"/>
                </ns1:lnTo>
                <ns1:lnTo>
                  <ns1:pt x="101" y="140"/>
                </ns1:lnTo>
                <ns1:lnTo>
                  <ns1:pt x="95" y="145"/>
                </ns1:lnTo>
                <ns1:lnTo>
                  <ns1:pt x="51" y="178"/>
                </ns1:lnTo>
                <ns1:lnTo>
                  <ns1:pt x="69" y="123"/>
                </ns1:lnTo>
                <ns1:lnTo>
                  <ns1:pt x="70" y="116"/>
                </ns1:lnTo>
                <ns1:lnTo>
                  <ns1:pt x="66" y="112"/>
                </ns1:lnTo>
                <ns1:lnTo>
                  <ns1:pt x="28" y="83"/>
                </ns1:lnTo>
                <ns1:lnTo>
                  <ns1:pt x="80" y="83"/>
                </ns1:lnTo>
                <ns1:lnTo>
                  <ns1:pt x="82" y="77"/>
                </ns1:lnTo>
                <ns1:lnTo>
                  <ns1:pt x="101" y="27"/>
                </ns1:lnTo>
                <ns1:lnTo>
                  <ns1:pt x="121" y="77"/>
                </ns1:lnTo>
                <ns1:lnTo>
                  <ns1:pt x="122" y="83"/>
                </ns1:lnTo>
                <ns1:lnTo>
                  <ns1:pt x="174" y="83"/>
                </ns1:lnTo>
                <ns1:lnTo>
                  <ns1:pt x="137" y="112"/>
                </ns1:lnTo>
                <ns1:lnTo>
                  <ns1:pt x="132" y="116"/>
                </ns1:lnTo>
                <ns1:lnTo>
                  <ns1:pt x="151" y="178"/>
                </ns1:lnTo>
                <ns1:close/>
              </ns1:path>
            </ns1:pathLst>
          </ns1:custGeom>
          <ns1:solidFill>
            <ns1:schemeClr val="tx1"/>
          </ns1:solidFill>
          <ns1:ln>
            <ns1:noFill/>
          </ns1:ln>
          <ns1:extLst/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en-US" sz="2700"/>
          </ns1:p>
        </ns0:txBody>
      </ns0:sp>
      <ns0:sp>
        <ns0:nvSpPr>
          <ns0:cNvPr id="65" name="Freeform 59"/>
          <ns0:cNvSpPr>
            <ns1:spLocks noEditPoints="1"/>
          </ns0:cNvSpPr>
          <ns0:nvPr/>
        </ns0:nvSpPr>
        <ns0:spPr bwMode="auto">
          <ns1:xfrm>
            <ns1:off x="6242051" y="3268664"/>
            <ns1:ext cx="320675" cy="320675"/>
          </ns1:xfrm>
          <ns1:custGeom>
            <ns1:avLst/>
            <ns1:gdLst>
              <ns1:gd name="T0" fmla="*/ 202 w 202"/>
              <ns1:gd name="T1" fmla="*/ 37 h 202"/>
              <ns1:gd name="T2" fmla="*/ 165 w 202"/>
              <ns1:gd name="T3" fmla="*/ 37 h 202"/>
              <ns1:gd name="T4" fmla="*/ 152 w 202"/>
              <ns1:gd name="T5" fmla="*/ 0 h 202"/>
              <ns1:gd name="T6" fmla="*/ 138 w 202"/>
              <ns1:gd name="T7" fmla="*/ 37 h 202"/>
              <ns1:gd name="T8" fmla="*/ 101 w 202"/>
              <ns1:gd name="T9" fmla="*/ 37 h 202"/>
              <ns1:gd name="T10" fmla="*/ 131 w 202"/>
              <ns1:gd name="T11" fmla="*/ 60 h 202"/>
              <ns1:gd name="T12" fmla="*/ 117 w 202"/>
              <ns1:gd name="T13" fmla="*/ 101 h 202"/>
              <ns1:gd name="T14" fmla="*/ 152 w 202"/>
              <ns1:gd name="T15" fmla="*/ 76 h 202"/>
              <ns1:gd name="T16" fmla="*/ 186 w 202"/>
              <ns1:gd name="T17" fmla="*/ 101 h 202"/>
              <ns1:gd name="T18" fmla="*/ 172 w 202"/>
              <ns1:gd name="T19" fmla="*/ 60 h 202"/>
              <ns1:gd name="T20" fmla="*/ 202 w 202"/>
              <ns1:gd name="T21" fmla="*/ 37 h 202"/>
              <ns1:gd name="T22" fmla="*/ 157 w 202"/>
              <ns1:gd name="T23" fmla="*/ 69 h 202"/>
              <ns1:gd name="T24" fmla="*/ 152 w 202"/>
              <ns1:gd name="T25" fmla="*/ 64 h 202"/>
              <ns1:gd name="T26" fmla="*/ 146 w 202"/>
              <ns1:gd name="T27" fmla="*/ 69 h 202"/>
              <ns1:gd name="T28" fmla="*/ 135 w 202"/>
              <ns1:gd name="T29" fmla="*/ 77 h 202"/>
              <ns1:gd name="T30" fmla="*/ 140 w 202"/>
              <ns1:gd name="T31" fmla="*/ 63 h 202"/>
              <ns1:gd name="T32" fmla="*/ 141 w 202"/>
              <ns1:gd name="T33" fmla="*/ 56 h 202"/>
              <ns1:gd name="T34" fmla="*/ 137 w 202"/>
              <ns1:gd name="T35" fmla="*/ 53 h 202"/>
              <ns1:gd name="T36" fmla="*/ 127 w 202"/>
              <ns1:gd name="T37" fmla="*/ 46 h 202"/>
              <ns1:gd name="T38" fmla="*/ 145 w 202"/>
              <ns1:gd name="T39" fmla="*/ 46 h 202"/>
              <ns1:gd name="T40" fmla="*/ 146 w 202"/>
              <ns1:gd name="T41" fmla="*/ 40 h 202"/>
              <ns1:gd name="T42" fmla="*/ 152 w 202"/>
              <ns1:gd name="T43" fmla="*/ 27 h 202"/>
              <ns1:gd name="T44" fmla="*/ 157 w 202"/>
              <ns1:gd name="T45" fmla="*/ 40 h 202"/>
              <ns1:gd name="T46" fmla="*/ 158 w 202"/>
              <ns1:gd name="T47" fmla="*/ 46 h 202"/>
              <ns1:gd name="T48" fmla="*/ 176 w 202"/>
              <ns1:gd name="T49" fmla="*/ 46 h 202"/>
              <ns1:gd name="T50" fmla="*/ 166 w 202"/>
              <ns1:gd name="T51" fmla="*/ 53 h 202"/>
              <ns1:gd name="T52" fmla="*/ 162 w 202"/>
              <ns1:gd name="T53" fmla="*/ 56 h 202"/>
              <ns1:gd name="T54" fmla="*/ 163 w 202"/>
              <ns1:gd name="T55" fmla="*/ 63 h 202"/>
              <ns1:gd name="T56" fmla="*/ 168 w 202"/>
              <ns1:gd name="T57" fmla="*/ 77 h 202"/>
              <ns1:gd name="T58" fmla="*/ 157 w 202"/>
              <ns1:gd name="T59" fmla="*/ 69 h 202"/>
              <ns1:gd name="T60" fmla="*/ 87 w 202"/>
              <ns1:gd name="T61" fmla="*/ 115 h 202"/>
              <ns1:gd name="T62" fmla="*/ 69 w 202"/>
              <ns1:gd name="T63" fmla="*/ 64 h 202"/>
              <ns1:gd name="T64" fmla="*/ 51 w 202"/>
              <ns1:gd name="T65" fmla="*/ 115 h 202"/>
              <ns1:gd name="T66" fmla="*/ 0 w 202"/>
              <ns1:gd name="T67" fmla="*/ 115 h 202"/>
              <ns1:gd name="T68" fmla="*/ 40 w 202"/>
              <ns1:gd name="T69" fmla="*/ 146 h 202"/>
              <ns1:gd name="T70" fmla="*/ 22 w 202"/>
              <ns1:gd name="T71" fmla="*/ 202 h 202"/>
              <ns1:gd name="T72" fmla="*/ 69 w 202"/>
              <ns1:gd name="T73" fmla="*/ 168 h 202"/>
              <ns1:gd name="T74" fmla="*/ 116 w 202"/>
              <ns1:gd name="T75" fmla="*/ 202 h 202"/>
              <ns1:gd name="T76" fmla="*/ 98 w 202"/>
              <ns1:gd name="T77" fmla="*/ 146 h 202"/>
              <ns1:gd name="T78" fmla="*/ 138 w 202"/>
              <ns1:gd name="T79" fmla="*/ 115 h 202"/>
              <ns1:gd name="T80" fmla="*/ 87 w 202"/>
              <ns1:gd name="T81" fmla="*/ 115 h 202"/>
              <ns1:gd name="T82" fmla="*/ 88 w 202"/>
              <ns1:gd name="T83" fmla="*/ 148 h 202"/>
              <ns1:gd name="T84" fmla="*/ 98 w 202"/>
              <ns1:gd name="T85" fmla="*/ 178 h 202"/>
              <ns1:gd name="T86" fmla="*/ 75 w 202"/>
              <ns1:gd name="T87" fmla="*/ 161 h 202"/>
              <ns1:gd name="T88" fmla="*/ 69 w 202"/>
              <ns1:gd name="T89" fmla="*/ 156 h 202"/>
              <ns1:gd name="T90" fmla="*/ 63 w 202"/>
              <ns1:gd name="T91" fmla="*/ 161 h 202"/>
              <ns1:gd name="T92" fmla="*/ 40 w 202"/>
              <ns1:gd name="T93" fmla="*/ 178 h 202"/>
              <ns1:gd name="T94" fmla="*/ 50 w 202"/>
              <ns1:gd name="T95" fmla="*/ 148 h 202"/>
              <ns1:gd name="T96" fmla="*/ 52 w 202"/>
              <ns1:gd name="T97" fmla="*/ 142 h 202"/>
              <ns1:gd name="T98" fmla="*/ 46 w 202"/>
              <ns1:gd name="T99" fmla="*/ 139 h 202"/>
              <ns1:gd name="T100" fmla="*/ 28 w 202"/>
              <ns1:gd name="T101" fmla="*/ 124 h 202"/>
              <ns1:gd name="T102" fmla="*/ 56 w 202"/>
              <ns1:gd name="T103" fmla="*/ 124 h 202"/>
              <ns1:gd name="T104" fmla="*/ 59 w 202"/>
              <ns1:gd name="T105" fmla="*/ 118 h 202"/>
              <ns1:gd name="T106" fmla="*/ 69 w 202"/>
              <ns1:gd name="T107" fmla="*/ 91 h 202"/>
              <ns1:gd name="T108" fmla="*/ 79 w 202"/>
              <ns1:gd name="T109" fmla="*/ 118 h 202"/>
              <ns1:gd name="T110" fmla="*/ 82 w 202"/>
              <ns1:gd name="T111" fmla="*/ 124 h 202"/>
              <ns1:gd name="T112" fmla="*/ 110 w 202"/>
              <ns1:gd name="T113" fmla="*/ 124 h 202"/>
              <ns1:gd name="T114" fmla="*/ 92 w 202"/>
              <ns1:gd name="T115" fmla="*/ 139 h 202"/>
              <ns1:gd name="T116" fmla="*/ 86 w 202"/>
              <ns1:gd name="T117" fmla="*/ 142 h 202"/>
              <ns1:gd name="T118" fmla="*/ 88 w 202"/>
              <ns1:gd name="T119" fmla="*/ 148 h 202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  <ns1:cxn ang="0">
                <ns1:pos x="T32" y="T33"/>
              </ns1:cxn>
              <ns1:cxn ang="0">
                <ns1:pos x="T34" y="T35"/>
              </ns1:cxn>
              <ns1:cxn ang="0">
                <ns1:pos x="T36" y="T37"/>
              </ns1:cxn>
              <ns1:cxn ang="0">
                <ns1:pos x="T38" y="T39"/>
              </ns1:cxn>
              <ns1:cxn ang="0">
                <ns1:pos x="T40" y="T41"/>
              </ns1:cxn>
              <ns1:cxn ang="0">
                <ns1:pos x="T42" y="T43"/>
              </ns1:cxn>
              <ns1:cxn ang="0">
                <ns1:pos x="T44" y="T45"/>
              </ns1:cxn>
              <ns1:cxn ang="0">
                <ns1:pos x="T46" y="T47"/>
              </ns1:cxn>
              <ns1:cxn ang="0">
                <ns1:pos x="T48" y="T49"/>
              </ns1:cxn>
              <ns1:cxn ang="0">
                <ns1:pos x="T50" y="T51"/>
              </ns1:cxn>
              <ns1:cxn ang="0">
                <ns1:pos x="T52" y="T53"/>
              </ns1:cxn>
              <ns1:cxn ang="0">
                <ns1:pos x="T54" y="T55"/>
              </ns1:cxn>
              <ns1:cxn ang="0">
                <ns1:pos x="T56" y="T57"/>
              </ns1:cxn>
              <ns1:cxn ang="0">
                <ns1:pos x="T58" y="T59"/>
              </ns1:cxn>
              <ns1:cxn ang="0">
                <ns1:pos x="T60" y="T61"/>
              </ns1:cxn>
              <ns1:cxn ang="0">
                <ns1:pos x="T62" y="T63"/>
              </ns1:cxn>
              <ns1:cxn ang="0">
                <ns1:pos x="T64" y="T65"/>
              </ns1:cxn>
              <ns1:cxn ang="0">
                <ns1:pos x="T66" y="T67"/>
              </ns1:cxn>
              <ns1:cxn ang="0">
                <ns1:pos x="T68" y="T69"/>
              </ns1:cxn>
              <ns1:cxn ang="0">
                <ns1:pos x="T70" y="T71"/>
              </ns1:cxn>
              <ns1:cxn ang="0">
                <ns1:pos x="T72" y="T73"/>
              </ns1:cxn>
              <ns1:cxn ang="0">
                <ns1:pos x="T74" y="T75"/>
              </ns1:cxn>
              <ns1:cxn ang="0">
                <ns1:pos x="T76" y="T77"/>
              </ns1:cxn>
              <ns1:cxn ang="0">
                <ns1:pos x="T78" y="T79"/>
              </ns1:cxn>
              <ns1:cxn ang="0">
                <ns1:pos x="T80" y="T81"/>
              </ns1:cxn>
              <ns1:cxn ang="0">
                <ns1:pos x="T82" y="T83"/>
              </ns1:cxn>
              <ns1:cxn ang="0">
                <ns1:pos x="T84" y="T85"/>
              </ns1:cxn>
              <ns1:cxn ang="0">
                <ns1:pos x="T86" y="T87"/>
              </ns1:cxn>
              <ns1:cxn ang="0">
                <ns1:pos x="T88" y="T89"/>
              </ns1:cxn>
              <ns1:cxn ang="0">
                <ns1:pos x="T90" y="T91"/>
              </ns1:cxn>
              <ns1:cxn ang="0">
                <ns1:pos x="T92" y="T93"/>
              </ns1:cxn>
              <ns1:cxn ang="0">
                <ns1:pos x="T94" y="T95"/>
              </ns1:cxn>
              <ns1:cxn ang="0">
                <ns1:pos x="T96" y="T97"/>
              </ns1:cxn>
              <ns1:cxn ang="0">
                <ns1:pos x="T98" y="T99"/>
              </ns1:cxn>
              <ns1:cxn ang="0">
                <ns1:pos x="T100" y="T101"/>
              </ns1:cxn>
              <ns1:cxn ang="0">
                <ns1:pos x="T102" y="T103"/>
              </ns1:cxn>
              <ns1:cxn ang="0">
                <ns1:pos x="T104" y="T105"/>
              </ns1:cxn>
              <ns1:cxn ang="0">
                <ns1:pos x="T106" y="T107"/>
              </ns1:cxn>
              <ns1:cxn ang="0">
                <ns1:pos x="T108" y="T109"/>
              </ns1:cxn>
              <ns1:cxn ang="0">
                <ns1:pos x="T110" y="T111"/>
              </ns1:cxn>
              <ns1:cxn ang="0">
                <ns1:pos x="T112" y="T113"/>
              </ns1:cxn>
              <ns1:cxn ang="0">
                <ns1:pos x="T114" y="T115"/>
              </ns1:cxn>
              <ns1:cxn ang="0">
                <ns1:pos x="T116" y="T117"/>
              </ns1:cxn>
              <ns1:cxn ang="0">
                <ns1:pos x="T118" y="T119"/>
              </ns1:cxn>
            </ns1:cxnLst>
            <ns1:rect l="0" t="0" r="r" b="b"/>
            <ns1:pathLst>
              <ns1:path w="202" h="202">
                <ns1:moveTo>
                  <ns1:pt x="202" y="37"/>
                </ns1:moveTo>
                <ns1:lnTo>
                  <ns1:pt x="165" y="37"/>
                </ns1:lnTo>
                <ns1:lnTo>
                  <ns1:pt x="152" y="0"/>
                </ns1:lnTo>
                <ns1:lnTo>
                  <ns1:pt x="138" y="37"/>
                </ns1:lnTo>
                <ns1:lnTo>
                  <ns1:pt x="101" y="37"/>
                </ns1:lnTo>
                <ns1:lnTo>
                  <ns1:pt x="131" y="60"/>
                </ns1:lnTo>
                <ns1:lnTo>
                  <ns1:pt x="117" y="101"/>
                </ns1:lnTo>
                <ns1:lnTo>
                  <ns1:pt x="152" y="76"/>
                </ns1:lnTo>
                <ns1:lnTo>
                  <ns1:pt x="186" y="101"/>
                </ns1:lnTo>
                <ns1:lnTo>
                  <ns1:pt x="172" y="60"/>
                </ns1:lnTo>
                <ns1:lnTo>
                  <ns1:pt x="202" y="37"/>
                </ns1:lnTo>
                <ns1:close/>
                <ns1:moveTo>
                  <ns1:pt x="157" y="69"/>
                </ns1:moveTo>
                <ns1:lnTo>
                  <ns1:pt x="152" y="64"/>
                </ns1:lnTo>
                <ns1:lnTo>
                  <ns1:pt x="146" y="69"/>
                </ns1:lnTo>
                <ns1:lnTo>
                  <ns1:pt x="135" y="77"/>
                </ns1:lnTo>
                <ns1:lnTo>
                  <ns1:pt x="140" y="63"/>
                </ns1:lnTo>
                <ns1:lnTo>
                  <ns1:pt x="141" y="56"/>
                </ns1:lnTo>
                <ns1:lnTo>
                  <ns1:pt x="137" y="53"/>
                </ns1:lnTo>
                <ns1:lnTo>
                  <ns1:pt x="127" y="46"/>
                </ns1:lnTo>
                <ns1:lnTo>
                  <ns1:pt x="145" y="46"/>
                </ns1:lnTo>
                <ns1:lnTo>
                  <ns1:pt x="146" y="40"/>
                </ns1:lnTo>
                <ns1:lnTo>
                  <ns1:pt x="152" y="27"/>
                </ns1:lnTo>
                <ns1:lnTo>
                  <ns1:pt x="157" y="40"/>
                </ns1:lnTo>
                <ns1:lnTo>
                  <ns1:pt x="158" y="46"/>
                </ns1:lnTo>
                <ns1:lnTo>
                  <ns1:pt x="176" y="46"/>
                </ns1:lnTo>
                <ns1:lnTo>
                  <ns1:pt x="166" y="53"/>
                </ns1:lnTo>
                <ns1:lnTo>
                  <ns1:pt x="162" y="56"/>
                </ns1:lnTo>
                <ns1:lnTo>
                  <ns1:pt x="163" y="63"/>
                </ns1:lnTo>
                <ns1:lnTo>
                  <ns1:pt x="168" y="77"/>
                </ns1:lnTo>
                <ns1:lnTo>
                  <ns1:pt x="157" y="69"/>
                </ns1:lnTo>
                <ns1:close/>
                <ns1:moveTo>
                  <ns1:pt x="87" y="115"/>
                </ns1:moveTo>
                <ns1:lnTo>
                  <ns1:pt x="69" y="64"/>
                </ns1:lnTo>
                <ns1:lnTo>
                  <ns1:pt x="51" y="115"/>
                </ns1:lnTo>
                <ns1:lnTo>
                  <ns1:pt x="0" y="115"/>
                </ns1:lnTo>
                <ns1:lnTo>
                  <ns1:pt x="40" y="146"/>
                </ns1:lnTo>
                <ns1:lnTo>
                  <ns1:pt x="22" y="202"/>
                </ns1:lnTo>
                <ns1:lnTo>
                  <ns1:pt x="69" y="168"/>
                </ns1:lnTo>
                <ns1:lnTo>
                  <ns1:pt x="116" y="202"/>
                </ns1:lnTo>
                <ns1:lnTo>
                  <ns1:pt x="98" y="146"/>
                </ns1:lnTo>
                <ns1:lnTo>
                  <ns1:pt x="138" y="115"/>
                </ns1:lnTo>
                <ns1:lnTo>
                  <ns1:pt x="87" y="115"/>
                </ns1:lnTo>
                <ns1:close/>
                <ns1:moveTo>
                  <ns1:pt x="88" y="148"/>
                </ns1:moveTo>
                <ns1:lnTo>
                  <ns1:pt x="98" y="178"/>
                </ns1:lnTo>
                <ns1:lnTo>
                  <ns1:pt x="75" y="161"/>
                </ns1:lnTo>
                <ns1:lnTo>
                  <ns1:pt x="69" y="156"/>
                </ns1:lnTo>
                <ns1:lnTo>
                  <ns1:pt x="63" y="161"/>
                </ns1:lnTo>
                <ns1:lnTo>
                  <ns1:pt x="40" y="178"/>
                </ns1:lnTo>
                <ns1:lnTo>
                  <ns1:pt x="50" y="148"/>
                </ns1:lnTo>
                <ns1:lnTo>
                  <ns1:pt x="52" y="142"/>
                </ns1:lnTo>
                <ns1:lnTo>
                  <ns1:pt x="46" y="139"/>
                </ns1:lnTo>
                <ns1:lnTo>
                  <ns1:pt x="28" y="124"/>
                </ns1:lnTo>
                <ns1:lnTo>
                  <ns1:pt x="56" y="124"/>
                </ns1:lnTo>
                <ns1:lnTo>
                  <ns1:pt x="59" y="118"/>
                </ns1:lnTo>
                <ns1:lnTo>
                  <ns1:pt x="69" y="91"/>
                </ns1:lnTo>
                <ns1:lnTo>
                  <ns1:pt x="79" y="118"/>
                </ns1:lnTo>
                <ns1:lnTo>
                  <ns1:pt x="82" y="124"/>
                </ns1:lnTo>
                <ns1:lnTo>
                  <ns1:pt x="110" y="124"/>
                </ns1:lnTo>
                <ns1:lnTo>
                  <ns1:pt x="92" y="139"/>
                </ns1:lnTo>
                <ns1:lnTo>
                  <ns1:pt x="86" y="142"/>
                </ns1:lnTo>
                <ns1:lnTo>
                  <ns1:pt x="88" y="148"/>
                </ns1:lnTo>
                <ns1:close/>
              </ns1:path>
            </ns1:pathLst>
          </ns1:custGeom>
          <ns1:solidFill>
            <ns1:schemeClr val="tx1"/>
          </ns1:solidFill>
          <ns1:ln>
            <ns1:noFill/>
          </ns1:ln>
          <ns1:extLst/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en-US" sz="2700"/>
          </ns1:p>
        </ns0:txBody>
      </ns0:sp>
      <ns0:sp>
        <ns0:nvSpPr>
          <ns0:cNvPr id="66" name="Freeform 60"/>
          <ns0:cNvSpPr>
            <ns1:spLocks noEditPoints="1"/>
          </ns0:cNvSpPr>
          <ns0:nvPr/>
        </ns0:nvSpPr>
        <ns0:spPr bwMode="auto">
          <ns1:xfrm>
            <ns1:off x="6853239" y="3268664"/>
            <ns1:ext cx="320675" cy="320675"/>
          </ns1:xfrm>
          <ns1:custGeom>
            <ns1:avLst/>
            <ns1:gdLst>
              <ns1:gd name="T0" fmla="*/ 88 w 176"/>
              <ns1:gd name="T1" fmla="*/ 0 h 176"/>
              <ns1:gd name="T2" fmla="*/ 0 w 176"/>
              <ns1:gd name="T3" fmla="*/ 88 h 176"/>
              <ns1:gd name="T4" fmla="*/ 88 w 176"/>
              <ns1:gd name="T5" fmla="*/ 176 h 176"/>
              <ns1:gd name="T6" fmla="*/ 176 w 176"/>
              <ns1:gd name="T7" fmla="*/ 88 h 176"/>
              <ns1:gd name="T8" fmla="*/ 88 w 176"/>
              <ns1:gd name="T9" fmla="*/ 0 h 176"/>
              <ns1:gd name="T10" fmla="*/ 88 w 176"/>
              <ns1:gd name="T11" fmla="*/ 168 h 176"/>
              <ns1:gd name="T12" fmla="*/ 8 w 176"/>
              <ns1:gd name="T13" fmla="*/ 88 h 176"/>
              <ns1:gd name="T14" fmla="*/ 88 w 176"/>
              <ns1:gd name="T15" fmla="*/ 8 h 176"/>
              <ns1:gd name="T16" fmla="*/ 168 w 176"/>
              <ns1:gd name="T17" fmla="*/ 88 h 176"/>
              <ns1:gd name="T18" fmla="*/ 88 w 176"/>
              <ns1:gd name="T19" fmla="*/ 168 h 176"/>
              <ns1:gd name="T20" fmla="*/ 100 w 176"/>
              <ns1:gd name="T21" fmla="*/ 72 h 176"/>
              <ns1:gd name="T22" fmla="*/ 86 w 176"/>
              <ns1:gd name="T23" fmla="*/ 36 h 176"/>
              <ns1:gd name="T24" fmla="*/ 72 w 176"/>
              <ns1:gd name="T25" fmla="*/ 72 h 176"/>
              <ns1:gd name="T26" fmla="*/ 36 w 176"/>
              <ns1:gd name="T27" fmla="*/ 72 h 176"/>
              <ns1:gd name="T28" fmla="*/ 66 w 176"/>
              <ns1:gd name="T29" fmla="*/ 95 h 176"/>
              <ns1:gd name="T30" fmla="*/ 52 w 176"/>
              <ns1:gd name="T31" fmla="*/ 136 h 176"/>
              <ns1:gd name="T32" fmla="*/ 86 w 176"/>
              <ns1:gd name="T33" fmla="*/ 111 h 176"/>
              <ns1:gd name="T34" fmla="*/ 120 w 176"/>
              <ns1:gd name="T35" fmla="*/ 136 h 176"/>
              <ns1:gd name="T36" fmla="*/ 106 w 176"/>
              <ns1:gd name="T37" fmla="*/ 95 h 176"/>
              <ns1:gd name="T38" fmla="*/ 136 w 176"/>
              <ns1:gd name="T39" fmla="*/ 72 h 176"/>
              <ns1:gd name="T40" fmla="*/ 100 w 176"/>
              <ns1:gd name="T41" fmla="*/ 72 h 176"/>
              <ns1:gd name="T42" fmla="*/ 99 w 176"/>
              <ns1:gd name="T43" fmla="*/ 97 h 176"/>
              <ns1:gd name="T44" fmla="*/ 105 w 176"/>
              <ns1:gd name="T45" fmla="*/ 114 h 176"/>
              <ns1:gd name="T46" fmla="*/ 91 w 176"/>
              <ns1:gd name="T47" fmla="*/ 104 h 176"/>
              <ns1:gd name="T48" fmla="*/ 86 w 176"/>
              <ns1:gd name="T49" fmla="*/ 101 h 176"/>
              <ns1:gd name="T50" fmla="*/ 81 w 176"/>
              <ns1:gd name="T51" fmla="*/ 104 h 176"/>
              <ns1:gd name="T52" fmla="*/ 67 w 176"/>
              <ns1:gd name="T53" fmla="*/ 114 h 176"/>
              <ns1:gd name="T54" fmla="*/ 73 w 176"/>
              <ns1:gd name="T55" fmla="*/ 97 h 176"/>
              <ns1:gd name="T56" fmla="*/ 75 w 176"/>
              <ns1:gd name="T57" fmla="*/ 92 h 176"/>
              <ns1:gd name="T58" fmla="*/ 70 w 176"/>
              <ns1:gd name="T59" fmla="*/ 89 h 176"/>
              <ns1:gd name="T60" fmla="*/ 59 w 176"/>
              <ns1:gd name="T61" fmla="*/ 80 h 176"/>
              <ns1:gd name="T62" fmla="*/ 78 w 176"/>
              <ns1:gd name="T63" fmla="*/ 80 h 176"/>
              <ns1:gd name="T64" fmla="*/ 80 w 176"/>
              <ns1:gd name="T65" fmla="*/ 75 h 176"/>
              <ns1:gd name="T66" fmla="*/ 86 w 176"/>
              <ns1:gd name="T67" fmla="*/ 58 h 176"/>
              <ns1:gd name="T68" fmla="*/ 92 w 176"/>
              <ns1:gd name="T69" fmla="*/ 75 h 176"/>
              <ns1:gd name="T70" fmla="*/ 94 w 176"/>
              <ns1:gd name="T71" fmla="*/ 80 h 176"/>
              <ns1:gd name="T72" fmla="*/ 113 w 176"/>
              <ns1:gd name="T73" fmla="*/ 80 h 176"/>
              <ns1:gd name="T74" fmla="*/ 102 w 176"/>
              <ns1:gd name="T75" fmla="*/ 89 h 176"/>
              <ns1:gd name="T76" fmla="*/ 97 w 176"/>
              <ns1:gd name="T77" fmla="*/ 92 h 176"/>
              <ns1:gd name="T78" fmla="*/ 99 w 176"/>
              <ns1:gd name="T79" fmla="*/ 97 h 176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  <ns1:cxn ang="0">
                <ns1:pos x="T32" y="T33"/>
              </ns1:cxn>
              <ns1:cxn ang="0">
                <ns1:pos x="T34" y="T35"/>
              </ns1:cxn>
              <ns1:cxn ang="0">
                <ns1:pos x="T36" y="T37"/>
              </ns1:cxn>
              <ns1:cxn ang="0">
                <ns1:pos x="T38" y="T39"/>
              </ns1:cxn>
              <ns1:cxn ang="0">
                <ns1:pos x="T40" y="T41"/>
              </ns1:cxn>
              <ns1:cxn ang="0">
                <ns1:pos x="T42" y="T43"/>
              </ns1:cxn>
              <ns1:cxn ang="0">
                <ns1:pos x="T44" y="T45"/>
              </ns1:cxn>
              <ns1:cxn ang="0">
                <ns1:pos x="T46" y="T47"/>
              </ns1:cxn>
              <ns1:cxn ang="0">
                <ns1:pos x="T48" y="T49"/>
              </ns1:cxn>
              <ns1:cxn ang="0">
                <ns1:pos x="T50" y="T51"/>
              </ns1:cxn>
              <ns1:cxn ang="0">
                <ns1:pos x="T52" y="T53"/>
              </ns1:cxn>
              <ns1:cxn ang="0">
                <ns1:pos x="T54" y="T55"/>
              </ns1:cxn>
              <ns1:cxn ang="0">
                <ns1:pos x="T56" y="T57"/>
              </ns1:cxn>
              <ns1:cxn ang="0">
                <ns1:pos x="T58" y="T59"/>
              </ns1:cxn>
              <ns1:cxn ang="0">
                <ns1:pos x="T60" y="T61"/>
              </ns1:cxn>
              <ns1:cxn ang="0">
                <ns1:pos x="T62" y="T63"/>
              </ns1:cxn>
              <ns1:cxn ang="0">
                <ns1:pos x="T64" y="T65"/>
              </ns1:cxn>
              <ns1:cxn ang="0">
                <ns1:pos x="T66" y="T67"/>
              </ns1:cxn>
              <ns1:cxn ang="0">
                <ns1:pos x="T68" y="T69"/>
              </ns1:cxn>
              <ns1:cxn ang="0">
                <ns1:pos x="T70" y="T71"/>
              </ns1:cxn>
              <ns1:cxn ang="0">
                <ns1:pos x="T72" y="T73"/>
              </ns1:cxn>
              <ns1:cxn ang="0">
                <ns1:pos x="T74" y="T75"/>
              </ns1:cxn>
              <ns1:cxn ang="0">
                <ns1:pos x="T76" y="T77"/>
              </ns1:cxn>
              <ns1:cxn ang="0">
                <ns1:pos x="T78" y="T79"/>
              </ns1:cxn>
            </ns1:cxnLst>
            <ns1:rect l="0" t="0" r="r" b="b"/>
            <ns1:pathLst>
              <ns1:path w="176" h="176">
                <ns1:moveTo>
                  <ns1:pt x="88" y="0"/>
                </ns1:moveTo>
                <ns1:cubicBezTo>
                  <ns1:pt x="39" y="0"/>
                  <ns1:pt x="0" y="39"/>
                  <ns1:pt x="0" y="88"/>
                </ns1:cubicBezTo>
                <ns1:cubicBezTo>
                  <ns1:pt x="0" y="137"/>
                  <ns1:pt x="39" y="176"/>
                  <ns1:pt x="88" y="176"/>
                </ns1:cubicBezTo>
                <ns1:cubicBezTo>
                  <ns1:pt x="137" y="176"/>
                  <ns1:pt x="176" y="137"/>
                  <ns1:pt x="176" y="88"/>
                </ns1:cubicBezTo>
                <ns1:cubicBezTo>
                  <ns1:pt x="176" y="39"/>
                  <ns1:pt x="137" y="0"/>
                  <ns1:pt x="88" y="0"/>
                </ns1:cubicBezTo>
                <ns1:moveTo>
                  <ns1:pt x="88" y="168"/>
                </ns1:moveTo>
                <ns1:cubicBezTo>
                  <ns1:pt x="44" y="168"/>
                  <ns1:pt x="8" y="132"/>
                  <ns1:pt x="8" y="88"/>
                </ns1:cubicBezTo>
                <ns1:cubicBezTo>
                  <ns1:pt x="8" y="44"/>
                  <ns1:pt x="44" y="8"/>
                  <ns1:pt x="88" y="8"/>
                </ns1:cubicBezTo>
                <ns1:cubicBezTo>
                  <ns1:pt x="132" y="8"/>
                  <ns1:pt x="168" y="44"/>
                  <ns1:pt x="168" y="88"/>
                </ns1:cubicBezTo>
                <ns1:cubicBezTo>
                  <ns1:pt x="168" y="132"/>
                  <ns1:pt x="132" y="168"/>
                  <ns1:pt x="88" y="168"/>
                </ns1:cubicBezTo>
                <ns1:moveTo>
                  <ns1:pt x="100" y="72"/>
                </ns1:moveTo>
                <ns1:cubicBezTo>
                  <ns1:pt x="86" y="36"/>
                  <ns1:pt x="86" y="36"/>
                  <ns1:pt x="86" y="36"/>
                </ns1:cubicBezTo>
                <ns1:cubicBezTo>
                  <ns1:pt x="72" y="72"/>
                  <ns1:pt x="72" y="72"/>
                  <ns1:pt x="72" y="72"/>
                </ns1:cubicBezTo>
                <ns1:cubicBezTo>
                  <ns1:pt x="36" y="72"/>
                  <ns1:pt x="36" y="72"/>
                  <ns1:pt x="36" y="72"/>
                </ns1:cubicBezTo>
                <ns1:cubicBezTo>
                  <ns1:pt x="66" y="95"/>
                  <ns1:pt x="66" y="95"/>
                  <ns1:pt x="66" y="95"/>
                </ns1:cubicBezTo>
                <ns1:cubicBezTo>
                  <ns1:pt x="52" y="136"/>
                  <ns1:pt x="52" y="136"/>
                  <ns1:pt x="52" y="136"/>
                </ns1:cubicBezTo>
                <ns1:cubicBezTo>
                  <ns1:pt x="86" y="111"/>
                  <ns1:pt x="86" y="111"/>
                  <ns1:pt x="86" y="111"/>
                </ns1:cubicBezTo>
                <ns1:cubicBezTo>
                  <ns1:pt x="120" y="136"/>
                  <ns1:pt x="120" y="136"/>
                  <ns1:pt x="120" y="136"/>
                </ns1:cubicBezTo>
                <ns1:cubicBezTo>
                  <ns1:pt x="106" y="95"/>
                  <ns1:pt x="106" y="95"/>
                  <ns1:pt x="106" y="95"/>
                </ns1:cubicBezTo>
                <ns1:cubicBezTo>
                  <ns1:pt x="136" y="72"/>
                  <ns1:pt x="136" y="72"/>
                  <ns1:pt x="136" y="72"/>
                </ns1:cubicBezTo>
                <ns1:lnTo>
                  <ns1:pt x="100" y="72"/>
                </ns1:lnTo>
                <ns1:close/>
                <ns1:moveTo>
                  <ns1:pt x="99" y="97"/>
                </ns1:moveTo>
                <ns1:cubicBezTo>
                  <ns1:pt x="105" y="114"/>
                  <ns1:pt x="105" y="114"/>
                  <ns1:pt x="105" y="114"/>
                </ns1:cubicBezTo>
                <ns1:cubicBezTo>
                  <ns1:pt x="91" y="104"/>
                  <ns1:pt x="91" y="104"/>
                  <ns1:pt x="91" y="104"/>
                </ns1:cubicBezTo>
                <ns1:cubicBezTo>
                  <ns1:pt x="86" y="101"/>
                  <ns1:pt x="86" y="101"/>
                  <ns1:pt x="86" y="101"/>
                </ns1:cubicBezTo>
                <ns1:cubicBezTo>
                  <ns1:pt x="81" y="104"/>
                  <ns1:pt x="81" y="104"/>
                  <ns1:pt x="81" y="104"/>
                </ns1:cubicBezTo>
                <ns1:cubicBezTo>
                  <ns1:pt x="67" y="114"/>
                  <ns1:pt x="67" y="114"/>
                  <ns1:pt x="67" y="114"/>
                </ns1:cubicBezTo>
                <ns1:cubicBezTo>
                  <ns1:pt x="73" y="97"/>
                  <ns1:pt x="73" y="97"/>
                  <ns1:pt x="73" y="97"/>
                </ns1:cubicBezTo>
                <ns1:cubicBezTo>
                  <ns1:pt x="75" y="92"/>
                  <ns1:pt x="75" y="92"/>
                  <ns1:pt x="75" y="92"/>
                </ns1:cubicBezTo>
                <ns1:cubicBezTo>
                  <ns1:pt x="70" y="89"/>
                  <ns1:pt x="70" y="89"/>
                  <ns1:pt x="70" y="89"/>
                </ns1:cubicBezTo>
                <ns1:cubicBezTo>
                  <ns1:pt x="59" y="80"/>
                  <ns1:pt x="59" y="80"/>
                  <ns1:pt x="59" y="80"/>
                </ns1:cubicBezTo>
                <ns1:cubicBezTo>
                  <ns1:pt x="78" y="80"/>
                  <ns1:pt x="78" y="80"/>
                  <ns1:pt x="78" y="80"/>
                </ns1:cubicBezTo>
                <ns1:cubicBezTo>
                  <ns1:pt x="80" y="75"/>
                  <ns1:pt x="80" y="75"/>
                  <ns1:pt x="80" y="75"/>
                </ns1:cubicBezTo>
                <ns1:cubicBezTo>
                  <ns1:pt x="86" y="58"/>
                  <ns1:pt x="86" y="58"/>
                  <ns1:pt x="86" y="58"/>
                </ns1:cubicBezTo>
                <ns1:cubicBezTo>
                  <ns1:pt x="92" y="75"/>
                  <ns1:pt x="92" y="75"/>
                  <ns1:pt x="92" y="75"/>
                </ns1:cubicBezTo>
                <ns1:cubicBezTo>
                  <ns1:pt x="94" y="80"/>
                  <ns1:pt x="94" y="80"/>
                  <ns1:pt x="94" y="80"/>
                </ns1:cubicBezTo>
                <ns1:cubicBezTo>
                  <ns1:pt x="113" y="80"/>
                  <ns1:pt x="113" y="80"/>
                  <ns1:pt x="113" y="80"/>
                </ns1:cubicBezTo>
                <ns1:cubicBezTo>
                  <ns1:pt x="102" y="89"/>
                  <ns1:pt x="102" y="89"/>
                  <ns1:pt x="102" y="89"/>
                </ns1:cubicBezTo>
                <ns1:cubicBezTo>
                  <ns1:pt x="97" y="92"/>
                  <ns1:pt x="97" y="92"/>
                  <ns1:pt x="97" y="92"/>
                </ns1:cubicBezTo>
                <ns1:lnTo>
                  <ns1:pt x="99" y="97"/>
                </ns1:lnTo>
                <ns1:close/>
              </ns1:path>
            </ns1:pathLst>
          </ns1:custGeom>
          <ns1:solidFill>
            <ns1:schemeClr val="tx1"/>
          </ns1:solidFill>
          <ns1:ln>
            <ns1:noFill/>
          </ns1:ln>
          <ns1:extLst/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en-US" sz="2700"/>
          </ns1:p>
        </ns0:txBody>
      </ns0:sp>
      <ns0:sp>
        <ns0:nvSpPr>
          <ns0:cNvPr id="67" name="Freeform 61"/>
          <ns0:cNvSpPr>
            <ns1:spLocks noEditPoints="1"/>
          </ns0:cNvSpPr>
          <ns0:nvPr/>
        </ns0:nvSpPr>
        <ns0:spPr bwMode="auto">
          <ns1:xfrm>
            <ns1:off x="7464426" y="3268664"/>
            <ns1:ext cx="320675" cy="320675"/>
          </ns1:xfrm>
          <ns1:custGeom>
            <ns1:avLst/>
            <ns1:gdLst>
              <ns1:gd name="T0" fmla="*/ 76 w 176"/>
              <ns1:gd name="T1" fmla="*/ 132 h 176"/>
              <ns1:gd name="T2" fmla="*/ 76 w 176"/>
              <ns1:gd name="T3" fmla="*/ 140 h 176"/>
              <ns1:gd name="T4" fmla="*/ 152 w 176"/>
              <ns1:gd name="T5" fmla="*/ 136 h 176"/>
              <ns1:gd name="T6" fmla="*/ 40 w 176"/>
              <ns1:gd name="T7" fmla="*/ 24 h 176"/>
              <ns1:gd name="T8" fmla="*/ 24 w 176"/>
              <ns1:gd name="T9" fmla="*/ 36 h 176"/>
              <ns1:gd name="T10" fmla="*/ 29 w 176"/>
              <ns1:gd name="T11" fmla="*/ 56 h 176"/>
              <ns1:gd name="T12" fmla="*/ 51 w 176"/>
              <ns1:gd name="T13" fmla="*/ 56 h 176"/>
              <ns1:gd name="T14" fmla="*/ 56 w 176"/>
              <ns1:gd name="T15" fmla="*/ 36 h 176"/>
              <ns1:gd name="T16" fmla="*/ 40 w 176"/>
              <ns1:gd name="T17" fmla="*/ 24 h 176"/>
              <ns1:gd name="T18" fmla="*/ 36 w 176"/>
              <ns1:gd name="T19" fmla="*/ 84 h 176"/>
              <ns1:gd name="T20" fmla="*/ 33 w 176"/>
              <ns1:gd name="T21" fmla="*/ 91 h 176"/>
              <ns1:gd name="T22" fmla="*/ 40 w 176"/>
              <ns1:gd name="T23" fmla="*/ 96 h 176"/>
              <ns1:gd name="T24" fmla="*/ 47 w 176"/>
              <ns1:gd name="T25" fmla="*/ 91 h 176"/>
              <ns1:gd name="T26" fmla="*/ 44 w 176"/>
              <ns1:gd name="T27" fmla="*/ 84 h 176"/>
              <ns1:gd name="T28" fmla="*/ 44 w 176"/>
              <ns1:gd name="T29" fmla="*/ 132 h 176"/>
              <ns1:gd name="T30" fmla="*/ 36 w 176"/>
              <ns1:gd name="T31" fmla="*/ 132 h 176"/>
              <ns1:gd name="T32" fmla="*/ 33 w 176"/>
              <ns1:gd name="T33" fmla="*/ 139 h 176"/>
              <ns1:gd name="T34" fmla="*/ 40 w 176"/>
              <ns1:gd name="T35" fmla="*/ 144 h 176"/>
              <ns1:gd name="T36" fmla="*/ 47 w 176"/>
              <ns1:gd name="T37" fmla="*/ 139 h 176"/>
              <ns1:gd name="T38" fmla="*/ 44 w 176"/>
              <ns1:gd name="T39" fmla="*/ 132 h 176"/>
              <ns1:gd name="T40" fmla="*/ 76 w 176"/>
              <ns1:gd name="T41" fmla="*/ 84 h 176"/>
              <ns1:gd name="T42" fmla="*/ 76 w 176"/>
              <ns1:gd name="T43" fmla="*/ 92 h 176"/>
              <ns1:gd name="T44" fmla="*/ 152 w 176"/>
              <ns1:gd name="T45" fmla="*/ 88 h 176"/>
              <ns1:gd name="T46" fmla="*/ 160 w 176"/>
              <ns1:gd name="T47" fmla="*/ 0 h 176"/>
              <ns1:gd name="T48" fmla="*/ 0 w 176"/>
              <ns1:gd name="T49" fmla="*/ 16 h 176"/>
              <ns1:gd name="T50" fmla="*/ 16 w 176"/>
              <ns1:gd name="T51" fmla="*/ 176 h 176"/>
              <ns1:gd name="T52" fmla="*/ 176 w 176"/>
              <ns1:gd name="T53" fmla="*/ 160 h 176"/>
              <ns1:gd name="T54" fmla="*/ 160 w 176"/>
              <ns1:gd name="T55" fmla="*/ 0 h 176"/>
              <ns1:gd name="T56" fmla="*/ 160 w 176"/>
              <ns1:gd name="T57" fmla="*/ 168 h 176"/>
              <ns1:gd name="T58" fmla="*/ 8 w 176"/>
              <ns1:gd name="T59" fmla="*/ 160 h 176"/>
              <ns1:gd name="T60" fmla="*/ 16 w 176"/>
              <ns1:gd name="T61" fmla="*/ 8 h 176"/>
              <ns1:gd name="T62" fmla="*/ 168 w 176"/>
              <ns1:gd name="T63" fmla="*/ 16 h 176"/>
              <ns1:gd name="T64" fmla="*/ 148 w 176"/>
              <ns1:gd name="T65" fmla="*/ 36 h 176"/>
              <ns1:gd name="T66" fmla="*/ 72 w 176"/>
              <ns1:gd name="T67" fmla="*/ 40 h 176"/>
              <ns1:gd name="T68" fmla="*/ 148 w 176"/>
              <ns1:gd name="T69" fmla="*/ 44 h 176"/>
              <ns1:gd name="T70" fmla="*/ 148 w 176"/>
              <ns1:gd name="T71" fmla="*/ 36 h 176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  <ns1:cxn ang="0">
                <ns1:pos x="T32" y="T33"/>
              </ns1:cxn>
              <ns1:cxn ang="0">
                <ns1:pos x="T34" y="T35"/>
              </ns1:cxn>
              <ns1:cxn ang="0">
                <ns1:pos x="T36" y="T37"/>
              </ns1:cxn>
              <ns1:cxn ang="0">
                <ns1:pos x="T38" y="T39"/>
              </ns1:cxn>
              <ns1:cxn ang="0">
                <ns1:pos x="T40" y="T41"/>
              </ns1:cxn>
              <ns1:cxn ang="0">
                <ns1:pos x="T42" y="T43"/>
              </ns1:cxn>
              <ns1:cxn ang="0">
                <ns1:pos x="T44" y="T45"/>
              </ns1:cxn>
              <ns1:cxn ang="0">
                <ns1:pos x="T46" y="T47"/>
              </ns1:cxn>
              <ns1:cxn ang="0">
                <ns1:pos x="T48" y="T49"/>
              </ns1:cxn>
              <ns1:cxn ang="0">
                <ns1:pos x="T50" y="T51"/>
              </ns1:cxn>
              <ns1:cxn ang="0">
                <ns1:pos x="T52" y="T53"/>
              </ns1:cxn>
              <ns1:cxn ang="0">
                <ns1:pos x="T54" y="T55"/>
              </ns1:cxn>
              <ns1:cxn ang="0">
                <ns1:pos x="T56" y="T57"/>
              </ns1:cxn>
              <ns1:cxn ang="0">
                <ns1:pos x="T58" y="T59"/>
              </ns1:cxn>
              <ns1:cxn ang="0">
                <ns1:pos x="T60" y="T61"/>
              </ns1:cxn>
              <ns1:cxn ang="0">
                <ns1:pos x="T62" y="T63"/>
              </ns1:cxn>
              <ns1:cxn ang="0">
                <ns1:pos x="T64" y="T65"/>
              </ns1:cxn>
              <ns1:cxn ang="0">
                <ns1:pos x="T66" y="T67"/>
              </ns1:cxn>
              <ns1:cxn ang="0">
                <ns1:pos x="T68" y="T69"/>
              </ns1:cxn>
              <ns1:cxn ang="0">
                <ns1:pos x="T70" y="T71"/>
              </ns1:cxn>
            </ns1:cxnLst>
            <ns1:rect l="0" t="0" r="r" b="b"/>
            <ns1:pathLst>
              <ns1:path w="176" h="176">
                <ns1:moveTo>
                  <ns1:pt x="148" y="132"/>
                </ns1:moveTo>
                <ns1:cubicBezTo>
                  <ns1:pt x="76" y="132"/>
                  <ns1:pt x="76" y="132"/>
                  <ns1:pt x="76" y="132"/>
                </ns1:cubicBezTo>
                <ns1:cubicBezTo>
                  <ns1:pt x="74" y="132"/>
                  <ns1:pt x="72" y="134"/>
                  <ns1:pt x="72" y="136"/>
                </ns1:cubicBezTo>
                <ns1:cubicBezTo>
                  <ns1:pt x="72" y="138"/>
                  <ns1:pt x="74" y="140"/>
                  <ns1:pt x="76" y="140"/>
                </ns1:cubicBezTo>
                <ns1:cubicBezTo>
                  <ns1:pt x="148" y="140"/>
                  <ns1:pt x="148" y="140"/>
                  <ns1:pt x="148" y="140"/>
                </ns1:cubicBezTo>
                <ns1:cubicBezTo>
                  <ns1:pt x="150" y="140"/>
                  <ns1:pt x="152" y="138"/>
                  <ns1:pt x="152" y="136"/>
                </ns1:cubicBezTo>
                <ns1:cubicBezTo>
                  <ns1:pt x="152" y="134"/>
                  <ns1:pt x="150" y="132"/>
                  <ns1:pt x="148" y="132"/>
                </ns1:cubicBezTo>
                <ns1:moveTo>
                  <ns1:pt x="40" y="24"/>
                </ns1:moveTo>
                <ns1:cubicBezTo>
                  <ns1:pt x="36" y="36"/>
                  <ns1:pt x="36" y="36"/>
                  <ns1:pt x="36" y="36"/>
                </ns1:cubicBezTo>
                <ns1:cubicBezTo>
                  <ns1:pt x="24" y="36"/>
                  <ns1:pt x="24" y="36"/>
                  <ns1:pt x="24" y="36"/>
                </ns1:cubicBezTo>
                <ns1:cubicBezTo>
                  <ns1:pt x="33" y="43"/>
                  <ns1:pt x="33" y="43"/>
                  <ns1:pt x="33" y="43"/>
                </ns1:cubicBezTo>
                <ns1:cubicBezTo>
                  <ns1:pt x="29" y="56"/>
                  <ns1:pt x="29" y="56"/>
                  <ns1:pt x="29" y="56"/>
                </ns1:cubicBezTo>
                <ns1:cubicBezTo>
                  <ns1:pt x="40" y="48"/>
                  <ns1:pt x="40" y="48"/>
                  <ns1:pt x="40" y="48"/>
                </ns1:cubicBezTo>
                <ns1:cubicBezTo>
                  <ns1:pt x="51" y="56"/>
                  <ns1:pt x="51" y="56"/>
                  <ns1:pt x="51" y="56"/>
                </ns1:cubicBezTo>
                <ns1:cubicBezTo>
                  <ns1:pt x="47" y="43"/>
                  <ns1:pt x="47" y="43"/>
                  <ns1:pt x="47" y="43"/>
                </ns1:cubicBezTo>
                <ns1:cubicBezTo>
                  <ns1:pt x="56" y="36"/>
                  <ns1:pt x="56" y="36"/>
                  <ns1:pt x="56" y="36"/>
                </ns1:cubicBezTo>
                <ns1:cubicBezTo>
                  <ns1:pt x="44" y="36"/>
                  <ns1:pt x="44" y="36"/>
                  <ns1:pt x="44" y="36"/>
                </ns1:cubicBezTo>
                <ns1:lnTo>
                  <ns1:pt x="40" y="24"/>
                </ns1:lnTo>
                <ns1:close/>
                <ns1:moveTo>
                  <ns1:pt x="40" y="72"/>
                </ns1:moveTo>
                <ns1:cubicBezTo>
                  <ns1:pt x="36" y="84"/>
                  <ns1:pt x="36" y="84"/>
                  <ns1:pt x="36" y="84"/>
                </ns1:cubicBezTo>
                <ns1:cubicBezTo>
                  <ns1:pt x="24" y="84"/>
                  <ns1:pt x="24" y="84"/>
                  <ns1:pt x="24" y="84"/>
                </ns1:cubicBezTo>
                <ns1:cubicBezTo>
                  <ns1:pt x="33" y="91"/>
                  <ns1:pt x="33" y="91"/>
                  <ns1:pt x="33" y="91"/>
                </ns1:cubicBezTo>
                <ns1:cubicBezTo>
                  <ns1:pt x="29" y="104"/>
                  <ns1:pt x="29" y="104"/>
                  <ns1:pt x="29" y="104"/>
                </ns1:cubicBezTo>
                <ns1:cubicBezTo>
                  <ns1:pt x="40" y="96"/>
                  <ns1:pt x="40" y="96"/>
                  <ns1:pt x="40" y="96"/>
                </ns1:cubicBezTo>
                <ns1:cubicBezTo>
                  <ns1:pt x="51" y="104"/>
                  <ns1:pt x="51" y="104"/>
                  <ns1:pt x="51" y="104"/>
                </ns1:cubicBezTo>
                <ns1:cubicBezTo>
                  <ns1:pt x="47" y="91"/>
                  <ns1:pt x="47" y="91"/>
                  <ns1:pt x="47" y="91"/>
                </ns1:cubicBezTo>
                <ns1:cubicBezTo>
                  <ns1:pt x="56" y="84"/>
                  <ns1:pt x="56" y="84"/>
                  <ns1:pt x="56" y="84"/>
                </ns1:cubicBezTo>
                <ns1:cubicBezTo>
                  <ns1:pt x="44" y="84"/>
                  <ns1:pt x="44" y="84"/>
                  <ns1:pt x="44" y="84"/>
                </ns1:cubicBezTo>
                <ns1:lnTo>
                  <ns1:pt x="40" y="72"/>
                </ns1:lnTo>
                <ns1:close/>
                <ns1:moveTo>
                  <ns1:pt x="44" y="132"/>
                </ns1:moveTo>
                <ns1:cubicBezTo>
                  <ns1:pt x="40" y="120"/>
                  <ns1:pt x="40" y="120"/>
                  <ns1:pt x="40" y="120"/>
                </ns1:cubicBezTo>
                <ns1:cubicBezTo>
                  <ns1:pt x="36" y="132"/>
                  <ns1:pt x="36" y="132"/>
                  <ns1:pt x="36" y="132"/>
                </ns1:cubicBezTo>
                <ns1:cubicBezTo>
                  <ns1:pt x="24" y="132"/>
                  <ns1:pt x="24" y="132"/>
                  <ns1:pt x="24" y="132"/>
                </ns1:cubicBezTo>
                <ns1:cubicBezTo>
                  <ns1:pt x="33" y="139"/>
                  <ns1:pt x="33" y="139"/>
                  <ns1:pt x="33" y="139"/>
                </ns1:cubicBezTo>
                <ns1:cubicBezTo>
                  <ns1:pt x="29" y="152"/>
                  <ns1:pt x="29" y="152"/>
                  <ns1:pt x="29" y="152"/>
                </ns1:cubicBezTo>
                <ns1:cubicBezTo>
                  <ns1:pt x="40" y="144"/>
                  <ns1:pt x="40" y="144"/>
                  <ns1:pt x="40" y="144"/>
                </ns1:cubicBezTo>
                <ns1:cubicBezTo>
                  <ns1:pt x="51" y="152"/>
                  <ns1:pt x="51" y="152"/>
                  <ns1:pt x="51" y="152"/>
                </ns1:cubicBezTo>
                <ns1:cubicBezTo>
                  <ns1:pt x="47" y="139"/>
                  <ns1:pt x="47" y="139"/>
                  <ns1:pt x="47" y="139"/>
                </ns1:cubicBezTo>
                <ns1:cubicBezTo>
                  <ns1:pt x="56" y="132"/>
                  <ns1:pt x="56" y="132"/>
                  <ns1:pt x="56" y="132"/>
                </ns1:cubicBezTo>
                <ns1:lnTo>
                  <ns1:pt x="44" y="132"/>
                </ns1:lnTo>
                <ns1:close/>
                <ns1:moveTo>
                  <ns1:pt x="148" y="84"/>
                </ns1:moveTo>
                <ns1:cubicBezTo>
                  <ns1:pt x="76" y="84"/>
                  <ns1:pt x="76" y="84"/>
                  <ns1:pt x="76" y="84"/>
                </ns1:cubicBezTo>
                <ns1:cubicBezTo>
                  <ns1:pt x="74" y="84"/>
                  <ns1:pt x="72" y="86"/>
                  <ns1:pt x="72" y="88"/>
                </ns1:cubicBezTo>
                <ns1:cubicBezTo>
                  <ns1:pt x="72" y="90"/>
                  <ns1:pt x="74" y="92"/>
                  <ns1:pt x="76" y="92"/>
                </ns1:cubicBezTo>
                <ns1:cubicBezTo>
                  <ns1:pt x="148" y="92"/>
                  <ns1:pt x="148" y="92"/>
                  <ns1:pt x="148" y="92"/>
                </ns1:cubicBezTo>
                <ns1:cubicBezTo>
                  <ns1:pt x="150" y="92"/>
                  <ns1:pt x="152" y="90"/>
                  <ns1:pt x="152" y="88"/>
                </ns1:cubicBezTo>
                <ns1:cubicBezTo>
                  <ns1:pt x="152" y="86"/>
                  <ns1:pt x="150" y="84"/>
                  <ns1:pt x="148" y="84"/>
                </ns1:cubicBezTo>
                <ns1:moveTo>
                  <ns1:pt x="160" y="0"/>
                </ns1:moveTo>
                <ns1:cubicBezTo>
                  <ns1:pt x="16" y="0"/>
                  <ns1:pt x="16" y="0"/>
                  <ns1:pt x="16" y="0"/>
                </ns1:cubicBezTo>
                <ns1:cubicBezTo>
                  <ns1:pt x="7" y="0"/>
                  <ns1:pt x="0" y="7"/>
                  <ns1:pt x="0" y="16"/>
                </ns1:cubicBezTo>
                <ns1:cubicBezTo>
                  <ns1:pt x="0" y="160"/>
                  <ns1:pt x="0" y="160"/>
                  <ns1:pt x="0" y="160"/>
                </ns1:cubicBezTo>
                <ns1:cubicBezTo>
                  <ns1:pt x="0" y="169"/>
                  <ns1:pt x="7" y="176"/>
                  <ns1:pt x="16" y="176"/>
                </ns1:cubicBezTo>
                <ns1:cubicBezTo>
                  <ns1:pt x="160" y="176"/>
                  <ns1:pt x="160" y="176"/>
                  <ns1:pt x="160" y="176"/>
                </ns1:cubicBezTo>
                <ns1:cubicBezTo>
                  <ns1:pt x="169" y="176"/>
                  <ns1:pt x="176" y="169"/>
                  <ns1:pt x="176" y="160"/>
                </ns1:cubicBezTo>
                <ns1:cubicBezTo>
                  <ns1:pt x="176" y="16"/>
                  <ns1:pt x="176" y="16"/>
                  <ns1:pt x="176" y="16"/>
                </ns1:cubicBezTo>
                <ns1:cubicBezTo>
                  <ns1:pt x="176" y="7"/>
                  <ns1:pt x="169" y="0"/>
                  <ns1:pt x="160" y="0"/>
                </ns1:cubicBezTo>
                <ns1:moveTo>
                  <ns1:pt x="168" y="160"/>
                </ns1:moveTo>
                <ns1:cubicBezTo>
                  <ns1:pt x="168" y="164"/>
                  <ns1:pt x="164" y="168"/>
                  <ns1:pt x="160" y="168"/>
                </ns1:cubicBezTo>
                <ns1:cubicBezTo>
                  <ns1:pt x="16" y="168"/>
                  <ns1:pt x="16" y="168"/>
                  <ns1:pt x="16" y="168"/>
                </ns1:cubicBezTo>
                <ns1:cubicBezTo>
                  <ns1:pt x="12" y="168"/>
                  <ns1:pt x="8" y="164"/>
                  <ns1:pt x="8" y="160"/>
                </ns1:cubicBezTo>
                <ns1:cubicBezTo>
                  <ns1:pt x="8" y="16"/>
                  <ns1:pt x="8" y="16"/>
                  <ns1:pt x="8" y="16"/>
                </ns1:cubicBezTo>
                <ns1:cubicBezTo>
                  <ns1:pt x="8" y="12"/>
                  <ns1:pt x="12" y="8"/>
                  <ns1:pt x="16" y="8"/>
                </ns1:cubicBezTo>
                <ns1:cubicBezTo>
                  <ns1:pt x="160" y="8"/>
                  <ns1:pt x="160" y="8"/>
                  <ns1:pt x="160" y="8"/>
                </ns1:cubicBezTo>
                <ns1:cubicBezTo>
                  <ns1:pt x="164" y="8"/>
                  <ns1:pt x="168" y="12"/>
                  <ns1:pt x="168" y="16"/>
                </ns1:cubicBezTo>
                <ns1:lnTo>
                  <ns1:pt x="168" y="160"/>
                </ns1:lnTo>
                <ns1:close/>
                <ns1:moveTo>
                  <ns1:pt x="148" y="36"/>
                </ns1:moveTo>
                <ns1:cubicBezTo>
                  <ns1:pt x="76" y="36"/>
                  <ns1:pt x="76" y="36"/>
                  <ns1:pt x="76" y="36"/>
                </ns1:cubicBezTo>
                <ns1:cubicBezTo>
                  <ns1:pt x="74" y="36"/>
                  <ns1:pt x="72" y="38"/>
                  <ns1:pt x="72" y="40"/>
                </ns1:cubicBezTo>
                <ns1:cubicBezTo>
                  <ns1:pt x="72" y="42"/>
                  <ns1:pt x="74" y="44"/>
                  <ns1:pt x="76" y="44"/>
                </ns1:cubicBezTo>
                <ns1:cubicBezTo>
                  <ns1:pt x="148" y="44"/>
                  <ns1:pt x="148" y="44"/>
                  <ns1:pt x="148" y="44"/>
                </ns1:cubicBezTo>
                <ns1:cubicBezTo>
                  <ns1:pt x="150" y="44"/>
                  <ns1:pt x="152" y="42"/>
                  <ns1:pt x="152" y="40"/>
                </ns1:cubicBezTo>
                <ns1:cubicBezTo>
                  <ns1:pt x="152" y="38"/>
                  <ns1:pt x="150" y="36"/>
                  <ns1:pt x="148" y="36"/>
                </ns1:cubicBezTo>
              </ns1:path>
            </ns1:pathLst>
          </ns1:custGeom>
          <ns1:solidFill>
            <ns1:schemeClr val="tx1"/>
          </ns1:solidFill>
          <ns1:ln>
            <ns1:noFill/>
          </ns1:ln>
          <ns1:extLst/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en-US" sz="2700"/>
          </ns1:p>
        </ns0:txBody>
      </ns0:sp>
      <ns0:sp>
        <ns0:nvSpPr>
          <ns0:cNvPr id="68" name="Freeform 62"/>
          <ns0:cNvSpPr>
            <ns1:spLocks noEditPoints="1"/>
          </ns0:cNvSpPr>
          <ns0:nvPr/>
        </ns0:nvSpPr>
        <ns0:spPr bwMode="auto">
          <ns1:xfrm>
            <ns1:off x="8075614" y="3268664"/>
            <ns1:ext cx="320675" cy="320675"/>
          </ns1:xfrm>
          <ns1:custGeom>
            <ns1:avLst/>
            <ns1:gdLst>
              <ns1:gd name="T0" fmla="*/ 36 w 176"/>
              <ns1:gd name="T1" fmla="*/ 24 h 176"/>
              <ns1:gd name="T2" fmla="*/ 24 w 176"/>
              <ns1:gd name="T3" fmla="*/ 36 h 176"/>
              <ns1:gd name="T4" fmla="*/ 36 w 176"/>
              <ns1:gd name="T5" fmla="*/ 48 h 176"/>
              <ns1:gd name="T6" fmla="*/ 48 w 176"/>
              <ns1:gd name="T7" fmla="*/ 36 h 176"/>
              <ns1:gd name="T8" fmla="*/ 36 w 176"/>
              <ns1:gd name="T9" fmla="*/ 24 h 176"/>
              <ns1:gd name="T10" fmla="*/ 36 w 176"/>
              <ns1:gd name="T11" fmla="*/ 40 h 176"/>
              <ns1:gd name="T12" fmla="*/ 32 w 176"/>
              <ns1:gd name="T13" fmla="*/ 36 h 176"/>
              <ns1:gd name="T14" fmla="*/ 36 w 176"/>
              <ns1:gd name="T15" fmla="*/ 32 h 176"/>
              <ns1:gd name="T16" fmla="*/ 40 w 176"/>
              <ns1:gd name="T17" fmla="*/ 36 h 176"/>
              <ns1:gd name="T18" fmla="*/ 36 w 176"/>
              <ns1:gd name="T19" fmla="*/ 40 h 176"/>
              <ns1:gd name="T20" fmla="*/ 96 w 176"/>
              <ns1:gd name="T21" fmla="*/ 108 h 176"/>
              <ns1:gd name="T22" fmla="*/ 99 w 176"/>
              <ns1:gd name="T23" fmla="*/ 107 h 176"/>
              <ns1:gd name="T24" fmla="*/ 115 w 176"/>
              <ns1:gd name="T25" fmla="*/ 91 h 176"/>
              <ns1:gd name="T26" fmla="*/ 116 w 176"/>
              <ns1:gd name="T27" fmla="*/ 88 h 176"/>
              <ns1:gd name="T28" fmla="*/ 112 w 176"/>
              <ns1:gd name="T29" fmla="*/ 84 h 176"/>
              <ns1:gd name="T30" fmla="*/ 109 w 176"/>
              <ns1:gd name="T31" fmla="*/ 85 h 176"/>
              <ns1:gd name="T32" fmla="*/ 93 w 176"/>
              <ns1:gd name="T33" fmla="*/ 101 h 176"/>
              <ns1:gd name="T34" fmla="*/ 92 w 176"/>
              <ns1:gd name="T35" fmla="*/ 104 h 176"/>
              <ns1:gd name="T36" fmla="*/ 96 w 176"/>
              <ns1:gd name="T37" fmla="*/ 108 h 176"/>
              <ns1:gd name="T38" fmla="*/ 175 w 176"/>
              <ns1:gd name="T39" fmla="*/ 89 h 176"/>
              <ns1:gd name="T40" fmla="*/ 87 w 176"/>
              <ns1:gd name="T41" fmla="*/ 1 h 176"/>
              <ns1:gd name="T42" fmla="*/ 84 w 176"/>
              <ns1:gd name="T43" fmla="*/ 0 h 176"/>
              <ns1:gd name="T44" fmla="*/ 12 w 176"/>
              <ns1:gd name="T45" fmla="*/ 0 h 176"/>
              <ns1:gd name="T46" fmla="*/ 0 w 176"/>
              <ns1:gd name="T47" fmla="*/ 12 h 176"/>
              <ns1:gd name="T48" fmla="*/ 0 w 176"/>
              <ns1:gd name="T49" fmla="*/ 84 h 176"/>
              <ns1:gd name="T50" fmla="*/ 1 w 176"/>
              <ns1:gd name="T51" fmla="*/ 87 h 176"/>
              <ns1:gd name="T52" fmla="*/ 89 w 176"/>
              <ns1:gd name="T53" fmla="*/ 175 h 176"/>
              <ns1:gd name="T54" fmla="*/ 92 w 176"/>
              <ns1:gd name="T55" fmla="*/ 176 h 176"/>
              <ns1:gd name="T56" fmla="*/ 95 w 176"/>
              <ns1:gd name="T57" fmla="*/ 175 h 176"/>
              <ns1:gd name="T58" fmla="*/ 175 w 176"/>
              <ns1:gd name="T59" fmla="*/ 95 h 176"/>
              <ns1:gd name="T60" fmla="*/ 176 w 176"/>
              <ns1:gd name="T61" fmla="*/ 92 h 176"/>
              <ns1:gd name="T62" fmla="*/ 175 w 176"/>
              <ns1:gd name="T63" fmla="*/ 89 h 176"/>
              <ns1:gd name="T64" fmla="*/ 92 w 176"/>
              <ns1:gd name="T65" fmla="*/ 166 h 176"/>
              <ns1:gd name="T66" fmla="*/ 8 w 176"/>
              <ns1:gd name="T67" fmla="*/ 82 h 176"/>
              <ns1:gd name="T68" fmla="*/ 8 w 176"/>
              <ns1:gd name="T69" fmla="*/ 12 h 176"/>
              <ns1:gd name="T70" fmla="*/ 12 w 176"/>
              <ns1:gd name="T71" fmla="*/ 8 h 176"/>
              <ns1:gd name="T72" fmla="*/ 82 w 176"/>
              <ns1:gd name="T73" fmla="*/ 8 h 176"/>
              <ns1:gd name="T74" fmla="*/ 166 w 176"/>
              <ns1:gd name="T75" fmla="*/ 92 h 176"/>
              <ns1:gd name="T76" fmla="*/ 92 w 176"/>
              <ns1:gd name="T77" fmla="*/ 166 h 176"/>
              <ns1:gd name="T78" fmla="*/ 73 w 176"/>
              <ns1:gd name="T79" fmla="*/ 121 h 176"/>
              <ns1:gd name="T80" fmla="*/ 72 w 176"/>
              <ns1:gd name="T81" fmla="*/ 124 h 176"/>
              <ns1:gd name="T82" fmla="*/ 76 w 176"/>
              <ns1:gd name="T83" fmla="*/ 128 h 176"/>
              <ns1:gd name="T84" fmla="*/ 79 w 176"/>
              <ns1:gd name="T85" fmla="*/ 127 h 176"/>
              <ns1:gd name="T86" fmla="*/ 87 w 176"/>
              <ns1:gd name="T87" fmla="*/ 119 h 176"/>
              <ns1:gd name="T88" fmla="*/ 88 w 176"/>
              <ns1:gd name="T89" fmla="*/ 116 h 176"/>
              <ns1:gd name="T90" fmla="*/ 84 w 176"/>
              <ns1:gd name="T91" fmla="*/ 112 h 176"/>
              <ns1:gd name="T92" fmla="*/ 81 w 176"/>
              <ns1:gd name="T93" fmla="*/ 113 h 176"/>
              <ns1:gd name="T94" fmla="*/ 73 w 176"/>
              <ns1:gd name="T95" fmla="*/ 121 h 176"/>
              <ns1:gd name="T96" fmla="*/ 92 w 176"/>
              <ns1:gd name="T97" fmla="*/ 144 h 176"/>
              <ns1:gd name="T98" fmla="*/ 95 w 176"/>
              <ns1:gd name="T99" fmla="*/ 143 h 176"/>
              <ns1:gd name="T100" fmla="*/ 119 w 176"/>
              <ns1:gd name="T101" fmla="*/ 119 h 176"/>
              <ns1:gd name="T102" fmla="*/ 120 w 176"/>
              <ns1:gd name="T103" fmla="*/ 116 h 176"/>
              <ns1:gd name="T104" fmla="*/ 116 w 176"/>
              <ns1:gd name="T105" fmla="*/ 112 h 176"/>
              <ns1:gd name="T106" fmla="*/ 113 w 176"/>
              <ns1:gd name="T107" fmla="*/ 113 h 176"/>
              <ns1:gd name="T108" fmla="*/ 89 w 176"/>
              <ns1:gd name="T109" fmla="*/ 137 h 176"/>
              <ns1:gd name="T110" fmla="*/ 88 w 176"/>
              <ns1:gd name="T111" fmla="*/ 140 h 176"/>
              <ns1:gd name="T112" fmla="*/ 92 w 176"/>
              <ns1:gd name="T113" fmla="*/ 144 h 176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  <ns1:cxn ang="0">
                <ns1:pos x="T32" y="T33"/>
              </ns1:cxn>
              <ns1:cxn ang="0">
                <ns1:pos x="T34" y="T35"/>
              </ns1:cxn>
              <ns1:cxn ang="0">
                <ns1:pos x="T36" y="T37"/>
              </ns1:cxn>
              <ns1:cxn ang="0">
                <ns1:pos x="T38" y="T39"/>
              </ns1:cxn>
              <ns1:cxn ang="0">
                <ns1:pos x="T40" y="T41"/>
              </ns1:cxn>
              <ns1:cxn ang="0">
                <ns1:pos x="T42" y="T43"/>
              </ns1:cxn>
              <ns1:cxn ang="0">
                <ns1:pos x="T44" y="T45"/>
              </ns1:cxn>
              <ns1:cxn ang="0">
                <ns1:pos x="T46" y="T47"/>
              </ns1:cxn>
              <ns1:cxn ang="0">
                <ns1:pos x="T48" y="T49"/>
              </ns1:cxn>
              <ns1:cxn ang="0">
                <ns1:pos x="T50" y="T51"/>
              </ns1:cxn>
              <ns1:cxn ang="0">
                <ns1:pos x="T52" y="T53"/>
              </ns1:cxn>
              <ns1:cxn ang="0">
                <ns1:pos x="T54" y="T55"/>
              </ns1:cxn>
              <ns1:cxn ang="0">
                <ns1:pos x="T56" y="T57"/>
              </ns1:cxn>
              <ns1:cxn ang="0">
                <ns1:pos x="T58" y="T59"/>
              </ns1:cxn>
              <ns1:cxn ang="0">
                <ns1:pos x="T60" y="T61"/>
              </ns1:cxn>
              <ns1:cxn ang="0">
                <ns1:pos x="T62" y="T63"/>
              </ns1:cxn>
              <ns1:cxn ang="0">
                <ns1:pos x="T64" y="T65"/>
              </ns1:cxn>
              <ns1:cxn ang="0">
                <ns1:pos x="T66" y="T67"/>
              </ns1:cxn>
              <ns1:cxn ang="0">
                <ns1:pos x="T68" y="T69"/>
              </ns1:cxn>
              <ns1:cxn ang="0">
                <ns1:pos x="T70" y="T71"/>
              </ns1:cxn>
              <ns1:cxn ang="0">
                <ns1:pos x="T72" y="T73"/>
              </ns1:cxn>
              <ns1:cxn ang="0">
                <ns1:pos x="T74" y="T75"/>
              </ns1:cxn>
              <ns1:cxn ang="0">
                <ns1:pos x="T76" y="T77"/>
              </ns1:cxn>
              <ns1:cxn ang="0">
                <ns1:pos x="T78" y="T79"/>
              </ns1:cxn>
              <ns1:cxn ang="0">
                <ns1:pos x="T80" y="T81"/>
              </ns1:cxn>
              <ns1:cxn ang="0">
                <ns1:pos x="T82" y="T83"/>
              </ns1:cxn>
              <ns1:cxn ang="0">
                <ns1:pos x="T84" y="T85"/>
              </ns1:cxn>
              <ns1:cxn ang="0">
                <ns1:pos x="T86" y="T87"/>
              </ns1:cxn>
              <ns1:cxn ang="0">
                <ns1:pos x="T88" y="T89"/>
              </ns1:cxn>
              <ns1:cxn ang="0">
                <ns1:pos x="T90" y="T91"/>
              </ns1:cxn>
              <ns1:cxn ang="0">
                <ns1:pos x="T92" y="T93"/>
              </ns1:cxn>
              <ns1:cxn ang="0">
                <ns1:pos x="T94" y="T95"/>
              </ns1:cxn>
              <ns1:cxn ang="0">
                <ns1:pos x="T96" y="T97"/>
              </ns1:cxn>
              <ns1:cxn ang="0">
                <ns1:pos x="T98" y="T99"/>
              </ns1:cxn>
              <ns1:cxn ang="0">
                <ns1:pos x="T100" y="T101"/>
              </ns1:cxn>
              <ns1:cxn ang="0">
                <ns1:pos x="T102" y="T103"/>
              </ns1:cxn>
              <ns1:cxn ang="0">
                <ns1:pos x="T104" y="T105"/>
              </ns1:cxn>
              <ns1:cxn ang="0">
                <ns1:pos x="T106" y="T107"/>
              </ns1:cxn>
              <ns1:cxn ang="0">
                <ns1:pos x="T108" y="T109"/>
              </ns1:cxn>
              <ns1:cxn ang="0">
                <ns1:pos x="T110" y="T111"/>
              </ns1:cxn>
              <ns1:cxn ang="0">
                <ns1:pos x="T112" y="T113"/>
              </ns1:cxn>
            </ns1:cxnLst>
            <ns1:rect l="0" t="0" r="r" b="b"/>
            <ns1:pathLst>
              <ns1:path w="176" h="176">
                <ns1:moveTo>
                  <ns1:pt x="36" y="24"/>
                </ns1:moveTo>
                <ns1:cubicBezTo>
                  <ns1:pt x="29" y="24"/>
                  <ns1:pt x="24" y="29"/>
                  <ns1:pt x="24" y="36"/>
                </ns1:cubicBezTo>
                <ns1:cubicBezTo>
                  <ns1:pt x="24" y="43"/>
                  <ns1:pt x="29" y="48"/>
                  <ns1:pt x="36" y="48"/>
                </ns1:cubicBezTo>
                <ns1:cubicBezTo>
                  <ns1:pt x="43" y="48"/>
                  <ns1:pt x="48" y="43"/>
                  <ns1:pt x="48" y="36"/>
                </ns1:cubicBezTo>
                <ns1:cubicBezTo>
                  <ns1:pt x="48" y="29"/>
                  <ns1:pt x="43" y="24"/>
                  <ns1:pt x="36" y="24"/>
                </ns1:cubicBezTo>
                <ns1:moveTo>
                  <ns1:pt x="36" y="40"/>
                </ns1:moveTo>
                <ns1:cubicBezTo>
                  <ns1:pt x="34" y="40"/>
                  <ns1:pt x="32" y="38"/>
                  <ns1:pt x="32" y="36"/>
                </ns1:cubicBezTo>
                <ns1:cubicBezTo>
                  <ns1:pt x="32" y="34"/>
                  <ns1:pt x="34" y="32"/>
                  <ns1:pt x="36" y="32"/>
                </ns1:cubicBezTo>
                <ns1:cubicBezTo>
                  <ns1:pt x="38" y="32"/>
                  <ns1:pt x="40" y="34"/>
                  <ns1:pt x="40" y="36"/>
                </ns1:cubicBezTo>
                <ns1:cubicBezTo>
                  <ns1:pt x="40" y="38"/>
                  <ns1:pt x="38" y="40"/>
                  <ns1:pt x="36" y="40"/>
                </ns1:cubicBezTo>
                <ns1:moveTo>
                  <ns1:pt x="96" y="108"/>
                </ns1:moveTo>
                <ns1:cubicBezTo>
                  <ns1:pt x="97" y="108"/>
                  <ns1:pt x="98" y="108"/>
                  <ns1:pt x="99" y="107"/>
                </ns1:cubicBezTo>
                <ns1:cubicBezTo>
                  <ns1:pt x="115" y="91"/>
                  <ns1:pt x="115" y="91"/>
                  <ns1:pt x="115" y="91"/>
                </ns1:cubicBezTo>
                <ns1:cubicBezTo>
                  <ns1:pt x="116" y="90"/>
                  <ns1:pt x="116" y="89"/>
                  <ns1:pt x="116" y="88"/>
                </ns1:cubicBezTo>
                <ns1:cubicBezTo>
                  <ns1:pt x="116" y="86"/>
                  <ns1:pt x="114" y="84"/>
                  <ns1:pt x="112" y="84"/>
                </ns1:cubicBezTo>
                <ns1:cubicBezTo>
                  <ns1:pt x="111" y="84"/>
                  <ns1:pt x="110" y="84"/>
                  <ns1:pt x="109" y="85"/>
                </ns1:cubicBezTo>
                <ns1:cubicBezTo>
                  <ns1:pt x="93" y="101"/>
                  <ns1:pt x="93" y="101"/>
                  <ns1:pt x="93" y="101"/>
                </ns1:cubicBezTo>
                <ns1:cubicBezTo>
                  <ns1:pt x="92" y="102"/>
                  <ns1:pt x="92" y="103"/>
                  <ns1:pt x="92" y="104"/>
                </ns1:cubicBezTo>
                <ns1:cubicBezTo>
                  <ns1:pt x="92" y="106"/>
                  <ns1:pt x="94" y="108"/>
                  <ns1:pt x="96" y="108"/>
                </ns1:cubicBezTo>
                <ns1:moveTo>
                  <ns1:pt x="175" y="89"/>
                </ns1:moveTo>
                <ns1:cubicBezTo>
                  <ns1:pt x="87" y="1"/>
                  <ns1:pt x="87" y="1"/>
                  <ns1:pt x="87" y="1"/>
                </ns1:cubicBezTo>
                <ns1:cubicBezTo>
                  <ns1:pt x="86" y="0"/>
                  <ns1:pt x="85" y="0"/>
                  <ns1:pt x="84" y="0"/>
                </ns1:cubicBezTo>
                <ns1:cubicBezTo>
                  <ns1:pt x="12" y="0"/>
                  <ns1:pt x="12" y="0"/>
                  <ns1:pt x="12" y="0"/>
                </ns1:cubicBezTo>
                <ns1:cubicBezTo>
                  <ns1:pt x="5" y="0"/>
                  <ns1:pt x="0" y="5"/>
                  <ns1:pt x="0" y="12"/>
                </ns1:cubicBezTo>
                <ns1:cubicBezTo>
                  <ns1:pt x="0" y="84"/>
                  <ns1:pt x="0" y="84"/>
                  <ns1:pt x="0" y="84"/>
                </ns1:cubicBezTo>
                <ns1:cubicBezTo>
                  <ns1:pt x="0" y="85"/>
                  <ns1:pt x="0" y="86"/>
                  <ns1:pt x="1" y="87"/>
                </ns1:cubicBezTo>
                <ns1:cubicBezTo>
                  <ns1:pt x="89" y="175"/>
                  <ns1:pt x="89" y="175"/>
                  <ns1:pt x="89" y="175"/>
                </ns1:cubicBezTo>
                <ns1:cubicBezTo>
                  <ns1:pt x="90" y="176"/>
                  <ns1:pt x="91" y="176"/>
                  <ns1:pt x="92" y="176"/>
                </ns1:cubicBezTo>
                <ns1:cubicBezTo>
                  <ns1:pt x="93" y="176"/>
                  <ns1:pt x="94" y="176"/>
                  <ns1:pt x="95" y="175"/>
                </ns1:cubicBezTo>
                <ns1:cubicBezTo>
                  <ns1:pt x="175" y="95"/>
                  <ns1:pt x="175" y="95"/>
                  <ns1:pt x="175" y="95"/>
                </ns1:cubicBezTo>
                <ns1:cubicBezTo>
                  <ns1:pt x="176" y="94"/>
                  <ns1:pt x="176" y="93"/>
                  <ns1:pt x="176" y="92"/>
                </ns1:cubicBezTo>
                <ns1:cubicBezTo>
                  <ns1:pt x="176" y="91"/>
                  <ns1:pt x="176" y="90"/>
                  <ns1:pt x="175" y="89"/>
                </ns1:cubicBezTo>
                <ns1:moveTo>
                  <ns1:pt x="92" y="166"/>
                </ns1:moveTo>
                <ns1:cubicBezTo>
                  <ns1:pt x="8" y="82"/>
                  <ns1:pt x="8" y="82"/>
                  <ns1:pt x="8" y="82"/>
                </ns1:cubicBezTo>
                <ns1:cubicBezTo>
                  <ns1:pt x="8" y="12"/>
                  <ns1:pt x="8" y="12"/>
                  <ns1:pt x="8" y="12"/>
                </ns1:cubicBezTo>
                <ns1:cubicBezTo>
                  <ns1:pt x="8" y="10"/>
                  <ns1:pt x="10" y="8"/>
                  <ns1:pt x="12" y="8"/>
                </ns1:cubicBezTo>
                <ns1:cubicBezTo>
                  <ns1:pt x="82" y="8"/>
                  <ns1:pt x="82" y="8"/>
                  <ns1:pt x="82" y="8"/>
                </ns1:cubicBezTo>
                <ns1:cubicBezTo>
                  <ns1:pt x="166" y="92"/>
                  <ns1:pt x="166" y="92"/>
                  <ns1:pt x="166" y="92"/>
                </ns1:cubicBezTo>
                <ns1:lnTo>
                  <ns1:pt x="92" y="166"/>
                </ns1:lnTo>
                <ns1:close/>
                <ns1:moveTo>
                  <ns1:pt x="73" y="121"/>
                </ns1:moveTo>
                <ns1:cubicBezTo>
                  <ns1:pt x="72" y="122"/>
                  <ns1:pt x="72" y="123"/>
                  <ns1:pt x="72" y="124"/>
                </ns1:cubicBezTo>
                <ns1:cubicBezTo>
                  <ns1:pt x="72" y="126"/>
                  <ns1:pt x="74" y="128"/>
                  <ns1:pt x="76" y="128"/>
                </ns1:cubicBezTo>
                <ns1:cubicBezTo>
                  <ns1:pt x="77" y="128"/>
                  <ns1:pt x="78" y="128"/>
                  <ns1:pt x="79" y="127"/>
                </ns1:cubicBezTo>
                <ns1:cubicBezTo>
                  <ns1:pt x="87" y="119"/>
                  <ns1:pt x="87" y="119"/>
                  <ns1:pt x="87" y="119"/>
                </ns1:cubicBezTo>
                <ns1:cubicBezTo>
                  <ns1:pt x="88" y="118"/>
                  <ns1:pt x="88" y="117"/>
                  <ns1:pt x="88" y="116"/>
                </ns1:cubicBezTo>
                <ns1:cubicBezTo>
                  <ns1:pt x="88" y="114"/>
                  <ns1:pt x="86" y="112"/>
                  <ns1:pt x="84" y="112"/>
                </ns1:cubicBezTo>
                <ns1:cubicBezTo>
                  <ns1:pt x="83" y="112"/>
                  <ns1:pt x="82" y="112"/>
                  <ns1:pt x="81" y="113"/>
                </ns1:cubicBezTo>
                <ns1:lnTo>
                  <ns1:pt x="73" y="121"/>
                </ns1:lnTo>
                <ns1:close/>
                <ns1:moveTo>
                  <ns1:pt x="92" y="144"/>
                </ns1:moveTo>
                <ns1:cubicBezTo>
                  <ns1:pt x="93" y="144"/>
                  <ns1:pt x="94" y="144"/>
                  <ns1:pt x="95" y="143"/>
                </ns1:cubicBezTo>
                <ns1:cubicBezTo>
                  <ns1:pt x="119" y="119"/>
                  <ns1:pt x="119" y="119"/>
                  <ns1:pt x="119" y="119"/>
                </ns1:cubicBezTo>
                <ns1:cubicBezTo>
                  <ns1:pt x="120" y="118"/>
                  <ns1:pt x="120" y="117"/>
                  <ns1:pt x="120" y="116"/>
                </ns1:cubicBezTo>
                <ns1:cubicBezTo>
                  <ns1:pt x="120" y="114"/>
                  <ns1:pt x="118" y="112"/>
                  <ns1:pt x="116" y="112"/>
                </ns1:cubicBezTo>
                <ns1:cubicBezTo>
                  <ns1:pt x="115" y="112"/>
                  <ns1:pt x="114" y="112"/>
                  <ns1:pt x="113" y="113"/>
                </ns1:cubicBezTo>
                <ns1:cubicBezTo>
                  <ns1:pt x="89" y="137"/>
                  <ns1:pt x="89" y="137"/>
                  <ns1:pt x="89" y="137"/>
                </ns1:cubicBezTo>
                <ns1:cubicBezTo>
                  <ns1:pt x="88" y="138"/>
                  <ns1:pt x="88" y="139"/>
                  <ns1:pt x="88" y="140"/>
                </ns1:cubicBezTo>
                <ns1:cubicBezTo>
                  <ns1:pt x="88" y="142"/>
                  <ns1:pt x="90" y="144"/>
                  <ns1:pt x="92" y="144"/>
                </ns1:cubicBezTo>
              </ns1:path>
            </ns1:pathLst>
          </ns1:custGeom>
          <ns1:solidFill>
            <ns1:schemeClr val="tx1"/>
          </ns1:solidFill>
          <ns1:ln>
            <ns1:noFill/>
          </ns1:ln>
          <ns1:extLst/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en-US" sz="2700"/>
          </ns1:p>
        </ns0:txBody>
      </ns0:sp>
      <ns0:sp>
        <ns0:nvSpPr>
          <ns0:cNvPr id="69" name="Freeform 63"/>
          <ns0:cNvSpPr>
            <ns1:spLocks noEditPoints="1"/>
          </ns0:cNvSpPr>
          <ns0:nvPr/>
        </ns0:nvSpPr>
        <ns0:spPr bwMode="auto">
          <ns1:xfrm>
            <ns1:off x="8686801" y="3268664"/>
            <ns1:ext cx="320675" cy="320675"/>
          </ns1:xfrm>
          <ns1:custGeom>
            <ns1:avLst/>
            <ns1:gdLst>
              <ns1:gd name="T0" fmla="*/ 24 w 176"/>
              <ns1:gd name="T1" fmla="*/ 60 h 176"/>
              <ns1:gd name="T2" fmla="*/ 48 w 176"/>
              <ns1:gd name="T3" fmla="*/ 60 h 176"/>
              <ns1:gd name="T4" fmla="*/ 36 w 176"/>
              <ns1:gd name="T5" fmla="*/ 64 h 176"/>
              <ns1:gd name="T6" fmla="*/ 36 w 176"/>
              <ns1:gd name="T7" fmla="*/ 56 h 176"/>
              <ns1:gd name="T8" fmla="*/ 36 w 176"/>
              <ns1:gd name="T9" fmla="*/ 64 h 176"/>
              <ns1:gd name="T10" fmla="*/ 87 w 176"/>
              <ns1:gd name="T11" fmla="*/ 111 h 176"/>
              <ns1:gd name="T12" fmla="*/ 96 w 176"/>
              <ns1:gd name="T13" fmla="*/ 100 h 176"/>
              <ns1:gd name="T14" fmla="*/ 89 w 176"/>
              <ns1:gd name="T15" fmla="*/ 97 h 176"/>
              <ns1:gd name="T16" fmla="*/ 80 w 176"/>
              <ns1:gd name="T17" fmla="*/ 108 h 176"/>
              <ns1:gd name="T18" fmla="*/ 175 w 176"/>
              <ns1:gd name="T19" fmla="*/ 81 h 176"/>
              <ns1:gd name="T20" fmla="*/ 92 w 176"/>
              <ns1:gd name="T21" fmla="*/ 0 h 176"/>
              <ns1:gd name="T22" fmla="*/ 24 w 176"/>
              <ns1:gd name="T23" fmla="*/ 12 h 176"/>
              <ns1:gd name="T24" fmla="*/ 32 w 176"/>
              <ns1:gd name="T25" fmla="*/ 12 h 176"/>
              <ns1:gd name="T26" fmla="*/ 90 w 176"/>
              <ns1:gd name="T27" fmla="*/ 8 h 176"/>
              <ns1:gd name="T28" fmla="*/ 157 w 176"/>
              <ns1:gd name="T29" fmla="*/ 93 h 176"/>
              <ns1:gd name="T30" fmla="*/ 160 w 176"/>
              <ns1:gd name="T31" fmla="*/ 100 h 176"/>
              <ns1:gd name="T32" fmla="*/ 175 w 176"/>
              <ns1:gd name="T33" fmla="*/ 87 h 176"/>
              <ns1:gd name="T34" fmla="*/ 175 w 176"/>
              <ns1:gd name="T35" fmla="*/ 81 h 176"/>
              <ns1:gd name="T36" fmla="*/ 68 w 176"/>
              <ns1:gd name="T37" fmla="*/ 128 h 176"/>
              <ns1:gd name="T38" fmla="*/ 75 w 176"/>
              <ns1:gd name="T39" fmla="*/ 123 h 176"/>
              <ns1:gd name="T40" fmla="*/ 72 w 176"/>
              <ns1:gd name="T41" fmla="*/ 116 h 176"/>
              <ns1:gd name="T42" fmla="*/ 65 w 176"/>
              <ns1:gd name="T43" fmla="*/ 121 h 176"/>
              <ns1:gd name="T44" fmla="*/ 71 w 176"/>
              <ns1:gd name="T45" fmla="*/ 25 h 176"/>
              <ns1:gd name="T46" fmla="*/ 12 w 176"/>
              <ns1:gd name="T47" fmla="*/ 24 h 176"/>
              <ns1:gd name="T48" fmla="*/ 0 w 176"/>
              <ns1:gd name="T49" fmla="*/ 92 h 176"/>
              <ns1:gd name="T50" fmla="*/ 81 w 176"/>
              <ns1:gd name="T51" fmla="*/ 175 h 176"/>
              <ns1:gd name="T52" fmla="*/ 87 w 176"/>
              <ns1:gd name="T53" fmla="*/ 175 h 176"/>
              <ns1:gd name="T54" fmla="*/ 152 w 176"/>
              <ns1:gd name="T55" fmla="*/ 108 h 176"/>
              <ns1:gd name="T56" fmla="*/ 71 w 176"/>
              <ns1:gd name="T57" fmla="*/ 25 h 176"/>
              <ns1:gd name="T58" fmla="*/ 8 w 176"/>
              <ns1:gd name="T59" fmla="*/ 90 h 176"/>
              <ns1:gd name="T60" fmla="*/ 12 w 176"/>
              <ns1:gd name="T61" fmla="*/ 32 h 176"/>
              <ns1:gd name="T62" fmla="*/ 142 w 176"/>
              <ns1:gd name="T63" fmla="*/ 108 h 176"/>
              <ns1:gd name="T64" fmla="*/ 84 w 176"/>
              <ns1:gd name="T65" fmla="*/ 144 h 176"/>
              <ns1:gd name="T66" fmla="*/ 103 w 176"/>
              <ns1:gd name="T67" fmla="*/ 127 h 176"/>
              <ns1:gd name="T68" fmla="*/ 100 w 176"/>
              <ns1:gd name="T69" fmla="*/ 120 h 176"/>
              <ns1:gd name="T70" fmla="*/ 81 w 176"/>
              <ns1:gd name="T71" fmla="*/ 137 h 176"/>
              <ns1:gd name="T72" fmla="*/ 84 w 176"/>
              <ns1:gd name="T73" fmla="*/ 144 h 176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  <ns1:cxn ang="0">
                <ns1:pos x="T32" y="T33"/>
              </ns1:cxn>
              <ns1:cxn ang="0">
                <ns1:pos x="T34" y="T35"/>
              </ns1:cxn>
              <ns1:cxn ang="0">
                <ns1:pos x="T36" y="T37"/>
              </ns1:cxn>
              <ns1:cxn ang="0">
                <ns1:pos x="T38" y="T39"/>
              </ns1:cxn>
              <ns1:cxn ang="0">
                <ns1:pos x="T40" y="T41"/>
              </ns1:cxn>
              <ns1:cxn ang="0">
                <ns1:pos x="T42" y="T43"/>
              </ns1:cxn>
              <ns1:cxn ang="0">
                <ns1:pos x="T44" y="T45"/>
              </ns1:cxn>
              <ns1:cxn ang="0">
                <ns1:pos x="T46" y="T47"/>
              </ns1:cxn>
              <ns1:cxn ang="0">
                <ns1:pos x="T48" y="T49"/>
              </ns1:cxn>
              <ns1:cxn ang="0">
                <ns1:pos x="T50" y="T51"/>
              </ns1:cxn>
              <ns1:cxn ang="0">
                <ns1:pos x="T52" y="T53"/>
              </ns1:cxn>
              <ns1:cxn ang="0">
                <ns1:pos x="T54" y="T55"/>
              </ns1:cxn>
              <ns1:cxn ang="0">
                <ns1:pos x="T56" y="T57"/>
              </ns1:cxn>
              <ns1:cxn ang="0">
                <ns1:pos x="T58" y="T59"/>
              </ns1:cxn>
              <ns1:cxn ang="0">
                <ns1:pos x="T60" y="T61"/>
              </ns1:cxn>
              <ns1:cxn ang="0">
                <ns1:pos x="T62" y="T63"/>
              </ns1:cxn>
              <ns1:cxn ang="0">
                <ns1:pos x="T64" y="T65"/>
              </ns1:cxn>
              <ns1:cxn ang="0">
                <ns1:pos x="T66" y="T67"/>
              </ns1:cxn>
              <ns1:cxn ang="0">
                <ns1:pos x="T68" y="T69"/>
              </ns1:cxn>
              <ns1:cxn ang="0">
                <ns1:pos x="T70" y="T71"/>
              </ns1:cxn>
              <ns1:cxn ang="0">
                <ns1:pos x="T72" y="T73"/>
              </ns1:cxn>
            </ns1:cxnLst>
            <ns1:rect l="0" t="0" r="r" b="b"/>
            <ns1:pathLst>
              <ns1:path w="176" h="176">
                <ns1:moveTo>
                  <ns1:pt x="36" y="48"/>
                </ns1:moveTo>
                <ns1:cubicBezTo>
                  <ns1:pt x="29" y="48"/>
                  <ns1:pt x="24" y="53"/>
                  <ns1:pt x="24" y="60"/>
                </ns1:cubicBezTo>
                <ns1:cubicBezTo>
                  <ns1:pt x="24" y="67"/>
                  <ns1:pt x="29" y="72"/>
                  <ns1:pt x="36" y="72"/>
                </ns1:cubicBezTo>
                <ns1:cubicBezTo>
                  <ns1:pt x="43" y="72"/>
                  <ns1:pt x="48" y="67"/>
                  <ns1:pt x="48" y="60"/>
                </ns1:cubicBezTo>
                <ns1:cubicBezTo>
                  <ns1:pt x="48" y="53"/>
                  <ns1:pt x="43" y="48"/>
                  <ns1:pt x="36" y="48"/>
                </ns1:cubicBezTo>
                <ns1:moveTo>
                  <ns1:pt x="36" y="64"/>
                </ns1:moveTo>
                <ns1:cubicBezTo>
                  <ns1:pt x="34" y="64"/>
                  <ns1:pt x="32" y="62"/>
                  <ns1:pt x="32" y="60"/>
                </ns1:cubicBezTo>
                <ns1:cubicBezTo>
                  <ns1:pt x="32" y="58"/>
                  <ns1:pt x="34" y="56"/>
                  <ns1:pt x="36" y="56"/>
                </ns1:cubicBezTo>
                <ns1:cubicBezTo>
                  <ns1:pt x="38" y="56"/>
                  <ns1:pt x="40" y="58"/>
                  <ns1:pt x="40" y="60"/>
                </ns1:cubicBezTo>
                <ns1:cubicBezTo>
                  <ns1:pt x="40" y="62"/>
                  <ns1:pt x="38" y="64"/>
                  <ns1:pt x="36" y="64"/>
                </ns1:cubicBezTo>
                <ns1:moveTo>
                  <ns1:pt x="84" y="112"/>
                </ns1:moveTo>
                <ns1:cubicBezTo>
                  <ns1:pt x="85" y="112"/>
                  <ns1:pt x="86" y="112"/>
                  <ns1:pt x="87" y="111"/>
                </ns1:cubicBezTo>
                <ns1:cubicBezTo>
                  <ns1:pt x="95" y="103"/>
                  <ns1:pt x="95" y="103"/>
                  <ns1:pt x="95" y="103"/>
                </ns1:cubicBezTo>
                <ns1:cubicBezTo>
                  <ns1:pt x="96" y="102"/>
                  <ns1:pt x="96" y="101"/>
                  <ns1:pt x="96" y="100"/>
                </ns1:cubicBezTo>
                <ns1:cubicBezTo>
                  <ns1:pt x="96" y="98"/>
                  <ns1:pt x="94" y="96"/>
                  <ns1:pt x="92" y="96"/>
                </ns1:cubicBezTo>
                <ns1:cubicBezTo>
                  <ns1:pt x="91" y="96"/>
                  <ns1:pt x="90" y="96"/>
                  <ns1:pt x="89" y="97"/>
                </ns1:cubicBezTo>
                <ns1:cubicBezTo>
                  <ns1:pt x="81" y="105"/>
                  <ns1:pt x="81" y="105"/>
                  <ns1:pt x="81" y="105"/>
                </ns1:cubicBezTo>
                <ns1:cubicBezTo>
                  <ns1:pt x="80" y="106"/>
                  <ns1:pt x="80" y="107"/>
                  <ns1:pt x="80" y="108"/>
                </ns1:cubicBezTo>
                <ns1:cubicBezTo>
                  <ns1:pt x="80" y="110"/>
                  <ns1:pt x="82" y="112"/>
                  <ns1:pt x="84" y="112"/>
                </ns1:cubicBezTo>
                <ns1:moveTo>
                  <ns1:pt x="175" y="81"/>
                </ns1:moveTo>
                <ns1:cubicBezTo>
                  <ns1:pt x="95" y="1"/>
                  <ns1:pt x="95" y="1"/>
                  <ns1:pt x="95" y="1"/>
                </ns1:cubicBezTo>
                <ns1:cubicBezTo>
                  <ns1:pt x="94" y="0"/>
                  <ns1:pt x="93" y="0"/>
                  <ns1:pt x="92" y="0"/>
                </ns1:cubicBezTo>
                <ns1:cubicBezTo>
                  <ns1:pt x="36" y="0"/>
                  <ns1:pt x="36" y="0"/>
                  <ns1:pt x="36" y="0"/>
                </ns1:cubicBezTo>
                <ns1:cubicBezTo>
                  <ns1:pt x="29" y="0"/>
                  <ns1:pt x="24" y="5"/>
                  <ns1:pt x="24" y="12"/>
                </ns1:cubicBezTo>
                <ns1:cubicBezTo>
                  <ns1:pt x="24" y="14"/>
                  <ns1:pt x="26" y="16"/>
                  <ns1:pt x="28" y="16"/>
                </ns1:cubicBezTo>
                <ns1:cubicBezTo>
                  <ns1:pt x="30" y="16"/>
                  <ns1:pt x="32" y="14"/>
                  <ns1:pt x="32" y="12"/>
                </ns1:cubicBezTo>
                <ns1:cubicBezTo>
                  <ns1:pt x="32" y="10"/>
                  <ns1:pt x="34" y="8"/>
                  <ns1:pt x="36" y="8"/>
                </ns1:cubicBezTo>
                <ns1:cubicBezTo>
                  <ns1:pt x="90" y="8"/>
                  <ns1:pt x="90" y="8"/>
                  <ns1:pt x="90" y="8"/>
                </ns1:cubicBezTo>
                <ns1:cubicBezTo>
                  <ns1:pt x="166" y="84"/>
                  <ns1:pt x="166" y="84"/>
                  <ns1:pt x="166" y="84"/>
                </ns1:cubicBezTo>
                <ns1:cubicBezTo>
                  <ns1:pt x="157" y="93"/>
                  <ns1:pt x="157" y="93"/>
                  <ns1:pt x="157" y="93"/>
                </ns1:cubicBezTo>
                <ns1:cubicBezTo>
                  <ns1:pt x="156" y="94"/>
                  <ns1:pt x="156" y="95"/>
                  <ns1:pt x="156" y="96"/>
                </ns1:cubicBezTo>
                <ns1:cubicBezTo>
                  <ns1:pt x="156" y="98"/>
                  <ns1:pt x="158" y="100"/>
                  <ns1:pt x="160" y="100"/>
                </ns1:cubicBezTo>
                <ns1:cubicBezTo>
                  <ns1:pt x="161" y="100"/>
                  <ns1:pt x="162" y="100"/>
                  <ns1:pt x="163" y="99"/>
                </ns1:cubicBezTo>
                <ns1:cubicBezTo>
                  <ns1:pt x="175" y="87"/>
                  <ns1:pt x="175" y="87"/>
                  <ns1:pt x="175" y="87"/>
                </ns1:cubicBezTo>
                <ns1:cubicBezTo>
                  <ns1:pt x="176" y="86"/>
                  <ns1:pt x="176" y="85"/>
                  <ns1:pt x="176" y="84"/>
                </ns1:cubicBezTo>
                <ns1:cubicBezTo>
                  <ns1:pt x="176" y="83"/>
                  <ns1:pt x="176" y="82"/>
                  <ns1:pt x="175" y="81"/>
                </ns1:cubicBezTo>
                <ns1:moveTo>
                  <ns1:pt x="64" y="124"/>
                </ns1:moveTo>
                <ns1:cubicBezTo>
                  <ns1:pt x="64" y="126"/>
                  <ns1:pt x="66" y="128"/>
                  <ns1:pt x="68" y="128"/>
                </ns1:cubicBezTo>
                <ns1:cubicBezTo>
                  <ns1:pt x="69" y="128"/>
                  <ns1:pt x="70" y="128"/>
                  <ns1:pt x="71" y="127"/>
                </ns1:cubicBezTo>
                <ns1:cubicBezTo>
                  <ns1:pt x="75" y="123"/>
                  <ns1:pt x="75" y="123"/>
                  <ns1:pt x="75" y="123"/>
                </ns1:cubicBezTo>
                <ns1:cubicBezTo>
                  <ns1:pt x="76" y="122"/>
                  <ns1:pt x="76" y="121"/>
                  <ns1:pt x="76" y="120"/>
                </ns1:cubicBezTo>
                <ns1:cubicBezTo>
                  <ns1:pt x="76" y="118"/>
                  <ns1:pt x="74" y="116"/>
                  <ns1:pt x="72" y="116"/>
                </ns1:cubicBezTo>
                <ns1:cubicBezTo>
                  <ns1:pt x="71" y="116"/>
                  <ns1:pt x="70" y="116"/>
                  <ns1:pt x="69" y="117"/>
                </ns1:cubicBezTo>
                <ns1:cubicBezTo>
                  <ns1:pt x="65" y="121"/>
                  <ns1:pt x="65" y="121"/>
                  <ns1:pt x="65" y="121"/>
                </ns1:cubicBezTo>
                <ns1:cubicBezTo>
                  <ns1:pt x="64" y="122"/>
                  <ns1:pt x="64" y="123"/>
                  <ns1:pt x="64" y="124"/>
                </ns1:cubicBezTo>
                <ns1:moveTo>
                  <ns1:pt x="71" y="25"/>
                </ns1:moveTo>
                <ns1:cubicBezTo>
                  <ns1:pt x="70" y="24"/>
                  <ns1:pt x="69" y="24"/>
                  <ns1:pt x="68" y="24"/>
                </ns1:cubicBezTo>
                <ns1:cubicBezTo>
                  <ns1:pt x="12" y="24"/>
                  <ns1:pt x="12" y="24"/>
                  <ns1:pt x="12" y="24"/>
                </ns1:cubicBezTo>
                <ns1:cubicBezTo>
                  <ns1:pt x="5" y="24"/>
                  <ns1:pt x="0" y="29"/>
                  <ns1:pt x="0" y="36"/>
                </ns1:cubicBezTo>
                <ns1:cubicBezTo>
                  <ns1:pt x="0" y="92"/>
                  <ns1:pt x="0" y="92"/>
                  <ns1:pt x="0" y="92"/>
                </ns1:cubicBezTo>
                <ns1:cubicBezTo>
                  <ns1:pt x="0" y="93"/>
                  <ns1:pt x="0" y="94"/>
                  <ns1:pt x="1" y="95"/>
                </ns1:cubicBezTo>
                <ns1:cubicBezTo>
                  <ns1:pt x="81" y="175"/>
                  <ns1:pt x="81" y="175"/>
                  <ns1:pt x="81" y="175"/>
                </ns1:cubicBezTo>
                <ns1:cubicBezTo>
                  <ns1:pt x="82" y="176"/>
                  <ns1:pt x="83" y="176"/>
                  <ns1:pt x="84" y="176"/>
                </ns1:cubicBezTo>
                <ns1:cubicBezTo>
                  <ns1:pt x="85" y="176"/>
                  <ns1:pt x="86" y="176"/>
                  <ns1:pt x="87" y="175"/>
                </ns1:cubicBezTo>
                <ns1:cubicBezTo>
                  <ns1:pt x="151" y="111"/>
                  <ns1:pt x="151" y="111"/>
                  <ns1:pt x="151" y="111"/>
                </ns1:cubicBezTo>
                <ns1:cubicBezTo>
                  <ns1:pt x="152" y="110"/>
                  <ns1:pt x="152" y="109"/>
                  <ns1:pt x="152" y="108"/>
                </ns1:cubicBezTo>
                <ns1:cubicBezTo>
                  <ns1:pt x="152" y="107"/>
                  <ns1:pt x="152" y="106"/>
                  <ns1:pt x="151" y="105"/>
                </ns1:cubicBezTo>
                <ns1:lnTo>
                  <ns1:pt x="71" y="25"/>
                </ns1:lnTo>
                <ns1:close/>
                <ns1:moveTo>
                  <ns1:pt x="84" y="166"/>
                </ns1:moveTo>
                <ns1:cubicBezTo>
                  <ns1:pt x="8" y="90"/>
                  <ns1:pt x="8" y="90"/>
                  <ns1:pt x="8" y="90"/>
                </ns1:cubicBezTo>
                <ns1:cubicBezTo>
                  <ns1:pt x="8" y="36"/>
                  <ns1:pt x="8" y="36"/>
                  <ns1:pt x="8" y="36"/>
                </ns1:cubicBezTo>
                <ns1:cubicBezTo>
                  <ns1:pt x="8" y="34"/>
                  <ns1:pt x="10" y="32"/>
                  <ns1:pt x="12" y="32"/>
                </ns1:cubicBezTo>
                <ns1:cubicBezTo>
                  <ns1:pt x="66" y="32"/>
                  <ns1:pt x="66" y="32"/>
                  <ns1:pt x="66" y="32"/>
                </ns1:cubicBezTo>
                <ns1:cubicBezTo>
                  <ns1:pt x="142" y="108"/>
                  <ns1:pt x="142" y="108"/>
                  <ns1:pt x="142" y="108"/>
                </ns1:cubicBezTo>
                <ns1:lnTo>
                  <ns1:pt x="84" y="166"/>
                </ns1:lnTo>
                <ns1:close/>
                <ns1:moveTo>
                  <ns1:pt x="84" y="144"/>
                </ns1:moveTo>
                <ns1:cubicBezTo>
                  <ns1:pt x="85" y="144"/>
                  <ns1:pt x="86" y="144"/>
                  <ns1:pt x="87" y="143"/>
                </ns1:cubicBezTo>
                <ns1:cubicBezTo>
                  <ns1:pt x="103" y="127"/>
                  <ns1:pt x="103" y="127"/>
                  <ns1:pt x="103" y="127"/>
                </ns1:cubicBezTo>
                <ns1:cubicBezTo>
                  <ns1:pt x="104" y="126"/>
                  <ns1:pt x="104" y="125"/>
                  <ns1:pt x="104" y="124"/>
                </ns1:cubicBezTo>
                <ns1:cubicBezTo>
                  <ns1:pt x="104" y="122"/>
                  <ns1:pt x="102" y="120"/>
                  <ns1:pt x="100" y="120"/>
                </ns1:cubicBezTo>
                <ns1:cubicBezTo>
                  <ns1:pt x="99" y="120"/>
                  <ns1:pt x="98" y="120"/>
                  <ns1:pt x="97" y="121"/>
                </ns1:cubicBezTo>
                <ns1:cubicBezTo>
                  <ns1:pt x="81" y="137"/>
                  <ns1:pt x="81" y="137"/>
                  <ns1:pt x="81" y="137"/>
                </ns1:cubicBezTo>
                <ns1:cubicBezTo>
                  <ns1:pt x="80" y="138"/>
                  <ns1:pt x="80" y="139"/>
                  <ns1:pt x="80" y="140"/>
                </ns1:cubicBezTo>
                <ns1:cubicBezTo>
                  <ns1:pt x="80" y="142"/>
                  <ns1:pt x="82" y="144"/>
                  <ns1:pt x="84" y="144"/>
                </ns1:cubicBezTo>
              </ns1:path>
            </ns1:pathLst>
          </ns1:custGeom>
          <ns1:solidFill>
            <ns1:schemeClr val="tx1"/>
          </ns1:solidFill>
          <ns1:ln>
            <ns1:noFill/>
          </ns1:ln>
          <ns1:extLst/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en-US" sz="2700"/>
          </ns1:p>
        </ns0:txBody>
      </ns0:sp>
      <ns0:sp>
        <ns0:nvSpPr>
          <ns0:cNvPr id="70" name="Freeform 64"/>
          <ns0:cNvSpPr>
            <ns1:spLocks noEditPoints="1"/>
          </ns0:cNvSpPr>
          <ns0:nvPr/>
        </ns0:nvSpPr>
        <ns0:spPr bwMode="auto">
          <ns1:xfrm>
            <ns1:off x="3214689" y="3879852"/>
            <ns1:ext cx="263525" cy="320675"/>
          </ns1:xfrm>
          <ns1:custGeom>
            <ns1:avLst/>
            <ns1:gdLst>
              <ns1:gd name="T0" fmla="*/ 52 w 144"/>
              <ns1:gd name="T1" fmla="*/ 136 h 176"/>
              <ns1:gd name="T2" fmla="*/ 36 w 144"/>
              <ns1:gd name="T3" fmla="*/ 136 h 176"/>
              <ns1:gd name="T4" fmla="*/ 32 w 144"/>
              <ns1:gd name="T5" fmla="*/ 140 h 176"/>
              <ns1:gd name="T6" fmla="*/ 36 w 144"/>
              <ns1:gd name="T7" fmla="*/ 144 h 176"/>
              <ns1:gd name="T8" fmla="*/ 52 w 144"/>
              <ns1:gd name="T9" fmla="*/ 144 h 176"/>
              <ns1:gd name="T10" fmla="*/ 56 w 144"/>
              <ns1:gd name="T11" fmla="*/ 140 h 176"/>
              <ns1:gd name="T12" fmla="*/ 52 w 144"/>
              <ns1:gd name="T13" fmla="*/ 136 h 176"/>
              <ns1:gd name="T14" fmla="*/ 128 w 144"/>
              <ns1:gd name="T15" fmla="*/ 0 h 176"/>
              <ns1:gd name="T16" fmla="*/ 16 w 144"/>
              <ns1:gd name="T17" fmla="*/ 0 h 176"/>
              <ns1:gd name="T18" fmla="*/ 0 w 144"/>
              <ns1:gd name="T19" fmla="*/ 16 h 176"/>
              <ns1:gd name="T20" fmla="*/ 0 w 144"/>
              <ns1:gd name="T21" fmla="*/ 160 h 176"/>
              <ns1:gd name="T22" fmla="*/ 16 w 144"/>
              <ns1:gd name="T23" fmla="*/ 176 h 176"/>
              <ns1:gd name="T24" fmla="*/ 128 w 144"/>
              <ns1:gd name="T25" fmla="*/ 176 h 176"/>
              <ns1:gd name="T26" fmla="*/ 144 w 144"/>
              <ns1:gd name="T27" fmla="*/ 160 h 176"/>
              <ns1:gd name="T28" fmla="*/ 144 w 144"/>
              <ns1:gd name="T29" fmla="*/ 16 h 176"/>
              <ns1:gd name="T30" fmla="*/ 128 w 144"/>
              <ns1:gd name="T31" fmla="*/ 0 h 176"/>
              <ns1:gd name="T32" fmla="*/ 136 w 144"/>
              <ns1:gd name="T33" fmla="*/ 160 h 176"/>
              <ns1:gd name="T34" fmla="*/ 128 w 144"/>
              <ns1:gd name="T35" fmla="*/ 168 h 176"/>
              <ns1:gd name="T36" fmla="*/ 16 w 144"/>
              <ns1:gd name="T37" fmla="*/ 168 h 176"/>
              <ns1:gd name="T38" fmla="*/ 8 w 144"/>
              <ns1:gd name="T39" fmla="*/ 160 h 176"/>
              <ns1:gd name="T40" fmla="*/ 8 w 144"/>
              <ns1:gd name="T41" fmla="*/ 31 h 176"/>
              <ns1:gd name="T42" fmla="*/ 61 w 144"/>
              <ns1:gd name="T43" fmla="*/ 47 h 176"/>
              <ns1:gd name="T44" fmla="*/ 72 w 144"/>
              <ns1:gd name="T45" fmla="*/ 56 h 176"/>
              <ns1:gd name="T46" fmla="*/ 83 w 144"/>
              <ns1:gd name="T47" fmla="*/ 47 h 176"/>
              <ns1:gd name="T48" fmla="*/ 136 w 144"/>
              <ns1:gd name="T49" fmla="*/ 31 h 176"/>
              <ns1:gd name="T50" fmla="*/ 136 w 144"/>
              <ns1:gd name="T51" fmla="*/ 160 h 176"/>
              <ns1:gd name="T52" fmla="*/ 68 w 144"/>
              <ns1:gd name="T53" fmla="*/ 44 h 176"/>
              <ns1:gd name="T54" fmla="*/ 72 w 144"/>
              <ns1:gd name="T55" fmla="*/ 40 h 176"/>
              <ns1:gd name="T56" fmla="*/ 76 w 144"/>
              <ns1:gd name="T57" fmla="*/ 44 h 176"/>
              <ns1:gd name="T58" fmla="*/ 72 w 144"/>
              <ns1:gd name="T59" fmla="*/ 48 h 176"/>
              <ns1:gd name="T60" fmla="*/ 68 w 144"/>
              <ns1:gd name="T61" fmla="*/ 44 h 176"/>
              <ns1:gd name="T62" fmla="*/ 136 w 144"/>
              <ns1:gd name="T63" fmla="*/ 21 h 176"/>
              <ns1:gd name="T64" fmla="*/ 83 w 144"/>
              <ns1:gd name="T65" fmla="*/ 39 h 176"/>
              <ns1:gd name="T66" fmla="*/ 72 w 144"/>
              <ns1:gd name="T67" fmla="*/ 32 h 176"/>
              <ns1:gd name="T68" fmla="*/ 61 w 144"/>
              <ns1:gd name="T69" fmla="*/ 39 h 176"/>
              <ns1:gd name="T70" fmla="*/ 8 w 144"/>
              <ns1:gd name="T71" fmla="*/ 21 h 176"/>
              <ns1:gd name="T72" fmla="*/ 8 w 144"/>
              <ns1:gd name="T73" fmla="*/ 16 h 176"/>
              <ns1:gd name="T74" fmla="*/ 16 w 144"/>
              <ns1:gd name="T75" fmla="*/ 8 h 176"/>
              <ns1:gd name="T76" fmla="*/ 128 w 144"/>
              <ns1:gd name="T77" fmla="*/ 8 h 176"/>
              <ns1:gd name="T78" fmla="*/ 136 w 144"/>
              <ns1:gd name="T79" fmla="*/ 16 h 176"/>
              <ns1:gd name="T80" fmla="*/ 136 w 144"/>
              <ns1:gd name="T81" fmla="*/ 21 h 176"/>
              <ns1:gd name="T82" fmla="*/ 60 w 144"/>
              <ns1:gd name="T83" fmla="*/ 120 h 176"/>
              <ns1:gd name="T84" fmla="*/ 36 w 144"/>
              <ns1:gd name="T85" fmla="*/ 120 h 176"/>
              <ns1:gd name="T86" fmla="*/ 32 w 144"/>
              <ns1:gd name="T87" fmla="*/ 124 h 176"/>
              <ns1:gd name="T88" fmla="*/ 36 w 144"/>
              <ns1:gd name="T89" fmla="*/ 128 h 176"/>
              <ns1:gd name="T90" fmla="*/ 60 w 144"/>
              <ns1:gd name="T91" fmla="*/ 128 h 176"/>
              <ns1:gd name="T92" fmla="*/ 64 w 144"/>
              <ns1:gd name="T93" fmla="*/ 124 h 176"/>
              <ns1:gd name="T94" fmla="*/ 60 w 144"/>
              <ns1:gd name="T95" fmla="*/ 120 h 176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  <ns1:cxn ang="0">
                <ns1:pos x="T32" y="T33"/>
              </ns1:cxn>
              <ns1:cxn ang="0">
                <ns1:pos x="T34" y="T35"/>
              </ns1:cxn>
              <ns1:cxn ang="0">
                <ns1:pos x="T36" y="T37"/>
              </ns1:cxn>
              <ns1:cxn ang="0">
                <ns1:pos x="T38" y="T39"/>
              </ns1:cxn>
              <ns1:cxn ang="0">
                <ns1:pos x="T40" y="T41"/>
              </ns1:cxn>
              <ns1:cxn ang="0">
                <ns1:pos x="T42" y="T43"/>
              </ns1:cxn>
              <ns1:cxn ang="0">
                <ns1:pos x="T44" y="T45"/>
              </ns1:cxn>
              <ns1:cxn ang="0">
                <ns1:pos x="T46" y="T47"/>
              </ns1:cxn>
              <ns1:cxn ang="0">
                <ns1:pos x="T48" y="T49"/>
              </ns1:cxn>
              <ns1:cxn ang="0">
                <ns1:pos x="T50" y="T51"/>
              </ns1:cxn>
              <ns1:cxn ang="0">
                <ns1:pos x="T52" y="T53"/>
              </ns1:cxn>
              <ns1:cxn ang="0">
                <ns1:pos x="T54" y="T55"/>
              </ns1:cxn>
              <ns1:cxn ang="0">
                <ns1:pos x="T56" y="T57"/>
              </ns1:cxn>
              <ns1:cxn ang="0">
                <ns1:pos x="T58" y="T59"/>
              </ns1:cxn>
              <ns1:cxn ang="0">
                <ns1:pos x="T60" y="T61"/>
              </ns1:cxn>
              <ns1:cxn ang="0">
                <ns1:pos x="T62" y="T63"/>
              </ns1:cxn>
              <ns1:cxn ang="0">
                <ns1:pos x="T64" y="T65"/>
              </ns1:cxn>
              <ns1:cxn ang="0">
                <ns1:pos x="T66" y="T67"/>
              </ns1:cxn>
              <ns1:cxn ang="0">
                <ns1:pos x="T68" y="T69"/>
              </ns1:cxn>
              <ns1:cxn ang="0">
                <ns1:pos x="T70" y="T71"/>
              </ns1:cxn>
              <ns1:cxn ang="0">
                <ns1:pos x="T72" y="T73"/>
              </ns1:cxn>
              <ns1:cxn ang="0">
                <ns1:pos x="T74" y="T75"/>
              </ns1:cxn>
              <ns1:cxn ang="0">
                <ns1:pos x="T76" y="T77"/>
              </ns1:cxn>
              <ns1:cxn ang="0">
                <ns1:pos x="T78" y="T79"/>
              </ns1:cxn>
              <ns1:cxn ang="0">
                <ns1:pos x="T80" y="T81"/>
              </ns1:cxn>
              <ns1:cxn ang="0">
                <ns1:pos x="T82" y="T83"/>
              </ns1:cxn>
              <ns1:cxn ang="0">
                <ns1:pos x="T84" y="T85"/>
              </ns1:cxn>
              <ns1:cxn ang="0">
                <ns1:pos x="T86" y="T87"/>
              </ns1:cxn>
              <ns1:cxn ang="0">
                <ns1:pos x="T88" y="T89"/>
              </ns1:cxn>
              <ns1:cxn ang="0">
                <ns1:pos x="T90" y="T91"/>
              </ns1:cxn>
              <ns1:cxn ang="0">
                <ns1:pos x="T92" y="T93"/>
              </ns1:cxn>
              <ns1:cxn ang="0">
                <ns1:pos x="T94" y="T95"/>
              </ns1:cxn>
            </ns1:cxnLst>
            <ns1:rect l="0" t="0" r="r" b="b"/>
            <ns1:pathLst>
              <ns1:path w="144" h="176">
                <ns1:moveTo>
                  <ns1:pt x="52" y="136"/>
                </ns1:moveTo>
                <ns1:cubicBezTo>
                  <ns1:pt x="36" y="136"/>
                  <ns1:pt x="36" y="136"/>
                  <ns1:pt x="36" y="136"/>
                </ns1:cubicBezTo>
                <ns1:cubicBezTo>
                  <ns1:pt x="34" y="136"/>
                  <ns1:pt x="32" y="138"/>
                  <ns1:pt x="32" y="140"/>
                </ns1:cubicBezTo>
                <ns1:cubicBezTo>
                  <ns1:pt x="32" y="142"/>
                  <ns1:pt x="34" y="144"/>
                  <ns1:pt x="36" y="144"/>
                </ns1:cubicBezTo>
                <ns1:cubicBezTo>
                  <ns1:pt x="52" y="144"/>
                  <ns1:pt x="52" y="144"/>
                  <ns1:pt x="52" y="144"/>
                </ns1:cubicBezTo>
                <ns1:cubicBezTo>
                  <ns1:pt x="54" y="144"/>
                  <ns1:pt x="56" y="142"/>
                  <ns1:pt x="56" y="140"/>
                </ns1:cubicBezTo>
                <ns1:cubicBezTo>
                  <ns1:pt x="56" y="138"/>
                  <ns1:pt x="54" y="136"/>
                  <ns1:pt x="52" y="136"/>
                </ns1:cubicBezTo>
                <ns1:moveTo>
                  <ns1:pt x="128" y="0"/>
                </ns1:moveTo>
                <ns1:cubicBezTo>
                  <ns1:pt x="16" y="0"/>
                  <ns1:pt x="16" y="0"/>
                  <ns1:pt x="16" y="0"/>
                </ns1:cubicBezTo>
                <ns1:cubicBezTo>
                  <ns1:pt x="7" y="0"/>
                  <ns1:pt x="0" y="7"/>
                  <ns1:pt x="0" y="16"/>
                </ns1:cubicBezTo>
                <ns1:cubicBezTo>
                  <ns1:pt x="0" y="160"/>
                  <ns1:pt x="0" y="160"/>
                  <ns1:pt x="0" y="160"/>
                </ns1:cubicBezTo>
                <ns1:cubicBezTo>
                  <ns1:pt x="0" y="169"/>
                  <ns1:pt x="7" y="176"/>
                  <ns1:pt x="16" y="176"/>
                </ns1:cubicBezTo>
                <ns1:cubicBezTo>
                  <ns1:pt x="128" y="176"/>
                  <ns1:pt x="128" y="176"/>
                  <ns1:pt x="128" y="176"/>
                </ns1:cubicBezTo>
                <ns1:cubicBezTo>
                  <ns1:pt x="137" y="176"/>
                  <ns1:pt x="144" y="169"/>
                  <ns1:pt x="144" y="160"/>
                </ns1:cubicBezTo>
                <ns1:cubicBezTo>
                  <ns1:pt x="144" y="16"/>
                  <ns1:pt x="144" y="16"/>
                  <ns1:pt x="144" y="16"/>
                </ns1:cubicBezTo>
                <ns1:cubicBezTo>
                  <ns1:pt x="144" y="7"/>
                  <ns1:pt x="137" y="0"/>
                  <ns1:pt x="128" y="0"/>
                </ns1:cubicBezTo>
                <ns1:moveTo>
                  <ns1:pt x="136" y="160"/>
                </ns1:moveTo>
                <ns1:cubicBezTo>
                  <ns1:pt x="136" y="164"/>
                  <ns1:pt x="132" y="168"/>
                  <ns1:pt x="128" y="168"/>
                </ns1:cubicBezTo>
                <ns1:cubicBezTo>
                  <ns1:pt x="16" y="168"/>
                  <ns1:pt x="16" y="168"/>
                  <ns1:pt x="16" y="168"/>
                </ns1:cubicBezTo>
                <ns1:cubicBezTo>
                  <ns1:pt x="12" y="168"/>
                  <ns1:pt x="8" y="164"/>
                  <ns1:pt x="8" y="160"/>
                </ns1:cubicBezTo>
                <ns1:cubicBezTo>
                  <ns1:pt x="8" y="31"/>
                  <ns1:pt x="8" y="31"/>
                  <ns1:pt x="8" y="31"/>
                </ns1:cubicBezTo>
                <ns1:cubicBezTo>
                  <ns1:pt x="20" y="40"/>
                  <ns1:pt x="41" y="46"/>
                  <ns1:pt x="61" y="47"/>
                </ns1:cubicBezTo>
                <ns1:cubicBezTo>
                  <ns1:pt x="62" y="52"/>
                  <ns1:pt x="67" y="56"/>
                  <ns1:pt x="72" y="56"/>
                </ns1:cubicBezTo>
                <ns1:cubicBezTo>
                  <ns1:pt x="77" y="56"/>
                  <ns1:pt x="82" y="52"/>
                  <ns1:pt x="83" y="47"/>
                </ns1:cubicBezTo>
                <ns1:cubicBezTo>
                  <ns1:pt x="103" y="46"/>
                  <ns1:pt x="124" y="40"/>
                  <ns1:pt x="136" y="31"/>
                </ns1:cubicBezTo>
                <ns1:lnTo>
                  <ns1:pt x="136" y="160"/>
                </ns1:lnTo>
                <ns1:close/>
                <ns1:moveTo>
                  <ns1:pt x="68" y="44"/>
                </ns1:moveTo>
                <ns1:cubicBezTo>
                  <ns1:pt x="68" y="42"/>
                  <ns1:pt x="70" y="40"/>
                  <ns1:pt x="72" y="40"/>
                </ns1:cubicBezTo>
                <ns1:cubicBezTo>
                  <ns1:pt x="74" y="40"/>
                  <ns1:pt x="76" y="42"/>
                  <ns1:pt x="76" y="44"/>
                </ns1:cubicBezTo>
                <ns1:cubicBezTo>
                  <ns1:pt x="76" y="46"/>
                  <ns1:pt x="74" y="48"/>
                  <ns1:pt x="72" y="48"/>
                </ns1:cubicBezTo>
                <ns1:cubicBezTo>
                  <ns1:pt x="70" y="48"/>
                  <ns1:pt x="68" y="46"/>
                  <ns1:pt x="68" y="44"/>
                </ns1:cubicBezTo>
                <ns1:moveTo>
                  <ns1:pt x="136" y="21"/>
                </ns1:moveTo>
                <ns1:cubicBezTo>
                  <ns1:pt x="126" y="31"/>
                  <ns1:pt x="104" y="38"/>
                  <ns1:pt x="83" y="39"/>
                </ns1:cubicBezTo>
                <ns1:cubicBezTo>
                  <ns1:pt x="81" y="35"/>
                  <ns1:pt x="77" y="32"/>
                  <ns1:pt x="72" y="32"/>
                </ns1:cubicBezTo>
                <ns1:cubicBezTo>
                  <ns1:pt x="67" y="32"/>
                  <ns1:pt x="63" y="35"/>
                  <ns1:pt x="61" y="39"/>
                </ns1:cubicBezTo>
                <ns1:cubicBezTo>
                  <ns1:pt x="40" y="38"/>
                  <ns1:pt x="18" y="31"/>
                  <ns1:pt x="8" y="21"/>
                </ns1:cubicBezTo>
                <ns1:cubicBezTo>
                  <ns1:pt x="8" y="16"/>
                  <ns1:pt x="8" y="16"/>
                  <ns1:pt x="8" y="16"/>
                </ns1:cubicBezTo>
                <ns1:cubicBezTo>
                  <ns1:pt x="8" y="12"/>
                  <ns1:pt x="12" y="8"/>
                  <ns1:pt x="16" y="8"/>
                </ns1:cubicBezTo>
                <ns1:cubicBezTo>
                  <ns1:pt x="128" y="8"/>
                  <ns1:pt x="128" y="8"/>
                  <ns1:pt x="128" y="8"/>
                </ns1:cubicBezTo>
                <ns1:cubicBezTo>
                  <ns1:pt x="132" y="8"/>
                  <ns1:pt x="136" y="12"/>
                  <ns1:pt x="136" y="16"/>
                </ns1:cubicBezTo>
                <ns1:lnTo>
                  <ns1:pt x="136" y="21"/>
                </ns1:lnTo>
                <ns1:close/>
                <ns1:moveTo>
                  <ns1:pt x="60" y="120"/>
                </ns1:moveTo>
                <ns1:cubicBezTo>
                  <ns1:pt x="36" y="120"/>
                  <ns1:pt x="36" y="120"/>
                  <ns1:pt x="36" y="120"/>
                </ns1:cubicBezTo>
                <ns1:cubicBezTo>
                  <ns1:pt x="34" y="120"/>
                  <ns1:pt x="32" y="122"/>
                  <ns1:pt x="32" y="124"/>
                </ns1:cubicBezTo>
                <ns1:cubicBezTo>
                  <ns1:pt x="32" y="126"/>
                  <ns1:pt x="34" y="128"/>
                  <ns1:pt x="36" y="128"/>
                </ns1:cubicBezTo>
                <ns1:cubicBezTo>
                  <ns1:pt x="60" y="128"/>
                  <ns1:pt x="60" y="128"/>
                  <ns1:pt x="60" y="128"/>
                </ns1:cubicBezTo>
                <ns1:cubicBezTo>
                  <ns1:pt x="62" y="128"/>
                  <ns1:pt x="64" y="126"/>
                  <ns1:pt x="64" y="124"/>
                </ns1:cubicBezTo>
                <ns1:cubicBezTo>
                  <ns1:pt x="64" y="122"/>
                  <ns1:pt x="62" y="120"/>
                  <ns1:pt x="60" y="120"/>
                </ns1:cubicBezTo>
              </ns1:path>
            </ns1:pathLst>
          </ns1:custGeom>
          <ns1:solidFill>
            <ns1:schemeClr val="tx1"/>
          </ns1:solidFill>
          <ns1:ln>
            <ns1:noFill/>
          </ns1:ln>
          <ns1:extLst/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en-US" sz="2700"/>
          </ns1:p>
        </ns0:txBody>
      </ns0:sp>
      <ns0:sp>
        <ns0:nvSpPr>
          <ns0:cNvPr id="71" name="Freeform 65"/>
          <ns0:cNvSpPr>
            <ns1:spLocks noEditPoints="1"/>
          </ns0:cNvSpPr>
          <ns0:nvPr/>
        </ns0:nvSpPr>
        <ns0:spPr bwMode="auto">
          <ns1:xfrm>
            <ns1:off x="3827464" y="3879852"/>
            <ns1:ext cx="261938" cy="320675"/>
          </ns1:xfrm>
          <ns1:custGeom>
            <ns1:avLst/>
            <ns1:gdLst>
              <ns1:gd name="T0" fmla="*/ 48 w 144"/>
              <ns1:gd name="T1" fmla="*/ 0 h 176"/>
              <ns1:gd name="T2" fmla="*/ 32 w 144"/>
              <ns1:gd name="T3" fmla="*/ 20 h 176"/>
              <ns1:gd name="T4" fmla="*/ 40 w 144"/>
              <ns1:gd name="T5" fmla="*/ 20 h 176"/>
              <ns1:gd name="T6" fmla="*/ 48 w 144"/>
              <ns1:gd name="T7" fmla="*/ 8 h 176"/>
              <ns1:gd name="T8" fmla="*/ 136 w 144"/>
              <ns1:gd name="T9" fmla="*/ 16 h 176"/>
              <ns1:gd name="T10" fmla="*/ 128 w 144"/>
              <ns1:gd name="T11" fmla="*/ 136 h 176"/>
              <ns1:gd name="T12" fmla="*/ 120 w 144"/>
              <ns1:gd name="T13" fmla="*/ 140 h 176"/>
              <ns1:gd name="T14" fmla="*/ 128 w 144"/>
              <ns1:gd name="T15" fmla="*/ 144 h 176"/>
              <ns1:gd name="T16" fmla="*/ 144 w 144"/>
              <ns1:gd name="T17" fmla="*/ 16 h 176"/>
              <ns1:gd name="T18" fmla="*/ 44 w 144"/>
              <ns1:gd name="T19" fmla="*/ 128 h 176"/>
              <ns1:gd name="T20" fmla="*/ 24 w 144"/>
              <ns1:gd name="T21" fmla="*/ 132 h 176"/>
              <ns1:gd name="T22" fmla="*/ 44 w 144"/>
              <ns1:gd name="T23" fmla="*/ 136 h 176"/>
              <ns1:gd name="T24" fmla="*/ 44 w 144"/>
              <ns1:gd name="T25" fmla="*/ 128 h 176"/>
              <ns1:gd name="T26" fmla="*/ 28 w 144"/>
              <ns1:gd name="T27" fmla="*/ 144 h 176"/>
              <ns1:gd name="T28" fmla="*/ 28 w 144"/>
              <ns1:gd name="T29" fmla="*/ 152 h 176"/>
              <ns1:gd name="T30" fmla="*/ 40 w 144"/>
              <ns1:gd name="T31" fmla="*/ 148 h 176"/>
              <ns1:gd name="T32" fmla="*/ 96 w 144"/>
              <ns1:gd name="T33" fmla="*/ 32 h 176"/>
              <ns1:gd name="T34" fmla="*/ 0 w 144"/>
              <ns1:gd name="T35" fmla="*/ 48 h 176"/>
              <ns1:gd name="T36" fmla="*/ 16 w 144"/>
              <ns1:gd name="T37" fmla="*/ 176 h 176"/>
              <ns1:gd name="T38" fmla="*/ 112 w 144"/>
              <ns1:gd name="T39" fmla="*/ 160 h 176"/>
              <ns1:gd name="T40" fmla="*/ 96 w 144"/>
              <ns1:gd name="T41" fmla="*/ 32 h 176"/>
              <ns1:gd name="T42" fmla="*/ 96 w 144"/>
              <ns1:gd name="T43" fmla="*/ 168 h 176"/>
              <ns1:gd name="T44" fmla="*/ 8 w 144"/>
              <ns1:gd name="T45" fmla="*/ 160 h 176"/>
              <ns1:gd name="T46" fmla="*/ 45 w 144"/>
              <ns1:gd name="T47" fmla="*/ 72 h 176"/>
              <ns1:gd name="T48" fmla="*/ 67 w 144"/>
              <ns1:gd name="T49" fmla="*/ 72 h 176"/>
              <ns1:gd name="T50" fmla="*/ 104 w 144"/>
              <ns1:gd name="T51" fmla="*/ 160 h 176"/>
              <ns1:gd name="T52" fmla="*/ 56 w 144"/>
              <ns1:gd name="T53" fmla="*/ 64 h 176"/>
              <ns1:gd name="T54" fmla="*/ 56 w 144"/>
              <ns1:gd name="T55" fmla="*/ 72 h 176"/>
              <ns1:gd name="T56" fmla="*/ 104 w 144"/>
              <ns1:gd name="T57" fmla="*/ 50 h 176"/>
              <ns1:gd name="T58" fmla="*/ 56 w 144"/>
              <ns1:gd name="T59" fmla="*/ 56 h 176"/>
              <ns1:gd name="T60" fmla="*/ 8 w 144"/>
              <ns1:gd name="T61" fmla="*/ 50 h 176"/>
              <ns1:gd name="T62" fmla="*/ 16 w 144"/>
              <ns1:gd name="T63" fmla="*/ 40 h 176"/>
              <ns1:gd name="T64" fmla="*/ 104 w 144"/>
              <ns1:gd name="T65" fmla="*/ 48 h 176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  <ns1:cxn ang="0">
                <ns1:pos x="T32" y="T33"/>
              </ns1:cxn>
              <ns1:cxn ang="0">
                <ns1:pos x="T34" y="T35"/>
              </ns1:cxn>
              <ns1:cxn ang="0">
                <ns1:pos x="T36" y="T37"/>
              </ns1:cxn>
              <ns1:cxn ang="0">
                <ns1:pos x="T38" y="T39"/>
              </ns1:cxn>
              <ns1:cxn ang="0">
                <ns1:pos x="T40" y="T41"/>
              </ns1:cxn>
              <ns1:cxn ang="0">
                <ns1:pos x="T42" y="T43"/>
              </ns1:cxn>
              <ns1:cxn ang="0">
                <ns1:pos x="T44" y="T45"/>
              </ns1:cxn>
              <ns1:cxn ang="0">
                <ns1:pos x="T46" y="T47"/>
              </ns1:cxn>
              <ns1:cxn ang="0">
                <ns1:pos x="T48" y="T49"/>
              </ns1:cxn>
              <ns1:cxn ang="0">
                <ns1:pos x="T50" y="T51"/>
              </ns1:cxn>
              <ns1:cxn ang="0">
                <ns1:pos x="T52" y="T53"/>
              </ns1:cxn>
              <ns1:cxn ang="0">
                <ns1:pos x="T54" y="T55"/>
              </ns1:cxn>
              <ns1:cxn ang="0">
                <ns1:pos x="T56" y="T57"/>
              </ns1:cxn>
              <ns1:cxn ang="0">
                <ns1:pos x="T58" y="T59"/>
              </ns1:cxn>
              <ns1:cxn ang="0">
                <ns1:pos x="T60" y="T61"/>
              </ns1:cxn>
              <ns1:cxn ang="0">
                <ns1:pos x="T62" y="T63"/>
              </ns1:cxn>
              <ns1:cxn ang="0">
                <ns1:pos x="T64" y="T65"/>
              </ns1:cxn>
            </ns1:cxnLst>
            <ns1:rect l="0" t="0" r="r" b="b"/>
            <ns1:pathLst>
              <ns1:path w="144" h="176">
                <ns1:moveTo>
                  <ns1:pt x="128" y="0"/>
                </ns1:moveTo>
                <ns1:cubicBezTo>
                  <ns1:pt x="48" y="0"/>
                  <ns1:pt x="48" y="0"/>
                  <ns1:pt x="48" y="0"/>
                </ns1:cubicBezTo>
                <ns1:cubicBezTo>
                  <ns1:pt x="39" y="0"/>
                  <ns1:pt x="32" y="7"/>
                  <ns1:pt x="32" y="16"/>
                </ns1:cubicBezTo>
                <ns1:cubicBezTo>
                  <ns1:pt x="32" y="20"/>
                  <ns1:pt x="32" y="20"/>
                  <ns1:pt x="32" y="20"/>
                </ns1:cubicBezTo>
                <ns1:cubicBezTo>
                  <ns1:pt x="32" y="22"/>
                  <ns1:pt x="34" y="24"/>
                  <ns1:pt x="36" y="24"/>
                </ns1:cubicBezTo>
                <ns1:cubicBezTo>
                  <ns1:pt x="38" y="24"/>
                  <ns1:pt x="40" y="22"/>
                  <ns1:pt x="40" y="20"/>
                </ns1:cubicBezTo>
                <ns1:cubicBezTo>
                  <ns1:pt x="40" y="16"/>
                  <ns1:pt x="40" y="16"/>
                  <ns1:pt x="40" y="16"/>
                </ns1:cubicBezTo>
                <ns1:cubicBezTo>
                  <ns1:pt x="40" y="12"/>
                  <ns1:pt x="44" y="8"/>
                  <ns1:pt x="48" y="8"/>
                </ns1:cubicBezTo>
                <ns1:cubicBezTo>
                  <ns1:pt x="128" y="8"/>
                  <ns1:pt x="128" y="8"/>
                  <ns1:pt x="128" y="8"/>
                </ns1:cubicBezTo>
                <ns1:cubicBezTo>
                  <ns1:pt x="132" y="8"/>
                  <ns1:pt x="136" y="12"/>
                  <ns1:pt x="136" y="16"/>
                </ns1:cubicBezTo>
                <ns1:cubicBezTo>
                  <ns1:pt x="136" y="128"/>
                  <ns1:pt x="136" y="128"/>
                  <ns1:pt x="136" y="128"/>
                </ns1:cubicBezTo>
                <ns1:cubicBezTo>
                  <ns1:pt x="136" y="132"/>
                  <ns1:pt x="132" y="136"/>
                  <ns1:pt x="128" y="136"/>
                </ns1:cubicBezTo>
                <ns1:cubicBezTo>
                  <ns1:pt x="124" y="136"/>
                  <ns1:pt x="124" y="136"/>
                  <ns1:pt x="124" y="136"/>
                </ns1:cubicBezTo>
                <ns1:cubicBezTo>
                  <ns1:pt x="122" y="136"/>
                  <ns1:pt x="120" y="138"/>
                  <ns1:pt x="120" y="140"/>
                </ns1:cubicBezTo>
                <ns1:cubicBezTo>
                  <ns1:pt x="120" y="142"/>
                  <ns1:pt x="122" y="144"/>
                  <ns1:pt x="124" y="144"/>
                </ns1:cubicBezTo>
                <ns1:cubicBezTo>
                  <ns1:pt x="128" y="144"/>
                  <ns1:pt x="128" y="144"/>
                  <ns1:pt x="128" y="144"/>
                </ns1:cubicBezTo>
                <ns1:cubicBezTo>
                  <ns1:pt x="137" y="144"/>
                  <ns1:pt x="144" y="137"/>
                  <ns1:pt x="144" y="128"/>
                </ns1:cubicBezTo>
                <ns1:cubicBezTo>
                  <ns1:pt x="144" y="16"/>
                  <ns1:pt x="144" y="16"/>
                  <ns1:pt x="144" y="16"/>
                </ns1:cubicBezTo>
                <ns1:cubicBezTo>
                  <ns1:pt x="144" y="7"/>
                  <ns1:pt x="137" y="0"/>
                  <ns1:pt x="128" y="0"/>
                </ns1:cubicBezTo>
                <ns1:moveTo>
                  <ns1:pt x="44" y="128"/>
                </ns1:moveTo>
                <ns1:cubicBezTo>
                  <ns1:pt x="28" y="128"/>
                  <ns1:pt x="28" y="128"/>
                  <ns1:pt x="28" y="128"/>
                </ns1:cubicBezTo>
                <ns1:cubicBezTo>
                  <ns1:pt x="26" y="128"/>
                  <ns1:pt x="24" y="130"/>
                  <ns1:pt x="24" y="132"/>
                </ns1:cubicBezTo>
                <ns1:cubicBezTo>
                  <ns1:pt x="24" y="134"/>
                  <ns1:pt x="26" y="136"/>
                  <ns1:pt x="28" y="136"/>
                </ns1:cubicBezTo>
                <ns1:cubicBezTo>
                  <ns1:pt x="44" y="136"/>
                  <ns1:pt x="44" y="136"/>
                  <ns1:pt x="44" y="136"/>
                </ns1:cubicBezTo>
                <ns1:cubicBezTo>
                  <ns1:pt x="46" y="136"/>
                  <ns1:pt x="48" y="134"/>
                  <ns1:pt x="48" y="132"/>
                </ns1:cubicBezTo>
                <ns1:cubicBezTo>
                  <ns1:pt x="48" y="130"/>
                  <ns1:pt x="46" y="128"/>
                  <ns1:pt x="44" y="128"/>
                </ns1:cubicBezTo>
                <ns1:moveTo>
                  <ns1:pt x="36" y="144"/>
                </ns1:moveTo>
                <ns1:cubicBezTo>
                  <ns1:pt x="28" y="144"/>
                  <ns1:pt x="28" y="144"/>
                  <ns1:pt x="28" y="144"/>
                </ns1:cubicBezTo>
                <ns1:cubicBezTo>
                  <ns1:pt x="26" y="144"/>
                  <ns1:pt x="24" y="146"/>
                  <ns1:pt x="24" y="148"/>
                </ns1:cubicBezTo>
                <ns1:cubicBezTo>
                  <ns1:pt x="24" y="150"/>
                  <ns1:pt x="26" y="152"/>
                  <ns1:pt x="28" y="152"/>
                </ns1:cubicBezTo>
                <ns1:cubicBezTo>
                  <ns1:pt x="36" y="152"/>
                  <ns1:pt x="36" y="152"/>
                  <ns1:pt x="36" y="152"/>
                </ns1:cubicBezTo>
                <ns1:cubicBezTo>
                  <ns1:pt x="38" y="152"/>
                  <ns1:pt x="40" y="150"/>
                  <ns1:pt x="40" y="148"/>
                </ns1:cubicBezTo>
                <ns1:cubicBezTo>
                  <ns1:pt x="40" y="146"/>
                  <ns1:pt x="38" y="144"/>
                  <ns1:pt x="36" y="144"/>
                </ns1:cubicBezTo>
                <ns1:moveTo>
                  <ns1:pt x="96" y="32"/>
                </ns1:moveTo>
                <ns1:cubicBezTo>
                  <ns1:pt x="16" y="32"/>
                  <ns1:pt x="16" y="32"/>
                  <ns1:pt x="16" y="32"/>
                </ns1:cubicBezTo>
                <ns1:cubicBezTo>
                  <ns1:pt x="7" y="32"/>
                  <ns1:pt x="0" y="39"/>
                  <ns1:pt x="0" y="48"/>
                </ns1:cubicBezTo>
                <ns1:cubicBezTo>
                  <ns1:pt x="0" y="160"/>
                  <ns1:pt x="0" y="160"/>
                  <ns1:pt x="0" y="160"/>
                </ns1:cubicBezTo>
                <ns1:cubicBezTo>
                  <ns1:pt x="0" y="169"/>
                  <ns1:pt x="7" y="176"/>
                  <ns1:pt x="16" y="176"/>
                </ns1:cubicBezTo>
                <ns1:cubicBezTo>
                  <ns1:pt x="96" y="176"/>
                  <ns1:pt x="96" y="176"/>
                  <ns1:pt x="96" y="176"/>
                </ns1:cubicBezTo>
                <ns1:cubicBezTo>
                  <ns1:pt x="105" y="176"/>
                  <ns1:pt x="112" y="169"/>
                  <ns1:pt x="112" y="160"/>
                </ns1:cubicBezTo>
                <ns1:cubicBezTo>
                  <ns1:pt x="112" y="48"/>
                  <ns1:pt x="112" y="48"/>
                  <ns1:pt x="112" y="48"/>
                </ns1:cubicBezTo>
                <ns1:cubicBezTo>
                  <ns1:pt x="112" y="39"/>
                  <ns1:pt x="105" y="32"/>
                  <ns1:pt x="96" y="32"/>
                </ns1:cubicBezTo>
                <ns1:moveTo>
                  <ns1:pt x="104" y="160"/>
                </ns1:moveTo>
                <ns1:cubicBezTo>
                  <ns1:pt x="104" y="164"/>
                  <ns1:pt x="100" y="168"/>
                  <ns1:pt x="96" y="168"/>
                </ns1:cubicBezTo>
                <ns1:cubicBezTo>
                  <ns1:pt x="16" y="168"/>
                  <ns1:pt x="16" y="168"/>
                  <ns1:pt x="16" y="168"/>
                </ns1:cubicBezTo>
                <ns1:cubicBezTo>
                  <ns1:pt x="12" y="168"/>
                  <ns1:pt x="8" y="164"/>
                  <ns1:pt x="8" y="160"/>
                </ns1:cubicBezTo>
                <ns1:cubicBezTo>
                  <ns1:pt x="8" y="60"/>
                  <ns1:pt x="8" y="60"/>
                  <ns1:pt x="8" y="60"/>
                </ns1:cubicBezTo>
                <ns1:cubicBezTo>
                  <ns1:pt x="18" y="67"/>
                  <ns1:pt x="29" y="71"/>
                  <ns1:pt x="45" y="72"/>
                </ns1:cubicBezTo>
                <ns1:cubicBezTo>
                  <ns1:pt x="46" y="76"/>
                  <ns1:pt x="51" y="80"/>
                  <ns1:pt x="56" y="80"/>
                </ns1:cubicBezTo>
                <ns1:cubicBezTo>
                  <ns1:pt x="61" y="80"/>
                  <ns1:pt x="66" y="76"/>
                  <ns1:pt x="67" y="72"/>
                </ns1:cubicBezTo>
                <ns1:cubicBezTo>
                  <ns1:pt x="83" y="71"/>
                  <ns1:pt x="94" y="67"/>
                  <ns1:pt x="104" y="60"/>
                </ns1:cubicBezTo>
                <ns1:lnTo>
                  <ns1:pt x="104" y="160"/>
                </ns1:lnTo>
                <ns1:close/>
                <ns1:moveTo>
                  <ns1:pt x="52" y="68"/>
                </ns1:moveTo>
                <ns1:cubicBezTo>
                  <ns1:pt x="52" y="66"/>
                  <ns1:pt x="54" y="64"/>
                  <ns1:pt x="56" y="64"/>
                </ns1:cubicBezTo>
                <ns1:cubicBezTo>
                  <ns1:pt x="58" y="64"/>
                  <ns1:pt x="60" y="66"/>
                  <ns1:pt x="60" y="68"/>
                </ns1:cubicBezTo>
                <ns1:cubicBezTo>
                  <ns1:pt x="60" y="70"/>
                  <ns1:pt x="58" y="72"/>
                  <ns1:pt x="56" y="72"/>
                </ns1:cubicBezTo>
                <ns1:cubicBezTo>
                  <ns1:pt x="54" y="72"/>
                  <ns1:pt x="52" y="70"/>
                  <ns1:pt x="52" y="68"/>
                </ns1:cubicBezTo>
                <ns1:moveTo>
                  <ns1:pt x="104" y="50"/>
                </ns1:moveTo>
                <ns1:cubicBezTo>
                  <ns1:pt x="96" y="58"/>
                  <ns1:pt x="85" y="62"/>
                  <ns1:pt x="67" y="64"/>
                </ns1:cubicBezTo>
                <ns1:cubicBezTo>
                  <ns1:pt x="65" y="59"/>
                  <ns1:pt x="61" y="56"/>
                  <ns1:pt x="56" y="56"/>
                </ns1:cubicBezTo>
                <ns1:cubicBezTo>
                  <ns1:pt x="51" y="56"/>
                  <ns1:pt x="47" y="59"/>
                  <ns1:pt x="45" y="64"/>
                </ns1:cubicBezTo>
                <ns1:cubicBezTo>
                  <ns1:pt x="27" y="62"/>
                  <ns1:pt x="16" y="58"/>
                  <ns1:pt x="8" y="50"/>
                </ns1:cubicBezTo>
                <ns1:cubicBezTo>
                  <ns1:pt x="8" y="48"/>
                  <ns1:pt x="8" y="48"/>
                  <ns1:pt x="8" y="48"/>
                </ns1:cubicBezTo>
                <ns1:cubicBezTo>
                  <ns1:pt x="8" y="44"/>
                  <ns1:pt x="12" y="40"/>
                  <ns1:pt x="16" y="40"/>
                </ns1:cubicBezTo>
                <ns1:cubicBezTo>
                  <ns1:pt x="96" y="40"/>
                  <ns1:pt x="96" y="40"/>
                  <ns1:pt x="96" y="40"/>
                </ns1:cubicBezTo>
                <ns1:cubicBezTo>
                  <ns1:pt x="100" y="40"/>
                  <ns1:pt x="104" y="44"/>
                  <ns1:pt x="104" y="48"/>
                </ns1:cubicBezTo>
                <ns1:lnTo>
                  <ns1:pt x="104" y="50"/>
                </ns1:lnTo>
                <ns1:close/>
              </ns1:path>
            </ns1:pathLst>
          </ns1:custGeom>
          <ns1:solidFill>
            <ns1:schemeClr val="tx1"/>
          </ns1:solidFill>
          <ns1:ln>
            <ns1:noFill/>
          </ns1:ln>
          <ns1:extLst/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en-US" sz="2700"/>
          </ns1:p>
        </ns0:txBody>
      </ns0:sp>
      <ns0:sp>
        <ns0:nvSpPr>
          <ns0:cNvPr id="72" name="Freeform 66"/>
          <ns0:cNvSpPr>
            <ns1:spLocks noEditPoints="1"/>
          </ns0:cNvSpPr>
          <ns0:nvPr/>
        </ns0:nvSpPr>
        <ns0:spPr bwMode="auto">
          <ns1:xfrm>
            <ns1:off x="4408489" y="3879852"/>
            <ns1:ext cx="320675" cy="320675"/>
          </ns1:xfrm>
          <ns1:custGeom>
            <ns1:avLst/>
            <ns1:gdLst>
              <ns1:gd name="T0" fmla="*/ 39 w 176"/>
              <ns1:gd name="T1" fmla="*/ 119 h 176"/>
              <ns1:gd name="T2" fmla="*/ 43 w 176"/>
              <ns1:gd name="T3" fmla="*/ 115 h 176"/>
              <ns1:gd name="T4" fmla="*/ 44 w 176"/>
              <ns1:gd name="T5" fmla="*/ 112 h 176"/>
              <ns1:gd name="T6" fmla="*/ 40 w 176"/>
              <ns1:gd name="T7" fmla="*/ 108 h 176"/>
              <ns1:gd name="T8" fmla="*/ 37 w 176"/>
              <ns1:gd name="T9" fmla="*/ 109 h 176"/>
              <ns1:gd name="T10" fmla="*/ 33 w 176"/>
              <ns1:gd name="T11" fmla="*/ 113 h 176"/>
              <ns1:gd name="T12" fmla="*/ 32 w 176"/>
              <ns1:gd name="T13" fmla="*/ 116 h 176"/>
              <ns1:gd name="T14" fmla="*/ 36 w 176"/>
              <ns1:gd name="T15" fmla="*/ 120 h 176"/>
              <ns1:gd name="T16" fmla="*/ 39 w 176"/>
              <ns1:gd name="T17" fmla="*/ 119 h 176"/>
              <ns1:gd name="T18" fmla="*/ 64 w 176"/>
              <ns1:gd name="T19" fmla="*/ 116 h 176"/>
              <ns1:gd name="T20" fmla="*/ 60 w 176"/>
              <ns1:gd name="T21" fmla="*/ 112 h 176"/>
              <ns1:gd name="T22" fmla="*/ 57 w 176"/>
              <ns1:gd name="T23" fmla="*/ 113 h 176"/>
              <ns1:gd name="T24" fmla="*/ 17 w 176"/>
              <ns1:gd name="T25" fmla="*/ 153 h 176"/>
              <ns1:gd name="T26" fmla="*/ 16 w 176"/>
              <ns1:gd name="T27" fmla="*/ 156 h 176"/>
              <ns1:gd name="T28" fmla="*/ 20 w 176"/>
              <ns1:gd name="T29" fmla="*/ 160 h 176"/>
              <ns1:gd name="T30" fmla="*/ 23 w 176"/>
              <ns1:gd name="T31" fmla="*/ 159 h 176"/>
              <ns1:gd name="T32" fmla="*/ 63 w 176"/>
              <ns1:gd name="T33" fmla="*/ 119 h 176"/>
              <ns1:gd name="T34" fmla="*/ 64 w 176"/>
              <ns1:gd name="T35" fmla="*/ 116 h 176"/>
              <ns1:gd name="T36" fmla="*/ 64 w 176"/>
              <ns1:gd name="T37" fmla="*/ 132 h 176"/>
              <ns1:gd name="T38" fmla="*/ 61 w 176"/>
              <ns1:gd name="T39" fmla="*/ 133 h 176"/>
              <ns1:gd name="T40" fmla="*/ 49 w 176"/>
              <ns1:gd name="T41" fmla="*/ 145 h 176"/>
              <ns1:gd name="T42" fmla="*/ 48 w 176"/>
              <ns1:gd name="T43" fmla="*/ 148 h 176"/>
              <ns1:gd name="T44" fmla="*/ 52 w 176"/>
              <ns1:gd name="T45" fmla="*/ 152 h 176"/>
              <ns1:gd name="T46" fmla="*/ 55 w 176"/>
              <ns1:gd name="T47" fmla="*/ 151 h 176"/>
              <ns1:gd name="T48" fmla="*/ 67 w 176"/>
              <ns1:gd name="T49" fmla="*/ 139 h 176"/>
              <ns1:gd name="T50" fmla="*/ 68 w 176"/>
              <ns1:gd name="T51" fmla="*/ 136 h 176"/>
              <ns1:gd name="T52" fmla="*/ 64 w 176"/>
              <ns1:gd name="T53" fmla="*/ 132 h 176"/>
              <ns1:gd name="T54" fmla="*/ 176 w 176"/>
              <ns1:gd name="T55" fmla="*/ 4 h 176"/>
              <ns1:gd name="T56" fmla="*/ 172 w 176"/>
              <ns1:gd name="T57" fmla="*/ 0 h 176"/>
              <ns1:gd name="T58" fmla="*/ 170 w 176"/>
              <ns1:gd name="T59" fmla="*/ 0 h 176"/>
              <ns1:gd name="T60" fmla="*/ 170 w 176"/>
              <ns1:gd name="T61" fmla="*/ 0 h 176"/>
              <ns1:gd name="T62" fmla="*/ 2 w 176"/>
              <ns1:gd name="T63" fmla="*/ 72 h 176"/>
              <ns1:gd name="T64" fmla="*/ 2 w 176"/>
              <ns1:gd name="T65" fmla="*/ 72 h 176"/>
              <ns1:gd name="T66" fmla="*/ 2 w 176"/>
              <ns1:gd name="T67" fmla="*/ 72 h 176"/>
              <ns1:gd name="T68" fmla="*/ 2 w 176"/>
              <ns1:gd name="T69" fmla="*/ 72 h 176"/>
              <ns1:gd name="T70" fmla="*/ 0 w 176"/>
              <ns1:gd name="T71" fmla="*/ 76 h 176"/>
              <ns1:gd name="T72" fmla="*/ 3 w 176"/>
              <ns1:gd name="T73" fmla="*/ 80 h 176"/>
              <ns1:gd name="T74" fmla="*/ 3 w 176"/>
              <ns1:gd name="T75" fmla="*/ 80 h 176"/>
              <ns1:gd name="T76" fmla="*/ 69 w 176"/>
              <ns1:gd name="T77" fmla="*/ 107 h 176"/>
              <ns1:gd name="T78" fmla="*/ 96 w 176"/>
              <ns1:gd name="T79" fmla="*/ 173 h 176"/>
              <ns1:gd name="T80" fmla="*/ 96 w 176"/>
              <ns1:gd name="T81" fmla="*/ 173 h 176"/>
              <ns1:gd name="T82" fmla="*/ 100 w 176"/>
              <ns1:gd name="T83" fmla="*/ 176 h 176"/>
              <ns1:gd name="T84" fmla="*/ 104 w 176"/>
              <ns1:gd name="T85" fmla="*/ 174 h 176"/>
              <ns1:gd name="T86" fmla="*/ 104 w 176"/>
              <ns1:gd name="T87" fmla="*/ 174 h 176"/>
              <ns1:gd name="T88" fmla="*/ 104 w 176"/>
              <ns1:gd name="T89" fmla="*/ 174 h 176"/>
              <ns1:gd name="T90" fmla="*/ 104 w 176"/>
              <ns1:gd name="T91" fmla="*/ 174 h 176"/>
              <ns1:gd name="T92" fmla="*/ 176 w 176"/>
              <ns1:gd name="T93" fmla="*/ 6 h 176"/>
              <ns1:gd name="T94" fmla="*/ 176 w 176"/>
              <ns1:gd name="T95" fmla="*/ 6 h 176"/>
              <ns1:gd name="T96" fmla="*/ 176 w 176"/>
              <ns1:gd name="T97" fmla="*/ 4 h 176"/>
              <ns1:gd name="T98" fmla="*/ 14 w 176"/>
              <ns1:gd name="T99" fmla="*/ 76 h 176"/>
              <ns1:gd name="T100" fmla="*/ 154 w 176"/>
              <ns1:gd name="T101" fmla="*/ 16 h 176"/>
              <ns1:gd name="T102" fmla="*/ 71 w 176"/>
              <ns1:gd name="T103" fmla="*/ 99 h 176"/>
              <ns1:gd name="T104" fmla="*/ 14 w 176"/>
              <ns1:gd name="T105" fmla="*/ 76 h 176"/>
              <ns1:gd name="T106" fmla="*/ 100 w 176"/>
              <ns1:gd name="T107" fmla="*/ 162 h 176"/>
              <ns1:gd name="T108" fmla="*/ 77 w 176"/>
              <ns1:gd name="T109" fmla="*/ 105 h 176"/>
              <ns1:gd name="T110" fmla="*/ 160 w 176"/>
              <ns1:gd name="T111" fmla="*/ 22 h 176"/>
              <ns1:gd name="T112" fmla="*/ 100 w 176"/>
              <ns1:gd name="T113" fmla="*/ 162 h 176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  <ns1:cxn ang="0">
                <ns1:pos x="T32" y="T33"/>
              </ns1:cxn>
              <ns1:cxn ang="0">
                <ns1:pos x="T34" y="T35"/>
              </ns1:cxn>
              <ns1:cxn ang="0">
                <ns1:pos x="T36" y="T37"/>
              </ns1:cxn>
              <ns1:cxn ang="0">
                <ns1:pos x="T38" y="T39"/>
              </ns1:cxn>
              <ns1:cxn ang="0">
                <ns1:pos x="T40" y="T41"/>
              </ns1:cxn>
              <ns1:cxn ang="0">
                <ns1:pos x="T42" y="T43"/>
              </ns1:cxn>
              <ns1:cxn ang="0">
                <ns1:pos x="T44" y="T45"/>
              </ns1:cxn>
              <ns1:cxn ang="0">
                <ns1:pos x="T46" y="T47"/>
              </ns1:cxn>
              <ns1:cxn ang="0">
                <ns1:pos x="T48" y="T49"/>
              </ns1:cxn>
              <ns1:cxn ang="0">
                <ns1:pos x="T50" y="T51"/>
              </ns1:cxn>
              <ns1:cxn ang="0">
                <ns1:pos x="T52" y="T53"/>
              </ns1:cxn>
              <ns1:cxn ang="0">
                <ns1:pos x="T54" y="T55"/>
              </ns1:cxn>
              <ns1:cxn ang="0">
                <ns1:pos x="T56" y="T57"/>
              </ns1:cxn>
              <ns1:cxn ang="0">
                <ns1:pos x="T58" y="T59"/>
              </ns1:cxn>
              <ns1:cxn ang="0">
                <ns1:pos x="T60" y="T61"/>
              </ns1:cxn>
              <ns1:cxn ang="0">
                <ns1:pos x="T62" y="T63"/>
              </ns1:cxn>
              <ns1:cxn ang="0">
                <ns1:pos x="T64" y="T65"/>
              </ns1:cxn>
              <ns1:cxn ang="0">
                <ns1:pos x="T66" y="T67"/>
              </ns1:cxn>
              <ns1:cxn ang="0">
                <ns1:pos x="T68" y="T69"/>
              </ns1:cxn>
              <ns1:cxn ang="0">
                <ns1:pos x="T70" y="T71"/>
              </ns1:cxn>
              <ns1:cxn ang="0">
                <ns1:pos x="T72" y="T73"/>
              </ns1:cxn>
              <ns1:cxn ang="0">
                <ns1:pos x="T74" y="T75"/>
              </ns1:cxn>
              <ns1:cxn ang="0">
                <ns1:pos x="T76" y="T77"/>
              </ns1:cxn>
              <ns1:cxn ang="0">
                <ns1:pos x="T78" y="T79"/>
              </ns1:cxn>
              <ns1:cxn ang="0">
                <ns1:pos x="T80" y="T81"/>
              </ns1:cxn>
              <ns1:cxn ang="0">
                <ns1:pos x="T82" y="T83"/>
              </ns1:cxn>
              <ns1:cxn ang="0">
                <ns1:pos x="T84" y="T85"/>
              </ns1:cxn>
              <ns1:cxn ang="0">
                <ns1:pos x="T86" y="T87"/>
              </ns1:cxn>
              <ns1:cxn ang="0">
                <ns1:pos x="T88" y="T89"/>
              </ns1:cxn>
              <ns1:cxn ang="0">
                <ns1:pos x="T90" y="T91"/>
              </ns1:cxn>
              <ns1:cxn ang="0">
                <ns1:pos x="T92" y="T93"/>
              </ns1:cxn>
              <ns1:cxn ang="0">
                <ns1:pos x="T94" y="T95"/>
              </ns1:cxn>
              <ns1:cxn ang="0">
                <ns1:pos x="T96" y="T97"/>
              </ns1:cxn>
              <ns1:cxn ang="0">
                <ns1:pos x="T98" y="T99"/>
              </ns1:cxn>
              <ns1:cxn ang="0">
                <ns1:pos x="T100" y="T101"/>
              </ns1:cxn>
              <ns1:cxn ang="0">
                <ns1:pos x="T102" y="T103"/>
              </ns1:cxn>
              <ns1:cxn ang="0">
                <ns1:pos x="T104" y="T105"/>
              </ns1:cxn>
              <ns1:cxn ang="0">
                <ns1:pos x="T106" y="T107"/>
              </ns1:cxn>
              <ns1:cxn ang="0">
                <ns1:pos x="T108" y="T109"/>
              </ns1:cxn>
              <ns1:cxn ang="0">
                <ns1:pos x="T110" y="T111"/>
              </ns1:cxn>
              <ns1:cxn ang="0">
                <ns1:pos x="T112" y="T113"/>
              </ns1:cxn>
            </ns1:cxnLst>
            <ns1:rect l="0" t="0" r="r" b="b"/>
            <ns1:pathLst>
              <ns1:path w="176" h="176">
                <ns1:moveTo>
                  <ns1:pt x="39" y="119"/>
                </ns1:moveTo>
                <ns1:cubicBezTo>
                  <ns1:pt x="43" y="115"/>
                  <ns1:pt x="43" y="115"/>
                  <ns1:pt x="43" y="115"/>
                </ns1:cubicBezTo>
                <ns1:cubicBezTo>
                  <ns1:pt x="44" y="114"/>
                  <ns1:pt x="44" y="113"/>
                  <ns1:pt x="44" y="112"/>
                </ns1:cubicBezTo>
                <ns1:cubicBezTo>
                  <ns1:pt x="44" y="110"/>
                  <ns1:pt x="42" y="108"/>
                  <ns1:pt x="40" y="108"/>
                </ns1:cubicBezTo>
                <ns1:cubicBezTo>
                  <ns1:pt x="39" y="108"/>
                  <ns1:pt x="38" y="108"/>
                  <ns1:pt x="37" y="109"/>
                </ns1:cubicBezTo>
                <ns1:cubicBezTo>
                  <ns1:pt x="33" y="113"/>
                  <ns1:pt x="33" y="113"/>
                  <ns1:pt x="33" y="113"/>
                </ns1:cubicBezTo>
                <ns1:cubicBezTo>
                  <ns1:pt x="32" y="114"/>
                  <ns1:pt x="32" y="115"/>
                  <ns1:pt x="32" y="116"/>
                </ns1:cubicBezTo>
                <ns1:cubicBezTo>
                  <ns1:pt x="32" y="118"/>
                  <ns1:pt x="34" y="120"/>
                  <ns1:pt x="36" y="120"/>
                </ns1:cubicBezTo>
                <ns1:cubicBezTo>
                  <ns1:pt x="37" y="120"/>
                  <ns1:pt x="38" y="120"/>
                  <ns1:pt x="39" y="119"/>
                </ns1:cubicBezTo>
                <ns1:moveTo>
                  <ns1:pt x="64" y="116"/>
                </ns1:moveTo>
                <ns1:cubicBezTo>
                  <ns1:pt x="64" y="114"/>
                  <ns1:pt x="62" y="112"/>
                  <ns1:pt x="60" y="112"/>
                </ns1:cubicBezTo>
                <ns1:cubicBezTo>
                  <ns1:pt x="59" y="112"/>
                  <ns1:pt x="58" y="112"/>
                  <ns1:pt x="57" y="113"/>
                </ns1:cubicBezTo>
                <ns1:cubicBezTo>
                  <ns1:pt x="17" y="153"/>
                  <ns1:pt x="17" y="153"/>
                  <ns1:pt x="17" y="153"/>
                </ns1:cubicBezTo>
                <ns1:cubicBezTo>
                  <ns1:pt x="16" y="154"/>
                  <ns1:pt x="16" y="155"/>
                  <ns1:pt x="16" y="156"/>
                </ns1:cubicBezTo>
                <ns1:cubicBezTo>
                  <ns1:pt x="16" y="158"/>
                  <ns1:pt x="18" y="160"/>
                  <ns1:pt x="20" y="160"/>
                </ns1:cubicBezTo>
                <ns1:cubicBezTo>
                  <ns1:pt x="21" y="160"/>
                  <ns1:pt x="22" y="160"/>
                  <ns1:pt x="23" y="159"/>
                </ns1:cubicBezTo>
                <ns1:cubicBezTo>
                  <ns1:pt x="63" y="119"/>
                  <ns1:pt x="63" y="119"/>
                  <ns1:pt x="63" y="119"/>
                </ns1:cubicBezTo>
                <ns1:cubicBezTo>
                  <ns1:pt x="64" y="118"/>
                  <ns1:pt x="64" y="117"/>
                  <ns1:pt x="64" y="116"/>
                </ns1:cubicBezTo>
                <ns1:moveTo>
                  <ns1:pt x="64" y="132"/>
                </ns1:moveTo>
                <ns1:cubicBezTo>
                  <ns1:pt x="63" y="132"/>
                  <ns1:pt x="62" y="132"/>
                  <ns1:pt x="61" y="133"/>
                </ns1:cubicBezTo>
                <ns1:cubicBezTo>
                  <ns1:pt x="49" y="145"/>
                  <ns1:pt x="49" y="145"/>
                  <ns1:pt x="49" y="145"/>
                </ns1:cubicBezTo>
                <ns1:cubicBezTo>
                  <ns1:pt x="48" y="146"/>
                  <ns1:pt x="48" y="147"/>
                  <ns1:pt x="48" y="148"/>
                </ns1:cubicBezTo>
                <ns1:cubicBezTo>
                  <ns1:pt x="48" y="150"/>
                  <ns1:pt x="50" y="152"/>
                  <ns1:pt x="52" y="152"/>
                </ns1:cubicBezTo>
                <ns1:cubicBezTo>
                  <ns1:pt x="53" y="152"/>
                  <ns1:pt x="54" y="152"/>
                  <ns1:pt x="55" y="151"/>
                </ns1:cubicBezTo>
                <ns1:cubicBezTo>
                  <ns1:pt x="67" y="139"/>
                  <ns1:pt x="67" y="139"/>
                  <ns1:pt x="67" y="139"/>
                </ns1:cubicBezTo>
                <ns1:cubicBezTo>
                  <ns1:pt x="68" y="138"/>
                  <ns1:pt x="68" y="137"/>
                  <ns1:pt x="68" y="136"/>
                </ns1:cubicBezTo>
                <ns1:cubicBezTo>
                  <ns1:pt x="68" y="134"/>
                  <ns1:pt x="66" y="132"/>
                  <ns1:pt x="64" y="132"/>
                </ns1:cubicBezTo>
                <ns1:moveTo>
                  <ns1:pt x="176" y="4"/>
                </ns1:moveTo>
                <ns1:cubicBezTo>
                  <ns1:pt x="176" y="2"/>
                  <ns1:pt x="174" y="0"/>
                  <ns1:pt x="172" y="0"/>
                </ns1:cubicBezTo>
                <ns1:cubicBezTo>
                  <ns1:pt x="171" y="0"/>
                  <ns1:pt x="171" y="0"/>
                  <ns1:pt x="170" y="0"/>
                </ns1:cubicBezTo>
                <ns1:cubicBezTo>
                  <ns1:pt x="170" y="0"/>
                  <ns1:pt x="170" y="0"/>
                  <ns1:pt x="170" y="0"/>
                </ns1:cubicBezTo>
                <ns1:cubicBezTo>
                  <ns1:pt x="2" y="72"/>
                  <ns1:pt x="2" y="72"/>
                  <ns1:pt x="2" y="72"/>
                </ns1:cubicBezTo>
                <ns1:cubicBezTo>
                  <ns1:pt x="2" y="72"/>
                  <ns1:pt x="2" y="72"/>
                  <ns1:pt x="2" y="72"/>
                </ns1:cubicBezTo>
                <ns1:cubicBezTo>
                  <ns1:pt x="2" y="72"/>
                  <ns1:pt x="2" y="72"/>
                  <ns1:pt x="2" y="72"/>
                </ns1:cubicBezTo>
                <ns1:cubicBezTo>
                  <ns1:pt x="2" y="72"/>
                  <ns1:pt x="2" y="72"/>
                  <ns1:pt x="2" y="72"/>
                </ns1:cubicBezTo>
                <ns1:cubicBezTo>
                  <ns1:pt x="1" y="73"/>
                  <ns1:pt x="0" y="74"/>
                  <ns1:pt x="0" y="76"/>
                </ns1:cubicBezTo>
                <ns1:cubicBezTo>
                  <ns1:pt x="0" y="78"/>
                  <ns1:pt x="1" y="79"/>
                  <ns1:pt x="3" y="80"/>
                </ns1:cubicBezTo>
                <ns1:cubicBezTo>
                  <ns1:pt x="3" y="80"/>
                  <ns1:pt x="3" y="80"/>
                  <ns1:pt x="3" y="80"/>
                </ns1:cubicBezTo>
                <ns1:cubicBezTo>
                  <ns1:pt x="69" y="107"/>
                  <ns1:pt x="69" y="107"/>
                  <ns1:pt x="69" y="107"/>
                </ns1:cubicBezTo>
                <ns1:cubicBezTo>
                  <ns1:pt x="96" y="173"/>
                  <ns1:pt x="96" y="173"/>
                  <ns1:pt x="96" y="173"/>
                </ns1:cubicBezTo>
                <ns1:cubicBezTo>
                  <ns1:pt x="96" y="173"/>
                  <ns1:pt x="96" y="173"/>
                  <ns1:pt x="96" y="173"/>
                </ns1:cubicBezTo>
                <ns1:cubicBezTo>
                  <ns1:pt x="97" y="175"/>
                  <ns1:pt x="98" y="176"/>
                  <ns1:pt x="100" y="176"/>
                </ns1:cubicBezTo>
                <ns1:cubicBezTo>
                  <ns1:pt x="102" y="176"/>
                  <ns1:pt x="103" y="175"/>
                  <ns1:pt x="104" y="174"/>
                </ns1:cubicBezTo>
                <ns1:cubicBezTo>
                  <ns1:pt x="104" y="174"/>
                  <ns1:pt x="104" y="174"/>
                  <ns1:pt x="104" y="174"/>
                </ns1:cubicBezTo>
                <ns1:cubicBezTo>
                  <ns1:pt x="104" y="174"/>
                  <ns1:pt x="104" y="174"/>
                  <ns1:pt x="104" y="174"/>
                </ns1:cubicBezTo>
                <ns1:cubicBezTo>
                  <ns1:pt x="104" y="174"/>
                  <ns1:pt x="104" y="174"/>
                  <ns1:pt x="104" y="174"/>
                </ns1:cubicBezTo>
                <ns1:cubicBezTo>
                  <ns1:pt x="176" y="6"/>
                  <ns1:pt x="176" y="6"/>
                  <ns1:pt x="176" y="6"/>
                </ns1:cubicBezTo>
                <ns1:cubicBezTo>
                  <ns1:pt x="176" y="6"/>
                  <ns1:pt x="176" y="6"/>
                  <ns1:pt x="176" y="6"/>
                </ns1:cubicBezTo>
                <ns1:cubicBezTo>
                  <ns1:pt x="176" y="5"/>
                  <ns1:pt x="176" y="5"/>
                  <ns1:pt x="176" y="4"/>
                </ns1:cubicBezTo>
                <ns1:moveTo>
                  <ns1:pt x="14" y="76"/>
                </ns1:moveTo>
                <ns1:cubicBezTo>
                  <ns1:pt x="154" y="16"/>
                  <ns1:pt x="154" y="16"/>
                  <ns1:pt x="154" y="16"/>
                </ns1:cubicBezTo>
                <ns1:cubicBezTo>
                  <ns1:pt x="71" y="99"/>
                  <ns1:pt x="71" y="99"/>
                  <ns1:pt x="71" y="99"/>
                </ns1:cubicBezTo>
                <ns1:lnTo>
                  <ns1:pt x="14" y="76"/>
                </ns1:lnTo>
                <ns1:close/>
                <ns1:moveTo>
                  <ns1:pt x="100" y="162"/>
                </ns1:moveTo>
                <ns1:cubicBezTo>
                  <ns1:pt x="77" y="105"/>
                  <ns1:pt x="77" y="105"/>
                  <ns1:pt x="77" y="105"/>
                </ns1:cubicBezTo>
                <ns1:cubicBezTo>
                  <ns1:pt x="160" y="22"/>
                  <ns1:pt x="160" y="22"/>
                  <ns1:pt x="160" y="22"/>
                </ns1:cubicBezTo>
                <ns1:lnTo>
                  <ns1:pt x="100" y="162"/>
                </ns1:lnTo>
                <ns1:close/>
              </ns1:path>
            </ns1:pathLst>
          </ns1:custGeom>
          <ns1:solidFill>
            <ns1:schemeClr val="tx1"/>
          </ns1:solidFill>
          <ns1:ln>
            <ns1:noFill/>
          </ns1:ln>
          <ns1:extLst/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en-US" sz="2700"/>
          </ns1:p>
        </ns0:txBody>
      </ns0:sp>
      <ns0:sp>
        <ns0:nvSpPr>
          <ns0:cNvPr id="73" name="Freeform 67"/>
          <ns0:cNvSpPr>
            <ns1:spLocks noEditPoints="1"/>
          </ns0:cNvSpPr>
          <ns0:nvPr/>
        </ns0:nvSpPr>
        <ns0:spPr bwMode="auto">
          <ns1:xfrm>
            <ns1:off x="5019676" y="3894138"/>
            <ns1:ext cx="320675" cy="292100"/>
          </ns1:xfrm>
          <ns1:custGeom>
            <ns1:avLst/>
            <ns1:gdLst>
              <ns1:gd name="T0" fmla="*/ 172 w 176"/>
              <ns1:gd name="T1" fmla="*/ 136 h 160"/>
              <ns1:gd name="T2" fmla="*/ 96 w 176"/>
              <ns1:gd name="T3" fmla="*/ 136 h 160"/>
              <ns1:gd name="T4" fmla="*/ 76 w 176"/>
              <ns1:gd name="T5" fmla="*/ 120 h 160"/>
              <ns1:gd name="T6" fmla="*/ 56 w 176"/>
              <ns1:gd name="T7" fmla="*/ 136 h 160"/>
              <ns1:gd name="T8" fmla="*/ 4 w 176"/>
              <ns1:gd name="T9" fmla="*/ 136 h 160"/>
              <ns1:gd name="T10" fmla="*/ 0 w 176"/>
              <ns1:gd name="T11" fmla="*/ 140 h 160"/>
              <ns1:gd name="T12" fmla="*/ 4 w 176"/>
              <ns1:gd name="T13" fmla="*/ 144 h 160"/>
              <ns1:gd name="T14" fmla="*/ 56 w 176"/>
              <ns1:gd name="T15" fmla="*/ 144 h 160"/>
              <ns1:gd name="T16" fmla="*/ 76 w 176"/>
              <ns1:gd name="T17" fmla="*/ 160 h 160"/>
              <ns1:gd name="T18" fmla="*/ 96 w 176"/>
              <ns1:gd name="T19" fmla="*/ 144 h 160"/>
              <ns1:gd name="T20" fmla="*/ 172 w 176"/>
              <ns1:gd name="T21" fmla="*/ 144 h 160"/>
              <ns1:gd name="T22" fmla="*/ 176 w 176"/>
              <ns1:gd name="T23" fmla="*/ 140 h 160"/>
              <ns1:gd name="T24" fmla="*/ 172 w 176"/>
              <ns1:gd name="T25" fmla="*/ 136 h 160"/>
              <ns1:gd name="T26" fmla="*/ 76 w 176"/>
              <ns1:gd name="T27" fmla="*/ 152 h 160"/>
              <ns1:gd name="T28" fmla="*/ 64 w 176"/>
              <ns1:gd name="T29" fmla="*/ 140 h 160"/>
              <ns1:gd name="T30" fmla="*/ 76 w 176"/>
              <ns1:gd name="T31" fmla="*/ 128 h 160"/>
              <ns1:gd name="T32" fmla="*/ 88 w 176"/>
              <ns1:gd name="T33" fmla="*/ 140 h 160"/>
              <ns1:gd name="T34" fmla="*/ 76 w 176"/>
              <ns1:gd name="T35" fmla="*/ 152 h 160"/>
              <ns1:gd name="T36" fmla="*/ 4 w 176"/>
              <ns1:gd name="T37" fmla="*/ 24 h 160"/>
              <ns1:gd name="T38" fmla="*/ 24 w 176"/>
              <ns1:gd name="T39" fmla="*/ 24 h 160"/>
              <ns1:gd name="T40" fmla="*/ 44 w 176"/>
              <ns1:gd name="T41" fmla="*/ 40 h 160"/>
              <ns1:gd name="T42" fmla="*/ 64 w 176"/>
              <ns1:gd name="T43" fmla="*/ 24 h 160"/>
              <ns1:gd name="T44" fmla="*/ 172 w 176"/>
              <ns1:gd name="T45" fmla="*/ 24 h 160"/>
              <ns1:gd name="T46" fmla="*/ 176 w 176"/>
              <ns1:gd name="T47" fmla="*/ 20 h 160"/>
              <ns1:gd name="T48" fmla="*/ 172 w 176"/>
              <ns1:gd name="T49" fmla="*/ 16 h 160"/>
              <ns1:gd name="T50" fmla="*/ 64 w 176"/>
              <ns1:gd name="T51" fmla="*/ 16 h 160"/>
              <ns1:gd name="T52" fmla="*/ 44 w 176"/>
              <ns1:gd name="T53" fmla="*/ 0 h 160"/>
              <ns1:gd name="T54" fmla="*/ 24 w 176"/>
              <ns1:gd name="T55" fmla="*/ 16 h 160"/>
              <ns1:gd name="T56" fmla="*/ 4 w 176"/>
              <ns1:gd name="T57" fmla="*/ 16 h 160"/>
              <ns1:gd name="T58" fmla="*/ 0 w 176"/>
              <ns1:gd name="T59" fmla="*/ 20 h 160"/>
              <ns1:gd name="T60" fmla="*/ 4 w 176"/>
              <ns1:gd name="T61" fmla="*/ 24 h 160"/>
              <ns1:gd name="T62" fmla="*/ 44 w 176"/>
              <ns1:gd name="T63" fmla="*/ 8 h 160"/>
              <ns1:gd name="T64" fmla="*/ 56 w 176"/>
              <ns1:gd name="T65" fmla="*/ 20 h 160"/>
              <ns1:gd name="T66" fmla="*/ 44 w 176"/>
              <ns1:gd name="T67" fmla="*/ 32 h 160"/>
              <ns1:gd name="T68" fmla="*/ 32 w 176"/>
              <ns1:gd name="T69" fmla="*/ 20 h 160"/>
              <ns1:gd name="T70" fmla="*/ 44 w 176"/>
              <ns1:gd name="T71" fmla="*/ 8 h 160"/>
              <ns1:gd name="T72" fmla="*/ 172 w 176"/>
              <ns1:gd name="T73" fmla="*/ 76 h 160"/>
              <ns1:gd name="T74" fmla="*/ 160 w 176"/>
              <ns1:gd name="T75" fmla="*/ 76 h 160"/>
              <ns1:gd name="T76" fmla="*/ 140 w 176"/>
              <ns1:gd name="T77" fmla="*/ 60 h 160"/>
              <ns1:gd name="T78" fmla="*/ 120 w 176"/>
              <ns1:gd name="T79" fmla="*/ 76 h 160"/>
              <ns1:gd name="T80" fmla="*/ 4 w 176"/>
              <ns1:gd name="T81" fmla="*/ 76 h 160"/>
              <ns1:gd name="T82" fmla="*/ 0 w 176"/>
              <ns1:gd name="T83" fmla="*/ 80 h 160"/>
              <ns1:gd name="T84" fmla="*/ 4 w 176"/>
              <ns1:gd name="T85" fmla="*/ 84 h 160"/>
              <ns1:gd name="T86" fmla="*/ 120 w 176"/>
              <ns1:gd name="T87" fmla="*/ 84 h 160"/>
              <ns1:gd name="T88" fmla="*/ 140 w 176"/>
              <ns1:gd name="T89" fmla="*/ 100 h 160"/>
              <ns1:gd name="T90" fmla="*/ 160 w 176"/>
              <ns1:gd name="T91" fmla="*/ 84 h 160"/>
              <ns1:gd name="T92" fmla="*/ 172 w 176"/>
              <ns1:gd name="T93" fmla="*/ 84 h 160"/>
              <ns1:gd name="T94" fmla="*/ 176 w 176"/>
              <ns1:gd name="T95" fmla="*/ 80 h 160"/>
              <ns1:gd name="T96" fmla="*/ 172 w 176"/>
              <ns1:gd name="T97" fmla="*/ 76 h 160"/>
              <ns1:gd name="T98" fmla="*/ 140 w 176"/>
              <ns1:gd name="T99" fmla="*/ 92 h 160"/>
              <ns1:gd name="T100" fmla="*/ 128 w 176"/>
              <ns1:gd name="T101" fmla="*/ 80 h 160"/>
              <ns1:gd name="T102" fmla="*/ 140 w 176"/>
              <ns1:gd name="T103" fmla="*/ 68 h 160"/>
              <ns1:gd name="T104" fmla="*/ 152 w 176"/>
              <ns1:gd name="T105" fmla="*/ 80 h 160"/>
              <ns1:gd name="T106" fmla="*/ 140 w 176"/>
              <ns1:gd name="T107" fmla="*/ 92 h 160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  <ns1:cxn ang="0">
                <ns1:pos x="T32" y="T33"/>
              </ns1:cxn>
              <ns1:cxn ang="0">
                <ns1:pos x="T34" y="T35"/>
              </ns1:cxn>
              <ns1:cxn ang="0">
                <ns1:pos x="T36" y="T37"/>
              </ns1:cxn>
              <ns1:cxn ang="0">
                <ns1:pos x="T38" y="T39"/>
              </ns1:cxn>
              <ns1:cxn ang="0">
                <ns1:pos x="T40" y="T41"/>
              </ns1:cxn>
              <ns1:cxn ang="0">
                <ns1:pos x="T42" y="T43"/>
              </ns1:cxn>
              <ns1:cxn ang="0">
                <ns1:pos x="T44" y="T45"/>
              </ns1:cxn>
              <ns1:cxn ang="0">
                <ns1:pos x="T46" y="T47"/>
              </ns1:cxn>
              <ns1:cxn ang="0">
                <ns1:pos x="T48" y="T49"/>
              </ns1:cxn>
              <ns1:cxn ang="0">
                <ns1:pos x="T50" y="T51"/>
              </ns1:cxn>
              <ns1:cxn ang="0">
                <ns1:pos x="T52" y="T53"/>
              </ns1:cxn>
              <ns1:cxn ang="0">
                <ns1:pos x="T54" y="T55"/>
              </ns1:cxn>
              <ns1:cxn ang="0">
                <ns1:pos x="T56" y="T57"/>
              </ns1:cxn>
              <ns1:cxn ang="0">
                <ns1:pos x="T58" y="T59"/>
              </ns1:cxn>
              <ns1:cxn ang="0">
                <ns1:pos x="T60" y="T61"/>
              </ns1:cxn>
              <ns1:cxn ang="0">
                <ns1:pos x="T62" y="T63"/>
              </ns1:cxn>
              <ns1:cxn ang="0">
                <ns1:pos x="T64" y="T65"/>
              </ns1:cxn>
              <ns1:cxn ang="0">
                <ns1:pos x="T66" y="T67"/>
              </ns1:cxn>
              <ns1:cxn ang="0">
                <ns1:pos x="T68" y="T69"/>
              </ns1:cxn>
              <ns1:cxn ang="0">
                <ns1:pos x="T70" y="T71"/>
              </ns1:cxn>
              <ns1:cxn ang="0">
                <ns1:pos x="T72" y="T73"/>
              </ns1:cxn>
              <ns1:cxn ang="0">
                <ns1:pos x="T74" y="T75"/>
              </ns1:cxn>
              <ns1:cxn ang="0">
                <ns1:pos x="T76" y="T77"/>
              </ns1:cxn>
              <ns1:cxn ang="0">
                <ns1:pos x="T78" y="T79"/>
              </ns1:cxn>
              <ns1:cxn ang="0">
                <ns1:pos x="T80" y="T81"/>
              </ns1:cxn>
              <ns1:cxn ang="0">
                <ns1:pos x="T82" y="T83"/>
              </ns1:cxn>
              <ns1:cxn ang="0">
                <ns1:pos x="T84" y="T85"/>
              </ns1:cxn>
              <ns1:cxn ang="0">
                <ns1:pos x="T86" y="T87"/>
              </ns1:cxn>
              <ns1:cxn ang="0">
                <ns1:pos x="T88" y="T89"/>
              </ns1:cxn>
              <ns1:cxn ang="0">
                <ns1:pos x="T90" y="T91"/>
              </ns1:cxn>
              <ns1:cxn ang="0">
                <ns1:pos x="T92" y="T93"/>
              </ns1:cxn>
              <ns1:cxn ang="0">
                <ns1:pos x="T94" y="T95"/>
              </ns1:cxn>
              <ns1:cxn ang="0">
                <ns1:pos x="T96" y="T97"/>
              </ns1:cxn>
              <ns1:cxn ang="0">
                <ns1:pos x="T98" y="T99"/>
              </ns1:cxn>
              <ns1:cxn ang="0">
                <ns1:pos x="T100" y="T101"/>
              </ns1:cxn>
              <ns1:cxn ang="0">
                <ns1:pos x="T102" y="T103"/>
              </ns1:cxn>
              <ns1:cxn ang="0">
                <ns1:pos x="T104" y="T105"/>
              </ns1:cxn>
              <ns1:cxn ang="0">
                <ns1:pos x="T106" y="T107"/>
              </ns1:cxn>
            </ns1:cxnLst>
            <ns1:rect l="0" t="0" r="r" b="b"/>
            <ns1:pathLst>
              <ns1:path w="176" h="160">
                <ns1:moveTo>
                  <ns1:pt x="172" y="136"/>
                </ns1:moveTo>
                <ns1:cubicBezTo>
                  <ns1:pt x="96" y="136"/>
                  <ns1:pt x="96" y="136"/>
                  <ns1:pt x="96" y="136"/>
                </ns1:cubicBezTo>
                <ns1:cubicBezTo>
                  <ns1:pt x="94" y="127"/>
                  <ns1:pt x="86" y="120"/>
                  <ns1:pt x="76" y="120"/>
                </ns1:cubicBezTo>
                <ns1:cubicBezTo>
                  <ns1:pt x="66" y="120"/>
                  <ns1:pt x="58" y="127"/>
                  <ns1:pt x="56" y="136"/>
                </ns1:cubicBezTo>
                <ns1:cubicBezTo>
                  <ns1:pt x="4" y="136"/>
                  <ns1:pt x="4" y="136"/>
                  <ns1:pt x="4" y="136"/>
                </ns1:cubicBezTo>
                <ns1:cubicBezTo>
                  <ns1:pt x="2" y="136"/>
                  <ns1:pt x="0" y="138"/>
                  <ns1:pt x="0" y="140"/>
                </ns1:cubicBezTo>
                <ns1:cubicBezTo>
                  <ns1:pt x="0" y="142"/>
                  <ns1:pt x="2" y="144"/>
                  <ns1:pt x="4" y="144"/>
                </ns1:cubicBezTo>
                <ns1:cubicBezTo>
                  <ns1:pt x="56" y="144"/>
                  <ns1:pt x="56" y="144"/>
                  <ns1:pt x="56" y="144"/>
                </ns1:cubicBezTo>
                <ns1:cubicBezTo>
                  <ns1:pt x="58" y="153"/>
                  <ns1:pt x="66" y="160"/>
                  <ns1:pt x="76" y="160"/>
                </ns1:cubicBezTo>
                <ns1:cubicBezTo>
                  <ns1:pt x="86" y="160"/>
                  <ns1:pt x="94" y="153"/>
                  <ns1:pt x="96" y="144"/>
                </ns1:cubicBezTo>
                <ns1:cubicBezTo>
                  <ns1:pt x="172" y="144"/>
                  <ns1:pt x="172" y="144"/>
                  <ns1:pt x="172" y="144"/>
                </ns1:cubicBezTo>
                <ns1:cubicBezTo>
                  <ns1:pt x="174" y="144"/>
                  <ns1:pt x="176" y="142"/>
                  <ns1:pt x="176" y="140"/>
                </ns1:cubicBezTo>
                <ns1:cubicBezTo>
                  <ns1:pt x="176" y="138"/>
                  <ns1:pt x="174" y="136"/>
                  <ns1:pt x="172" y="136"/>
                </ns1:cubicBezTo>
                <ns1:moveTo>
                  <ns1:pt x="76" y="152"/>
                </ns1:moveTo>
                <ns1:cubicBezTo>
                  <ns1:pt x="69" y="152"/>
                  <ns1:pt x="64" y="147"/>
                  <ns1:pt x="64" y="140"/>
                </ns1:cubicBezTo>
                <ns1:cubicBezTo>
                  <ns1:pt x="64" y="133"/>
                  <ns1:pt x="69" y="128"/>
                  <ns1:pt x="76" y="128"/>
                </ns1:cubicBezTo>
                <ns1:cubicBezTo>
                  <ns1:pt x="83" y="128"/>
                  <ns1:pt x="88" y="133"/>
                  <ns1:pt x="88" y="140"/>
                </ns1:cubicBezTo>
                <ns1:cubicBezTo>
                  <ns1:pt x="88" y="147"/>
                  <ns1:pt x="83" y="152"/>
                  <ns1:pt x="76" y="152"/>
                </ns1:cubicBezTo>
                <ns1:moveTo>
                  <ns1:pt x="4" y="24"/>
                </ns1:moveTo>
                <ns1:cubicBezTo>
                  <ns1:pt x="24" y="24"/>
                  <ns1:pt x="24" y="24"/>
                  <ns1:pt x="24" y="24"/>
                </ns1:cubicBezTo>
                <ns1:cubicBezTo>
                  <ns1:pt x="26" y="33"/>
                  <ns1:pt x="34" y="40"/>
                  <ns1:pt x="44" y="40"/>
                </ns1:cubicBezTo>
                <ns1:cubicBezTo>
                  <ns1:pt x="54" y="40"/>
                  <ns1:pt x="62" y="33"/>
                  <ns1:pt x="64" y="24"/>
                </ns1:cubicBezTo>
                <ns1:cubicBezTo>
                  <ns1:pt x="172" y="24"/>
                  <ns1:pt x="172" y="24"/>
                  <ns1:pt x="172" y="24"/>
                </ns1:cubicBezTo>
                <ns1:cubicBezTo>
                  <ns1:pt x="174" y="24"/>
                  <ns1:pt x="176" y="22"/>
                  <ns1:pt x="176" y="20"/>
                </ns1:cubicBezTo>
                <ns1:cubicBezTo>
                  <ns1:pt x="176" y="18"/>
                  <ns1:pt x="174" y="16"/>
                  <ns1:pt x="172" y="16"/>
                </ns1:cubicBezTo>
                <ns1:cubicBezTo>
                  <ns1:pt x="64" y="16"/>
                  <ns1:pt x="64" y="16"/>
                  <ns1:pt x="64" y="16"/>
                </ns1:cubicBezTo>
                <ns1:cubicBezTo>
                  <ns1:pt x="62" y="7"/>
                  <ns1:pt x="54" y="0"/>
                  <ns1:pt x="44" y="0"/>
                </ns1:cubicBezTo>
                <ns1:cubicBezTo>
                  <ns1:pt x="34" y="0"/>
                  <ns1:pt x="26" y="7"/>
                  <ns1:pt x="24" y="16"/>
                </ns1:cubicBezTo>
                <ns1:cubicBezTo>
                  <ns1:pt x="4" y="16"/>
                  <ns1:pt x="4" y="16"/>
                  <ns1:pt x="4" y="16"/>
                </ns1:cubicBezTo>
                <ns1:cubicBezTo>
                  <ns1:pt x="2" y="16"/>
                  <ns1:pt x="0" y="18"/>
                  <ns1:pt x="0" y="20"/>
                </ns1:cubicBezTo>
                <ns1:cubicBezTo>
                  <ns1:pt x="0" y="22"/>
                  <ns1:pt x="2" y="24"/>
                  <ns1:pt x="4" y="24"/>
                </ns1:cubicBezTo>
                <ns1:moveTo>
                  <ns1:pt x="44" y="8"/>
                </ns1:moveTo>
                <ns1:cubicBezTo>
                  <ns1:pt x="51" y="8"/>
                  <ns1:pt x="56" y="13"/>
                  <ns1:pt x="56" y="20"/>
                </ns1:cubicBezTo>
                <ns1:cubicBezTo>
                  <ns1:pt x="56" y="27"/>
                  <ns1:pt x="51" y="32"/>
                  <ns1:pt x="44" y="32"/>
                </ns1:cubicBezTo>
                <ns1:cubicBezTo>
                  <ns1:pt x="37" y="32"/>
                  <ns1:pt x="32" y="27"/>
                  <ns1:pt x="32" y="20"/>
                </ns1:cubicBezTo>
                <ns1:cubicBezTo>
                  <ns1:pt x="32" y="13"/>
                  <ns1:pt x="37" y="8"/>
                  <ns1:pt x="44" y="8"/>
                </ns1:cubicBezTo>
                <ns1:moveTo>
                  <ns1:pt x="172" y="76"/>
                </ns1:moveTo>
                <ns1:cubicBezTo>
                  <ns1:pt x="160" y="76"/>
                  <ns1:pt x="160" y="76"/>
                  <ns1:pt x="160" y="76"/>
                </ns1:cubicBezTo>
                <ns1:cubicBezTo>
                  <ns1:pt x="158" y="67"/>
                  <ns1:pt x="150" y="60"/>
                  <ns1:pt x="140" y="60"/>
                </ns1:cubicBezTo>
                <ns1:cubicBezTo>
                  <ns1:pt x="130" y="60"/>
                  <ns1:pt x="122" y="67"/>
                  <ns1:pt x="120" y="76"/>
                </ns1:cubicBezTo>
                <ns1:cubicBezTo>
                  <ns1:pt x="4" y="76"/>
                  <ns1:pt x="4" y="76"/>
                  <ns1:pt x="4" y="76"/>
                </ns1:cubicBezTo>
                <ns1:cubicBezTo>
                  <ns1:pt x="2" y="76"/>
                  <ns1:pt x="0" y="78"/>
                  <ns1:pt x="0" y="80"/>
                </ns1:cubicBezTo>
                <ns1:cubicBezTo>
                  <ns1:pt x="0" y="82"/>
                  <ns1:pt x="2" y="84"/>
                  <ns1:pt x="4" y="84"/>
                </ns1:cubicBezTo>
                <ns1:cubicBezTo>
                  <ns1:pt x="120" y="84"/>
                  <ns1:pt x="120" y="84"/>
                  <ns1:pt x="120" y="84"/>
                </ns1:cubicBezTo>
                <ns1:cubicBezTo>
                  <ns1:pt x="122" y="93"/>
                  <ns1:pt x="130" y="100"/>
                  <ns1:pt x="140" y="100"/>
                </ns1:cubicBezTo>
                <ns1:cubicBezTo>
                  <ns1:pt x="150" y="100"/>
                  <ns1:pt x="158" y="93"/>
                  <ns1:pt x="160" y="84"/>
                </ns1:cubicBezTo>
                <ns1:cubicBezTo>
                  <ns1:pt x="172" y="84"/>
                  <ns1:pt x="172" y="84"/>
                  <ns1:pt x="172" y="84"/>
                </ns1:cubicBezTo>
                <ns1:cubicBezTo>
                  <ns1:pt x="174" y="84"/>
                  <ns1:pt x="176" y="82"/>
                  <ns1:pt x="176" y="80"/>
                </ns1:cubicBezTo>
                <ns1:cubicBezTo>
                  <ns1:pt x="176" y="78"/>
                  <ns1:pt x="174" y="76"/>
                  <ns1:pt x="172" y="76"/>
                </ns1:cubicBezTo>
                <ns1:moveTo>
                  <ns1:pt x="140" y="92"/>
                </ns1:moveTo>
                <ns1:cubicBezTo>
                  <ns1:pt x="133" y="92"/>
                  <ns1:pt x="128" y="87"/>
                  <ns1:pt x="128" y="80"/>
                </ns1:cubicBezTo>
                <ns1:cubicBezTo>
                  <ns1:pt x="128" y="73"/>
                  <ns1:pt x="133" y="68"/>
                  <ns1:pt x="140" y="68"/>
                </ns1:cubicBezTo>
                <ns1:cubicBezTo>
                  <ns1:pt x="147" y="68"/>
                  <ns1:pt x="152" y="73"/>
                  <ns1:pt x="152" y="80"/>
                </ns1:cubicBezTo>
                <ns1:cubicBezTo>
                  <ns1:pt x="152" y="87"/>
                  <ns1:pt x="147" y="92"/>
                  <ns1:pt x="140" y="92"/>
                </ns1:cubicBezTo>
              </ns1:path>
            </ns1:pathLst>
          </ns1:custGeom>
          <ns1:solidFill>
            <ns1:schemeClr val="tx1"/>
          </ns1:solidFill>
          <ns1:ln>
            <ns1:noFill/>
          </ns1:ln>
          <ns1:extLst/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en-US" sz="2700"/>
          </ns1:p>
        </ns0:txBody>
      </ns0:sp>
      <ns0:sp>
        <ns0:nvSpPr>
          <ns0:cNvPr id="74" name="Freeform 68"/>
          <ns0:cNvSpPr>
            <ns1:spLocks noEditPoints="1"/>
          </ns0:cNvSpPr>
          <ns0:nvPr/>
        </ns0:nvSpPr>
        <ns0:spPr bwMode="auto">
          <ns1:xfrm>
            <ns1:off x="5630864" y="3894138"/>
            <ns1:ext cx="320675" cy="292100"/>
          </ns1:xfrm>
          <ns1:custGeom>
            <ns1:avLst/>
            <ns1:gdLst>
              <ns1:gd name="T0" fmla="*/ 152 w 176"/>
              <ns1:gd name="T1" fmla="*/ 140 h 160"/>
              <ns1:gd name="T2" fmla="*/ 160 w 176"/>
              <ns1:gd name="T3" fmla="*/ 140 h 160"/>
              <ns1:gd name="T4" fmla="*/ 124 w 176"/>
              <ns1:gd name="T5" fmla="*/ 72 h 160"/>
              <ns1:gd name="T6" fmla="*/ 124 w 176"/>
              <ns1:gd name="T7" fmla="*/ 48 h 160"/>
              <ns1:gd name="T8" fmla="*/ 124 w 176"/>
              <ns1:gd name="T9" fmla="*/ 72 h 160"/>
              <ns1:gd name="T10" fmla="*/ 152 w 176"/>
              <ns1:gd name="T11" fmla="*/ 100 h 160"/>
              <ns1:gd name="T12" fmla="*/ 124 w 176"/>
              <ns1:gd name="T13" fmla="*/ 32 h 160"/>
              <ns1:gd name="T14" fmla="*/ 96 w 176"/>
              <ns1:gd name="T15" fmla="*/ 100 h 160"/>
              <ns1:gd name="T16" fmla="*/ 104 w 176"/>
              <ns1:gd name="T17" fmla="*/ 60 h 160"/>
              <ns1:gd name="T18" fmla="*/ 144 w 176"/>
              <ns1:gd name="T19" fmla="*/ 60 h 160"/>
              <ns1:gd name="T20" fmla="*/ 124 w 176"/>
              <ns1:gd name="T21" fmla="*/ 120 h 160"/>
              <ns1:gd name="T22" fmla="*/ 104 w 176"/>
              <ns1:gd name="T23" fmla="*/ 60 h 160"/>
              <ns1:gd name="T24" fmla="*/ 160 w 176"/>
              <ns1:gd name="T25" fmla="*/ 20 h 160"/>
              <ns1:gd name="T26" fmla="*/ 152 w 176"/>
              <ns1:gd name="T27" fmla="*/ 20 h 160"/>
              <ns1:gd name="T28" fmla="*/ 168 w 176"/>
              <ns1:gd name="T29" fmla="*/ 0 h 160"/>
              <ns1:gd name="T30" fmla="*/ 0 w 176"/>
              <ns1:gd name="T31" fmla="*/ 8 h 160"/>
              <ns1:gd name="T32" fmla="*/ 8 w 176"/>
              <ns1:gd name="T33" fmla="*/ 160 h 160"/>
              <ns1:gd name="T34" fmla="*/ 176 w 176"/>
              <ns1:gd name="T35" fmla="*/ 152 h 160"/>
              <ns1:gd name="T36" fmla="*/ 168 w 176"/>
              <ns1:gd name="T37" fmla="*/ 0 h 160"/>
              <ns1:gd name="T38" fmla="*/ 8 w 176"/>
              <ns1:gd name="T39" fmla="*/ 152 h 160"/>
              <ns1:gd name="T40" fmla="*/ 168 w 176"/>
              <ns1:gd name="T41" fmla="*/ 8 h 160"/>
              <ns1:gd name="T42" fmla="*/ 20 w 176"/>
              <ns1:gd name="T43" fmla="*/ 144 h 160"/>
              <ns1:gd name="T44" fmla="*/ 20 w 176"/>
              <ns1:gd name="T45" fmla="*/ 136 h 160"/>
              <ns1:gd name="T46" fmla="*/ 20 w 176"/>
              <ns1:gd name="T47" fmla="*/ 144 h 160"/>
              <ns1:gd name="T48" fmla="*/ 52 w 176"/>
              <ns1:gd name="T49" fmla="*/ 128 h 160"/>
              <ns1:gd name="T50" fmla="*/ 80 w 176"/>
              <ns1:gd name="T51" fmla="*/ 60 h 160"/>
              <ns1:gd name="T52" fmla="*/ 24 w 176"/>
              <ns1:gd name="T53" fmla="*/ 60 h 160"/>
              <ns1:gd name="T54" fmla="*/ 32 w 176"/>
              <ns1:gd name="T55" fmla="*/ 60 h 160"/>
              <ns1:gd name="T56" fmla="*/ 72 w 176"/>
              <ns1:gd name="T57" fmla="*/ 60 h 160"/>
              <ns1:gd name="T58" fmla="*/ 52 w 176"/>
              <ns1:gd name="T59" fmla="*/ 120 h 160"/>
              <ns1:gd name="T60" fmla="*/ 32 w 176"/>
              <ns1:gd name="T61" fmla="*/ 60 h 160"/>
              <ns1:gd name="T62" fmla="*/ 24 w 176"/>
              <ns1:gd name="T63" fmla="*/ 20 h 160"/>
              <ns1:gd name="T64" fmla="*/ 16 w 176"/>
              <ns1:gd name="T65" fmla="*/ 20 h 160"/>
              <ns1:gd name="T66" fmla="*/ 52 w 176"/>
              <ns1:gd name="T67" fmla="*/ 112 h 160"/>
              <ns1:gd name="T68" fmla="*/ 52 w 176"/>
              <ns1:gd name="T69" fmla="*/ 88 h 160"/>
              <ns1:gd name="T70" fmla="*/ 52 w 176"/>
              <ns1:gd name="T71" fmla="*/ 112 h 160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  <ns1:cxn ang="0">
                <ns1:pos x="T32" y="T33"/>
              </ns1:cxn>
              <ns1:cxn ang="0">
                <ns1:pos x="T34" y="T35"/>
              </ns1:cxn>
              <ns1:cxn ang="0">
                <ns1:pos x="T36" y="T37"/>
              </ns1:cxn>
              <ns1:cxn ang="0">
                <ns1:pos x="T38" y="T39"/>
              </ns1:cxn>
              <ns1:cxn ang="0">
                <ns1:pos x="T40" y="T41"/>
              </ns1:cxn>
              <ns1:cxn ang="0">
                <ns1:pos x="T42" y="T43"/>
              </ns1:cxn>
              <ns1:cxn ang="0">
                <ns1:pos x="T44" y="T45"/>
              </ns1:cxn>
              <ns1:cxn ang="0">
                <ns1:pos x="T46" y="T47"/>
              </ns1:cxn>
              <ns1:cxn ang="0">
                <ns1:pos x="T48" y="T49"/>
              </ns1:cxn>
              <ns1:cxn ang="0">
                <ns1:pos x="T50" y="T51"/>
              </ns1:cxn>
              <ns1:cxn ang="0">
                <ns1:pos x="T52" y="T53"/>
              </ns1:cxn>
              <ns1:cxn ang="0">
                <ns1:pos x="T54" y="T55"/>
              </ns1:cxn>
              <ns1:cxn ang="0">
                <ns1:pos x="T56" y="T57"/>
              </ns1:cxn>
              <ns1:cxn ang="0">
                <ns1:pos x="T58" y="T59"/>
              </ns1:cxn>
              <ns1:cxn ang="0">
                <ns1:pos x="T60" y="T61"/>
              </ns1:cxn>
              <ns1:cxn ang="0">
                <ns1:pos x="T62" y="T63"/>
              </ns1:cxn>
              <ns1:cxn ang="0">
                <ns1:pos x="T64" y="T65"/>
              </ns1:cxn>
              <ns1:cxn ang="0">
                <ns1:pos x="T66" y="T67"/>
              </ns1:cxn>
              <ns1:cxn ang="0">
                <ns1:pos x="T68" y="T69"/>
              </ns1:cxn>
              <ns1:cxn ang="0">
                <ns1:pos x="T70" y="T71"/>
              </ns1:cxn>
            </ns1:cxnLst>
            <ns1:rect l="0" t="0" r="r" b="b"/>
            <ns1:pathLst>
              <ns1:path w="176" h="160">
                <ns1:moveTo>
                  <ns1:pt x="156" y="136"/>
                </ns1:moveTo>
                <ns1:cubicBezTo>
                  <ns1:pt x="154" y="136"/>
                  <ns1:pt x="152" y="138"/>
                  <ns1:pt x="152" y="140"/>
                </ns1:cubicBezTo>
                <ns1:cubicBezTo>
                  <ns1:pt x="152" y="142"/>
                  <ns1:pt x="154" y="144"/>
                  <ns1:pt x="156" y="144"/>
                </ns1:cubicBezTo>
                <ns1:cubicBezTo>
                  <ns1:pt x="158" y="144"/>
                  <ns1:pt x="160" y="142"/>
                  <ns1:pt x="160" y="140"/>
                </ns1:cubicBezTo>
                <ns1:cubicBezTo>
                  <ns1:pt x="160" y="138"/>
                  <ns1:pt x="158" y="136"/>
                  <ns1:pt x="156" y="136"/>
                </ns1:cubicBezTo>
                <ns1:moveTo>
                  <ns1:pt x="124" y="72"/>
                </ns1:moveTo>
                <ns1:cubicBezTo>
                  <ns1:pt x="131" y="72"/>
                  <ns1:pt x="136" y="67"/>
                  <ns1:pt x="136" y="60"/>
                </ns1:cubicBezTo>
                <ns1:cubicBezTo>
                  <ns1:pt x="136" y="53"/>
                  <ns1:pt x="131" y="48"/>
                  <ns1:pt x="124" y="48"/>
                </ns1:cubicBezTo>
                <ns1:cubicBezTo>
                  <ns1:pt x="117" y="48"/>
                  <ns1:pt x="112" y="53"/>
                  <ns1:pt x="112" y="60"/>
                </ns1:cubicBezTo>
                <ns1:cubicBezTo>
                  <ns1:pt x="112" y="67"/>
                  <ns1:pt x="117" y="72"/>
                  <ns1:pt x="124" y="72"/>
                </ns1:cubicBezTo>
                <ns1:moveTo>
                  <ns1:pt x="124" y="128"/>
                </ns1:moveTo>
                <ns1:cubicBezTo>
                  <ns1:pt x="139" y="128"/>
                  <ns1:pt x="152" y="115"/>
                  <ns1:pt x="152" y="100"/>
                </ns1:cubicBezTo>
                <ns1:cubicBezTo>
                  <ns1:pt x="152" y="60"/>
                  <ns1:pt x="152" y="60"/>
                  <ns1:pt x="152" y="60"/>
                </ns1:cubicBezTo>
                <ns1:cubicBezTo>
                  <ns1:pt x="152" y="45"/>
                  <ns1:pt x="139" y="32"/>
                  <ns1:pt x="124" y="32"/>
                </ns1:cubicBezTo>
                <ns1:cubicBezTo>
                  <ns1:pt x="109" y="32"/>
                  <ns1:pt x="96" y="45"/>
                  <ns1:pt x="96" y="60"/>
                </ns1:cubicBezTo>
                <ns1:cubicBezTo>
                  <ns1:pt x="96" y="100"/>
                  <ns1:pt x="96" y="100"/>
                  <ns1:pt x="96" y="100"/>
                </ns1:cubicBezTo>
                <ns1:cubicBezTo>
                  <ns1:pt x="96" y="115"/>
                  <ns1:pt x="109" y="128"/>
                  <ns1:pt x="124" y="128"/>
                </ns1:cubicBezTo>
                <ns1:moveTo>
                  <ns1:pt x="104" y="60"/>
                </ns1:moveTo>
                <ns1:cubicBezTo>
                  <ns1:pt x="104" y="49"/>
                  <ns1:pt x="113" y="40"/>
                  <ns1:pt x="124" y="40"/>
                </ns1:cubicBezTo>
                <ns1:cubicBezTo>
                  <ns1:pt x="135" y="40"/>
                  <ns1:pt x="144" y="49"/>
                  <ns1:pt x="144" y="60"/>
                </ns1:cubicBezTo>
                <ns1:cubicBezTo>
                  <ns1:pt x="144" y="100"/>
                  <ns1:pt x="144" y="100"/>
                  <ns1:pt x="144" y="100"/>
                </ns1:cubicBezTo>
                <ns1:cubicBezTo>
                  <ns1:pt x="144" y="111"/>
                  <ns1:pt x="135" y="120"/>
                  <ns1:pt x="124" y="120"/>
                </ns1:cubicBezTo>
                <ns1:cubicBezTo>
                  <ns1:pt x="113" y="120"/>
                  <ns1:pt x="104" y="111"/>
                  <ns1:pt x="104" y="100"/>
                </ns1:cubicBezTo>
                <ns1:lnTo>
                  <ns1:pt x="104" y="60"/>
                </ns1:lnTo>
                <ns1:close/>
                <ns1:moveTo>
                  <ns1:pt x="156" y="24"/>
                </ns1:moveTo>
                <ns1:cubicBezTo>
                  <ns1:pt x="158" y="24"/>
                  <ns1:pt x="160" y="22"/>
                  <ns1:pt x="160" y="20"/>
                </ns1:cubicBezTo>
                <ns1:cubicBezTo>
                  <ns1:pt x="160" y="18"/>
                  <ns1:pt x="158" y="16"/>
                  <ns1:pt x="156" y="16"/>
                </ns1:cubicBezTo>
                <ns1:cubicBezTo>
                  <ns1:pt x="154" y="16"/>
                  <ns1:pt x="152" y="18"/>
                  <ns1:pt x="152" y="20"/>
                </ns1:cubicBezTo>
                <ns1:cubicBezTo>
                  <ns1:pt x="152" y="22"/>
                  <ns1:pt x="154" y="24"/>
                  <ns1:pt x="156" y="24"/>
                </ns1:cubicBezTo>
                <ns1:moveTo>
                  <ns1:pt x="168" y="0"/>
                </ns1:moveTo>
                <ns1:cubicBezTo>
                  <ns1:pt x="8" y="0"/>
                  <ns1:pt x="8" y="0"/>
                  <ns1:pt x="8" y="0"/>
                </ns1:cubicBezTo>
                <ns1:cubicBezTo>
                  <ns1:pt x="4" y="0"/>
                  <ns1:pt x="0" y="4"/>
                  <ns1:pt x="0" y="8"/>
                </ns1:cubicBezTo>
                <ns1:cubicBezTo>
                  <ns1:pt x="0" y="152"/>
                  <ns1:pt x="0" y="152"/>
                  <ns1:pt x="0" y="152"/>
                </ns1:cubicBezTo>
                <ns1:cubicBezTo>
                  <ns1:pt x="0" y="156"/>
                  <ns1:pt x="4" y="160"/>
                  <ns1:pt x="8" y="160"/>
                </ns1:cubicBezTo>
                <ns1:cubicBezTo>
                  <ns1:pt x="168" y="160"/>
                  <ns1:pt x="168" y="160"/>
                  <ns1:pt x="168" y="160"/>
                </ns1:cubicBezTo>
                <ns1:cubicBezTo>
                  <ns1:pt x="172" y="160"/>
                  <ns1:pt x="176" y="156"/>
                  <ns1:pt x="176" y="152"/>
                </ns1:cubicBezTo>
                <ns1:cubicBezTo>
                  <ns1:pt x="176" y="8"/>
                  <ns1:pt x="176" y="8"/>
                  <ns1:pt x="176" y="8"/>
                </ns1:cubicBezTo>
                <ns1:cubicBezTo>
                  <ns1:pt x="176" y="4"/>
                  <ns1:pt x="172" y="0"/>
                  <ns1:pt x="168" y="0"/>
                </ns1:cubicBezTo>
                <ns1:moveTo>
                  <ns1:pt x="168" y="152"/>
                </ns1:moveTo>
                <ns1:cubicBezTo>
                  <ns1:pt x="8" y="152"/>
                  <ns1:pt x="8" y="152"/>
                  <ns1:pt x="8" y="152"/>
                </ns1:cubicBezTo>
                <ns1:cubicBezTo>
                  <ns1:pt x="8" y="8"/>
                  <ns1:pt x="8" y="8"/>
                  <ns1:pt x="8" y="8"/>
                </ns1:cubicBezTo>
                <ns1:cubicBezTo>
                  <ns1:pt x="168" y="8"/>
                  <ns1:pt x="168" y="8"/>
                  <ns1:pt x="168" y="8"/>
                </ns1:cubicBezTo>
                <ns1:lnTo>
                  <ns1:pt x="168" y="152"/>
                </ns1:lnTo>
                <ns1:close/>
                <ns1:moveTo>
                  <ns1:pt x="20" y="144"/>
                </ns1:moveTo>
                <ns1:cubicBezTo>
                  <ns1:pt x="22" y="144"/>
                  <ns1:pt x="24" y="142"/>
                  <ns1:pt x="24" y="140"/>
                </ns1:cubicBezTo>
                <ns1:cubicBezTo>
                  <ns1:pt x="24" y="138"/>
                  <ns1:pt x="22" y="136"/>
                  <ns1:pt x="20" y="136"/>
                </ns1:cubicBezTo>
                <ns1:cubicBezTo>
                  <ns1:pt x="18" y="136"/>
                  <ns1:pt x="16" y="138"/>
                  <ns1:pt x="16" y="140"/>
                </ns1:cubicBezTo>
                <ns1:cubicBezTo>
                  <ns1:pt x="16" y="142"/>
                  <ns1:pt x="18" y="144"/>
                  <ns1:pt x="20" y="144"/>
                </ns1:cubicBezTo>
                <ns1:moveTo>
                  <ns1:pt x="24" y="100"/>
                </ns1:moveTo>
                <ns1:cubicBezTo>
                  <ns1:pt x="24" y="115"/>
                  <ns1:pt x="37" y="128"/>
                  <ns1:pt x="52" y="128"/>
                </ns1:cubicBezTo>
                <ns1:cubicBezTo>
                  <ns1:pt x="67" y="128"/>
                  <ns1:pt x="80" y="115"/>
                  <ns1:pt x="80" y="100"/>
                </ns1:cubicBezTo>
                <ns1:cubicBezTo>
                  <ns1:pt x="80" y="60"/>
                  <ns1:pt x="80" y="60"/>
                  <ns1:pt x="80" y="60"/>
                </ns1:cubicBezTo>
                <ns1:cubicBezTo>
                  <ns1:pt x="80" y="45"/>
                  <ns1:pt x="67" y="32"/>
                  <ns1:pt x="52" y="32"/>
                </ns1:cubicBezTo>
                <ns1:cubicBezTo>
                  <ns1:pt x="37" y="32"/>
                  <ns1:pt x="24" y="45"/>
                  <ns1:pt x="24" y="60"/>
                </ns1:cubicBezTo>
                <ns1:lnTo>
                  <ns1:pt x="24" y="100"/>
                </ns1:lnTo>
                <ns1:close/>
                <ns1:moveTo>
                  <ns1:pt x="32" y="60"/>
                </ns1:moveTo>
                <ns1:cubicBezTo>
                  <ns1:pt x="32" y="49"/>
                  <ns1:pt x="41" y="40"/>
                  <ns1:pt x="52" y="40"/>
                </ns1:cubicBezTo>
                <ns1:cubicBezTo>
                  <ns1:pt x="63" y="40"/>
                  <ns1:pt x="72" y="49"/>
                  <ns1:pt x="72" y="60"/>
                </ns1:cubicBezTo>
                <ns1:cubicBezTo>
                  <ns1:pt x="72" y="100"/>
                  <ns1:pt x="72" y="100"/>
                  <ns1:pt x="72" y="100"/>
                </ns1:cubicBezTo>
                <ns1:cubicBezTo>
                  <ns1:pt x="72" y="111"/>
                  <ns1:pt x="63" y="120"/>
                  <ns1:pt x="52" y="120"/>
                </ns1:cubicBezTo>
                <ns1:cubicBezTo>
                  <ns1:pt x="41" y="120"/>
                  <ns1:pt x="32" y="111"/>
                  <ns1:pt x="32" y="100"/>
                </ns1:cubicBezTo>
                <ns1:lnTo>
                  <ns1:pt x="32" y="60"/>
                </ns1:lnTo>
                <ns1:close/>
                <ns1:moveTo>
                  <ns1:pt x="20" y="24"/>
                </ns1:moveTo>
                <ns1:cubicBezTo>
                  <ns1:pt x="22" y="24"/>
                  <ns1:pt x="24" y="22"/>
                  <ns1:pt x="24" y="20"/>
                </ns1:cubicBezTo>
                <ns1:cubicBezTo>
                  <ns1:pt x="24" y="18"/>
                  <ns1:pt x="22" y="16"/>
                  <ns1:pt x="20" y="16"/>
                </ns1:cubicBezTo>
                <ns1:cubicBezTo>
                  <ns1:pt x="18" y="16"/>
                  <ns1:pt x="16" y="18"/>
                  <ns1:pt x="16" y="20"/>
                </ns1:cubicBezTo>
                <ns1:cubicBezTo>
                  <ns1:pt x="16" y="22"/>
                  <ns1:pt x="18" y="24"/>
                  <ns1:pt x="20" y="24"/>
                </ns1:cubicBezTo>
                <ns1:moveTo>
                  <ns1:pt x="52" y="112"/>
                </ns1:moveTo>
                <ns1:cubicBezTo>
                  <ns1:pt x="59" y="112"/>
                  <ns1:pt x="64" y="107"/>
                  <ns1:pt x="64" y="100"/>
                </ns1:cubicBezTo>
                <ns1:cubicBezTo>
                  <ns1:pt x="64" y="93"/>
                  <ns1:pt x="59" y="88"/>
                  <ns1:pt x="52" y="88"/>
                </ns1:cubicBezTo>
                <ns1:cubicBezTo>
                  <ns1:pt x="45" y="88"/>
                  <ns1:pt x="40" y="93"/>
                  <ns1:pt x="40" y="100"/>
                </ns1:cubicBezTo>
                <ns1:cubicBezTo>
                  <ns1:pt x="40" y="107"/>
                  <ns1:pt x="45" y="112"/>
                  <ns1:pt x="52" y="112"/>
                </ns1:cubicBezTo>
              </ns1:path>
            </ns1:pathLst>
          </ns1:custGeom>
          <ns1:solidFill>
            <ns1:schemeClr val="tx1"/>
          </ns1:solidFill>
          <ns1:ln>
            <ns1:noFill/>
          </ns1:ln>
          <ns1:extLst/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en-US" sz="2700"/>
          </ns1:p>
        </ns0:txBody>
      </ns0:sp>
      <ns0:sp>
        <ns0:nvSpPr>
          <ns0:cNvPr id="75" name="Freeform 69"/>
          <ns0:cNvSpPr>
            <ns1:spLocks noEditPoints="1"/>
          </ns0:cNvSpPr>
          <ns0:nvPr/>
        </ns0:nvSpPr>
        <ns0:spPr bwMode="auto">
          <ns1:xfrm>
            <ns1:off x="6242051" y="3879852"/>
            <ns1:ext cx="320675" cy="320675"/>
          </ns1:xfrm>
          <ns1:custGeom>
            <ns1:avLst/>
            <ns1:gdLst>
              <ns1:gd name="T0" fmla="*/ 95 w 176"/>
              <ns1:gd name="T1" fmla="*/ 128 h 176"/>
              <ns1:gd name="T2" fmla="*/ 65 w 176"/>
              <ns1:gd name="T3" fmla="*/ 128 h 176"/>
              <ns1:gd name="T4" fmla="*/ 24 w 176"/>
              <ns1:gd name="T5" fmla="*/ 132 h 176"/>
              <ns1:gd name="T6" fmla="*/ 65 w 176"/>
              <ns1:gd name="T7" fmla="*/ 136 h 176"/>
              <ns1:gd name="T8" fmla="*/ 95 w 176"/>
              <ns1:gd name="T9" fmla="*/ 136 h 176"/>
              <ns1:gd name="T10" fmla="*/ 152 w 176"/>
              <ns1:gd name="T11" fmla="*/ 132 h 176"/>
              <ns1:gd name="T12" fmla="*/ 80 w 176"/>
              <ns1:gd name="T13" fmla="*/ 140 h 176"/>
              <ns1:gd name="T14" fmla="*/ 80 w 176"/>
              <ns1:gd name="T15" fmla="*/ 124 h 176"/>
              <ns1:gd name="T16" fmla="*/ 80 w 176"/>
              <ns1:gd name="T17" fmla="*/ 140 h 176"/>
              <ns1:gd name="T18" fmla="*/ 135 w 176"/>
              <ns1:gd name="T19" fmla="*/ 84 h 176"/>
              <ns1:gd name="T20" fmla="*/ 105 w 176"/>
              <ns1:gd name="T21" fmla="*/ 84 h 176"/>
              <ns1:gd name="T22" fmla="*/ 24 w 176"/>
              <ns1:gd name="T23" fmla="*/ 88 h 176"/>
              <ns1:gd name="T24" fmla="*/ 105 w 176"/>
              <ns1:gd name="T25" fmla="*/ 92 h 176"/>
              <ns1:gd name="T26" fmla="*/ 135 w 176"/>
              <ns1:gd name="T27" fmla="*/ 92 h 176"/>
              <ns1:gd name="T28" fmla="*/ 152 w 176"/>
              <ns1:gd name="T29" fmla="*/ 88 h 176"/>
              <ns1:gd name="T30" fmla="*/ 120 w 176"/>
              <ns1:gd name="T31" fmla="*/ 96 h 176"/>
              <ns1:gd name="T32" fmla="*/ 120 w 176"/>
              <ns1:gd name="T33" fmla="*/ 80 h 176"/>
              <ns1:gd name="T34" fmla="*/ 120 w 176"/>
              <ns1:gd name="T35" fmla="*/ 96 h 176"/>
              <ns1:gd name="T36" fmla="*/ 79 w 176"/>
              <ns1:gd name="T37" fmla="*/ 40 h 176"/>
              <ns1:gd name="T38" fmla="*/ 49 w 176"/>
              <ns1:gd name="T39" fmla="*/ 40 h 176"/>
              <ns1:gd name="T40" fmla="*/ 24 w 176"/>
              <ns1:gd name="T41" fmla="*/ 44 h 176"/>
              <ns1:gd name="T42" fmla="*/ 49 w 176"/>
              <ns1:gd name="T43" fmla="*/ 48 h 176"/>
              <ns1:gd name="T44" fmla="*/ 79 w 176"/>
              <ns1:gd name="T45" fmla="*/ 48 h 176"/>
              <ns1:gd name="T46" fmla="*/ 152 w 176"/>
              <ns1:gd name="T47" fmla="*/ 44 h 176"/>
              <ns1:gd name="T48" fmla="*/ 64 w 176"/>
              <ns1:gd name="T49" fmla="*/ 52 h 176"/>
              <ns1:gd name="T50" fmla="*/ 64 w 176"/>
              <ns1:gd name="T51" fmla="*/ 36 h 176"/>
              <ns1:gd name="T52" fmla="*/ 64 w 176"/>
              <ns1:gd name="T53" fmla="*/ 52 h 176"/>
              <ns1:gd name="T54" fmla="*/ 16 w 176"/>
              <ns1:gd name="T55" fmla="*/ 0 h 176"/>
              <ns1:gd name="T56" fmla="*/ 0 w 176"/>
              <ns1:gd name="T57" fmla="*/ 160 h 176"/>
              <ns1:gd name="T58" fmla="*/ 160 w 176"/>
              <ns1:gd name="T59" fmla="*/ 176 h 176"/>
              <ns1:gd name="T60" fmla="*/ 176 w 176"/>
              <ns1:gd name="T61" fmla="*/ 16 h 176"/>
              <ns1:gd name="T62" fmla="*/ 168 w 176"/>
              <ns1:gd name="T63" fmla="*/ 160 h 176"/>
              <ns1:gd name="T64" fmla="*/ 16 w 176"/>
              <ns1:gd name="T65" fmla="*/ 168 h 176"/>
              <ns1:gd name="T66" fmla="*/ 8 w 176"/>
              <ns1:gd name="T67" fmla="*/ 16 h 176"/>
              <ns1:gd name="T68" fmla="*/ 160 w 176"/>
              <ns1:gd name="T69" fmla="*/ 8 h 176"/>
              <ns1:gd name="T70" fmla="*/ 168 w 176"/>
              <ns1:gd name="T71" fmla="*/ 160 h 176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  <ns1:cxn ang="0">
                <ns1:pos x="T32" y="T33"/>
              </ns1:cxn>
              <ns1:cxn ang="0">
                <ns1:pos x="T34" y="T35"/>
              </ns1:cxn>
              <ns1:cxn ang="0">
                <ns1:pos x="T36" y="T37"/>
              </ns1:cxn>
              <ns1:cxn ang="0">
                <ns1:pos x="T38" y="T39"/>
              </ns1:cxn>
              <ns1:cxn ang="0">
                <ns1:pos x="T40" y="T41"/>
              </ns1:cxn>
              <ns1:cxn ang="0">
                <ns1:pos x="T42" y="T43"/>
              </ns1:cxn>
              <ns1:cxn ang="0">
                <ns1:pos x="T44" y="T45"/>
              </ns1:cxn>
              <ns1:cxn ang="0">
                <ns1:pos x="T46" y="T47"/>
              </ns1:cxn>
              <ns1:cxn ang="0">
                <ns1:pos x="T48" y="T49"/>
              </ns1:cxn>
              <ns1:cxn ang="0">
                <ns1:pos x="T50" y="T51"/>
              </ns1:cxn>
              <ns1:cxn ang="0">
                <ns1:pos x="T52" y="T53"/>
              </ns1:cxn>
              <ns1:cxn ang="0">
                <ns1:pos x="T54" y="T55"/>
              </ns1:cxn>
              <ns1:cxn ang="0">
                <ns1:pos x="T56" y="T57"/>
              </ns1:cxn>
              <ns1:cxn ang="0">
                <ns1:pos x="T58" y="T59"/>
              </ns1:cxn>
              <ns1:cxn ang="0">
                <ns1:pos x="T60" y="T61"/>
              </ns1:cxn>
              <ns1:cxn ang="0">
                <ns1:pos x="T62" y="T63"/>
              </ns1:cxn>
              <ns1:cxn ang="0">
                <ns1:pos x="T64" y="T65"/>
              </ns1:cxn>
              <ns1:cxn ang="0">
                <ns1:pos x="T66" y="T67"/>
              </ns1:cxn>
              <ns1:cxn ang="0">
                <ns1:pos x="T68" y="T69"/>
              </ns1:cxn>
              <ns1:cxn ang="0">
                <ns1:pos x="T70" y="T71"/>
              </ns1:cxn>
            </ns1:cxnLst>
            <ns1:rect l="0" t="0" r="r" b="b"/>
            <ns1:pathLst>
              <ns1:path w="176" h="176">
                <ns1:moveTo>
                  <ns1:pt x="148" y="128"/>
                </ns1:moveTo>
                <ns1:cubicBezTo>
                  <ns1:pt x="95" y="128"/>
                  <ns1:pt x="95" y="128"/>
                  <ns1:pt x="95" y="128"/>
                </ns1:cubicBezTo>
                <ns1:cubicBezTo>
                  <ns1:pt x="94" y="121"/>
                  <ns1:pt x="87" y="116"/>
                  <ns1:pt x="80" y="116"/>
                </ns1:cubicBezTo>
                <ns1:cubicBezTo>
                  <ns1:pt x="73" y="116"/>
                  <ns1:pt x="66" y="121"/>
                  <ns1:pt x="65" y="128"/>
                </ns1:cubicBezTo>
                <ns1:cubicBezTo>
                  <ns1:pt x="28" y="128"/>
                  <ns1:pt x="28" y="128"/>
                  <ns1:pt x="28" y="128"/>
                </ns1:cubicBezTo>
                <ns1:cubicBezTo>
                  <ns1:pt x="26" y="128"/>
                  <ns1:pt x="24" y="130"/>
                  <ns1:pt x="24" y="132"/>
                </ns1:cubicBezTo>
                <ns1:cubicBezTo>
                  <ns1:pt x="24" y="134"/>
                  <ns1:pt x="26" y="136"/>
                  <ns1:pt x="28" y="136"/>
                </ns1:cubicBezTo>
                <ns1:cubicBezTo>
                  <ns1:pt x="65" y="136"/>
                  <ns1:pt x="65" y="136"/>
                  <ns1:pt x="65" y="136"/>
                </ns1:cubicBezTo>
                <ns1:cubicBezTo>
                  <ns1:pt x="66" y="143"/>
                  <ns1:pt x="73" y="148"/>
                  <ns1:pt x="80" y="148"/>
                </ns1:cubicBezTo>
                <ns1:cubicBezTo>
                  <ns1:pt x="87" y="148"/>
                  <ns1:pt x="94" y="143"/>
                  <ns1:pt x="95" y="136"/>
                </ns1:cubicBezTo>
                <ns1:cubicBezTo>
                  <ns1:pt x="148" y="136"/>
                  <ns1:pt x="148" y="136"/>
                  <ns1:pt x="148" y="136"/>
                </ns1:cubicBezTo>
                <ns1:cubicBezTo>
                  <ns1:pt x="150" y="136"/>
                  <ns1:pt x="152" y="134"/>
                  <ns1:pt x="152" y="132"/>
                </ns1:cubicBezTo>
                <ns1:cubicBezTo>
                  <ns1:pt x="152" y="130"/>
                  <ns1:pt x="150" y="128"/>
                  <ns1:pt x="148" y="128"/>
                </ns1:cubicBezTo>
                <ns1:moveTo>
                  <ns1:pt x="80" y="140"/>
                </ns1:moveTo>
                <ns1:cubicBezTo>
                  <ns1:pt x="76" y="140"/>
                  <ns1:pt x="72" y="136"/>
                  <ns1:pt x="72" y="132"/>
                </ns1:cubicBezTo>
                <ns1:cubicBezTo>
                  <ns1:pt x="72" y="128"/>
                  <ns1:pt x="76" y="124"/>
                  <ns1:pt x="80" y="124"/>
                </ns1:cubicBezTo>
                <ns1:cubicBezTo>
                  <ns1:pt x="84" y="124"/>
                  <ns1:pt x="88" y="128"/>
                  <ns1:pt x="88" y="132"/>
                </ns1:cubicBezTo>
                <ns1:cubicBezTo>
                  <ns1:pt x="88" y="136"/>
                  <ns1:pt x="84" y="140"/>
                  <ns1:pt x="80" y="140"/>
                </ns1:cubicBezTo>
                <ns1:moveTo>
                  <ns1:pt x="148" y="84"/>
                </ns1:moveTo>
                <ns1:cubicBezTo>
                  <ns1:pt x="135" y="84"/>
                  <ns1:pt x="135" y="84"/>
                  <ns1:pt x="135" y="84"/>
                </ns1:cubicBezTo>
                <ns1:cubicBezTo>
                  <ns1:pt x="134" y="77"/>
                  <ns1:pt x="127" y="72"/>
                  <ns1:pt x="120" y="72"/>
                </ns1:cubicBezTo>
                <ns1:cubicBezTo>
                  <ns1:pt x="113" y="72"/>
                  <ns1:pt x="106" y="77"/>
                  <ns1:pt x="105" y="84"/>
                </ns1:cubicBezTo>
                <ns1:cubicBezTo>
                  <ns1:pt x="28" y="84"/>
                  <ns1:pt x="28" y="84"/>
                  <ns1:pt x="28" y="84"/>
                </ns1:cubicBezTo>
                <ns1:cubicBezTo>
                  <ns1:pt x="26" y="84"/>
                  <ns1:pt x="24" y="86"/>
                  <ns1:pt x="24" y="88"/>
                </ns1:cubicBezTo>
                <ns1:cubicBezTo>
                  <ns1:pt x="24" y="90"/>
                  <ns1:pt x="26" y="92"/>
                  <ns1:pt x="28" y="92"/>
                </ns1:cubicBezTo>
                <ns1:cubicBezTo>
                  <ns1:pt x="105" y="92"/>
                  <ns1:pt x="105" y="92"/>
                  <ns1:pt x="105" y="92"/>
                </ns1:cubicBezTo>
                <ns1:cubicBezTo>
                  <ns1:pt x="106" y="99"/>
                  <ns1:pt x="113" y="104"/>
                  <ns1:pt x="120" y="104"/>
                </ns1:cubicBezTo>
                <ns1:cubicBezTo>
                  <ns1:pt x="127" y="104"/>
                  <ns1:pt x="134" y="99"/>
                  <ns1:pt x="135" y="92"/>
                </ns1:cubicBezTo>
                <ns1:cubicBezTo>
                  <ns1:pt x="148" y="92"/>
                  <ns1:pt x="148" y="92"/>
                  <ns1:pt x="148" y="92"/>
                </ns1:cubicBezTo>
                <ns1:cubicBezTo>
                  <ns1:pt x="150" y="92"/>
                  <ns1:pt x="152" y="90"/>
                  <ns1:pt x="152" y="88"/>
                </ns1:cubicBezTo>
                <ns1:cubicBezTo>
                  <ns1:pt x="152" y="86"/>
                  <ns1:pt x="150" y="84"/>
                  <ns1:pt x="148" y="84"/>
                </ns1:cubicBezTo>
                <ns1:moveTo>
                  <ns1:pt x="120" y="96"/>
                </ns1:moveTo>
                <ns1:cubicBezTo>
                  <ns1:pt x="116" y="96"/>
                  <ns1:pt x="112" y="92"/>
                  <ns1:pt x="112" y="88"/>
                </ns1:cubicBezTo>
                <ns1:cubicBezTo>
                  <ns1:pt x="112" y="84"/>
                  <ns1:pt x="116" y="80"/>
                  <ns1:pt x="120" y="80"/>
                </ns1:cubicBezTo>
                <ns1:cubicBezTo>
                  <ns1:pt x="124" y="80"/>
                  <ns1:pt x="128" y="84"/>
                  <ns1:pt x="128" y="88"/>
                </ns1:cubicBezTo>
                <ns1:cubicBezTo>
                  <ns1:pt x="128" y="92"/>
                  <ns1:pt x="124" y="96"/>
                  <ns1:pt x="120" y="96"/>
                </ns1:cubicBezTo>
                <ns1:moveTo>
                  <ns1:pt x="148" y="40"/>
                </ns1:moveTo>
                <ns1:cubicBezTo>
                  <ns1:pt x="79" y="40"/>
                  <ns1:pt x="79" y="40"/>
                  <ns1:pt x="79" y="40"/>
                </ns1:cubicBezTo>
                <ns1:cubicBezTo>
                  <ns1:pt x="78" y="33"/>
                  <ns1:pt x="71" y="28"/>
                  <ns1:pt x="64" y="28"/>
                </ns1:cubicBezTo>
                <ns1:cubicBezTo>
                  <ns1:pt x="57" y="28"/>
                  <ns1:pt x="50" y="33"/>
                  <ns1:pt x="49" y="40"/>
                </ns1:cubicBezTo>
                <ns1:cubicBezTo>
                  <ns1:pt x="28" y="40"/>
                  <ns1:pt x="28" y="40"/>
                  <ns1:pt x="28" y="40"/>
                </ns1:cubicBezTo>
                <ns1:cubicBezTo>
                  <ns1:pt x="26" y="40"/>
                  <ns1:pt x="24" y="42"/>
                  <ns1:pt x="24" y="44"/>
                </ns1:cubicBezTo>
                <ns1:cubicBezTo>
                  <ns1:pt x="24" y="46"/>
                  <ns1:pt x="26" y="48"/>
                  <ns1:pt x="28" y="48"/>
                </ns1:cubicBezTo>
                <ns1:cubicBezTo>
                  <ns1:pt x="49" y="48"/>
                  <ns1:pt x="49" y="48"/>
                  <ns1:pt x="49" y="48"/>
                </ns1:cubicBezTo>
                <ns1:cubicBezTo>
                  <ns1:pt x="50" y="55"/>
                  <ns1:pt x="57" y="60"/>
                  <ns1:pt x="64" y="60"/>
                </ns1:cubicBezTo>
                <ns1:cubicBezTo>
                  <ns1:pt x="71" y="60"/>
                  <ns1:pt x="78" y="55"/>
                  <ns1:pt x="79" y="48"/>
                </ns1:cubicBezTo>
                <ns1:cubicBezTo>
                  <ns1:pt x="148" y="48"/>
                  <ns1:pt x="148" y="48"/>
                  <ns1:pt x="148" y="48"/>
                </ns1:cubicBezTo>
                <ns1:cubicBezTo>
                  <ns1:pt x="150" y="48"/>
                  <ns1:pt x="152" y="46"/>
                  <ns1:pt x="152" y="44"/>
                </ns1:cubicBezTo>
                <ns1:cubicBezTo>
                  <ns1:pt x="152" y="42"/>
                  <ns1:pt x="150" y="40"/>
                  <ns1:pt x="148" y="40"/>
                </ns1:cubicBezTo>
                <ns1:moveTo>
                  <ns1:pt x="64" y="52"/>
                </ns1:moveTo>
                <ns1:cubicBezTo>
                  <ns1:pt x="60" y="52"/>
                  <ns1:pt x="56" y="48"/>
                  <ns1:pt x="56" y="44"/>
                </ns1:cubicBezTo>
                <ns1:cubicBezTo>
                  <ns1:pt x="56" y="40"/>
                  <ns1:pt x="60" y="36"/>
                  <ns1:pt x="64" y="36"/>
                </ns1:cubicBezTo>
                <ns1:cubicBezTo>
                  <ns1:pt x="68" y="36"/>
                  <ns1:pt x="72" y="40"/>
                  <ns1:pt x="72" y="44"/>
                </ns1:cubicBezTo>
                <ns1:cubicBezTo>
                  <ns1:pt x="72" y="48"/>
                  <ns1:pt x="68" y="52"/>
                  <ns1:pt x="64" y="52"/>
                </ns1:cubicBezTo>
                <ns1:moveTo>
                  <ns1:pt x="160" y="0"/>
                </ns1:moveTo>
                <ns1:cubicBezTo>
                  <ns1:pt x="16" y="0"/>
                  <ns1:pt x="16" y="0"/>
                  <ns1:pt x="16" y="0"/>
                </ns1:cubicBezTo>
                <ns1:cubicBezTo>
                  <ns1:pt x="7" y="0"/>
                  <ns1:pt x="0" y="7"/>
                  <ns1:pt x="0" y="16"/>
                </ns1:cubicBezTo>
                <ns1:cubicBezTo>
                  <ns1:pt x="0" y="160"/>
                  <ns1:pt x="0" y="160"/>
                  <ns1:pt x="0" y="160"/>
                </ns1:cubicBezTo>
                <ns1:cubicBezTo>
                  <ns1:pt x="0" y="169"/>
                  <ns1:pt x="7" y="176"/>
                  <ns1:pt x="16" y="176"/>
                </ns1:cubicBezTo>
                <ns1:cubicBezTo>
                  <ns1:pt x="160" y="176"/>
                  <ns1:pt x="160" y="176"/>
                  <ns1:pt x="160" y="176"/>
                </ns1:cubicBezTo>
                <ns1:cubicBezTo>
                  <ns1:pt x="169" y="176"/>
                  <ns1:pt x="176" y="169"/>
                  <ns1:pt x="176" y="160"/>
                </ns1:cubicBezTo>
                <ns1:cubicBezTo>
                  <ns1:pt x="176" y="16"/>
                  <ns1:pt x="176" y="16"/>
                  <ns1:pt x="176" y="16"/>
                </ns1:cubicBezTo>
                <ns1:cubicBezTo>
                  <ns1:pt x="176" y="7"/>
                  <ns1:pt x="169" y="0"/>
                  <ns1:pt x="160" y="0"/>
                </ns1:cubicBezTo>
                <ns1:moveTo>
                  <ns1:pt x="168" y="160"/>
                </ns1:moveTo>
                <ns1:cubicBezTo>
                  <ns1:pt x="168" y="164"/>
                  <ns1:pt x="164" y="168"/>
                  <ns1:pt x="160" y="168"/>
                </ns1:cubicBezTo>
                <ns1:cubicBezTo>
                  <ns1:pt x="16" y="168"/>
                  <ns1:pt x="16" y="168"/>
                  <ns1:pt x="16" y="168"/>
                </ns1:cubicBezTo>
                <ns1:cubicBezTo>
                  <ns1:pt x="12" y="168"/>
                  <ns1:pt x="8" y="164"/>
                  <ns1:pt x="8" y="160"/>
                </ns1:cubicBezTo>
                <ns1:cubicBezTo>
                  <ns1:pt x="8" y="16"/>
                  <ns1:pt x="8" y="16"/>
                  <ns1:pt x="8" y="16"/>
                </ns1:cubicBezTo>
                <ns1:cubicBezTo>
                  <ns1:pt x="8" y="12"/>
                  <ns1:pt x="12" y="8"/>
                  <ns1:pt x="16" y="8"/>
                </ns1:cubicBezTo>
                <ns1:cubicBezTo>
                  <ns1:pt x="160" y="8"/>
                  <ns1:pt x="160" y="8"/>
                  <ns1:pt x="160" y="8"/>
                </ns1:cubicBezTo>
                <ns1:cubicBezTo>
                  <ns1:pt x="164" y="8"/>
                  <ns1:pt x="168" y="12"/>
                  <ns1:pt x="168" y="16"/>
                </ns1:cubicBezTo>
                <ns1:lnTo>
                  <ns1:pt x="168" y="160"/>
                </ns1:lnTo>
                <ns1:close/>
              </ns1:path>
            </ns1:pathLst>
          </ns1:custGeom>
          <ns1:solidFill>
            <ns1:schemeClr val="tx1"/>
          </ns1:solidFill>
          <ns1:ln>
            <ns1:noFill/>
          </ns1:ln>
          <ns1:extLst/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en-US" sz="2700"/>
          </ns1:p>
        </ns0:txBody>
      </ns0:sp>
      <ns0:sp>
        <ns0:nvSpPr>
          <ns0:cNvPr id="76" name="Freeform 70"/>
          <ns0:cNvSpPr>
            <ns1:spLocks noEditPoints="1"/>
          </ns0:cNvSpPr>
          <ns0:nvPr/>
        </ns0:nvSpPr>
        <ns0:spPr bwMode="auto">
          <ns1:xfrm>
            <ns1:off x="6853239" y="3879852"/>
            <ns1:ext cx="320675" cy="320675"/>
          </ns1:xfrm>
          <ns1:custGeom>
            <ns1:avLst/>
            <ns1:gdLst>
              <ns1:gd name="T0" fmla="*/ 162 w 176"/>
              <ns1:gd name="T1" fmla="*/ 68 h 176"/>
              <ns1:gd name="T2" fmla="*/ 159 w 176"/>
              <ns1:gd name="T3" fmla="*/ 42 h 176"/>
              <ns1:gd name="T4" fmla="*/ 142 w 176"/>
              <ns1:gd name="T5" fmla="*/ 17 h 176"/>
              <ns1:gd name="T6" fmla="*/ 134 w 176"/>
              <ns1:gd name="T7" fmla="*/ 17 h 176"/>
              <ns1:gd name="T8" fmla="*/ 108 w 176"/>
              <ns1:gd name="T9" fmla="*/ 14 h 176"/>
              <ns1:gd name="T10" fmla="*/ 100 w 176"/>
              <ns1:gd name="T11" fmla="*/ 0 h 176"/>
              <ns1:gd name="T12" fmla="*/ 70 w 176"/>
              <ns1:gd name="T13" fmla="*/ 6 h 176"/>
              <ns1:gd name="T14" fmla="*/ 50 w 176"/>
              <ns1:gd name="T15" fmla="*/ 22 h 176"/>
              <ns1:gd name="T16" fmla="*/ 38 w 176"/>
              <ns1:gd name="T17" fmla="*/ 16 h 176"/>
              <ns1:gd name="T18" fmla="*/ 17 w 176"/>
              <ns1:gd name="T19" fmla="*/ 34 h 176"/>
              <ns1:gd name="T20" fmla="*/ 22 w 176"/>
              <ns1:gd name="T21" fmla="*/ 50 h 176"/>
              <ns1:gd name="T22" fmla="*/ 6 w 176"/>
              <ns1:gd name="T23" fmla="*/ 70 h 176"/>
              <ns1:gd name="T24" fmla="*/ 0 w 176"/>
              <ns1:gd name="T25" fmla="*/ 100 h 176"/>
              <ns1:gd name="T26" fmla="*/ 14 w 176"/>
              <ns1:gd name="T27" fmla="*/ 108 h 176"/>
              <ns1:gd name="T28" fmla="*/ 17 w 176"/>
              <ns1:gd name="T29" fmla="*/ 134 h 176"/>
              <ns1:gd name="T30" fmla="*/ 34 w 176"/>
              <ns1:gd name="T31" fmla="*/ 159 h 176"/>
              <ns1:gd name="T32" fmla="*/ 42 w 176"/>
              <ns1:gd name="T33" fmla="*/ 159 h 176"/>
              <ns1:gd name="T34" fmla="*/ 68 w 176"/>
              <ns1:gd name="T35" fmla="*/ 162 h 176"/>
              <ns1:gd name="T36" fmla="*/ 76 w 176"/>
              <ns1:gd name="T37" fmla="*/ 176 h 176"/>
              <ns1:gd name="T38" fmla="*/ 106 w 176"/>
              <ns1:gd name="T39" fmla="*/ 170 h 176"/>
              <ns1:gd name="T40" fmla="*/ 126 w 176"/>
              <ns1:gd name="T41" fmla="*/ 154 h 176"/>
              <ns1:gd name="T42" fmla="*/ 138 w 176"/>
              <ns1:gd name="T43" fmla="*/ 160 h 176"/>
              <ns1:gd name="T44" fmla="*/ 159 w 176"/>
              <ns1:gd name="T45" fmla="*/ 142 h 176"/>
              <ns1:gd name="T46" fmla="*/ 154 w 176"/>
              <ns1:gd name="T47" fmla="*/ 126 h 176"/>
              <ns1:gd name="T48" fmla="*/ 170 w 176"/>
              <ns1:gd name="T49" fmla="*/ 106 h 176"/>
              <ns1:gd name="T50" fmla="*/ 176 w 176"/>
              <ns1:gd name="T51" fmla="*/ 76 h 176"/>
              <ns1:gd name="T52" fmla="*/ 168 w 176"/>
              <ns1:gd name="T53" fmla="*/ 98 h 176"/>
              <ns1:gd name="T54" fmla="*/ 160 w 176"/>
              <ns1:gd name="T55" fmla="*/ 100 h 176"/>
              <ns1:gd name="T56" fmla="*/ 147 w 176"/>
              <ns1:gd name="T57" fmla="*/ 122 h 176"/>
              <ns1:gd name="T58" fmla="*/ 152 w 176"/>
              <ns1:gd name="T59" fmla="*/ 138 h 176"/>
              <ns1:gd name="T60" fmla="*/ 138 w 176"/>
              <ns1:gd name="T61" fmla="*/ 152 h 176"/>
              <ns1:gd name="T62" fmla="*/ 126 w 176"/>
              <ns1:gd name="T63" fmla="*/ 146 h 176"/>
              <ns1:gd name="T64" fmla="*/ 106 w 176"/>
              <ns1:gd name="T65" fmla="*/ 154 h 176"/>
              <ns1:gd name="T66" fmla="*/ 98 w 176"/>
              <ns1:gd name="T67" fmla="*/ 168 h 176"/>
              <ns1:gd name="T68" fmla="*/ 78 w 176"/>
              <ns1:gd name="T69" fmla="*/ 168 h 176"/>
              <ns1:gd name="T70" fmla="*/ 70 w 176"/>
              <ns1:gd name="T71" fmla="*/ 154 h 176"/>
              <ns1:gd name="T72" fmla="*/ 50 w 176"/>
              <ns1:gd name="T73" fmla="*/ 146 h 176"/>
              <ns1:gd name="T74" fmla="*/ 39 w 176"/>
              <ns1:gd name="T75" fmla="*/ 152 h 176"/>
              <ns1:gd name="T76" fmla="*/ 24 w 176"/>
              <ns1:gd name="T77" fmla="*/ 138 h 176"/>
              <ns1:gd name="T78" fmla="*/ 29 w 176"/>
              <ns1:gd name="T79" fmla="*/ 122 h 176"/>
              <ns1:gd name="T80" fmla="*/ 16 w 176"/>
              <ns1:gd name="T81" fmla="*/ 100 h 176"/>
              <ns1:gd name="T82" fmla="*/ 8 w 176"/>
              <ns1:gd name="T83" fmla="*/ 98 h 176"/>
              <ns1:gd name="T84" fmla="*/ 16 w 176"/>
              <ns1:gd name="T85" fmla="*/ 76 h 176"/>
              <ns1:gd name="T86" fmla="*/ 29 w 176"/>
              <ns1:gd name="T87" fmla="*/ 54 h 176"/>
              <ns1:gd name="T88" fmla="*/ 24 w 176"/>
              <ns1:gd name="T89" fmla="*/ 38 h 176"/>
              <ns1:gd name="T90" fmla="*/ 38 w 176"/>
              <ns1:gd name="T91" fmla="*/ 24 h 176"/>
              <ns1:gd name="T92" fmla="*/ 50 w 176"/>
              <ns1:gd name="T93" fmla="*/ 30 h 176"/>
              <ns1:gd name="T94" fmla="*/ 70 w 176"/>
              <ns1:gd name="T95" fmla="*/ 22 h 176"/>
              <ns1:gd name="T96" fmla="*/ 78 w 176"/>
              <ns1:gd name="T97" fmla="*/ 8 h 176"/>
              <ns1:gd name="T98" fmla="*/ 98 w 176"/>
              <ns1:gd name="T99" fmla="*/ 8 h 176"/>
              <ns1:gd name="T100" fmla="*/ 106 w 176"/>
              <ns1:gd name="T101" fmla="*/ 22 h 176"/>
              <ns1:gd name="T102" fmla="*/ 126 w 176"/>
              <ns1:gd name="T103" fmla="*/ 30 h 176"/>
              <ns1:gd name="T104" fmla="*/ 138 w 176"/>
              <ns1:gd name="T105" fmla="*/ 24 h 176"/>
              <ns1:gd name="T106" fmla="*/ 152 w 176"/>
              <ns1:gd name="T107" fmla="*/ 39 h 176"/>
              <ns1:gd name="T108" fmla="*/ 147 w 176"/>
              <ns1:gd name="T109" fmla="*/ 54 h 176"/>
              <ns1:gd name="T110" fmla="*/ 160 w 176"/>
              <ns1:gd name="T111" fmla="*/ 76 h 176"/>
              <ns1:gd name="T112" fmla="*/ 168 w 176"/>
              <ns1:gd name="T113" fmla="*/ 98 h 176"/>
              <ns1:gd name="T114" fmla="*/ 48 w 176"/>
              <ns1:gd name="T115" fmla="*/ 88 h 176"/>
              <ns1:gd name="T116" fmla="*/ 128 w 176"/>
              <ns1:gd name="T117" fmla="*/ 88 h 176"/>
              <ns1:gd name="T118" fmla="*/ 88 w 176"/>
              <ns1:gd name="T119" fmla="*/ 120 h 176"/>
              <ns1:gd name="T120" fmla="*/ 88 w 176"/>
              <ns1:gd name="T121" fmla="*/ 56 h 176"/>
              <ns1:gd name="T122" fmla="*/ 88 w 176"/>
              <ns1:gd name="T123" fmla="*/ 120 h 176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  <ns1:cxn ang="0">
                <ns1:pos x="T32" y="T33"/>
              </ns1:cxn>
              <ns1:cxn ang="0">
                <ns1:pos x="T34" y="T35"/>
              </ns1:cxn>
              <ns1:cxn ang="0">
                <ns1:pos x="T36" y="T37"/>
              </ns1:cxn>
              <ns1:cxn ang="0">
                <ns1:pos x="T38" y="T39"/>
              </ns1:cxn>
              <ns1:cxn ang="0">
                <ns1:pos x="T40" y="T41"/>
              </ns1:cxn>
              <ns1:cxn ang="0">
                <ns1:pos x="T42" y="T43"/>
              </ns1:cxn>
              <ns1:cxn ang="0">
                <ns1:pos x="T44" y="T45"/>
              </ns1:cxn>
              <ns1:cxn ang="0">
                <ns1:pos x="T46" y="T47"/>
              </ns1:cxn>
              <ns1:cxn ang="0">
                <ns1:pos x="T48" y="T49"/>
              </ns1:cxn>
              <ns1:cxn ang="0">
                <ns1:pos x="T50" y="T51"/>
              </ns1:cxn>
              <ns1:cxn ang="0">
                <ns1:pos x="T52" y="T53"/>
              </ns1:cxn>
              <ns1:cxn ang="0">
                <ns1:pos x="T54" y="T55"/>
              </ns1:cxn>
              <ns1:cxn ang="0">
                <ns1:pos x="T56" y="T57"/>
              </ns1:cxn>
              <ns1:cxn ang="0">
                <ns1:pos x="T58" y="T59"/>
              </ns1:cxn>
              <ns1:cxn ang="0">
                <ns1:pos x="T60" y="T61"/>
              </ns1:cxn>
              <ns1:cxn ang="0">
                <ns1:pos x="T62" y="T63"/>
              </ns1:cxn>
              <ns1:cxn ang="0">
                <ns1:pos x="T64" y="T65"/>
              </ns1:cxn>
              <ns1:cxn ang="0">
                <ns1:pos x="T66" y="T67"/>
              </ns1:cxn>
              <ns1:cxn ang="0">
                <ns1:pos x="T68" y="T69"/>
              </ns1:cxn>
              <ns1:cxn ang="0">
                <ns1:pos x="T70" y="T71"/>
              </ns1:cxn>
              <ns1:cxn ang="0">
                <ns1:pos x="T72" y="T73"/>
              </ns1:cxn>
              <ns1:cxn ang="0">
                <ns1:pos x="T74" y="T75"/>
              </ns1:cxn>
              <ns1:cxn ang="0">
                <ns1:pos x="T76" y="T77"/>
              </ns1:cxn>
              <ns1:cxn ang="0">
                <ns1:pos x="T78" y="T79"/>
              </ns1:cxn>
              <ns1:cxn ang="0">
                <ns1:pos x="T80" y="T81"/>
              </ns1:cxn>
              <ns1:cxn ang="0">
                <ns1:pos x="T82" y="T83"/>
              </ns1:cxn>
              <ns1:cxn ang="0">
                <ns1:pos x="T84" y="T85"/>
              </ns1:cxn>
              <ns1:cxn ang="0">
                <ns1:pos x="T86" y="T87"/>
              </ns1:cxn>
              <ns1:cxn ang="0">
                <ns1:pos x="T88" y="T89"/>
              </ns1:cxn>
              <ns1:cxn ang="0">
                <ns1:pos x="T90" y="T91"/>
              </ns1:cxn>
              <ns1:cxn ang="0">
                <ns1:pos x="T92" y="T93"/>
              </ns1:cxn>
              <ns1:cxn ang="0">
                <ns1:pos x="T94" y="T95"/>
              </ns1:cxn>
              <ns1:cxn ang="0">
                <ns1:pos x="T96" y="T97"/>
              </ns1:cxn>
              <ns1:cxn ang="0">
                <ns1:pos x="T98" y="T99"/>
              </ns1:cxn>
              <ns1:cxn ang="0">
                <ns1:pos x="T100" y="T101"/>
              </ns1:cxn>
              <ns1:cxn ang="0">
                <ns1:pos x="T102" y="T103"/>
              </ns1:cxn>
              <ns1:cxn ang="0">
                <ns1:pos x="T104" y="T105"/>
              </ns1:cxn>
              <ns1:cxn ang="0">
                <ns1:pos x="T106" y="T107"/>
              </ns1:cxn>
              <ns1:cxn ang="0">
                <ns1:pos x="T108" y="T109"/>
              </ns1:cxn>
              <ns1:cxn ang="0">
                <ns1:pos x="T110" y="T111"/>
              </ns1:cxn>
              <ns1:cxn ang="0">
                <ns1:pos x="T112" y="T113"/>
              </ns1:cxn>
              <ns1:cxn ang="0">
                <ns1:pos x="T114" y="T115"/>
              </ns1:cxn>
              <ns1:cxn ang="0">
                <ns1:pos x="T116" y="T117"/>
              </ns1:cxn>
              <ns1:cxn ang="0">
                <ns1:pos x="T118" y="T119"/>
              </ns1:cxn>
              <ns1:cxn ang="0">
                <ns1:pos x="T120" y="T121"/>
              </ns1:cxn>
              <ns1:cxn ang="0">
                <ns1:pos x="T122" y="T123"/>
              </ns1:cxn>
            </ns1:cxnLst>
            <ns1:rect l="0" t="0" r="r" b="b"/>
            <ns1:pathLst>
              <ns1:path w="176" h="176">
                <ns1:moveTo>
                  <ns1:pt x="170" y="70"/>
                </ns1:moveTo>
                <ns1:cubicBezTo>
                  <ns1:pt x="162" y="68"/>
                  <ns1:pt x="162" y="68"/>
                  <ns1:pt x="162" y="68"/>
                </ns1:cubicBezTo>
                <ns1:cubicBezTo>
                  <ns1:pt x="160" y="62"/>
                  <ns1:pt x="157" y="56"/>
                  <ns1:pt x="154" y="50"/>
                </ns1:cubicBezTo>
                <ns1:cubicBezTo>
                  <ns1:pt x="159" y="42"/>
                  <ns1:pt x="159" y="42"/>
                  <ns1:pt x="159" y="42"/>
                </ns1:cubicBezTo>
                <ns1:cubicBezTo>
                  <ns1:pt x="160" y="40"/>
                  <ns1:pt x="161" y="36"/>
                  <ns1:pt x="159" y="34"/>
                </ns1:cubicBezTo>
                <ns1:cubicBezTo>
                  <ns1:pt x="142" y="17"/>
                  <ns1:pt x="142" y="17"/>
                  <ns1:pt x="142" y="17"/>
                </ns1:cubicBezTo>
                <ns1:cubicBezTo>
                  <ns1:pt x="141" y="16"/>
                  <ns1:pt x="140" y="16"/>
                  <ns1:pt x="138" y="16"/>
                </ns1:cubicBezTo>
                <ns1:cubicBezTo>
                  <ns1:pt x="137" y="16"/>
                  <ns1:pt x="135" y="17"/>
                  <ns1:pt x="134" y="17"/>
                </ns1:cubicBezTo>
                <ns1:cubicBezTo>
                  <ns1:pt x="126" y="22"/>
                  <ns1:pt x="126" y="22"/>
                  <ns1:pt x="126" y="22"/>
                </ns1:cubicBezTo>
                <ns1:cubicBezTo>
                  <ns1:pt x="120" y="19"/>
                  <ns1:pt x="114" y="16"/>
                  <ns1:pt x="108" y="14"/>
                </ns1:cubicBezTo>
                <ns1:cubicBezTo>
                  <ns1:pt x="106" y="6"/>
                  <ns1:pt x="106" y="6"/>
                  <ns1:pt x="106" y="6"/>
                </ns1:cubicBezTo>
                <ns1:cubicBezTo>
                  <ns1:pt x="105" y="3"/>
                  <ns1:pt x="103" y="0"/>
                  <ns1:pt x="100" y="0"/>
                </ns1:cubicBezTo>
                <ns1:cubicBezTo>
                  <ns1:pt x="76" y="0"/>
                  <ns1:pt x="76" y="0"/>
                  <ns1:pt x="76" y="0"/>
                </ns1:cubicBezTo>
                <ns1:cubicBezTo>
                  <ns1:pt x="73" y="0"/>
                  <ns1:pt x="71" y="3"/>
                  <ns1:pt x="70" y="6"/>
                </ns1:cubicBezTo>
                <ns1:cubicBezTo>
                  <ns1:pt x="68" y="14"/>
                  <ns1:pt x="68" y="14"/>
                  <ns1:pt x="68" y="14"/>
                </ns1:cubicBezTo>
                <ns1:cubicBezTo>
                  <ns1:pt x="62" y="16"/>
                  <ns1:pt x="56" y="19"/>
                  <ns1:pt x="50" y="22"/>
                </ns1:cubicBezTo>
                <ns1:cubicBezTo>
                  <ns1:pt x="42" y="17"/>
                  <ns1:pt x="42" y="17"/>
                  <ns1:pt x="42" y="17"/>
                </ns1:cubicBezTo>
                <ns1:cubicBezTo>
                  <ns1:pt x="41" y="17"/>
                  <ns1:pt x="39" y="16"/>
                  <ns1:pt x="38" y="16"/>
                </ns1:cubicBezTo>
                <ns1:cubicBezTo>
                  <ns1:pt x="36" y="16"/>
                  <ns1:pt x="35" y="16"/>
                  <ns1:pt x="34" y="17"/>
                </ns1:cubicBezTo>
                <ns1:cubicBezTo>
                  <ns1:pt x="17" y="34"/>
                  <ns1:pt x="17" y="34"/>
                  <ns1:pt x="17" y="34"/>
                </ns1:cubicBezTo>
                <ns1:cubicBezTo>
                  <ns1:pt x="15" y="36"/>
                  <ns1:pt x="16" y="40"/>
                  <ns1:pt x="17" y="42"/>
                </ns1:cubicBezTo>
                <ns1:cubicBezTo>
                  <ns1:pt x="22" y="50"/>
                  <ns1:pt x="22" y="50"/>
                  <ns1:pt x="22" y="50"/>
                </ns1:cubicBezTo>
                <ns1:cubicBezTo>
                  <ns1:pt x="19" y="56"/>
                  <ns1:pt x="16" y="62"/>
                  <ns1:pt x="14" y="68"/>
                </ns1:cubicBezTo>
                <ns1:cubicBezTo>
                  <ns1:pt x="6" y="70"/>
                  <ns1:pt x="6" y="70"/>
                  <ns1:pt x="6" y="70"/>
                </ns1:cubicBezTo>
                <ns1:cubicBezTo>
                  <ns1:pt x="3" y="71"/>
                  <ns1:pt x="0" y="73"/>
                  <ns1:pt x="0" y="76"/>
                </ns1:cubicBezTo>
                <ns1:cubicBezTo>
                  <ns1:pt x="0" y="100"/>
                  <ns1:pt x="0" y="100"/>
                  <ns1:pt x="0" y="100"/>
                </ns1:cubicBezTo>
                <ns1:cubicBezTo>
                  <ns1:pt x="0" y="103"/>
                  <ns1:pt x="3" y="105"/>
                  <ns1:pt x="6" y="106"/>
                </ns1:cubicBezTo>
                <ns1:cubicBezTo>
                  <ns1:pt x="14" y="108"/>
                  <ns1:pt x="14" y="108"/>
                  <ns1:pt x="14" y="108"/>
                </ns1:cubicBezTo>
                <ns1:cubicBezTo>
                  <ns1:pt x="16" y="114"/>
                  <ns1:pt x="19" y="120"/>
                  <ns1:pt x="22" y="126"/>
                </ns1:cubicBezTo>
                <ns1:cubicBezTo>
                  <ns1:pt x="17" y="134"/>
                  <ns1:pt x="17" y="134"/>
                  <ns1:pt x="17" y="134"/>
                </ns1:cubicBezTo>
                <ns1:cubicBezTo>
                  <ns1:pt x="16" y="136"/>
                  <ns1:pt x="15" y="140"/>
                  <ns1:pt x="17" y="142"/>
                </ns1:cubicBezTo>
                <ns1:cubicBezTo>
                  <ns1:pt x="34" y="159"/>
                  <ns1:pt x="34" y="159"/>
                  <ns1:pt x="34" y="159"/>
                </ns1:cubicBezTo>
                <ns1:cubicBezTo>
                  <ns1:pt x="35" y="160"/>
                  <ns1:pt x="36" y="160"/>
                  <ns1:pt x="38" y="160"/>
                </ns1:cubicBezTo>
                <ns1:cubicBezTo>
                  <ns1:pt x="39" y="160"/>
                  <ns1:pt x="41" y="159"/>
                  <ns1:pt x="42" y="159"/>
                </ns1:cubicBezTo>
                <ns1:cubicBezTo>
                  <ns1:pt x="50" y="154"/>
                  <ns1:pt x="50" y="154"/>
                  <ns1:pt x="50" y="154"/>
                </ns1:cubicBezTo>
                <ns1:cubicBezTo>
                  <ns1:pt x="56" y="157"/>
                  <ns1:pt x="62" y="160"/>
                  <ns1:pt x="68" y="162"/>
                </ns1:cubicBezTo>
                <ns1:cubicBezTo>
                  <ns1:pt x="70" y="170"/>
                  <ns1:pt x="70" y="170"/>
                  <ns1:pt x="70" y="170"/>
                </ns1:cubicBezTo>
                <ns1:cubicBezTo>
                  <ns1:pt x="71" y="173"/>
                  <ns1:pt x="73" y="176"/>
                  <ns1:pt x="76" y="176"/>
                </ns1:cubicBezTo>
                <ns1:cubicBezTo>
                  <ns1:pt x="100" y="176"/>
                  <ns1:pt x="100" y="176"/>
                  <ns1:pt x="100" y="176"/>
                </ns1:cubicBezTo>
                <ns1:cubicBezTo>
                  <ns1:pt x="103" y="176"/>
                  <ns1:pt x="105" y="173"/>
                  <ns1:pt x="106" y="170"/>
                </ns1:cubicBezTo>
                <ns1:cubicBezTo>
                  <ns1:pt x="108" y="162"/>
                  <ns1:pt x="108" y="162"/>
                  <ns1:pt x="108" y="162"/>
                </ns1:cubicBezTo>
                <ns1:cubicBezTo>
                  <ns1:pt x="114" y="160"/>
                  <ns1:pt x="120" y="157"/>
                  <ns1:pt x="126" y="154"/>
                </ns1:cubicBezTo>
                <ns1:cubicBezTo>
                  <ns1:pt x="134" y="159"/>
                  <ns1:pt x="134" y="159"/>
                  <ns1:pt x="134" y="159"/>
                </ns1:cubicBezTo>
                <ns1:cubicBezTo>
                  <ns1:pt x="135" y="159"/>
                  <ns1:pt x="137" y="160"/>
                  <ns1:pt x="138" y="160"/>
                </ns1:cubicBezTo>
                <ns1:cubicBezTo>
                  <ns1:pt x="140" y="160"/>
                  <ns1:pt x="141" y="160"/>
                  <ns1:pt x="142" y="159"/>
                </ns1:cubicBezTo>
                <ns1:cubicBezTo>
                  <ns1:pt x="159" y="142"/>
                  <ns1:pt x="159" y="142"/>
                  <ns1:pt x="159" y="142"/>
                </ns1:cubicBezTo>
                <ns1:cubicBezTo>
                  <ns1:pt x="161" y="140"/>
                  <ns1:pt x="160" y="136"/>
                  <ns1:pt x="159" y="134"/>
                </ns1:cubicBezTo>
                <ns1:cubicBezTo>
                  <ns1:pt x="154" y="126"/>
                  <ns1:pt x="154" y="126"/>
                  <ns1:pt x="154" y="126"/>
                </ns1:cubicBezTo>
                <ns1:cubicBezTo>
                  <ns1:pt x="157" y="120"/>
                  <ns1:pt x="160" y="114"/>
                  <ns1:pt x="162" y="108"/>
                </ns1:cubicBezTo>
                <ns1:cubicBezTo>
                  <ns1:pt x="170" y="106"/>
                  <ns1:pt x="170" y="106"/>
                  <ns1:pt x="170" y="106"/>
                </ns1:cubicBezTo>
                <ns1:cubicBezTo>
                  <ns1:pt x="173" y="105"/>
                  <ns1:pt x="176" y="103"/>
                  <ns1:pt x="176" y="100"/>
                </ns1:cubicBezTo>
                <ns1:cubicBezTo>
                  <ns1:pt x="176" y="76"/>
                  <ns1:pt x="176" y="76"/>
                  <ns1:pt x="176" y="76"/>
                </ns1:cubicBezTo>
                <ns1:cubicBezTo>
                  <ns1:pt x="176" y="73"/>
                  <ns1:pt x="173" y="71"/>
                  <ns1:pt x="170" y="70"/>
                </ns1:cubicBezTo>
                <ns1:moveTo>
                  <ns1:pt x="168" y="98"/>
                </ns1:moveTo>
                <ns1:cubicBezTo>
                  <ns1:pt x="168" y="98"/>
                  <ns1:pt x="168" y="98"/>
                  <ns1:pt x="168" y="98"/>
                </ns1:cubicBezTo>
                <ns1:cubicBezTo>
                  <ns1:pt x="160" y="100"/>
                  <ns1:pt x="160" y="100"/>
                  <ns1:pt x="160" y="100"/>
                </ns1:cubicBezTo>
                <ns1:cubicBezTo>
                  <ns1:pt x="157" y="101"/>
                  <ns1:pt x="155" y="103"/>
                  <ns1:pt x="154" y="106"/>
                </ns1:cubicBezTo>
                <ns1:cubicBezTo>
                  <ns1:pt x="152" y="111"/>
                  <ns1:pt x="150" y="117"/>
                  <ns1:pt x="147" y="122"/>
                </ns1:cubicBezTo>
                <ns1:cubicBezTo>
                  <ns1:pt x="146" y="125"/>
                  <ns1:pt x="146" y="128"/>
                  <ns1:pt x="147" y="130"/>
                </ns1:cubicBezTo>
                <ns1:cubicBezTo>
                  <ns1:pt x="152" y="138"/>
                  <ns1:pt x="152" y="138"/>
                  <ns1:pt x="152" y="138"/>
                </ns1:cubicBezTo>
                <ns1:cubicBezTo>
                  <ns1:pt x="138" y="152"/>
                  <ns1:pt x="138" y="152"/>
                  <ns1:pt x="138" y="152"/>
                </ns1:cubicBezTo>
                <ns1:cubicBezTo>
                  <ns1:pt x="138" y="152"/>
                  <ns1:pt x="138" y="152"/>
                  <ns1:pt x="138" y="152"/>
                </ns1:cubicBezTo>
                <ns1:cubicBezTo>
                  <ns1:pt x="130" y="147"/>
                  <ns1:pt x="130" y="147"/>
                  <ns1:pt x="130" y="147"/>
                </ns1:cubicBezTo>
                <ns1:cubicBezTo>
                  <ns1:pt x="129" y="146"/>
                  <ns1:pt x="128" y="146"/>
                  <ns1:pt x="126" y="146"/>
                </ns1:cubicBezTo>
                <ns1:cubicBezTo>
                  <ns1:pt x="125" y="146"/>
                  <ns1:pt x="123" y="146"/>
                  <ns1:pt x="122" y="147"/>
                </ns1:cubicBezTo>
                <ns1:cubicBezTo>
                  <ns1:pt x="117" y="150"/>
                  <ns1:pt x="111" y="152"/>
                  <ns1:pt x="106" y="154"/>
                </ns1:cubicBezTo>
                <ns1:cubicBezTo>
                  <ns1:pt x="103" y="155"/>
                  <ns1:pt x="101" y="157"/>
                  <ns1:pt x="100" y="160"/>
                </ns1:cubicBezTo>
                <ns1:cubicBezTo>
                  <ns1:pt x="98" y="168"/>
                  <ns1:pt x="98" y="168"/>
                  <ns1:pt x="98" y="168"/>
                </ns1:cubicBezTo>
                <ns1:cubicBezTo>
                  <ns1:pt x="98" y="168"/>
                  <ns1:pt x="98" y="168"/>
                  <ns1:pt x="98" y="168"/>
                </ns1:cubicBezTo>
                <ns1:cubicBezTo>
                  <ns1:pt x="78" y="168"/>
                  <ns1:pt x="78" y="168"/>
                  <ns1:pt x="78" y="168"/>
                </ns1:cubicBezTo>
                <ns1:cubicBezTo>
                  <ns1:pt x="76" y="160"/>
                  <ns1:pt x="76" y="160"/>
                  <ns1:pt x="76" y="160"/>
                </ns1:cubicBezTo>
                <ns1:cubicBezTo>
                  <ns1:pt x="75" y="157"/>
                  <ns1:pt x="73" y="155"/>
                  <ns1:pt x="70" y="154"/>
                </ns1:cubicBezTo>
                <ns1:cubicBezTo>
                  <ns1:pt x="65" y="152"/>
                  <ns1:pt x="59" y="150"/>
                  <ns1:pt x="54" y="147"/>
                </ns1:cubicBezTo>
                <ns1:cubicBezTo>
                  <ns1:pt x="53" y="146"/>
                  <ns1:pt x="51" y="146"/>
                  <ns1:pt x="50" y="146"/>
                </ns1:cubicBezTo>
                <ns1:cubicBezTo>
                  <ns1:pt x="48" y="146"/>
                  <ns1:pt x="47" y="146"/>
                  <ns1:pt x="46" y="147"/>
                </ns1:cubicBezTo>
                <ns1:cubicBezTo>
                  <ns1:pt x="39" y="152"/>
                  <ns1:pt x="39" y="152"/>
                  <ns1:pt x="39" y="152"/>
                </ns1:cubicBezTo>
                <ns1:cubicBezTo>
                  <ns1:pt x="38" y="152"/>
                  <ns1:pt x="38" y="152"/>
                  <ns1:pt x="38" y="152"/>
                </ns1:cubicBezTo>
                <ns1:cubicBezTo>
                  <ns1:pt x="24" y="138"/>
                  <ns1:pt x="24" y="138"/>
                  <ns1:pt x="24" y="138"/>
                </ns1:cubicBezTo>
                <ns1:cubicBezTo>
                  <ns1:pt x="29" y="130"/>
                  <ns1:pt x="29" y="130"/>
                  <ns1:pt x="29" y="130"/>
                </ns1:cubicBezTo>
                <ns1:cubicBezTo>
                  <ns1:pt x="30" y="128"/>
                  <ns1:pt x="30" y="125"/>
                  <ns1:pt x="29" y="122"/>
                </ns1:cubicBezTo>
                <ns1:cubicBezTo>
                  <ns1:pt x="26" y="117"/>
                  <ns1:pt x="24" y="111"/>
                  <ns1:pt x="22" y="106"/>
                </ns1:cubicBezTo>
                <ns1:cubicBezTo>
                  <ns1:pt x="21" y="103"/>
                  <ns1:pt x="19" y="101"/>
                  <ns1:pt x="16" y="100"/>
                </ns1:cubicBezTo>
                <ns1:cubicBezTo>
                  <ns1:pt x="8" y="98"/>
                  <ns1:pt x="8" y="98"/>
                  <ns1:pt x="8" y="98"/>
                </ns1:cubicBezTo>
                <ns1:cubicBezTo>
                  <ns1:pt x="8" y="98"/>
                  <ns1:pt x="8" y="98"/>
                  <ns1:pt x="8" y="98"/>
                </ns1:cubicBezTo>
                <ns1:cubicBezTo>
                  <ns1:pt x="8" y="78"/>
                  <ns1:pt x="8" y="78"/>
                  <ns1:pt x="8" y="78"/>
                </ns1:cubicBezTo>
                <ns1:cubicBezTo>
                  <ns1:pt x="16" y="76"/>
                  <ns1:pt x="16" y="76"/>
                  <ns1:pt x="16" y="76"/>
                </ns1:cubicBezTo>
                <ns1:cubicBezTo>
                  <ns1:pt x="19" y="75"/>
                  <ns1:pt x="21" y="73"/>
                  <ns1:pt x="22" y="70"/>
                </ns1:cubicBezTo>
                <ns1:cubicBezTo>
                  <ns1:pt x="24" y="65"/>
                  <ns1:pt x="26" y="59"/>
                  <ns1:pt x="29" y="54"/>
                </ns1:cubicBezTo>
                <ns1:cubicBezTo>
                  <ns1:pt x="30" y="51"/>
                  <ns1:pt x="30" y="48"/>
                  <ns1:pt x="29" y="46"/>
                </ns1:cubicBezTo>
                <ns1:cubicBezTo>
                  <ns1:pt x="24" y="38"/>
                  <ns1:pt x="24" y="38"/>
                  <ns1:pt x="24" y="38"/>
                </ns1:cubicBezTo>
                <ns1:cubicBezTo>
                  <ns1:pt x="24" y="38"/>
                  <ns1:pt x="24" y="38"/>
                  <ns1:pt x="24" y="38"/>
                </ns1:cubicBezTo>
                <ns1:cubicBezTo>
                  <ns1:pt x="38" y="24"/>
                  <ns1:pt x="38" y="24"/>
                  <ns1:pt x="38" y="24"/>
                </ns1:cubicBezTo>
                <ns1:cubicBezTo>
                  <ns1:pt x="46" y="29"/>
                  <ns1:pt x="46" y="29"/>
                  <ns1:pt x="46" y="29"/>
                </ns1:cubicBezTo>
                <ns1:cubicBezTo>
                  <ns1:pt x="47" y="30"/>
                  <ns1:pt x="48" y="30"/>
                  <ns1:pt x="50" y="30"/>
                </ns1:cubicBezTo>
                <ns1:cubicBezTo>
                  <ns1:pt x="51" y="30"/>
                  <ns1:pt x="53" y="30"/>
                  <ns1:pt x="54" y="29"/>
                </ns1:cubicBezTo>
                <ns1:cubicBezTo>
                  <ns1:pt x="59" y="26"/>
                  <ns1:pt x="65" y="24"/>
                  <ns1:pt x="70" y="22"/>
                </ns1:cubicBezTo>
                <ns1:cubicBezTo>
                  <ns1:pt x="73" y="21"/>
                  <ns1:pt x="75" y="19"/>
                  <ns1:pt x="76" y="16"/>
                </ns1:cubicBezTo>
                <ns1:cubicBezTo>
                  <ns1:pt x="78" y="8"/>
                  <ns1:pt x="78" y="8"/>
                  <ns1:pt x="78" y="8"/>
                </ns1:cubicBezTo>
                <ns1:cubicBezTo>
                  <ns1:pt x="98" y="8"/>
                  <ns1:pt x="98" y="8"/>
                  <ns1:pt x="98" y="8"/>
                </ns1:cubicBezTo>
                <ns1:cubicBezTo>
                  <ns1:pt x="98" y="8"/>
                  <ns1:pt x="98" y="8"/>
                  <ns1:pt x="98" y="8"/>
                </ns1:cubicBezTo>
                <ns1:cubicBezTo>
                  <ns1:pt x="100" y="16"/>
                  <ns1:pt x="100" y="16"/>
                  <ns1:pt x="100" y="16"/>
                </ns1:cubicBezTo>
                <ns1:cubicBezTo>
                  <ns1:pt x="101" y="19"/>
                  <ns1:pt x="103" y="21"/>
                  <ns1:pt x="106" y="22"/>
                </ns1:cubicBezTo>
                <ns1:cubicBezTo>
                  <ns1:pt x="111" y="24"/>
                  <ns1:pt x="117" y="26"/>
                  <ns1:pt x="122" y="29"/>
                </ns1:cubicBezTo>
                <ns1:cubicBezTo>
                  <ns1:pt x="123" y="30"/>
                  <ns1:pt x="125" y="30"/>
                  <ns1:pt x="126" y="30"/>
                </ns1:cubicBezTo>
                <ns1:cubicBezTo>
                  <ns1:pt x="128" y="30"/>
                  <ns1:pt x="129" y="30"/>
                  <ns1:pt x="130" y="29"/>
                </ns1:cubicBezTo>
                <ns1:cubicBezTo>
                  <ns1:pt x="138" y="24"/>
                  <ns1:pt x="138" y="24"/>
                  <ns1:pt x="138" y="24"/>
                </ns1:cubicBezTo>
                <ns1:cubicBezTo>
                  <ns1:pt x="152" y="38"/>
                  <ns1:pt x="152" y="38"/>
                  <ns1:pt x="152" y="38"/>
                </ns1:cubicBezTo>
                <ns1:cubicBezTo>
                  <ns1:pt x="152" y="38"/>
                  <ns1:pt x="152" y="38"/>
                  <ns1:pt x="152" y="39"/>
                </ns1:cubicBezTo>
                <ns1:cubicBezTo>
                  <ns1:pt x="147" y="46"/>
                  <ns1:pt x="147" y="46"/>
                  <ns1:pt x="147" y="46"/>
                </ns1:cubicBezTo>
                <ns1:cubicBezTo>
                  <ns1:pt x="146" y="48"/>
                  <ns1:pt x="146" y="51"/>
                  <ns1:pt x="147" y="54"/>
                </ns1:cubicBezTo>
                <ns1:cubicBezTo>
                  <ns1:pt x="150" y="59"/>
                  <ns1:pt x="152" y="65"/>
                  <ns1:pt x="154" y="70"/>
                </ns1:cubicBezTo>
                <ns1:cubicBezTo>
                  <ns1:pt x="155" y="73"/>
                  <ns1:pt x="157" y="75"/>
                  <ns1:pt x="160" y="76"/>
                </ns1:cubicBezTo>
                <ns1:cubicBezTo>
                  <ns1:pt x="168" y="78"/>
                  <ns1:pt x="168" y="78"/>
                  <ns1:pt x="168" y="78"/>
                </ns1:cubicBezTo>
                <ns1:lnTo>
                  <ns1:pt x="168" y="98"/>
                </ns1:lnTo>
                <ns1:close/>
                <ns1:moveTo>
                  <ns1:pt x="88" y="48"/>
                </ns1:moveTo>
                <ns1:cubicBezTo>
                  <ns1:pt x="66" y="48"/>
                  <ns1:pt x="48" y="66"/>
                  <ns1:pt x="48" y="88"/>
                </ns1:cubicBezTo>
                <ns1:cubicBezTo>
                  <ns1:pt x="48" y="110"/>
                  <ns1:pt x="66" y="128"/>
                  <ns1:pt x="88" y="128"/>
                </ns1:cubicBezTo>
                <ns1:cubicBezTo>
                  <ns1:pt x="110" y="128"/>
                  <ns1:pt x="128" y="110"/>
                  <ns1:pt x="128" y="88"/>
                </ns1:cubicBezTo>
                <ns1:cubicBezTo>
                  <ns1:pt x="128" y="66"/>
                  <ns1:pt x="110" y="48"/>
                  <ns1:pt x="88" y="48"/>
                </ns1:cubicBezTo>
                <ns1:moveTo>
                  <ns1:pt x="88" y="120"/>
                </ns1:moveTo>
                <ns1:cubicBezTo>
                  <ns1:pt x="70" y="120"/>
                  <ns1:pt x="56" y="106"/>
                  <ns1:pt x="56" y="88"/>
                </ns1:cubicBezTo>
                <ns1:cubicBezTo>
                  <ns1:pt x="56" y="70"/>
                  <ns1:pt x="70" y="56"/>
                  <ns1:pt x="88" y="56"/>
                </ns1:cubicBezTo>
                <ns1:cubicBezTo>
                  <ns1:pt x="106" y="56"/>
                  <ns1:pt x="120" y="70"/>
                  <ns1:pt x="120" y="88"/>
                </ns1:cubicBezTo>
                <ns1:cubicBezTo>
                  <ns1:pt x="120" y="106"/>
                  <ns1:pt x="106" y="120"/>
                  <ns1:pt x="88" y="120"/>
                </ns1:cubicBezTo>
              </ns1:path>
            </ns1:pathLst>
          </ns1:custGeom>
          <ns1:solidFill>
            <ns1:schemeClr val="tx1"/>
          </ns1:solidFill>
          <ns1:ln>
            <ns1:noFill/>
          </ns1:ln>
          <ns1:extLst/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en-US" sz="2700"/>
          </ns1:p>
        </ns0:txBody>
      </ns0:sp>
      <ns0:sp>
        <ns0:nvSpPr>
          <ns0:cNvPr id="77" name="Freeform 71"/>
          <ns0:cNvSpPr>
            <ns1:spLocks noEditPoints="1"/>
          </ns0:cNvSpPr>
          <ns0:nvPr/>
        </ns0:nvSpPr>
        <ns0:spPr bwMode="auto">
          <ns1:xfrm>
            <ns1:off x="7464426" y="3879852"/>
            <ns1:ext cx="320675" cy="320675"/>
          </ns1:xfrm>
          <ns1:custGeom>
            <ns1:avLst/>
            <ns1:gdLst>
              <ns1:gd name="T0" fmla="*/ 88 w 176"/>
              <ns1:gd name="T1" fmla="*/ 136 h 176"/>
              <ns1:gd name="T2" fmla="*/ 88 w 176"/>
              <ns1:gd name="T3" fmla="*/ 48 h 176"/>
              <ns1:gd name="T4" fmla="*/ 88 w 176"/>
              <ns1:gd name="T5" fmla="*/ 72 h 176"/>
              <ns1:gd name="T6" fmla="*/ 88 w 176"/>
              <ns1:gd name="T7" fmla="*/ 48 h 176"/>
              <ns1:gd name="T8" fmla="*/ 51 w 176"/>
              <ns1:gd name="T9" fmla="*/ 72 h 176"/>
              <ns1:gd name="T10" fmla="*/ 84 w 176"/>
              <ns1:gd name="T11" fmla="*/ 103 h 176"/>
              <ns1:gd name="T12" fmla="*/ 88 w 176"/>
              <ns1:gd name="T13" fmla="*/ 80 h 176"/>
              <ns1:gd name="T14" fmla="*/ 80 w 176"/>
              <ns1:gd name="T15" fmla="*/ 88 h 176"/>
              <ns1:gd name="T16" fmla="*/ 92 w 176"/>
              <ns1:gd name="T17" fmla="*/ 103 h 176"/>
              <ns1:gd name="T18" fmla="*/ 125 w 176"/>
              <ns1:gd name="T19" fmla="*/ 72 h 176"/>
              <ns1:gd name="T20" fmla="*/ 162 w 176"/>
              <ns1:gd name="T21" fmla="*/ 68 h 176"/>
              <ns1:gd name="T22" fmla="*/ 159 w 176"/>
              <ns1:gd name="T23" fmla="*/ 34 h 176"/>
              <ns1:gd name="T24" fmla="*/ 134 w 176"/>
              <ns1:gd name="T25" fmla="*/ 17 h 176"/>
              <ns1:gd name="T26" fmla="*/ 106 w 176"/>
              <ns1:gd name="T27" fmla="*/ 6 h 176"/>
              <ns1:gd name="T28" fmla="*/ 70 w 176"/>
              <ns1:gd name="T29" fmla="*/ 6 h 176"/>
              <ns1:gd name="T30" fmla="*/ 42 w 176"/>
              <ns1:gd name="T31" fmla="*/ 17 h 176"/>
              <ns1:gd name="T32" fmla="*/ 17 w 176"/>
              <ns1:gd name="T33" fmla="*/ 34 h 176"/>
              <ns1:gd name="T34" fmla="*/ 14 w 176"/>
              <ns1:gd name="T35" fmla="*/ 68 h 176"/>
              <ns1:gd name="T36" fmla="*/ 0 w 176"/>
              <ns1:gd name="T37" fmla="*/ 100 h 176"/>
              <ns1:gd name="T38" fmla="*/ 22 w 176"/>
              <ns1:gd name="T39" fmla="*/ 126 h 176"/>
              <ns1:gd name="T40" fmla="*/ 34 w 176"/>
              <ns1:gd name="T41" fmla="*/ 159 h 176"/>
              <ns1:gd name="T42" fmla="*/ 50 w 176"/>
              <ns1:gd name="T43" fmla="*/ 154 h 176"/>
              <ns1:gd name="T44" fmla="*/ 76 w 176"/>
              <ns1:gd name="T45" fmla="*/ 176 h 176"/>
              <ns1:gd name="T46" fmla="*/ 108 w 176"/>
              <ns1:gd name="T47" fmla="*/ 162 h 176"/>
              <ns1:gd name="T48" fmla="*/ 138 w 176"/>
              <ns1:gd name="T49" fmla="*/ 160 h 176"/>
              <ns1:gd name="T50" fmla="*/ 159 w 176"/>
              <ns1:gd name="T51" fmla="*/ 134 h 176"/>
              <ns1:gd name="T52" fmla="*/ 170 w 176"/>
              <ns1:gd name="T53" fmla="*/ 106 h 176"/>
              <ns1:gd name="T54" fmla="*/ 170 w 176"/>
              <ns1:gd name="T55" fmla="*/ 70 h 176"/>
              <ns1:gd name="T56" fmla="*/ 160 w 176"/>
              <ns1:gd name="T57" fmla="*/ 100 h 176"/>
              <ns1:gd name="T58" fmla="*/ 147 w 176"/>
              <ns1:gd name="T59" fmla="*/ 130 h 176"/>
              <ns1:gd name="T60" fmla="*/ 138 w 176"/>
              <ns1:gd name="T61" fmla="*/ 152 h 176"/>
              <ns1:gd name="T62" fmla="*/ 122 w 176"/>
              <ns1:gd name="T63" fmla="*/ 147 h 176"/>
              <ns1:gd name="T64" fmla="*/ 98 w 176"/>
              <ns1:gd name="T65" fmla="*/ 168 h 176"/>
              <ns1:gd name="T66" fmla="*/ 76 w 176"/>
              <ns1:gd name="T67" fmla="*/ 160 h 176"/>
              <ns1:gd name="T68" fmla="*/ 50 w 176"/>
              <ns1:gd name="T69" fmla="*/ 146 h 176"/>
              <ns1:gd name="T70" fmla="*/ 38 w 176"/>
              <ns1:gd name="T71" fmla="*/ 152 h 176"/>
              <ns1:gd name="T72" fmla="*/ 29 w 176"/>
              <ns1:gd name="T73" fmla="*/ 122 h 176"/>
              <ns1:gd name="T74" fmla="*/ 8 w 176"/>
              <ns1:gd name="T75" fmla="*/ 98 h 176"/>
              <ns1:gd name="T76" fmla="*/ 16 w 176"/>
              <ns1:gd name="T77" fmla="*/ 76 h 176"/>
              <ns1:gd name="T78" fmla="*/ 29 w 176"/>
              <ns1:gd name="T79" fmla="*/ 46 h 176"/>
              <ns1:gd name="T80" fmla="*/ 38 w 176"/>
              <ns1:gd name="T81" fmla="*/ 24 h 176"/>
              <ns1:gd name="T82" fmla="*/ 54 w 176"/>
              <ns1:gd name="T83" fmla="*/ 29 h 176"/>
              <ns1:gd name="T84" fmla="*/ 78 w 176"/>
              <ns1:gd name="T85" fmla="*/ 8 h 176"/>
              <ns1:gd name="T86" fmla="*/ 100 w 176"/>
              <ns1:gd name="T87" fmla="*/ 16 h 176"/>
              <ns1:gd name="T88" fmla="*/ 126 w 176"/>
              <ns1:gd name="T89" fmla="*/ 30 h 176"/>
              <ns1:gd name="T90" fmla="*/ 152 w 176"/>
              <ns1:gd name="T91" fmla="*/ 38 h 176"/>
              <ns1:gd name="T92" fmla="*/ 147 w 176"/>
              <ns1:gd name="T93" fmla="*/ 54 h 176"/>
              <ns1:gd name="T94" fmla="*/ 168 w 176"/>
              <ns1:gd name="T95" fmla="*/ 78 h 176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  <ns1:cxn ang="0">
                <ns1:pos x="T32" y="T33"/>
              </ns1:cxn>
              <ns1:cxn ang="0">
                <ns1:pos x="T34" y="T35"/>
              </ns1:cxn>
              <ns1:cxn ang="0">
                <ns1:pos x="T36" y="T37"/>
              </ns1:cxn>
              <ns1:cxn ang="0">
                <ns1:pos x="T38" y="T39"/>
              </ns1:cxn>
              <ns1:cxn ang="0">
                <ns1:pos x="T40" y="T41"/>
              </ns1:cxn>
              <ns1:cxn ang="0">
                <ns1:pos x="T42" y="T43"/>
              </ns1:cxn>
              <ns1:cxn ang="0">
                <ns1:pos x="T44" y="T45"/>
              </ns1:cxn>
              <ns1:cxn ang="0">
                <ns1:pos x="T46" y="T47"/>
              </ns1:cxn>
              <ns1:cxn ang="0">
                <ns1:pos x="T48" y="T49"/>
              </ns1:cxn>
              <ns1:cxn ang="0">
                <ns1:pos x="T50" y="T51"/>
              </ns1:cxn>
              <ns1:cxn ang="0">
                <ns1:pos x="T52" y="T53"/>
              </ns1:cxn>
              <ns1:cxn ang="0">
                <ns1:pos x="T54" y="T55"/>
              </ns1:cxn>
              <ns1:cxn ang="0">
                <ns1:pos x="T56" y="T57"/>
              </ns1:cxn>
              <ns1:cxn ang="0">
                <ns1:pos x="T58" y="T59"/>
              </ns1:cxn>
              <ns1:cxn ang="0">
                <ns1:pos x="T60" y="T61"/>
              </ns1:cxn>
              <ns1:cxn ang="0">
                <ns1:pos x="T62" y="T63"/>
              </ns1:cxn>
              <ns1:cxn ang="0">
                <ns1:pos x="T64" y="T65"/>
              </ns1:cxn>
              <ns1:cxn ang="0">
                <ns1:pos x="T66" y="T67"/>
              </ns1:cxn>
              <ns1:cxn ang="0">
                <ns1:pos x="T68" y="T69"/>
              </ns1:cxn>
              <ns1:cxn ang="0">
                <ns1:pos x="T70" y="T71"/>
              </ns1:cxn>
              <ns1:cxn ang="0">
                <ns1:pos x="T72" y="T73"/>
              </ns1:cxn>
              <ns1:cxn ang="0">
                <ns1:pos x="T74" y="T75"/>
              </ns1:cxn>
              <ns1:cxn ang="0">
                <ns1:pos x="T76" y="T77"/>
              </ns1:cxn>
              <ns1:cxn ang="0">
                <ns1:pos x="T78" y="T79"/>
              </ns1:cxn>
              <ns1:cxn ang="0">
                <ns1:pos x="T80" y="T81"/>
              </ns1:cxn>
              <ns1:cxn ang="0">
                <ns1:pos x="T82" y="T83"/>
              </ns1:cxn>
              <ns1:cxn ang="0">
                <ns1:pos x="T84" y="T85"/>
              </ns1:cxn>
              <ns1:cxn ang="0">
                <ns1:pos x="T86" y="T87"/>
              </ns1:cxn>
              <ns1:cxn ang="0">
                <ns1:pos x="T88" y="T89"/>
              </ns1:cxn>
              <ns1:cxn ang="0">
                <ns1:pos x="T90" y="T91"/>
              </ns1:cxn>
              <ns1:cxn ang="0">
                <ns1:pos x="T92" y="T93"/>
              </ns1:cxn>
              <ns1:cxn ang="0">
                <ns1:pos x="T94" y="T95"/>
              </ns1:cxn>
            </ns1:cxnLst>
            <ns1:rect l="0" t="0" r="r" b="b"/>
            <ns1:pathLst>
              <ns1:path w="176" h="176">
                <ns1:moveTo>
                  <ns1:pt x="88" y="40"/>
                </ns1:moveTo>
                <ns1:cubicBezTo>
                  <ns1:pt x="61" y="40"/>
                  <ns1:pt x="40" y="61"/>
                  <ns1:pt x="40" y="88"/>
                </ns1:cubicBezTo>
                <ns1:cubicBezTo>
                  <ns1:pt x="40" y="115"/>
                  <ns1:pt x="61" y="136"/>
                  <ns1:pt x="88" y="136"/>
                </ns1:cubicBezTo>
                <ns1:cubicBezTo>
                  <ns1:pt x="115" y="136"/>
                  <ns1:pt x="136" y="115"/>
                  <ns1:pt x="136" y="88"/>
                </ns1:cubicBezTo>
                <ns1:cubicBezTo>
                  <ns1:pt x="136" y="61"/>
                  <ns1:pt x="115" y="40"/>
                  <ns1:pt x="88" y="40"/>
                </ns1:cubicBezTo>
                <ns1:moveTo>
                  <ns1:pt x="88" y="48"/>
                </ns1:moveTo>
                <ns1:cubicBezTo>
                  <ns1:pt x="102" y="48"/>
                  <ns1:pt x="114" y="55"/>
                  <ns1:pt x="121" y="65"/>
                </ns1:cubicBezTo>
                <ns1:cubicBezTo>
                  <ns1:pt x="100" y="77"/>
                  <ns1:pt x="100" y="77"/>
                  <ns1:pt x="100" y="77"/>
                </ns1:cubicBezTo>
                <ns1:cubicBezTo>
                  <ns1:pt x="97" y="74"/>
                  <ns1:pt x="93" y="72"/>
                  <ns1:pt x="88" y="72"/>
                </ns1:cubicBezTo>
                <ns1:cubicBezTo>
                  <ns1:pt x="83" y="72"/>
                  <ns1:pt x="79" y="74"/>
                  <ns1:pt x="76" y="77"/>
                </ns1:cubicBezTo>
                <ns1:cubicBezTo>
                  <ns1:pt x="55" y="65"/>
                  <ns1:pt x="55" y="65"/>
                  <ns1:pt x="55" y="65"/>
                </ns1:cubicBezTo>
                <ns1:cubicBezTo>
                  <ns1:pt x="62" y="55"/>
                  <ns1:pt x="74" y="48"/>
                  <ns1:pt x="88" y="48"/>
                </ns1:cubicBezTo>
                <ns1:moveTo>
                  <ns1:pt x="84" y="128"/>
                </ns1:moveTo>
                <ns1:cubicBezTo>
                  <ns1:pt x="64" y="126"/>
                  <ns1:pt x="48" y="109"/>
                  <ns1:pt x="48" y="88"/>
                </ns1:cubicBezTo>
                <ns1:cubicBezTo>
                  <ns1:pt x="48" y="82"/>
                  <ns1:pt x="49" y="77"/>
                  <ns1:pt x="51" y="72"/>
                </ns1:cubicBezTo>
                <ns1:cubicBezTo>
                  <ns1:pt x="73" y="84"/>
                  <ns1:pt x="73" y="84"/>
                  <ns1:pt x="73" y="84"/>
                </ns1:cubicBezTo>
                <ns1:cubicBezTo>
                  <ns1:pt x="72" y="85"/>
                  <ns1:pt x="72" y="87"/>
                  <ns1:pt x="72" y="88"/>
                </ns1:cubicBezTo>
                <ns1:cubicBezTo>
                  <ns1:pt x="72" y="95"/>
                  <ns1:pt x="77" y="102"/>
                  <ns1:pt x="84" y="103"/>
                </ns1:cubicBezTo>
                <ns1:lnTo>
                  <ns1:pt x="84" y="128"/>
                </ns1:lnTo>
                <ns1:close/>
                <ns1:moveTo>
                  <ns1:pt x="80" y="88"/>
                </ns1:moveTo>
                <ns1:cubicBezTo>
                  <ns1:pt x="80" y="84"/>
                  <ns1:pt x="84" y="80"/>
                  <ns1:pt x="88" y="80"/>
                </ns1:cubicBezTo>
                <ns1:cubicBezTo>
                  <ns1:pt x="92" y="80"/>
                  <ns1:pt x="96" y="84"/>
                  <ns1:pt x="96" y="88"/>
                </ns1:cubicBezTo>
                <ns1:cubicBezTo>
                  <ns1:pt x="96" y="92"/>
                  <ns1:pt x="92" y="96"/>
                  <ns1:pt x="88" y="96"/>
                </ns1:cubicBezTo>
                <ns1:cubicBezTo>
                  <ns1:pt x="84" y="96"/>
                  <ns1:pt x="80" y="92"/>
                  <ns1:pt x="80" y="88"/>
                </ns1:cubicBezTo>
                <ns1:moveTo>
                  <ns1:pt x="128" y="88"/>
                </ns1:moveTo>
                <ns1:cubicBezTo>
                  <ns1:pt x="128" y="109"/>
                  <ns1:pt x="112" y="126"/>
                  <ns1:pt x="92" y="128"/>
                </ns1:cubicBezTo>
                <ns1:cubicBezTo>
                  <ns1:pt x="92" y="103"/>
                  <ns1:pt x="92" y="103"/>
                  <ns1:pt x="92" y="103"/>
                </ns1:cubicBezTo>
                <ns1:cubicBezTo>
                  <ns1:pt x="99" y="102"/>
                  <ns1:pt x="104" y="95"/>
                  <ns1:pt x="104" y="88"/>
                </ns1:cubicBezTo>
                <ns1:cubicBezTo>
                  <ns1:pt x="104" y="87"/>
                  <ns1:pt x="104" y="85"/>
                  <ns1:pt x="103" y="84"/>
                </ns1:cubicBezTo>
                <ns1:cubicBezTo>
                  <ns1:pt x="125" y="72"/>
                  <ns1:pt x="125" y="72"/>
                  <ns1:pt x="125" y="72"/>
                </ns1:cubicBezTo>
                <ns1:cubicBezTo>
                  <ns1:pt x="127" y="77"/>
                  <ns1:pt x="128" y="82"/>
                  <ns1:pt x="128" y="88"/>
                </ns1:cubicBezTo>
                <ns1:moveTo>
                  <ns1:pt x="170" y="70"/>
                </ns1:moveTo>
                <ns1:cubicBezTo>
                  <ns1:pt x="162" y="68"/>
                  <ns1:pt x="162" y="68"/>
                  <ns1:pt x="162" y="68"/>
                </ns1:cubicBezTo>
                <ns1:cubicBezTo>
                  <ns1:pt x="160" y="62"/>
                  <ns1:pt x="157" y="56"/>
                  <ns1:pt x="154" y="50"/>
                </ns1:cubicBezTo>
                <ns1:cubicBezTo>
                  <ns1:pt x="159" y="42"/>
                  <ns1:pt x="159" y="42"/>
                  <ns1:pt x="159" y="42"/>
                </ns1:cubicBezTo>
                <ns1:cubicBezTo>
                  <ns1:pt x="160" y="40"/>
                  <ns1:pt x="161" y="36"/>
                  <ns1:pt x="159" y="34"/>
                </ns1:cubicBezTo>
                <ns1:cubicBezTo>
                  <ns1:pt x="142" y="17"/>
                  <ns1:pt x="142" y="17"/>
                  <ns1:pt x="142" y="17"/>
                </ns1:cubicBezTo>
                <ns1:cubicBezTo>
                  <ns1:pt x="141" y="16"/>
                  <ns1:pt x="140" y="16"/>
                  <ns1:pt x="138" y="16"/>
                </ns1:cubicBezTo>
                <ns1:cubicBezTo>
                  <ns1:pt x="137" y="16"/>
                  <ns1:pt x="135" y="17"/>
                  <ns1:pt x="134" y="17"/>
                </ns1:cubicBezTo>
                <ns1:cubicBezTo>
                  <ns1:pt x="126" y="22"/>
                  <ns1:pt x="126" y="22"/>
                  <ns1:pt x="126" y="22"/>
                </ns1:cubicBezTo>
                <ns1:cubicBezTo>
                  <ns1:pt x="120" y="19"/>
                  <ns1:pt x="114" y="16"/>
                  <ns1:pt x="108" y="14"/>
                </ns1:cubicBezTo>
                <ns1:cubicBezTo>
                  <ns1:pt x="106" y="6"/>
                  <ns1:pt x="106" y="6"/>
                  <ns1:pt x="106" y="6"/>
                </ns1:cubicBezTo>
                <ns1:cubicBezTo>
                  <ns1:pt x="105" y="3"/>
                  <ns1:pt x="103" y="0"/>
                  <ns1:pt x="100" y="0"/>
                </ns1:cubicBezTo>
                <ns1:cubicBezTo>
                  <ns1:pt x="76" y="0"/>
                  <ns1:pt x="76" y="0"/>
                  <ns1:pt x="76" y="0"/>
                </ns1:cubicBezTo>
                <ns1:cubicBezTo>
                  <ns1:pt x="73" y="0"/>
                  <ns1:pt x="71" y="3"/>
                  <ns1:pt x="70" y="6"/>
                </ns1:cubicBezTo>
                <ns1:cubicBezTo>
                  <ns1:pt x="68" y="14"/>
                  <ns1:pt x="68" y="14"/>
                  <ns1:pt x="68" y="14"/>
                </ns1:cubicBezTo>
                <ns1:cubicBezTo>
                  <ns1:pt x="62" y="16"/>
                  <ns1:pt x="56" y="19"/>
                  <ns1:pt x="50" y="22"/>
                </ns1:cubicBezTo>
                <ns1:cubicBezTo>
                  <ns1:pt x="42" y="17"/>
                  <ns1:pt x="42" y="17"/>
                  <ns1:pt x="42" y="17"/>
                </ns1:cubicBezTo>
                <ns1:cubicBezTo>
                  <ns1:pt x="41" y="17"/>
                  <ns1:pt x="39" y="16"/>
                  <ns1:pt x="38" y="16"/>
                </ns1:cubicBezTo>
                <ns1:cubicBezTo>
                  <ns1:pt x="36" y="16"/>
                  <ns1:pt x="35" y="16"/>
                  <ns1:pt x="34" y="17"/>
                </ns1:cubicBezTo>
                <ns1:cubicBezTo>
                  <ns1:pt x="17" y="34"/>
                  <ns1:pt x="17" y="34"/>
                  <ns1:pt x="17" y="34"/>
                </ns1:cubicBezTo>
                <ns1:cubicBezTo>
                  <ns1:pt x="15" y="36"/>
                  <ns1:pt x="16" y="40"/>
                  <ns1:pt x="17" y="42"/>
                </ns1:cubicBezTo>
                <ns1:cubicBezTo>
                  <ns1:pt x="22" y="50"/>
                  <ns1:pt x="22" y="50"/>
                  <ns1:pt x="22" y="50"/>
                </ns1:cubicBezTo>
                <ns1:cubicBezTo>
                  <ns1:pt x="19" y="56"/>
                  <ns1:pt x="16" y="62"/>
                  <ns1:pt x="14" y="68"/>
                </ns1:cubicBezTo>
                <ns1:cubicBezTo>
                  <ns1:pt x="6" y="70"/>
                  <ns1:pt x="6" y="70"/>
                  <ns1:pt x="6" y="70"/>
                </ns1:cubicBezTo>
                <ns1:cubicBezTo>
                  <ns1:pt x="3" y="71"/>
                  <ns1:pt x="0" y="73"/>
                  <ns1:pt x="0" y="76"/>
                </ns1:cubicBezTo>
                <ns1:cubicBezTo>
                  <ns1:pt x="0" y="100"/>
                  <ns1:pt x="0" y="100"/>
                  <ns1:pt x="0" y="100"/>
                </ns1:cubicBezTo>
                <ns1:cubicBezTo>
                  <ns1:pt x="0" y="103"/>
                  <ns1:pt x="3" y="105"/>
                  <ns1:pt x="6" y="106"/>
                </ns1:cubicBezTo>
                <ns1:cubicBezTo>
                  <ns1:pt x="14" y="108"/>
                  <ns1:pt x="14" y="108"/>
                  <ns1:pt x="14" y="108"/>
                </ns1:cubicBezTo>
                <ns1:cubicBezTo>
                  <ns1:pt x="16" y="114"/>
                  <ns1:pt x="19" y="120"/>
                  <ns1:pt x="22" y="126"/>
                </ns1:cubicBezTo>
                <ns1:cubicBezTo>
                  <ns1:pt x="17" y="134"/>
                  <ns1:pt x="17" y="134"/>
                  <ns1:pt x="17" y="134"/>
                </ns1:cubicBezTo>
                <ns1:cubicBezTo>
                  <ns1:pt x="16" y="136"/>
                  <ns1:pt x="15" y="140"/>
                  <ns1:pt x="17" y="142"/>
                </ns1:cubicBezTo>
                <ns1:cubicBezTo>
                  <ns1:pt x="34" y="159"/>
                  <ns1:pt x="34" y="159"/>
                  <ns1:pt x="34" y="159"/>
                </ns1:cubicBezTo>
                <ns1:cubicBezTo>
                  <ns1:pt x="35" y="160"/>
                  <ns1:pt x="36" y="160"/>
                  <ns1:pt x="38" y="160"/>
                </ns1:cubicBezTo>
                <ns1:cubicBezTo>
                  <ns1:pt x="39" y="160"/>
                  <ns1:pt x="41" y="159"/>
                  <ns1:pt x="42" y="159"/>
                </ns1:cubicBezTo>
                <ns1:cubicBezTo>
                  <ns1:pt x="50" y="154"/>
                  <ns1:pt x="50" y="154"/>
                  <ns1:pt x="50" y="154"/>
                </ns1:cubicBezTo>
                <ns1:cubicBezTo>
                  <ns1:pt x="56" y="157"/>
                  <ns1:pt x="62" y="160"/>
                  <ns1:pt x="68" y="162"/>
                </ns1:cubicBezTo>
                <ns1:cubicBezTo>
                  <ns1:pt x="70" y="170"/>
                  <ns1:pt x="70" y="170"/>
                  <ns1:pt x="70" y="170"/>
                </ns1:cubicBezTo>
                <ns1:cubicBezTo>
                  <ns1:pt x="71" y="173"/>
                  <ns1:pt x="73" y="176"/>
                  <ns1:pt x="76" y="176"/>
                </ns1:cubicBezTo>
                <ns1:cubicBezTo>
                  <ns1:pt x="100" y="176"/>
                  <ns1:pt x="100" y="176"/>
                  <ns1:pt x="100" y="176"/>
                </ns1:cubicBezTo>
                <ns1:cubicBezTo>
                  <ns1:pt x="103" y="176"/>
                  <ns1:pt x="105" y="173"/>
                  <ns1:pt x="106" y="170"/>
                </ns1:cubicBezTo>
                <ns1:cubicBezTo>
                  <ns1:pt x="108" y="162"/>
                  <ns1:pt x="108" y="162"/>
                  <ns1:pt x="108" y="162"/>
                </ns1:cubicBezTo>
                <ns1:cubicBezTo>
                  <ns1:pt x="114" y="160"/>
                  <ns1:pt x="120" y="157"/>
                  <ns1:pt x="126" y="154"/>
                </ns1:cubicBezTo>
                <ns1:cubicBezTo>
                  <ns1:pt x="134" y="159"/>
                  <ns1:pt x="134" y="159"/>
                  <ns1:pt x="134" y="159"/>
                </ns1:cubicBezTo>
                <ns1:cubicBezTo>
                  <ns1:pt x="135" y="159"/>
                  <ns1:pt x="137" y="160"/>
                  <ns1:pt x="138" y="160"/>
                </ns1:cubicBezTo>
                <ns1:cubicBezTo>
                  <ns1:pt x="140" y="160"/>
                  <ns1:pt x="141" y="160"/>
                  <ns1:pt x="142" y="159"/>
                </ns1:cubicBezTo>
                <ns1:cubicBezTo>
                  <ns1:pt x="159" y="142"/>
                  <ns1:pt x="159" y="142"/>
                  <ns1:pt x="159" y="142"/>
                </ns1:cubicBezTo>
                <ns1:cubicBezTo>
                  <ns1:pt x="161" y="140"/>
                  <ns1:pt x="160" y="136"/>
                  <ns1:pt x="159" y="134"/>
                </ns1:cubicBezTo>
                <ns1:cubicBezTo>
                  <ns1:pt x="154" y="126"/>
                  <ns1:pt x="154" y="126"/>
                  <ns1:pt x="154" y="126"/>
                </ns1:cubicBezTo>
                <ns1:cubicBezTo>
                  <ns1:pt x="157" y="120"/>
                  <ns1:pt x="160" y="114"/>
                  <ns1:pt x="162" y="108"/>
                </ns1:cubicBezTo>
                <ns1:cubicBezTo>
                  <ns1:pt x="170" y="106"/>
                  <ns1:pt x="170" y="106"/>
                  <ns1:pt x="170" y="106"/>
                </ns1:cubicBezTo>
                <ns1:cubicBezTo>
                  <ns1:pt x="173" y="105"/>
                  <ns1:pt x="176" y="103"/>
                  <ns1:pt x="176" y="100"/>
                </ns1:cubicBezTo>
                <ns1:cubicBezTo>
                  <ns1:pt x="176" y="76"/>
                  <ns1:pt x="176" y="76"/>
                  <ns1:pt x="176" y="76"/>
                </ns1:cubicBezTo>
                <ns1:cubicBezTo>
                  <ns1:pt x="176" y="73"/>
                  <ns1:pt x="173" y="71"/>
                  <ns1:pt x="170" y="70"/>
                </ns1:cubicBezTo>
                <ns1:moveTo>
                  <ns1:pt x="168" y="98"/>
                </ns1:moveTo>
                <ns1:cubicBezTo>
                  <ns1:pt x="168" y="98"/>
                  <ns1:pt x="168" y="98"/>
                  <ns1:pt x="168" y="98"/>
                </ns1:cubicBezTo>
                <ns1:cubicBezTo>
                  <ns1:pt x="160" y="100"/>
                  <ns1:pt x="160" y="100"/>
                  <ns1:pt x="160" y="100"/>
                </ns1:cubicBezTo>
                <ns1:cubicBezTo>
                  <ns1:pt x="157" y="101"/>
                  <ns1:pt x="155" y="103"/>
                  <ns1:pt x="154" y="106"/>
                </ns1:cubicBezTo>
                <ns1:cubicBezTo>
                  <ns1:pt x="152" y="111"/>
                  <ns1:pt x="150" y="117"/>
                  <ns1:pt x="147" y="122"/>
                </ns1:cubicBezTo>
                <ns1:cubicBezTo>
                  <ns1:pt x="146" y="125"/>
                  <ns1:pt x="146" y="128"/>
                  <ns1:pt x="147" y="130"/>
                </ns1:cubicBezTo>
                <ns1:cubicBezTo>
                  <ns1:pt x="152" y="138"/>
                  <ns1:pt x="152" y="138"/>
                  <ns1:pt x="152" y="138"/>
                </ns1:cubicBezTo>
                <ns1:cubicBezTo>
                  <ns1:pt x="138" y="152"/>
                  <ns1:pt x="138" y="152"/>
                  <ns1:pt x="138" y="152"/>
                </ns1:cubicBezTo>
                <ns1:cubicBezTo>
                  <ns1:pt x="138" y="152"/>
                  <ns1:pt x="138" y="152"/>
                  <ns1:pt x="138" y="152"/>
                </ns1:cubicBezTo>
                <ns1:cubicBezTo>
                  <ns1:pt x="130" y="147"/>
                  <ns1:pt x="130" y="147"/>
                  <ns1:pt x="130" y="147"/>
                </ns1:cubicBezTo>
                <ns1:cubicBezTo>
                  <ns1:pt x="129" y="146"/>
                  <ns1:pt x="128" y="146"/>
                  <ns1:pt x="126" y="146"/>
                </ns1:cubicBezTo>
                <ns1:cubicBezTo>
                  <ns1:pt x="125" y="146"/>
                  <ns1:pt x="123" y="146"/>
                  <ns1:pt x="122" y="147"/>
                </ns1:cubicBezTo>
                <ns1:cubicBezTo>
                  <ns1:pt x="117" y="150"/>
                  <ns1:pt x="111" y="152"/>
                  <ns1:pt x="106" y="154"/>
                </ns1:cubicBezTo>
                <ns1:cubicBezTo>
                  <ns1:pt x="103" y="155"/>
                  <ns1:pt x="101" y="157"/>
                  <ns1:pt x="100" y="160"/>
                </ns1:cubicBezTo>
                <ns1:cubicBezTo>
                  <ns1:pt x="98" y="168"/>
                  <ns1:pt x="98" y="168"/>
                  <ns1:pt x="98" y="168"/>
                </ns1:cubicBezTo>
                <ns1:cubicBezTo>
                  <ns1:pt x="98" y="168"/>
                  <ns1:pt x="98" y="168"/>
                  <ns1:pt x="98" y="168"/>
                </ns1:cubicBezTo>
                <ns1:cubicBezTo>
                  <ns1:pt x="78" y="168"/>
                  <ns1:pt x="78" y="168"/>
                  <ns1:pt x="78" y="168"/>
                </ns1:cubicBezTo>
                <ns1:cubicBezTo>
                  <ns1:pt x="76" y="160"/>
                  <ns1:pt x="76" y="160"/>
                  <ns1:pt x="76" y="160"/>
                </ns1:cubicBezTo>
                <ns1:cubicBezTo>
                  <ns1:pt x="75" y="157"/>
                  <ns1:pt x="73" y="155"/>
                  <ns1:pt x="70" y="154"/>
                </ns1:cubicBezTo>
                <ns1:cubicBezTo>
                  <ns1:pt x="65" y="152"/>
                  <ns1:pt x="59" y="150"/>
                  <ns1:pt x="54" y="147"/>
                </ns1:cubicBezTo>
                <ns1:cubicBezTo>
                  <ns1:pt x="53" y="146"/>
                  <ns1:pt x="51" y="146"/>
                  <ns1:pt x="50" y="146"/>
                </ns1:cubicBezTo>
                <ns1:cubicBezTo>
                  <ns1:pt x="48" y="146"/>
                  <ns1:pt x="47" y="146"/>
                  <ns1:pt x="46" y="147"/>
                </ns1:cubicBezTo>
                <ns1:cubicBezTo>
                  <ns1:pt x="39" y="152"/>
                  <ns1:pt x="39" y="152"/>
                  <ns1:pt x="39" y="152"/>
                </ns1:cubicBezTo>
                <ns1:cubicBezTo>
                  <ns1:pt x="38" y="152"/>
                  <ns1:pt x="38" y="152"/>
                  <ns1:pt x="38" y="152"/>
                </ns1:cubicBezTo>
                <ns1:cubicBezTo>
                  <ns1:pt x="24" y="138"/>
                  <ns1:pt x="24" y="138"/>
                  <ns1:pt x="24" y="138"/>
                </ns1:cubicBezTo>
                <ns1:cubicBezTo>
                  <ns1:pt x="29" y="130"/>
                  <ns1:pt x="29" y="130"/>
                  <ns1:pt x="29" y="130"/>
                </ns1:cubicBezTo>
                <ns1:cubicBezTo>
                  <ns1:pt x="30" y="128"/>
                  <ns1:pt x="30" y="125"/>
                  <ns1:pt x="29" y="122"/>
                </ns1:cubicBezTo>
                <ns1:cubicBezTo>
                  <ns1:pt x="26" y="117"/>
                  <ns1:pt x="24" y="111"/>
                  <ns1:pt x="22" y="106"/>
                </ns1:cubicBezTo>
                <ns1:cubicBezTo>
                  <ns1:pt x="21" y="103"/>
                  <ns1:pt x="19" y="101"/>
                  <ns1:pt x="16" y="100"/>
                </ns1:cubicBezTo>
                <ns1:cubicBezTo>
                  <ns1:pt x="8" y="98"/>
                  <ns1:pt x="8" y="98"/>
                  <ns1:pt x="8" y="98"/>
                </ns1:cubicBezTo>
                <ns1:cubicBezTo>
                  <ns1:pt x="8" y="98"/>
                  <ns1:pt x="8" y="98"/>
                  <ns1:pt x="8" y="98"/>
                </ns1:cubicBezTo>
                <ns1:cubicBezTo>
                  <ns1:pt x="8" y="78"/>
                  <ns1:pt x="8" y="78"/>
                  <ns1:pt x="8" y="78"/>
                </ns1:cubicBezTo>
                <ns1:cubicBezTo>
                  <ns1:pt x="16" y="76"/>
                  <ns1:pt x="16" y="76"/>
                  <ns1:pt x="16" y="76"/>
                </ns1:cubicBezTo>
                <ns1:cubicBezTo>
                  <ns1:pt x="19" y="75"/>
                  <ns1:pt x="21" y="73"/>
                  <ns1:pt x="22" y="70"/>
                </ns1:cubicBezTo>
                <ns1:cubicBezTo>
                  <ns1:pt x="24" y="65"/>
                  <ns1:pt x="26" y="59"/>
                  <ns1:pt x="29" y="54"/>
                </ns1:cubicBezTo>
                <ns1:cubicBezTo>
                  <ns1:pt x="30" y="51"/>
                  <ns1:pt x="30" y="48"/>
                  <ns1:pt x="29" y="46"/>
                </ns1:cubicBezTo>
                <ns1:cubicBezTo>
                  <ns1:pt x="24" y="38"/>
                  <ns1:pt x="24" y="38"/>
                  <ns1:pt x="24" y="38"/>
                </ns1:cubicBezTo>
                <ns1:cubicBezTo>
                  <ns1:pt x="24" y="38"/>
                  <ns1:pt x="24" y="38"/>
                  <ns1:pt x="24" y="38"/>
                </ns1:cubicBezTo>
                <ns1:cubicBezTo>
                  <ns1:pt x="38" y="24"/>
                  <ns1:pt x="38" y="24"/>
                  <ns1:pt x="38" y="24"/>
                </ns1:cubicBezTo>
                <ns1:cubicBezTo>
                  <ns1:pt x="46" y="29"/>
                  <ns1:pt x="46" y="29"/>
                  <ns1:pt x="46" y="29"/>
                </ns1:cubicBezTo>
                <ns1:cubicBezTo>
                  <ns1:pt x="47" y="30"/>
                  <ns1:pt x="48" y="30"/>
                  <ns1:pt x="50" y="30"/>
                </ns1:cubicBezTo>
                <ns1:cubicBezTo>
                  <ns1:pt x="51" y="30"/>
                  <ns1:pt x="53" y="30"/>
                  <ns1:pt x="54" y="29"/>
                </ns1:cubicBezTo>
                <ns1:cubicBezTo>
                  <ns1:pt x="59" y="26"/>
                  <ns1:pt x="65" y="24"/>
                  <ns1:pt x="70" y="22"/>
                </ns1:cubicBezTo>
                <ns1:cubicBezTo>
                  <ns1:pt x="73" y="21"/>
                  <ns1:pt x="75" y="19"/>
                  <ns1:pt x="76" y="16"/>
                </ns1:cubicBezTo>
                <ns1:cubicBezTo>
                  <ns1:pt x="78" y="8"/>
                  <ns1:pt x="78" y="8"/>
                  <ns1:pt x="78" y="8"/>
                </ns1:cubicBezTo>
                <ns1:cubicBezTo>
                  <ns1:pt x="98" y="8"/>
                  <ns1:pt x="98" y="8"/>
                  <ns1:pt x="98" y="8"/>
                </ns1:cubicBezTo>
                <ns1:cubicBezTo>
                  <ns1:pt x="98" y="8"/>
                  <ns1:pt x="98" y="8"/>
                  <ns1:pt x="98" y="8"/>
                </ns1:cubicBezTo>
                <ns1:cubicBezTo>
                  <ns1:pt x="100" y="16"/>
                  <ns1:pt x="100" y="16"/>
                  <ns1:pt x="100" y="16"/>
                </ns1:cubicBezTo>
                <ns1:cubicBezTo>
                  <ns1:pt x="101" y="19"/>
                  <ns1:pt x="103" y="21"/>
                  <ns1:pt x="106" y="22"/>
                </ns1:cubicBezTo>
                <ns1:cubicBezTo>
                  <ns1:pt x="111" y="24"/>
                  <ns1:pt x="117" y="26"/>
                  <ns1:pt x="122" y="29"/>
                </ns1:cubicBezTo>
                <ns1:cubicBezTo>
                  <ns1:pt x="123" y="30"/>
                  <ns1:pt x="125" y="30"/>
                  <ns1:pt x="126" y="30"/>
                </ns1:cubicBezTo>
                <ns1:cubicBezTo>
                  <ns1:pt x="128" y="30"/>
                  <ns1:pt x="129" y="30"/>
                  <ns1:pt x="130" y="29"/>
                </ns1:cubicBezTo>
                <ns1:cubicBezTo>
                  <ns1:pt x="138" y="24"/>
                  <ns1:pt x="138" y="24"/>
                  <ns1:pt x="138" y="24"/>
                </ns1:cubicBezTo>
                <ns1:cubicBezTo>
                  <ns1:pt x="152" y="38"/>
                  <ns1:pt x="152" y="38"/>
                  <ns1:pt x="152" y="38"/>
                </ns1:cubicBezTo>
                <ns1:cubicBezTo>
                  <ns1:pt x="152" y="38"/>
                  <ns1:pt x="152" y="38"/>
                  <ns1:pt x="152" y="39"/>
                </ns1:cubicBezTo>
                <ns1:cubicBezTo>
                  <ns1:pt x="147" y="46"/>
                  <ns1:pt x="147" y="46"/>
                  <ns1:pt x="147" y="46"/>
                </ns1:cubicBezTo>
                <ns1:cubicBezTo>
                  <ns1:pt x="146" y="48"/>
                  <ns1:pt x="146" y="51"/>
                  <ns1:pt x="147" y="54"/>
                </ns1:cubicBezTo>
                <ns1:cubicBezTo>
                  <ns1:pt x="150" y="59"/>
                  <ns1:pt x="152" y="65"/>
                  <ns1:pt x="154" y="70"/>
                </ns1:cubicBezTo>
                <ns1:cubicBezTo>
                  <ns1:pt x="155" y="73"/>
                  <ns1:pt x="157" y="75"/>
                  <ns1:pt x="160" y="76"/>
                </ns1:cubicBezTo>
                <ns1:cubicBezTo>
                  <ns1:pt x="168" y="78"/>
                  <ns1:pt x="168" y="78"/>
                  <ns1:pt x="168" y="78"/>
                </ns1:cubicBezTo>
                <ns1:lnTo>
                  <ns1:pt x="168" y="98"/>
                </ns1:lnTo>
                <ns1:close/>
              </ns1:path>
            </ns1:pathLst>
          </ns1:custGeom>
          <ns1:solidFill>
            <ns1:schemeClr val="tx1"/>
          </ns1:solidFill>
          <ns1:ln>
            <ns1:noFill/>
          </ns1:ln>
          <ns1:extLst/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en-US" sz="2700"/>
          </ns1:p>
        </ns0:txBody>
      </ns0:sp>
      <ns0:sp>
        <ns0:nvSpPr>
          <ns0:cNvPr id="78" name="Freeform 72"/>
          <ns0:cNvSpPr>
            <ns1:spLocks noEditPoints="1"/>
          </ns0:cNvSpPr>
          <ns0:nvPr/>
        </ns0:nvSpPr>
        <ns0:spPr bwMode="auto">
          <ns1:xfrm>
            <ns1:off x="8075614" y="3879852"/>
            <ns1:ext cx="320675" cy="320675"/>
          </ns1:xfrm>
          <ns1:custGeom>
            <ns1:avLst/>
            <ns1:gdLst>
              <ns1:gd name="T0" fmla="*/ 0 w 176"/>
              <ns1:gd name="T1" fmla="*/ 16 h 176"/>
              <ns1:gd name="T2" fmla="*/ 160 w 176"/>
              <ns1:gd name="T3" fmla="*/ 176 h 176"/>
              <ns1:gd name="T4" fmla="*/ 160 w 176"/>
              <ns1:gd name="T5" fmla="*/ 0 h 176"/>
              <ns1:gd name="T6" fmla="*/ 36 w 176"/>
              <ns1:gd name="T7" fmla="*/ 8 h 176"/>
              <ns1:gd name="T8" fmla="*/ 8 w 176"/>
              <ns1:gd name="T9" fmla="*/ 44 h 176"/>
              <ns1:gd name="T10" fmla="*/ 84 w 176"/>
              <ns1:gd name="T11" fmla="*/ 14 h 176"/>
              <ns1:gd name="T12" fmla="*/ 70 w 176"/>
              <ns1:gd name="T13" fmla="*/ 22 h 176"/>
              <ns1:gd name="T14" fmla="*/ 68 w 176"/>
              <ns1:gd name="T15" fmla="*/ 54 h 176"/>
              <ns1:gd name="T16" fmla="*/ 46 w 176"/>
              <ns1:gd name="T17" fmla="*/ 63 h 176"/>
              <ns1:gd name="T18" fmla="*/ 22 w 176"/>
              <ns1:gd name="T19" fmla="*/ 70 h 176"/>
              <ns1:gd name="T20" fmla="*/ 14 w 176"/>
              <ns1:gd name="T21" fmla="*/ 84 h 176"/>
              <ns1:gd name="T22" fmla="*/ 140 w 176"/>
              <ns1:gd name="T23" fmla="*/ 168 h 176"/>
              <ns1:gd name="T24" fmla="*/ 107 w 176"/>
              <ns1:gd name="T25" fmla="*/ 128 h 176"/>
              <ns1:gd name="T26" fmla="*/ 140 w 176"/>
              <ns1:gd name="T27" fmla="*/ 159 h 176"/>
              <ns1:gd name="T28" fmla="*/ 144 w 176"/>
              <ns1:gd name="T29" fmla="*/ 136 h 176"/>
              <ns1:gd name="T30" fmla="*/ 136 w 176"/>
              <ns1:gd name="T31" fmla="*/ 144 h 176"/>
              <ns1:gd name="T32" fmla="*/ 148 w 176"/>
              <ns1:gd name="T33" fmla="*/ 168 h 176"/>
              <ns1:gd name="T34" fmla="*/ 159 w 176"/>
              <ns1:gd name="T35" fmla="*/ 140 h 176"/>
              <ns1:gd name="T36" fmla="*/ 168 w 176"/>
              <ns1:gd name="T37" fmla="*/ 126 h 176"/>
              <ns1:gd name="T38" fmla="*/ 132 w 176"/>
              <ns1:gd name="T39" fmla="*/ 133 h 176"/>
              <ns1:gd name="T40" fmla="*/ 168 w 176"/>
              <ns1:gd name="T41" fmla="*/ 112 h 176"/>
              <ns1:gd name="T42" fmla="*/ 144 w 176"/>
              <ns1:gd name="T43" fmla="*/ 96 h 176"/>
              <ns1:gd name="T44" fmla="*/ 68 w 176"/>
              <ns1:gd name="T45" fmla="*/ 168 h 176"/>
              <ns1:gd name="T46" fmla="*/ 76 w 176"/>
              <ns1:gd name="T47" fmla="*/ 144 h 176"/>
              <ns1:gd name="T48" fmla="*/ 70 w 176"/>
              <ns1:gd name="T49" fmla="*/ 113 h 176"/>
              <ns1:gd name="T50" fmla="*/ 88 w 176"/>
              <ns1:gd name="T51" fmla="*/ 98 h 176"/>
              <ns1:gd name="T52" fmla="*/ 114 w 176"/>
              <ns1:gd name="T53" fmla="*/ 78 h 176"/>
              <ns1:gd name="T54" fmla="*/ 133 w 176"/>
              <ns1:gd name="T55" fmla="*/ 64 h 176"/>
              <ns1:gd name="T56" fmla="*/ 144 w 176"/>
              <ns1:gd name="T57" fmla="*/ 76 h 176"/>
              <ns1:gd name="T58" fmla="*/ 168 w 176"/>
              <ns1:gd name="T59" fmla="*/ 103 h 176"/>
              <ns1:gd name="T60" fmla="*/ 144 w 176"/>
              <ns1:gd name="T61" fmla="*/ 68 h 176"/>
              <ns1:gd name="T62" fmla="*/ 133 w 176"/>
              <ns1:gd name="T63" fmla="*/ 56 h 176"/>
              <ns1:gd name="T64" fmla="*/ 106 w 176"/>
              <ns1:gd name="T65" fmla="*/ 78 h 176"/>
              <ns1:gd name="T66" fmla="*/ 74 w 176"/>
              <ns1:gd name="T67" fmla="*/ 90 h 176"/>
              <ns1:gd name="T68" fmla="*/ 70 w 176"/>
              <ns1:gd name="T69" fmla="*/ 124 h 176"/>
              <ns1:gd name="T70" fmla="*/ 56 w 176"/>
              <ns1:gd name="T71" fmla="*/ 155 h 176"/>
              <ns1:gd name="T72" fmla="*/ 8 w 176"/>
              <ns1:gd name="T73" fmla="*/ 160 h 176"/>
              <ns1:gd name="T74" fmla="*/ 22 w 176"/>
              <ns1:gd name="T75" fmla="*/ 86 h 176"/>
              <ns1:gd name="T76" fmla="*/ 50 w 176"/>
              <ns1:gd name="T77" fmla="*/ 75 h 176"/>
              <ns1:gd name="T78" fmla="*/ 75 w 176"/>
              <ns1:gd name="T79" fmla="*/ 58 h 176"/>
              <ns1:gd name="T80" fmla="*/ 78 w 176"/>
              <ns1:gd name="T81" fmla="*/ 24 h 176"/>
              <ns1:gd name="T82" fmla="*/ 92 w 176"/>
              <ns1:gd name="T83" fmla="*/ 8 h 176"/>
              <ns1:gd name="T84" fmla="*/ 168 w 176"/>
              <ns1:gd name="T85" fmla="*/ 66 h 176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  <ns1:cxn ang="0">
                <ns1:pos x="T32" y="T33"/>
              </ns1:cxn>
              <ns1:cxn ang="0">
                <ns1:pos x="T34" y="T35"/>
              </ns1:cxn>
              <ns1:cxn ang="0">
                <ns1:pos x="T36" y="T37"/>
              </ns1:cxn>
              <ns1:cxn ang="0">
                <ns1:pos x="T38" y="T39"/>
              </ns1:cxn>
              <ns1:cxn ang="0">
                <ns1:pos x="T40" y="T41"/>
              </ns1:cxn>
              <ns1:cxn ang="0">
                <ns1:pos x="T42" y="T43"/>
              </ns1:cxn>
              <ns1:cxn ang="0">
                <ns1:pos x="T44" y="T45"/>
              </ns1:cxn>
              <ns1:cxn ang="0">
                <ns1:pos x="T46" y="T47"/>
              </ns1:cxn>
              <ns1:cxn ang="0">
                <ns1:pos x="T48" y="T49"/>
              </ns1:cxn>
              <ns1:cxn ang="0">
                <ns1:pos x="T50" y="T51"/>
              </ns1:cxn>
              <ns1:cxn ang="0">
                <ns1:pos x="T52" y="T53"/>
              </ns1:cxn>
              <ns1:cxn ang="0">
                <ns1:pos x="T54" y="T55"/>
              </ns1:cxn>
              <ns1:cxn ang="0">
                <ns1:pos x="T56" y="T57"/>
              </ns1:cxn>
              <ns1:cxn ang="0">
                <ns1:pos x="T58" y="T59"/>
              </ns1:cxn>
              <ns1:cxn ang="0">
                <ns1:pos x="T60" y="T61"/>
              </ns1:cxn>
              <ns1:cxn ang="0">
                <ns1:pos x="T62" y="T63"/>
              </ns1:cxn>
              <ns1:cxn ang="0">
                <ns1:pos x="T64" y="T65"/>
              </ns1:cxn>
              <ns1:cxn ang="0">
                <ns1:pos x="T66" y="T67"/>
              </ns1:cxn>
              <ns1:cxn ang="0">
                <ns1:pos x="T68" y="T69"/>
              </ns1:cxn>
              <ns1:cxn ang="0">
                <ns1:pos x="T70" y="T71"/>
              </ns1:cxn>
              <ns1:cxn ang="0">
                <ns1:pos x="T72" y="T73"/>
              </ns1:cxn>
              <ns1:cxn ang="0">
                <ns1:pos x="T74" y="T75"/>
              </ns1:cxn>
              <ns1:cxn ang="0">
                <ns1:pos x="T76" y="T77"/>
              </ns1:cxn>
              <ns1:cxn ang="0">
                <ns1:pos x="T78" y="T79"/>
              </ns1:cxn>
              <ns1:cxn ang="0">
                <ns1:pos x="T80" y="T81"/>
              </ns1:cxn>
              <ns1:cxn ang="0">
                <ns1:pos x="T82" y="T83"/>
              </ns1:cxn>
              <ns1:cxn ang="0">
                <ns1:pos x="T84" y="T85"/>
              </ns1:cxn>
            </ns1:cxnLst>
            <ns1:rect l="0" t="0" r="r" b="b"/>
            <ns1:pathLst>
              <ns1:path w="176" h="176">
                <ns1:moveTo>
                  <ns1:pt x="160" y="0"/>
                </ns1:moveTo>
                <ns1:cubicBezTo>
                  <ns1:pt x="16" y="0"/>
                  <ns1:pt x="16" y="0"/>
                  <ns1:pt x="16" y="0"/>
                </ns1:cubicBezTo>
                <ns1:cubicBezTo>
                  <ns1:pt x="7" y="0"/>
                  <ns1:pt x="0" y="7"/>
                  <ns1:pt x="0" y="16"/>
                </ns1:cubicBezTo>
                <ns1:cubicBezTo>
                  <ns1:pt x="0" y="160"/>
                  <ns1:pt x="0" y="160"/>
                  <ns1:pt x="0" y="160"/>
                </ns1:cubicBezTo>
                <ns1:cubicBezTo>
                  <ns1:pt x="0" y="169"/>
                  <ns1:pt x="7" y="176"/>
                  <ns1:pt x="16" y="176"/>
                </ns1:cubicBezTo>
                <ns1:cubicBezTo>
                  <ns1:pt x="160" y="176"/>
                  <ns1:pt x="160" y="176"/>
                  <ns1:pt x="160" y="176"/>
                </ns1:cubicBezTo>
                <ns1:cubicBezTo>
                  <ns1:pt x="169" y="176"/>
                  <ns1:pt x="176" y="169"/>
                  <ns1:pt x="176" y="160"/>
                </ns1:cubicBezTo>
                <ns1:cubicBezTo>
                  <ns1:pt x="176" y="16"/>
                  <ns1:pt x="176" y="16"/>
                  <ns1:pt x="176" y="16"/>
                </ns1:cubicBezTo>
                <ns1:cubicBezTo>
                  <ns1:pt x="176" y="7"/>
                  <ns1:pt x="169" y="0"/>
                  <ns1:pt x="160" y="0"/>
                </ns1:cubicBezTo>
                <ns1:moveTo>
                  <ns1:pt x="8" y="16"/>
                </ns1:moveTo>
                <ns1:cubicBezTo>
                  <ns1:pt x="8" y="12"/>
                  <ns1:pt x="12" y="8"/>
                  <ns1:pt x="16" y="8"/>
                </ns1:cubicBezTo>
                <ns1:cubicBezTo>
                  <ns1:pt x="36" y="8"/>
                  <ns1:pt x="36" y="8"/>
                  <ns1:pt x="36" y="8"/>
                </ns1:cubicBezTo>
                <ns1:cubicBezTo>
                  <ns1:pt x="34" y="22"/>
                  <ns1:pt x="22" y="34"/>
                  <ns1:pt x="8" y="36"/>
                </ns1:cubicBezTo>
                <ns1:lnTo>
                  <ns1:pt x="8" y="16"/>
                </ns1:lnTo>
                <ns1:close/>
                <ns1:moveTo>
                  <ns1:pt x="8" y="44"/>
                </ns1:moveTo>
                <ns1:cubicBezTo>
                  <ns1:pt x="27" y="42"/>
                  <ns1:pt x="42" y="27"/>
                  <ns1:pt x="44" y="8"/>
                </ns1:cubicBezTo>
                <ns1:cubicBezTo>
                  <ns1:pt x="84" y="8"/>
                  <ns1:pt x="84" y="8"/>
                  <ns1:pt x="84" y="8"/>
                </ns1:cubicBezTo>
                <ns1:cubicBezTo>
                  <ns1:pt x="84" y="14"/>
                  <ns1:pt x="84" y="14"/>
                  <ns1:pt x="84" y="14"/>
                </ns1:cubicBezTo>
                <ns1:cubicBezTo>
                  <ns1:pt x="84" y="14"/>
                  <ns1:pt x="84" y="14"/>
                  <ns1:pt x="84" y="14"/>
                </ns1:cubicBezTo>
                <ns1:cubicBezTo>
                  <ns1:pt x="76" y="16"/>
                  <ns1:pt x="76" y="16"/>
                  <ns1:pt x="76" y="16"/>
                </ns1:cubicBezTo>
                <ns1:cubicBezTo>
                  <ns1:pt x="73" y="17"/>
                  <ns1:pt x="71" y="19"/>
                  <ns1:pt x="70" y="22"/>
                </ns1:cubicBezTo>
                <ns1:cubicBezTo>
                  <ns1:pt x="68" y="27"/>
                  <ns1:pt x="66" y="33"/>
                  <ns1:pt x="63" y="38"/>
                </ns1:cubicBezTo>
                <ns1:cubicBezTo>
                  <ns1:pt x="62" y="41"/>
                  <ns1:pt x="62" y="44"/>
                  <ns1:pt x="63" y="46"/>
                </ns1:cubicBezTo>
                <ns1:cubicBezTo>
                  <ns1:pt x="68" y="54"/>
                  <ns1:pt x="68" y="54"/>
                  <ns1:pt x="68" y="54"/>
                </ns1:cubicBezTo>
                <ns1:cubicBezTo>
                  <ns1:pt x="54" y="68"/>
                  <ns1:pt x="54" y="68"/>
                  <ns1:pt x="54" y="68"/>
                </ns1:cubicBezTo>
                <ns1:cubicBezTo>
                  <ns1:pt x="54" y="68"/>
                  <ns1:pt x="54" y="68"/>
                  <ns1:pt x="54" y="68"/>
                </ns1:cubicBezTo>
                <ns1:cubicBezTo>
                  <ns1:pt x="46" y="63"/>
                  <ns1:pt x="46" y="63"/>
                  <ns1:pt x="46" y="63"/>
                </ns1:cubicBezTo>
                <ns1:cubicBezTo>
                  <ns1:pt x="45" y="62"/>
                  <ns1:pt x="44" y="62"/>
                  <ns1:pt x="42" y="62"/>
                </ns1:cubicBezTo>
                <ns1:cubicBezTo>
                  <ns1:pt x="41" y="62"/>
                  <ns1:pt x="39" y="62"/>
                  <ns1:pt x="38" y="63"/>
                </ns1:cubicBezTo>
                <ns1:cubicBezTo>
                  <ns1:pt x="33" y="66"/>
                  <ns1:pt x="27" y="68"/>
                  <ns1:pt x="22" y="70"/>
                </ns1:cubicBezTo>
                <ns1:cubicBezTo>
                  <ns1:pt x="19" y="71"/>
                  <ns1:pt x="17" y="73"/>
                  <ns1:pt x="16" y="76"/>
                </ns1:cubicBezTo>
                <ns1:cubicBezTo>
                  <ns1:pt x="14" y="84"/>
                  <ns1:pt x="14" y="84"/>
                  <ns1:pt x="14" y="84"/>
                </ns1:cubicBezTo>
                <ns1:cubicBezTo>
                  <ns1:pt x="14" y="84"/>
                  <ns1:pt x="14" y="84"/>
                  <ns1:pt x="14" y="84"/>
                </ns1:cubicBezTo>
                <ns1:cubicBezTo>
                  <ns1:pt x="8" y="84"/>
                  <ns1:pt x="8" y="84"/>
                  <ns1:pt x="8" y="84"/>
                </ns1:cubicBezTo>
                <ns1:lnTo>
                  <ns1:pt x="8" y="44"/>
                </ns1:lnTo>
                <ns1:close/>
                <ns1:moveTo>
                  <ns1:pt x="140" y="168"/>
                </ns1:moveTo>
                <ns1:cubicBezTo>
                  <ns1:pt x="112" y="168"/>
                  <ns1:pt x="112" y="168"/>
                  <ns1:pt x="112" y="168"/>
                </ns1:cubicBezTo>
                <ns1:cubicBezTo>
                  <ns1:pt x="107" y="161"/>
                  <ns1:pt x="104" y="153"/>
                  <ns1:pt x="104" y="144"/>
                </ns1:cubicBezTo>
                <ns1:cubicBezTo>
                  <ns1:pt x="104" y="138"/>
                  <ns1:pt x="105" y="133"/>
                  <ns1:pt x="107" y="128"/>
                </ns1:cubicBezTo>
                <ns1:cubicBezTo>
                  <ns1:pt x="129" y="140"/>
                  <ns1:pt x="129" y="140"/>
                  <ns1:pt x="129" y="140"/>
                </ns1:cubicBezTo>
                <ns1:cubicBezTo>
                  <ns1:pt x="128" y="141"/>
                  <ns1:pt x="128" y="143"/>
                  <ns1:pt x="128" y="144"/>
                </ns1:cubicBezTo>
                <ns1:cubicBezTo>
                  <ns1:pt x="128" y="151"/>
                  <ns1:pt x="133" y="158"/>
                  <ns1:pt x="140" y="159"/>
                </ns1:cubicBezTo>
                <ns1:lnTo>
                  <ns1:pt x="140" y="168"/>
                </ns1:lnTo>
                <ns1:close/>
                <ns1:moveTo>
                  <ns1:pt x="136" y="144"/>
                </ns1:moveTo>
                <ns1:cubicBezTo>
                  <ns1:pt x="136" y="140"/>
                  <ns1:pt x="140" y="136"/>
                  <ns1:pt x="144" y="136"/>
                </ns1:cubicBezTo>
                <ns1:cubicBezTo>
                  <ns1:pt x="148" y="136"/>
                  <ns1:pt x="152" y="140"/>
                  <ns1:pt x="152" y="144"/>
                </ns1:cubicBezTo>
                <ns1:cubicBezTo>
                  <ns1:pt x="152" y="148"/>
                  <ns1:pt x="148" y="152"/>
                  <ns1:pt x="144" y="152"/>
                </ns1:cubicBezTo>
                <ns1:cubicBezTo>
                  <ns1:pt x="140" y="152"/>
                  <ns1:pt x="136" y="148"/>
                  <ns1:pt x="136" y="144"/>
                </ns1:cubicBezTo>
                <ns1:moveTo>
                  <ns1:pt x="168" y="160"/>
                </ns1:moveTo>
                <ns1:cubicBezTo>
                  <ns1:pt x="168" y="164"/>
                  <ns1:pt x="164" y="168"/>
                  <ns1:pt x="160" y="168"/>
                </ns1:cubicBezTo>
                <ns1:cubicBezTo>
                  <ns1:pt x="148" y="168"/>
                  <ns1:pt x="148" y="168"/>
                  <ns1:pt x="148" y="168"/>
                </ns1:cubicBezTo>
                <ns1:cubicBezTo>
                  <ns1:pt x="148" y="159"/>
                  <ns1:pt x="148" y="159"/>
                  <ns1:pt x="148" y="159"/>
                </ns1:cubicBezTo>
                <ns1:cubicBezTo>
                  <ns1:pt x="155" y="158"/>
                  <ns1:pt x="160" y="151"/>
                  <ns1:pt x="160" y="144"/>
                </ns1:cubicBezTo>
                <ns1:cubicBezTo>
                  <ns1:pt x="160" y="143"/>
                  <ns1:pt x="160" y="141"/>
                  <ns1:pt x="159" y="140"/>
                </ns1:cubicBezTo>
                <ns1:cubicBezTo>
                  <ns1:pt x="168" y="135"/>
                  <ns1:pt x="168" y="135"/>
                  <ns1:pt x="168" y="135"/>
                </ns1:cubicBezTo>
                <ns1:lnTo>
                  <ns1:pt x="168" y="160"/>
                </ns1:lnTo>
                <ns1:close/>
                <ns1:moveTo>
                  <ns1:pt x="168" y="126"/>
                </ns1:moveTo>
                <ns1:cubicBezTo>
                  <ns1:pt x="156" y="133"/>
                  <ns1:pt x="156" y="133"/>
                  <ns1:pt x="156" y="133"/>
                </ns1:cubicBezTo>
                <ns1:cubicBezTo>
                  <ns1:pt x="153" y="130"/>
                  <ns1:pt x="149" y="128"/>
                  <ns1:pt x="144" y="128"/>
                </ns1:cubicBezTo>
                <ns1:cubicBezTo>
                  <ns1:pt x="139" y="128"/>
                  <ns1:pt x="135" y="130"/>
                  <ns1:pt x="132" y="133"/>
                </ns1:cubicBezTo>
                <ns1:cubicBezTo>
                  <ns1:pt x="111" y="121"/>
                  <ns1:pt x="111" y="121"/>
                  <ns1:pt x="111" y="121"/>
                </ns1:cubicBezTo>
                <ns1:cubicBezTo>
                  <ns1:pt x="118" y="111"/>
                  <ns1:pt x="130" y="104"/>
                  <ns1:pt x="144" y="104"/>
                </ns1:cubicBezTo>
                <ns1:cubicBezTo>
                  <ns1:pt x="153" y="104"/>
                  <ns1:pt x="161" y="107"/>
                  <ns1:pt x="168" y="112"/>
                </ns1:cubicBezTo>
                <ns1:lnTo>
                  <ns1:pt x="168" y="126"/>
                </ns1:lnTo>
                <ns1:close/>
                <ns1:moveTo>
                  <ns1:pt x="168" y="103"/>
                </ns1:moveTo>
                <ns1:cubicBezTo>
                  <ns1:pt x="161" y="98"/>
                  <ns1:pt x="153" y="96"/>
                  <ns1:pt x="144" y="96"/>
                </ns1:cubicBezTo>
                <ns1:cubicBezTo>
                  <ns1:pt x="117" y="96"/>
                  <ns1:pt x="96" y="117"/>
                  <ns1:pt x="96" y="144"/>
                </ns1:cubicBezTo>
                <ns1:cubicBezTo>
                  <ns1:pt x="96" y="153"/>
                  <ns1:pt x="98" y="161"/>
                  <ns1:pt x="103" y="168"/>
                </ns1:cubicBezTo>
                <ns1:cubicBezTo>
                  <ns1:pt x="68" y="168"/>
                  <ns1:pt x="68" y="168"/>
                  <ns1:pt x="68" y="168"/>
                </ns1:cubicBezTo>
                <ns1:cubicBezTo>
                  <ns1:pt x="64" y="155"/>
                  <ns1:pt x="64" y="155"/>
                  <ns1:pt x="64" y="155"/>
                </ns1:cubicBezTo>
                <ns1:cubicBezTo>
                  <ns1:pt x="72" y="151"/>
                  <ns1:pt x="72" y="151"/>
                  <ns1:pt x="72" y="151"/>
                </ns1:cubicBezTo>
                <ns1:cubicBezTo>
                  <ns1:pt x="74" y="150"/>
                  <ns1:pt x="76" y="147"/>
                  <ns1:pt x="76" y="144"/>
                </ns1:cubicBezTo>
                <ns1:cubicBezTo>
                  <ns1:pt x="76" y="138"/>
                  <ns1:pt x="77" y="132"/>
                  <ns1:pt x="78" y="126"/>
                </ns1:cubicBezTo>
                <ns1:cubicBezTo>
                  <ns1:pt x="79" y="124"/>
                  <ns1:pt x="78" y="121"/>
                  <ns1:pt x="76" y="118"/>
                </ns1:cubicBezTo>
                <ns1:cubicBezTo>
                  <ns1:pt x="70" y="113"/>
                  <ns1:pt x="70" y="113"/>
                  <ns1:pt x="70" y="113"/>
                </ns1:cubicBezTo>
                <ns1:cubicBezTo>
                  <ns1:pt x="70" y="113"/>
                  <ns1:pt x="70" y="113"/>
                  <ns1:pt x="70" y="113"/>
                </ns1:cubicBezTo>
                <ns1:cubicBezTo>
                  <ns1:pt x="80" y="95"/>
                  <ns1:pt x="80" y="95"/>
                  <ns1:pt x="80" y="95"/>
                </ns1:cubicBezTo>
                <ns1:cubicBezTo>
                  <ns1:pt x="88" y="98"/>
                  <ns1:pt x="88" y="98"/>
                  <ns1:pt x="88" y="98"/>
                </ns1:cubicBezTo>
                <ns1:cubicBezTo>
                  <ns1:pt x="91" y="99"/>
                  <ns1:pt x="94" y="98"/>
                  <ns1:pt x="96" y="96"/>
                </ns1:cubicBezTo>
                <ns1:cubicBezTo>
                  <ns1:pt x="100" y="92"/>
                  <ns1:pt x="105" y="88"/>
                  <ns1:pt x="110" y="85"/>
                </ns1:cubicBezTo>
                <ns1:cubicBezTo>
                  <ns1:pt x="112" y="83"/>
                  <ns1:pt x="114" y="81"/>
                  <ns1:pt x="114" y="78"/>
                </ns1:cubicBezTo>
                <ns1:cubicBezTo>
                  <ns1:pt x="114" y="69"/>
                  <ns1:pt x="114" y="69"/>
                  <ns1:pt x="114" y="69"/>
                </ns1:cubicBezTo>
                <ns1:cubicBezTo>
                  <ns1:pt x="114" y="69"/>
                  <ns1:pt x="114" y="69"/>
                  <ns1:pt x="114" y="69"/>
                </ns1:cubicBezTo>
                <ns1:cubicBezTo>
                  <ns1:pt x="133" y="64"/>
                  <ns1:pt x="133" y="64"/>
                  <ns1:pt x="133" y="64"/>
                </ns1:cubicBezTo>
                <ns1:cubicBezTo>
                  <ns1:pt x="137" y="72"/>
                  <ns1:pt x="137" y="72"/>
                  <ns1:pt x="137" y="72"/>
                </ns1:cubicBezTo>
                <ns1:cubicBezTo>
                  <ns1:pt x="138" y="73"/>
                  <ns1:pt x="139" y="74"/>
                  <ns1:pt x="140" y="75"/>
                </ns1:cubicBezTo>
                <ns1:cubicBezTo>
                  <ns1:pt x="141" y="75"/>
                  <ns1:pt x="143" y="76"/>
                  <ns1:pt x="144" y="76"/>
                </ns1:cubicBezTo>
                <ns1:cubicBezTo>
                  <ns1:pt x="150" y="76"/>
                  <ns1:pt x="156" y="77"/>
                  <ns1:pt x="162" y="78"/>
                </ns1:cubicBezTo>
                <ns1:cubicBezTo>
                  <ns1:pt x="164" y="79"/>
                  <ns1:pt x="166" y="78"/>
                  <ns1:pt x="168" y="77"/>
                </ns1:cubicBezTo>
                <ns1:lnTo>
                  <ns1:pt x="168" y="103"/>
                </ns1:lnTo>
                <ns1:close/>
                <ns1:moveTo>
                  <ns1:pt x="168" y="66"/>
                </ns1:moveTo>
                <ns1:cubicBezTo>
                  <ns1:pt x="164" y="70"/>
                  <ns1:pt x="164" y="70"/>
                  <ns1:pt x="164" y="70"/>
                </ns1:cubicBezTo>
                <ns1:cubicBezTo>
                  <ns1:pt x="157" y="69"/>
                  <ns1:pt x="151" y="68"/>
                  <ns1:pt x="144" y="68"/>
                </ns1:cubicBezTo>
                <ns1:cubicBezTo>
                  <ns1:pt x="140" y="60"/>
                  <ns1:pt x="140" y="60"/>
                  <ns1:pt x="140" y="60"/>
                </ns1:cubicBezTo>
                <ns1:cubicBezTo>
                  <ns1:pt x="139" y="59"/>
                  <ns1:pt x="138" y="57"/>
                  <ns1:pt x="136" y="57"/>
                </ns1:cubicBezTo>
                <ns1:cubicBezTo>
                  <ns1:pt x="135" y="56"/>
                  <ns1:pt x="134" y="56"/>
                  <ns1:pt x="133" y="56"/>
                </ns1:cubicBezTo>
                <ns1:cubicBezTo>
                  <ns1:pt x="110" y="62"/>
                  <ns1:pt x="110" y="62"/>
                  <ns1:pt x="110" y="62"/>
                </ns1:cubicBezTo>
                <ns1:cubicBezTo>
                  <ns1:pt x="107" y="63"/>
                  <ns1:pt x="106" y="66"/>
                  <ns1:pt x="106" y="69"/>
                </ns1:cubicBezTo>
                <ns1:cubicBezTo>
                  <ns1:pt x="106" y="78"/>
                  <ns1:pt x="106" y="78"/>
                  <ns1:pt x="106" y="78"/>
                </ns1:cubicBezTo>
                <ns1:cubicBezTo>
                  <ns1:pt x="100" y="81"/>
                  <ns1:pt x="95" y="85"/>
                  <ns1:pt x="90" y="90"/>
                </ns1:cubicBezTo>
                <ns1:cubicBezTo>
                  <ns1:pt x="82" y="88"/>
                  <ns1:pt x="82" y="88"/>
                  <ns1:pt x="82" y="88"/>
                </ns1:cubicBezTo>
                <ns1:cubicBezTo>
                  <ns1:pt x="79" y="87"/>
                  <ns1:pt x="75" y="87"/>
                  <ns1:pt x="74" y="90"/>
                </ns1:cubicBezTo>
                <ns1:cubicBezTo>
                  <ns1:pt x="62" y="110"/>
                  <ns1:pt x="62" y="110"/>
                  <ns1:pt x="62" y="110"/>
                </ns1:cubicBezTo>
                <ns1:cubicBezTo>
                  <ns1:pt x="60" y="113"/>
                  <ns1:pt x="62" y="116"/>
                  <ns1:pt x="64" y="118"/>
                </ns1:cubicBezTo>
                <ns1:cubicBezTo>
                  <ns1:pt x="70" y="124"/>
                  <ns1:pt x="70" y="124"/>
                  <ns1:pt x="70" y="124"/>
                </ns1:cubicBezTo>
                <ns1:cubicBezTo>
                  <ns1:pt x="69" y="131"/>
                  <ns1:pt x="68" y="137"/>
                  <ns1:pt x="68" y="144"/>
                </ns1:cubicBezTo>
                <ns1:cubicBezTo>
                  <ns1:pt x="60" y="148"/>
                  <ns1:pt x="60" y="148"/>
                  <ns1:pt x="60" y="148"/>
                </ns1:cubicBezTo>
                <ns1:cubicBezTo>
                  <ns1:pt x="58" y="150"/>
                  <ns1:pt x="55" y="152"/>
                  <ns1:pt x="56" y="155"/>
                </ns1:cubicBezTo>
                <ns1:cubicBezTo>
                  <ns1:pt x="59" y="168"/>
                  <ns1:pt x="59" y="168"/>
                  <ns1:pt x="59" y="168"/>
                </ns1:cubicBezTo>
                <ns1:cubicBezTo>
                  <ns1:pt x="16" y="168"/>
                  <ns1:pt x="16" y="168"/>
                  <ns1:pt x="16" y="168"/>
                </ns1:cubicBezTo>
                <ns1:cubicBezTo>
                  <ns1:pt x="12" y="168"/>
                  <ns1:pt x="8" y="164"/>
                  <ns1:pt x="8" y="160"/>
                </ns1:cubicBezTo>
                <ns1:cubicBezTo>
                  <ns1:pt x="8" y="92"/>
                  <ns1:pt x="8" y="92"/>
                  <ns1:pt x="8" y="92"/>
                </ns1:cubicBezTo>
                <ns1:cubicBezTo>
                  <ns1:pt x="16" y="92"/>
                  <ns1:pt x="16" y="92"/>
                  <ns1:pt x="16" y="92"/>
                </ns1:cubicBezTo>
                <ns1:cubicBezTo>
                  <ns1:pt x="19" y="92"/>
                  <ns1:pt x="21" y="89"/>
                  <ns1:pt x="22" y="86"/>
                </ns1:cubicBezTo>
                <ns1:cubicBezTo>
                  <ns1:pt x="24" y="78"/>
                  <ns1:pt x="24" y="78"/>
                  <ns1:pt x="24" y="78"/>
                </ns1:cubicBezTo>
                <ns1:cubicBezTo>
                  <ns1:pt x="30" y="76"/>
                  <ns1:pt x="36" y="73"/>
                  <ns1:pt x="42" y="70"/>
                </ns1:cubicBezTo>
                <ns1:cubicBezTo>
                  <ns1:pt x="50" y="75"/>
                  <ns1:pt x="50" y="75"/>
                  <ns1:pt x="50" y="75"/>
                </ns1:cubicBezTo>
                <ns1:cubicBezTo>
                  <ns1:pt x="51" y="75"/>
                  <ns1:pt x="53" y="76"/>
                  <ns1:pt x="54" y="76"/>
                </ns1:cubicBezTo>
                <ns1:cubicBezTo>
                  <ns1:pt x="56" y="76"/>
                  <ns1:pt x="57" y="76"/>
                  <ns1:pt x="58" y="75"/>
                </ns1:cubicBezTo>
                <ns1:cubicBezTo>
                  <ns1:pt x="75" y="58"/>
                  <ns1:pt x="75" y="58"/>
                  <ns1:pt x="75" y="58"/>
                </ns1:cubicBezTo>
                <ns1:cubicBezTo>
                  <ns1:pt x="77" y="56"/>
                  <ns1:pt x="76" y="52"/>
                  <ns1:pt x="75" y="50"/>
                </ns1:cubicBezTo>
                <ns1:cubicBezTo>
                  <ns1:pt x="70" y="42"/>
                  <ns1:pt x="70" y="42"/>
                  <ns1:pt x="70" y="42"/>
                </ns1:cubicBezTo>
                <ns1:cubicBezTo>
                  <ns1:pt x="73" y="36"/>
                  <ns1:pt x="76" y="30"/>
                  <ns1:pt x="78" y="24"/>
                </ns1:cubicBezTo>
                <ns1:cubicBezTo>
                  <ns1:pt x="86" y="22"/>
                  <ns1:pt x="86" y="22"/>
                  <ns1:pt x="86" y="22"/>
                </ns1:cubicBezTo>
                <ns1:cubicBezTo>
                  <ns1:pt x="89" y="21"/>
                  <ns1:pt x="92" y="19"/>
                  <ns1:pt x="92" y="16"/>
                </ns1:cubicBezTo>
                <ns1:cubicBezTo>
                  <ns1:pt x="92" y="8"/>
                  <ns1:pt x="92" y="8"/>
                  <ns1:pt x="92" y="8"/>
                </ns1:cubicBezTo>
                <ns1:cubicBezTo>
                  <ns1:pt x="160" y="8"/>
                  <ns1:pt x="160" y="8"/>
                  <ns1:pt x="160" y="8"/>
                </ns1:cubicBezTo>
                <ns1:cubicBezTo>
                  <ns1:pt x="164" y="8"/>
                  <ns1:pt x="168" y="12"/>
                  <ns1:pt x="168" y="16"/>
                </ns1:cubicBezTo>
                <ns1:lnTo>
                  <ns1:pt x="168" y="66"/>
                </ns1:lnTo>
                <ns1:close/>
              </ns1:path>
            </ns1:pathLst>
          </ns1:custGeom>
          <ns1:solidFill>
            <ns1:schemeClr val="tx1"/>
          </ns1:solidFill>
          <ns1:ln>
            <ns1:noFill/>
          </ns1:ln>
          <ns1:extLst/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en-US" sz="2700"/>
          </ns1:p>
        </ns0:txBody>
      </ns0:sp>
      <ns0:sp>
        <ns0:nvSpPr>
          <ns0:cNvPr id="79" name="Freeform 73"/>
          <ns0:cNvSpPr>
            <ns1:spLocks noEditPoints="1"/>
          </ns0:cNvSpPr>
          <ns0:nvPr/>
        </ns0:nvSpPr>
        <ns0:spPr bwMode="auto">
          <ns1:xfrm>
            <ns1:off x="8686801" y="3910014"/>
            <ns1:ext cx="320675" cy="261938"/>
          </ns1:xfrm>
          <ns1:custGeom>
            <ns1:avLst/>
            <ns1:gdLst>
              <ns1:gd name="T0" fmla="*/ 124 w 176"/>
              <ns1:gd name="T1" fmla="*/ 132 h 144"/>
              <ns1:gd name="T2" fmla="*/ 128 w 176"/>
              <ns1:gd name="T3" fmla="*/ 144 h 144"/>
              <ns1:gd name="T4" fmla="*/ 132 w 176"/>
              <ns1:gd name="T5" fmla="*/ 132 h 144"/>
              <ns1:gd name="T6" fmla="*/ 28 w 176"/>
              <ns1:gd name="T7" fmla="*/ 40 h 144"/>
              <ns1:gd name="T8" fmla="*/ 152 w 176"/>
              <ns1:gd name="T9" fmla="*/ 36 h 144"/>
              <ns1:gd name="T10" fmla="*/ 28 w 176"/>
              <ns1:gd name="T11" fmla="*/ 32 h 144"/>
              <ns1:gd name="T12" fmla="*/ 28 w 176"/>
              <ns1:gd name="T13" fmla="*/ 40 h 144"/>
              <ns1:gd name="T14" fmla="*/ 44 w 176"/>
              <ns1:gd name="T15" fmla="*/ 132 h 144"/>
              <ns1:gd name="T16" fmla="*/ 48 w 176"/>
              <ns1:gd name="T17" fmla="*/ 144 h 144"/>
              <ns1:gd name="T18" fmla="*/ 52 w 176"/>
              <ns1:gd name="T19" fmla="*/ 132 h 144"/>
              <ns1:gd name="T20" fmla="*/ 168 w 176"/>
              <ns1:gd name="T21" fmla="*/ 0 h 144"/>
              <ns1:gd name="T22" fmla="*/ 0 w 176"/>
              <ns1:gd name="T23" fmla="*/ 8 h 144"/>
              <ns1:gd name="T24" fmla="*/ 8 w 176"/>
              <ns1:gd name="T25" fmla="*/ 136 h 144"/>
              <ns1:gd name="T26" fmla="*/ 36 w 176"/>
              <ns1:gd name="T27" fmla="*/ 132 h 144"/>
              <ns1:gd name="T28" fmla="*/ 60 w 176"/>
              <ns1:gd name="T29" fmla="*/ 132 h 144"/>
              <ns1:gd name="T30" fmla="*/ 112 w 176"/>
              <ns1:gd name="T31" fmla="*/ 136 h 144"/>
              <ns1:gd name="T32" fmla="*/ 128 w 176"/>
              <ns1:gd name="T33" fmla="*/ 120 h 144"/>
              <ns1:gd name="T34" fmla="*/ 144 w 176"/>
              <ns1:gd name="T35" fmla="*/ 136 h 144"/>
              <ns1:gd name="T36" fmla="*/ 176 w 176"/>
              <ns1:gd name="T37" fmla="*/ 128 h 144"/>
              <ns1:gd name="T38" fmla="*/ 168 w 176"/>
              <ns1:gd name="T39" fmla="*/ 0 h 144"/>
              <ns1:gd name="T40" fmla="*/ 148 w 176"/>
              <ns1:gd name="T41" fmla="*/ 128 h 144"/>
              <ns1:gd name="T42" fmla="*/ 108 w 176"/>
              <ns1:gd name="T43" fmla="*/ 128 h 144"/>
              <ns1:gd name="T44" fmla="*/ 48 w 176"/>
              <ns1:gd name="T45" fmla="*/ 112 h 144"/>
              <ns1:gd name="T46" fmla="*/ 8 w 176"/>
              <ns1:gd name="T47" fmla="*/ 128 h 144"/>
              <ns1:gd name="T48" fmla="*/ 168 w 176"/>
              <ns1:gd name="T49" fmla="*/ 8 h 144"/>
              <ns1:gd name="T50" fmla="*/ 28 w 176"/>
              <ns1:gd name="T51" fmla="*/ 88 h 144"/>
              <ns1:gd name="T52" fmla="*/ 112 w 176"/>
              <ns1:gd name="T53" fmla="*/ 84 h 144"/>
              <ns1:gd name="T54" fmla="*/ 28 w 176"/>
              <ns1:gd name="T55" fmla="*/ 80 h 144"/>
              <ns1:gd name="T56" fmla="*/ 28 w 176"/>
              <ns1:gd name="T57" fmla="*/ 88 h 144"/>
              <ns1:gd name="T58" fmla="*/ 148 w 176"/>
              <ns1:gd name="T59" fmla="*/ 72 h 144"/>
              <ns1:gd name="T60" fmla="*/ 148 w 176"/>
              <ns1:gd name="T61" fmla="*/ 64 h 144"/>
              <ns1:gd name="T62" fmla="*/ 24 w 176"/>
              <ns1:gd name="T63" fmla="*/ 68 h 144"/>
              <ns1:gd name="T64" fmla="*/ 28 w 176"/>
              <ns1:gd name="T65" fmla="*/ 56 h 144"/>
              <ns1:gd name="T66" fmla="*/ 152 w 176"/>
              <ns1:gd name="T67" fmla="*/ 52 h 144"/>
              <ns1:gd name="T68" fmla="*/ 28 w 176"/>
              <ns1:gd name="T69" fmla="*/ 48 h 144"/>
              <ns1:gd name="T70" fmla="*/ 28 w 176"/>
              <ns1:gd name="T71" fmla="*/ 56 h 144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  <ns1:cxn ang="0">
                <ns1:pos x="T32" y="T33"/>
              </ns1:cxn>
              <ns1:cxn ang="0">
                <ns1:pos x="T34" y="T35"/>
              </ns1:cxn>
              <ns1:cxn ang="0">
                <ns1:pos x="T36" y="T37"/>
              </ns1:cxn>
              <ns1:cxn ang="0">
                <ns1:pos x="T38" y="T39"/>
              </ns1:cxn>
              <ns1:cxn ang="0">
                <ns1:pos x="T40" y="T41"/>
              </ns1:cxn>
              <ns1:cxn ang="0">
                <ns1:pos x="T42" y="T43"/>
              </ns1:cxn>
              <ns1:cxn ang="0">
                <ns1:pos x="T44" y="T45"/>
              </ns1:cxn>
              <ns1:cxn ang="0">
                <ns1:pos x="T46" y="T47"/>
              </ns1:cxn>
              <ns1:cxn ang="0">
                <ns1:pos x="T48" y="T49"/>
              </ns1:cxn>
              <ns1:cxn ang="0">
                <ns1:pos x="T50" y="T51"/>
              </ns1:cxn>
              <ns1:cxn ang="0">
                <ns1:pos x="T52" y="T53"/>
              </ns1:cxn>
              <ns1:cxn ang="0">
                <ns1:pos x="T54" y="T55"/>
              </ns1:cxn>
              <ns1:cxn ang="0">
                <ns1:pos x="T56" y="T57"/>
              </ns1:cxn>
              <ns1:cxn ang="0">
                <ns1:pos x="T58" y="T59"/>
              </ns1:cxn>
              <ns1:cxn ang="0">
                <ns1:pos x="T60" y="T61"/>
              </ns1:cxn>
              <ns1:cxn ang="0">
                <ns1:pos x="T62" y="T63"/>
              </ns1:cxn>
              <ns1:cxn ang="0">
                <ns1:pos x="T64" y="T65"/>
              </ns1:cxn>
              <ns1:cxn ang="0">
                <ns1:pos x="T66" y="T67"/>
              </ns1:cxn>
              <ns1:cxn ang="0">
                <ns1:pos x="T68" y="T69"/>
              </ns1:cxn>
              <ns1:cxn ang="0">
                <ns1:pos x="T70" y="T71"/>
              </ns1:cxn>
            </ns1:cxnLst>
            <ns1:rect l="0" t="0" r="r" b="b"/>
            <ns1:pathLst>
              <ns1:path w="176" h="144">
                <ns1:moveTo>
                  <ns1:pt x="128" y="128"/>
                </ns1:moveTo>
                <ns1:cubicBezTo>
                  <ns1:pt x="126" y="128"/>
                  <ns1:pt x="124" y="130"/>
                  <ns1:pt x="124" y="132"/>
                </ns1:cubicBezTo>
                <ns1:cubicBezTo>
                  <ns1:pt x="124" y="140"/>
                  <ns1:pt x="124" y="140"/>
                  <ns1:pt x="124" y="140"/>
                </ns1:cubicBezTo>
                <ns1:cubicBezTo>
                  <ns1:pt x="124" y="142"/>
                  <ns1:pt x="126" y="144"/>
                  <ns1:pt x="128" y="144"/>
                </ns1:cubicBezTo>
                <ns1:cubicBezTo>
                  <ns1:pt x="130" y="144"/>
                  <ns1:pt x="132" y="142"/>
                  <ns1:pt x="132" y="140"/>
                </ns1:cubicBezTo>
                <ns1:cubicBezTo>
                  <ns1:pt x="132" y="132"/>
                  <ns1:pt x="132" y="132"/>
                  <ns1:pt x="132" y="132"/>
                </ns1:cubicBezTo>
                <ns1:cubicBezTo>
                  <ns1:pt x="132" y="130"/>
                  <ns1:pt x="130" y="128"/>
                  <ns1:pt x="128" y="128"/>
                </ns1:cubicBezTo>
                <ns1:moveTo>
                  <ns1:pt x="28" y="40"/>
                </ns1:moveTo>
                <ns1:cubicBezTo>
                  <ns1:pt x="148" y="40"/>
                  <ns1:pt x="148" y="40"/>
                  <ns1:pt x="148" y="40"/>
                </ns1:cubicBezTo>
                <ns1:cubicBezTo>
                  <ns1:pt x="150" y="40"/>
                  <ns1:pt x="152" y="38"/>
                  <ns1:pt x="152" y="36"/>
                </ns1:cubicBezTo>
                <ns1:cubicBezTo>
                  <ns1:pt x="152" y="34"/>
                  <ns1:pt x="150" y="32"/>
                  <ns1:pt x="148" y="32"/>
                </ns1:cubicBezTo>
                <ns1:cubicBezTo>
                  <ns1:pt x="28" y="32"/>
                  <ns1:pt x="28" y="32"/>
                  <ns1:pt x="28" y="32"/>
                </ns1:cubicBezTo>
                <ns1:cubicBezTo>
                  <ns1:pt x="26" y="32"/>
                  <ns1:pt x="24" y="34"/>
                  <ns1:pt x="24" y="36"/>
                </ns1:cubicBezTo>
                <ns1:cubicBezTo>
                  <ns1:pt x="24" y="38"/>
                  <ns1:pt x="26" y="40"/>
                  <ns1:pt x="28" y="40"/>
                </ns1:cubicBezTo>
                <ns1:moveTo>
                  <ns1:pt x="48" y="128"/>
                </ns1:moveTo>
                <ns1:cubicBezTo>
                  <ns1:pt x="46" y="128"/>
                  <ns1:pt x="44" y="130"/>
                  <ns1:pt x="44" y="132"/>
                </ns1:cubicBezTo>
                <ns1:cubicBezTo>
                  <ns1:pt x="44" y="140"/>
                  <ns1:pt x="44" y="140"/>
                  <ns1:pt x="44" y="140"/>
                </ns1:cubicBezTo>
                <ns1:cubicBezTo>
                  <ns1:pt x="44" y="142"/>
                  <ns1:pt x="46" y="144"/>
                  <ns1:pt x="48" y="144"/>
                </ns1:cubicBezTo>
                <ns1:cubicBezTo>
                  <ns1:pt x="50" y="144"/>
                  <ns1:pt x="52" y="142"/>
                  <ns1:pt x="52" y="140"/>
                </ns1:cubicBezTo>
                <ns1:cubicBezTo>
                  <ns1:pt x="52" y="132"/>
                  <ns1:pt x="52" y="132"/>
                  <ns1:pt x="52" y="132"/>
                </ns1:cubicBezTo>
                <ns1:cubicBezTo>
                  <ns1:pt x="52" y="130"/>
                  <ns1:pt x="50" y="128"/>
                  <ns1:pt x="48" y="128"/>
                </ns1:cubicBezTo>
                <ns1:moveTo>
                  <ns1:pt x="168" y="0"/>
                </ns1:moveTo>
                <ns1:cubicBezTo>
                  <ns1:pt x="8" y="0"/>
                  <ns1:pt x="8" y="0"/>
                  <ns1:pt x="8" y="0"/>
                </ns1:cubicBezTo>
                <ns1:cubicBezTo>
                  <ns1:pt x="4" y="0"/>
                  <ns1:pt x="0" y="4"/>
                  <ns1:pt x="0" y="8"/>
                </ns1:cubicBezTo>
                <ns1:cubicBezTo>
                  <ns1:pt x="0" y="128"/>
                  <ns1:pt x="0" y="128"/>
                  <ns1:pt x="0" y="128"/>
                </ns1:cubicBezTo>
                <ns1:cubicBezTo>
                  <ns1:pt x="0" y="132"/>
                  <ns1:pt x="4" y="136"/>
                  <ns1:pt x="8" y="136"/>
                </ns1:cubicBezTo>
                <ns1:cubicBezTo>
                  <ns1:pt x="32" y="136"/>
                  <ns1:pt x="32" y="136"/>
                  <ns1:pt x="32" y="136"/>
                </ns1:cubicBezTo>
                <ns1:cubicBezTo>
                  <ns1:pt x="34" y="136"/>
                  <ns1:pt x="36" y="134"/>
                  <ns1:pt x="36" y="132"/>
                </ns1:cubicBezTo>
                <ns1:cubicBezTo>
                  <ns1:pt x="36" y="125"/>
                  <ns1:pt x="41" y="120"/>
                  <ns1:pt x="48" y="120"/>
                </ns1:cubicBezTo>
                <ns1:cubicBezTo>
                  <ns1:pt x="55" y="120"/>
                  <ns1:pt x="60" y="125"/>
                  <ns1:pt x="60" y="132"/>
                </ns1:cubicBezTo>
                <ns1:cubicBezTo>
                  <ns1:pt x="60" y="134"/>
                  <ns1:pt x="62" y="136"/>
                  <ns1:pt x="64" y="136"/>
                </ns1:cubicBezTo>
                <ns1:cubicBezTo>
                  <ns1:pt x="112" y="136"/>
                  <ns1:pt x="112" y="136"/>
                  <ns1:pt x="112" y="136"/>
                </ns1:cubicBezTo>
                <ns1:cubicBezTo>
                  <ns1:pt x="114" y="136"/>
                  <ns1:pt x="116" y="134"/>
                  <ns1:pt x="116" y="132"/>
                </ns1:cubicBezTo>
                <ns1:cubicBezTo>
                  <ns1:pt x="116" y="125"/>
                  <ns1:pt x="121" y="120"/>
                  <ns1:pt x="128" y="120"/>
                </ns1:cubicBezTo>
                <ns1:cubicBezTo>
                  <ns1:pt x="135" y="120"/>
                  <ns1:pt x="140" y="125"/>
                  <ns1:pt x="140" y="132"/>
                </ns1:cubicBezTo>
                <ns1:cubicBezTo>
                  <ns1:pt x="140" y="134"/>
                  <ns1:pt x="142" y="136"/>
                  <ns1:pt x="144" y="136"/>
                </ns1:cubicBezTo>
                <ns1:cubicBezTo>
                  <ns1:pt x="168" y="136"/>
                  <ns1:pt x="168" y="136"/>
                  <ns1:pt x="168" y="136"/>
                </ns1:cubicBezTo>
                <ns1:cubicBezTo>
                  <ns1:pt x="172" y="136"/>
                  <ns1:pt x="176" y="132"/>
                  <ns1:pt x="176" y="128"/>
                </ns1:cubicBezTo>
                <ns1:cubicBezTo>
                  <ns1:pt x="176" y="8"/>
                  <ns1:pt x="176" y="8"/>
                  <ns1:pt x="176" y="8"/>
                </ns1:cubicBezTo>
                <ns1:cubicBezTo>
                  <ns1:pt x="176" y="4"/>
                  <ns1:pt x="172" y="0"/>
                  <ns1:pt x="168" y="0"/>
                </ns1:cubicBezTo>
                <ns1:moveTo>
                  <ns1:pt x="168" y="128"/>
                </ns1:moveTo>
                <ns1:cubicBezTo>
                  <ns1:pt x="148" y="128"/>
                  <ns1:pt x="148" y="128"/>
                  <ns1:pt x="148" y="128"/>
                </ns1:cubicBezTo>
                <ns1:cubicBezTo>
                  <ns1:pt x="146" y="119"/>
                  <ns1:pt x="138" y="112"/>
                  <ns1:pt x="128" y="112"/>
                </ns1:cubicBezTo>
                <ns1:cubicBezTo>
                  <ns1:pt x="118" y="112"/>
                  <ns1:pt x="110" y="119"/>
                  <ns1:pt x="108" y="128"/>
                </ns1:cubicBezTo>
                <ns1:cubicBezTo>
                  <ns1:pt x="68" y="128"/>
                  <ns1:pt x="68" y="128"/>
                  <ns1:pt x="68" y="128"/>
                </ns1:cubicBezTo>
                <ns1:cubicBezTo>
                  <ns1:pt x="66" y="119"/>
                  <ns1:pt x="58" y="112"/>
                  <ns1:pt x="48" y="112"/>
                </ns1:cubicBezTo>
                <ns1:cubicBezTo>
                  <ns1:pt x="38" y="112"/>
                  <ns1:pt x="30" y="119"/>
                  <ns1:pt x="28" y="128"/>
                </ns1:cubicBezTo>
                <ns1:cubicBezTo>
                  <ns1:pt x="8" y="128"/>
                  <ns1:pt x="8" y="128"/>
                  <ns1:pt x="8" y="128"/>
                </ns1:cubicBezTo>
                <ns1:cubicBezTo>
                  <ns1:pt x="8" y="8"/>
                  <ns1:pt x="8" y="8"/>
                  <ns1:pt x="8" y="8"/>
                </ns1:cubicBezTo>
                <ns1:cubicBezTo>
                  <ns1:pt x="168" y="8"/>
                  <ns1:pt x="168" y="8"/>
                  <ns1:pt x="168" y="8"/>
                </ns1:cubicBezTo>
                <ns1:lnTo>
                  <ns1:pt x="168" y="128"/>
                </ns1:lnTo>
                <ns1:close/>
                <ns1:moveTo>
                  <ns1:pt x="28" y="88"/>
                </ns1:moveTo>
                <ns1:cubicBezTo>
                  <ns1:pt x="108" y="88"/>
                  <ns1:pt x="108" y="88"/>
                  <ns1:pt x="108" y="88"/>
                </ns1:cubicBezTo>
                <ns1:cubicBezTo>
                  <ns1:pt x="110" y="88"/>
                  <ns1:pt x="112" y="86"/>
                  <ns1:pt x="112" y="84"/>
                </ns1:cubicBezTo>
                <ns1:cubicBezTo>
                  <ns1:pt x="112" y="82"/>
                  <ns1:pt x="110" y="80"/>
                  <ns1:pt x="108" y="80"/>
                </ns1:cubicBezTo>
                <ns1:cubicBezTo>
                  <ns1:pt x="28" y="80"/>
                  <ns1:pt x="28" y="80"/>
                  <ns1:pt x="28" y="80"/>
                </ns1:cubicBezTo>
                <ns1:cubicBezTo>
                  <ns1:pt x="26" y="80"/>
                  <ns1:pt x="24" y="82"/>
                  <ns1:pt x="24" y="84"/>
                </ns1:cubicBezTo>
                <ns1:cubicBezTo>
                  <ns1:pt x="24" y="86"/>
                  <ns1:pt x="26" y="88"/>
                  <ns1:pt x="28" y="88"/>
                </ns1:cubicBezTo>
                <ns1:moveTo>
                  <ns1:pt x="28" y="72"/>
                </ns1:moveTo>
                <ns1:cubicBezTo>
                  <ns1:pt x="148" y="72"/>
                  <ns1:pt x="148" y="72"/>
                  <ns1:pt x="148" y="72"/>
                </ns1:cubicBezTo>
                <ns1:cubicBezTo>
                  <ns1:pt x="150" y="72"/>
                  <ns1:pt x="152" y="70"/>
                  <ns1:pt x="152" y="68"/>
                </ns1:cubicBezTo>
                <ns1:cubicBezTo>
                  <ns1:pt x="152" y="66"/>
                  <ns1:pt x="150" y="64"/>
                  <ns1:pt x="148" y="64"/>
                </ns1:cubicBezTo>
                <ns1:cubicBezTo>
                  <ns1:pt x="28" y="64"/>
                  <ns1:pt x="28" y="64"/>
                  <ns1:pt x="28" y="64"/>
                </ns1:cubicBezTo>
                <ns1:cubicBezTo>
                  <ns1:pt x="26" y="64"/>
                  <ns1:pt x="24" y="66"/>
                  <ns1:pt x="24" y="68"/>
                </ns1:cubicBezTo>
                <ns1:cubicBezTo>
                  <ns1:pt x="24" y="70"/>
                  <ns1:pt x="26" y="72"/>
                  <ns1:pt x="28" y="72"/>
                </ns1:cubicBezTo>
                <ns1:moveTo>
                  <ns1:pt x="28" y="56"/>
                </ns1:moveTo>
                <ns1:cubicBezTo>
                  <ns1:pt x="148" y="56"/>
                  <ns1:pt x="148" y="56"/>
                  <ns1:pt x="148" y="56"/>
                </ns1:cubicBezTo>
                <ns1:cubicBezTo>
                  <ns1:pt x="150" y="56"/>
                  <ns1:pt x="152" y="54"/>
                  <ns1:pt x="152" y="52"/>
                </ns1:cubicBezTo>
                <ns1:cubicBezTo>
                  <ns1:pt x="152" y="50"/>
                  <ns1:pt x="150" y="48"/>
                  <ns1:pt x="148" y="48"/>
                </ns1:cubicBezTo>
                <ns1:cubicBezTo>
                  <ns1:pt x="28" y="48"/>
                  <ns1:pt x="28" y="48"/>
                  <ns1:pt x="28" y="48"/>
                </ns1:cubicBezTo>
                <ns1:cubicBezTo>
                  <ns1:pt x="26" y="48"/>
                  <ns1:pt x="24" y="50"/>
                  <ns1:pt x="24" y="52"/>
                </ns1:cubicBezTo>
                <ns1:cubicBezTo>
                  <ns1:pt x="24" y="54"/>
                  <ns1:pt x="26" y="56"/>
                  <ns1:pt x="28" y="56"/>
                </ns1:cubicBezTo>
              </ns1:path>
            </ns1:pathLst>
          </ns1:custGeom>
          <ns1:solidFill>
            <ns1:schemeClr val="tx1"/>
          </ns1:solidFill>
          <ns1:ln>
            <ns1:noFill/>
          </ns1:ln>
          <ns1:extLst/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en-US" sz="2700"/>
          </ns1:p>
        </ns0:txBody>
      </ns0:sp>
      <ns0:sp>
        <ns0:nvSpPr>
          <ns0:cNvPr id="80" name="Freeform 74"/>
          <ns0:cNvSpPr>
            <ns1:spLocks noEditPoints="1"/>
          </ns0:cNvSpPr>
          <ns0:nvPr/>
        </ns0:nvSpPr>
        <ns0:spPr bwMode="auto">
          <ns1:xfrm>
            <ns1:off x="3186114" y="4505326"/>
            <ns1:ext cx="320675" cy="292100"/>
          </ns1:xfrm>
          <ns1:custGeom>
            <ns1:avLst/>
            <ns1:gdLst>
              <ns1:gd name="T0" fmla="*/ 128 w 176"/>
              <ns1:gd name="T1" fmla="*/ 148 h 160"/>
              <ns1:gd name="T2" fmla="*/ 132 w 176"/>
              <ns1:gd name="T3" fmla="*/ 160 h 160"/>
              <ns1:gd name="T4" fmla="*/ 136 w 176"/>
              <ns1:gd name="T5" fmla="*/ 148 h 160"/>
              <ns1:gd name="T6" fmla="*/ 20 w 176"/>
              <ns1:gd name="T7" fmla="*/ 112 h 160"/>
              <ns1:gd name="T8" fmla="*/ 8 w 176"/>
              <ns1:gd name="T9" fmla="*/ 8 h 160"/>
              <ns1:gd name="T10" fmla="*/ 136 w 176"/>
              <ns1:gd name="T11" fmla="*/ 20 h 160"/>
              <ns1:gd name="T12" fmla="*/ 144 w 176"/>
              <ns1:gd name="T13" fmla="*/ 20 h 160"/>
              <ns1:gd name="T14" fmla="*/ 136 w 176"/>
              <ns1:gd name="T15" fmla="*/ 0 h 160"/>
              <ns1:gd name="T16" fmla="*/ 0 w 176"/>
              <ns1:gd name="T17" fmla="*/ 8 h 160"/>
              <ns1:gd name="T18" fmla="*/ 8 w 176"/>
              <ns1:gd name="T19" fmla="*/ 120 h 160"/>
              <ns1:gd name="T20" fmla="*/ 24 w 176"/>
              <ns1:gd name="T21" fmla="*/ 116 h 160"/>
              <ns1:gd name="T22" fmla="*/ 76 w 176"/>
              <ns1:gd name="T23" fmla="*/ 144 h 160"/>
              <ns1:gd name="T24" fmla="*/ 72 w 176"/>
              <ns1:gd name="T25" fmla="*/ 156 h 160"/>
              <ns1:gd name="T26" fmla="*/ 80 w 176"/>
              <ns1:gd name="T27" fmla="*/ 156 h 160"/>
              <ns1:gd name="T28" fmla="*/ 76 w 176"/>
              <ns1:gd name="T29" fmla="*/ 144 h 160"/>
              <ns1:gd name="T30" fmla="*/ 148 w 176"/>
              <ns1:gd name="T31" fmla="*/ 72 h 160"/>
              <ns1:gd name="T32" fmla="*/ 148 w 176"/>
              <ns1:gd name="T33" fmla="*/ 64 h 160"/>
              <ns1:gd name="T34" fmla="*/ 56 w 176"/>
              <ns1:gd name="T35" fmla="*/ 68 h 160"/>
              <ns1:gd name="T36" fmla="*/ 168 w 176"/>
              <ns1:gd name="T37" fmla="*/ 32 h 160"/>
              <ns1:gd name="T38" fmla="*/ 32 w 176"/>
              <ns1:gd name="T39" fmla="*/ 40 h 160"/>
              <ns1:gd name="T40" fmla="*/ 40 w 176"/>
              <ns1:gd name="T41" fmla="*/ 152 h 160"/>
              <ns1:gd name="T42" fmla="*/ 64 w 176"/>
              <ns1:gd name="T43" fmla="*/ 148 h 160"/>
              <ns1:gd name="T44" fmla="*/ 88 w 176"/>
              <ns1:gd name="T45" fmla="*/ 148 h 160"/>
              <ns1:gd name="T46" fmla="*/ 116 w 176"/>
              <ns1:gd name="T47" fmla="*/ 152 h 160"/>
              <ns1:gd name="T48" fmla="*/ 132 w 176"/>
              <ns1:gd name="T49" fmla="*/ 136 h 160"/>
              <ns1:gd name="T50" fmla="*/ 148 w 176"/>
              <ns1:gd name="T51" fmla="*/ 152 h 160"/>
              <ns1:gd name="T52" fmla="*/ 176 w 176"/>
              <ns1:gd name="T53" fmla="*/ 144 h 160"/>
              <ns1:gd name="T54" fmla="*/ 168 w 176"/>
              <ns1:gd name="T55" fmla="*/ 32 h 160"/>
              <ns1:gd name="T56" fmla="*/ 152 w 176"/>
              <ns1:gd name="T57" fmla="*/ 144 h 160"/>
              <ns1:gd name="T58" fmla="*/ 112 w 176"/>
              <ns1:gd name="T59" fmla="*/ 144 h 160"/>
              <ns1:gd name="T60" fmla="*/ 76 w 176"/>
              <ns1:gd name="T61" fmla="*/ 128 h 160"/>
              <ns1:gd name="T62" fmla="*/ 40 w 176"/>
              <ns1:gd name="T63" fmla="*/ 144 h 160"/>
              <ns1:gd name="T64" fmla="*/ 168 w 176"/>
              <ns1:gd name="T65" fmla="*/ 40 h 160"/>
              <ns1:gd name="T66" fmla="*/ 60 w 176"/>
              <ns1:gd name="T67" fmla="*/ 88 h 160"/>
              <ns1:gd name="T68" fmla="*/ 152 w 176"/>
              <ns1:gd name="T69" fmla="*/ 84 h 160"/>
              <ns1:gd name="T70" fmla="*/ 60 w 176"/>
              <ns1:gd name="T71" fmla="*/ 80 h 160"/>
              <ns1:gd name="T72" fmla="*/ 60 w 176"/>
              <ns1:gd name="T73" fmla="*/ 88 h 160"/>
              <ns1:gd name="T74" fmla="*/ 116 w 176"/>
              <ns1:gd name="T75" fmla="*/ 104 h 160"/>
              <ns1:gd name="T76" fmla="*/ 116 w 176"/>
              <ns1:gd name="T77" fmla="*/ 96 h 160"/>
              <ns1:gd name="T78" fmla="*/ 56 w 176"/>
              <ns1:gd name="T79" fmla="*/ 100 h 160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  <ns1:cxn ang="0">
                <ns1:pos x="T32" y="T33"/>
              </ns1:cxn>
              <ns1:cxn ang="0">
                <ns1:pos x="T34" y="T35"/>
              </ns1:cxn>
              <ns1:cxn ang="0">
                <ns1:pos x="T36" y="T37"/>
              </ns1:cxn>
              <ns1:cxn ang="0">
                <ns1:pos x="T38" y="T39"/>
              </ns1:cxn>
              <ns1:cxn ang="0">
                <ns1:pos x="T40" y="T41"/>
              </ns1:cxn>
              <ns1:cxn ang="0">
                <ns1:pos x="T42" y="T43"/>
              </ns1:cxn>
              <ns1:cxn ang="0">
                <ns1:pos x="T44" y="T45"/>
              </ns1:cxn>
              <ns1:cxn ang="0">
                <ns1:pos x="T46" y="T47"/>
              </ns1:cxn>
              <ns1:cxn ang="0">
                <ns1:pos x="T48" y="T49"/>
              </ns1:cxn>
              <ns1:cxn ang="0">
                <ns1:pos x="T50" y="T51"/>
              </ns1:cxn>
              <ns1:cxn ang="0">
                <ns1:pos x="T52" y="T53"/>
              </ns1:cxn>
              <ns1:cxn ang="0">
                <ns1:pos x="T54" y="T55"/>
              </ns1:cxn>
              <ns1:cxn ang="0">
                <ns1:pos x="T56" y="T57"/>
              </ns1:cxn>
              <ns1:cxn ang="0">
                <ns1:pos x="T58" y="T59"/>
              </ns1:cxn>
              <ns1:cxn ang="0">
                <ns1:pos x="T60" y="T61"/>
              </ns1:cxn>
              <ns1:cxn ang="0">
                <ns1:pos x="T62" y="T63"/>
              </ns1:cxn>
              <ns1:cxn ang="0">
                <ns1:pos x="T64" y="T65"/>
              </ns1:cxn>
              <ns1:cxn ang="0">
                <ns1:pos x="T66" y="T67"/>
              </ns1:cxn>
              <ns1:cxn ang="0">
                <ns1:pos x="T68" y="T69"/>
              </ns1:cxn>
              <ns1:cxn ang="0">
                <ns1:pos x="T70" y="T71"/>
              </ns1:cxn>
              <ns1:cxn ang="0">
                <ns1:pos x="T72" y="T73"/>
              </ns1:cxn>
              <ns1:cxn ang="0">
                <ns1:pos x="T74" y="T75"/>
              </ns1:cxn>
              <ns1:cxn ang="0">
                <ns1:pos x="T76" y="T77"/>
              </ns1:cxn>
              <ns1:cxn ang="0">
                <ns1:pos x="T78" y="T79"/>
              </ns1:cxn>
            </ns1:cxnLst>
            <ns1:rect l="0" t="0" r="r" b="b"/>
            <ns1:pathLst>
              <ns1:path w="176" h="160">
                <ns1:moveTo>
                  <ns1:pt x="132" y="144"/>
                </ns1:moveTo>
                <ns1:cubicBezTo>
                  <ns1:pt x="130" y="144"/>
                  <ns1:pt x="128" y="146"/>
                  <ns1:pt x="128" y="148"/>
                </ns1:cubicBezTo>
                <ns1:cubicBezTo>
                  <ns1:pt x="128" y="156"/>
                  <ns1:pt x="128" y="156"/>
                  <ns1:pt x="128" y="156"/>
                </ns1:cubicBezTo>
                <ns1:cubicBezTo>
                  <ns1:pt x="128" y="158"/>
                  <ns1:pt x="130" y="160"/>
                  <ns1:pt x="132" y="160"/>
                </ns1:cubicBezTo>
                <ns1:cubicBezTo>
                  <ns1:pt x="134" y="160"/>
                  <ns1:pt x="136" y="158"/>
                  <ns1:pt x="136" y="156"/>
                </ns1:cubicBezTo>
                <ns1:cubicBezTo>
                  <ns1:pt x="136" y="148"/>
                  <ns1:pt x="136" y="148"/>
                  <ns1:pt x="136" y="148"/>
                </ns1:cubicBezTo>
                <ns1:cubicBezTo>
                  <ns1:pt x="136" y="146"/>
                  <ns1:pt x="134" y="144"/>
                  <ns1:pt x="132" y="144"/>
                </ns1:cubicBezTo>
                <ns1:moveTo>
                  <ns1:pt x="20" y="112"/>
                </ns1:moveTo>
                <ns1:cubicBezTo>
                  <ns1:pt x="8" y="112"/>
                  <ns1:pt x="8" y="112"/>
                  <ns1:pt x="8" y="112"/>
                </ns1:cubicBezTo>
                <ns1:cubicBezTo>
                  <ns1:pt x="8" y="8"/>
                  <ns1:pt x="8" y="8"/>
                  <ns1:pt x="8" y="8"/>
                </ns1:cubicBezTo>
                <ns1:cubicBezTo>
                  <ns1:pt x="136" y="8"/>
                  <ns1:pt x="136" y="8"/>
                  <ns1:pt x="136" y="8"/>
                </ns1:cubicBezTo>
                <ns1:cubicBezTo>
                  <ns1:pt x="136" y="20"/>
                  <ns1:pt x="136" y="20"/>
                  <ns1:pt x="136" y="20"/>
                </ns1:cubicBezTo>
                <ns1:cubicBezTo>
                  <ns1:pt x="136" y="22"/>
                  <ns1:pt x="138" y="24"/>
                  <ns1:pt x="140" y="24"/>
                </ns1:cubicBezTo>
                <ns1:cubicBezTo>
                  <ns1:pt x="142" y="24"/>
                  <ns1:pt x="144" y="22"/>
                  <ns1:pt x="144" y="20"/>
                </ns1:cubicBezTo>
                <ns1:cubicBezTo>
                  <ns1:pt x="144" y="8"/>
                  <ns1:pt x="144" y="8"/>
                  <ns1:pt x="144" y="8"/>
                </ns1:cubicBezTo>
                <ns1:cubicBezTo>
                  <ns1:pt x="144" y="4"/>
                  <ns1:pt x="140" y="0"/>
                  <ns1:pt x="136" y="0"/>
                </ns1:cubicBezTo>
                <ns1:cubicBezTo>
                  <ns1:pt x="8" y="0"/>
                  <ns1:pt x="8" y="0"/>
                  <ns1:pt x="8" y="0"/>
                </ns1:cubicBezTo>
                <ns1:cubicBezTo>
                  <ns1:pt x="4" y="0"/>
                  <ns1:pt x="0" y="4"/>
                  <ns1:pt x="0" y="8"/>
                </ns1:cubicBezTo>
                <ns1:cubicBezTo>
                  <ns1:pt x="0" y="112"/>
                  <ns1:pt x="0" y="112"/>
                  <ns1:pt x="0" y="112"/>
                </ns1:cubicBezTo>
                <ns1:cubicBezTo>
                  <ns1:pt x="0" y="116"/>
                  <ns1:pt x="4" y="120"/>
                  <ns1:pt x="8" y="120"/>
                </ns1:cubicBezTo>
                <ns1:cubicBezTo>
                  <ns1:pt x="20" y="120"/>
                  <ns1:pt x="20" y="120"/>
                  <ns1:pt x="20" y="120"/>
                </ns1:cubicBezTo>
                <ns1:cubicBezTo>
                  <ns1:pt x="22" y="120"/>
                  <ns1:pt x="24" y="118"/>
                  <ns1:pt x="24" y="116"/>
                </ns1:cubicBezTo>
                <ns1:cubicBezTo>
                  <ns1:pt x="24" y="114"/>
                  <ns1:pt x="22" y="112"/>
                  <ns1:pt x="20" y="112"/>
                </ns1:cubicBezTo>
                <ns1:moveTo>
                  <ns1:pt x="76" y="144"/>
                </ns1:moveTo>
                <ns1:cubicBezTo>
                  <ns1:pt x="74" y="144"/>
                  <ns1:pt x="72" y="146"/>
                  <ns1:pt x="72" y="148"/>
                </ns1:cubicBezTo>
                <ns1:cubicBezTo>
                  <ns1:pt x="72" y="156"/>
                  <ns1:pt x="72" y="156"/>
                  <ns1:pt x="72" y="156"/>
                </ns1:cubicBezTo>
                <ns1:cubicBezTo>
                  <ns1:pt x="72" y="158"/>
                  <ns1:pt x="74" y="160"/>
                  <ns1:pt x="76" y="160"/>
                </ns1:cubicBezTo>
                <ns1:cubicBezTo>
                  <ns1:pt x="78" y="160"/>
                  <ns1:pt x="80" y="158"/>
                  <ns1:pt x="80" y="156"/>
                </ns1:cubicBezTo>
                <ns1:cubicBezTo>
                  <ns1:pt x="80" y="148"/>
                  <ns1:pt x="80" y="148"/>
                  <ns1:pt x="80" y="148"/>
                </ns1:cubicBezTo>
                <ns1:cubicBezTo>
                  <ns1:pt x="80" y="146"/>
                  <ns1:pt x="78" y="144"/>
                  <ns1:pt x="76" y="144"/>
                </ns1:cubicBezTo>
                <ns1:moveTo>
                  <ns1:pt x="60" y="72"/>
                </ns1:moveTo>
                <ns1:cubicBezTo>
                  <ns1:pt x="148" y="72"/>
                  <ns1:pt x="148" y="72"/>
                  <ns1:pt x="148" y="72"/>
                </ns1:cubicBezTo>
                <ns1:cubicBezTo>
                  <ns1:pt x="150" y="72"/>
                  <ns1:pt x="152" y="70"/>
                  <ns1:pt x="152" y="68"/>
                </ns1:cubicBezTo>
                <ns1:cubicBezTo>
                  <ns1:pt x="152" y="66"/>
                  <ns1:pt x="150" y="64"/>
                  <ns1:pt x="148" y="64"/>
                </ns1:cubicBezTo>
                <ns1:cubicBezTo>
                  <ns1:pt x="60" y="64"/>
                  <ns1:pt x="60" y="64"/>
                  <ns1:pt x="60" y="64"/>
                </ns1:cubicBezTo>
                <ns1:cubicBezTo>
                  <ns1:pt x="58" y="64"/>
                  <ns1:pt x="56" y="66"/>
                  <ns1:pt x="56" y="68"/>
                </ns1:cubicBezTo>
                <ns1:cubicBezTo>
                  <ns1:pt x="56" y="70"/>
                  <ns1:pt x="58" y="72"/>
                  <ns1:pt x="60" y="72"/>
                </ns1:cubicBezTo>
                <ns1:moveTo>
                  <ns1:pt x="168" y="32"/>
                </ns1:moveTo>
                <ns1:cubicBezTo>
                  <ns1:pt x="40" y="32"/>
                  <ns1:pt x="40" y="32"/>
                  <ns1:pt x="40" y="32"/>
                </ns1:cubicBezTo>
                <ns1:cubicBezTo>
                  <ns1:pt x="36" y="32"/>
                  <ns1:pt x="32" y="36"/>
                  <ns1:pt x="32" y="40"/>
                </ns1:cubicBezTo>
                <ns1:cubicBezTo>
                  <ns1:pt x="32" y="144"/>
                  <ns1:pt x="32" y="144"/>
                  <ns1:pt x="32" y="144"/>
                </ns1:cubicBezTo>
                <ns1:cubicBezTo>
                  <ns1:pt x="32" y="148"/>
                  <ns1:pt x="36" y="152"/>
                  <ns1:pt x="40" y="152"/>
                </ns1:cubicBezTo>
                <ns1:cubicBezTo>
                  <ns1:pt x="60" y="152"/>
                  <ns1:pt x="60" y="152"/>
                  <ns1:pt x="60" y="152"/>
                </ns1:cubicBezTo>
                <ns1:cubicBezTo>
                  <ns1:pt x="62" y="152"/>
                  <ns1:pt x="64" y="150"/>
                  <ns1:pt x="64" y="148"/>
                </ns1:cubicBezTo>
                <ns1:cubicBezTo>
                  <ns1:pt x="64" y="141"/>
                  <ns1:pt x="69" y="136"/>
                  <ns1:pt x="76" y="136"/>
                </ns1:cubicBezTo>
                <ns1:cubicBezTo>
                  <ns1:pt x="83" y="136"/>
                  <ns1:pt x="88" y="141"/>
                  <ns1:pt x="88" y="148"/>
                </ns1:cubicBezTo>
                <ns1:cubicBezTo>
                  <ns1:pt x="88" y="150"/>
                  <ns1:pt x="90" y="152"/>
                  <ns1:pt x="92" y="152"/>
                </ns1:cubicBezTo>
                <ns1:cubicBezTo>
                  <ns1:pt x="116" y="152"/>
                  <ns1:pt x="116" y="152"/>
                  <ns1:pt x="116" y="152"/>
                </ns1:cubicBezTo>
                <ns1:cubicBezTo>
                  <ns1:pt x="118" y="152"/>
                  <ns1:pt x="120" y="150"/>
                  <ns1:pt x="120" y="148"/>
                </ns1:cubicBezTo>
                <ns1:cubicBezTo>
                  <ns1:pt x="120" y="141"/>
                  <ns1:pt x="125" y="136"/>
                  <ns1:pt x="132" y="136"/>
                </ns1:cubicBezTo>
                <ns1:cubicBezTo>
                  <ns1:pt x="139" y="136"/>
                  <ns1:pt x="144" y="141"/>
                  <ns1:pt x="144" y="148"/>
                </ns1:cubicBezTo>
                <ns1:cubicBezTo>
                  <ns1:pt x="144" y="150"/>
                  <ns1:pt x="146" y="152"/>
                  <ns1:pt x="148" y="152"/>
                </ns1:cubicBezTo>
                <ns1:cubicBezTo>
                  <ns1:pt x="168" y="152"/>
                  <ns1:pt x="168" y="152"/>
                  <ns1:pt x="168" y="152"/>
                </ns1:cubicBezTo>
                <ns1:cubicBezTo>
                  <ns1:pt x="172" y="152"/>
                  <ns1:pt x="176" y="148"/>
                  <ns1:pt x="176" y="144"/>
                </ns1:cubicBezTo>
                <ns1:cubicBezTo>
                  <ns1:pt x="176" y="40"/>
                  <ns1:pt x="176" y="40"/>
                  <ns1:pt x="176" y="40"/>
                </ns1:cubicBezTo>
                <ns1:cubicBezTo>
                  <ns1:pt x="176" y="36"/>
                  <ns1:pt x="172" y="32"/>
                  <ns1:pt x="168" y="32"/>
                </ns1:cubicBezTo>
                <ns1:moveTo>
                  <ns1:pt x="168" y="144"/>
                </ns1:moveTo>
                <ns1:cubicBezTo>
                  <ns1:pt x="152" y="144"/>
                  <ns1:pt x="152" y="144"/>
                  <ns1:pt x="152" y="144"/>
                </ns1:cubicBezTo>
                <ns1:cubicBezTo>
                  <ns1:pt x="150" y="135"/>
                  <ns1:pt x="142" y="128"/>
                  <ns1:pt x="132" y="128"/>
                </ns1:cubicBezTo>
                <ns1:cubicBezTo>
                  <ns1:pt x="122" y="128"/>
                  <ns1:pt x="114" y="135"/>
                  <ns1:pt x="112" y="144"/>
                </ns1:cubicBezTo>
                <ns1:cubicBezTo>
                  <ns1:pt x="96" y="144"/>
                  <ns1:pt x="96" y="144"/>
                  <ns1:pt x="96" y="144"/>
                </ns1:cubicBezTo>
                <ns1:cubicBezTo>
                  <ns1:pt x="94" y="135"/>
                  <ns1:pt x="86" y="128"/>
                  <ns1:pt x="76" y="128"/>
                </ns1:cubicBezTo>
                <ns1:cubicBezTo>
                  <ns1:pt x="66" y="128"/>
                  <ns1:pt x="58" y="135"/>
                  <ns1:pt x="56" y="144"/>
                </ns1:cubicBezTo>
                <ns1:cubicBezTo>
                  <ns1:pt x="40" y="144"/>
                  <ns1:pt x="40" y="144"/>
                  <ns1:pt x="40" y="144"/>
                </ns1:cubicBezTo>
                <ns1:cubicBezTo>
                  <ns1:pt x="40" y="40"/>
                  <ns1:pt x="40" y="40"/>
                  <ns1:pt x="40" y="40"/>
                </ns1:cubicBezTo>
                <ns1:cubicBezTo>
                  <ns1:pt x="168" y="40"/>
                  <ns1:pt x="168" y="40"/>
                  <ns1:pt x="168" y="40"/>
                </ns1:cubicBezTo>
                <ns1:lnTo>
                  <ns1:pt x="168" y="144"/>
                </ns1:lnTo>
                <ns1:close/>
                <ns1:moveTo>
                  <ns1:pt x="60" y="88"/>
                </ns1:moveTo>
                <ns1:cubicBezTo>
                  <ns1:pt x="148" y="88"/>
                  <ns1:pt x="148" y="88"/>
                  <ns1:pt x="148" y="88"/>
                </ns1:cubicBezTo>
                <ns1:cubicBezTo>
                  <ns1:pt x="150" y="88"/>
                  <ns1:pt x="152" y="86"/>
                  <ns1:pt x="152" y="84"/>
                </ns1:cubicBezTo>
                <ns1:cubicBezTo>
                  <ns1:pt x="152" y="82"/>
                  <ns1:pt x="150" y="80"/>
                  <ns1:pt x="148" y="80"/>
                </ns1:cubicBezTo>
                <ns1:cubicBezTo>
                  <ns1:pt x="60" y="80"/>
                  <ns1:pt x="60" y="80"/>
                  <ns1:pt x="60" y="80"/>
                </ns1:cubicBezTo>
                <ns1:cubicBezTo>
                  <ns1:pt x="58" y="80"/>
                  <ns1:pt x="56" y="82"/>
                  <ns1:pt x="56" y="84"/>
                </ns1:cubicBezTo>
                <ns1:cubicBezTo>
                  <ns1:pt x="56" y="86"/>
                  <ns1:pt x="58" y="88"/>
                  <ns1:pt x="60" y="88"/>
                </ns1:cubicBezTo>
                <ns1:moveTo>
                  <ns1:pt x="60" y="104"/>
                </ns1:moveTo>
                <ns1:cubicBezTo>
                  <ns1:pt x="116" y="104"/>
                  <ns1:pt x="116" y="104"/>
                  <ns1:pt x="116" y="104"/>
                </ns1:cubicBezTo>
                <ns1:cubicBezTo>
                  <ns1:pt x="118" y="104"/>
                  <ns1:pt x="120" y="102"/>
                  <ns1:pt x="120" y="100"/>
                </ns1:cubicBezTo>
                <ns1:cubicBezTo>
                  <ns1:pt x="120" y="98"/>
                  <ns1:pt x="118" y="96"/>
                  <ns1:pt x="116" y="96"/>
                </ns1:cubicBezTo>
                <ns1:cubicBezTo>
                  <ns1:pt x="60" y="96"/>
                  <ns1:pt x="60" y="96"/>
                  <ns1:pt x="60" y="96"/>
                </ns1:cubicBezTo>
                <ns1:cubicBezTo>
                  <ns1:pt x="58" y="96"/>
                  <ns1:pt x="56" y="98"/>
                  <ns1:pt x="56" y="100"/>
                </ns1:cubicBezTo>
                <ns1:cubicBezTo>
                  <ns1:pt x="56" y="102"/>
                  <ns1:pt x="58" y="104"/>
                  <ns1:pt x="60" y="104"/>
                </ns1:cubicBezTo>
              </ns1:path>
            </ns1:pathLst>
          </ns1:custGeom>
          <ns1:solidFill>
            <ns1:schemeClr val="tx1"/>
          </ns1:solidFill>
          <ns1:ln>
            <ns1:noFill/>
          </ns1:ln>
          <ns1:extLst/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en-US" sz="2700"/>
          </ns1:p>
        </ns0:txBody>
      </ns0:sp>
      <ns0:sp>
        <ns0:nvSpPr>
          <ns0:cNvPr id="81" name="Freeform 75"/>
          <ns0:cNvSpPr>
            <ns1:spLocks noEditPoints="1"/>
          </ns0:cNvSpPr>
          <ns0:nvPr/>
        </ns0:nvSpPr>
        <ns0:spPr bwMode="auto">
          <ns1:xfrm>
            <ns1:off x="3797301" y="4535489"/>
            <ns1:ext cx="320675" cy="233363"/>
          </ns1:xfrm>
          <ns1:custGeom>
            <ns1:avLst/>
            <ns1:gdLst>
              <ns1:gd name="T0" fmla="*/ 148 w 176"/>
              <ns1:gd name="T1" fmla="*/ 48 h 128"/>
              <ns1:gd name="T2" fmla="*/ 148 w 176"/>
              <ns1:gd name="T3" fmla="*/ 40 h 128"/>
              <ns1:gd name="T4" fmla="*/ 96 w 176"/>
              <ns1:gd name="T5" fmla="*/ 44 h 128"/>
              <ns1:gd name="T6" fmla="*/ 100 w 176"/>
              <ns1:gd name="T7" fmla="*/ 80 h 128"/>
              <ns1:gd name="T8" fmla="*/ 152 w 176"/>
              <ns1:gd name="T9" fmla="*/ 76 h 128"/>
              <ns1:gd name="T10" fmla="*/ 100 w 176"/>
              <ns1:gd name="T11" fmla="*/ 72 h 128"/>
              <ns1:gd name="T12" fmla="*/ 100 w 176"/>
              <ns1:gd name="T13" fmla="*/ 80 h 128"/>
              <ns1:gd name="T14" fmla="*/ 132 w 176"/>
              <ns1:gd name="T15" fmla="*/ 64 h 128"/>
              <ns1:gd name="T16" fmla="*/ 132 w 176"/>
              <ns1:gd name="T17" fmla="*/ 56 h 128"/>
              <ns1:gd name="T18" fmla="*/ 96 w 176"/>
              <ns1:gd name="T19" fmla="*/ 60 h 128"/>
              <ns1:gd name="T20" fmla="*/ 100 w 176"/>
              <ns1:gd name="T21" fmla="*/ 32 h 128"/>
              <ns1:gd name="T22" fmla="*/ 136 w 176"/>
              <ns1:gd name="T23" fmla="*/ 28 h 128"/>
              <ns1:gd name="T24" fmla="*/ 100 w 176"/>
              <ns1:gd name="T25" fmla="*/ 24 h 128"/>
              <ns1:gd name="T26" fmla="*/ 100 w 176"/>
              <ns1:gd name="T27" fmla="*/ 32 h 128"/>
              <ns1:gd name="T28" fmla="*/ 60 w 176"/>
              <ns1:gd name="T29" fmla="*/ 80 h 128"/>
              <ns1:gd name="T30" fmla="*/ 60 w 176"/>
              <ns1:gd name="T31" fmla="*/ 72 h 128"/>
              <ns1:gd name="T32" fmla="*/ 24 w 176"/>
              <ns1:gd name="T33" fmla="*/ 76 h 128"/>
              <ns1:gd name="T34" fmla="*/ 168 w 176"/>
              <ns1:gd name="T35" fmla="*/ 0 h 128"/>
              <ns1:gd name="T36" fmla="*/ 0 w 176"/>
              <ns1:gd name="T37" fmla="*/ 8 h 128"/>
              <ns1:gd name="T38" fmla="*/ 8 w 176"/>
              <ns1:gd name="T39" fmla="*/ 128 h 128"/>
              <ns1:gd name="T40" fmla="*/ 176 w 176"/>
              <ns1:gd name="T41" fmla="*/ 120 h 128"/>
              <ns1:gd name="T42" fmla="*/ 168 w 176"/>
              <ns1:gd name="T43" fmla="*/ 0 h 128"/>
              <ns1:gd name="T44" fmla="*/ 128 w 176"/>
              <ns1:gd name="T45" fmla="*/ 120 h 128"/>
              <ns1:gd name="T46" fmla="*/ 136 w 176"/>
              <ns1:gd name="T47" fmla="*/ 104 h 128"/>
              <ns1:gd name="T48" fmla="*/ 136 w 176"/>
              <ns1:gd name="T49" fmla="*/ 96 h 128"/>
              <ns1:gd name="T50" fmla="*/ 108 w 176"/>
              <ns1:gd name="T51" fmla="*/ 100 h 128"/>
              <ns1:gd name="T52" fmla="*/ 120 w 176"/>
              <ns1:gd name="T53" fmla="*/ 104 h 128"/>
              <ns1:gd name="T54" fmla="*/ 56 w 176"/>
              <ns1:gd name="T55" fmla="*/ 120 h 128"/>
              <ns1:gd name="T56" fmla="*/ 64 w 176"/>
              <ns1:gd name="T57" fmla="*/ 104 h 128"/>
              <ns1:gd name="T58" fmla="*/ 64 w 176"/>
              <ns1:gd name="T59" fmla="*/ 96 h 128"/>
              <ns1:gd name="T60" fmla="*/ 36 w 176"/>
              <ns1:gd name="T61" fmla="*/ 100 h 128"/>
              <ns1:gd name="T62" fmla="*/ 48 w 176"/>
              <ns1:gd name="T63" fmla="*/ 104 h 128"/>
              <ns1:gd name="T64" fmla="*/ 8 w 176"/>
              <ns1:gd name="T65" fmla="*/ 120 h 128"/>
              <ns1:gd name="T66" fmla="*/ 168 w 176"/>
              <ns1:gd name="T67" fmla="*/ 8 h 128"/>
              <ns1:gd name="T68" fmla="*/ 28 w 176"/>
              <ns1:gd name="T69" fmla="*/ 64 h 128"/>
              <ns1:gd name="T70" fmla="*/ 80 w 176"/>
              <ns1:gd name="T71" fmla="*/ 60 h 128"/>
              <ns1:gd name="T72" fmla="*/ 28 w 176"/>
              <ns1:gd name="T73" fmla="*/ 56 h 128"/>
              <ns1:gd name="T74" fmla="*/ 28 w 176"/>
              <ns1:gd name="T75" fmla="*/ 64 h 128"/>
              <ns1:gd name="T76" fmla="*/ 60 w 176"/>
              <ns1:gd name="T77" fmla="*/ 48 h 128"/>
              <ns1:gd name="T78" fmla="*/ 60 w 176"/>
              <ns1:gd name="T79" fmla="*/ 40 h 128"/>
              <ns1:gd name="T80" fmla="*/ 24 w 176"/>
              <ns1:gd name="T81" fmla="*/ 44 h 128"/>
              <ns1:gd name="T82" fmla="*/ 28 w 176"/>
              <ns1:gd name="T83" fmla="*/ 32 h 128"/>
              <ns1:gd name="T84" fmla="*/ 80 w 176"/>
              <ns1:gd name="T85" fmla="*/ 28 h 128"/>
              <ns1:gd name="T86" fmla="*/ 28 w 176"/>
              <ns1:gd name="T87" fmla="*/ 24 h 128"/>
              <ns1:gd name="T88" fmla="*/ 28 w 176"/>
              <ns1:gd name="T89" fmla="*/ 32 h 128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  <ns1:cxn ang="0">
                <ns1:pos x="T32" y="T33"/>
              </ns1:cxn>
              <ns1:cxn ang="0">
                <ns1:pos x="T34" y="T35"/>
              </ns1:cxn>
              <ns1:cxn ang="0">
                <ns1:pos x="T36" y="T37"/>
              </ns1:cxn>
              <ns1:cxn ang="0">
                <ns1:pos x="T38" y="T39"/>
              </ns1:cxn>
              <ns1:cxn ang="0">
                <ns1:pos x="T40" y="T41"/>
              </ns1:cxn>
              <ns1:cxn ang="0">
                <ns1:pos x="T42" y="T43"/>
              </ns1:cxn>
              <ns1:cxn ang="0">
                <ns1:pos x="T44" y="T45"/>
              </ns1:cxn>
              <ns1:cxn ang="0">
                <ns1:pos x="T46" y="T47"/>
              </ns1:cxn>
              <ns1:cxn ang="0">
                <ns1:pos x="T48" y="T49"/>
              </ns1:cxn>
              <ns1:cxn ang="0">
                <ns1:pos x="T50" y="T51"/>
              </ns1:cxn>
              <ns1:cxn ang="0">
                <ns1:pos x="T52" y="T53"/>
              </ns1:cxn>
              <ns1:cxn ang="0">
                <ns1:pos x="T54" y="T55"/>
              </ns1:cxn>
              <ns1:cxn ang="0">
                <ns1:pos x="T56" y="T57"/>
              </ns1:cxn>
              <ns1:cxn ang="0">
                <ns1:pos x="T58" y="T59"/>
              </ns1:cxn>
              <ns1:cxn ang="0">
                <ns1:pos x="T60" y="T61"/>
              </ns1:cxn>
              <ns1:cxn ang="0">
                <ns1:pos x="T62" y="T63"/>
              </ns1:cxn>
              <ns1:cxn ang="0">
                <ns1:pos x="T64" y="T65"/>
              </ns1:cxn>
              <ns1:cxn ang="0">
                <ns1:pos x="T66" y="T67"/>
              </ns1:cxn>
              <ns1:cxn ang="0">
                <ns1:pos x="T68" y="T69"/>
              </ns1:cxn>
              <ns1:cxn ang="0">
                <ns1:pos x="T70" y="T71"/>
              </ns1:cxn>
              <ns1:cxn ang="0">
                <ns1:pos x="T72" y="T73"/>
              </ns1:cxn>
              <ns1:cxn ang="0">
                <ns1:pos x="T74" y="T75"/>
              </ns1:cxn>
              <ns1:cxn ang="0">
                <ns1:pos x="T76" y="T77"/>
              </ns1:cxn>
              <ns1:cxn ang="0">
                <ns1:pos x="T78" y="T79"/>
              </ns1:cxn>
              <ns1:cxn ang="0">
                <ns1:pos x="T80" y="T81"/>
              </ns1:cxn>
              <ns1:cxn ang="0">
                <ns1:pos x="T82" y="T83"/>
              </ns1:cxn>
              <ns1:cxn ang="0">
                <ns1:pos x="T84" y="T85"/>
              </ns1:cxn>
              <ns1:cxn ang="0">
                <ns1:pos x="T86" y="T87"/>
              </ns1:cxn>
              <ns1:cxn ang="0">
                <ns1:pos x="T88" y="T89"/>
              </ns1:cxn>
            </ns1:cxnLst>
            <ns1:rect l="0" t="0" r="r" b="b"/>
            <ns1:pathLst>
              <ns1:path w="176" h="128">
                <ns1:moveTo>
                  <ns1:pt x="100" y="48"/>
                </ns1:moveTo>
                <ns1:cubicBezTo>
                  <ns1:pt x="148" y="48"/>
                  <ns1:pt x="148" y="48"/>
                  <ns1:pt x="148" y="48"/>
                </ns1:cubicBezTo>
                <ns1:cubicBezTo>
                  <ns1:pt x="150" y="48"/>
                  <ns1:pt x="152" y="46"/>
                  <ns1:pt x="152" y="44"/>
                </ns1:cubicBezTo>
                <ns1:cubicBezTo>
                  <ns1:pt x="152" y="42"/>
                  <ns1:pt x="150" y="40"/>
                  <ns1:pt x="148" y="40"/>
                </ns1:cubicBezTo>
                <ns1:cubicBezTo>
                  <ns1:pt x="100" y="40"/>
                  <ns1:pt x="100" y="40"/>
                  <ns1:pt x="100" y="40"/>
                </ns1:cubicBezTo>
                <ns1:cubicBezTo>
                  <ns1:pt x="98" y="40"/>
                  <ns1:pt x="96" y="42"/>
                  <ns1:pt x="96" y="44"/>
                </ns1:cubicBezTo>
                <ns1:cubicBezTo>
                  <ns1:pt x="96" y="46"/>
                  <ns1:pt x="98" y="48"/>
                  <ns1:pt x="100" y="48"/>
                </ns1:cubicBezTo>
                <ns1:moveTo>
                  <ns1:pt x="100" y="80"/>
                </ns1:moveTo>
                <ns1:cubicBezTo>
                  <ns1:pt x="148" y="80"/>
                  <ns1:pt x="148" y="80"/>
                  <ns1:pt x="148" y="80"/>
                </ns1:cubicBezTo>
                <ns1:cubicBezTo>
                  <ns1:pt x="150" y="80"/>
                  <ns1:pt x="152" y="78"/>
                  <ns1:pt x="152" y="76"/>
                </ns1:cubicBezTo>
                <ns1:cubicBezTo>
                  <ns1:pt x="152" y="74"/>
                  <ns1:pt x="150" y="72"/>
                  <ns1:pt x="148" y="72"/>
                </ns1:cubicBezTo>
                <ns1:cubicBezTo>
                  <ns1:pt x="100" y="72"/>
                  <ns1:pt x="100" y="72"/>
                  <ns1:pt x="100" y="72"/>
                </ns1:cubicBezTo>
                <ns1:cubicBezTo>
                  <ns1:pt x="98" y="72"/>
                  <ns1:pt x="96" y="74"/>
                  <ns1:pt x="96" y="76"/>
                </ns1:cubicBezTo>
                <ns1:cubicBezTo>
                  <ns1:pt x="96" y="78"/>
                  <ns1:pt x="98" y="80"/>
                  <ns1:pt x="100" y="80"/>
                </ns1:cubicBezTo>
                <ns1:moveTo>
                  <ns1:pt x="100" y="64"/>
                </ns1:moveTo>
                <ns1:cubicBezTo>
                  <ns1:pt x="132" y="64"/>
                  <ns1:pt x="132" y="64"/>
                  <ns1:pt x="132" y="64"/>
                </ns1:cubicBezTo>
                <ns1:cubicBezTo>
                  <ns1:pt x="134" y="64"/>
                  <ns1:pt x="136" y="62"/>
                  <ns1:pt x="136" y="60"/>
                </ns1:cubicBezTo>
                <ns1:cubicBezTo>
                  <ns1:pt x="136" y="58"/>
                  <ns1:pt x="134" y="56"/>
                  <ns1:pt x="132" y="56"/>
                </ns1:cubicBezTo>
                <ns1:cubicBezTo>
                  <ns1:pt x="100" y="56"/>
                  <ns1:pt x="100" y="56"/>
                  <ns1:pt x="100" y="56"/>
                </ns1:cubicBezTo>
                <ns1:cubicBezTo>
                  <ns1:pt x="98" y="56"/>
                  <ns1:pt x="96" y="58"/>
                  <ns1:pt x="96" y="60"/>
                </ns1:cubicBezTo>
                <ns1:cubicBezTo>
                  <ns1:pt x="96" y="62"/>
                  <ns1:pt x="98" y="64"/>
                  <ns1:pt x="100" y="64"/>
                </ns1:cubicBezTo>
                <ns1:moveTo>
                  <ns1:pt x="100" y="32"/>
                </ns1:moveTo>
                <ns1:cubicBezTo>
                  <ns1:pt x="132" y="32"/>
                  <ns1:pt x="132" y="32"/>
                  <ns1:pt x="132" y="32"/>
                </ns1:cubicBezTo>
                <ns1:cubicBezTo>
                  <ns1:pt x="134" y="32"/>
                  <ns1:pt x="136" y="30"/>
                  <ns1:pt x="136" y="28"/>
                </ns1:cubicBezTo>
                <ns1:cubicBezTo>
                  <ns1:pt x="136" y="26"/>
                  <ns1:pt x="134" y="24"/>
                  <ns1:pt x="132" y="24"/>
                </ns1:cubicBezTo>
                <ns1:cubicBezTo>
                  <ns1:pt x="100" y="24"/>
                  <ns1:pt x="100" y="24"/>
                  <ns1:pt x="100" y="24"/>
                </ns1:cubicBezTo>
                <ns1:cubicBezTo>
                  <ns1:pt x="98" y="24"/>
                  <ns1:pt x="96" y="26"/>
                  <ns1:pt x="96" y="28"/>
                </ns1:cubicBezTo>
                <ns1:cubicBezTo>
                  <ns1:pt x="96" y="30"/>
                  <ns1:pt x="98" y="32"/>
                  <ns1:pt x="100" y="32"/>
                </ns1:cubicBezTo>
                <ns1:moveTo>
                  <ns1:pt x="28" y="80"/>
                </ns1:moveTo>
                <ns1:cubicBezTo>
                  <ns1:pt x="60" y="80"/>
                  <ns1:pt x="60" y="80"/>
                  <ns1:pt x="60" y="80"/>
                </ns1:cubicBezTo>
                <ns1:cubicBezTo>
                  <ns1:pt x="62" y="80"/>
                  <ns1:pt x="64" y="78"/>
                  <ns1:pt x="64" y="76"/>
                </ns1:cubicBezTo>
                <ns1:cubicBezTo>
                  <ns1:pt x="64" y="74"/>
                  <ns1:pt x="62" y="72"/>
                  <ns1:pt x="60" y="72"/>
                </ns1:cubicBezTo>
                <ns1:cubicBezTo>
                  <ns1:pt x="28" y="72"/>
                  <ns1:pt x="28" y="72"/>
                  <ns1:pt x="28" y="72"/>
                </ns1:cubicBezTo>
                <ns1:cubicBezTo>
                  <ns1:pt x="26" y="72"/>
                  <ns1:pt x="24" y="74"/>
                  <ns1:pt x="24" y="76"/>
                </ns1:cubicBezTo>
                <ns1:cubicBezTo>
                  <ns1:pt x="24" y="78"/>
                  <ns1:pt x="26" y="80"/>
                  <ns1:pt x="28" y="80"/>
                </ns1:cubicBezTo>
                <ns1:moveTo>
                  <ns1:pt x="168" y="0"/>
                </ns1:moveTo>
                <ns1:cubicBezTo>
                  <ns1:pt x="8" y="0"/>
                  <ns1:pt x="8" y="0"/>
                  <ns1:pt x="8" y="0"/>
                </ns1:cubicBezTo>
                <ns1:cubicBezTo>
                  <ns1:pt x="4" y="0"/>
                  <ns1:pt x="0" y="4"/>
                  <ns1:pt x="0" y="8"/>
                </ns1:cubicBezTo>
                <ns1:cubicBezTo>
                  <ns1:pt x="0" y="120"/>
                  <ns1:pt x="0" y="120"/>
                  <ns1:pt x="0" y="120"/>
                </ns1:cubicBezTo>
                <ns1:cubicBezTo>
                  <ns1:pt x="0" y="124"/>
                  <ns1:pt x="4" y="128"/>
                  <ns1:pt x="8" y="128"/>
                </ns1:cubicBezTo>
                <ns1:cubicBezTo>
                  <ns1:pt x="168" y="128"/>
                  <ns1:pt x="168" y="128"/>
                  <ns1:pt x="168" y="128"/>
                </ns1:cubicBezTo>
                <ns1:cubicBezTo>
                  <ns1:pt x="172" y="128"/>
                  <ns1:pt x="176" y="124"/>
                  <ns1:pt x="176" y="120"/>
                </ns1:cubicBezTo>
                <ns1:cubicBezTo>
                  <ns1:pt x="176" y="8"/>
                  <ns1:pt x="176" y="8"/>
                  <ns1:pt x="176" y="8"/>
                </ns1:cubicBezTo>
                <ns1:cubicBezTo>
                  <ns1:pt x="176" y="4"/>
                  <ns1:pt x="172" y="0"/>
                  <ns1:pt x="168" y="0"/>
                </ns1:cubicBezTo>
                <ns1:moveTo>
                  <ns1:pt x="168" y="120"/>
                </ns1:moveTo>
                <ns1:cubicBezTo>
                  <ns1:pt x="128" y="120"/>
                  <ns1:pt x="128" y="120"/>
                  <ns1:pt x="128" y="120"/>
                </ns1:cubicBezTo>
                <ns1:cubicBezTo>
                  <ns1:pt x="128" y="104"/>
                  <ns1:pt x="128" y="104"/>
                  <ns1:pt x="128" y="104"/>
                </ns1:cubicBezTo>
                <ns1:cubicBezTo>
                  <ns1:pt x="136" y="104"/>
                  <ns1:pt x="136" y="104"/>
                  <ns1:pt x="136" y="104"/>
                </ns1:cubicBezTo>
                <ns1:cubicBezTo>
                  <ns1:pt x="138" y="104"/>
                  <ns1:pt x="140" y="102"/>
                  <ns1:pt x="140" y="100"/>
                </ns1:cubicBezTo>
                <ns1:cubicBezTo>
                  <ns1:pt x="140" y="98"/>
                  <ns1:pt x="138" y="96"/>
                  <ns1:pt x="136" y="96"/>
                </ns1:cubicBezTo>
                <ns1:cubicBezTo>
                  <ns1:pt x="112" y="96"/>
                  <ns1:pt x="112" y="96"/>
                  <ns1:pt x="112" y="96"/>
                </ns1:cubicBezTo>
                <ns1:cubicBezTo>
                  <ns1:pt x="110" y="96"/>
                  <ns1:pt x="108" y="98"/>
                  <ns1:pt x="108" y="100"/>
                </ns1:cubicBezTo>
                <ns1:cubicBezTo>
                  <ns1:pt x="108" y="102"/>
                  <ns1:pt x="110" y="104"/>
                  <ns1:pt x="112" y="104"/>
                </ns1:cubicBezTo>
                <ns1:cubicBezTo>
                  <ns1:pt x="120" y="104"/>
                  <ns1:pt x="120" y="104"/>
                  <ns1:pt x="120" y="104"/>
                </ns1:cubicBezTo>
                <ns1:cubicBezTo>
                  <ns1:pt x="120" y="120"/>
                  <ns1:pt x="120" y="120"/>
                  <ns1:pt x="120" y="120"/>
                </ns1:cubicBezTo>
                <ns1:cubicBezTo>
                  <ns1:pt x="56" y="120"/>
                  <ns1:pt x="56" y="120"/>
                  <ns1:pt x="56" y="120"/>
                </ns1:cubicBezTo>
                <ns1:cubicBezTo>
                  <ns1:pt x="56" y="104"/>
                  <ns1:pt x="56" y="104"/>
                  <ns1:pt x="56" y="104"/>
                </ns1:cubicBezTo>
                <ns1:cubicBezTo>
                  <ns1:pt x="64" y="104"/>
                  <ns1:pt x="64" y="104"/>
                  <ns1:pt x="64" y="104"/>
                </ns1:cubicBezTo>
                <ns1:cubicBezTo>
                  <ns1:pt x="66" y="104"/>
                  <ns1:pt x="68" y="102"/>
                  <ns1:pt x="68" y="100"/>
                </ns1:cubicBezTo>
                <ns1:cubicBezTo>
                  <ns1:pt x="68" y="98"/>
                  <ns1:pt x="66" y="96"/>
                  <ns1:pt x="64" y="96"/>
                </ns1:cubicBezTo>
                <ns1:cubicBezTo>
                  <ns1:pt x="40" y="96"/>
                  <ns1:pt x="40" y="96"/>
                  <ns1:pt x="40" y="96"/>
                </ns1:cubicBezTo>
                <ns1:cubicBezTo>
                  <ns1:pt x="38" y="96"/>
                  <ns1:pt x="36" y="98"/>
                  <ns1:pt x="36" y="100"/>
                </ns1:cubicBezTo>
                <ns1:cubicBezTo>
                  <ns1:pt x="36" y="102"/>
                  <ns1:pt x="38" y="104"/>
                  <ns1:pt x="40" y="104"/>
                </ns1:cubicBezTo>
                <ns1:cubicBezTo>
                  <ns1:pt x="48" y="104"/>
                  <ns1:pt x="48" y="104"/>
                  <ns1:pt x="48" y="104"/>
                </ns1:cubicBezTo>
                <ns1:cubicBezTo>
                  <ns1:pt x="48" y="120"/>
                  <ns1:pt x="48" y="120"/>
                  <ns1:pt x="48" y="120"/>
                </ns1:cubicBezTo>
                <ns1:cubicBezTo>
                  <ns1:pt x="8" y="120"/>
                  <ns1:pt x="8" y="120"/>
                  <ns1:pt x="8" y="120"/>
                </ns1:cubicBezTo>
                <ns1:cubicBezTo>
                  <ns1:pt x="8" y="8"/>
                  <ns1:pt x="8" y="8"/>
                  <ns1:pt x="8" y="8"/>
                </ns1:cubicBezTo>
                <ns1:cubicBezTo>
                  <ns1:pt x="168" y="8"/>
                  <ns1:pt x="168" y="8"/>
                  <ns1:pt x="168" y="8"/>
                </ns1:cubicBezTo>
                <ns1:lnTo>
                  <ns1:pt x="168" y="120"/>
                </ns1:lnTo>
                <ns1:close/>
                <ns1:moveTo>
                  <ns1:pt x="28" y="64"/>
                </ns1:moveTo>
                <ns1:cubicBezTo>
                  <ns1:pt x="76" y="64"/>
                  <ns1:pt x="76" y="64"/>
                  <ns1:pt x="76" y="64"/>
                </ns1:cubicBezTo>
                <ns1:cubicBezTo>
                  <ns1:pt x="78" y="64"/>
                  <ns1:pt x="80" y="62"/>
                  <ns1:pt x="80" y="60"/>
                </ns1:cubicBezTo>
                <ns1:cubicBezTo>
                  <ns1:pt x="80" y="58"/>
                  <ns1:pt x="78" y="56"/>
                  <ns1:pt x="76" y="56"/>
                </ns1:cubicBezTo>
                <ns1:cubicBezTo>
                  <ns1:pt x="28" y="56"/>
                  <ns1:pt x="28" y="56"/>
                  <ns1:pt x="28" y="56"/>
                </ns1:cubicBezTo>
                <ns1:cubicBezTo>
                  <ns1:pt x="26" y="56"/>
                  <ns1:pt x="24" y="58"/>
                  <ns1:pt x="24" y="60"/>
                </ns1:cubicBezTo>
                <ns1:cubicBezTo>
                  <ns1:pt x="24" y="62"/>
                  <ns1:pt x="26" y="64"/>
                  <ns1:pt x="28" y="64"/>
                </ns1:cubicBezTo>
                <ns1:moveTo>
                  <ns1:pt x="28" y="48"/>
                </ns1:moveTo>
                <ns1:cubicBezTo>
                  <ns1:pt x="60" y="48"/>
                  <ns1:pt x="60" y="48"/>
                  <ns1:pt x="60" y="48"/>
                </ns1:cubicBezTo>
                <ns1:cubicBezTo>
                  <ns1:pt x="62" y="48"/>
                  <ns1:pt x="64" y="46"/>
                  <ns1:pt x="64" y="44"/>
                </ns1:cubicBezTo>
                <ns1:cubicBezTo>
                  <ns1:pt x="64" y="42"/>
                  <ns1:pt x="62" y="40"/>
                  <ns1:pt x="60" y="40"/>
                </ns1:cubicBezTo>
                <ns1:cubicBezTo>
                  <ns1:pt x="28" y="40"/>
                  <ns1:pt x="28" y="40"/>
                  <ns1:pt x="28" y="40"/>
                </ns1:cubicBezTo>
                <ns1:cubicBezTo>
                  <ns1:pt x="26" y="40"/>
                  <ns1:pt x="24" y="42"/>
                  <ns1:pt x="24" y="44"/>
                </ns1:cubicBezTo>
                <ns1:cubicBezTo>
                  <ns1:pt x="24" y="46"/>
                  <ns1:pt x="26" y="48"/>
                  <ns1:pt x="28" y="48"/>
                </ns1:cubicBezTo>
                <ns1:moveTo>
                  <ns1:pt x="28" y="32"/>
                </ns1:moveTo>
                <ns1:cubicBezTo>
                  <ns1:pt x="76" y="32"/>
                  <ns1:pt x="76" y="32"/>
                  <ns1:pt x="76" y="32"/>
                </ns1:cubicBezTo>
                <ns1:cubicBezTo>
                  <ns1:pt x="78" y="32"/>
                  <ns1:pt x="80" y="30"/>
                  <ns1:pt x="80" y="28"/>
                </ns1:cubicBezTo>
                <ns1:cubicBezTo>
                  <ns1:pt x="80" y="26"/>
                  <ns1:pt x="78" y="24"/>
                  <ns1:pt x="76" y="24"/>
                </ns1:cubicBezTo>
                <ns1:cubicBezTo>
                  <ns1:pt x="28" y="24"/>
                  <ns1:pt x="28" y="24"/>
                  <ns1:pt x="28" y="24"/>
                </ns1:cubicBezTo>
                <ns1:cubicBezTo>
                  <ns1:pt x="26" y="24"/>
                  <ns1:pt x="24" y="26"/>
                  <ns1:pt x="24" y="28"/>
                </ns1:cubicBezTo>
                <ns1:cubicBezTo>
                  <ns1:pt x="24" y="30"/>
                  <ns1:pt x="26" y="32"/>
                  <ns1:pt x="28" y="32"/>
                </ns1:cubicBezTo>
              </ns1:path>
            </ns1:pathLst>
          </ns1:custGeom>
          <ns1:solidFill>
            <ns1:schemeClr val="tx1"/>
          </ns1:solidFill>
          <ns1:ln>
            <ns1:noFill/>
          </ns1:ln>
          <ns1:extLst/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en-US" sz="2700"/>
          </ns1:p>
        </ns0:txBody>
      </ns0:sp>
      <ns0:sp>
        <ns0:nvSpPr>
          <ns0:cNvPr id="82" name="Freeform 76"/>
          <ns0:cNvSpPr>
            <ns1:spLocks noEditPoints="1"/>
          </ns0:cNvSpPr>
          <ns0:nvPr/>
        </ns0:nvSpPr>
        <ns0:spPr bwMode="auto">
          <ns1:xfrm>
            <ns1:off x="4408489" y="4521202"/>
            <ns1:ext cx="320675" cy="261938"/>
          </ns1:xfrm>
          <ns1:custGeom>
            <ns1:avLst/>
            <ns1:gdLst>
              <ns1:gd name="T0" fmla="*/ 148 w 176"/>
              <ns1:gd name="T1" fmla="*/ 80 h 144"/>
              <ns1:gd name="T2" fmla="*/ 148 w 176"/>
              <ns1:gd name="T3" fmla="*/ 72 h 144"/>
              <ns1:gd name="T4" fmla="*/ 112 w 176"/>
              <ns1:gd name="T5" fmla="*/ 76 h 144"/>
              <ns1:gd name="T6" fmla="*/ 116 w 176"/>
              <ns1:gd name="T7" fmla="*/ 64 h 144"/>
              <ns1:gd name="T8" fmla="*/ 136 w 176"/>
              <ns1:gd name="T9" fmla="*/ 60 h 144"/>
              <ns1:gd name="T10" fmla="*/ 116 w 176"/>
              <ns1:gd name="T11" fmla="*/ 56 h 144"/>
              <ns1:gd name="T12" fmla="*/ 116 w 176"/>
              <ns1:gd name="T13" fmla="*/ 64 h 144"/>
              <ns1:gd name="T14" fmla="*/ 132 w 176"/>
              <ns1:gd name="T15" fmla="*/ 96 h 144"/>
              <ns1:gd name="T16" fmla="*/ 132 w 176"/>
              <ns1:gd name="T17" fmla="*/ 88 h 144"/>
              <ns1:gd name="T18" fmla="*/ 112 w 176"/>
              <ns1:gd name="T19" fmla="*/ 92 h 144"/>
              <ns1:gd name="T20" fmla="*/ 20 w 176"/>
              <ns1:gd name="T21" fmla="*/ 104 h 144"/>
              <ns1:gd name="T22" fmla="*/ 8 w 176"/>
              <ns1:gd name="T23" fmla="*/ 8 h 144"/>
              <ns1:gd name="T24" fmla="*/ 136 w 176"/>
              <ns1:gd name="T25" fmla="*/ 20 h 144"/>
              <ns1:gd name="T26" fmla="*/ 144 w 176"/>
              <ns1:gd name="T27" fmla="*/ 20 h 144"/>
              <ns1:gd name="T28" fmla="*/ 136 w 176"/>
              <ns1:gd name="T29" fmla="*/ 0 h 144"/>
              <ns1:gd name="T30" fmla="*/ 0 w 176"/>
              <ns1:gd name="T31" fmla="*/ 8 h 144"/>
              <ns1:gd name="T32" fmla="*/ 8 w 176"/>
              <ns1:gd name="T33" fmla="*/ 112 h 144"/>
              <ns1:gd name="T34" fmla="*/ 24 w 176"/>
              <ns1:gd name="T35" fmla="*/ 108 h 144"/>
              <ns1:gd name="T36" fmla="*/ 60 w 176"/>
              <ns1:gd name="T37" fmla="*/ 96 h 144"/>
              <ns1:gd name="T38" fmla="*/ 96 w 176"/>
              <ns1:gd name="T39" fmla="*/ 92 h 144"/>
              <ns1:gd name="T40" fmla="*/ 60 w 176"/>
              <ns1:gd name="T41" fmla="*/ 88 h 144"/>
              <ns1:gd name="T42" fmla="*/ 60 w 176"/>
              <ns1:gd name="T43" fmla="*/ 96 h 144"/>
              <ns1:gd name="T44" fmla="*/ 40 w 176"/>
              <ns1:gd name="T45" fmla="*/ 32 h 144"/>
              <ns1:gd name="T46" fmla="*/ 32 w 176"/>
              <ns1:gd name="T47" fmla="*/ 136 h 144"/>
              <ns1:gd name="T48" fmla="*/ 168 w 176"/>
              <ns1:gd name="T49" fmla="*/ 144 h 144"/>
              <ns1:gd name="T50" fmla="*/ 176 w 176"/>
              <ns1:gd name="T51" fmla="*/ 40 h 144"/>
              <ns1:gd name="T52" fmla="*/ 168 w 176"/>
              <ns1:gd name="T53" fmla="*/ 136 h 144"/>
              <ns1:gd name="T54" fmla="*/ 136 w 176"/>
              <ns1:gd name="T55" fmla="*/ 128 h 144"/>
              <ns1:gd name="T56" fmla="*/ 144 w 176"/>
              <ns1:gd name="T57" fmla="*/ 124 h 144"/>
              <ns1:gd name="T58" fmla="*/ 124 w 176"/>
              <ns1:gd name="T59" fmla="*/ 120 h 144"/>
              <ns1:gd name="T60" fmla="*/ 124 w 176"/>
              <ns1:gd name="T61" fmla="*/ 128 h 144"/>
              <ns1:gd name="T62" fmla="*/ 128 w 176"/>
              <ns1:gd name="T63" fmla="*/ 136 h 144"/>
              <ns1:gd name="T64" fmla="*/ 80 w 176"/>
              <ns1:gd name="T65" fmla="*/ 128 h 144"/>
              <ns1:gd name="T66" fmla="*/ 88 w 176"/>
              <ns1:gd name="T67" fmla="*/ 124 h 144"/>
              <ns1:gd name="T68" fmla="*/ 68 w 176"/>
              <ns1:gd name="T69" fmla="*/ 120 h 144"/>
              <ns1:gd name="T70" fmla="*/ 68 w 176"/>
              <ns1:gd name="T71" fmla="*/ 128 h 144"/>
              <ns1:gd name="T72" fmla="*/ 72 w 176"/>
              <ns1:gd name="T73" fmla="*/ 136 h 144"/>
              <ns1:gd name="T74" fmla="*/ 40 w 176"/>
              <ns1:gd name="T75" fmla="*/ 40 h 144"/>
              <ns1:gd name="T76" fmla="*/ 168 w 176"/>
              <ns1:gd name="T77" fmla="*/ 136 h 144"/>
              <ns1:gd name="T78" fmla="*/ 76 w 176"/>
              <ns1:gd name="T79" fmla="*/ 80 h 144"/>
              <ns1:gd name="T80" fmla="*/ 76 w 176"/>
              <ns1:gd name="T81" fmla="*/ 72 h 144"/>
              <ns1:gd name="T82" fmla="*/ 56 w 176"/>
              <ns1:gd name="T83" fmla="*/ 76 h 144"/>
              <ns1:gd name="T84" fmla="*/ 60 w 176"/>
              <ns1:gd name="T85" fmla="*/ 64 h 144"/>
              <ns1:gd name="T86" fmla="*/ 96 w 176"/>
              <ns1:gd name="T87" fmla="*/ 60 h 144"/>
              <ns1:gd name="T88" fmla="*/ 60 w 176"/>
              <ns1:gd name="T89" fmla="*/ 56 h 144"/>
              <ns1:gd name="T90" fmla="*/ 60 w 176"/>
              <ns1:gd name="T91" fmla="*/ 64 h 144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  <ns1:cxn ang="0">
                <ns1:pos x="T32" y="T33"/>
              </ns1:cxn>
              <ns1:cxn ang="0">
                <ns1:pos x="T34" y="T35"/>
              </ns1:cxn>
              <ns1:cxn ang="0">
                <ns1:pos x="T36" y="T37"/>
              </ns1:cxn>
              <ns1:cxn ang="0">
                <ns1:pos x="T38" y="T39"/>
              </ns1:cxn>
              <ns1:cxn ang="0">
                <ns1:pos x="T40" y="T41"/>
              </ns1:cxn>
              <ns1:cxn ang="0">
                <ns1:pos x="T42" y="T43"/>
              </ns1:cxn>
              <ns1:cxn ang="0">
                <ns1:pos x="T44" y="T45"/>
              </ns1:cxn>
              <ns1:cxn ang="0">
                <ns1:pos x="T46" y="T47"/>
              </ns1:cxn>
              <ns1:cxn ang="0">
                <ns1:pos x="T48" y="T49"/>
              </ns1:cxn>
              <ns1:cxn ang="0">
                <ns1:pos x="T50" y="T51"/>
              </ns1:cxn>
              <ns1:cxn ang="0">
                <ns1:pos x="T52" y="T53"/>
              </ns1:cxn>
              <ns1:cxn ang="0">
                <ns1:pos x="T54" y="T55"/>
              </ns1:cxn>
              <ns1:cxn ang="0">
                <ns1:pos x="T56" y="T57"/>
              </ns1:cxn>
              <ns1:cxn ang="0">
                <ns1:pos x="T58" y="T59"/>
              </ns1:cxn>
              <ns1:cxn ang="0">
                <ns1:pos x="T60" y="T61"/>
              </ns1:cxn>
              <ns1:cxn ang="0">
                <ns1:pos x="T62" y="T63"/>
              </ns1:cxn>
              <ns1:cxn ang="0">
                <ns1:pos x="T64" y="T65"/>
              </ns1:cxn>
              <ns1:cxn ang="0">
                <ns1:pos x="T66" y="T67"/>
              </ns1:cxn>
              <ns1:cxn ang="0">
                <ns1:pos x="T68" y="T69"/>
              </ns1:cxn>
              <ns1:cxn ang="0">
                <ns1:pos x="T70" y="T71"/>
              </ns1:cxn>
              <ns1:cxn ang="0">
                <ns1:pos x="T72" y="T73"/>
              </ns1:cxn>
              <ns1:cxn ang="0">
                <ns1:pos x="T74" y="T75"/>
              </ns1:cxn>
              <ns1:cxn ang="0">
                <ns1:pos x="T76" y="T77"/>
              </ns1:cxn>
              <ns1:cxn ang="0">
                <ns1:pos x="T78" y="T79"/>
              </ns1:cxn>
              <ns1:cxn ang="0">
                <ns1:pos x="T80" y="T81"/>
              </ns1:cxn>
              <ns1:cxn ang="0">
                <ns1:pos x="T82" y="T83"/>
              </ns1:cxn>
              <ns1:cxn ang="0">
                <ns1:pos x="T84" y="T85"/>
              </ns1:cxn>
              <ns1:cxn ang="0">
                <ns1:pos x="T86" y="T87"/>
              </ns1:cxn>
              <ns1:cxn ang="0">
                <ns1:pos x="T88" y="T89"/>
              </ns1:cxn>
              <ns1:cxn ang="0">
                <ns1:pos x="T90" y="T91"/>
              </ns1:cxn>
            </ns1:cxnLst>
            <ns1:rect l="0" t="0" r="r" b="b"/>
            <ns1:pathLst>
              <ns1:path w="176" h="144">
                <ns1:moveTo>
                  <ns1:pt x="116" y="80"/>
                </ns1:moveTo>
                <ns1:cubicBezTo>
                  <ns1:pt x="148" y="80"/>
                  <ns1:pt x="148" y="80"/>
                  <ns1:pt x="148" y="80"/>
                </ns1:cubicBezTo>
                <ns1:cubicBezTo>
                  <ns1:pt x="150" y="80"/>
                  <ns1:pt x="152" y="78"/>
                  <ns1:pt x="152" y="76"/>
                </ns1:cubicBezTo>
                <ns1:cubicBezTo>
                  <ns1:pt x="152" y="74"/>
                  <ns1:pt x="150" y="72"/>
                  <ns1:pt x="148" y="72"/>
                </ns1:cubicBezTo>
                <ns1:cubicBezTo>
                  <ns1:pt x="116" y="72"/>
                  <ns1:pt x="116" y="72"/>
                  <ns1:pt x="116" y="72"/>
                </ns1:cubicBezTo>
                <ns1:cubicBezTo>
                  <ns1:pt x="114" y="72"/>
                  <ns1:pt x="112" y="74"/>
                  <ns1:pt x="112" y="76"/>
                </ns1:cubicBezTo>
                <ns1:cubicBezTo>
                  <ns1:pt x="112" y="78"/>
                  <ns1:pt x="114" y="80"/>
                  <ns1:pt x="116" y="80"/>
                </ns1:cubicBezTo>
                <ns1:moveTo>
                  <ns1:pt x="116" y="64"/>
                </ns1:moveTo>
                <ns1:cubicBezTo>
                  <ns1:pt x="132" y="64"/>
                  <ns1:pt x="132" y="64"/>
                  <ns1:pt x="132" y="64"/>
                </ns1:cubicBezTo>
                <ns1:cubicBezTo>
                  <ns1:pt x="134" y="64"/>
                  <ns1:pt x="136" y="62"/>
                  <ns1:pt x="136" y="60"/>
                </ns1:cubicBezTo>
                <ns1:cubicBezTo>
                  <ns1:pt x="136" y="58"/>
                  <ns1:pt x="134" y="56"/>
                  <ns1:pt x="132" y="56"/>
                </ns1:cubicBezTo>
                <ns1:cubicBezTo>
                  <ns1:pt x="116" y="56"/>
                  <ns1:pt x="116" y="56"/>
                  <ns1:pt x="116" y="56"/>
                </ns1:cubicBezTo>
                <ns1:cubicBezTo>
                  <ns1:pt x="114" y="56"/>
                  <ns1:pt x="112" y="58"/>
                  <ns1:pt x="112" y="60"/>
                </ns1:cubicBezTo>
                <ns1:cubicBezTo>
                  <ns1:pt x="112" y="62"/>
                  <ns1:pt x="114" y="64"/>
                  <ns1:pt x="116" y="64"/>
                </ns1:cubicBezTo>
                <ns1:moveTo>
                  <ns1:pt x="116" y="96"/>
                </ns1:moveTo>
                <ns1:cubicBezTo>
                  <ns1:pt x="132" y="96"/>
                  <ns1:pt x="132" y="96"/>
                  <ns1:pt x="132" y="96"/>
                </ns1:cubicBezTo>
                <ns1:cubicBezTo>
                  <ns1:pt x="134" y="96"/>
                  <ns1:pt x="136" y="94"/>
                  <ns1:pt x="136" y="92"/>
                </ns1:cubicBezTo>
                <ns1:cubicBezTo>
                  <ns1:pt x="136" y="90"/>
                  <ns1:pt x="134" y="88"/>
                  <ns1:pt x="132" y="88"/>
                </ns1:cubicBezTo>
                <ns1:cubicBezTo>
                  <ns1:pt x="116" y="88"/>
                  <ns1:pt x="116" y="88"/>
                  <ns1:pt x="116" y="88"/>
                </ns1:cubicBezTo>
                <ns1:cubicBezTo>
                  <ns1:pt x="114" y="88"/>
                  <ns1:pt x="112" y="90"/>
                  <ns1:pt x="112" y="92"/>
                </ns1:cubicBezTo>
                <ns1:cubicBezTo>
                  <ns1:pt x="112" y="94"/>
                  <ns1:pt x="114" y="96"/>
                  <ns1:pt x="116" y="96"/>
                </ns1:cubicBezTo>
                <ns1:moveTo>
                  <ns1:pt x="20" y="104"/>
                </ns1:moveTo>
                <ns1:cubicBezTo>
                  <ns1:pt x="8" y="104"/>
                  <ns1:pt x="8" y="104"/>
                  <ns1:pt x="8" y="104"/>
                </ns1:cubicBezTo>
                <ns1:cubicBezTo>
                  <ns1:pt x="8" y="8"/>
                  <ns1:pt x="8" y="8"/>
                  <ns1:pt x="8" y="8"/>
                </ns1:cubicBezTo>
                <ns1:cubicBezTo>
                  <ns1:pt x="136" y="8"/>
                  <ns1:pt x="136" y="8"/>
                  <ns1:pt x="136" y="8"/>
                </ns1:cubicBezTo>
                <ns1:cubicBezTo>
                  <ns1:pt x="136" y="20"/>
                  <ns1:pt x="136" y="20"/>
                  <ns1:pt x="136" y="20"/>
                </ns1:cubicBezTo>
                <ns1:cubicBezTo>
                  <ns1:pt x="136" y="22"/>
                  <ns1:pt x="138" y="24"/>
                  <ns1:pt x="140" y="24"/>
                </ns1:cubicBezTo>
                <ns1:cubicBezTo>
                  <ns1:pt x="142" y="24"/>
                  <ns1:pt x="144" y="22"/>
                  <ns1:pt x="144" y="20"/>
                </ns1:cubicBezTo>
                <ns1:cubicBezTo>
                  <ns1:pt x="144" y="8"/>
                  <ns1:pt x="144" y="8"/>
                  <ns1:pt x="144" y="8"/>
                </ns1:cubicBezTo>
                <ns1:cubicBezTo>
                  <ns1:pt x="144" y="4"/>
                  <ns1:pt x="140" y="0"/>
                  <ns1:pt x="136" y="0"/>
                </ns1:cubicBezTo>
                <ns1:cubicBezTo>
                  <ns1:pt x="8" y="0"/>
                  <ns1:pt x="8" y="0"/>
                  <ns1:pt x="8" y="0"/>
                </ns1:cubicBezTo>
                <ns1:cubicBezTo>
                  <ns1:pt x="4" y="0"/>
                  <ns1:pt x="0" y="4"/>
                  <ns1:pt x="0" y="8"/>
                </ns1:cubicBezTo>
                <ns1:cubicBezTo>
                  <ns1:pt x="0" y="104"/>
                  <ns1:pt x="0" y="104"/>
                  <ns1:pt x="0" y="104"/>
                </ns1:cubicBezTo>
                <ns1:cubicBezTo>
                  <ns1:pt x="0" y="108"/>
                  <ns1:pt x="4" y="112"/>
                  <ns1:pt x="8" y="112"/>
                </ns1:cubicBezTo>
                <ns1:cubicBezTo>
                  <ns1:pt x="20" y="112"/>
                  <ns1:pt x="20" y="112"/>
                  <ns1:pt x="20" y="112"/>
                </ns1:cubicBezTo>
                <ns1:cubicBezTo>
                  <ns1:pt x="22" y="112"/>
                  <ns1:pt x="24" y="110"/>
                  <ns1:pt x="24" y="108"/>
                </ns1:cubicBezTo>
                <ns1:cubicBezTo>
                  <ns1:pt x="24" y="106"/>
                  <ns1:pt x="22" y="104"/>
                  <ns1:pt x="20" y="104"/>
                </ns1:cubicBezTo>
                <ns1:moveTo>
                  <ns1:pt x="60" y="96"/>
                </ns1:moveTo>
                <ns1:cubicBezTo>
                  <ns1:pt x="92" y="96"/>
                  <ns1:pt x="92" y="96"/>
                  <ns1:pt x="92" y="96"/>
                </ns1:cubicBezTo>
                <ns1:cubicBezTo>
                  <ns1:pt x="94" y="96"/>
                  <ns1:pt x="96" y="94"/>
                  <ns1:pt x="96" y="92"/>
                </ns1:cubicBezTo>
                <ns1:cubicBezTo>
                  <ns1:pt x="96" y="90"/>
                  <ns1:pt x="94" y="88"/>
                  <ns1:pt x="92" y="88"/>
                </ns1:cubicBezTo>
                <ns1:cubicBezTo>
                  <ns1:pt x="60" y="88"/>
                  <ns1:pt x="60" y="88"/>
                  <ns1:pt x="60" y="88"/>
                </ns1:cubicBezTo>
                <ns1:cubicBezTo>
                  <ns1:pt x="58" y="88"/>
                  <ns1:pt x="56" y="90"/>
                  <ns1:pt x="56" y="92"/>
                </ns1:cubicBezTo>
                <ns1:cubicBezTo>
                  <ns1:pt x="56" y="94"/>
                  <ns1:pt x="58" y="96"/>
                  <ns1:pt x="60" y="96"/>
                </ns1:cubicBezTo>
                <ns1:moveTo>
                  <ns1:pt x="168" y="32"/>
                </ns1:moveTo>
                <ns1:cubicBezTo>
                  <ns1:pt x="40" y="32"/>
                  <ns1:pt x="40" y="32"/>
                  <ns1:pt x="40" y="32"/>
                </ns1:cubicBezTo>
                <ns1:cubicBezTo>
                  <ns1:pt x="36" y="32"/>
                  <ns1:pt x="32" y="36"/>
                  <ns1:pt x="32" y="40"/>
                </ns1:cubicBezTo>
                <ns1:cubicBezTo>
                  <ns1:pt x="32" y="136"/>
                  <ns1:pt x="32" y="136"/>
                  <ns1:pt x="32" y="136"/>
                </ns1:cubicBezTo>
                <ns1:cubicBezTo>
                  <ns1:pt x="32" y="140"/>
                  <ns1:pt x="36" y="144"/>
                  <ns1:pt x="40" y="144"/>
                </ns1:cubicBezTo>
                <ns1:cubicBezTo>
                  <ns1:pt x="168" y="144"/>
                  <ns1:pt x="168" y="144"/>
                  <ns1:pt x="168" y="144"/>
                </ns1:cubicBezTo>
                <ns1:cubicBezTo>
                  <ns1:pt x="172" y="144"/>
                  <ns1:pt x="176" y="140"/>
                  <ns1:pt x="176" y="136"/>
                </ns1:cubicBezTo>
                <ns1:cubicBezTo>
                  <ns1:pt x="176" y="40"/>
                  <ns1:pt x="176" y="40"/>
                  <ns1:pt x="176" y="40"/>
                </ns1:cubicBezTo>
                <ns1:cubicBezTo>
                  <ns1:pt x="176" y="36"/>
                  <ns1:pt x="172" y="32"/>
                  <ns1:pt x="168" y="32"/>
                </ns1:cubicBezTo>
                <ns1:moveTo>
                  <ns1:pt x="168" y="136"/>
                </ns1:moveTo>
                <ns1:cubicBezTo>
                  <ns1:pt x="136" y="136"/>
                  <ns1:pt x="136" y="136"/>
                  <ns1:pt x="136" y="136"/>
                </ns1:cubicBezTo>
                <ns1:cubicBezTo>
                  <ns1:pt x="136" y="128"/>
                  <ns1:pt x="136" y="128"/>
                  <ns1:pt x="136" y="128"/>
                </ns1:cubicBezTo>
                <ns1:cubicBezTo>
                  <ns1:pt x="140" y="128"/>
                  <ns1:pt x="140" y="128"/>
                  <ns1:pt x="140" y="128"/>
                </ns1:cubicBezTo>
                <ns1:cubicBezTo>
                  <ns1:pt x="142" y="128"/>
                  <ns1:pt x="144" y="126"/>
                  <ns1:pt x="144" y="124"/>
                </ns1:cubicBezTo>
                <ns1:cubicBezTo>
                  <ns1:pt x="144" y="122"/>
                  <ns1:pt x="142" y="120"/>
                  <ns1:pt x="140" y="120"/>
                </ns1:cubicBezTo>
                <ns1:cubicBezTo>
                  <ns1:pt x="124" y="120"/>
                  <ns1:pt x="124" y="120"/>
                  <ns1:pt x="124" y="120"/>
                </ns1:cubicBezTo>
                <ns1:cubicBezTo>
                  <ns1:pt x="122" y="120"/>
                  <ns1:pt x="120" y="122"/>
                  <ns1:pt x="120" y="124"/>
                </ns1:cubicBezTo>
                <ns1:cubicBezTo>
                  <ns1:pt x="120" y="126"/>
                  <ns1:pt x="122" y="128"/>
                  <ns1:pt x="124" y="128"/>
                </ns1:cubicBezTo>
                <ns1:cubicBezTo>
                  <ns1:pt x="128" y="128"/>
                  <ns1:pt x="128" y="128"/>
                  <ns1:pt x="128" y="128"/>
                </ns1:cubicBezTo>
                <ns1:cubicBezTo>
                  <ns1:pt x="128" y="136"/>
                  <ns1:pt x="128" y="136"/>
                  <ns1:pt x="128" y="136"/>
                </ns1:cubicBezTo>
                <ns1:cubicBezTo>
                  <ns1:pt x="80" y="136"/>
                  <ns1:pt x="80" y="136"/>
                  <ns1:pt x="80" y="136"/>
                </ns1:cubicBezTo>
                <ns1:cubicBezTo>
                  <ns1:pt x="80" y="128"/>
                  <ns1:pt x="80" y="128"/>
                  <ns1:pt x="80" y="128"/>
                </ns1:cubicBezTo>
                <ns1:cubicBezTo>
                  <ns1:pt x="84" y="128"/>
                  <ns1:pt x="84" y="128"/>
                  <ns1:pt x="84" y="128"/>
                </ns1:cubicBezTo>
                <ns1:cubicBezTo>
                  <ns1:pt x="86" y="128"/>
                  <ns1:pt x="88" y="126"/>
                  <ns1:pt x="88" y="124"/>
                </ns1:cubicBezTo>
                <ns1:cubicBezTo>
                  <ns1:pt x="88" y="122"/>
                  <ns1:pt x="86" y="120"/>
                  <ns1:pt x="84" y="120"/>
                </ns1:cubicBezTo>
                <ns1:cubicBezTo>
                  <ns1:pt x="68" y="120"/>
                  <ns1:pt x="68" y="120"/>
                  <ns1:pt x="68" y="120"/>
                </ns1:cubicBezTo>
                <ns1:cubicBezTo>
                  <ns1:pt x="66" y="120"/>
                  <ns1:pt x="64" y="122"/>
                  <ns1:pt x="64" y="124"/>
                </ns1:cubicBezTo>
                <ns1:cubicBezTo>
                  <ns1:pt x="64" y="126"/>
                  <ns1:pt x="66" y="128"/>
                  <ns1:pt x="68" y="128"/>
                </ns1:cubicBezTo>
                <ns1:cubicBezTo>
                  <ns1:pt x="72" y="128"/>
                  <ns1:pt x="72" y="128"/>
                  <ns1:pt x="72" y="128"/>
                </ns1:cubicBezTo>
                <ns1:cubicBezTo>
                  <ns1:pt x="72" y="136"/>
                  <ns1:pt x="72" y="136"/>
                  <ns1:pt x="72" y="136"/>
                </ns1:cubicBezTo>
                <ns1:cubicBezTo>
                  <ns1:pt x="40" y="136"/>
                  <ns1:pt x="40" y="136"/>
                  <ns1:pt x="40" y="136"/>
                </ns1:cubicBezTo>
                <ns1:cubicBezTo>
                  <ns1:pt x="40" y="40"/>
                  <ns1:pt x="40" y="40"/>
                  <ns1:pt x="40" y="40"/>
                </ns1:cubicBezTo>
                <ns1:cubicBezTo>
                  <ns1:pt x="168" y="40"/>
                  <ns1:pt x="168" y="40"/>
                  <ns1:pt x="168" y="40"/>
                </ns1:cubicBezTo>
                <ns1:lnTo>
                  <ns1:pt x="168" y="136"/>
                </ns1:lnTo>
                <ns1:close/>
                <ns1:moveTo>
                  <ns1:pt x="60" y="80"/>
                </ns1:moveTo>
                <ns1:cubicBezTo>
                  <ns1:pt x="76" y="80"/>
                  <ns1:pt x="76" y="80"/>
                  <ns1:pt x="76" y="80"/>
                </ns1:cubicBezTo>
                <ns1:cubicBezTo>
                  <ns1:pt x="78" y="80"/>
                  <ns1:pt x="80" y="78"/>
                  <ns1:pt x="80" y="76"/>
                </ns1:cubicBezTo>
                <ns1:cubicBezTo>
                  <ns1:pt x="80" y="74"/>
                  <ns1:pt x="78" y="72"/>
                  <ns1:pt x="76" y="72"/>
                </ns1:cubicBezTo>
                <ns1:cubicBezTo>
                  <ns1:pt x="60" y="72"/>
                  <ns1:pt x="60" y="72"/>
                  <ns1:pt x="60" y="72"/>
                </ns1:cubicBezTo>
                <ns1:cubicBezTo>
                  <ns1:pt x="58" y="72"/>
                  <ns1:pt x="56" y="74"/>
                  <ns1:pt x="56" y="76"/>
                </ns1:cubicBezTo>
                <ns1:cubicBezTo>
                  <ns1:pt x="56" y="78"/>
                  <ns1:pt x="58" y="80"/>
                  <ns1:pt x="60" y="80"/>
                </ns1:cubicBezTo>
                <ns1:moveTo>
                  <ns1:pt x="60" y="64"/>
                </ns1:moveTo>
                <ns1:cubicBezTo>
                  <ns1:pt x="92" y="64"/>
                  <ns1:pt x="92" y="64"/>
                  <ns1:pt x="92" y="64"/>
                </ns1:cubicBezTo>
                <ns1:cubicBezTo>
                  <ns1:pt x="94" y="64"/>
                  <ns1:pt x="96" y="62"/>
                  <ns1:pt x="96" y="60"/>
                </ns1:cubicBezTo>
                <ns1:cubicBezTo>
                  <ns1:pt x="96" y="58"/>
                  <ns1:pt x="94" y="56"/>
                  <ns1:pt x="92" y="56"/>
                </ns1:cubicBezTo>
                <ns1:cubicBezTo>
                  <ns1:pt x="60" y="56"/>
                  <ns1:pt x="60" y="56"/>
                  <ns1:pt x="60" y="56"/>
                </ns1:cubicBezTo>
                <ns1:cubicBezTo>
                  <ns1:pt x="58" y="56"/>
                  <ns1:pt x="56" y="58"/>
                  <ns1:pt x="56" y="60"/>
                </ns1:cubicBezTo>
                <ns1:cubicBezTo>
                  <ns1:pt x="56" y="62"/>
                  <ns1:pt x="58" y="64"/>
                  <ns1:pt x="60" y="64"/>
                </ns1:cubicBezTo>
              </ns1:path>
            </ns1:pathLst>
          </ns1:custGeom>
          <ns1:solidFill>
            <ns1:schemeClr val="tx1"/>
          </ns1:solidFill>
          <ns1:ln>
            <ns1:noFill/>
          </ns1:ln>
          <ns1:extLst/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en-US" sz="2700"/>
          </ns1:p>
        </ns0:txBody>
      </ns0:sp>
      <ns0:sp>
        <ns0:nvSpPr>
          <ns0:cNvPr id="83" name="Freeform 77"/>
          <ns0:cNvSpPr>
            <ns1:spLocks noEditPoints="1"/>
          </ns0:cNvSpPr>
          <ns0:nvPr/>
        </ns0:nvSpPr>
        <ns0:spPr bwMode="auto">
          <ns1:xfrm>
            <ns1:off x="5019676" y="4521202"/>
            <ns1:ext cx="320675" cy="261938"/>
          </ns1:xfrm>
          <ns1:custGeom>
            <ns1:avLst/>
            <ns1:gdLst>
              <ns1:gd name="T0" fmla="*/ 116 w 176"/>
              <ns1:gd name="T1" fmla="*/ 32 h 144"/>
              <ns1:gd name="T2" fmla="*/ 116 w 176"/>
              <ns1:gd name="T3" fmla="*/ 24 h 144"/>
              <ns1:gd name="T4" fmla="*/ 80 w 176"/>
              <ns1:gd name="T5" fmla="*/ 28 h 144"/>
              <ns1:gd name="T6" fmla="*/ 132 w 176"/>
              <ns1:gd name="T7" fmla="*/ 32 h 144"/>
              <ns1:gd name="T8" fmla="*/ 132 w 176"/>
              <ns1:gd name="T9" fmla="*/ 24 h 144"/>
              <ns1:gd name="T10" fmla="*/ 132 w 176"/>
              <ns1:gd name="T11" fmla="*/ 32 h 144"/>
              <ns1:gd name="T12" fmla="*/ 152 w 176"/>
              <ns1:gd name="T13" fmla="*/ 28 h 144"/>
              <ns1:gd name="T14" fmla="*/ 144 w 176"/>
              <ns1:gd name="T15" fmla="*/ 28 h 144"/>
              <ns1:gd name="T16" fmla="*/ 148 w 176"/>
              <ns1:gd name="T17" fmla="*/ 64 h 144"/>
              <ns1:gd name="T18" fmla="*/ 112 w 176"/>
              <ns1:gd name="T19" fmla="*/ 68 h 144"/>
              <ns1:gd name="T20" fmla="*/ 148 w 176"/>
              <ns1:gd name="T21" fmla="*/ 72 h 144"/>
              <ns1:gd name="T22" fmla="*/ 148 w 176"/>
              <ns1:gd name="T23" fmla="*/ 64 h 144"/>
              <ns1:gd name="T24" fmla="*/ 116 w 176"/>
              <ns1:gd name="T25" fmla="*/ 80 h 144"/>
              <ns1:gd name="T26" fmla="*/ 116 w 176"/>
              <ns1:gd name="T27" fmla="*/ 88 h 144"/>
              <ns1:gd name="T28" fmla="*/ 152 w 176"/>
              <ns1:gd name="T29" fmla="*/ 84 h 144"/>
              <ns1:gd name="T30" fmla="*/ 148 w 176"/>
              <ns1:gd name="T31" fmla="*/ 48 h 144"/>
              <ns1:gd name="T32" fmla="*/ 112 w 176"/>
              <ns1:gd name="T33" fmla="*/ 52 h 144"/>
              <ns1:gd name="T34" fmla="*/ 148 w 176"/>
              <ns1:gd name="T35" fmla="*/ 56 h 144"/>
              <ns1:gd name="T36" fmla="*/ 148 w 176"/>
              <ns1:gd name="T37" fmla="*/ 48 h 144"/>
              <ns1:gd name="T38" fmla="*/ 72 w 176"/>
              <ns1:gd name="T39" fmla="*/ 28 h 144"/>
              <ns1:gd name="T40" fmla="*/ 64 w 176"/>
              <ns1:gd name="T41" fmla="*/ 28 h 144"/>
              <ns1:gd name="T42" fmla="*/ 52 w 176"/>
              <ns1:gd name="T43" fmla="*/ 104 h 144"/>
              <ns1:gd name="T44" fmla="*/ 152 w 176"/>
              <ns1:gd name="T45" fmla="*/ 100 h 144"/>
              <ns1:gd name="T46" fmla="*/ 52 w 176"/>
              <ns1:gd name="T47" fmla="*/ 96 h 144"/>
              <ns1:gd name="T48" fmla="*/ 52 w 176"/>
              <ns1:gd name="T49" fmla="*/ 104 h 144"/>
              <ns1:gd name="T50" fmla="*/ 148 w 176"/>
              <ns1:gd name="T51" fmla="*/ 120 h 144"/>
              <ns1:gd name="T52" fmla="*/ 148 w 176"/>
              <ns1:gd name="T53" fmla="*/ 112 h 144"/>
              <ns1:gd name="T54" fmla="*/ 48 w 176"/>
              <ns1:gd name="T55" fmla="*/ 116 h 144"/>
              <ns1:gd name="T56" fmla="*/ 168 w 176"/>
              <ns1:gd name="T57" fmla="*/ 0 h 144"/>
              <ns1:gd name="T58" fmla="*/ 24 w 176"/>
              <ns1:gd name="T59" fmla="*/ 8 h 144"/>
              <ns1:gd name="T60" fmla="*/ 8 w 176"/>
              <ns1:gd name="T61" fmla="*/ 24 h 144"/>
              <ns1:gd name="T62" fmla="*/ 0 w 176"/>
              <ns1:gd name="T63" fmla="*/ 120 h 144"/>
              <ns1:gd name="T64" fmla="*/ 168 w 176"/>
              <ns1:gd name="T65" fmla="*/ 144 h 144"/>
              <ns1:gd name="T66" fmla="*/ 176 w 176"/>
              <ns1:gd name="T67" fmla="*/ 8 h 144"/>
              <ns1:gd name="T68" fmla="*/ 168 w 176"/>
              <ns1:gd name="T69" fmla="*/ 136 h 144"/>
              <ns1:gd name="T70" fmla="*/ 8 w 176"/>
              <ns1:gd name="T71" fmla="*/ 120 h 144"/>
              <ns1:gd name="T72" fmla="*/ 24 w 176"/>
              <ns1:gd name="T73" fmla="*/ 32 h 144"/>
              <ns1:gd name="T74" fmla="*/ 28 w 176"/>
              <ns1:gd name="T75" fmla="*/ 120 h 144"/>
              <ns1:gd name="T76" fmla="*/ 32 w 176"/>
              <ns1:gd name="T77" fmla="*/ 8 h 144"/>
              <ns1:gd name="T78" fmla="*/ 168 w 176"/>
              <ns1:gd name="T79" fmla="*/ 136 h 144"/>
              <ns1:gd name="T80" fmla="*/ 56 w 176"/>
              <ns1:gd name="T81" fmla="*/ 28 h 144"/>
              <ns1:gd name="T82" fmla="*/ 48 w 176"/>
              <ns1:gd name="T83" fmla="*/ 28 h 144"/>
              <ns1:gd name="T84" fmla="*/ 52 w 176"/>
              <ns1:gd name="T85" fmla="*/ 88 h 144"/>
              <ns1:gd name="T86" fmla="*/ 96 w 176"/>
              <ns1:gd name="T87" fmla="*/ 84 h 144"/>
              <ns1:gd name="T88" fmla="*/ 92 w 176"/>
              <ns1:gd name="T89" fmla="*/ 48 h 144"/>
              <ns1:gd name="T90" fmla="*/ 48 w 176"/>
              <ns1:gd name="T91" fmla="*/ 52 h 144"/>
              <ns1:gd name="T92" fmla="*/ 52 w 176"/>
              <ns1:gd name="T93" fmla="*/ 88 h 144"/>
              <ns1:gd name="T94" fmla="*/ 88 w 176"/>
              <ns1:gd name="T95" fmla="*/ 56 h 144"/>
              <ns1:gd name="T96" fmla="*/ 56 w 176"/>
              <ns1:gd name="T97" fmla="*/ 80 h 144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  <ns1:cxn ang="0">
                <ns1:pos x="T32" y="T33"/>
              </ns1:cxn>
              <ns1:cxn ang="0">
                <ns1:pos x="T34" y="T35"/>
              </ns1:cxn>
              <ns1:cxn ang="0">
                <ns1:pos x="T36" y="T37"/>
              </ns1:cxn>
              <ns1:cxn ang="0">
                <ns1:pos x="T38" y="T39"/>
              </ns1:cxn>
              <ns1:cxn ang="0">
                <ns1:pos x="T40" y="T41"/>
              </ns1:cxn>
              <ns1:cxn ang="0">
                <ns1:pos x="T42" y="T43"/>
              </ns1:cxn>
              <ns1:cxn ang="0">
                <ns1:pos x="T44" y="T45"/>
              </ns1:cxn>
              <ns1:cxn ang="0">
                <ns1:pos x="T46" y="T47"/>
              </ns1:cxn>
              <ns1:cxn ang="0">
                <ns1:pos x="T48" y="T49"/>
              </ns1:cxn>
              <ns1:cxn ang="0">
                <ns1:pos x="T50" y="T51"/>
              </ns1:cxn>
              <ns1:cxn ang="0">
                <ns1:pos x="T52" y="T53"/>
              </ns1:cxn>
              <ns1:cxn ang="0">
                <ns1:pos x="T54" y="T55"/>
              </ns1:cxn>
              <ns1:cxn ang="0">
                <ns1:pos x="T56" y="T57"/>
              </ns1:cxn>
              <ns1:cxn ang="0">
                <ns1:pos x="T58" y="T59"/>
              </ns1:cxn>
              <ns1:cxn ang="0">
                <ns1:pos x="T60" y="T61"/>
              </ns1:cxn>
              <ns1:cxn ang="0">
                <ns1:pos x="T62" y="T63"/>
              </ns1:cxn>
              <ns1:cxn ang="0">
                <ns1:pos x="T64" y="T65"/>
              </ns1:cxn>
              <ns1:cxn ang="0">
                <ns1:pos x="T66" y="T67"/>
              </ns1:cxn>
              <ns1:cxn ang="0">
                <ns1:pos x="T68" y="T69"/>
              </ns1:cxn>
              <ns1:cxn ang="0">
                <ns1:pos x="T70" y="T71"/>
              </ns1:cxn>
              <ns1:cxn ang="0">
                <ns1:pos x="T72" y="T73"/>
              </ns1:cxn>
              <ns1:cxn ang="0">
                <ns1:pos x="T74" y="T75"/>
              </ns1:cxn>
              <ns1:cxn ang="0">
                <ns1:pos x="T76" y="T77"/>
              </ns1:cxn>
              <ns1:cxn ang="0">
                <ns1:pos x="T78" y="T79"/>
              </ns1:cxn>
              <ns1:cxn ang="0">
                <ns1:pos x="T80" y="T81"/>
              </ns1:cxn>
              <ns1:cxn ang="0">
                <ns1:pos x="T82" y="T83"/>
              </ns1:cxn>
              <ns1:cxn ang="0">
                <ns1:pos x="T84" y="T85"/>
              </ns1:cxn>
              <ns1:cxn ang="0">
                <ns1:pos x="T86" y="T87"/>
              </ns1:cxn>
              <ns1:cxn ang="0">
                <ns1:pos x="T88" y="T89"/>
              </ns1:cxn>
              <ns1:cxn ang="0">
                <ns1:pos x="T90" y="T91"/>
              </ns1:cxn>
              <ns1:cxn ang="0">
                <ns1:pos x="T92" y="T93"/>
              </ns1:cxn>
              <ns1:cxn ang="0">
                <ns1:pos x="T94" y="T95"/>
              </ns1:cxn>
              <ns1:cxn ang="0">
                <ns1:pos x="T96" y="T97"/>
              </ns1:cxn>
            </ns1:cxnLst>
            <ns1:rect l="0" t="0" r="r" b="b"/>
            <ns1:pathLst>
              <ns1:path w="176" h="144">
                <ns1:moveTo>
                  <ns1:pt x="84" y="32"/>
                </ns1:moveTo>
                <ns1:cubicBezTo>
                  <ns1:pt x="116" y="32"/>
                  <ns1:pt x="116" y="32"/>
                  <ns1:pt x="116" y="32"/>
                </ns1:cubicBezTo>
                <ns1:cubicBezTo>
                  <ns1:pt x="118" y="32"/>
                  <ns1:pt x="120" y="30"/>
                  <ns1:pt x="120" y="28"/>
                </ns1:cubicBezTo>
                <ns1:cubicBezTo>
                  <ns1:pt x="120" y="26"/>
                  <ns1:pt x="118" y="24"/>
                  <ns1:pt x="116" y="24"/>
                </ns1:cubicBezTo>
                <ns1:cubicBezTo>
                  <ns1:pt x="84" y="24"/>
                  <ns1:pt x="84" y="24"/>
                  <ns1:pt x="84" y="24"/>
                </ns1:cubicBezTo>
                <ns1:cubicBezTo>
                  <ns1:pt x="82" y="24"/>
                  <ns1:pt x="80" y="26"/>
                  <ns1:pt x="80" y="28"/>
                </ns1:cubicBezTo>
                <ns1:cubicBezTo>
                  <ns1:pt x="80" y="30"/>
                  <ns1:pt x="82" y="32"/>
                  <ns1:pt x="84" y="32"/>
                </ns1:cubicBezTo>
                <ns1:moveTo>
                  <ns1:pt x="132" y="32"/>
                </ns1:moveTo>
                <ns1:cubicBezTo>
                  <ns1:pt x="134" y="32"/>
                  <ns1:pt x="136" y="30"/>
                  <ns1:pt x="136" y="28"/>
                </ns1:cubicBezTo>
                <ns1:cubicBezTo>
                  <ns1:pt x="136" y="26"/>
                  <ns1:pt x="134" y="24"/>
                  <ns1:pt x="132" y="24"/>
                </ns1:cubicBezTo>
                <ns1:cubicBezTo>
                  <ns1:pt x="130" y="24"/>
                  <ns1:pt x="128" y="26"/>
                  <ns1:pt x="128" y="28"/>
                </ns1:cubicBezTo>
                <ns1:cubicBezTo>
                  <ns1:pt x="128" y="30"/>
                  <ns1:pt x="130" y="32"/>
                  <ns1:pt x="132" y="32"/>
                </ns1:cubicBezTo>
                <ns1:moveTo>
                  <ns1:pt x="148" y="32"/>
                </ns1:moveTo>
                <ns1:cubicBezTo>
                  <ns1:pt x="150" y="32"/>
                  <ns1:pt x="152" y="30"/>
                  <ns1:pt x="152" y="28"/>
                </ns1:cubicBezTo>
                <ns1:cubicBezTo>
                  <ns1:pt x="152" y="26"/>
                  <ns1:pt x="150" y="24"/>
                  <ns1:pt x="148" y="24"/>
                </ns1:cubicBezTo>
                <ns1:cubicBezTo>
                  <ns1:pt x="146" y="24"/>
                  <ns1:pt x="144" y="26"/>
                  <ns1:pt x="144" y="28"/>
                </ns1:cubicBezTo>
                <ns1:cubicBezTo>
                  <ns1:pt x="144" y="30"/>
                  <ns1:pt x="146" y="32"/>
                  <ns1:pt x="148" y="32"/>
                </ns1:cubicBezTo>
                <ns1:moveTo>
                  <ns1:pt x="148" y="64"/>
                </ns1:moveTo>
                <ns1:cubicBezTo>
                  <ns1:pt x="116" y="64"/>
                  <ns1:pt x="116" y="64"/>
                  <ns1:pt x="116" y="64"/>
                </ns1:cubicBezTo>
                <ns1:cubicBezTo>
                  <ns1:pt x="114" y="64"/>
                  <ns1:pt x="112" y="66"/>
                  <ns1:pt x="112" y="68"/>
                </ns1:cubicBezTo>
                <ns1:cubicBezTo>
                  <ns1:pt x="112" y="70"/>
                  <ns1:pt x="114" y="72"/>
                  <ns1:pt x="116" y="72"/>
                </ns1:cubicBezTo>
                <ns1:cubicBezTo>
                  <ns1:pt x="148" y="72"/>
                  <ns1:pt x="148" y="72"/>
                  <ns1:pt x="148" y="72"/>
                </ns1:cubicBezTo>
                <ns1:cubicBezTo>
                  <ns1:pt x="150" y="72"/>
                  <ns1:pt x="152" y="70"/>
                  <ns1:pt x="152" y="68"/>
                </ns1:cubicBezTo>
                <ns1:cubicBezTo>
                  <ns1:pt x="152" y="66"/>
                  <ns1:pt x="150" y="64"/>
                  <ns1:pt x="148" y="64"/>
                </ns1:cubicBezTo>
                <ns1:moveTo>
                  <ns1:pt x="148" y="80"/>
                </ns1:moveTo>
                <ns1:cubicBezTo>
                  <ns1:pt x="116" y="80"/>
                  <ns1:pt x="116" y="80"/>
                  <ns1:pt x="116" y="80"/>
                </ns1:cubicBezTo>
                <ns1:cubicBezTo>
                  <ns1:pt x="114" y="80"/>
                  <ns1:pt x="112" y="82"/>
                  <ns1:pt x="112" y="84"/>
                </ns1:cubicBezTo>
                <ns1:cubicBezTo>
                  <ns1:pt x="112" y="86"/>
                  <ns1:pt x="114" y="88"/>
                  <ns1:pt x="116" y="88"/>
                </ns1:cubicBezTo>
                <ns1:cubicBezTo>
                  <ns1:pt x="148" y="88"/>
                  <ns1:pt x="148" y="88"/>
                  <ns1:pt x="148" y="88"/>
                </ns1:cubicBezTo>
                <ns1:cubicBezTo>
                  <ns1:pt x="150" y="88"/>
                  <ns1:pt x="152" y="86"/>
                  <ns1:pt x="152" y="84"/>
                </ns1:cubicBezTo>
                <ns1:cubicBezTo>
                  <ns1:pt x="152" y="82"/>
                  <ns1:pt x="150" y="80"/>
                  <ns1:pt x="148" y="80"/>
                </ns1:cubicBezTo>
                <ns1:moveTo>
                  <ns1:pt x="148" y="48"/>
                </ns1:moveTo>
                <ns1:cubicBezTo>
                  <ns1:pt x="116" y="48"/>
                  <ns1:pt x="116" y="48"/>
                  <ns1:pt x="116" y="48"/>
                </ns1:cubicBezTo>
                <ns1:cubicBezTo>
                  <ns1:pt x="114" y="48"/>
                  <ns1:pt x="112" y="50"/>
                  <ns1:pt x="112" y="52"/>
                </ns1:cubicBezTo>
                <ns1:cubicBezTo>
                  <ns1:pt x="112" y="54"/>
                  <ns1:pt x="114" y="56"/>
                  <ns1:pt x="116" y="56"/>
                </ns1:cubicBezTo>
                <ns1:cubicBezTo>
                  <ns1:pt x="148" y="56"/>
                  <ns1:pt x="148" y="56"/>
                  <ns1:pt x="148" y="56"/>
                </ns1:cubicBezTo>
                <ns1:cubicBezTo>
                  <ns1:pt x="150" y="56"/>
                  <ns1:pt x="152" y="54"/>
                  <ns1:pt x="152" y="52"/>
                </ns1:cubicBezTo>
                <ns1:cubicBezTo>
                  <ns1:pt x="152" y="50"/>
                  <ns1:pt x="150" y="48"/>
                  <ns1:pt x="148" y="48"/>
                </ns1:cubicBezTo>
                <ns1:moveTo>
                  <ns1:pt x="68" y="32"/>
                </ns1:moveTo>
                <ns1:cubicBezTo>
                  <ns1:pt x="70" y="32"/>
                  <ns1:pt x="72" y="30"/>
                  <ns1:pt x="72" y="28"/>
                </ns1:cubicBezTo>
                <ns1:cubicBezTo>
                  <ns1:pt x="72" y="26"/>
                  <ns1:pt x="70" y="24"/>
                  <ns1:pt x="68" y="24"/>
                </ns1:cubicBezTo>
                <ns1:cubicBezTo>
                  <ns1:pt x="66" y="24"/>
                  <ns1:pt x="64" y="26"/>
                  <ns1:pt x="64" y="28"/>
                </ns1:cubicBezTo>
                <ns1:cubicBezTo>
                  <ns1:pt x="64" y="30"/>
                  <ns1:pt x="66" y="32"/>
                  <ns1:pt x="68" y="32"/>
                </ns1:cubicBezTo>
                <ns1:moveTo>
                  <ns1:pt x="52" y="104"/>
                </ns1:moveTo>
                <ns1:cubicBezTo>
                  <ns1:pt x="148" y="104"/>
                  <ns1:pt x="148" y="104"/>
                  <ns1:pt x="148" y="104"/>
                </ns1:cubicBezTo>
                <ns1:cubicBezTo>
                  <ns1:pt x="150" y="104"/>
                  <ns1:pt x="152" y="102"/>
                  <ns1:pt x="152" y="100"/>
                </ns1:cubicBezTo>
                <ns1:cubicBezTo>
                  <ns1:pt x="152" y="98"/>
                  <ns1:pt x="150" y="96"/>
                  <ns1:pt x="148" y="96"/>
                </ns1:cubicBezTo>
                <ns1:cubicBezTo>
                  <ns1:pt x="52" y="96"/>
                  <ns1:pt x="52" y="96"/>
                  <ns1:pt x="52" y="96"/>
                </ns1:cubicBezTo>
                <ns1:cubicBezTo>
                  <ns1:pt x="50" y="96"/>
                  <ns1:pt x="48" y="98"/>
                  <ns1:pt x="48" y="100"/>
                </ns1:cubicBezTo>
                <ns1:cubicBezTo>
                  <ns1:pt x="48" y="102"/>
                  <ns1:pt x="50" y="104"/>
                  <ns1:pt x="52" y="104"/>
                </ns1:cubicBezTo>
                <ns1:moveTo>
                  <ns1:pt x="52" y="120"/>
                </ns1:moveTo>
                <ns1:cubicBezTo>
                  <ns1:pt x="148" y="120"/>
                  <ns1:pt x="148" y="120"/>
                  <ns1:pt x="148" y="120"/>
                </ns1:cubicBezTo>
                <ns1:cubicBezTo>
                  <ns1:pt x="150" y="120"/>
                  <ns1:pt x="152" y="118"/>
                  <ns1:pt x="152" y="116"/>
                </ns1:cubicBezTo>
                <ns1:cubicBezTo>
                  <ns1:pt x="152" y="114"/>
                  <ns1:pt x="150" y="112"/>
                  <ns1:pt x="148" y="112"/>
                </ns1:cubicBezTo>
                <ns1:cubicBezTo>
                  <ns1:pt x="52" y="112"/>
                  <ns1:pt x="52" y="112"/>
                  <ns1:pt x="52" y="112"/>
                </ns1:cubicBezTo>
                <ns1:cubicBezTo>
                  <ns1:pt x="50" y="112"/>
                  <ns1:pt x="48" y="114"/>
                  <ns1:pt x="48" y="116"/>
                </ns1:cubicBezTo>
                <ns1:cubicBezTo>
                  <ns1:pt x="48" y="118"/>
                  <ns1:pt x="50" y="120"/>
                  <ns1:pt x="52" y="120"/>
                </ns1:cubicBezTo>
                <ns1:moveTo>
                  <ns1:pt x="168" y="0"/>
                </ns1:moveTo>
                <ns1:cubicBezTo>
                  <ns1:pt x="32" y="0"/>
                  <ns1:pt x="32" y="0"/>
                  <ns1:pt x="32" y="0"/>
                </ns1:cubicBezTo>
                <ns1:cubicBezTo>
                  <ns1:pt x="28" y="0"/>
                  <ns1:pt x="24" y="4"/>
                  <ns1:pt x="24" y="8"/>
                </ns1:cubicBezTo>
                <ns1:cubicBezTo>
                  <ns1:pt x="24" y="24"/>
                  <ns1:pt x="24" y="24"/>
                  <ns1:pt x="24" y="24"/>
                </ns1:cubicBezTo>
                <ns1:cubicBezTo>
                  <ns1:pt x="8" y="24"/>
                  <ns1:pt x="8" y="24"/>
                  <ns1:pt x="8" y="24"/>
                </ns1:cubicBezTo>
                <ns1:cubicBezTo>
                  <ns1:pt x="4" y="24"/>
                  <ns1:pt x="0" y="28"/>
                  <ns1:pt x="0" y="32"/>
                </ns1:cubicBezTo>
                <ns1:cubicBezTo>
                  <ns1:pt x="0" y="120"/>
                  <ns1:pt x="0" y="120"/>
                  <ns1:pt x="0" y="120"/>
                </ns1:cubicBezTo>
                <ns1:cubicBezTo>
                  <ns1:pt x="0" y="133"/>
                  <ns1:pt x="11" y="144"/>
                  <ns1:pt x="24" y="144"/>
                </ns1:cubicBezTo>
                <ns1:cubicBezTo>
                  <ns1:pt x="168" y="144"/>
                  <ns1:pt x="168" y="144"/>
                  <ns1:pt x="168" y="144"/>
                </ns1:cubicBezTo>
                <ns1:cubicBezTo>
                  <ns1:pt x="172" y="144"/>
                  <ns1:pt x="176" y="140"/>
                  <ns1:pt x="176" y="136"/>
                </ns1:cubicBezTo>
                <ns1:cubicBezTo>
                  <ns1:pt x="176" y="8"/>
                  <ns1:pt x="176" y="8"/>
                  <ns1:pt x="176" y="8"/>
                </ns1:cubicBezTo>
                <ns1:cubicBezTo>
                  <ns1:pt x="176" y="4"/>
                  <ns1:pt x="172" y="0"/>
                  <ns1:pt x="168" y="0"/>
                </ns1:cubicBezTo>
                <ns1:moveTo>
                  <ns1:pt x="168" y="136"/>
                </ns1:moveTo>
                <ns1:cubicBezTo>
                  <ns1:pt x="24" y="136"/>
                  <ns1:pt x="24" y="136"/>
                  <ns1:pt x="24" y="136"/>
                </ns1:cubicBezTo>
                <ns1:cubicBezTo>
                  <ns1:pt x="15" y="136"/>
                  <ns1:pt x="8" y="129"/>
                  <ns1:pt x="8" y="120"/>
                </ns1:cubicBezTo>
                <ns1:cubicBezTo>
                  <ns1:pt x="8" y="32"/>
                  <ns1:pt x="8" y="32"/>
                  <ns1:pt x="8" y="32"/>
                </ns1:cubicBezTo>
                <ns1:cubicBezTo>
                  <ns1:pt x="24" y="32"/>
                  <ns1:pt x="24" y="32"/>
                  <ns1:pt x="24" y="32"/>
                </ns1:cubicBezTo>
                <ns1:cubicBezTo>
                  <ns1:pt x="24" y="116"/>
                  <ns1:pt x="24" y="116"/>
                  <ns1:pt x="24" y="116"/>
                </ns1:cubicBezTo>
                <ns1:cubicBezTo>
                  <ns1:pt x="24" y="118"/>
                  <ns1:pt x="26" y="120"/>
                  <ns1:pt x="28" y="120"/>
                </ns1:cubicBezTo>
                <ns1:cubicBezTo>
                  <ns1:pt x="30" y="120"/>
                  <ns1:pt x="32" y="118"/>
                  <ns1:pt x="32" y="116"/>
                </ns1:cubicBezTo>
                <ns1:cubicBezTo>
                  <ns1:pt x="32" y="8"/>
                  <ns1:pt x="32" y="8"/>
                  <ns1:pt x="32" y="8"/>
                </ns1:cubicBezTo>
                <ns1:cubicBezTo>
                  <ns1:pt x="168" y="8"/>
                  <ns1:pt x="168" y="8"/>
                  <ns1:pt x="168" y="8"/>
                </ns1:cubicBezTo>
                <ns1:lnTo>
                  <ns1:pt x="168" y="136"/>
                </ns1:lnTo>
                <ns1:close/>
                <ns1:moveTo>
                  <ns1:pt x="52" y="32"/>
                </ns1:moveTo>
                <ns1:cubicBezTo>
                  <ns1:pt x="54" y="32"/>
                  <ns1:pt x="56" y="30"/>
                  <ns1:pt x="56" y="28"/>
                </ns1:cubicBezTo>
                <ns1:cubicBezTo>
                  <ns1:pt x="56" y="26"/>
                  <ns1:pt x="54" y="24"/>
                  <ns1:pt x="52" y="24"/>
                </ns1:cubicBezTo>
                <ns1:cubicBezTo>
                  <ns1:pt x="50" y="24"/>
                  <ns1:pt x="48" y="26"/>
                  <ns1:pt x="48" y="28"/>
                </ns1:cubicBezTo>
                <ns1:cubicBezTo>
                  <ns1:pt x="48" y="30"/>
                  <ns1:pt x="50" y="32"/>
                  <ns1:pt x="52" y="32"/>
                </ns1:cubicBezTo>
                <ns1:moveTo>
                  <ns1:pt x="52" y="88"/>
                </ns1:moveTo>
                <ns1:cubicBezTo>
                  <ns1:pt x="92" y="88"/>
                  <ns1:pt x="92" y="88"/>
                  <ns1:pt x="92" y="88"/>
                </ns1:cubicBezTo>
                <ns1:cubicBezTo>
                  <ns1:pt x="94" y="88"/>
                  <ns1:pt x="96" y="86"/>
                  <ns1:pt x="96" y="84"/>
                </ns1:cubicBezTo>
                <ns1:cubicBezTo>
                  <ns1:pt x="96" y="52"/>
                  <ns1:pt x="96" y="52"/>
                  <ns1:pt x="96" y="52"/>
                </ns1:cubicBezTo>
                <ns1:cubicBezTo>
                  <ns1:pt x="96" y="50"/>
                  <ns1:pt x="94" y="48"/>
                  <ns1:pt x="92" y="48"/>
                </ns1:cubicBezTo>
                <ns1:cubicBezTo>
                  <ns1:pt x="52" y="48"/>
                  <ns1:pt x="52" y="48"/>
                  <ns1:pt x="52" y="48"/>
                </ns1:cubicBezTo>
                <ns1:cubicBezTo>
                  <ns1:pt x="50" y="48"/>
                  <ns1:pt x="48" y="50"/>
                  <ns1:pt x="48" y="52"/>
                </ns1:cubicBezTo>
                <ns1:cubicBezTo>
                  <ns1:pt x="48" y="84"/>
                  <ns1:pt x="48" y="84"/>
                  <ns1:pt x="48" y="84"/>
                </ns1:cubicBezTo>
                <ns1:cubicBezTo>
                  <ns1:pt x="48" y="86"/>
                  <ns1:pt x="50" y="88"/>
                  <ns1:pt x="52" y="88"/>
                </ns1:cubicBezTo>
                <ns1:moveTo>
                  <ns1:pt x="56" y="56"/>
                </ns1:moveTo>
                <ns1:cubicBezTo>
                  <ns1:pt x="88" y="56"/>
                  <ns1:pt x="88" y="56"/>
                  <ns1:pt x="88" y="56"/>
                </ns1:cubicBezTo>
                <ns1:cubicBezTo>
                  <ns1:pt x="88" y="80"/>
                  <ns1:pt x="88" y="80"/>
                  <ns1:pt x="88" y="80"/>
                </ns1:cubicBezTo>
                <ns1:cubicBezTo>
                  <ns1:pt x="56" y="80"/>
                  <ns1:pt x="56" y="80"/>
                  <ns1:pt x="56" y="80"/>
                </ns1:cubicBezTo>
                <ns1:lnTo>
                  <ns1:pt x="56" y="56"/>
                </ns1:lnTo>
                <ns1:close/>
              </ns1:path>
            </ns1:pathLst>
          </ns1:custGeom>
          <ns1:solidFill>
            <ns1:schemeClr val="tx1"/>
          </ns1:solidFill>
          <ns1:ln>
            <ns1:noFill/>
          </ns1:ln>
          <ns1:extLst/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en-US" sz="2700"/>
          </ns1:p>
        </ns0:txBody>
      </ns0:sp>
      <ns0:sp>
        <ns0:nvSpPr>
          <ns0:cNvPr id="84" name="Freeform 78"/>
          <ns0:cNvSpPr>
            <ns1:spLocks noEditPoints="1"/>
          </ns0:cNvSpPr>
          <ns0:nvPr/>
        </ns0:nvSpPr>
        <ns0:spPr bwMode="auto">
          <ns1:xfrm>
            <ns1:off x="5630864" y="4491039"/>
            <ns1:ext cx="320675" cy="320675"/>
          </ns1:xfrm>
          <ns1:custGeom>
            <ns1:avLst/>
            <ns1:gdLst>
              <ns1:gd name="T0" fmla="*/ 116 w 176"/>
              <ns1:gd name="T1" fmla="*/ 80 h 176"/>
              <ns1:gd name="T2" fmla="*/ 116 w 176"/>
              <ns1:gd name="T3" fmla="*/ 88 h 176"/>
              <ns1:gd name="T4" fmla="*/ 152 w 176"/>
              <ns1:gd name="T5" fmla="*/ 84 h 176"/>
              <ns1:gd name="T6" fmla="*/ 148 w 176"/>
              <ns1:gd name="T7" fmla="*/ 64 h 176"/>
              <ns1:gd name="T8" fmla="*/ 148 w 176"/>
              <ns1:gd name="T9" fmla="*/ 56 h 176"/>
              <ns1:gd name="T10" fmla="*/ 148 w 176"/>
              <ns1:gd name="T11" fmla="*/ 64 h 176"/>
              <ns1:gd name="T12" fmla="*/ 136 w 176"/>
              <ns1:gd name="T13" fmla="*/ 60 h 176"/>
              <ns1:gd name="T14" fmla="*/ 128 w 176"/>
              <ns1:gd name="T15" fmla="*/ 60 h 176"/>
              <ns1:gd name="T16" fmla="*/ 148 w 176"/>
              <ns1:gd name="T17" fmla="*/ 112 h 176"/>
              <ns1:gd name="T18" fmla="*/ 112 w 176"/>
              <ns1:gd name="T19" fmla="*/ 116 h 176"/>
              <ns1:gd name="T20" fmla="*/ 148 w 176"/>
              <ns1:gd name="T21" fmla="*/ 120 h 176"/>
              <ns1:gd name="T22" fmla="*/ 148 w 176"/>
              <ns1:gd name="T23" fmla="*/ 112 h 176"/>
              <ns1:gd name="T24" fmla="*/ 156 w 176"/>
              <ns1:gd name="T25" fmla="*/ 8 h 176"/>
              <ns1:gd name="T26" fmla="*/ 156 w 176"/>
              <ns1:gd name="T27" fmla="*/ 0 h 176"/>
              <ns1:gd name="T28" fmla="*/ 48 w 176"/>
              <ns1:gd name="T29" fmla="*/ 4 h 176"/>
              <ns1:gd name="T30" fmla="*/ 148 w 176"/>
              <ns1:gd name="T31" fmla="*/ 96 h 176"/>
              <ns1:gd name="T32" fmla="*/ 112 w 176"/>
              <ns1:gd name="T33" fmla="*/ 100 h 176"/>
              <ns1:gd name="T34" fmla="*/ 148 w 176"/>
              <ns1:gd name="T35" fmla="*/ 104 h 176"/>
              <ns1:gd name="T36" fmla="*/ 148 w 176"/>
              <ns1:gd name="T37" fmla="*/ 96 h 176"/>
              <ns1:gd name="T38" fmla="*/ 164 w 176"/>
              <ns1:gd name="T39" fmla="*/ 24 h 176"/>
              <ns1:gd name="T40" fmla="*/ 164 w 176"/>
              <ns1:gd name="T41" fmla="*/ 16 h 176"/>
              <ns1:gd name="T42" fmla="*/ 36 w 176"/>
              <ns1:gd name="T43" fmla="*/ 20 h 176"/>
              <ns1:gd name="T44" fmla="*/ 52 w 176"/>
              <ns1:gd name="T45" fmla="*/ 152 h 176"/>
              <ns1:gd name="T46" fmla="*/ 152 w 176"/>
              <ns1:gd name="T47" fmla="*/ 148 h 176"/>
              <ns1:gd name="T48" fmla="*/ 52 w 176"/>
              <ns1:gd name="T49" fmla="*/ 144 h 176"/>
              <ns1:gd name="T50" fmla="*/ 52 w 176"/>
              <ns1:gd name="T51" fmla="*/ 152 h 176"/>
              <ns1:gd name="T52" fmla="*/ 116 w 176"/>
              <ns1:gd name="T53" fmla="*/ 64 h 176"/>
              <ns1:gd name="T54" fmla="*/ 116 w 176"/>
              <ns1:gd name="T55" fmla="*/ 56 h 176"/>
              <ns1:gd name="T56" fmla="*/ 80 w 176"/>
              <ns1:gd name="T57" fmla="*/ 60 h 176"/>
              <ns1:gd name="T58" fmla="*/ 52 w 176"/>
              <ns1:gd name="T59" fmla="*/ 136 h 176"/>
              <ns1:gd name="T60" fmla="*/ 152 w 176"/>
              <ns1:gd name="T61" fmla="*/ 132 h 176"/>
              <ns1:gd name="T62" fmla="*/ 52 w 176"/>
              <ns1:gd name="T63" fmla="*/ 128 h 176"/>
              <ns1:gd name="T64" fmla="*/ 52 w 176"/>
              <ns1:gd name="T65" fmla="*/ 136 h 176"/>
              <ns1:gd name="T66" fmla="*/ 32 w 176"/>
              <ns1:gd name="T67" fmla="*/ 32 h 176"/>
              <ns1:gd name="T68" fmla="*/ 24 w 176"/>
              <ns1:gd name="T69" fmla="*/ 56 h 176"/>
              <ns1:gd name="T70" fmla="*/ 0 w 176"/>
              <ns1:gd name="T71" fmla="*/ 64 h 176"/>
              <ns1:gd name="T72" fmla="*/ 24 w 176"/>
              <ns1:gd name="T73" fmla="*/ 176 h 176"/>
              <ns1:gd name="T74" fmla="*/ 176 w 176"/>
              <ns1:gd name="T75" fmla="*/ 168 h 176"/>
              <ns1:gd name="T76" fmla="*/ 168 w 176"/>
              <ns1:gd name="T77" fmla="*/ 32 h 176"/>
              <ns1:gd name="T78" fmla="*/ 24 w 176"/>
              <ns1:gd name="T79" fmla="*/ 168 h 176"/>
              <ns1:gd name="T80" fmla="*/ 8 w 176"/>
              <ns1:gd name="T81" fmla="*/ 64 h 176"/>
              <ns1:gd name="T82" fmla="*/ 24 w 176"/>
              <ns1:gd name="T83" fmla="*/ 148 h 176"/>
              <ns1:gd name="T84" fmla="*/ 32 w 176"/>
              <ns1:gd name="T85" fmla="*/ 148 h 176"/>
              <ns1:gd name="T86" fmla="*/ 168 w 176"/>
              <ns1:gd name="T87" fmla="*/ 40 h 176"/>
              <ns1:gd name="T88" fmla="*/ 68 w 176"/>
              <ns1:gd name="T89" fmla="*/ 64 h 176"/>
              <ns1:gd name="T90" fmla="*/ 68 w 176"/>
              <ns1:gd name="T91" fmla="*/ 56 h 176"/>
              <ns1:gd name="T92" fmla="*/ 68 w 176"/>
              <ns1:gd name="T93" fmla="*/ 64 h 176"/>
              <ns1:gd name="T94" fmla="*/ 92 w 176"/>
              <ns1:gd name="T95" fmla="*/ 120 h 176"/>
              <ns1:gd name="T96" fmla="*/ 96 w 176"/>
              <ns1:gd name="T97" fmla="*/ 84 h 176"/>
              <ns1:gd name="T98" fmla="*/ 52 w 176"/>
              <ns1:gd name="T99" fmla="*/ 80 h 176"/>
              <ns1:gd name="T100" fmla="*/ 48 w 176"/>
              <ns1:gd name="T101" fmla="*/ 116 h 176"/>
              <ns1:gd name="T102" fmla="*/ 56 w 176"/>
              <ns1:gd name="T103" fmla="*/ 88 h 176"/>
              <ns1:gd name="T104" fmla="*/ 88 w 176"/>
              <ns1:gd name="T105" fmla="*/ 112 h 176"/>
              <ns1:gd name="T106" fmla="*/ 56 w 176"/>
              <ns1:gd name="T107" fmla="*/ 88 h 176"/>
              <ns1:gd name="T108" fmla="*/ 56 w 176"/>
              <ns1:gd name="T109" fmla="*/ 60 h 176"/>
              <ns1:gd name="T110" fmla="*/ 48 w 176"/>
              <ns1:gd name="T111" fmla="*/ 60 h 176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  <ns1:cxn ang="0">
                <ns1:pos x="T32" y="T33"/>
              </ns1:cxn>
              <ns1:cxn ang="0">
                <ns1:pos x="T34" y="T35"/>
              </ns1:cxn>
              <ns1:cxn ang="0">
                <ns1:pos x="T36" y="T37"/>
              </ns1:cxn>
              <ns1:cxn ang="0">
                <ns1:pos x="T38" y="T39"/>
              </ns1:cxn>
              <ns1:cxn ang="0">
                <ns1:pos x="T40" y="T41"/>
              </ns1:cxn>
              <ns1:cxn ang="0">
                <ns1:pos x="T42" y="T43"/>
              </ns1:cxn>
              <ns1:cxn ang="0">
                <ns1:pos x="T44" y="T45"/>
              </ns1:cxn>
              <ns1:cxn ang="0">
                <ns1:pos x="T46" y="T47"/>
              </ns1:cxn>
              <ns1:cxn ang="0">
                <ns1:pos x="T48" y="T49"/>
              </ns1:cxn>
              <ns1:cxn ang="0">
                <ns1:pos x="T50" y="T51"/>
              </ns1:cxn>
              <ns1:cxn ang="0">
                <ns1:pos x="T52" y="T53"/>
              </ns1:cxn>
              <ns1:cxn ang="0">
                <ns1:pos x="T54" y="T55"/>
              </ns1:cxn>
              <ns1:cxn ang="0">
                <ns1:pos x="T56" y="T57"/>
              </ns1:cxn>
              <ns1:cxn ang="0">
                <ns1:pos x="T58" y="T59"/>
              </ns1:cxn>
              <ns1:cxn ang="0">
                <ns1:pos x="T60" y="T61"/>
              </ns1:cxn>
              <ns1:cxn ang="0">
                <ns1:pos x="T62" y="T63"/>
              </ns1:cxn>
              <ns1:cxn ang="0">
                <ns1:pos x="T64" y="T65"/>
              </ns1:cxn>
              <ns1:cxn ang="0">
                <ns1:pos x="T66" y="T67"/>
              </ns1:cxn>
              <ns1:cxn ang="0">
                <ns1:pos x="T68" y="T69"/>
              </ns1:cxn>
              <ns1:cxn ang="0">
                <ns1:pos x="T70" y="T71"/>
              </ns1:cxn>
              <ns1:cxn ang="0">
                <ns1:pos x="T72" y="T73"/>
              </ns1:cxn>
              <ns1:cxn ang="0">
                <ns1:pos x="T74" y="T75"/>
              </ns1:cxn>
              <ns1:cxn ang="0">
                <ns1:pos x="T76" y="T77"/>
              </ns1:cxn>
              <ns1:cxn ang="0">
                <ns1:pos x="T78" y="T79"/>
              </ns1:cxn>
              <ns1:cxn ang="0">
                <ns1:pos x="T80" y="T81"/>
              </ns1:cxn>
              <ns1:cxn ang="0">
                <ns1:pos x="T82" y="T83"/>
              </ns1:cxn>
              <ns1:cxn ang="0">
                <ns1:pos x="T84" y="T85"/>
              </ns1:cxn>
              <ns1:cxn ang="0">
                <ns1:pos x="T86" y="T87"/>
              </ns1:cxn>
              <ns1:cxn ang="0">
                <ns1:pos x="T88" y="T89"/>
              </ns1:cxn>
              <ns1:cxn ang="0">
                <ns1:pos x="T90" y="T91"/>
              </ns1:cxn>
              <ns1:cxn ang="0">
                <ns1:pos x="T92" y="T93"/>
              </ns1:cxn>
              <ns1:cxn ang="0">
                <ns1:pos x="T94" y="T95"/>
              </ns1:cxn>
              <ns1:cxn ang="0">
                <ns1:pos x="T96" y="T97"/>
              </ns1:cxn>
              <ns1:cxn ang="0">
                <ns1:pos x="T98" y="T99"/>
              </ns1:cxn>
              <ns1:cxn ang="0">
                <ns1:pos x="T100" y="T101"/>
              </ns1:cxn>
              <ns1:cxn ang="0">
                <ns1:pos x="T102" y="T103"/>
              </ns1:cxn>
              <ns1:cxn ang="0">
                <ns1:pos x="T104" y="T105"/>
              </ns1:cxn>
              <ns1:cxn ang="0">
                <ns1:pos x="T106" y="T107"/>
              </ns1:cxn>
              <ns1:cxn ang="0">
                <ns1:pos x="T108" y="T109"/>
              </ns1:cxn>
              <ns1:cxn ang="0">
                <ns1:pos x="T110" y="T111"/>
              </ns1:cxn>
            </ns1:cxnLst>
            <ns1:rect l="0" t="0" r="r" b="b"/>
            <ns1:pathLst>
              <ns1:path w="176" h="176">
                <ns1:moveTo>
                  <ns1:pt x="148" y="80"/>
                </ns1:moveTo>
                <ns1:cubicBezTo>
                  <ns1:pt x="116" y="80"/>
                  <ns1:pt x="116" y="80"/>
                  <ns1:pt x="116" y="80"/>
                </ns1:cubicBezTo>
                <ns1:cubicBezTo>
                  <ns1:pt x="114" y="80"/>
                  <ns1:pt x="112" y="82"/>
                  <ns1:pt x="112" y="84"/>
                </ns1:cubicBezTo>
                <ns1:cubicBezTo>
                  <ns1:pt x="112" y="86"/>
                  <ns1:pt x="114" y="88"/>
                  <ns1:pt x="116" y="88"/>
                </ns1:cubicBezTo>
                <ns1:cubicBezTo>
                  <ns1:pt x="148" y="88"/>
                  <ns1:pt x="148" y="88"/>
                  <ns1:pt x="148" y="88"/>
                </ns1:cubicBezTo>
                <ns1:cubicBezTo>
                  <ns1:pt x="150" y="88"/>
                  <ns1:pt x="152" y="86"/>
                  <ns1:pt x="152" y="84"/>
                </ns1:cubicBezTo>
                <ns1:cubicBezTo>
                  <ns1:pt x="152" y="82"/>
                  <ns1:pt x="150" y="80"/>
                  <ns1:pt x="148" y="80"/>
                </ns1:cubicBezTo>
                <ns1:moveTo>
                  <ns1:pt x="148" y="64"/>
                </ns1:moveTo>
                <ns1:cubicBezTo>
                  <ns1:pt x="150" y="64"/>
                  <ns1:pt x="152" y="62"/>
                  <ns1:pt x="152" y="60"/>
                </ns1:cubicBezTo>
                <ns1:cubicBezTo>
                  <ns1:pt x="152" y="58"/>
                  <ns1:pt x="150" y="56"/>
                  <ns1:pt x="148" y="56"/>
                </ns1:cubicBezTo>
                <ns1:cubicBezTo>
                  <ns1:pt x="146" y="56"/>
                  <ns1:pt x="144" y="58"/>
                  <ns1:pt x="144" y="60"/>
                </ns1:cubicBezTo>
                <ns1:cubicBezTo>
                  <ns1:pt x="144" y="62"/>
                  <ns1:pt x="146" y="64"/>
                  <ns1:pt x="148" y="64"/>
                </ns1:cubicBezTo>
                <ns1:moveTo>
                  <ns1:pt x="132" y="64"/>
                </ns1:moveTo>
                <ns1:cubicBezTo>
                  <ns1:pt x="134" y="64"/>
                  <ns1:pt x="136" y="62"/>
                  <ns1:pt x="136" y="60"/>
                </ns1:cubicBezTo>
                <ns1:cubicBezTo>
                  <ns1:pt x="136" y="58"/>
                  <ns1:pt x="134" y="56"/>
                  <ns1:pt x="132" y="56"/>
                </ns1:cubicBezTo>
                <ns1:cubicBezTo>
                  <ns1:pt x="130" y="56"/>
                  <ns1:pt x="128" y="58"/>
                  <ns1:pt x="128" y="60"/>
                </ns1:cubicBezTo>
                <ns1:cubicBezTo>
                  <ns1:pt x="128" y="62"/>
                  <ns1:pt x="130" y="64"/>
                  <ns1:pt x="132" y="64"/>
                </ns1:cubicBezTo>
                <ns1:moveTo>
                  <ns1:pt x="148" y="112"/>
                </ns1:moveTo>
                <ns1:cubicBezTo>
                  <ns1:pt x="116" y="112"/>
                  <ns1:pt x="116" y="112"/>
                  <ns1:pt x="116" y="112"/>
                </ns1:cubicBezTo>
                <ns1:cubicBezTo>
                  <ns1:pt x="114" y="112"/>
                  <ns1:pt x="112" y="114"/>
                  <ns1:pt x="112" y="116"/>
                </ns1:cubicBezTo>
                <ns1:cubicBezTo>
                  <ns1:pt x="112" y="118"/>
                  <ns1:pt x="114" y="120"/>
                  <ns1:pt x="116" y="120"/>
                </ns1:cubicBezTo>
                <ns1:cubicBezTo>
                  <ns1:pt x="148" y="120"/>
                  <ns1:pt x="148" y="120"/>
                  <ns1:pt x="148" y="120"/>
                </ns1:cubicBezTo>
                <ns1:cubicBezTo>
                  <ns1:pt x="150" y="120"/>
                  <ns1:pt x="152" y="118"/>
                  <ns1:pt x="152" y="116"/>
                </ns1:cubicBezTo>
                <ns1:cubicBezTo>
                  <ns1:pt x="152" y="114"/>
                  <ns1:pt x="150" y="112"/>
                  <ns1:pt x="148" y="112"/>
                </ns1:cubicBezTo>
                <ns1:moveTo>
                  <ns1:pt x="52" y="8"/>
                </ns1:moveTo>
                <ns1:cubicBezTo>
                  <ns1:pt x="156" y="8"/>
                  <ns1:pt x="156" y="8"/>
                  <ns1:pt x="156" y="8"/>
                </ns1:cubicBezTo>
                <ns1:cubicBezTo>
                  <ns1:pt x="158" y="8"/>
                  <ns1:pt x="160" y="6"/>
                  <ns1:pt x="160" y="4"/>
                </ns1:cubicBezTo>
                <ns1:cubicBezTo>
                  <ns1:pt x="160" y="2"/>
                  <ns1:pt x="158" y="0"/>
                  <ns1:pt x="156" y="0"/>
                </ns1:cubicBezTo>
                <ns1:cubicBezTo>
                  <ns1:pt x="52" y="0"/>
                  <ns1:pt x="52" y="0"/>
                  <ns1:pt x="52" y="0"/>
                </ns1:cubicBezTo>
                <ns1:cubicBezTo>
                  <ns1:pt x="50" y="0"/>
                  <ns1:pt x="48" y="2"/>
                  <ns1:pt x="48" y="4"/>
                </ns1:cubicBezTo>
                <ns1:cubicBezTo>
                  <ns1:pt x="48" y="6"/>
                  <ns1:pt x="50" y="8"/>
                  <ns1:pt x="52" y="8"/>
                </ns1:cubicBezTo>
                <ns1:moveTo>
                  <ns1:pt x="148" y="96"/>
                </ns1:moveTo>
                <ns1:cubicBezTo>
                  <ns1:pt x="116" y="96"/>
                  <ns1:pt x="116" y="96"/>
                  <ns1:pt x="116" y="96"/>
                </ns1:cubicBezTo>
                <ns1:cubicBezTo>
                  <ns1:pt x="114" y="96"/>
                  <ns1:pt x="112" y="98"/>
                  <ns1:pt x="112" y="100"/>
                </ns1:cubicBezTo>
                <ns1:cubicBezTo>
                  <ns1:pt x="112" y="102"/>
                  <ns1:pt x="114" y="104"/>
                  <ns1:pt x="116" y="104"/>
                </ns1:cubicBezTo>
                <ns1:cubicBezTo>
                  <ns1:pt x="148" y="104"/>
                  <ns1:pt x="148" y="104"/>
                  <ns1:pt x="148" y="104"/>
                </ns1:cubicBezTo>
                <ns1:cubicBezTo>
                  <ns1:pt x="150" y="104"/>
                  <ns1:pt x="152" y="102"/>
                  <ns1:pt x="152" y="100"/>
                </ns1:cubicBezTo>
                <ns1:cubicBezTo>
                  <ns1:pt x="152" y="98"/>
                  <ns1:pt x="150" y="96"/>
                  <ns1:pt x="148" y="96"/>
                </ns1:cubicBezTo>
                <ns1:moveTo>
                  <ns1:pt x="40" y="24"/>
                </ns1:moveTo>
                <ns1:cubicBezTo>
                  <ns1:pt x="164" y="24"/>
                  <ns1:pt x="164" y="24"/>
                  <ns1:pt x="164" y="24"/>
                </ns1:cubicBezTo>
                <ns1:cubicBezTo>
                  <ns1:pt x="166" y="24"/>
                  <ns1:pt x="168" y="22"/>
                  <ns1:pt x="168" y="20"/>
                </ns1:cubicBezTo>
                <ns1:cubicBezTo>
                  <ns1:pt x="168" y="18"/>
                  <ns1:pt x="166" y="16"/>
                  <ns1:pt x="164" y="16"/>
                </ns1:cubicBezTo>
                <ns1:cubicBezTo>
                  <ns1:pt x="40" y="16"/>
                  <ns1:pt x="40" y="16"/>
                  <ns1:pt x="40" y="16"/>
                </ns1:cubicBezTo>
                <ns1:cubicBezTo>
                  <ns1:pt x="38" y="16"/>
                  <ns1:pt x="36" y="18"/>
                  <ns1:pt x="36" y="20"/>
                </ns1:cubicBezTo>
                <ns1:cubicBezTo>
                  <ns1:pt x="36" y="22"/>
                  <ns1:pt x="38" y="24"/>
                  <ns1:pt x="40" y="24"/>
                </ns1:cubicBezTo>
                <ns1:moveTo>
                  <ns1:pt x="52" y="152"/>
                </ns1:moveTo>
                <ns1:cubicBezTo>
                  <ns1:pt x="148" y="152"/>
                  <ns1:pt x="148" y="152"/>
                  <ns1:pt x="148" y="152"/>
                </ns1:cubicBezTo>
                <ns1:cubicBezTo>
                  <ns1:pt x="150" y="152"/>
                  <ns1:pt x="152" y="150"/>
                  <ns1:pt x="152" y="148"/>
                </ns1:cubicBezTo>
                <ns1:cubicBezTo>
                  <ns1:pt x="152" y="146"/>
                  <ns1:pt x="150" y="144"/>
                  <ns1:pt x="148" y="144"/>
                </ns1:cubicBezTo>
                <ns1:cubicBezTo>
                  <ns1:pt x="52" y="144"/>
                  <ns1:pt x="52" y="144"/>
                  <ns1:pt x="52" y="144"/>
                </ns1:cubicBezTo>
                <ns1:cubicBezTo>
                  <ns1:pt x="50" y="144"/>
                  <ns1:pt x="48" y="146"/>
                  <ns1:pt x="48" y="148"/>
                </ns1:cubicBezTo>
                <ns1:cubicBezTo>
                  <ns1:pt x="48" y="150"/>
                  <ns1:pt x="50" y="152"/>
                  <ns1:pt x="52" y="152"/>
                </ns1:cubicBezTo>
                <ns1:moveTo>
                  <ns1:pt x="84" y="64"/>
                </ns1:moveTo>
                <ns1:cubicBezTo>
                  <ns1:pt x="116" y="64"/>
                  <ns1:pt x="116" y="64"/>
                  <ns1:pt x="116" y="64"/>
                </ns1:cubicBezTo>
                <ns1:cubicBezTo>
                  <ns1:pt x="118" y="64"/>
                  <ns1:pt x="120" y="62"/>
                  <ns1:pt x="120" y="60"/>
                </ns1:cubicBezTo>
                <ns1:cubicBezTo>
                  <ns1:pt x="120" y="58"/>
                  <ns1:pt x="118" y="56"/>
                  <ns1:pt x="116" y="56"/>
                </ns1:cubicBezTo>
                <ns1:cubicBezTo>
                  <ns1:pt x="84" y="56"/>
                  <ns1:pt x="84" y="56"/>
                  <ns1:pt x="84" y="56"/>
                </ns1:cubicBezTo>
                <ns1:cubicBezTo>
                  <ns1:pt x="82" y="56"/>
                  <ns1:pt x="80" y="58"/>
                  <ns1:pt x="80" y="60"/>
                </ns1:cubicBezTo>
                <ns1:cubicBezTo>
                  <ns1:pt x="80" y="62"/>
                  <ns1:pt x="82" y="64"/>
                  <ns1:pt x="84" y="64"/>
                </ns1:cubicBezTo>
                <ns1:moveTo>
                  <ns1:pt x="52" y="136"/>
                </ns1:moveTo>
                <ns1:cubicBezTo>
                  <ns1:pt x="148" y="136"/>
                  <ns1:pt x="148" y="136"/>
                  <ns1:pt x="148" y="136"/>
                </ns1:cubicBezTo>
                <ns1:cubicBezTo>
                  <ns1:pt x="150" y="136"/>
                  <ns1:pt x="152" y="134"/>
                  <ns1:pt x="152" y="132"/>
                </ns1:cubicBezTo>
                <ns1:cubicBezTo>
                  <ns1:pt x="152" y="130"/>
                  <ns1:pt x="150" y="128"/>
                  <ns1:pt x="148" y="128"/>
                </ns1:cubicBezTo>
                <ns1:cubicBezTo>
                  <ns1:pt x="52" y="128"/>
                  <ns1:pt x="52" y="128"/>
                  <ns1:pt x="52" y="128"/>
                </ns1:cubicBezTo>
                <ns1:cubicBezTo>
                  <ns1:pt x="50" y="128"/>
                  <ns1:pt x="48" y="130"/>
                  <ns1:pt x="48" y="132"/>
                </ns1:cubicBezTo>
                <ns1:cubicBezTo>
                  <ns1:pt x="48" y="134"/>
                  <ns1:pt x="50" y="136"/>
                  <ns1:pt x="52" y="136"/>
                </ns1:cubicBezTo>
                <ns1:moveTo>
                  <ns1:pt x="168" y="32"/>
                </ns1:moveTo>
                <ns1:cubicBezTo>
                  <ns1:pt x="32" y="32"/>
                  <ns1:pt x="32" y="32"/>
                  <ns1:pt x="32" y="32"/>
                </ns1:cubicBezTo>
                <ns1:cubicBezTo>
                  <ns1:pt x="28" y="32"/>
                  <ns1:pt x="24" y="36"/>
                  <ns1:pt x="24" y="40"/>
                </ns1:cubicBezTo>
                <ns1:cubicBezTo>
                  <ns1:pt x="24" y="56"/>
                  <ns1:pt x="24" y="56"/>
                  <ns1:pt x="24" y="56"/>
                </ns1:cubicBezTo>
                <ns1:cubicBezTo>
                  <ns1:pt x="8" y="56"/>
                  <ns1:pt x="8" y="56"/>
                  <ns1:pt x="8" y="56"/>
                </ns1:cubicBezTo>
                <ns1:cubicBezTo>
                  <ns1:pt x="4" y="56"/>
                  <ns1:pt x="0" y="60"/>
                  <ns1:pt x="0" y="64"/>
                </ns1:cubicBezTo>
                <ns1:cubicBezTo>
                  <ns1:pt x="0" y="152"/>
                  <ns1:pt x="0" y="152"/>
                  <ns1:pt x="0" y="152"/>
                </ns1:cubicBezTo>
                <ns1:cubicBezTo>
                  <ns1:pt x="0" y="165"/>
                  <ns1:pt x="11" y="176"/>
                  <ns1:pt x="24" y="176"/>
                </ns1:cubicBezTo>
                <ns1:cubicBezTo>
                  <ns1:pt x="168" y="176"/>
                  <ns1:pt x="168" y="176"/>
                  <ns1:pt x="168" y="176"/>
                </ns1:cubicBezTo>
                <ns1:cubicBezTo>
                  <ns1:pt x="172" y="176"/>
                  <ns1:pt x="176" y="172"/>
                  <ns1:pt x="176" y="168"/>
                </ns1:cubicBezTo>
                <ns1:cubicBezTo>
                  <ns1:pt x="176" y="40"/>
                  <ns1:pt x="176" y="40"/>
                  <ns1:pt x="176" y="40"/>
                </ns1:cubicBezTo>
                <ns1:cubicBezTo>
                  <ns1:pt x="176" y="36"/>
                  <ns1:pt x="172" y="32"/>
                  <ns1:pt x="168" y="32"/>
                </ns1:cubicBezTo>
                <ns1:moveTo>
                  <ns1:pt x="168" y="168"/>
                </ns1:moveTo>
                <ns1:cubicBezTo>
                  <ns1:pt x="24" y="168"/>
                  <ns1:pt x="24" y="168"/>
                  <ns1:pt x="24" y="168"/>
                </ns1:cubicBezTo>
                <ns1:cubicBezTo>
                  <ns1:pt x="15" y="168"/>
                  <ns1:pt x="8" y="161"/>
                  <ns1:pt x="8" y="152"/>
                </ns1:cubicBezTo>
                <ns1:cubicBezTo>
                  <ns1:pt x="8" y="64"/>
                  <ns1:pt x="8" y="64"/>
                  <ns1:pt x="8" y="64"/>
                </ns1:cubicBezTo>
                <ns1:cubicBezTo>
                  <ns1:pt x="24" y="64"/>
                  <ns1:pt x="24" y="64"/>
                  <ns1:pt x="24" y="64"/>
                </ns1:cubicBezTo>
                <ns1:cubicBezTo>
                  <ns1:pt x="24" y="148"/>
                  <ns1:pt x="24" y="148"/>
                  <ns1:pt x="24" y="148"/>
                </ns1:cubicBezTo>
                <ns1:cubicBezTo>
                  <ns1:pt x="24" y="150"/>
                  <ns1:pt x="26" y="152"/>
                  <ns1:pt x="28" y="152"/>
                </ns1:cubicBezTo>
                <ns1:cubicBezTo>
                  <ns1:pt x="30" y="152"/>
                  <ns1:pt x="32" y="150"/>
                  <ns1:pt x="32" y="148"/>
                </ns1:cubicBezTo>
                <ns1:cubicBezTo>
                  <ns1:pt x="32" y="40"/>
                  <ns1:pt x="32" y="40"/>
                  <ns1:pt x="32" y="40"/>
                </ns1:cubicBezTo>
                <ns1:cubicBezTo>
                  <ns1:pt x="168" y="40"/>
                  <ns1:pt x="168" y="40"/>
                  <ns1:pt x="168" y="40"/>
                </ns1:cubicBezTo>
                <ns1:lnTo>
                  <ns1:pt x="168" y="168"/>
                </ns1:lnTo>
                <ns1:close/>
                <ns1:moveTo>
                  <ns1:pt x="68" y="64"/>
                </ns1:moveTo>
                <ns1:cubicBezTo>
                  <ns1:pt x="70" y="64"/>
                  <ns1:pt x="72" y="62"/>
                  <ns1:pt x="72" y="60"/>
                </ns1:cubicBezTo>
                <ns1:cubicBezTo>
                  <ns1:pt x="72" y="58"/>
                  <ns1:pt x="70" y="56"/>
                  <ns1:pt x="68" y="56"/>
                </ns1:cubicBezTo>
                <ns1:cubicBezTo>
                  <ns1:pt x="66" y="56"/>
                  <ns1:pt x="64" y="58"/>
                  <ns1:pt x="64" y="60"/>
                </ns1:cubicBezTo>
                <ns1:cubicBezTo>
                  <ns1:pt x="64" y="62"/>
                  <ns1:pt x="66" y="64"/>
                  <ns1:pt x="68" y="64"/>
                </ns1:cubicBezTo>
                <ns1:moveTo>
                  <ns1:pt x="52" y="120"/>
                </ns1:moveTo>
                <ns1:cubicBezTo>
                  <ns1:pt x="92" y="120"/>
                  <ns1:pt x="92" y="120"/>
                  <ns1:pt x="92" y="120"/>
                </ns1:cubicBezTo>
                <ns1:cubicBezTo>
                  <ns1:pt x="94" y="120"/>
                  <ns1:pt x="96" y="118"/>
                  <ns1:pt x="96" y="116"/>
                </ns1:cubicBezTo>
                <ns1:cubicBezTo>
                  <ns1:pt x="96" y="84"/>
                  <ns1:pt x="96" y="84"/>
                  <ns1:pt x="96" y="84"/>
                </ns1:cubicBezTo>
                <ns1:cubicBezTo>
                  <ns1:pt x="96" y="82"/>
                  <ns1:pt x="94" y="80"/>
                  <ns1:pt x="92" y="80"/>
                </ns1:cubicBezTo>
                <ns1:cubicBezTo>
                  <ns1:pt x="52" y="80"/>
                  <ns1:pt x="52" y="80"/>
                  <ns1:pt x="52" y="80"/>
                </ns1:cubicBezTo>
                <ns1:cubicBezTo>
                  <ns1:pt x="50" y="80"/>
                  <ns1:pt x="48" y="82"/>
                  <ns1:pt x="48" y="84"/>
                </ns1:cubicBezTo>
                <ns1:cubicBezTo>
                  <ns1:pt x="48" y="116"/>
                  <ns1:pt x="48" y="116"/>
                  <ns1:pt x="48" y="116"/>
                </ns1:cubicBezTo>
                <ns1:cubicBezTo>
                  <ns1:pt x="48" y="118"/>
                  <ns1:pt x="50" y="120"/>
                  <ns1:pt x="52" y="120"/>
                </ns1:cubicBezTo>
                <ns1:moveTo>
                  <ns1:pt x="56" y="88"/>
                </ns1:moveTo>
                <ns1:cubicBezTo>
                  <ns1:pt x="88" y="88"/>
                  <ns1:pt x="88" y="88"/>
                  <ns1:pt x="88" y="88"/>
                </ns1:cubicBezTo>
                <ns1:cubicBezTo>
                  <ns1:pt x="88" y="112"/>
                  <ns1:pt x="88" y="112"/>
                  <ns1:pt x="88" y="112"/>
                </ns1:cubicBezTo>
                <ns1:cubicBezTo>
                  <ns1:pt x="56" y="112"/>
                  <ns1:pt x="56" y="112"/>
                  <ns1:pt x="56" y="112"/>
                </ns1:cubicBezTo>
                <ns1:lnTo>
                  <ns1:pt x="56" y="88"/>
                </ns1:lnTo>
                <ns1:close/>
                <ns1:moveTo>
                  <ns1:pt x="52" y="64"/>
                </ns1:moveTo>
                <ns1:cubicBezTo>
                  <ns1:pt x="54" y="64"/>
                  <ns1:pt x="56" y="62"/>
                  <ns1:pt x="56" y="60"/>
                </ns1:cubicBezTo>
                <ns1:cubicBezTo>
                  <ns1:pt x="56" y="58"/>
                  <ns1:pt x="54" y="56"/>
                  <ns1:pt x="52" y="56"/>
                </ns1:cubicBezTo>
                <ns1:cubicBezTo>
                  <ns1:pt x="50" y="56"/>
                  <ns1:pt x="48" y="58"/>
                  <ns1:pt x="48" y="60"/>
                </ns1:cubicBezTo>
                <ns1:cubicBezTo>
                  <ns1:pt x="48" y="62"/>
                  <ns1:pt x="50" y="64"/>
                  <ns1:pt x="52" y="64"/>
                </ns1:cubicBezTo>
              </ns1:path>
            </ns1:pathLst>
          </ns1:custGeom>
          <ns1:solidFill>
            <ns1:schemeClr val="tx1"/>
          </ns1:solidFill>
          <ns1:ln>
            <ns1:noFill/>
          </ns1:ln>
          <ns1:extLst/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en-US" sz="2700"/>
          </ns1:p>
        </ns0:txBody>
      </ns0:sp>
      <ns0:sp>
        <ns0:nvSpPr>
          <ns0:cNvPr id="85" name="Freeform 79"/>
          <ns0:cNvSpPr>
            <ns1:spLocks noEditPoints="1"/>
          </ns0:cNvSpPr>
          <ns0:nvPr/>
        </ns0:nvSpPr>
        <ns0:spPr bwMode="auto">
          <ns1:xfrm>
            <ns1:off x="6242051" y="4491039"/>
            <ns1:ext cx="320675" cy="320675"/>
          </ns1:xfrm>
          <ns1:custGeom>
            <ns1:avLst/>
            <ns1:gdLst>
              <ns1:gd name="T0" fmla="*/ 132 w 176"/>
              <ns1:gd name="T1" fmla="*/ 84 h 176"/>
              <ns1:gd name="T2" fmla="*/ 92 w 176"/>
              <ns1:gd name="T3" fmla="*/ 84 h 176"/>
              <ns1:gd name="T4" fmla="*/ 92 w 176"/>
              <ns1:gd name="T5" fmla="*/ 44 h 176"/>
              <ns1:gd name="T6" fmla="*/ 88 w 176"/>
              <ns1:gd name="T7" fmla="*/ 40 h 176"/>
              <ns1:gd name="T8" fmla="*/ 84 w 176"/>
              <ns1:gd name="T9" fmla="*/ 44 h 176"/>
              <ns1:gd name="T10" fmla="*/ 84 w 176"/>
              <ns1:gd name="T11" fmla="*/ 84 h 176"/>
              <ns1:gd name="T12" fmla="*/ 44 w 176"/>
              <ns1:gd name="T13" fmla="*/ 84 h 176"/>
              <ns1:gd name="T14" fmla="*/ 40 w 176"/>
              <ns1:gd name="T15" fmla="*/ 88 h 176"/>
              <ns1:gd name="T16" fmla="*/ 44 w 176"/>
              <ns1:gd name="T17" fmla="*/ 92 h 176"/>
              <ns1:gd name="T18" fmla="*/ 84 w 176"/>
              <ns1:gd name="T19" fmla="*/ 92 h 176"/>
              <ns1:gd name="T20" fmla="*/ 84 w 176"/>
              <ns1:gd name="T21" fmla="*/ 132 h 176"/>
              <ns1:gd name="T22" fmla="*/ 88 w 176"/>
              <ns1:gd name="T23" fmla="*/ 136 h 176"/>
              <ns1:gd name="T24" fmla="*/ 92 w 176"/>
              <ns1:gd name="T25" fmla="*/ 132 h 176"/>
              <ns1:gd name="T26" fmla="*/ 92 w 176"/>
              <ns1:gd name="T27" fmla="*/ 92 h 176"/>
              <ns1:gd name="T28" fmla="*/ 132 w 176"/>
              <ns1:gd name="T29" fmla="*/ 92 h 176"/>
              <ns1:gd name="T30" fmla="*/ 136 w 176"/>
              <ns1:gd name="T31" fmla="*/ 88 h 176"/>
              <ns1:gd name="T32" fmla="*/ 132 w 176"/>
              <ns1:gd name="T33" fmla="*/ 84 h 176"/>
              <ns1:gd name="T34" fmla="*/ 88 w 176"/>
              <ns1:gd name="T35" fmla="*/ 0 h 176"/>
              <ns1:gd name="T36" fmla="*/ 0 w 176"/>
              <ns1:gd name="T37" fmla="*/ 88 h 176"/>
              <ns1:gd name="T38" fmla="*/ 88 w 176"/>
              <ns1:gd name="T39" fmla="*/ 176 h 176"/>
              <ns1:gd name="T40" fmla="*/ 176 w 176"/>
              <ns1:gd name="T41" fmla="*/ 88 h 176"/>
              <ns1:gd name="T42" fmla="*/ 88 w 176"/>
              <ns1:gd name="T43" fmla="*/ 0 h 176"/>
              <ns1:gd name="T44" fmla="*/ 88 w 176"/>
              <ns1:gd name="T45" fmla="*/ 168 h 176"/>
              <ns1:gd name="T46" fmla="*/ 8 w 176"/>
              <ns1:gd name="T47" fmla="*/ 88 h 176"/>
              <ns1:gd name="T48" fmla="*/ 88 w 176"/>
              <ns1:gd name="T49" fmla="*/ 8 h 176"/>
              <ns1:gd name="T50" fmla="*/ 168 w 176"/>
              <ns1:gd name="T51" fmla="*/ 88 h 176"/>
              <ns1:gd name="T52" fmla="*/ 88 w 176"/>
              <ns1:gd name="T53" fmla="*/ 168 h 176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  <ns1:cxn ang="0">
                <ns1:pos x="T32" y="T33"/>
              </ns1:cxn>
              <ns1:cxn ang="0">
                <ns1:pos x="T34" y="T35"/>
              </ns1:cxn>
              <ns1:cxn ang="0">
                <ns1:pos x="T36" y="T37"/>
              </ns1:cxn>
              <ns1:cxn ang="0">
                <ns1:pos x="T38" y="T39"/>
              </ns1:cxn>
              <ns1:cxn ang="0">
                <ns1:pos x="T40" y="T41"/>
              </ns1:cxn>
              <ns1:cxn ang="0">
                <ns1:pos x="T42" y="T43"/>
              </ns1:cxn>
              <ns1:cxn ang="0">
                <ns1:pos x="T44" y="T45"/>
              </ns1:cxn>
              <ns1:cxn ang="0">
                <ns1:pos x="T46" y="T47"/>
              </ns1:cxn>
              <ns1:cxn ang="0">
                <ns1:pos x="T48" y="T49"/>
              </ns1:cxn>
              <ns1:cxn ang="0">
                <ns1:pos x="T50" y="T51"/>
              </ns1:cxn>
              <ns1:cxn ang="0">
                <ns1:pos x="T52" y="T53"/>
              </ns1:cxn>
            </ns1:cxnLst>
            <ns1:rect l="0" t="0" r="r" b="b"/>
            <ns1:pathLst>
              <ns1:path w="176" h="176">
                <ns1:moveTo>
                  <ns1:pt x="132" y="84"/>
                </ns1:moveTo>
                <ns1:cubicBezTo>
                  <ns1:pt x="92" y="84"/>
                  <ns1:pt x="92" y="84"/>
                  <ns1:pt x="92" y="84"/>
                </ns1:cubicBezTo>
                <ns1:cubicBezTo>
                  <ns1:pt x="92" y="44"/>
                  <ns1:pt x="92" y="44"/>
                  <ns1:pt x="92" y="44"/>
                </ns1:cubicBezTo>
                <ns1:cubicBezTo>
                  <ns1:pt x="92" y="42"/>
                  <ns1:pt x="90" y="40"/>
                  <ns1:pt x="88" y="40"/>
                </ns1:cubicBezTo>
                <ns1:cubicBezTo>
                  <ns1:pt x="86" y="40"/>
                  <ns1:pt x="84" y="42"/>
                  <ns1:pt x="84" y="44"/>
                </ns1:cubicBezTo>
                <ns1:cubicBezTo>
                  <ns1:pt x="84" y="84"/>
                  <ns1:pt x="84" y="84"/>
                  <ns1:pt x="84" y="84"/>
                </ns1:cubicBezTo>
                <ns1:cubicBezTo>
                  <ns1:pt x="44" y="84"/>
                  <ns1:pt x="44" y="84"/>
                  <ns1:pt x="44" y="84"/>
                </ns1:cubicBezTo>
                <ns1:cubicBezTo>
                  <ns1:pt x="42" y="84"/>
                  <ns1:pt x="40" y="86"/>
                  <ns1:pt x="40" y="88"/>
                </ns1:cubicBezTo>
                <ns1:cubicBezTo>
                  <ns1:pt x="40" y="90"/>
                  <ns1:pt x="42" y="92"/>
                  <ns1:pt x="44" y="92"/>
                </ns1:cubicBezTo>
                <ns1:cubicBezTo>
                  <ns1:pt x="84" y="92"/>
                  <ns1:pt x="84" y="92"/>
                  <ns1:pt x="84" y="92"/>
                </ns1:cubicBezTo>
                <ns1:cubicBezTo>
                  <ns1:pt x="84" y="132"/>
                  <ns1:pt x="84" y="132"/>
                  <ns1:pt x="84" y="132"/>
                </ns1:cubicBezTo>
                <ns1:cubicBezTo>
                  <ns1:pt x="84" y="134"/>
                  <ns1:pt x="86" y="136"/>
                  <ns1:pt x="88" y="136"/>
                </ns1:cubicBezTo>
                <ns1:cubicBezTo>
                  <ns1:pt x="90" y="136"/>
                  <ns1:pt x="92" y="134"/>
                  <ns1:pt x="92" y="132"/>
                </ns1:cubicBezTo>
                <ns1:cubicBezTo>
                  <ns1:pt x="92" y="92"/>
                  <ns1:pt x="92" y="92"/>
                  <ns1:pt x="92" y="92"/>
                </ns1:cubicBezTo>
                <ns1:cubicBezTo>
                  <ns1:pt x="132" y="92"/>
                  <ns1:pt x="132" y="92"/>
                  <ns1:pt x="132" y="92"/>
                </ns1:cubicBezTo>
                <ns1:cubicBezTo>
                  <ns1:pt x="134" y="92"/>
                  <ns1:pt x="136" y="90"/>
                  <ns1:pt x="136" y="88"/>
                </ns1:cubicBezTo>
                <ns1:cubicBezTo>
                  <ns1:pt x="136" y="86"/>
                  <ns1:pt x="134" y="84"/>
                  <ns1:pt x="132" y="84"/>
                </ns1:cubicBezTo>
                <ns1:moveTo>
                  <ns1:pt x="88" y="0"/>
                </ns1:moveTo>
                <ns1:cubicBezTo>
                  <ns1:pt x="39" y="0"/>
                  <ns1:pt x="0" y="39"/>
                  <ns1:pt x="0" y="88"/>
                </ns1:cubicBezTo>
                <ns1:cubicBezTo>
                  <ns1:pt x="0" y="137"/>
                  <ns1:pt x="39" y="176"/>
                  <ns1:pt x="88" y="176"/>
                </ns1:cubicBezTo>
                <ns1:cubicBezTo>
                  <ns1:pt x="137" y="176"/>
                  <ns1:pt x="176" y="137"/>
                  <ns1:pt x="176" y="88"/>
                </ns1:cubicBezTo>
                <ns1:cubicBezTo>
                  <ns1:pt x="176" y="39"/>
                  <ns1:pt x="137" y="0"/>
                  <ns1:pt x="88" y="0"/>
                </ns1:cubicBezTo>
                <ns1:moveTo>
                  <ns1:pt x="88" y="168"/>
                </ns1:moveTo>
                <ns1:cubicBezTo>
                  <ns1:pt x="44" y="168"/>
                  <ns1:pt x="8" y="132"/>
                  <ns1:pt x="8" y="88"/>
                </ns1:cubicBezTo>
                <ns1:cubicBezTo>
                  <ns1:pt x="8" y="44"/>
                  <ns1:pt x="44" y="8"/>
                  <ns1:pt x="88" y="8"/>
                </ns1:cubicBezTo>
                <ns1:cubicBezTo>
                  <ns1:pt x="132" y="8"/>
                  <ns1:pt x="168" y="44"/>
                  <ns1:pt x="168" y="88"/>
                </ns1:cubicBezTo>
                <ns1:cubicBezTo>
                  <ns1:pt x="168" y="132"/>
                  <ns1:pt x="132" y="168"/>
                  <ns1:pt x="88" y="168"/>
                </ns1:cubicBezTo>
              </ns1:path>
            </ns1:pathLst>
          </ns1:custGeom>
          <ns1:solidFill>
            <ns1:schemeClr val="tx1"/>
          </ns1:solidFill>
          <ns1:ln>
            <ns1:noFill/>
          </ns1:ln>
          <ns1:extLst/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en-US" sz="2700"/>
          </ns1:p>
        </ns0:txBody>
      </ns0:sp>
      <ns0:sp>
        <ns0:nvSpPr>
          <ns0:cNvPr id="86" name="Freeform 80"/>
          <ns0:cNvSpPr>
            <ns1:spLocks noEditPoints="1"/>
          </ns0:cNvSpPr>
          <ns0:nvPr/>
        </ns0:nvSpPr>
        <ns0:spPr bwMode="auto">
          <ns1:xfrm>
            <ns1:off x="6853239" y="4491039"/>
            <ns1:ext cx="320675" cy="320675"/>
          </ns1:xfrm>
          <ns1:custGeom>
            <ns1:avLst/>
            <ns1:gdLst>
              <ns1:gd name="T0" fmla="*/ 132 w 176"/>
              <ns1:gd name="T1" fmla="*/ 84 h 176"/>
              <ns1:gd name="T2" fmla="*/ 44 w 176"/>
              <ns1:gd name="T3" fmla="*/ 84 h 176"/>
              <ns1:gd name="T4" fmla="*/ 40 w 176"/>
              <ns1:gd name="T5" fmla="*/ 88 h 176"/>
              <ns1:gd name="T6" fmla="*/ 44 w 176"/>
              <ns1:gd name="T7" fmla="*/ 92 h 176"/>
              <ns1:gd name="T8" fmla="*/ 132 w 176"/>
              <ns1:gd name="T9" fmla="*/ 92 h 176"/>
              <ns1:gd name="T10" fmla="*/ 136 w 176"/>
              <ns1:gd name="T11" fmla="*/ 88 h 176"/>
              <ns1:gd name="T12" fmla="*/ 132 w 176"/>
              <ns1:gd name="T13" fmla="*/ 84 h 176"/>
              <ns1:gd name="T14" fmla="*/ 88 w 176"/>
              <ns1:gd name="T15" fmla="*/ 0 h 176"/>
              <ns1:gd name="T16" fmla="*/ 0 w 176"/>
              <ns1:gd name="T17" fmla="*/ 88 h 176"/>
              <ns1:gd name="T18" fmla="*/ 88 w 176"/>
              <ns1:gd name="T19" fmla="*/ 176 h 176"/>
              <ns1:gd name="T20" fmla="*/ 176 w 176"/>
              <ns1:gd name="T21" fmla="*/ 88 h 176"/>
              <ns1:gd name="T22" fmla="*/ 88 w 176"/>
              <ns1:gd name="T23" fmla="*/ 0 h 176"/>
              <ns1:gd name="T24" fmla="*/ 88 w 176"/>
              <ns1:gd name="T25" fmla="*/ 168 h 176"/>
              <ns1:gd name="T26" fmla="*/ 8 w 176"/>
              <ns1:gd name="T27" fmla="*/ 88 h 176"/>
              <ns1:gd name="T28" fmla="*/ 88 w 176"/>
              <ns1:gd name="T29" fmla="*/ 8 h 176"/>
              <ns1:gd name="T30" fmla="*/ 168 w 176"/>
              <ns1:gd name="T31" fmla="*/ 88 h 176"/>
              <ns1:gd name="T32" fmla="*/ 88 w 176"/>
              <ns1:gd name="T33" fmla="*/ 168 h 176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  <ns1:cxn ang="0">
                <ns1:pos x="T32" y="T33"/>
              </ns1:cxn>
            </ns1:cxnLst>
            <ns1:rect l="0" t="0" r="r" b="b"/>
            <ns1:pathLst>
              <ns1:path w="176" h="176">
                <ns1:moveTo>
                  <ns1:pt x="132" y="84"/>
                </ns1:moveTo>
                <ns1:cubicBezTo>
                  <ns1:pt x="44" y="84"/>
                  <ns1:pt x="44" y="84"/>
                  <ns1:pt x="44" y="84"/>
                </ns1:cubicBezTo>
                <ns1:cubicBezTo>
                  <ns1:pt x="42" y="84"/>
                  <ns1:pt x="40" y="86"/>
                  <ns1:pt x="40" y="88"/>
                </ns1:cubicBezTo>
                <ns1:cubicBezTo>
                  <ns1:pt x="40" y="90"/>
                  <ns1:pt x="42" y="92"/>
                  <ns1:pt x="44" y="92"/>
                </ns1:cubicBezTo>
                <ns1:cubicBezTo>
                  <ns1:pt x="132" y="92"/>
                  <ns1:pt x="132" y="92"/>
                  <ns1:pt x="132" y="92"/>
                </ns1:cubicBezTo>
                <ns1:cubicBezTo>
                  <ns1:pt x="134" y="92"/>
                  <ns1:pt x="136" y="90"/>
                  <ns1:pt x="136" y="88"/>
                </ns1:cubicBezTo>
                <ns1:cubicBezTo>
                  <ns1:pt x="136" y="86"/>
                  <ns1:pt x="134" y="84"/>
                  <ns1:pt x="132" y="84"/>
                </ns1:cubicBezTo>
                <ns1:moveTo>
                  <ns1:pt x="88" y="0"/>
                </ns1:moveTo>
                <ns1:cubicBezTo>
                  <ns1:pt x="39" y="0"/>
                  <ns1:pt x="0" y="39"/>
                  <ns1:pt x="0" y="88"/>
                </ns1:cubicBezTo>
                <ns1:cubicBezTo>
                  <ns1:pt x="0" y="137"/>
                  <ns1:pt x="39" y="176"/>
                  <ns1:pt x="88" y="176"/>
                </ns1:cubicBezTo>
                <ns1:cubicBezTo>
                  <ns1:pt x="137" y="176"/>
                  <ns1:pt x="176" y="137"/>
                  <ns1:pt x="176" y="88"/>
                </ns1:cubicBezTo>
                <ns1:cubicBezTo>
                  <ns1:pt x="176" y="39"/>
                  <ns1:pt x="137" y="0"/>
                  <ns1:pt x="88" y="0"/>
                </ns1:cubicBezTo>
                <ns1:moveTo>
                  <ns1:pt x="88" y="168"/>
                </ns1:moveTo>
                <ns1:cubicBezTo>
                  <ns1:pt x="44" y="168"/>
                  <ns1:pt x="8" y="132"/>
                  <ns1:pt x="8" y="88"/>
                </ns1:cubicBezTo>
                <ns1:cubicBezTo>
                  <ns1:pt x="8" y="44"/>
                  <ns1:pt x="44" y="8"/>
                  <ns1:pt x="88" y="8"/>
                </ns1:cubicBezTo>
                <ns1:cubicBezTo>
                  <ns1:pt x="132" y="8"/>
                  <ns1:pt x="168" y="44"/>
                  <ns1:pt x="168" y="88"/>
                </ns1:cubicBezTo>
                <ns1:cubicBezTo>
                  <ns1:pt x="168" y="132"/>
                  <ns1:pt x="132" y="168"/>
                  <ns1:pt x="88" y="168"/>
                </ns1:cubicBezTo>
              </ns1:path>
            </ns1:pathLst>
          </ns1:custGeom>
          <ns1:solidFill>
            <ns1:schemeClr val="tx1"/>
          </ns1:solidFill>
          <ns1:ln>
            <ns1:noFill/>
          </ns1:ln>
          <ns1:extLst/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en-US" sz="2700"/>
          </ns1:p>
        </ns0:txBody>
      </ns0:sp>
      <ns0:sp>
        <ns0:nvSpPr>
          <ns0:cNvPr id="87" name="Freeform 81"/>
          <ns0:cNvSpPr>
            <ns1:spLocks noEditPoints="1"/>
          </ns0:cNvSpPr>
          <ns0:nvPr/>
        </ns0:nvSpPr>
        <ns0:spPr bwMode="auto">
          <ns1:xfrm>
            <ns1:off x="7464426" y="4521202"/>
            <ns1:ext cx="320675" cy="261938"/>
          </ns1:xfrm>
          <ns1:custGeom>
            <ns1:avLst/>
            <ns1:gdLst>
              <ns1:gd name="T0" fmla="*/ 44 w 176"/>
              <ns1:gd name="T1" fmla="*/ 56 h 144"/>
              <ns1:gd name="T2" fmla="*/ 52 w 176"/>
              <ns1:gd name="T3" fmla="*/ 56 h 144"/>
              <ns1:gd name="T4" fmla="*/ 56 w 176"/>
              <ns1:gd name="T5" fmla="*/ 52 h 144"/>
              <ns1:gd name="T6" fmla="*/ 52 w 176"/>
              <ns1:gd name="T7" fmla="*/ 48 h 144"/>
              <ns1:gd name="T8" fmla="*/ 44 w 176"/>
              <ns1:gd name="T9" fmla="*/ 48 h 144"/>
              <ns1:gd name="T10" fmla="*/ 40 w 176"/>
              <ns1:gd name="T11" fmla="*/ 52 h 144"/>
              <ns1:gd name="T12" fmla="*/ 44 w 176"/>
              <ns1:gd name="T13" fmla="*/ 56 h 144"/>
              <ns1:gd name="T14" fmla="*/ 168 w 176"/>
              <ns1:gd name="T15" fmla="*/ 16 h 144"/>
              <ns1:gd name="T16" fmla="*/ 120 w 176"/>
              <ns1:gd name="T17" fmla="*/ 16 h 144"/>
              <ns1:gd name="T18" fmla="*/ 104 w 176"/>
              <ns1:gd name="T19" fmla="*/ 0 h 144"/>
              <ns1:gd name="T20" fmla="*/ 72 w 176"/>
              <ns1:gd name="T21" fmla="*/ 0 h 144"/>
              <ns1:gd name="T22" fmla="*/ 56 w 176"/>
              <ns1:gd name="T23" fmla="*/ 16 h 144"/>
              <ns1:gd name="T24" fmla="*/ 8 w 176"/>
              <ns1:gd name="T25" fmla="*/ 16 h 144"/>
              <ns1:gd name="T26" fmla="*/ 0 w 176"/>
              <ns1:gd name="T27" fmla="*/ 24 h 144"/>
              <ns1:gd name="T28" fmla="*/ 0 w 176"/>
              <ns1:gd name="T29" fmla="*/ 136 h 144"/>
              <ns1:gd name="T30" fmla="*/ 8 w 176"/>
              <ns1:gd name="T31" fmla="*/ 144 h 144"/>
              <ns1:gd name="T32" fmla="*/ 168 w 176"/>
              <ns1:gd name="T33" fmla="*/ 144 h 144"/>
              <ns1:gd name="T34" fmla="*/ 176 w 176"/>
              <ns1:gd name="T35" fmla="*/ 136 h 144"/>
              <ns1:gd name="T36" fmla="*/ 176 w 176"/>
              <ns1:gd name="T37" fmla="*/ 24 h 144"/>
              <ns1:gd name="T38" fmla="*/ 168 w 176"/>
              <ns1:gd name="T39" fmla="*/ 16 h 144"/>
              <ns1:gd name="T40" fmla="*/ 72 w 176"/>
              <ns1:gd name="T41" fmla="*/ 8 h 144"/>
              <ns1:gd name="T42" fmla="*/ 104 w 176"/>
              <ns1:gd name="T43" fmla="*/ 8 h 144"/>
              <ns1:gd name="T44" fmla="*/ 112 w 176"/>
              <ns1:gd name="T45" fmla="*/ 16 h 144"/>
              <ns1:gd name="T46" fmla="*/ 64 w 176"/>
              <ns1:gd name="T47" fmla="*/ 16 h 144"/>
              <ns1:gd name="T48" fmla="*/ 72 w 176"/>
              <ns1:gd name="T49" fmla="*/ 8 h 144"/>
              <ns1:gd name="T50" fmla="*/ 24 w 176"/>
              <ns1:gd name="T51" fmla="*/ 112 h 144"/>
              <ns1:gd name="T52" fmla="*/ 20 w 176"/>
              <ns1:gd name="T53" fmla="*/ 116 h 144"/>
              <ns1:gd name="T54" fmla="*/ 24 w 176"/>
              <ns1:gd name="T55" fmla="*/ 120 h 144"/>
              <ns1:gd name="T56" fmla="*/ 24 w 176"/>
              <ns1:gd name="T57" fmla="*/ 136 h 144"/>
              <ns1:gd name="T58" fmla="*/ 8 w 176"/>
              <ns1:gd name="T59" fmla="*/ 136 h 144"/>
              <ns1:gd name="T60" fmla="*/ 8 w 176"/>
              <ns1:gd name="T61" fmla="*/ 24 h 144"/>
              <ns1:gd name="T62" fmla="*/ 24 w 176"/>
              <ns1:gd name="T63" fmla="*/ 24 h 144"/>
              <ns1:gd name="T64" fmla="*/ 24 w 176"/>
              <ns1:gd name="T65" fmla="*/ 112 h 144"/>
              <ns1:gd name="T66" fmla="*/ 144 w 176"/>
              <ns1:gd name="T67" fmla="*/ 112 h 144"/>
              <ns1:gd name="T68" fmla="*/ 140 w 176"/>
              <ns1:gd name="T69" fmla="*/ 116 h 144"/>
              <ns1:gd name="T70" fmla="*/ 144 w 176"/>
              <ns1:gd name="T71" fmla="*/ 120 h 144"/>
              <ns1:gd name="T72" fmla="*/ 144 w 176"/>
              <ns1:gd name="T73" fmla="*/ 136 h 144"/>
              <ns1:gd name="T74" fmla="*/ 32 w 176"/>
              <ns1:gd name="T75" fmla="*/ 136 h 144"/>
              <ns1:gd name="T76" fmla="*/ 32 w 176"/>
              <ns1:gd name="T77" fmla="*/ 120 h 144"/>
              <ns1:gd name="T78" fmla="*/ 36 w 176"/>
              <ns1:gd name="T79" fmla="*/ 116 h 144"/>
              <ns1:gd name="T80" fmla="*/ 32 w 176"/>
              <ns1:gd name="T81" fmla="*/ 112 h 144"/>
              <ns1:gd name="T82" fmla="*/ 32 w 176"/>
              <ns1:gd name="T83" fmla="*/ 24 h 144"/>
              <ns1:gd name="T84" fmla="*/ 144 w 176"/>
              <ns1:gd name="T85" fmla="*/ 24 h 144"/>
              <ns1:gd name="T86" fmla="*/ 144 w 176"/>
              <ns1:gd name="T87" fmla="*/ 112 h 144"/>
              <ns1:gd name="T88" fmla="*/ 168 w 176"/>
              <ns1:gd name="T89" fmla="*/ 136 h 144"/>
              <ns1:gd name="T90" fmla="*/ 152 w 176"/>
              <ns1:gd name="T91" fmla="*/ 136 h 144"/>
              <ns1:gd name="T92" fmla="*/ 152 w 176"/>
              <ns1:gd name="T93" fmla="*/ 120 h 144"/>
              <ns1:gd name="T94" fmla="*/ 156 w 176"/>
              <ns1:gd name="T95" fmla="*/ 116 h 144"/>
              <ns1:gd name="T96" fmla="*/ 152 w 176"/>
              <ns1:gd name="T97" fmla="*/ 112 h 144"/>
              <ns1:gd name="T98" fmla="*/ 152 w 176"/>
              <ns1:gd name="T99" fmla="*/ 24 h 144"/>
              <ns1:gd name="T100" fmla="*/ 168 w 176"/>
              <ns1:gd name="T101" fmla="*/ 24 h 144"/>
              <ns1:gd name="T102" fmla="*/ 168 w 176"/>
              <ns1:gd name="T103" fmla="*/ 136 h 144"/>
              <ns1:gd name="T104" fmla="*/ 44 w 176"/>
              <ns1:gd name="T105" fmla="*/ 40 h 144"/>
              <ns1:gd name="T106" fmla="*/ 68 w 176"/>
              <ns1:gd name="T107" fmla="*/ 40 h 144"/>
              <ns1:gd name="T108" fmla="*/ 72 w 176"/>
              <ns1:gd name="T109" fmla="*/ 36 h 144"/>
              <ns1:gd name="T110" fmla="*/ 68 w 176"/>
              <ns1:gd name="T111" fmla="*/ 32 h 144"/>
              <ns1:gd name="T112" fmla="*/ 44 w 176"/>
              <ns1:gd name="T113" fmla="*/ 32 h 144"/>
              <ns1:gd name="T114" fmla="*/ 40 w 176"/>
              <ns1:gd name="T115" fmla="*/ 36 h 144"/>
              <ns1:gd name="T116" fmla="*/ 44 w 176"/>
              <ns1:gd name="T117" fmla="*/ 40 h 144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  <ns1:cxn ang="0">
                <ns1:pos x="T32" y="T33"/>
              </ns1:cxn>
              <ns1:cxn ang="0">
                <ns1:pos x="T34" y="T35"/>
              </ns1:cxn>
              <ns1:cxn ang="0">
                <ns1:pos x="T36" y="T37"/>
              </ns1:cxn>
              <ns1:cxn ang="0">
                <ns1:pos x="T38" y="T39"/>
              </ns1:cxn>
              <ns1:cxn ang="0">
                <ns1:pos x="T40" y="T41"/>
              </ns1:cxn>
              <ns1:cxn ang="0">
                <ns1:pos x="T42" y="T43"/>
              </ns1:cxn>
              <ns1:cxn ang="0">
                <ns1:pos x="T44" y="T45"/>
              </ns1:cxn>
              <ns1:cxn ang="0">
                <ns1:pos x="T46" y="T47"/>
              </ns1:cxn>
              <ns1:cxn ang="0">
                <ns1:pos x="T48" y="T49"/>
              </ns1:cxn>
              <ns1:cxn ang="0">
                <ns1:pos x="T50" y="T51"/>
              </ns1:cxn>
              <ns1:cxn ang="0">
                <ns1:pos x="T52" y="T53"/>
              </ns1:cxn>
              <ns1:cxn ang="0">
                <ns1:pos x="T54" y="T55"/>
              </ns1:cxn>
              <ns1:cxn ang="0">
                <ns1:pos x="T56" y="T57"/>
              </ns1:cxn>
              <ns1:cxn ang="0">
                <ns1:pos x="T58" y="T59"/>
              </ns1:cxn>
              <ns1:cxn ang="0">
                <ns1:pos x="T60" y="T61"/>
              </ns1:cxn>
              <ns1:cxn ang="0">
                <ns1:pos x="T62" y="T63"/>
              </ns1:cxn>
              <ns1:cxn ang="0">
                <ns1:pos x="T64" y="T65"/>
              </ns1:cxn>
              <ns1:cxn ang="0">
                <ns1:pos x="T66" y="T67"/>
              </ns1:cxn>
              <ns1:cxn ang="0">
                <ns1:pos x="T68" y="T69"/>
              </ns1:cxn>
              <ns1:cxn ang="0">
                <ns1:pos x="T70" y="T71"/>
              </ns1:cxn>
              <ns1:cxn ang="0">
                <ns1:pos x="T72" y="T73"/>
              </ns1:cxn>
              <ns1:cxn ang="0">
                <ns1:pos x="T74" y="T75"/>
              </ns1:cxn>
              <ns1:cxn ang="0">
                <ns1:pos x="T76" y="T77"/>
              </ns1:cxn>
              <ns1:cxn ang="0">
                <ns1:pos x="T78" y="T79"/>
              </ns1:cxn>
              <ns1:cxn ang="0">
                <ns1:pos x="T80" y="T81"/>
              </ns1:cxn>
              <ns1:cxn ang="0">
                <ns1:pos x="T82" y="T83"/>
              </ns1:cxn>
              <ns1:cxn ang="0">
                <ns1:pos x="T84" y="T85"/>
              </ns1:cxn>
              <ns1:cxn ang="0">
                <ns1:pos x="T86" y="T87"/>
              </ns1:cxn>
              <ns1:cxn ang="0">
                <ns1:pos x="T88" y="T89"/>
              </ns1:cxn>
              <ns1:cxn ang="0">
                <ns1:pos x="T90" y="T91"/>
              </ns1:cxn>
              <ns1:cxn ang="0">
                <ns1:pos x="T92" y="T93"/>
              </ns1:cxn>
              <ns1:cxn ang="0">
                <ns1:pos x="T94" y="T95"/>
              </ns1:cxn>
              <ns1:cxn ang="0">
                <ns1:pos x="T96" y="T97"/>
              </ns1:cxn>
              <ns1:cxn ang="0">
                <ns1:pos x="T98" y="T99"/>
              </ns1:cxn>
              <ns1:cxn ang="0">
                <ns1:pos x="T100" y="T101"/>
              </ns1:cxn>
              <ns1:cxn ang="0">
                <ns1:pos x="T102" y="T103"/>
              </ns1:cxn>
              <ns1:cxn ang="0">
                <ns1:pos x="T104" y="T105"/>
              </ns1:cxn>
              <ns1:cxn ang="0">
                <ns1:pos x="T106" y="T107"/>
              </ns1:cxn>
              <ns1:cxn ang="0">
                <ns1:pos x="T108" y="T109"/>
              </ns1:cxn>
              <ns1:cxn ang="0">
                <ns1:pos x="T110" y="T111"/>
              </ns1:cxn>
              <ns1:cxn ang="0">
                <ns1:pos x="T112" y="T113"/>
              </ns1:cxn>
              <ns1:cxn ang="0">
                <ns1:pos x="T114" y="T115"/>
              </ns1:cxn>
              <ns1:cxn ang="0">
                <ns1:pos x="T116" y="T117"/>
              </ns1:cxn>
            </ns1:cxnLst>
            <ns1:rect l="0" t="0" r="r" b="b"/>
            <ns1:pathLst>
              <ns1:path w="176" h="144">
                <ns1:moveTo>
                  <ns1:pt x="44" y="56"/>
                </ns1:moveTo>
                <ns1:cubicBezTo>
                  <ns1:pt x="52" y="56"/>
                  <ns1:pt x="52" y="56"/>
                  <ns1:pt x="52" y="56"/>
                </ns1:cubicBezTo>
                <ns1:cubicBezTo>
                  <ns1:pt x="54" y="56"/>
                  <ns1:pt x="56" y="54"/>
                  <ns1:pt x="56" y="52"/>
                </ns1:cubicBezTo>
                <ns1:cubicBezTo>
                  <ns1:pt x="56" y="50"/>
                  <ns1:pt x="54" y="48"/>
                  <ns1:pt x="52" y="48"/>
                </ns1:cubicBezTo>
                <ns1:cubicBezTo>
                  <ns1:pt x="44" y="48"/>
                  <ns1:pt x="44" y="48"/>
                  <ns1:pt x="44" y="48"/>
                </ns1:cubicBezTo>
                <ns1:cubicBezTo>
                  <ns1:pt x="42" y="48"/>
                  <ns1:pt x="40" y="50"/>
                  <ns1:pt x="40" y="52"/>
                </ns1:cubicBezTo>
                <ns1:cubicBezTo>
                  <ns1:pt x="40" y="54"/>
                  <ns1:pt x="42" y="56"/>
                  <ns1:pt x="44" y="56"/>
                </ns1:cubicBezTo>
                <ns1:moveTo>
                  <ns1:pt x="168" y="16"/>
                </ns1:moveTo>
                <ns1:cubicBezTo>
                  <ns1:pt x="120" y="16"/>
                  <ns1:pt x="120" y="16"/>
                  <ns1:pt x="120" y="16"/>
                </ns1:cubicBezTo>
                <ns1:cubicBezTo>
                  <ns1:pt x="120" y="7"/>
                  <ns1:pt x="113" y="0"/>
                  <ns1:pt x="104" y="0"/>
                </ns1:cubicBezTo>
                <ns1:cubicBezTo>
                  <ns1:pt x="72" y="0"/>
                  <ns1:pt x="72" y="0"/>
                  <ns1:pt x="72" y="0"/>
                </ns1:cubicBezTo>
                <ns1:cubicBezTo>
                  <ns1:pt x="63" y="0"/>
                  <ns1:pt x="56" y="7"/>
                  <ns1:pt x="56" y="16"/>
                </ns1:cubicBezTo>
                <ns1:cubicBezTo>
                  <ns1:pt x="8" y="16"/>
                  <ns1:pt x="8" y="16"/>
                  <ns1:pt x="8" y="16"/>
                </ns1:cubicBezTo>
                <ns1:cubicBezTo>
                  <ns1:pt x="4" y="16"/>
                  <ns1:pt x="0" y="20"/>
                  <ns1:pt x="0" y="24"/>
                </ns1:cubicBezTo>
                <ns1:cubicBezTo>
                  <ns1:pt x="0" y="136"/>
                  <ns1:pt x="0" y="136"/>
                  <ns1:pt x="0" y="136"/>
                </ns1:cubicBezTo>
                <ns1:cubicBezTo>
                  <ns1:pt x="0" y="140"/>
                  <ns1:pt x="4" y="144"/>
                  <ns1:pt x="8" y="144"/>
                </ns1:cubicBezTo>
                <ns1:cubicBezTo>
                  <ns1:pt x="168" y="144"/>
                  <ns1:pt x="168" y="144"/>
                  <ns1:pt x="168" y="144"/>
                </ns1:cubicBezTo>
                <ns1:cubicBezTo>
                  <ns1:pt x="172" y="144"/>
                  <ns1:pt x="176" y="140"/>
                  <ns1:pt x="176" y="136"/>
                </ns1:cubicBezTo>
                <ns1:cubicBezTo>
                  <ns1:pt x="176" y="24"/>
                  <ns1:pt x="176" y="24"/>
                  <ns1:pt x="176" y="24"/>
                </ns1:cubicBezTo>
                <ns1:cubicBezTo>
                  <ns1:pt x="176" y="20"/>
                  <ns1:pt x="172" y="16"/>
                  <ns1:pt x="168" y="16"/>
                </ns1:cubicBezTo>
                <ns1:moveTo>
                  <ns1:pt x="72" y="8"/>
                </ns1:moveTo>
                <ns1:cubicBezTo>
                  <ns1:pt x="104" y="8"/>
                  <ns1:pt x="104" y="8"/>
                  <ns1:pt x="104" y="8"/>
                </ns1:cubicBezTo>
                <ns1:cubicBezTo>
                  <ns1:pt x="108" y="8"/>
                  <ns1:pt x="112" y="12"/>
                  <ns1:pt x="112" y="16"/>
                </ns1:cubicBezTo>
                <ns1:cubicBezTo>
                  <ns1:pt x="64" y="16"/>
                  <ns1:pt x="64" y="16"/>
                  <ns1:pt x="64" y="16"/>
                </ns1:cubicBezTo>
                <ns1:cubicBezTo>
                  <ns1:pt x="64" y="12"/>
                  <ns1:pt x="68" y="8"/>
                  <ns1:pt x="72" y="8"/>
                </ns1:cubicBezTo>
                <ns1:moveTo>
                  <ns1:pt x="24" y="112"/>
                </ns1:moveTo>
                <ns1:cubicBezTo>
                  <ns1:pt x="22" y="112"/>
                  <ns1:pt x="20" y="114"/>
                  <ns1:pt x="20" y="116"/>
                </ns1:cubicBezTo>
                <ns1:cubicBezTo>
                  <ns1:pt x="20" y="118"/>
                  <ns1:pt x="22" y="120"/>
                  <ns1:pt x="24" y="120"/>
                </ns1:cubicBezTo>
                <ns1:cubicBezTo>
                  <ns1:pt x="24" y="136"/>
                  <ns1:pt x="24" y="136"/>
                  <ns1:pt x="24" y="136"/>
                </ns1:cubicBezTo>
                <ns1:cubicBezTo>
                  <ns1:pt x="8" y="136"/>
                  <ns1:pt x="8" y="136"/>
                  <ns1:pt x="8" y="136"/>
                </ns1:cubicBezTo>
                <ns1:cubicBezTo>
                  <ns1:pt x="8" y="24"/>
                  <ns1:pt x="8" y="24"/>
                  <ns1:pt x="8" y="24"/>
                </ns1:cubicBezTo>
                <ns1:cubicBezTo>
                  <ns1:pt x="24" y="24"/>
                  <ns1:pt x="24" y="24"/>
                  <ns1:pt x="24" y="24"/>
                </ns1:cubicBezTo>
                <ns1:lnTo>
                  <ns1:pt x="24" y="112"/>
                </ns1:lnTo>
                <ns1:close/>
                <ns1:moveTo>
                  <ns1:pt x="144" y="112"/>
                </ns1:moveTo>
                <ns1:cubicBezTo>
                  <ns1:pt x="142" y="112"/>
                  <ns1:pt x="140" y="114"/>
                  <ns1:pt x="140" y="116"/>
                </ns1:cubicBezTo>
                <ns1:cubicBezTo>
                  <ns1:pt x="140" y="118"/>
                  <ns1:pt x="142" y="120"/>
                  <ns1:pt x="144" y="120"/>
                </ns1:cubicBezTo>
                <ns1:cubicBezTo>
                  <ns1:pt x="144" y="136"/>
                  <ns1:pt x="144" y="136"/>
                  <ns1:pt x="144" y="136"/>
                </ns1:cubicBezTo>
                <ns1:cubicBezTo>
                  <ns1:pt x="32" y="136"/>
                  <ns1:pt x="32" y="136"/>
                  <ns1:pt x="32" y="136"/>
                </ns1:cubicBezTo>
                <ns1:cubicBezTo>
                  <ns1:pt x="32" y="120"/>
                  <ns1:pt x="32" y="120"/>
                  <ns1:pt x="32" y="120"/>
                </ns1:cubicBezTo>
                <ns1:cubicBezTo>
                  <ns1:pt x="34" y="120"/>
                  <ns1:pt x="36" y="118"/>
                  <ns1:pt x="36" y="116"/>
                </ns1:cubicBezTo>
                <ns1:cubicBezTo>
                  <ns1:pt x="36" y="114"/>
                  <ns1:pt x="34" y="112"/>
                  <ns1:pt x="32" y="112"/>
                </ns1:cubicBezTo>
                <ns1:cubicBezTo>
                  <ns1:pt x="32" y="24"/>
                  <ns1:pt x="32" y="24"/>
                  <ns1:pt x="32" y="24"/>
                </ns1:cubicBezTo>
                <ns1:cubicBezTo>
                  <ns1:pt x="144" y="24"/>
                  <ns1:pt x="144" y="24"/>
                  <ns1:pt x="144" y="24"/>
                </ns1:cubicBezTo>
                <ns1:lnTo>
                  <ns1:pt x="144" y="112"/>
                </ns1:lnTo>
                <ns1:close/>
                <ns1:moveTo>
                  <ns1:pt x="168" y="136"/>
                </ns1:moveTo>
                <ns1:cubicBezTo>
                  <ns1:pt x="152" y="136"/>
                  <ns1:pt x="152" y="136"/>
                  <ns1:pt x="152" y="136"/>
                </ns1:cubicBezTo>
                <ns1:cubicBezTo>
                  <ns1:pt x="152" y="120"/>
                  <ns1:pt x="152" y="120"/>
                  <ns1:pt x="152" y="120"/>
                </ns1:cubicBezTo>
                <ns1:cubicBezTo>
                  <ns1:pt x="154" y="120"/>
                  <ns1:pt x="156" y="118"/>
                  <ns1:pt x="156" y="116"/>
                </ns1:cubicBezTo>
                <ns1:cubicBezTo>
                  <ns1:pt x="156" y="114"/>
                  <ns1:pt x="154" y="112"/>
                  <ns1:pt x="152" y="112"/>
                </ns1:cubicBezTo>
                <ns1:cubicBezTo>
                  <ns1:pt x="152" y="24"/>
                  <ns1:pt x="152" y="24"/>
                  <ns1:pt x="152" y="24"/>
                </ns1:cubicBezTo>
                <ns1:cubicBezTo>
                  <ns1:pt x="168" y="24"/>
                  <ns1:pt x="168" y="24"/>
                  <ns1:pt x="168" y="24"/>
                </ns1:cubicBezTo>
                <ns1:lnTo>
                  <ns1:pt x="168" y="136"/>
                </ns1:lnTo>
                <ns1:close/>
                <ns1:moveTo>
                  <ns1:pt x="44" y="40"/>
                </ns1:moveTo>
                <ns1:cubicBezTo>
                  <ns1:pt x="68" y="40"/>
                  <ns1:pt x="68" y="40"/>
                  <ns1:pt x="68" y="40"/>
                </ns1:cubicBezTo>
                <ns1:cubicBezTo>
                  <ns1:pt x="70" y="40"/>
                  <ns1:pt x="72" y="38"/>
                  <ns1:pt x="72" y="36"/>
                </ns1:cubicBezTo>
                <ns1:cubicBezTo>
                  <ns1:pt x="72" y="34"/>
                  <ns1:pt x="70" y="32"/>
                  <ns1:pt x="68" y="32"/>
                </ns1:cubicBezTo>
                <ns1:cubicBezTo>
                  <ns1:pt x="44" y="32"/>
                  <ns1:pt x="44" y="32"/>
                  <ns1:pt x="44" y="32"/>
                </ns1:cubicBezTo>
                <ns1:cubicBezTo>
                  <ns1:pt x="42" y="32"/>
                  <ns1:pt x="40" y="34"/>
                  <ns1:pt x="40" y="36"/>
                </ns1:cubicBezTo>
                <ns1:cubicBezTo>
                  <ns1:pt x="40" y="38"/>
                  <ns1:pt x="42" y="40"/>
                  <ns1:pt x="44" y="40"/>
                </ns1:cubicBezTo>
              </ns1:path>
            </ns1:pathLst>
          </ns1:custGeom>
          <ns1:solidFill>
            <ns1:schemeClr val="tx1"/>
          </ns1:solidFill>
          <ns1:ln>
            <ns1:noFill/>
          </ns1:ln>
          <ns1:extLst/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en-US" sz="2700"/>
          </ns1:p>
        </ns0:txBody>
      </ns0:sp>
      <ns0:sp>
        <ns0:nvSpPr>
          <ns0:cNvPr id="88" name="Freeform 82"/>
          <ns0:cNvSpPr>
            <ns1:spLocks noEditPoints="1"/>
          </ns0:cNvSpPr>
          <ns0:nvPr/>
        </ns0:nvSpPr>
        <ns0:spPr bwMode="auto">
          <ns1:xfrm>
            <ns1:off x="8075614" y="4505326"/>
            <ns1:ext cx="320675" cy="292100"/>
          </ns1:xfrm>
          <ns1:custGeom>
            <ns1:avLst/>
            <ns1:gdLst>
              <ns1:gd name="T0" fmla="*/ 68 w 176"/>
              <ns1:gd name="T1" fmla="*/ 72 h 160"/>
              <ns1:gd name="T2" fmla="*/ 68 w 176"/>
              <ns1:gd name="T3" fmla="*/ 64 h 160"/>
              <ns1:gd name="T4" fmla="*/ 40 w 176"/>
              <ns1:gd name="T5" fmla="*/ 68 h 160"/>
              <ns1:gd name="T6" fmla="*/ 44 w 176"/>
              <ns1:gd name="T7" fmla="*/ 88 h 160"/>
              <ns1:gd name="T8" fmla="*/ 56 w 176"/>
              <ns1:gd name="T9" fmla="*/ 84 h 160"/>
              <ns1:gd name="T10" fmla="*/ 44 w 176"/>
              <ns1:gd name="T11" fmla="*/ 80 h 160"/>
              <ns1:gd name="T12" fmla="*/ 44 w 176"/>
              <ns1:gd name="T13" fmla="*/ 88 h 160"/>
              <ns1:gd name="T14" fmla="*/ 128 w 176"/>
              <ns1:gd name="T15" fmla="*/ 16 h 160"/>
              <ns1:gd name="T16" fmla="*/ 96 w 176"/>
              <ns1:gd name="T17" fmla="*/ 0 h 160"/>
              <ns1:gd name="T18" fmla="*/ 40 w 176"/>
              <ns1:gd name="T19" fmla="*/ 16 h 160"/>
              <ns1:gd name="T20" fmla="*/ 32 w 176"/>
              <ns1:gd name="T21" fmla="*/ 36 h 160"/>
              <ns1:gd name="T22" fmla="*/ 40 w 176"/>
              <ns1:gd name="T23" fmla="*/ 36 h 160"/>
              <ns1:gd name="T24" fmla="*/ 168 w 176"/>
              <ns1:gd name="T25" fmla="*/ 24 h 160"/>
              <ns1:gd name="T26" fmla="*/ 156 w 176"/>
              <ns1:gd name="T27" fmla="*/ 120 h 160"/>
              <ns1:gd name="T28" fmla="*/ 156 w 176"/>
              <ns1:gd name="T29" fmla="*/ 128 h 160"/>
              <ns1:gd name="T30" fmla="*/ 176 w 176"/>
              <ns1:gd name="T31" fmla="*/ 120 h 160"/>
              <ns1:gd name="T32" fmla="*/ 168 w 176"/>
              <ns1:gd name="T33" fmla="*/ 16 h 160"/>
              <ns1:gd name="T34" fmla="*/ 96 w 176"/>
              <ns1:gd name="T35" fmla="*/ 8 h 160"/>
              <ns1:gd name="T36" fmla="*/ 120 w 176"/>
              <ns1:gd name="T37" fmla="*/ 16 h 160"/>
              <ns1:gd name="T38" fmla="*/ 136 w 176"/>
              <ns1:gd name="T39" fmla="*/ 48 h 160"/>
              <ns1:gd name="T40" fmla="*/ 80 w 176"/>
              <ns1:gd name="T41" fmla="*/ 32 h 160"/>
              <ns1:gd name="T42" fmla="*/ 48 w 176"/>
              <ns1:gd name="T43" fmla="*/ 48 h 160"/>
              <ns1:gd name="T44" fmla="*/ 0 w 176"/>
              <ns1:gd name="T45" fmla="*/ 56 h 160"/>
              <ns1:gd name="T46" fmla="*/ 8 w 176"/>
              <ns1:gd name="T47" fmla="*/ 160 h 160"/>
              <ns1:gd name="T48" fmla="*/ 144 w 176"/>
              <ns1:gd name="T49" fmla="*/ 152 h 160"/>
              <ns1:gd name="T50" fmla="*/ 136 w 176"/>
              <ns1:gd name="T51" fmla="*/ 48 h 160"/>
              <ns1:gd name="T52" fmla="*/ 80 w 176"/>
              <ns1:gd name="T53" fmla="*/ 40 h 160"/>
              <ns1:gd name="T54" fmla="*/ 56 w 176"/>
              <ns1:gd name="T55" fmla="*/ 48 h 160"/>
              <ns1:gd name="T56" fmla="*/ 24 w 176"/>
              <ns1:gd name="T57" fmla="*/ 128 h 160"/>
              <ns1:gd name="T58" fmla="*/ 24 w 176"/>
              <ns1:gd name="T59" fmla="*/ 136 h 160"/>
              <ns1:gd name="T60" fmla="*/ 8 w 176"/>
              <ns1:gd name="T61" fmla="*/ 152 h 160"/>
              <ns1:gd name="T62" fmla="*/ 24 w 176"/>
              <ns1:gd name="T63" fmla="*/ 56 h 160"/>
              <ns1:gd name="T64" fmla="*/ 112 w 176"/>
              <ns1:gd name="T65" fmla="*/ 128 h 160"/>
              <ns1:gd name="T66" fmla="*/ 112 w 176"/>
              <ns1:gd name="T67" fmla="*/ 136 h 160"/>
              <ns1:gd name="T68" fmla="*/ 32 w 176"/>
              <ns1:gd name="T69" fmla="*/ 152 h 160"/>
              <ns1:gd name="T70" fmla="*/ 36 w 176"/>
              <ns1:gd name="T71" fmla="*/ 132 h 160"/>
              <ns1:gd name="T72" fmla="*/ 32 w 176"/>
              <ns1:gd name="T73" fmla="*/ 56 h 160"/>
              <ns1:gd name="T74" fmla="*/ 112 w 176"/>
              <ns1:gd name="T75" fmla="*/ 128 h 160"/>
              <ns1:gd name="T76" fmla="*/ 120 w 176"/>
              <ns1:gd name="T77" fmla="*/ 152 h 160"/>
              <ns1:gd name="T78" fmla="*/ 124 w 176"/>
              <ns1:gd name="T79" fmla="*/ 132 h 160"/>
              <ns1:gd name="T80" fmla="*/ 120 w 176"/>
              <ns1:gd name="T81" fmla="*/ 56 h 160"/>
              <ns1:gd name="T82" fmla="*/ 136 w 176"/>
              <ns1:gd name="T83" fmla="*/ 152 h 160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  <ns1:cxn ang="0">
                <ns1:pos x="T32" y="T33"/>
              </ns1:cxn>
              <ns1:cxn ang="0">
                <ns1:pos x="T34" y="T35"/>
              </ns1:cxn>
              <ns1:cxn ang="0">
                <ns1:pos x="T36" y="T37"/>
              </ns1:cxn>
              <ns1:cxn ang="0">
                <ns1:pos x="T38" y="T39"/>
              </ns1:cxn>
              <ns1:cxn ang="0">
                <ns1:pos x="T40" y="T41"/>
              </ns1:cxn>
              <ns1:cxn ang="0">
                <ns1:pos x="T42" y="T43"/>
              </ns1:cxn>
              <ns1:cxn ang="0">
                <ns1:pos x="T44" y="T45"/>
              </ns1:cxn>
              <ns1:cxn ang="0">
                <ns1:pos x="T46" y="T47"/>
              </ns1:cxn>
              <ns1:cxn ang="0">
                <ns1:pos x="T48" y="T49"/>
              </ns1:cxn>
              <ns1:cxn ang="0">
                <ns1:pos x="T50" y="T51"/>
              </ns1:cxn>
              <ns1:cxn ang="0">
                <ns1:pos x="T52" y="T53"/>
              </ns1:cxn>
              <ns1:cxn ang="0">
                <ns1:pos x="T54" y="T55"/>
              </ns1:cxn>
              <ns1:cxn ang="0">
                <ns1:pos x="T56" y="T57"/>
              </ns1:cxn>
              <ns1:cxn ang="0">
                <ns1:pos x="T58" y="T59"/>
              </ns1:cxn>
              <ns1:cxn ang="0">
                <ns1:pos x="T60" y="T61"/>
              </ns1:cxn>
              <ns1:cxn ang="0">
                <ns1:pos x="T62" y="T63"/>
              </ns1:cxn>
              <ns1:cxn ang="0">
                <ns1:pos x="T64" y="T65"/>
              </ns1:cxn>
              <ns1:cxn ang="0">
                <ns1:pos x="T66" y="T67"/>
              </ns1:cxn>
              <ns1:cxn ang="0">
                <ns1:pos x="T68" y="T69"/>
              </ns1:cxn>
              <ns1:cxn ang="0">
                <ns1:pos x="T70" y="T71"/>
              </ns1:cxn>
              <ns1:cxn ang="0">
                <ns1:pos x="T72" y="T73"/>
              </ns1:cxn>
              <ns1:cxn ang="0">
                <ns1:pos x="T74" y="T75"/>
              </ns1:cxn>
              <ns1:cxn ang="0">
                <ns1:pos x="T76" y="T77"/>
              </ns1:cxn>
              <ns1:cxn ang="0">
                <ns1:pos x="T78" y="T79"/>
              </ns1:cxn>
              <ns1:cxn ang="0">
                <ns1:pos x="T80" y="T81"/>
              </ns1:cxn>
              <ns1:cxn ang="0">
                <ns1:pos x="T82" y="T83"/>
              </ns1:cxn>
            </ns1:cxnLst>
            <ns1:rect l="0" t="0" r="r" b="b"/>
            <ns1:pathLst>
              <ns1:path w="176" h="160">
                <ns1:moveTo>
                  <ns1:pt x="44" y="72"/>
                </ns1:moveTo>
                <ns1:cubicBezTo>
                  <ns1:pt x="68" y="72"/>
                  <ns1:pt x="68" y="72"/>
                  <ns1:pt x="68" y="72"/>
                </ns1:cubicBezTo>
                <ns1:cubicBezTo>
                  <ns1:pt x="70" y="72"/>
                  <ns1:pt x="72" y="70"/>
                  <ns1:pt x="72" y="68"/>
                </ns1:cubicBezTo>
                <ns1:cubicBezTo>
                  <ns1:pt x="72" y="66"/>
                  <ns1:pt x="70" y="64"/>
                  <ns1:pt x="68" y="64"/>
                </ns1:cubicBezTo>
                <ns1:cubicBezTo>
                  <ns1:pt x="44" y="64"/>
                  <ns1:pt x="44" y="64"/>
                  <ns1:pt x="44" y="64"/>
                </ns1:cubicBezTo>
                <ns1:cubicBezTo>
                  <ns1:pt x="42" y="64"/>
                  <ns1:pt x="40" y="66"/>
                  <ns1:pt x="40" y="68"/>
                </ns1:cubicBezTo>
                <ns1:cubicBezTo>
                  <ns1:pt x="40" y="70"/>
                  <ns1:pt x="42" y="72"/>
                  <ns1:pt x="44" y="72"/>
                </ns1:cubicBezTo>
                <ns1:moveTo>
                  <ns1:pt x="44" y="88"/>
                </ns1:moveTo>
                <ns1:cubicBezTo>
                  <ns1:pt x="52" y="88"/>
                  <ns1:pt x="52" y="88"/>
                  <ns1:pt x="52" y="88"/>
                </ns1:cubicBezTo>
                <ns1:cubicBezTo>
                  <ns1:pt x="54" y="88"/>
                  <ns1:pt x="56" y="86"/>
                  <ns1:pt x="56" y="84"/>
                </ns1:cubicBezTo>
                <ns1:cubicBezTo>
                  <ns1:pt x="56" y="82"/>
                  <ns1:pt x="54" y="80"/>
                  <ns1:pt x="52" y="80"/>
                </ns1:cubicBezTo>
                <ns1:cubicBezTo>
                  <ns1:pt x="44" y="80"/>
                  <ns1:pt x="44" y="80"/>
                  <ns1:pt x="44" y="80"/>
                </ns1:cubicBezTo>
                <ns1:cubicBezTo>
                  <ns1:pt x="42" y="80"/>
                  <ns1:pt x="40" y="82"/>
                  <ns1:pt x="40" y="84"/>
                </ns1:cubicBezTo>
                <ns1:cubicBezTo>
                  <ns1:pt x="40" y="86"/>
                  <ns1:pt x="42" y="88"/>
                  <ns1:pt x="44" y="88"/>
                </ns1:cubicBezTo>
                <ns1:moveTo>
                  <ns1:pt x="168" y="16"/>
                </ns1:moveTo>
                <ns1:cubicBezTo>
                  <ns1:pt x="128" y="16"/>
                  <ns1:pt x="128" y="16"/>
                  <ns1:pt x="128" y="16"/>
                </ns1:cubicBezTo>
                <ns1:cubicBezTo>
                  <ns1:pt x="128" y="7"/>
                  <ns1:pt x="121" y="0"/>
                  <ns1:pt x="112" y="0"/>
                </ns1:cubicBezTo>
                <ns1:cubicBezTo>
                  <ns1:pt x="96" y="0"/>
                  <ns1:pt x="96" y="0"/>
                  <ns1:pt x="96" y="0"/>
                </ns1:cubicBezTo>
                <ns1:cubicBezTo>
                  <ns1:pt x="87" y="0"/>
                  <ns1:pt x="80" y="7"/>
                  <ns1:pt x="80" y="16"/>
                </ns1:cubicBezTo>
                <ns1:cubicBezTo>
                  <ns1:pt x="40" y="16"/>
                  <ns1:pt x="40" y="16"/>
                  <ns1:pt x="40" y="16"/>
                </ns1:cubicBezTo>
                <ns1:cubicBezTo>
                  <ns1:pt x="36" y="16"/>
                  <ns1:pt x="32" y="20"/>
                  <ns1:pt x="32" y="24"/>
                </ns1:cubicBezTo>
                <ns1:cubicBezTo>
                  <ns1:pt x="32" y="36"/>
                  <ns1:pt x="32" y="36"/>
                  <ns1:pt x="32" y="36"/>
                </ns1:cubicBezTo>
                <ns1:cubicBezTo>
                  <ns1:pt x="32" y="38"/>
                  <ns1:pt x="34" y="40"/>
                  <ns1:pt x="36" y="40"/>
                </ns1:cubicBezTo>
                <ns1:cubicBezTo>
                  <ns1:pt x="38" y="40"/>
                  <ns1:pt x="40" y="38"/>
                  <ns1:pt x="40" y="36"/>
                </ns1:cubicBezTo>
                <ns1:cubicBezTo>
                  <ns1:pt x="40" y="24"/>
                  <ns1:pt x="40" y="24"/>
                  <ns1:pt x="40" y="24"/>
                </ns1:cubicBezTo>
                <ns1:cubicBezTo>
                  <ns1:pt x="168" y="24"/>
                  <ns1:pt x="168" y="24"/>
                  <ns1:pt x="168" y="24"/>
                </ns1:cubicBezTo>
                <ns1:cubicBezTo>
                  <ns1:pt x="168" y="120"/>
                  <ns1:pt x="168" y="120"/>
                  <ns1:pt x="168" y="120"/>
                </ns1:cubicBezTo>
                <ns1:cubicBezTo>
                  <ns1:pt x="156" y="120"/>
                  <ns1:pt x="156" y="120"/>
                  <ns1:pt x="156" y="120"/>
                </ns1:cubicBezTo>
                <ns1:cubicBezTo>
                  <ns1:pt x="154" y="120"/>
                  <ns1:pt x="152" y="122"/>
                  <ns1:pt x="152" y="124"/>
                </ns1:cubicBezTo>
                <ns1:cubicBezTo>
                  <ns1:pt x="152" y="126"/>
                  <ns1:pt x="154" y="128"/>
                  <ns1:pt x="156" y="128"/>
                </ns1:cubicBezTo>
                <ns1:cubicBezTo>
                  <ns1:pt x="168" y="128"/>
                  <ns1:pt x="168" y="128"/>
                  <ns1:pt x="168" y="128"/>
                </ns1:cubicBezTo>
                <ns1:cubicBezTo>
                  <ns1:pt x="172" y="128"/>
                  <ns1:pt x="176" y="124"/>
                  <ns1:pt x="176" y="120"/>
                </ns1:cubicBezTo>
                <ns1:cubicBezTo>
                  <ns1:pt x="176" y="24"/>
                  <ns1:pt x="176" y="24"/>
                  <ns1:pt x="176" y="24"/>
                </ns1:cubicBezTo>
                <ns1:cubicBezTo>
                  <ns1:pt x="176" y="20"/>
                  <ns1:pt x="172" y="16"/>
                  <ns1:pt x="168" y="16"/>
                </ns1:cubicBezTo>
                <ns1:moveTo>
                  <ns1:pt x="88" y="16"/>
                </ns1:moveTo>
                <ns1:cubicBezTo>
                  <ns1:pt x="88" y="12"/>
                  <ns1:pt x="92" y="8"/>
                  <ns1:pt x="96" y="8"/>
                </ns1:cubicBezTo>
                <ns1:cubicBezTo>
                  <ns1:pt x="112" y="8"/>
                  <ns1:pt x="112" y="8"/>
                  <ns1:pt x="112" y="8"/>
                </ns1:cubicBezTo>
                <ns1:cubicBezTo>
                  <ns1:pt x="116" y="8"/>
                  <ns1:pt x="120" y="12"/>
                  <ns1:pt x="120" y="16"/>
                </ns1:cubicBezTo>
                <ns1:lnTo>
                  <ns1:pt x="88" y="16"/>
                </ns1:lnTo>
                <ns1:close/>
                <ns1:moveTo>
                  <ns1:pt x="136" y="48"/>
                </ns1:moveTo>
                <ns1:cubicBezTo>
                  <ns1:pt x="96" y="48"/>
                  <ns1:pt x="96" y="48"/>
                  <ns1:pt x="96" y="48"/>
                </ns1:cubicBezTo>
                <ns1:cubicBezTo>
                  <ns1:pt x="96" y="39"/>
                  <ns1:pt x="89" y="32"/>
                  <ns1:pt x="80" y="32"/>
                </ns1:cubicBezTo>
                <ns1:cubicBezTo>
                  <ns1:pt x="64" y="32"/>
                  <ns1:pt x="64" y="32"/>
                  <ns1:pt x="64" y="32"/>
                </ns1:cubicBezTo>
                <ns1:cubicBezTo>
                  <ns1:pt x="55" y="32"/>
                  <ns1:pt x="48" y="39"/>
                  <ns1:pt x="48" y="48"/>
                </ns1:cubicBezTo>
                <ns1:cubicBezTo>
                  <ns1:pt x="8" y="48"/>
                  <ns1:pt x="8" y="48"/>
                  <ns1:pt x="8" y="48"/>
                </ns1:cubicBezTo>
                <ns1:cubicBezTo>
                  <ns1:pt x="4" y="48"/>
                  <ns1:pt x="0" y="52"/>
                  <ns1:pt x="0" y="56"/>
                </ns1:cubicBezTo>
                <ns1:cubicBezTo>
                  <ns1:pt x="0" y="152"/>
                  <ns1:pt x="0" y="152"/>
                  <ns1:pt x="0" y="152"/>
                </ns1:cubicBezTo>
                <ns1:cubicBezTo>
                  <ns1:pt x="0" y="156"/>
                  <ns1:pt x="4" y="160"/>
                  <ns1:pt x="8" y="160"/>
                </ns1:cubicBezTo>
                <ns1:cubicBezTo>
                  <ns1:pt x="136" y="160"/>
                  <ns1:pt x="136" y="160"/>
                  <ns1:pt x="136" y="160"/>
                </ns1:cubicBezTo>
                <ns1:cubicBezTo>
                  <ns1:pt x="140" y="160"/>
                  <ns1:pt x="144" y="156"/>
                  <ns1:pt x="144" y="152"/>
                </ns1:cubicBezTo>
                <ns1:cubicBezTo>
                  <ns1:pt x="144" y="56"/>
                  <ns1:pt x="144" y="56"/>
                  <ns1:pt x="144" y="56"/>
                </ns1:cubicBezTo>
                <ns1:cubicBezTo>
                  <ns1:pt x="144" y="52"/>
                  <ns1:pt x="140" y="48"/>
                  <ns1:pt x="136" y="48"/>
                </ns1:cubicBezTo>
                <ns1:moveTo>
                  <ns1:pt x="64" y="40"/>
                </ns1:moveTo>
                <ns1:cubicBezTo>
                  <ns1:pt x="80" y="40"/>
                  <ns1:pt x="80" y="40"/>
                  <ns1:pt x="80" y="40"/>
                </ns1:cubicBezTo>
                <ns1:cubicBezTo>
                  <ns1:pt x="84" y="40"/>
                  <ns1:pt x="88" y="44"/>
                  <ns1:pt x="88" y="48"/>
                </ns1:cubicBezTo>
                <ns1:cubicBezTo>
                  <ns1:pt x="56" y="48"/>
                  <ns1:pt x="56" y="48"/>
                  <ns1:pt x="56" y="48"/>
                </ns1:cubicBezTo>
                <ns1:cubicBezTo>
                  <ns1:pt x="56" y="44"/>
                  <ns1:pt x="60" y="40"/>
                  <ns1:pt x="64" y="40"/>
                </ns1:cubicBezTo>
                <ns1:moveTo>
                  <ns1:pt x="24" y="128"/>
                </ns1:moveTo>
                <ns1:cubicBezTo>
                  <ns1:pt x="22" y="128"/>
                  <ns1:pt x="20" y="130"/>
                  <ns1:pt x="20" y="132"/>
                </ns1:cubicBezTo>
                <ns1:cubicBezTo>
                  <ns1:pt x="20" y="134"/>
                  <ns1:pt x="22" y="136"/>
                  <ns1:pt x="24" y="136"/>
                </ns1:cubicBezTo>
                <ns1:cubicBezTo>
                  <ns1:pt x="24" y="152"/>
                  <ns1:pt x="24" y="152"/>
                  <ns1:pt x="24" y="152"/>
                </ns1:cubicBezTo>
                <ns1:cubicBezTo>
                  <ns1:pt x="8" y="152"/>
                  <ns1:pt x="8" y="152"/>
                  <ns1:pt x="8" y="152"/>
                </ns1:cubicBezTo>
                <ns1:cubicBezTo>
                  <ns1:pt x="8" y="56"/>
                  <ns1:pt x="8" y="56"/>
                  <ns1:pt x="8" y="56"/>
                </ns1:cubicBezTo>
                <ns1:cubicBezTo>
                  <ns1:pt x="24" y="56"/>
                  <ns1:pt x="24" y="56"/>
                  <ns1:pt x="24" y="56"/>
                </ns1:cubicBezTo>
                <ns1:lnTo>
                  <ns1:pt x="24" y="128"/>
                </ns1:lnTo>
                <ns1:close/>
                <ns1:moveTo>
                  <ns1:pt x="112" y="128"/>
                </ns1:moveTo>
                <ns1:cubicBezTo>
                  <ns1:pt x="110" y="128"/>
                  <ns1:pt x="108" y="130"/>
                  <ns1:pt x="108" y="132"/>
                </ns1:cubicBezTo>
                <ns1:cubicBezTo>
                  <ns1:pt x="108" y="134"/>
                  <ns1:pt x="110" y="136"/>
                  <ns1:pt x="112" y="136"/>
                </ns1:cubicBezTo>
                <ns1:cubicBezTo>
                  <ns1:pt x="112" y="152"/>
                  <ns1:pt x="112" y="152"/>
                  <ns1:pt x="112" y="152"/>
                </ns1:cubicBezTo>
                <ns1:cubicBezTo>
                  <ns1:pt x="32" y="152"/>
                  <ns1:pt x="32" y="152"/>
                  <ns1:pt x="32" y="152"/>
                </ns1:cubicBezTo>
                <ns1:cubicBezTo>
                  <ns1:pt x="32" y="136"/>
                  <ns1:pt x="32" y="136"/>
                  <ns1:pt x="32" y="136"/>
                </ns1:cubicBezTo>
                <ns1:cubicBezTo>
                  <ns1:pt x="34" y="136"/>
                  <ns1:pt x="36" y="134"/>
                  <ns1:pt x="36" y="132"/>
                </ns1:cubicBezTo>
                <ns1:cubicBezTo>
                  <ns1:pt x="36" y="130"/>
                  <ns1:pt x="34" y="128"/>
                  <ns1:pt x="32" y="128"/>
                </ns1:cubicBezTo>
                <ns1:cubicBezTo>
                  <ns1:pt x="32" y="56"/>
                  <ns1:pt x="32" y="56"/>
                  <ns1:pt x="32" y="56"/>
                </ns1:cubicBezTo>
                <ns1:cubicBezTo>
                  <ns1:pt x="112" y="56"/>
                  <ns1:pt x="112" y="56"/>
                  <ns1:pt x="112" y="56"/>
                </ns1:cubicBezTo>
                <ns1:lnTo>
                  <ns1:pt x="112" y="128"/>
                </ns1:lnTo>
                <ns1:close/>
                <ns1:moveTo>
                  <ns1:pt x="136" y="152"/>
                </ns1:moveTo>
                <ns1:cubicBezTo>
                  <ns1:pt x="120" y="152"/>
                  <ns1:pt x="120" y="152"/>
                  <ns1:pt x="120" y="152"/>
                </ns1:cubicBezTo>
                <ns1:cubicBezTo>
                  <ns1:pt x="120" y="136"/>
                  <ns1:pt x="120" y="136"/>
                  <ns1:pt x="120" y="136"/>
                </ns1:cubicBezTo>
                <ns1:cubicBezTo>
                  <ns1:pt x="122" y="136"/>
                  <ns1:pt x="124" y="134"/>
                  <ns1:pt x="124" y="132"/>
                </ns1:cubicBezTo>
                <ns1:cubicBezTo>
                  <ns1:pt x="124" y="130"/>
                  <ns1:pt x="122" y="128"/>
                  <ns1:pt x="120" y="128"/>
                </ns1:cubicBezTo>
                <ns1:cubicBezTo>
                  <ns1:pt x="120" y="56"/>
                  <ns1:pt x="120" y="56"/>
                  <ns1:pt x="120" y="56"/>
                </ns1:cubicBezTo>
                <ns1:cubicBezTo>
                  <ns1:pt x="136" y="56"/>
                  <ns1:pt x="136" y="56"/>
                  <ns1:pt x="136" y="56"/>
                </ns1:cubicBezTo>
                <ns1:lnTo>
                  <ns1:pt x="136" y="152"/>
                </ns1:lnTo>
                <ns1:close/>
              </ns1:path>
            </ns1:pathLst>
          </ns1:custGeom>
          <ns1:solidFill>
            <ns1:schemeClr val="tx1"/>
          </ns1:solidFill>
          <ns1:ln>
            <ns1:noFill/>
          </ns1:ln>
          <ns1:extLst/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en-US" sz="2700"/>
          </ns1:p>
        </ns0:txBody>
      </ns0:sp>
      <ns0:sp>
        <ns0:nvSpPr>
          <ns0:cNvPr id="89" name="Freeform 83"/>
          <ns0:cNvSpPr>
            <ns1:spLocks noEditPoints="1"/>
          </ns0:cNvSpPr>
          <ns0:nvPr/>
        </ns0:nvSpPr>
        <ns0:spPr bwMode="auto">
          <ns1:xfrm>
            <ns1:off x="8686801" y="4521202"/>
            <ns1:ext cx="320675" cy="261938"/>
          </ns1:xfrm>
          <ns1:custGeom>
            <ns1:avLst/>
            <ns1:gdLst>
              <ns1:gd name="T0" fmla="*/ 120 w 176"/>
              <ns1:gd name="T1" fmla="*/ 16 h 144"/>
              <ns1:gd name="T2" fmla="*/ 72 w 176"/>
              <ns1:gd name="T3" fmla="*/ 0 h 144"/>
              <ns1:gd name="T4" fmla="*/ 8 w 176"/>
              <ns1:gd name="T5" fmla="*/ 16 h 144"/>
              <ns1:gd name="T6" fmla="*/ 0 w 176"/>
              <ns1:gd name="T7" fmla="*/ 64 h 144"/>
              <ns1:gd name="T8" fmla="*/ 8 w 176"/>
              <ns1:gd name="T9" fmla="*/ 136 h 144"/>
              <ns1:gd name="T10" fmla="*/ 160 w 176"/>
              <ns1:gd name="T11" fmla="*/ 144 h 144"/>
              <ns1:gd name="T12" fmla="*/ 168 w 176"/>
              <ns1:gd name="T13" fmla="*/ 72 h 144"/>
              <ns1:gd name="T14" fmla="*/ 176 w 176"/>
              <ns1:gd name="T15" fmla="*/ 24 h 144"/>
              <ns1:gd name="T16" fmla="*/ 72 w 176"/>
              <ns1:gd name="T17" fmla="*/ 8 h 144"/>
              <ns1:gd name="T18" fmla="*/ 112 w 176"/>
              <ns1:gd name="T19" fmla="*/ 16 h 144"/>
              <ns1:gd name="T20" fmla="*/ 72 w 176"/>
              <ns1:gd name="T21" fmla="*/ 8 h 144"/>
              <ns1:gd name="T22" fmla="*/ 16 w 176"/>
              <ns1:gd name="T23" fmla="*/ 136 h 144"/>
              <ns1:gd name="T24" fmla="*/ 32 w 176"/>
              <ns1:gd name="T25" fmla="*/ 72 h 144"/>
              <ns1:gd name="T26" fmla="*/ 40 w 176"/>
              <ns1:gd name="T27" fmla="*/ 88 h 144"/>
              <ns1:gd name="T28" fmla="*/ 64 w 176"/>
              <ns1:gd name="T29" fmla="*/ 80 h 144"/>
              <ns1:gd name="T30" fmla="*/ 112 w 176"/>
              <ns1:gd name="T31" fmla="*/ 72 h 144"/>
              <ns1:gd name="T32" fmla="*/ 120 w 176"/>
              <ns1:gd name="T33" fmla="*/ 88 h 144"/>
              <ns1:gd name="T34" fmla="*/ 144 w 176"/>
              <ns1:gd name="T35" fmla="*/ 80 h 144"/>
              <ns1:gd name="T36" fmla="*/ 160 w 176"/>
              <ns1:gd name="T37" fmla="*/ 72 h 144"/>
              <ns1:gd name="T38" fmla="*/ 40 w 176"/>
              <ns1:gd name="T39" fmla="*/ 56 h 144"/>
              <ns1:gd name="T40" fmla="*/ 56 w 176"/>
              <ns1:gd name="T41" fmla="*/ 80 h 144"/>
              <ns1:gd name="T42" fmla="*/ 40 w 176"/>
              <ns1:gd name="T43" fmla="*/ 56 h 144"/>
              <ns1:gd name="T44" fmla="*/ 136 w 176"/>
              <ns1:gd name="T45" fmla="*/ 56 h 144"/>
              <ns1:gd name="T46" fmla="*/ 120 w 176"/>
              <ns1:gd name="T47" fmla="*/ 80 h 144"/>
              <ns1:gd name="T48" fmla="*/ 168 w 176"/>
              <ns1:gd name="T49" fmla="*/ 64 h 144"/>
              <ns1:gd name="T50" fmla="*/ 144 w 176"/>
              <ns1:gd name="T51" fmla="*/ 56 h 144"/>
              <ns1:gd name="T52" fmla="*/ 120 w 176"/>
              <ns1:gd name="T53" fmla="*/ 48 h 144"/>
              <ns1:gd name="T54" fmla="*/ 112 w 176"/>
              <ns1:gd name="T55" fmla="*/ 64 h 144"/>
              <ns1:gd name="T56" fmla="*/ 64 w 176"/>
              <ns1:gd name="T57" fmla="*/ 56 h 144"/>
              <ns1:gd name="T58" fmla="*/ 40 w 176"/>
              <ns1:gd name="T59" fmla="*/ 48 h 144"/>
              <ns1:gd name="T60" fmla="*/ 32 w 176"/>
              <ns1:gd name="T61" fmla="*/ 64 h 144"/>
              <ns1:gd name="T62" fmla="*/ 8 w 176"/>
              <ns1:gd name="T63" fmla="*/ 24 h 144"/>
              <ns1:gd name="T64" fmla="*/ 168 w 176"/>
              <ns1:gd name="T65" fmla="*/ 64 h 144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  <ns1:cxn ang="0">
                <ns1:pos x="T32" y="T33"/>
              </ns1:cxn>
              <ns1:cxn ang="0">
                <ns1:pos x="T34" y="T35"/>
              </ns1:cxn>
              <ns1:cxn ang="0">
                <ns1:pos x="T36" y="T37"/>
              </ns1:cxn>
              <ns1:cxn ang="0">
                <ns1:pos x="T38" y="T39"/>
              </ns1:cxn>
              <ns1:cxn ang="0">
                <ns1:pos x="T40" y="T41"/>
              </ns1:cxn>
              <ns1:cxn ang="0">
                <ns1:pos x="T42" y="T43"/>
              </ns1:cxn>
              <ns1:cxn ang="0">
                <ns1:pos x="T44" y="T45"/>
              </ns1:cxn>
              <ns1:cxn ang="0">
                <ns1:pos x="T46" y="T47"/>
              </ns1:cxn>
              <ns1:cxn ang="0">
                <ns1:pos x="T48" y="T49"/>
              </ns1:cxn>
              <ns1:cxn ang="0">
                <ns1:pos x="T50" y="T51"/>
              </ns1:cxn>
              <ns1:cxn ang="0">
                <ns1:pos x="T52" y="T53"/>
              </ns1:cxn>
              <ns1:cxn ang="0">
                <ns1:pos x="T54" y="T55"/>
              </ns1:cxn>
              <ns1:cxn ang="0">
                <ns1:pos x="T56" y="T57"/>
              </ns1:cxn>
              <ns1:cxn ang="0">
                <ns1:pos x="T58" y="T59"/>
              </ns1:cxn>
              <ns1:cxn ang="0">
                <ns1:pos x="T60" y="T61"/>
              </ns1:cxn>
              <ns1:cxn ang="0">
                <ns1:pos x="T62" y="T63"/>
              </ns1:cxn>
              <ns1:cxn ang="0">
                <ns1:pos x="T64" y="T65"/>
              </ns1:cxn>
            </ns1:cxnLst>
            <ns1:rect l="0" t="0" r="r" b="b"/>
            <ns1:pathLst>
              <ns1:path w="176" h="144">
                <ns1:moveTo>
                  <ns1:pt x="168" y="16"/>
                </ns1:moveTo>
                <ns1:cubicBezTo>
                  <ns1:pt x="120" y="16"/>
                  <ns1:pt x="120" y="16"/>
                  <ns1:pt x="120" y="16"/>
                </ns1:cubicBezTo>
                <ns1:cubicBezTo>
                  <ns1:pt x="120" y="7"/>
                  <ns1:pt x="113" y="0"/>
                  <ns1:pt x="104" y="0"/>
                </ns1:cubicBezTo>
                <ns1:cubicBezTo>
                  <ns1:pt x="72" y="0"/>
                  <ns1:pt x="72" y="0"/>
                  <ns1:pt x="72" y="0"/>
                </ns1:cubicBezTo>
                <ns1:cubicBezTo>
                  <ns1:pt x="63" y="0"/>
                  <ns1:pt x="56" y="7"/>
                  <ns1:pt x="56" y="16"/>
                </ns1:cubicBezTo>
                <ns1:cubicBezTo>
                  <ns1:pt x="8" y="16"/>
                  <ns1:pt x="8" y="16"/>
                  <ns1:pt x="8" y="16"/>
                </ns1:cubicBezTo>
                <ns1:cubicBezTo>
                  <ns1:pt x="4" y="16"/>
                  <ns1:pt x="0" y="20"/>
                  <ns1:pt x="0" y="24"/>
                </ns1:cubicBezTo>
                <ns1:cubicBezTo>
                  <ns1:pt x="0" y="64"/>
                  <ns1:pt x="0" y="64"/>
                  <ns1:pt x="0" y="64"/>
                </ns1:cubicBezTo>
                <ns1:cubicBezTo>
                  <ns1:pt x="0" y="68"/>
                  <ns1:pt x="4" y="72"/>
                  <ns1:pt x="8" y="72"/>
                </ns1:cubicBezTo>
                <ns1:cubicBezTo>
                  <ns1:pt x="8" y="136"/>
                  <ns1:pt x="8" y="136"/>
                  <ns1:pt x="8" y="136"/>
                </ns1:cubicBezTo>
                <ns1:cubicBezTo>
                  <ns1:pt x="8" y="140"/>
                  <ns1:pt x="12" y="144"/>
                  <ns1:pt x="16" y="144"/>
                </ns1:cubicBezTo>
                <ns1:cubicBezTo>
                  <ns1:pt x="160" y="144"/>
                  <ns1:pt x="160" y="144"/>
                  <ns1:pt x="160" y="144"/>
                </ns1:cubicBezTo>
                <ns1:cubicBezTo>
                  <ns1:pt x="164" y="144"/>
                  <ns1:pt x="168" y="140"/>
                  <ns1:pt x="168" y="136"/>
                </ns1:cubicBezTo>
                <ns1:cubicBezTo>
                  <ns1:pt x="168" y="72"/>
                  <ns1:pt x="168" y="72"/>
                  <ns1:pt x="168" y="72"/>
                </ns1:cubicBezTo>
                <ns1:cubicBezTo>
                  <ns1:pt x="172" y="72"/>
                  <ns1:pt x="176" y="68"/>
                  <ns1:pt x="176" y="64"/>
                </ns1:cubicBezTo>
                <ns1:cubicBezTo>
                  <ns1:pt x="176" y="24"/>
                  <ns1:pt x="176" y="24"/>
                  <ns1:pt x="176" y="24"/>
                </ns1:cubicBezTo>
                <ns1:cubicBezTo>
                  <ns1:pt x="176" y="20"/>
                  <ns1:pt x="172" y="16"/>
                  <ns1:pt x="168" y="16"/>
                </ns1:cubicBezTo>
                <ns1:moveTo>
                  <ns1:pt x="72" y="8"/>
                </ns1:moveTo>
                <ns1:cubicBezTo>
                  <ns1:pt x="104" y="8"/>
                  <ns1:pt x="104" y="8"/>
                  <ns1:pt x="104" y="8"/>
                </ns1:cubicBezTo>
                <ns1:cubicBezTo>
                  <ns1:pt x="108" y="8"/>
                  <ns1:pt x="112" y="12"/>
                  <ns1:pt x="112" y="16"/>
                </ns1:cubicBezTo>
                <ns1:cubicBezTo>
                  <ns1:pt x="64" y="16"/>
                  <ns1:pt x="64" y="16"/>
                  <ns1:pt x="64" y="16"/>
                </ns1:cubicBezTo>
                <ns1:cubicBezTo>
                  <ns1:pt x="64" y="12"/>
                  <ns1:pt x="68" y="8"/>
                  <ns1:pt x="72" y="8"/>
                </ns1:cubicBezTo>
                <ns1:moveTo>
                  <ns1:pt x="160" y="136"/>
                </ns1:moveTo>
                <ns1:cubicBezTo>
                  <ns1:pt x="16" y="136"/>
                  <ns1:pt x="16" y="136"/>
                  <ns1:pt x="16" y="136"/>
                </ns1:cubicBezTo>
                <ns1:cubicBezTo>
                  <ns1:pt x="16" y="72"/>
                  <ns1:pt x="16" y="72"/>
                  <ns1:pt x="16" y="72"/>
                </ns1:cubicBezTo>
                <ns1:cubicBezTo>
                  <ns1:pt x="32" y="72"/>
                  <ns1:pt x="32" y="72"/>
                  <ns1:pt x="32" y="72"/>
                </ns1:cubicBezTo>
                <ns1:cubicBezTo>
                  <ns1:pt x="32" y="80"/>
                  <ns1:pt x="32" y="80"/>
                  <ns1:pt x="32" y="80"/>
                </ns1:cubicBezTo>
                <ns1:cubicBezTo>
                  <ns1:pt x="32" y="84"/>
                  <ns1:pt x="36" y="88"/>
                  <ns1:pt x="40" y="88"/>
                </ns1:cubicBezTo>
                <ns1:cubicBezTo>
                  <ns1:pt x="56" y="88"/>
                  <ns1:pt x="56" y="88"/>
                  <ns1:pt x="56" y="88"/>
                </ns1:cubicBezTo>
                <ns1:cubicBezTo>
                  <ns1:pt x="60" y="88"/>
                  <ns1:pt x="64" y="84"/>
                  <ns1:pt x="64" y="80"/>
                </ns1:cubicBezTo>
                <ns1:cubicBezTo>
                  <ns1:pt x="64" y="72"/>
                  <ns1:pt x="64" y="72"/>
                  <ns1:pt x="64" y="72"/>
                </ns1:cubicBezTo>
                <ns1:cubicBezTo>
                  <ns1:pt x="112" y="72"/>
                  <ns1:pt x="112" y="72"/>
                  <ns1:pt x="112" y="72"/>
                </ns1:cubicBezTo>
                <ns1:cubicBezTo>
                  <ns1:pt x="112" y="80"/>
                  <ns1:pt x="112" y="80"/>
                  <ns1:pt x="112" y="80"/>
                </ns1:cubicBezTo>
                <ns1:cubicBezTo>
                  <ns1:pt x="112" y="84"/>
                  <ns1:pt x="116" y="88"/>
                  <ns1:pt x="120" y="88"/>
                </ns1:cubicBezTo>
                <ns1:cubicBezTo>
                  <ns1:pt x="136" y="88"/>
                  <ns1:pt x="136" y="88"/>
                  <ns1:pt x="136" y="88"/>
                </ns1:cubicBezTo>
                <ns1:cubicBezTo>
                  <ns1:pt x="140" y="88"/>
                  <ns1:pt x="144" y="84"/>
                  <ns1:pt x="144" y="80"/>
                </ns1:cubicBezTo>
                <ns1:cubicBezTo>
                  <ns1:pt x="144" y="72"/>
                  <ns1:pt x="144" y="72"/>
                  <ns1:pt x="144" y="72"/>
                </ns1:cubicBezTo>
                <ns1:cubicBezTo>
                  <ns1:pt x="160" y="72"/>
                  <ns1:pt x="160" y="72"/>
                  <ns1:pt x="160" y="72"/>
                </ns1:cubicBezTo>
                <ns1:lnTo>
                  <ns1:pt x="160" y="136"/>
                </ns1:lnTo>
                <ns1:close/>
                <ns1:moveTo>
                  <ns1:pt x="40" y="56"/>
                </ns1:moveTo>
                <ns1:cubicBezTo>
                  <ns1:pt x="56" y="56"/>
                  <ns1:pt x="56" y="56"/>
                  <ns1:pt x="56" y="56"/>
                </ns1:cubicBezTo>
                <ns1:cubicBezTo>
                  <ns1:pt x="56" y="80"/>
                  <ns1:pt x="56" y="80"/>
                  <ns1:pt x="56" y="80"/>
                </ns1:cubicBezTo>
                <ns1:cubicBezTo>
                  <ns1:pt x="40" y="80"/>
                  <ns1:pt x="40" y="80"/>
                  <ns1:pt x="40" y="80"/>
                </ns1:cubicBezTo>
                <ns1:lnTo>
                  <ns1:pt x="40" y="56"/>
                </ns1:lnTo>
                <ns1:close/>
                <ns1:moveTo>
                  <ns1:pt x="120" y="56"/>
                </ns1:moveTo>
                <ns1:cubicBezTo>
                  <ns1:pt x="136" y="56"/>
                  <ns1:pt x="136" y="56"/>
                  <ns1:pt x="136" y="56"/>
                </ns1:cubicBezTo>
                <ns1:cubicBezTo>
                  <ns1:pt x="136" y="80"/>
                  <ns1:pt x="136" y="80"/>
                  <ns1:pt x="136" y="80"/>
                </ns1:cubicBezTo>
                <ns1:cubicBezTo>
                  <ns1:pt x="120" y="80"/>
                  <ns1:pt x="120" y="80"/>
                  <ns1:pt x="120" y="80"/>
                </ns1:cubicBezTo>
                <ns1:lnTo>
                  <ns1:pt x="120" y="56"/>
                </ns1:lnTo>
                <ns1:close/>
                <ns1:moveTo>
                  <ns1:pt x="168" y="64"/>
                </ns1:moveTo>
                <ns1:cubicBezTo>
                  <ns1:pt x="144" y="64"/>
                  <ns1:pt x="144" y="64"/>
                  <ns1:pt x="144" y="64"/>
                </ns1:cubicBezTo>
                <ns1:cubicBezTo>
                  <ns1:pt x="144" y="56"/>
                  <ns1:pt x="144" y="56"/>
                  <ns1:pt x="144" y="56"/>
                </ns1:cubicBezTo>
                <ns1:cubicBezTo>
                  <ns1:pt x="144" y="52"/>
                  <ns1:pt x="140" y="48"/>
                  <ns1:pt x="136" y="48"/>
                </ns1:cubicBezTo>
                <ns1:cubicBezTo>
                  <ns1:pt x="120" y="48"/>
                  <ns1:pt x="120" y="48"/>
                  <ns1:pt x="120" y="48"/>
                </ns1:cubicBezTo>
                <ns1:cubicBezTo>
                  <ns1:pt x="116" y="48"/>
                  <ns1:pt x="112" y="52"/>
                  <ns1:pt x="112" y="56"/>
                </ns1:cubicBezTo>
                <ns1:cubicBezTo>
                  <ns1:pt x="112" y="64"/>
                  <ns1:pt x="112" y="64"/>
                  <ns1:pt x="112" y="64"/>
                </ns1:cubicBezTo>
                <ns1:cubicBezTo>
                  <ns1:pt x="64" y="64"/>
                  <ns1:pt x="64" y="64"/>
                  <ns1:pt x="64" y="64"/>
                </ns1:cubicBezTo>
                <ns1:cubicBezTo>
                  <ns1:pt x="64" y="56"/>
                  <ns1:pt x="64" y="56"/>
                  <ns1:pt x="64" y="56"/>
                </ns1:cubicBezTo>
                <ns1:cubicBezTo>
                  <ns1:pt x="64" y="52"/>
                  <ns1:pt x="60" y="48"/>
                  <ns1:pt x="56" y="48"/>
                </ns1:cubicBezTo>
                <ns1:cubicBezTo>
                  <ns1:pt x="40" y="48"/>
                  <ns1:pt x="40" y="48"/>
                  <ns1:pt x="40" y="48"/>
                </ns1:cubicBezTo>
                <ns1:cubicBezTo>
                  <ns1:pt x="36" y="48"/>
                  <ns1:pt x="32" y="52"/>
                  <ns1:pt x="32" y="56"/>
                </ns1:cubicBezTo>
                <ns1:cubicBezTo>
                  <ns1:pt x="32" y="64"/>
                  <ns1:pt x="32" y="64"/>
                  <ns1:pt x="32" y="64"/>
                </ns1:cubicBezTo>
                <ns1:cubicBezTo>
                  <ns1:pt x="8" y="64"/>
                  <ns1:pt x="8" y="64"/>
                  <ns1:pt x="8" y="64"/>
                </ns1:cubicBezTo>
                <ns1:cubicBezTo>
                  <ns1:pt x="8" y="24"/>
                  <ns1:pt x="8" y="24"/>
                  <ns1:pt x="8" y="24"/>
                </ns1:cubicBezTo>
                <ns1:cubicBezTo>
                  <ns1:pt x="168" y="24"/>
                  <ns1:pt x="168" y="24"/>
                  <ns1:pt x="168" y="24"/>
                </ns1:cubicBezTo>
                <ns1:lnTo>
                  <ns1:pt x="168" y="64"/>
                </ns1:lnTo>
                <ns1:close/>
              </ns1:path>
            </ns1:pathLst>
          </ns1:custGeom>
          <ns1:solidFill>
            <ns1:schemeClr val="tx1"/>
          </ns1:solidFill>
          <ns1:ln>
            <ns1:noFill/>
          </ns1:ln>
          <ns1:extLst/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en-US" sz="2700"/>
          </ns1:p>
        </ns0:txBody>
      </ns0:sp>
      <ns0:sp>
        <ns0:nvSpPr>
          <ns0:cNvPr id="90" name="Freeform 84"/>
          <ns0:cNvSpPr>
            <ns1:spLocks noEditPoints="1"/>
          </ns0:cNvSpPr>
          <ns0:nvPr/>
        </ns0:nvSpPr>
        <ns0:spPr bwMode="auto">
          <ns1:xfrm>
            <ns1:off x="3182938" y="5099052"/>
            <ns1:ext cx="323850" cy="323850"/>
          </ns1:xfrm>
          <ns1:custGeom>
            <ns1:avLst/>
            <ns1:gdLst>
              <ns1:gd name="T0" fmla="*/ 58 w 178"/>
              <ns1:gd name="T1" fmla="*/ 42 h 178"/>
              <ns1:gd name="T2" fmla="*/ 42 w 178"/>
              <ns1:gd name="T3" fmla="*/ 58 h 178"/>
              <ns1:gd name="T4" fmla="*/ 58 w 178"/>
              <ns1:gd name="T5" fmla="*/ 74 h 178"/>
              <ns1:gd name="T6" fmla="*/ 74 w 178"/>
              <ns1:gd name="T7" fmla="*/ 58 h 178"/>
              <ns1:gd name="T8" fmla="*/ 58 w 178"/>
              <ns1:gd name="T9" fmla="*/ 42 h 178"/>
              <ns1:gd name="T10" fmla="*/ 58 w 178"/>
              <ns1:gd name="T11" fmla="*/ 66 h 178"/>
              <ns1:gd name="T12" fmla="*/ 50 w 178"/>
              <ns1:gd name="T13" fmla="*/ 58 h 178"/>
              <ns1:gd name="T14" fmla="*/ 58 w 178"/>
              <ns1:gd name="T15" fmla="*/ 50 h 178"/>
              <ns1:gd name="T16" fmla="*/ 66 w 178"/>
              <ns1:gd name="T17" fmla="*/ 58 h 178"/>
              <ns1:gd name="T18" fmla="*/ 58 w 178"/>
              <ns1:gd name="T19" fmla="*/ 66 h 178"/>
              <ns1:gd name="T20" fmla="*/ 177 w 178"/>
              <ns1:gd name="T21" fmla="*/ 139 h 178"/>
              <ns1:gd name="T22" fmla="*/ 122 w 178"/>
              <ns1:gd name="T23" fmla="*/ 84 h 178"/>
              <ns1:gd name="T24" fmla="*/ 125 w 178"/>
              <ns1:gd name="T25" fmla="*/ 80 h 178"/>
              <ns1:gd name="T26" fmla="*/ 125 w 178"/>
              <ns1:gd name="T27" fmla="*/ 57 h 178"/>
              <ns1:gd name="T28" fmla="*/ 74 w 178"/>
              <ns1:gd name="T29" fmla="*/ 7 h 178"/>
              <ns1:gd name="T30" fmla="*/ 52 w 178"/>
              <ns1:gd name="T31" fmla="*/ 7 h 178"/>
              <ns1:gd name="T32" fmla="*/ 7 w 178"/>
              <ns1:gd name="T33" fmla="*/ 52 h 178"/>
              <ns1:gd name="T34" fmla="*/ 7 w 178"/>
              <ns1:gd name="T35" fmla="*/ 74 h 178"/>
              <ns1:gd name="T36" fmla="*/ 57 w 178"/>
              <ns1:gd name="T37" fmla="*/ 125 h 178"/>
              <ns1:gd name="T38" fmla="*/ 80 w 178"/>
              <ns1:gd name="T39" fmla="*/ 125 h 178"/>
              <ns1:gd name="T40" fmla="*/ 84 w 178"/>
              <ns1:gd name="T41" fmla="*/ 121 h 178"/>
              <ns1:gd name="T42" fmla="*/ 107 w 178"/>
              <ns1:gd name="T43" fmla="*/ 145 h 178"/>
              <ns1:gd name="T44" fmla="*/ 110 w 178"/>
              <ns1:gd name="T45" fmla="*/ 146 h 178"/>
              <ns1:gd name="T46" fmla="*/ 122 w 178"/>
              <ns1:gd name="T47" fmla="*/ 146 h 178"/>
              <ns1:gd name="T48" fmla="*/ 122 w 178"/>
              <ns1:gd name="T49" fmla="*/ 158 h 178"/>
              <ns1:gd name="T50" fmla="*/ 126 w 178"/>
              <ns1:gd name="T51" fmla="*/ 162 h 178"/>
              <ns1:gd name="T52" fmla="*/ 138 w 178"/>
              <ns1:gd name="T53" fmla="*/ 162 h 178"/>
              <ns1:gd name="T54" fmla="*/ 138 w 178"/>
              <ns1:gd name="T55" fmla="*/ 174 h 178"/>
              <ns1:gd name="T56" fmla="*/ 142 w 178"/>
              <ns1:gd name="T57" fmla="*/ 178 h 178"/>
              <ns1:gd name="T58" fmla="*/ 174 w 178"/>
              <ns1:gd name="T59" fmla="*/ 178 h 178"/>
              <ns1:gd name="T60" fmla="*/ 178 w 178"/>
              <ns1:gd name="T61" fmla="*/ 174 h 178"/>
              <ns1:gd name="T62" fmla="*/ 178 w 178"/>
              <ns1:gd name="T63" fmla="*/ 142 h 178"/>
              <ns1:gd name="T64" fmla="*/ 177 w 178"/>
              <ns1:gd name="T65" fmla="*/ 139 h 178"/>
              <ns1:gd name="T66" fmla="*/ 170 w 178"/>
              <ns1:gd name="T67" fmla="*/ 170 h 178"/>
              <ns1:gd name="T68" fmla="*/ 146 w 178"/>
              <ns1:gd name="T69" fmla="*/ 170 h 178"/>
              <ns1:gd name="T70" fmla="*/ 146 w 178"/>
              <ns1:gd name="T71" fmla="*/ 158 h 178"/>
              <ns1:gd name="T72" fmla="*/ 142 w 178"/>
              <ns1:gd name="T73" fmla="*/ 154 h 178"/>
              <ns1:gd name="T74" fmla="*/ 130 w 178"/>
              <ns1:gd name="T75" fmla="*/ 154 h 178"/>
              <ns1:gd name="T76" fmla="*/ 130 w 178"/>
              <ns1:gd name="T77" fmla="*/ 142 h 178"/>
              <ns1:gd name="T78" fmla="*/ 126 w 178"/>
              <ns1:gd name="T79" fmla="*/ 138 h 178"/>
              <ns1:gd name="T80" fmla="*/ 112 w 178"/>
              <ns1:gd name="T81" fmla="*/ 138 h 178"/>
              <ns1:gd name="T82" fmla="*/ 87 w 178"/>
              <ns1:gd name="T83" fmla="*/ 113 h 178"/>
              <ns1:gd name="T84" fmla="*/ 84 w 178"/>
              <ns1:gd name="T85" fmla="*/ 112 h 178"/>
              <ns1:gd name="T86" fmla="*/ 81 w 178"/>
              <ns1:gd name="T87" fmla="*/ 113 h 178"/>
              <ns1:gd name="T88" fmla="*/ 74 w 178"/>
              <ns1:gd name="T89" fmla="*/ 120 h 178"/>
              <ns1:gd name="T90" fmla="*/ 63 w 178"/>
              <ns1:gd name="T91" fmla="*/ 120 h 178"/>
              <ns1:gd name="T92" fmla="*/ 12 w 178"/>
              <ns1:gd name="T93" fmla="*/ 69 h 178"/>
              <ns1:gd name="T94" fmla="*/ 12 w 178"/>
              <ns1:gd name="T95" fmla="*/ 57 h 178"/>
              <ns1:gd name="T96" fmla="*/ 57 w 178"/>
              <ns1:gd name="T97" fmla="*/ 12 h 178"/>
              <ns1:gd name="T98" fmla="*/ 69 w 178"/>
              <ns1:gd name="T99" fmla="*/ 12 h 178"/>
              <ns1:gd name="T100" fmla="*/ 120 w 178"/>
              <ns1:gd name="T101" fmla="*/ 63 h 178"/>
              <ns1:gd name="T102" fmla="*/ 120 w 178"/>
              <ns1:gd name="T103" fmla="*/ 74 h 178"/>
              <ns1:gd name="T104" fmla="*/ 113 w 178"/>
              <ns1:gd name="T105" fmla="*/ 81 h 178"/>
              <ns1:gd name="T106" fmla="*/ 112 w 178"/>
              <ns1:gd name="T107" fmla="*/ 84 h 178"/>
              <ns1:gd name="T108" fmla="*/ 113 w 178"/>
              <ns1:gd name="T109" fmla="*/ 87 h 178"/>
              <ns1:gd name="T110" fmla="*/ 170 w 178"/>
              <ns1:gd name="T111" fmla="*/ 144 h 178"/>
              <ns1:gd name="T112" fmla="*/ 170 w 178"/>
              <ns1:gd name="T113" fmla="*/ 170 h 178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  <ns1:cxn ang="0">
                <ns1:pos x="T32" y="T33"/>
              </ns1:cxn>
              <ns1:cxn ang="0">
                <ns1:pos x="T34" y="T35"/>
              </ns1:cxn>
              <ns1:cxn ang="0">
                <ns1:pos x="T36" y="T37"/>
              </ns1:cxn>
              <ns1:cxn ang="0">
                <ns1:pos x="T38" y="T39"/>
              </ns1:cxn>
              <ns1:cxn ang="0">
                <ns1:pos x="T40" y="T41"/>
              </ns1:cxn>
              <ns1:cxn ang="0">
                <ns1:pos x="T42" y="T43"/>
              </ns1:cxn>
              <ns1:cxn ang="0">
                <ns1:pos x="T44" y="T45"/>
              </ns1:cxn>
              <ns1:cxn ang="0">
                <ns1:pos x="T46" y="T47"/>
              </ns1:cxn>
              <ns1:cxn ang="0">
                <ns1:pos x="T48" y="T49"/>
              </ns1:cxn>
              <ns1:cxn ang="0">
                <ns1:pos x="T50" y="T51"/>
              </ns1:cxn>
              <ns1:cxn ang="0">
                <ns1:pos x="T52" y="T53"/>
              </ns1:cxn>
              <ns1:cxn ang="0">
                <ns1:pos x="T54" y="T55"/>
              </ns1:cxn>
              <ns1:cxn ang="0">
                <ns1:pos x="T56" y="T57"/>
              </ns1:cxn>
              <ns1:cxn ang="0">
                <ns1:pos x="T58" y="T59"/>
              </ns1:cxn>
              <ns1:cxn ang="0">
                <ns1:pos x="T60" y="T61"/>
              </ns1:cxn>
              <ns1:cxn ang="0">
                <ns1:pos x="T62" y="T63"/>
              </ns1:cxn>
              <ns1:cxn ang="0">
                <ns1:pos x="T64" y="T65"/>
              </ns1:cxn>
              <ns1:cxn ang="0">
                <ns1:pos x="T66" y="T67"/>
              </ns1:cxn>
              <ns1:cxn ang="0">
                <ns1:pos x="T68" y="T69"/>
              </ns1:cxn>
              <ns1:cxn ang="0">
                <ns1:pos x="T70" y="T71"/>
              </ns1:cxn>
              <ns1:cxn ang="0">
                <ns1:pos x="T72" y="T73"/>
              </ns1:cxn>
              <ns1:cxn ang="0">
                <ns1:pos x="T74" y="T75"/>
              </ns1:cxn>
              <ns1:cxn ang="0">
                <ns1:pos x="T76" y="T77"/>
              </ns1:cxn>
              <ns1:cxn ang="0">
                <ns1:pos x="T78" y="T79"/>
              </ns1:cxn>
              <ns1:cxn ang="0">
                <ns1:pos x="T80" y="T81"/>
              </ns1:cxn>
              <ns1:cxn ang="0">
                <ns1:pos x="T82" y="T83"/>
              </ns1:cxn>
              <ns1:cxn ang="0">
                <ns1:pos x="T84" y="T85"/>
              </ns1:cxn>
              <ns1:cxn ang="0">
                <ns1:pos x="T86" y="T87"/>
              </ns1:cxn>
              <ns1:cxn ang="0">
                <ns1:pos x="T88" y="T89"/>
              </ns1:cxn>
              <ns1:cxn ang="0">
                <ns1:pos x="T90" y="T91"/>
              </ns1:cxn>
              <ns1:cxn ang="0">
                <ns1:pos x="T92" y="T93"/>
              </ns1:cxn>
              <ns1:cxn ang="0">
                <ns1:pos x="T94" y="T95"/>
              </ns1:cxn>
              <ns1:cxn ang="0">
                <ns1:pos x="T96" y="T97"/>
              </ns1:cxn>
              <ns1:cxn ang="0">
                <ns1:pos x="T98" y="T99"/>
              </ns1:cxn>
              <ns1:cxn ang="0">
                <ns1:pos x="T100" y="T101"/>
              </ns1:cxn>
              <ns1:cxn ang="0">
                <ns1:pos x="T102" y="T103"/>
              </ns1:cxn>
              <ns1:cxn ang="0">
                <ns1:pos x="T104" y="T105"/>
              </ns1:cxn>
              <ns1:cxn ang="0">
                <ns1:pos x="T106" y="T107"/>
              </ns1:cxn>
              <ns1:cxn ang="0">
                <ns1:pos x="T108" y="T109"/>
              </ns1:cxn>
              <ns1:cxn ang="0">
                <ns1:pos x="T110" y="T111"/>
              </ns1:cxn>
              <ns1:cxn ang="0">
                <ns1:pos x="T112" y="T113"/>
              </ns1:cxn>
            </ns1:cxnLst>
            <ns1:rect l="0" t="0" r="r" b="b"/>
            <ns1:pathLst>
              <ns1:path w="178" h="178">
                <ns1:moveTo>
                  <ns1:pt x="58" y="42"/>
                </ns1:moveTo>
                <ns1:cubicBezTo>
                  <ns1:pt x="49" y="42"/>
                  <ns1:pt x="42" y="49"/>
                  <ns1:pt x="42" y="58"/>
                </ns1:cubicBezTo>
                <ns1:cubicBezTo>
                  <ns1:pt x="42" y="67"/>
                  <ns1:pt x="49" y="74"/>
                  <ns1:pt x="58" y="74"/>
                </ns1:cubicBezTo>
                <ns1:cubicBezTo>
                  <ns1:pt x="67" y="74"/>
                  <ns1:pt x="74" y="67"/>
                  <ns1:pt x="74" y="58"/>
                </ns1:cubicBezTo>
                <ns1:cubicBezTo>
                  <ns1:pt x="74" y="49"/>
                  <ns1:pt x="67" y="42"/>
                  <ns1:pt x="58" y="42"/>
                </ns1:cubicBezTo>
                <ns1:moveTo>
                  <ns1:pt x="58" y="66"/>
                </ns1:moveTo>
                <ns1:cubicBezTo>
                  <ns1:pt x="54" y="66"/>
                  <ns1:pt x="50" y="62"/>
                  <ns1:pt x="50" y="58"/>
                </ns1:cubicBezTo>
                <ns1:cubicBezTo>
                  <ns1:pt x="50" y="54"/>
                  <ns1:pt x="54" y="50"/>
                  <ns1:pt x="58" y="50"/>
                </ns1:cubicBezTo>
                <ns1:cubicBezTo>
                  <ns1:pt x="62" y="50"/>
                  <ns1:pt x="66" y="54"/>
                  <ns1:pt x="66" y="58"/>
                </ns1:cubicBezTo>
                <ns1:cubicBezTo>
                  <ns1:pt x="66" y="62"/>
                  <ns1:pt x="62" y="66"/>
                  <ns1:pt x="58" y="66"/>
                </ns1:cubicBezTo>
                <ns1:moveTo>
                  <ns1:pt x="177" y="139"/>
                </ns1:moveTo>
                <ns1:cubicBezTo>
                  <ns1:pt x="122" y="84"/>
                  <ns1:pt x="122" y="84"/>
                  <ns1:pt x="122" y="84"/>
                </ns1:cubicBezTo>
                <ns1:cubicBezTo>
                  <ns1:pt x="125" y="80"/>
                  <ns1:pt x="125" y="80"/>
                  <ns1:pt x="125" y="80"/>
                </ns1:cubicBezTo>
                <ns1:cubicBezTo>
                  <ns1:pt x="132" y="74"/>
                  <ns1:pt x="132" y="64"/>
                  <ns1:pt x="125" y="57"/>
                </ns1:cubicBezTo>
                <ns1:cubicBezTo>
                  <ns1:pt x="74" y="7"/>
                  <ns1:pt x="74" y="7"/>
                  <ns1:pt x="74" y="7"/>
                </ns1:cubicBezTo>
                <ns1:cubicBezTo>
                  <ns1:pt x="68" y="0"/>
                  <ns1:pt x="58" y="0"/>
                  <ns1:pt x="52" y="7"/>
                </ns1:cubicBezTo>
                <ns1:cubicBezTo>
                  <ns1:pt x="7" y="52"/>
                  <ns1:pt x="7" y="52"/>
                  <ns1:pt x="7" y="52"/>
                </ns1:cubicBezTo>
                <ns1:cubicBezTo>
                  <ns1:pt x="0" y="58"/>
                  <ns1:pt x="0" y="68"/>
                  <ns1:pt x="7" y="74"/>
                </ns1:cubicBezTo>
                <ns1:cubicBezTo>
                  <ns1:pt x="57" y="125"/>
                  <ns1:pt x="57" y="125"/>
                  <ns1:pt x="57" y="125"/>
                </ns1:cubicBezTo>
                <ns1:cubicBezTo>
                  <ns1:pt x="64" y="132"/>
                  <ns1:pt x="74" y="132"/>
                  <ns1:pt x="80" y="125"/>
                </ns1:cubicBezTo>
                <ns1:cubicBezTo>
                  <ns1:pt x="84" y="121"/>
                  <ns1:pt x="84" y="121"/>
                  <ns1:pt x="84" y="121"/>
                </ns1:cubicBezTo>
                <ns1:cubicBezTo>
                  <ns1:pt x="107" y="145"/>
                  <ns1:pt x="107" y="145"/>
                  <ns1:pt x="107" y="145"/>
                </ns1:cubicBezTo>
                <ns1:cubicBezTo>
                  <ns1:pt x="108" y="146"/>
                  <ns1:pt x="109" y="146"/>
                  <ns1:pt x="110" y="146"/>
                </ns1:cubicBezTo>
                <ns1:cubicBezTo>
                  <ns1:pt x="122" y="146"/>
                  <ns1:pt x="122" y="146"/>
                  <ns1:pt x="122" y="146"/>
                </ns1:cubicBezTo>
                <ns1:cubicBezTo>
                  <ns1:pt x="122" y="158"/>
                  <ns1:pt x="122" y="158"/>
                  <ns1:pt x="122" y="158"/>
                </ns1:cubicBezTo>
                <ns1:cubicBezTo>
                  <ns1:pt x="122" y="160"/>
                  <ns1:pt x="124" y="162"/>
                  <ns1:pt x="126" y="162"/>
                </ns1:cubicBezTo>
                <ns1:cubicBezTo>
                  <ns1:pt x="138" y="162"/>
                  <ns1:pt x="138" y="162"/>
                  <ns1:pt x="138" y="162"/>
                </ns1:cubicBezTo>
                <ns1:cubicBezTo>
                  <ns1:pt x="138" y="174"/>
                  <ns1:pt x="138" y="174"/>
                  <ns1:pt x="138" y="174"/>
                </ns1:cubicBezTo>
                <ns1:cubicBezTo>
                  <ns1:pt x="138" y="176"/>
                  <ns1:pt x="140" y="178"/>
                  <ns1:pt x="142" y="178"/>
                </ns1:cubicBezTo>
                <ns1:cubicBezTo>
                  <ns1:pt x="174" y="178"/>
                  <ns1:pt x="174" y="178"/>
                  <ns1:pt x="174" y="178"/>
                </ns1:cubicBezTo>
                <ns1:cubicBezTo>
                  <ns1:pt x="176" y="178"/>
                  <ns1:pt x="178" y="176"/>
                  <ns1:pt x="178" y="174"/>
                </ns1:cubicBezTo>
                <ns1:cubicBezTo>
                  <ns1:pt x="178" y="142"/>
                  <ns1:pt x="178" y="142"/>
                  <ns1:pt x="178" y="142"/>
                </ns1:cubicBezTo>
                <ns1:cubicBezTo>
                  <ns1:pt x="178" y="141"/>
                  <ns1:pt x="178" y="140"/>
                  <ns1:pt x="177" y="139"/>
                </ns1:cubicBezTo>
                <ns1:moveTo>
                  <ns1:pt x="170" y="170"/>
                </ns1:moveTo>
                <ns1:cubicBezTo>
                  <ns1:pt x="146" y="170"/>
                  <ns1:pt x="146" y="170"/>
                  <ns1:pt x="146" y="170"/>
                </ns1:cubicBezTo>
                <ns1:cubicBezTo>
                  <ns1:pt x="146" y="158"/>
                  <ns1:pt x="146" y="158"/>
                  <ns1:pt x="146" y="158"/>
                </ns1:cubicBezTo>
                <ns1:cubicBezTo>
                  <ns1:pt x="146" y="156"/>
                  <ns1:pt x="144" y="154"/>
                  <ns1:pt x="142" y="154"/>
                </ns1:cubicBezTo>
                <ns1:cubicBezTo>
                  <ns1:pt x="130" y="154"/>
                  <ns1:pt x="130" y="154"/>
                  <ns1:pt x="130" y="154"/>
                </ns1:cubicBezTo>
                <ns1:cubicBezTo>
                  <ns1:pt x="130" y="142"/>
                  <ns1:pt x="130" y="142"/>
                  <ns1:pt x="130" y="142"/>
                </ns1:cubicBezTo>
                <ns1:cubicBezTo>
                  <ns1:pt x="130" y="140"/>
                  <ns1:pt x="128" y="138"/>
                  <ns1:pt x="126" y="138"/>
                </ns1:cubicBezTo>
                <ns1:cubicBezTo>
                  <ns1:pt x="112" y="138"/>
                  <ns1:pt x="112" y="138"/>
                  <ns1:pt x="112" y="138"/>
                </ns1:cubicBezTo>
                <ns1:cubicBezTo>
                  <ns1:pt x="87" y="113"/>
                  <ns1:pt x="87" y="113"/>
                  <ns1:pt x="87" y="113"/>
                </ns1:cubicBezTo>
                <ns1:cubicBezTo>
                  <ns1:pt x="86" y="112"/>
                  <ns1:pt x="85" y="112"/>
                  <ns1:pt x="84" y="112"/>
                </ns1:cubicBezTo>
                <ns1:cubicBezTo>
                  <ns1:pt x="83" y="112"/>
                  <ns1:pt x="82" y="112"/>
                  <ns1:pt x="81" y="113"/>
                </ns1:cubicBezTo>
                <ns1:cubicBezTo>
                  <ns1:pt x="74" y="120"/>
                  <ns1:pt x="74" y="120"/>
                  <ns1:pt x="74" y="120"/>
                </ns1:cubicBezTo>
                <ns1:cubicBezTo>
                  <ns1:pt x="71" y="123"/>
                  <ns1:pt x="66" y="123"/>
                  <ns1:pt x="63" y="120"/>
                </ns1:cubicBezTo>
                <ns1:cubicBezTo>
                  <ns1:pt x="12" y="69"/>
                  <ns1:pt x="12" y="69"/>
                  <ns1:pt x="12" y="69"/>
                </ns1:cubicBezTo>
                <ns1:cubicBezTo>
                  <ns1:pt x="9" y="66"/>
                  <ns1:pt x="9" y="61"/>
                  <ns1:pt x="12" y="57"/>
                </ns1:cubicBezTo>
                <ns1:cubicBezTo>
                  <ns1:pt x="57" y="12"/>
                  <ns1:pt x="57" y="12"/>
                  <ns1:pt x="57" y="12"/>
                </ns1:cubicBezTo>
                <ns1:cubicBezTo>
                  <ns1:pt x="61" y="9"/>
                  <ns1:pt x="66" y="9"/>
                  <ns1:pt x="69" y="12"/>
                </ns1:cubicBezTo>
                <ns1:cubicBezTo>
                  <ns1:pt x="120" y="63"/>
                  <ns1:pt x="120" y="63"/>
                  <ns1:pt x="120" y="63"/>
                </ns1:cubicBezTo>
                <ns1:cubicBezTo>
                  <ns1:pt x="123" y="66"/>
                  <ns1:pt x="123" y="71"/>
                  <ns1:pt x="120" y="74"/>
                </ns1:cubicBezTo>
                <ns1:cubicBezTo>
                  <ns1:pt x="113" y="81"/>
                  <ns1:pt x="113" y="81"/>
                  <ns1:pt x="113" y="81"/>
                </ns1:cubicBezTo>
                <ns1:cubicBezTo>
                  <ns1:pt x="112" y="82"/>
                  <ns1:pt x="112" y="83"/>
                  <ns1:pt x="112" y="84"/>
                </ns1:cubicBezTo>
                <ns1:cubicBezTo>
                  <ns1:pt x="112" y="85"/>
                  <ns1:pt x="112" y="86"/>
                  <ns1:pt x="113" y="87"/>
                </ns1:cubicBezTo>
                <ns1:cubicBezTo>
                  <ns1:pt x="170" y="144"/>
                  <ns1:pt x="170" y="144"/>
                  <ns1:pt x="170" y="144"/>
                </ns1:cubicBezTo>
                <ns1:lnTo>
                  <ns1:pt x="170" y="170"/>
                </ns1:lnTo>
                <ns1:close/>
              </ns1:path>
            </ns1:pathLst>
          </ns1:custGeom>
          <ns1:solidFill>
            <ns1:schemeClr val="tx1"/>
          </ns1:solidFill>
          <ns1:ln>
            <ns1:noFill/>
          </ns1:ln>
          <ns1:extLst/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en-US" sz="2700"/>
          </ns1:p>
        </ns0:txBody>
      </ns0:sp>
      <ns0:sp>
        <ns0:nvSpPr>
          <ns0:cNvPr id="91" name="Freeform 85"/>
          <ns0:cNvSpPr>
            <ns1:spLocks noEditPoints="1"/>
          </ns0:cNvSpPr>
          <ns0:nvPr/>
        </ns0:nvSpPr>
        <ns0:spPr bwMode="auto">
          <ns1:xfrm>
            <ns1:off x="3797301" y="5102227"/>
            <ns1:ext cx="320675" cy="320675"/>
          </ns1:xfrm>
          <ns1:custGeom>
            <ns1:avLst/>
            <ns1:gdLst>
              <ns1:gd name="T0" fmla="*/ 132 w 176"/>
              <ns1:gd name="T1" fmla="*/ 102 h 176"/>
              <ns1:gd name="T2" fmla="*/ 104 w 176"/>
              <ns1:gd name="T3" fmla="*/ 52 h 176"/>
              <ns1:gd name="T4" fmla="*/ 52 w 176"/>
              <ns1:gd name="T5" fmla="*/ 0 h 176"/>
              <ns1:gd name="T6" fmla="*/ 52 w 176"/>
              <ns1:gd name="T7" fmla="*/ 104 h 176"/>
              <ns1:gd name="T8" fmla="*/ 79 w 176"/>
              <ns1:gd name="T9" fmla="*/ 131 h 176"/>
              <ns1:gd name="T10" fmla="*/ 113 w 176"/>
              <ns1:gd name="T11" fmla="*/ 143 h 176"/>
              <ns1:gd name="T12" fmla="*/ 128 w 176"/>
              <ns1:gd name="T13" fmla="*/ 144 h 176"/>
              <ns1:gd name="T14" fmla="*/ 132 w 176"/>
              <ns1:gd name="T15" fmla="*/ 160 h 176"/>
              <ns1:gd name="T16" fmla="*/ 144 w 176"/>
              <ns1:gd name="T17" fmla="*/ 172 h 176"/>
              <ns1:gd name="T18" fmla="*/ 172 w 176"/>
              <ns1:gd name="T19" fmla="*/ 176 h 176"/>
              <ns1:gd name="T20" fmla="*/ 176 w 176"/>
              <ns1:gd name="T21" fmla="*/ 148 h 176"/>
              <ns1:gd name="T22" fmla="*/ 44 w 176"/>
              <ns1:gd name="T23" fmla="*/ 95 h 176"/>
              <ns1:gd name="T24" fmla="*/ 52 w 176"/>
              <ns1:gd name="T25" fmla="*/ 8 h 176"/>
              <ns1:gd name="T26" fmla="*/ 74 w 176"/>
              <ns1:gd name="T27" fmla="*/ 45 h 176"/>
              <ns1:gd name="T28" fmla="*/ 44 w 176"/>
              <ns1:gd name="T29" fmla="*/ 95 h 176"/>
              <ns1:gd name="T30" fmla="*/ 152 w 176"/>
              <ns1:gd name="T31" fmla="*/ 168 h 176"/>
              <ns1:gd name="T32" fmla="*/ 148 w 176"/>
              <ns1:gd name="T33" fmla="*/ 152 h 176"/>
              <ns1:gd name="T34" fmla="*/ 136 w 176"/>
              <ns1:gd name="T35" fmla="*/ 140 h 176"/>
              <ns1:gd name="T36" fmla="*/ 118 w 176"/>
              <ns1:gd name="T37" fmla="*/ 136 h 176"/>
              <ns1:gd name="T38" fmla="*/ 102 w 176"/>
              <ns1:gd name="T39" fmla="*/ 122 h 176"/>
              <ns1:gd name="T40" fmla="*/ 96 w 176"/>
              <ns1:gd name="T41" fmla="*/ 126 h 176"/>
              <ns1:gd name="T42" fmla="*/ 50 w 176"/>
              <ns1:gd name="T43" fmla="*/ 91 h 176"/>
              <ns1:gd name="T44" fmla="*/ 79 w 176"/>
              <ns1:gd name="T45" fmla="*/ 50 h 176"/>
              <ns1:gd name="T46" fmla="*/ 96 w 176"/>
              <ns1:gd name="T47" fmla="*/ 55 h 176"/>
              <ns1:gd name="T48" fmla="*/ 84 w 176"/>
              <ns1:gd name="T49" fmla="*/ 72 h 176"/>
              <ns1:gd name="T50" fmla="*/ 84 w 176"/>
              <ns1:gd name="T51" fmla="*/ 96 h 176"/>
              <ns1:gd name="T52" fmla="*/ 95 w 176"/>
              <ns1:gd name="T53" fmla="*/ 80 h 176"/>
              <ns1:gd name="T54" fmla="*/ 126 w 176"/>
              <ns1:gd name="T55" fmla="*/ 85 h 176"/>
              <ns1:gd name="T56" fmla="*/ 123 w 176"/>
              <ns1:gd name="T57" fmla="*/ 99 h 176"/>
              <ns1:gd name="T58" fmla="*/ 123 w 176"/>
              <ns1:gd name="T59" fmla="*/ 105 h 176"/>
              <ns1:gd name="T60" fmla="*/ 168 w 176"/>
              <ns1:gd name="T61" fmla="*/ 168 h 176"/>
              <ns1:gd name="T62" fmla="*/ 84 w 176"/>
              <ns1:gd name="T63" fmla="*/ 88 h 176"/>
              <ns1:gd name="T64" fmla="*/ 84 w 176"/>
              <ns1:gd name="T65" fmla="*/ 80 h 176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  <ns1:cxn ang="0">
                <ns1:pos x="T32" y="T33"/>
              </ns1:cxn>
              <ns1:cxn ang="0">
                <ns1:pos x="T34" y="T35"/>
              </ns1:cxn>
              <ns1:cxn ang="0">
                <ns1:pos x="T36" y="T37"/>
              </ns1:cxn>
              <ns1:cxn ang="0">
                <ns1:pos x="T38" y="T39"/>
              </ns1:cxn>
              <ns1:cxn ang="0">
                <ns1:pos x="T40" y="T41"/>
              </ns1:cxn>
              <ns1:cxn ang="0">
                <ns1:pos x="T42" y="T43"/>
              </ns1:cxn>
              <ns1:cxn ang="0">
                <ns1:pos x="T44" y="T45"/>
              </ns1:cxn>
              <ns1:cxn ang="0">
                <ns1:pos x="T46" y="T47"/>
              </ns1:cxn>
              <ns1:cxn ang="0">
                <ns1:pos x="T48" y="T49"/>
              </ns1:cxn>
              <ns1:cxn ang="0">
                <ns1:pos x="T50" y="T51"/>
              </ns1:cxn>
              <ns1:cxn ang="0">
                <ns1:pos x="T52" y="T53"/>
              </ns1:cxn>
              <ns1:cxn ang="0">
                <ns1:pos x="T54" y="T55"/>
              </ns1:cxn>
              <ns1:cxn ang="0">
                <ns1:pos x="T56" y="T57"/>
              </ns1:cxn>
              <ns1:cxn ang="0">
                <ns1:pos x="T58" y="T59"/>
              </ns1:cxn>
              <ns1:cxn ang="0">
                <ns1:pos x="T60" y="T61"/>
              </ns1:cxn>
              <ns1:cxn ang="0">
                <ns1:pos x="T62" y="T63"/>
              </ns1:cxn>
              <ns1:cxn ang="0">
                <ns1:pos x="T64" y="T65"/>
              </ns1:cxn>
            </ns1:cxnLst>
            <ns1:rect l="0" t="0" r="r" b="b"/>
            <ns1:pathLst>
              <ns1:path w="176" h="176">
                <ns1:moveTo>
                  <ns1:pt x="175" y="145"/>
                </ns1:moveTo>
                <ns1:cubicBezTo>
                  <ns1:pt x="132" y="102"/>
                  <ns1:pt x="132" y="102"/>
                  <ns1:pt x="132" y="102"/>
                </ns1:cubicBezTo>
                <ns1:cubicBezTo>
                  <ns1:pt x="137" y="95"/>
                  <ns1:pt x="137" y="86"/>
                  <ns1:pt x="131" y="79"/>
                </ns1:cubicBezTo>
                <ns1:cubicBezTo>
                  <ns1:pt x="104" y="52"/>
                  <ns1:pt x="104" y="52"/>
                  <ns1:pt x="104" y="52"/>
                </ns1:cubicBezTo>
                <ns1:cubicBezTo>
                  <ns1:pt x="104" y="52"/>
                  <ns1:pt x="104" y="52"/>
                  <ns1:pt x="104" y="52"/>
                </ns1:cubicBezTo>
                <ns1:cubicBezTo>
                  <ns1:pt x="104" y="23"/>
                  <ns1:pt x="81" y="0"/>
                  <ns1:pt x="52" y="0"/>
                </ns1:cubicBezTo>
                <ns1:cubicBezTo>
                  <ns1:pt x="23" y="0"/>
                  <ns1:pt x="0" y="23"/>
                  <ns1:pt x="0" y="52"/>
                </ns1:cubicBezTo>
                <ns1:cubicBezTo>
                  <ns1:pt x="0" y="81"/>
                  <ns1:pt x="23" y="104"/>
                  <ns1:pt x="52" y="104"/>
                </ns1:cubicBezTo>
                <ns1:cubicBezTo>
                  <ns1:pt x="52" y="104"/>
                  <ns1:pt x="52" y="104"/>
                  <ns1:pt x="52" y="104"/>
                </ns1:cubicBezTo>
                <ns1:cubicBezTo>
                  <ns1:pt x="79" y="131"/>
                  <ns1:pt x="79" y="131"/>
                  <ns1:pt x="79" y="131"/>
                </ns1:cubicBezTo>
                <ns1:cubicBezTo>
                  <ns1:pt x="86" y="137"/>
                  <ns1:pt x="96" y="137"/>
                  <ns1:pt x="102" y="131"/>
                </ns1:cubicBezTo>
                <ns1:cubicBezTo>
                  <ns1:pt x="113" y="143"/>
                  <ns1:pt x="113" y="143"/>
                  <ns1:pt x="113" y="143"/>
                </ns1:cubicBezTo>
                <ns1:cubicBezTo>
                  <ns1:pt x="114" y="144"/>
                  <ns1:pt x="115" y="144"/>
                  <ns1:pt x="116" y="144"/>
                </ns1:cubicBezTo>
                <ns1:cubicBezTo>
                  <ns1:pt x="128" y="144"/>
                  <ns1:pt x="128" y="144"/>
                  <ns1:pt x="128" y="144"/>
                </ns1:cubicBezTo>
                <ns1:cubicBezTo>
                  <ns1:pt x="128" y="156"/>
                  <ns1:pt x="128" y="156"/>
                  <ns1:pt x="128" y="156"/>
                </ns1:cubicBezTo>
                <ns1:cubicBezTo>
                  <ns1:pt x="128" y="158"/>
                  <ns1:pt x="130" y="160"/>
                  <ns1:pt x="132" y="160"/>
                </ns1:cubicBezTo>
                <ns1:cubicBezTo>
                  <ns1:pt x="144" y="160"/>
                  <ns1:pt x="144" y="160"/>
                  <ns1:pt x="144" y="160"/>
                </ns1:cubicBezTo>
                <ns1:cubicBezTo>
                  <ns1:pt x="144" y="172"/>
                  <ns1:pt x="144" y="172"/>
                  <ns1:pt x="144" y="172"/>
                </ns1:cubicBezTo>
                <ns1:cubicBezTo>
                  <ns1:pt x="144" y="174"/>
                  <ns1:pt x="146" y="176"/>
                  <ns1:pt x="148" y="176"/>
                </ns1:cubicBezTo>
                <ns1:cubicBezTo>
                  <ns1:pt x="172" y="176"/>
                  <ns1:pt x="172" y="176"/>
                  <ns1:pt x="172" y="176"/>
                </ns1:cubicBezTo>
                <ns1:cubicBezTo>
                  <ns1:pt x="174" y="176"/>
                  <ns1:pt x="176" y="174"/>
                  <ns1:pt x="176" y="172"/>
                </ns1:cubicBezTo>
                <ns1:cubicBezTo>
                  <ns1:pt x="176" y="148"/>
                  <ns1:pt x="176" y="148"/>
                  <ns1:pt x="176" y="148"/>
                </ns1:cubicBezTo>
                <ns1:cubicBezTo>
                  <ns1:pt x="176" y="147"/>
                  <ns1:pt x="176" y="146"/>
                  <ns1:pt x="175" y="145"/>
                </ns1:cubicBezTo>
                <ns1:moveTo>
                  <ns1:pt x="44" y="95"/>
                </ns1:moveTo>
                <ns1:cubicBezTo>
                  <ns1:pt x="23" y="91"/>
                  <ns1:pt x="8" y="73"/>
                  <ns1:pt x="8" y="52"/>
                </ns1:cubicBezTo>
                <ns1:cubicBezTo>
                  <ns1:pt x="8" y="28"/>
                  <ns1:pt x="28" y="8"/>
                  <ns1:pt x="52" y="8"/>
                </ns1:cubicBezTo>
                <ns1:cubicBezTo>
                  <ns1:pt x="73" y="8"/>
                  <ns1:pt x="91" y="23"/>
                  <ns1:pt x="95" y="44"/>
                </ns1:cubicBezTo>
                <ns1:cubicBezTo>
                  <ns1:pt x="89" y="38"/>
                  <ns1:pt x="80" y="39"/>
                  <ns1:pt x="74" y="45"/>
                </ns1:cubicBezTo>
                <ns1:cubicBezTo>
                  <ns1:pt x="45" y="74"/>
                  <ns1:pt x="45" y="74"/>
                  <ns1:pt x="45" y="74"/>
                </ns1:cubicBezTo>
                <ns1:cubicBezTo>
                  <ns1:pt x="39" y="80"/>
                  <ns1:pt x="38" y="89"/>
                  <ns1:pt x="44" y="95"/>
                </ns1:cubicBezTo>
                <ns1:moveTo>
                  <ns1:pt x="168" y="168"/>
                </ns1:moveTo>
                <ns1:cubicBezTo>
                  <ns1:pt x="152" y="168"/>
                  <ns1:pt x="152" y="168"/>
                  <ns1:pt x="152" y="168"/>
                </ns1:cubicBezTo>
                <ns1:cubicBezTo>
                  <ns1:pt x="152" y="156"/>
                  <ns1:pt x="152" y="156"/>
                  <ns1:pt x="152" y="156"/>
                </ns1:cubicBezTo>
                <ns1:cubicBezTo>
                  <ns1:pt x="152" y="154"/>
                  <ns1:pt x="150" y="152"/>
                  <ns1:pt x="148" y="152"/>
                </ns1:cubicBezTo>
                <ns1:cubicBezTo>
                  <ns1:pt x="136" y="152"/>
                  <ns1:pt x="136" y="152"/>
                  <ns1:pt x="136" y="152"/>
                </ns1:cubicBezTo>
                <ns1:cubicBezTo>
                  <ns1:pt x="136" y="140"/>
                  <ns1:pt x="136" y="140"/>
                  <ns1:pt x="136" y="140"/>
                </ns1:cubicBezTo>
                <ns1:cubicBezTo>
                  <ns1:pt x="136" y="138"/>
                  <ns1:pt x="134" y="136"/>
                  <ns1:pt x="132" y="136"/>
                </ns1:cubicBezTo>
                <ns1:cubicBezTo>
                  <ns1:pt x="118" y="136"/>
                  <ns1:pt x="118" y="136"/>
                  <ns1:pt x="118" y="136"/>
                </ns1:cubicBezTo>
                <ns1:cubicBezTo>
                  <ns1:pt x="105" y="123"/>
                  <ns1:pt x="105" y="123"/>
                  <ns1:pt x="105" y="123"/>
                </ns1:cubicBezTo>
                <ns1:cubicBezTo>
                  <ns1:pt x="104" y="122"/>
                  <ns1:pt x="103" y="122"/>
                  <ns1:pt x="102" y="122"/>
                </ns1:cubicBezTo>
                <ns1:cubicBezTo>
                  <ns1:pt x="101" y="122"/>
                  <ns1:pt x="100" y="122"/>
                  <ns1:pt x="99" y="123"/>
                </ns1:cubicBezTo>
                <ns1:cubicBezTo>
                  <ns1:pt x="96" y="126"/>
                  <ns1:pt x="96" y="126"/>
                  <ns1:pt x="96" y="126"/>
                </ns1:cubicBezTo>
                <ns1:cubicBezTo>
                  <ns1:pt x="93" y="129"/>
                  <ns1:pt x="88" y="129"/>
                  <ns1:pt x="85" y="126"/>
                </ns1:cubicBezTo>
                <ns1:cubicBezTo>
                  <ns1:pt x="50" y="91"/>
                  <ns1:pt x="50" y="91"/>
                  <ns1:pt x="50" y="91"/>
                </ns1:cubicBezTo>
                <ns1:cubicBezTo>
                  <ns1:pt x="47" y="88"/>
                  <ns1:pt x="47" y="83"/>
                  <ns1:pt x="50" y="79"/>
                </ns1:cubicBezTo>
                <ns1:cubicBezTo>
                  <ns1:pt x="79" y="50"/>
                  <ns1:pt x="79" y="50"/>
                  <ns1:pt x="79" y="50"/>
                </ns1:cubicBezTo>
                <ns1:cubicBezTo>
                  <ns1:pt x="83" y="47"/>
                  <ns1:pt x="88" y="47"/>
                  <ns1:pt x="91" y="50"/>
                </ns1:cubicBezTo>
                <ns1:cubicBezTo>
                  <ns1:pt x="96" y="55"/>
                  <ns1:pt x="96" y="55"/>
                  <ns1:pt x="96" y="55"/>
                </ns1:cubicBezTo>
                <ns1:cubicBezTo>
                  <ns1:pt x="95" y="62"/>
                  <ns1:pt x="93" y="68"/>
                  <ns1:pt x="90" y="74"/>
                </ns1:cubicBezTo>
                <ns1:cubicBezTo>
                  <ns1:pt x="88" y="73"/>
                  <ns1:pt x="86" y="72"/>
                  <ns1:pt x="84" y="72"/>
                </ns1:cubicBezTo>
                <ns1:cubicBezTo>
                  <ns1:pt x="77" y="72"/>
                  <ns1:pt x="72" y="77"/>
                  <ns1:pt x="72" y="84"/>
                </ns1:cubicBezTo>
                <ns1:cubicBezTo>
                  <ns1:pt x="72" y="91"/>
                  <ns1:pt x="77" y="96"/>
                  <ns1:pt x="84" y="96"/>
                </ns1:cubicBezTo>
                <ns1:cubicBezTo>
                  <ns1:pt x="91" y="96"/>
                  <ns1:pt x="96" y="91"/>
                  <ns1:pt x="96" y="84"/>
                </ns1:cubicBezTo>
                <ns1:cubicBezTo>
                  <ns1:pt x="96" y="83"/>
                  <ns1:pt x="96" y="82"/>
                  <ns1:pt x="95" y="80"/>
                </ns1:cubicBezTo>
                <ns1:cubicBezTo>
                  <ns1:pt x="99" y="75"/>
                  <ns1:pt x="102" y="69"/>
                  <ns1:pt x="103" y="62"/>
                </ns1:cubicBezTo>
                <ns1:cubicBezTo>
                  <ns1:pt x="126" y="85"/>
                  <ns1:pt x="126" y="85"/>
                  <ns1:pt x="126" y="85"/>
                </ns1:cubicBezTo>
                <ns1:cubicBezTo>
                  <ns1:pt x="129" y="88"/>
                  <ns1:pt x="129" y="93"/>
                  <ns1:pt x="126" y="96"/>
                </ns1:cubicBezTo>
                <ns1:cubicBezTo>
                  <ns1:pt x="123" y="99"/>
                  <ns1:pt x="123" y="99"/>
                  <ns1:pt x="123" y="99"/>
                </ns1:cubicBezTo>
                <ns1:cubicBezTo>
                  <ns1:pt x="122" y="100"/>
                  <ns1:pt x="122" y="101"/>
                  <ns1:pt x="122" y="102"/>
                </ns1:cubicBezTo>
                <ns1:cubicBezTo>
                  <ns1:pt x="122" y="103"/>
                  <ns1:pt x="122" y="104"/>
                  <ns1:pt x="123" y="105"/>
                </ns1:cubicBezTo>
                <ns1:cubicBezTo>
                  <ns1:pt x="168" y="150"/>
                  <ns1:pt x="168" y="150"/>
                  <ns1:pt x="168" y="150"/>
                </ns1:cubicBezTo>
                <ns1:lnTo>
                  <ns1:pt x="168" y="168"/>
                </ns1:lnTo>
                <ns1:close/>
                <ns1:moveTo>
                  <ns1:pt x="88" y="84"/>
                </ns1:moveTo>
                <ns1:cubicBezTo>
                  <ns1:pt x="88" y="86"/>
                  <ns1:pt x="86" y="88"/>
                  <ns1:pt x="84" y="88"/>
                </ns1:cubicBezTo>
                <ns1:cubicBezTo>
                  <ns1:pt x="82" y="88"/>
                  <ns1:pt x="80" y="86"/>
                  <ns1:pt x="80" y="84"/>
                </ns1:cubicBezTo>
                <ns1:cubicBezTo>
                  <ns1:pt x="80" y="82"/>
                  <ns1:pt x="82" y="80"/>
                  <ns1:pt x="84" y="80"/>
                </ns1:cubicBezTo>
                <ns1:cubicBezTo>
                  <ns1:pt x="86" y="80"/>
                  <ns1:pt x="88" y="82"/>
                  <ns1:pt x="88" y="84"/>
                </ns1:cubicBezTo>
              </ns1:path>
            </ns1:pathLst>
          </ns1:custGeom>
          <ns1:solidFill>
            <ns1:schemeClr val="tx1"/>
          </ns1:solidFill>
          <ns1:ln>
            <ns1:noFill/>
          </ns1:ln>
          <ns1:extLst/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en-US" sz="2700"/>
          </ns1:p>
        </ns0:txBody>
      </ns0:sp>
      <ns0:sp>
        <ns0:nvSpPr>
          <ns0:cNvPr id="92" name="Freeform 86"/>
          <ns0:cNvSpPr>
            <ns1:spLocks noEditPoints="1"/>
          </ns0:cNvSpPr>
          <ns0:nvPr/>
        </ns0:nvSpPr>
        <ns0:spPr bwMode="auto">
          <ns1:xfrm>
            <ns1:off x="4408489" y="5132388"/>
            <ns1:ext cx="320675" cy="261938"/>
          </ns1:xfrm>
          <ns1:custGeom>
            <ns1:avLst/>
            <ns1:gdLst>
              <ns1:gd name="T0" fmla="*/ 160 w 176"/>
              <ns1:gd name="T1" fmla="*/ 56 h 144"/>
              <ns1:gd name="T2" fmla="*/ 16 w 176"/>
              <ns1:gd name="T3" fmla="*/ 56 h 144"/>
              <ns1:gd name="T4" fmla="*/ 0 w 176"/>
              <ns1:gd name="T5" fmla="*/ 72 h 144"/>
              <ns1:gd name="T6" fmla="*/ 16 w 176"/>
              <ns1:gd name="T7" fmla="*/ 88 h 144"/>
              <ns1:gd name="T8" fmla="*/ 160 w 176"/>
              <ns1:gd name="T9" fmla="*/ 88 h 144"/>
              <ns1:gd name="T10" fmla="*/ 176 w 176"/>
              <ns1:gd name="T11" fmla="*/ 72 h 144"/>
              <ns1:gd name="T12" fmla="*/ 160 w 176"/>
              <ns1:gd name="T13" fmla="*/ 56 h 144"/>
              <ns1:gd name="T14" fmla="*/ 160 w 176"/>
              <ns1:gd name="T15" fmla="*/ 80 h 144"/>
              <ns1:gd name="T16" fmla="*/ 16 w 176"/>
              <ns1:gd name="T17" fmla="*/ 80 h 144"/>
              <ns1:gd name="T18" fmla="*/ 8 w 176"/>
              <ns1:gd name="T19" fmla="*/ 72 h 144"/>
              <ns1:gd name="T20" fmla="*/ 16 w 176"/>
              <ns1:gd name="T21" fmla="*/ 64 h 144"/>
              <ns1:gd name="T22" fmla="*/ 160 w 176"/>
              <ns1:gd name="T23" fmla="*/ 64 h 144"/>
              <ns1:gd name="T24" fmla="*/ 168 w 176"/>
              <ns1:gd name="T25" fmla="*/ 72 h 144"/>
              <ns1:gd name="T26" fmla="*/ 160 w 176"/>
              <ns1:gd name="T27" fmla="*/ 80 h 144"/>
              <ns1:gd name="T28" fmla="*/ 16 w 176"/>
              <ns1:gd name="T29" fmla="*/ 32 h 144"/>
              <ns1:gd name="T30" fmla="*/ 160 w 176"/>
              <ns1:gd name="T31" fmla="*/ 32 h 144"/>
              <ns1:gd name="T32" fmla="*/ 176 w 176"/>
              <ns1:gd name="T33" fmla="*/ 16 h 144"/>
              <ns1:gd name="T34" fmla="*/ 160 w 176"/>
              <ns1:gd name="T35" fmla="*/ 0 h 144"/>
              <ns1:gd name="T36" fmla="*/ 16 w 176"/>
              <ns1:gd name="T37" fmla="*/ 0 h 144"/>
              <ns1:gd name="T38" fmla="*/ 0 w 176"/>
              <ns1:gd name="T39" fmla="*/ 16 h 144"/>
              <ns1:gd name="T40" fmla="*/ 16 w 176"/>
              <ns1:gd name="T41" fmla="*/ 32 h 144"/>
              <ns1:gd name="T42" fmla="*/ 16 w 176"/>
              <ns1:gd name="T43" fmla="*/ 8 h 144"/>
              <ns1:gd name="T44" fmla="*/ 160 w 176"/>
              <ns1:gd name="T45" fmla="*/ 8 h 144"/>
              <ns1:gd name="T46" fmla="*/ 168 w 176"/>
              <ns1:gd name="T47" fmla="*/ 16 h 144"/>
              <ns1:gd name="T48" fmla="*/ 160 w 176"/>
              <ns1:gd name="T49" fmla="*/ 24 h 144"/>
              <ns1:gd name="T50" fmla="*/ 16 w 176"/>
              <ns1:gd name="T51" fmla="*/ 24 h 144"/>
              <ns1:gd name="T52" fmla="*/ 8 w 176"/>
              <ns1:gd name="T53" fmla="*/ 16 h 144"/>
              <ns1:gd name="T54" fmla="*/ 16 w 176"/>
              <ns1:gd name="T55" fmla="*/ 8 h 144"/>
              <ns1:gd name="T56" fmla="*/ 160 w 176"/>
              <ns1:gd name="T57" fmla="*/ 112 h 144"/>
              <ns1:gd name="T58" fmla="*/ 16 w 176"/>
              <ns1:gd name="T59" fmla="*/ 112 h 144"/>
              <ns1:gd name="T60" fmla="*/ 0 w 176"/>
              <ns1:gd name="T61" fmla="*/ 128 h 144"/>
              <ns1:gd name="T62" fmla="*/ 16 w 176"/>
              <ns1:gd name="T63" fmla="*/ 144 h 144"/>
              <ns1:gd name="T64" fmla="*/ 160 w 176"/>
              <ns1:gd name="T65" fmla="*/ 144 h 144"/>
              <ns1:gd name="T66" fmla="*/ 176 w 176"/>
              <ns1:gd name="T67" fmla="*/ 128 h 144"/>
              <ns1:gd name="T68" fmla="*/ 160 w 176"/>
              <ns1:gd name="T69" fmla="*/ 112 h 144"/>
              <ns1:gd name="T70" fmla="*/ 160 w 176"/>
              <ns1:gd name="T71" fmla="*/ 136 h 144"/>
              <ns1:gd name="T72" fmla="*/ 16 w 176"/>
              <ns1:gd name="T73" fmla="*/ 136 h 144"/>
              <ns1:gd name="T74" fmla="*/ 8 w 176"/>
              <ns1:gd name="T75" fmla="*/ 128 h 144"/>
              <ns1:gd name="T76" fmla="*/ 16 w 176"/>
              <ns1:gd name="T77" fmla="*/ 120 h 144"/>
              <ns1:gd name="T78" fmla="*/ 160 w 176"/>
              <ns1:gd name="T79" fmla="*/ 120 h 144"/>
              <ns1:gd name="T80" fmla="*/ 168 w 176"/>
              <ns1:gd name="T81" fmla="*/ 128 h 144"/>
              <ns1:gd name="T82" fmla="*/ 160 w 176"/>
              <ns1:gd name="T83" fmla="*/ 136 h 144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  <ns1:cxn ang="0">
                <ns1:pos x="T32" y="T33"/>
              </ns1:cxn>
              <ns1:cxn ang="0">
                <ns1:pos x="T34" y="T35"/>
              </ns1:cxn>
              <ns1:cxn ang="0">
                <ns1:pos x="T36" y="T37"/>
              </ns1:cxn>
              <ns1:cxn ang="0">
                <ns1:pos x="T38" y="T39"/>
              </ns1:cxn>
              <ns1:cxn ang="0">
                <ns1:pos x="T40" y="T41"/>
              </ns1:cxn>
              <ns1:cxn ang="0">
                <ns1:pos x="T42" y="T43"/>
              </ns1:cxn>
              <ns1:cxn ang="0">
                <ns1:pos x="T44" y="T45"/>
              </ns1:cxn>
              <ns1:cxn ang="0">
                <ns1:pos x="T46" y="T47"/>
              </ns1:cxn>
              <ns1:cxn ang="0">
                <ns1:pos x="T48" y="T49"/>
              </ns1:cxn>
              <ns1:cxn ang="0">
                <ns1:pos x="T50" y="T51"/>
              </ns1:cxn>
              <ns1:cxn ang="0">
                <ns1:pos x="T52" y="T53"/>
              </ns1:cxn>
              <ns1:cxn ang="0">
                <ns1:pos x="T54" y="T55"/>
              </ns1:cxn>
              <ns1:cxn ang="0">
                <ns1:pos x="T56" y="T57"/>
              </ns1:cxn>
              <ns1:cxn ang="0">
                <ns1:pos x="T58" y="T59"/>
              </ns1:cxn>
              <ns1:cxn ang="0">
                <ns1:pos x="T60" y="T61"/>
              </ns1:cxn>
              <ns1:cxn ang="0">
                <ns1:pos x="T62" y="T63"/>
              </ns1:cxn>
              <ns1:cxn ang="0">
                <ns1:pos x="T64" y="T65"/>
              </ns1:cxn>
              <ns1:cxn ang="0">
                <ns1:pos x="T66" y="T67"/>
              </ns1:cxn>
              <ns1:cxn ang="0">
                <ns1:pos x="T68" y="T69"/>
              </ns1:cxn>
              <ns1:cxn ang="0">
                <ns1:pos x="T70" y="T71"/>
              </ns1:cxn>
              <ns1:cxn ang="0">
                <ns1:pos x="T72" y="T73"/>
              </ns1:cxn>
              <ns1:cxn ang="0">
                <ns1:pos x="T74" y="T75"/>
              </ns1:cxn>
              <ns1:cxn ang="0">
                <ns1:pos x="T76" y="T77"/>
              </ns1:cxn>
              <ns1:cxn ang="0">
                <ns1:pos x="T78" y="T79"/>
              </ns1:cxn>
              <ns1:cxn ang="0">
                <ns1:pos x="T80" y="T81"/>
              </ns1:cxn>
              <ns1:cxn ang="0">
                <ns1:pos x="T82" y="T83"/>
              </ns1:cxn>
            </ns1:cxnLst>
            <ns1:rect l="0" t="0" r="r" b="b"/>
            <ns1:pathLst>
              <ns1:path w="176" h="144">
                <ns1:moveTo>
                  <ns1:pt x="160" y="56"/>
                </ns1:moveTo>
                <ns1:cubicBezTo>
                  <ns1:pt x="16" y="56"/>
                  <ns1:pt x="16" y="56"/>
                  <ns1:pt x="16" y="56"/>
                </ns1:cubicBezTo>
                <ns1:cubicBezTo>
                  <ns1:pt x="7" y="56"/>
                  <ns1:pt x="0" y="63"/>
                  <ns1:pt x="0" y="72"/>
                </ns1:cubicBezTo>
                <ns1:cubicBezTo>
                  <ns1:pt x="0" y="81"/>
                  <ns1:pt x="7" y="88"/>
                  <ns1:pt x="16" y="88"/>
                </ns1:cubicBezTo>
                <ns1:cubicBezTo>
                  <ns1:pt x="160" y="88"/>
                  <ns1:pt x="160" y="88"/>
                  <ns1:pt x="160" y="88"/>
                </ns1:cubicBezTo>
                <ns1:cubicBezTo>
                  <ns1:pt x="169" y="88"/>
                  <ns1:pt x="176" y="81"/>
                  <ns1:pt x="176" y="72"/>
                </ns1:cubicBezTo>
                <ns1:cubicBezTo>
                  <ns1:pt x="176" y="63"/>
                  <ns1:pt x="169" y="56"/>
                  <ns1:pt x="160" y="56"/>
                </ns1:cubicBezTo>
                <ns1:moveTo>
                  <ns1:pt x="160" y="80"/>
                </ns1:moveTo>
                <ns1:cubicBezTo>
                  <ns1:pt x="16" y="80"/>
                  <ns1:pt x="16" y="80"/>
                  <ns1:pt x="16" y="80"/>
                </ns1:cubicBezTo>
                <ns1:cubicBezTo>
                  <ns1:pt x="12" y="80"/>
                  <ns1:pt x="8" y="76"/>
                  <ns1:pt x="8" y="72"/>
                </ns1:cubicBezTo>
                <ns1:cubicBezTo>
                  <ns1:pt x="8" y="68"/>
                  <ns1:pt x="12" y="64"/>
                  <ns1:pt x="16" y="64"/>
                </ns1:cubicBezTo>
                <ns1:cubicBezTo>
                  <ns1:pt x="160" y="64"/>
                  <ns1:pt x="160" y="64"/>
                  <ns1:pt x="160" y="64"/>
                </ns1:cubicBezTo>
                <ns1:cubicBezTo>
                  <ns1:pt x="164" y="64"/>
                  <ns1:pt x="168" y="68"/>
                  <ns1:pt x="168" y="72"/>
                </ns1:cubicBezTo>
                <ns1:cubicBezTo>
                  <ns1:pt x="168" y="76"/>
                  <ns1:pt x="164" y="80"/>
                  <ns1:pt x="160" y="80"/>
                </ns1:cubicBezTo>
                <ns1:moveTo>
                  <ns1:pt x="16" y="32"/>
                </ns1:moveTo>
                <ns1:cubicBezTo>
                  <ns1:pt x="160" y="32"/>
                  <ns1:pt x="160" y="32"/>
                  <ns1:pt x="160" y="32"/>
                </ns1:cubicBezTo>
                <ns1:cubicBezTo>
                  <ns1:pt x="169" y="32"/>
                  <ns1:pt x="176" y="25"/>
                  <ns1:pt x="176" y="16"/>
                </ns1:cubicBezTo>
                <ns1:cubicBezTo>
                  <ns1:pt x="176" y="7"/>
                  <ns1:pt x="169" y="0"/>
                  <ns1:pt x="160" y="0"/>
                </ns1:cubicBezTo>
                <ns1:cubicBezTo>
                  <ns1:pt x="16" y="0"/>
                  <ns1:pt x="16" y="0"/>
                  <ns1:pt x="16" y="0"/>
                </ns1:cubicBezTo>
                <ns1:cubicBezTo>
                  <ns1:pt x="7" y="0"/>
                  <ns1:pt x="0" y="7"/>
                  <ns1:pt x="0" y="16"/>
                </ns1:cubicBezTo>
                <ns1:cubicBezTo>
                  <ns1:pt x="0" y="25"/>
                  <ns1:pt x="7" y="32"/>
                  <ns1:pt x="16" y="32"/>
                </ns1:cubicBezTo>
                <ns1:moveTo>
                  <ns1:pt x="16" y="8"/>
                </ns1:moveTo>
                <ns1:cubicBezTo>
                  <ns1:pt x="160" y="8"/>
                  <ns1:pt x="160" y="8"/>
                  <ns1:pt x="160" y="8"/>
                </ns1:cubicBezTo>
                <ns1:cubicBezTo>
                  <ns1:pt x="164" y="8"/>
                  <ns1:pt x="168" y="12"/>
                  <ns1:pt x="168" y="16"/>
                </ns1:cubicBezTo>
                <ns1:cubicBezTo>
                  <ns1:pt x="168" y="20"/>
                  <ns1:pt x="164" y="24"/>
                  <ns1:pt x="160" y="24"/>
                </ns1:cubicBezTo>
                <ns1:cubicBezTo>
                  <ns1:pt x="16" y="24"/>
                  <ns1:pt x="16" y="24"/>
                  <ns1:pt x="16" y="24"/>
                </ns1:cubicBezTo>
                <ns1:cubicBezTo>
                  <ns1:pt x="12" y="24"/>
                  <ns1:pt x="8" y="20"/>
                  <ns1:pt x="8" y="16"/>
                </ns1:cubicBezTo>
                <ns1:cubicBezTo>
                  <ns1:pt x="8" y="12"/>
                  <ns1:pt x="12" y="8"/>
                  <ns1:pt x="16" y="8"/>
                </ns1:cubicBezTo>
                <ns1:moveTo>
                  <ns1:pt x="160" y="112"/>
                </ns1:moveTo>
                <ns1:cubicBezTo>
                  <ns1:pt x="16" y="112"/>
                  <ns1:pt x="16" y="112"/>
                  <ns1:pt x="16" y="112"/>
                </ns1:cubicBezTo>
                <ns1:cubicBezTo>
                  <ns1:pt x="7" y="112"/>
                  <ns1:pt x="0" y="119"/>
                  <ns1:pt x="0" y="128"/>
                </ns1:cubicBezTo>
                <ns1:cubicBezTo>
                  <ns1:pt x="0" y="137"/>
                  <ns1:pt x="7" y="144"/>
                  <ns1:pt x="16" y="144"/>
                </ns1:cubicBezTo>
                <ns1:cubicBezTo>
                  <ns1:pt x="160" y="144"/>
                  <ns1:pt x="160" y="144"/>
                  <ns1:pt x="160" y="144"/>
                </ns1:cubicBezTo>
                <ns1:cubicBezTo>
                  <ns1:pt x="169" y="144"/>
                  <ns1:pt x="176" y="137"/>
                  <ns1:pt x="176" y="128"/>
                </ns1:cubicBezTo>
                <ns1:cubicBezTo>
                  <ns1:pt x="176" y="119"/>
                  <ns1:pt x="169" y="112"/>
                  <ns1:pt x="160" y="112"/>
                </ns1:cubicBezTo>
                <ns1:moveTo>
                  <ns1:pt x="160" y="136"/>
                </ns1:moveTo>
                <ns1:cubicBezTo>
                  <ns1:pt x="16" y="136"/>
                  <ns1:pt x="16" y="136"/>
                  <ns1:pt x="16" y="136"/>
                </ns1:cubicBezTo>
                <ns1:cubicBezTo>
                  <ns1:pt x="12" y="136"/>
                  <ns1:pt x="8" y="132"/>
                  <ns1:pt x="8" y="128"/>
                </ns1:cubicBezTo>
                <ns1:cubicBezTo>
                  <ns1:pt x="8" y="124"/>
                  <ns1:pt x="12" y="120"/>
                  <ns1:pt x="16" y="120"/>
                </ns1:cubicBezTo>
                <ns1:cubicBezTo>
                  <ns1:pt x="160" y="120"/>
                  <ns1:pt x="160" y="120"/>
                  <ns1:pt x="160" y="120"/>
                </ns1:cubicBezTo>
                <ns1:cubicBezTo>
                  <ns1:pt x="164" y="120"/>
                  <ns1:pt x="168" y="124"/>
                  <ns1:pt x="168" y="128"/>
                </ns1:cubicBezTo>
                <ns1:cubicBezTo>
                  <ns1:pt x="168" y="132"/>
                  <ns1:pt x="164" y="136"/>
                  <ns1:pt x="160" y="136"/>
                </ns1:cubicBezTo>
              </ns1:path>
            </ns1:pathLst>
          </ns1:custGeom>
          <ns1:solidFill>
            <ns1:schemeClr val="tx1"/>
          </ns1:solidFill>
          <ns1:ln>
            <ns1:noFill/>
          </ns1:ln>
          <ns1:extLst/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en-US" sz="2700"/>
          </ns1:p>
        </ns0:txBody>
      </ns0:sp>
      <ns0:sp>
        <ns0:nvSpPr>
          <ns0:cNvPr id="93" name="Freeform 87"/>
          <ns0:cNvSpPr>
            <ns1:spLocks noEditPoints="1"/>
          </ns0:cNvSpPr>
          <ns0:nvPr/>
        </ns0:nvSpPr>
        <ns0:spPr bwMode="auto">
          <ns1:xfrm>
            <ns1:off x="5019676" y="5132388"/>
            <ns1:ext cx="320675" cy="261938"/>
          </ns1:xfrm>
          <ns1:custGeom>
            <ns1:avLst/>
            <ns1:gdLst>
              <ns1:gd name="T0" fmla="*/ 0 w 176"/>
              <ns1:gd name="T1" fmla="*/ 128 h 144"/>
              <ns1:gd name="T2" fmla="*/ 32 w 176"/>
              <ns1:gd name="T3" fmla="*/ 128 h 144"/>
              <ns1:gd name="T4" fmla="*/ 16 w 176"/>
              <ns1:gd name="T5" fmla="*/ 136 h 144"/>
              <ns1:gd name="T6" fmla="*/ 16 w 176"/>
              <ns1:gd name="T7" fmla="*/ 120 h 144"/>
              <ns1:gd name="T8" fmla="*/ 16 w 176"/>
              <ns1:gd name="T9" fmla="*/ 136 h 144"/>
              <ns1:gd name="T10" fmla="*/ 160 w 176"/>
              <ns1:gd name="T11" fmla="*/ 32 h 144"/>
              <ns1:gd name="T12" fmla="*/ 160 w 176"/>
              <ns1:gd name="T13" fmla="*/ 0 h 144"/>
              <ns1:gd name="T14" fmla="*/ 48 w 176"/>
              <ns1:gd name="T15" fmla="*/ 16 h 144"/>
              <ns1:gd name="T16" fmla="*/ 64 w 176"/>
              <ns1:gd name="T17" fmla="*/ 8 h 144"/>
              <ns1:gd name="T18" fmla="*/ 168 w 176"/>
              <ns1:gd name="T19" fmla="*/ 16 h 144"/>
              <ns1:gd name="T20" fmla="*/ 64 w 176"/>
              <ns1:gd name="T21" fmla="*/ 24 h 144"/>
              <ns1:gd name="T22" fmla="*/ 64 w 176"/>
              <ns1:gd name="T23" fmla="*/ 8 h 144"/>
              <ns1:gd name="T24" fmla="*/ 64 w 176"/>
              <ns1:gd name="T25" fmla="*/ 112 h 144"/>
              <ns1:gd name="T26" fmla="*/ 64 w 176"/>
              <ns1:gd name="T27" fmla="*/ 144 h 144"/>
              <ns1:gd name="T28" fmla="*/ 176 w 176"/>
              <ns1:gd name="T29" fmla="*/ 128 h 144"/>
              <ns1:gd name="T30" fmla="*/ 160 w 176"/>
              <ns1:gd name="T31" fmla="*/ 136 h 144"/>
              <ns1:gd name="T32" fmla="*/ 56 w 176"/>
              <ns1:gd name="T33" fmla="*/ 128 h 144"/>
              <ns1:gd name="T34" fmla="*/ 160 w 176"/>
              <ns1:gd name="T35" fmla="*/ 120 h 144"/>
              <ns1:gd name="T36" fmla="*/ 160 w 176"/>
              <ns1:gd name="T37" fmla="*/ 136 h 144"/>
              <ns1:gd name="T38" fmla="*/ 64 w 176"/>
              <ns1:gd name="T39" fmla="*/ 56 h 144"/>
              <ns1:gd name="T40" fmla="*/ 64 w 176"/>
              <ns1:gd name="T41" fmla="*/ 88 h 144"/>
              <ns1:gd name="T42" fmla="*/ 176 w 176"/>
              <ns1:gd name="T43" fmla="*/ 72 h 144"/>
              <ns1:gd name="T44" fmla="*/ 160 w 176"/>
              <ns1:gd name="T45" fmla="*/ 80 h 144"/>
              <ns1:gd name="T46" fmla="*/ 56 w 176"/>
              <ns1:gd name="T47" fmla="*/ 72 h 144"/>
              <ns1:gd name="T48" fmla="*/ 160 w 176"/>
              <ns1:gd name="T49" fmla="*/ 64 h 144"/>
              <ns1:gd name="T50" fmla="*/ 160 w 176"/>
              <ns1:gd name="T51" fmla="*/ 80 h 144"/>
              <ns1:gd name="T52" fmla="*/ 0 w 176"/>
              <ns1:gd name="T53" fmla="*/ 72 h 144"/>
              <ns1:gd name="T54" fmla="*/ 32 w 176"/>
              <ns1:gd name="T55" fmla="*/ 72 h 144"/>
              <ns1:gd name="T56" fmla="*/ 16 w 176"/>
              <ns1:gd name="T57" fmla="*/ 80 h 144"/>
              <ns1:gd name="T58" fmla="*/ 16 w 176"/>
              <ns1:gd name="T59" fmla="*/ 64 h 144"/>
              <ns1:gd name="T60" fmla="*/ 16 w 176"/>
              <ns1:gd name="T61" fmla="*/ 80 h 144"/>
              <ns1:gd name="T62" fmla="*/ 0 w 176"/>
              <ns1:gd name="T63" fmla="*/ 16 h 144"/>
              <ns1:gd name="T64" fmla="*/ 32 w 176"/>
              <ns1:gd name="T65" fmla="*/ 16 h 144"/>
              <ns1:gd name="T66" fmla="*/ 16 w 176"/>
              <ns1:gd name="T67" fmla="*/ 24 h 144"/>
              <ns1:gd name="T68" fmla="*/ 16 w 176"/>
              <ns1:gd name="T69" fmla="*/ 8 h 144"/>
              <ns1:gd name="T70" fmla="*/ 16 w 176"/>
              <ns1:gd name="T71" fmla="*/ 24 h 144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  <ns1:cxn ang="0">
                <ns1:pos x="T32" y="T33"/>
              </ns1:cxn>
              <ns1:cxn ang="0">
                <ns1:pos x="T34" y="T35"/>
              </ns1:cxn>
              <ns1:cxn ang="0">
                <ns1:pos x="T36" y="T37"/>
              </ns1:cxn>
              <ns1:cxn ang="0">
                <ns1:pos x="T38" y="T39"/>
              </ns1:cxn>
              <ns1:cxn ang="0">
                <ns1:pos x="T40" y="T41"/>
              </ns1:cxn>
              <ns1:cxn ang="0">
                <ns1:pos x="T42" y="T43"/>
              </ns1:cxn>
              <ns1:cxn ang="0">
                <ns1:pos x="T44" y="T45"/>
              </ns1:cxn>
              <ns1:cxn ang="0">
                <ns1:pos x="T46" y="T47"/>
              </ns1:cxn>
              <ns1:cxn ang="0">
                <ns1:pos x="T48" y="T49"/>
              </ns1:cxn>
              <ns1:cxn ang="0">
                <ns1:pos x="T50" y="T51"/>
              </ns1:cxn>
              <ns1:cxn ang="0">
                <ns1:pos x="T52" y="T53"/>
              </ns1:cxn>
              <ns1:cxn ang="0">
                <ns1:pos x="T54" y="T55"/>
              </ns1:cxn>
              <ns1:cxn ang="0">
                <ns1:pos x="T56" y="T57"/>
              </ns1:cxn>
              <ns1:cxn ang="0">
                <ns1:pos x="T58" y="T59"/>
              </ns1:cxn>
              <ns1:cxn ang="0">
                <ns1:pos x="T60" y="T61"/>
              </ns1:cxn>
              <ns1:cxn ang="0">
                <ns1:pos x="T62" y="T63"/>
              </ns1:cxn>
              <ns1:cxn ang="0">
                <ns1:pos x="T64" y="T65"/>
              </ns1:cxn>
              <ns1:cxn ang="0">
                <ns1:pos x="T66" y="T67"/>
              </ns1:cxn>
              <ns1:cxn ang="0">
                <ns1:pos x="T68" y="T69"/>
              </ns1:cxn>
              <ns1:cxn ang="0">
                <ns1:pos x="T70" y="T71"/>
              </ns1:cxn>
            </ns1:cxnLst>
            <ns1:rect l="0" t="0" r="r" b="b"/>
            <ns1:pathLst>
              <ns1:path w="176" h="144">
                <ns1:moveTo>
                  <ns1:pt x="16" y="112"/>
                </ns1:moveTo>
                <ns1:cubicBezTo>
                  <ns1:pt x="7" y="112"/>
                  <ns1:pt x="0" y="119"/>
                  <ns1:pt x="0" y="128"/>
                </ns1:cubicBezTo>
                <ns1:cubicBezTo>
                  <ns1:pt x="0" y="137"/>
                  <ns1:pt x="7" y="144"/>
                  <ns1:pt x="16" y="144"/>
                </ns1:cubicBezTo>
                <ns1:cubicBezTo>
                  <ns1:pt x="25" y="144"/>
                  <ns1:pt x="32" y="137"/>
                  <ns1:pt x="32" y="128"/>
                </ns1:cubicBezTo>
                <ns1:cubicBezTo>
                  <ns1:pt x="32" y="119"/>
                  <ns1:pt x="25" y="112"/>
                  <ns1:pt x="16" y="112"/>
                </ns1:cubicBezTo>
                <ns1:moveTo>
                  <ns1:pt x="16" y="136"/>
                </ns1:moveTo>
                <ns1:cubicBezTo>
                  <ns1:pt x="12" y="136"/>
                  <ns1:pt x="8" y="132"/>
                  <ns1:pt x="8" y="128"/>
                </ns1:cubicBezTo>
                <ns1:cubicBezTo>
                  <ns1:pt x="8" y="124"/>
                  <ns1:pt x="12" y="120"/>
                  <ns1:pt x="16" y="120"/>
                </ns1:cubicBezTo>
                <ns1:cubicBezTo>
                  <ns1:pt x="20" y="120"/>
                  <ns1:pt x="24" y="124"/>
                  <ns1:pt x="24" y="128"/>
                </ns1:cubicBezTo>
                <ns1:cubicBezTo>
                  <ns1:pt x="24" y="132"/>
                  <ns1:pt x="20" y="136"/>
                  <ns1:pt x="16" y="136"/>
                </ns1:cubicBezTo>
                <ns1:moveTo>
                  <ns1:pt x="64" y="32"/>
                </ns1:moveTo>
                <ns1:cubicBezTo>
                  <ns1:pt x="160" y="32"/>
                  <ns1:pt x="160" y="32"/>
                  <ns1:pt x="160" y="32"/>
                </ns1:cubicBezTo>
                <ns1:cubicBezTo>
                  <ns1:pt x="169" y="32"/>
                  <ns1:pt x="176" y="25"/>
                  <ns1:pt x="176" y="16"/>
                </ns1:cubicBezTo>
                <ns1:cubicBezTo>
                  <ns1:pt x="176" y="7"/>
                  <ns1:pt x="169" y="0"/>
                  <ns1:pt x="160" y="0"/>
                </ns1:cubicBezTo>
                <ns1:cubicBezTo>
                  <ns1:pt x="64" y="0"/>
                  <ns1:pt x="64" y="0"/>
                  <ns1:pt x="64" y="0"/>
                </ns1:cubicBezTo>
                <ns1:cubicBezTo>
                  <ns1:pt x="55" y="0"/>
                  <ns1:pt x="48" y="7"/>
                  <ns1:pt x="48" y="16"/>
                </ns1:cubicBezTo>
                <ns1:cubicBezTo>
                  <ns1:pt x="48" y="25"/>
                  <ns1:pt x="55" y="32"/>
                  <ns1:pt x="64" y="32"/>
                </ns1:cubicBezTo>
                <ns1:moveTo>
                  <ns1:pt x="64" y="8"/>
                </ns1:moveTo>
                <ns1:cubicBezTo>
                  <ns1:pt x="160" y="8"/>
                  <ns1:pt x="160" y="8"/>
                  <ns1:pt x="160" y="8"/>
                </ns1:cubicBezTo>
                <ns1:cubicBezTo>
                  <ns1:pt x="164" y="8"/>
                  <ns1:pt x="168" y="12"/>
                  <ns1:pt x="168" y="16"/>
                </ns1:cubicBezTo>
                <ns1:cubicBezTo>
                  <ns1:pt x="168" y="20"/>
                  <ns1:pt x="164" y="24"/>
                  <ns1:pt x="160" y="24"/>
                </ns1:cubicBezTo>
                <ns1:cubicBezTo>
                  <ns1:pt x="64" y="24"/>
                  <ns1:pt x="64" y="24"/>
                  <ns1:pt x="64" y="24"/>
                </ns1:cubicBezTo>
                <ns1:cubicBezTo>
                  <ns1:pt x="60" y="24"/>
                  <ns1:pt x="56" y="20"/>
                  <ns1:pt x="56" y="16"/>
                </ns1:cubicBezTo>
                <ns1:cubicBezTo>
                  <ns1:pt x="56" y="12"/>
                  <ns1:pt x="60" y="8"/>
                  <ns1:pt x="64" y="8"/>
                </ns1:cubicBezTo>
                <ns1:moveTo>
                  <ns1:pt x="160" y="112"/>
                </ns1:moveTo>
                <ns1:cubicBezTo>
                  <ns1:pt x="64" y="112"/>
                  <ns1:pt x="64" y="112"/>
                  <ns1:pt x="64" y="112"/>
                </ns1:cubicBezTo>
                <ns1:cubicBezTo>
                  <ns1:pt x="55" y="112"/>
                  <ns1:pt x="48" y="119"/>
                  <ns1:pt x="48" y="128"/>
                </ns1:cubicBezTo>
                <ns1:cubicBezTo>
                  <ns1:pt x="48" y="137"/>
                  <ns1:pt x="55" y="144"/>
                  <ns1:pt x="64" y="144"/>
                </ns1:cubicBezTo>
                <ns1:cubicBezTo>
                  <ns1:pt x="160" y="144"/>
                  <ns1:pt x="160" y="144"/>
                  <ns1:pt x="160" y="144"/>
                </ns1:cubicBezTo>
                <ns1:cubicBezTo>
                  <ns1:pt x="169" y="144"/>
                  <ns1:pt x="176" y="137"/>
                  <ns1:pt x="176" y="128"/>
                </ns1:cubicBezTo>
                <ns1:cubicBezTo>
                  <ns1:pt x="176" y="119"/>
                  <ns1:pt x="169" y="112"/>
                  <ns1:pt x="160" y="112"/>
                </ns1:cubicBezTo>
                <ns1:moveTo>
                  <ns1:pt x="160" y="136"/>
                </ns1:moveTo>
                <ns1:cubicBezTo>
                  <ns1:pt x="64" y="136"/>
                  <ns1:pt x="64" y="136"/>
                  <ns1:pt x="64" y="136"/>
                </ns1:cubicBezTo>
                <ns1:cubicBezTo>
                  <ns1:pt x="60" y="136"/>
                  <ns1:pt x="56" y="132"/>
                  <ns1:pt x="56" y="128"/>
                </ns1:cubicBezTo>
                <ns1:cubicBezTo>
                  <ns1:pt x="56" y="124"/>
                  <ns1:pt x="60" y="120"/>
                  <ns1:pt x="64" y="120"/>
                </ns1:cubicBezTo>
                <ns1:cubicBezTo>
                  <ns1:pt x="160" y="120"/>
                  <ns1:pt x="160" y="120"/>
                  <ns1:pt x="160" y="120"/>
                </ns1:cubicBezTo>
                <ns1:cubicBezTo>
                  <ns1:pt x="164" y="120"/>
                  <ns1:pt x="168" y="124"/>
                  <ns1:pt x="168" y="128"/>
                </ns1:cubicBezTo>
                <ns1:cubicBezTo>
                  <ns1:pt x="168" y="132"/>
                  <ns1:pt x="164" y="136"/>
                  <ns1:pt x="160" y="136"/>
                </ns1:cubicBezTo>
                <ns1:moveTo>
                  <ns1:pt x="160" y="56"/>
                </ns1:moveTo>
                <ns1:cubicBezTo>
                  <ns1:pt x="64" y="56"/>
                  <ns1:pt x="64" y="56"/>
                  <ns1:pt x="64" y="56"/>
                </ns1:cubicBezTo>
                <ns1:cubicBezTo>
                  <ns1:pt x="55" y="56"/>
                  <ns1:pt x="48" y="63"/>
                  <ns1:pt x="48" y="72"/>
                </ns1:cubicBezTo>
                <ns1:cubicBezTo>
                  <ns1:pt x="48" y="81"/>
                  <ns1:pt x="55" y="88"/>
                  <ns1:pt x="64" y="88"/>
                </ns1:cubicBezTo>
                <ns1:cubicBezTo>
                  <ns1:pt x="160" y="88"/>
                  <ns1:pt x="160" y="88"/>
                  <ns1:pt x="160" y="88"/>
                </ns1:cubicBezTo>
                <ns1:cubicBezTo>
                  <ns1:pt x="169" y="88"/>
                  <ns1:pt x="176" y="81"/>
                  <ns1:pt x="176" y="72"/>
                </ns1:cubicBezTo>
                <ns1:cubicBezTo>
                  <ns1:pt x="176" y="63"/>
                  <ns1:pt x="169" y="56"/>
                  <ns1:pt x="160" y="56"/>
                </ns1:cubicBezTo>
                <ns1:moveTo>
                  <ns1:pt x="160" y="80"/>
                </ns1:moveTo>
                <ns1:cubicBezTo>
                  <ns1:pt x="64" y="80"/>
                  <ns1:pt x="64" y="80"/>
                  <ns1:pt x="64" y="80"/>
                </ns1:cubicBezTo>
                <ns1:cubicBezTo>
                  <ns1:pt x="60" y="80"/>
                  <ns1:pt x="56" y="76"/>
                  <ns1:pt x="56" y="72"/>
                </ns1:cubicBezTo>
                <ns1:cubicBezTo>
                  <ns1:pt x="56" y="68"/>
                  <ns1:pt x="60" y="64"/>
                  <ns1:pt x="64" y="64"/>
                </ns1:cubicBezTo>
                <ns1:cubicBezTo>
                  <ns1:pt x="160" y="64"/>
                  <ns1:pt x="160" y="64"/>
                  <ns1:pt x="160" y="64"/>
                </ns1:cubicBezTo>
                <ns1:cubicBezTo>
                  <ns1:pt x="164" y="64"/>
                  <ns1:pt x="168" y="68"/>
                  <ns1:pt x="168" y="72"/>
                </ns1:cubicBezTo>
                <ns1:cubicBezTo>
                  <ns1:pt x="168" y="76"/>
                  <ns1:pt x="164" y="80"/>
                  <ns1:pt x="160" y="80"/>
                </ns1:cubicBezTo>
                <ns1:moveTo>
                  <ns1:pt x="16" y="56"/>
                </ns1:moveTo>
                <ns1:cubicBezTo>
                  <ns1:pt x="7" y="56"/>
                  <ns1:pt x="0" y="63"/>
                  <ns1:pt x="0" y="72"/>
                </ns1:cubicBezTo>
                <ns1:cubicBezTo>
                  <ns1:pt x="0" y="81"/>
                  <ns1:pt x="7" y="88"/>
                  <ns1:pt x="16" y="88"/>
                </ns1:cubicBezTo>
                <ns1:cubicBezTo>
                  <ns1:pt x="25" y="88"/>
                  <ns1:pt x="32" y="81"/>
                  <ns1:pt x="32" y="72"/>
                </ns1:cubicBezTo>
                <ns1:cubicBezTo>
                  <ns1:pt x="32" y="63"/>
                  <ns1:pt x="25" y="56"/>
                  <ns1:pt x="16" y="56"/>
                </ns1:cubicBezTo>
                <ns1:moveTo>
                  <ns1:pt x="16" y="80"/>
                </ns1:moveTo>
                <ns1:cubicBezTo>
                  <ns1:pt x="12" y="80"/>
                  <ns1:pt x="8" y="76"/>
                  <ns1:pt x="8" y="72"/>
                </ns1:cubicBezTo>
                <ns1:cubicBezTo>
                  <ns1:pt x="8" y="68"/>
                  <ns1:pt x="12" y="64"/>
                  <ns1:pt x="16" y="64"/>
                </ns1:cubicBezTo>
                <ns1:cubicBezTo>
                  <ns1:pt x="20" y="64"/>
                  <ns1:pt x="24" y="68"/>
                  <ns1:pt x="24" y="72"/>
                </ns1:cubicBezTo>
                <ns1:cubicBezTo>
                  <ns1:pt x="24" y="76"/>
                  <ns1:pt x="20" y="80"/>
                  <ns1:pt x="16" y="80"/>
                </ns1:cubicBezTo>
                <ns1:moveTo>
                  <ns1:pt x="16" y="0"/>
                </ns1:moveTo>
                <ns1:cubicBezTo>
                  <ns1:pt x="7" y="0"/>
                  <ns1:pt x="0" y="7"/>
                  <ns1:pt x="0" y="16"/>
                </ns1:cubicBezTo>
                <ns1:cubicBezTo>
                  <ns1:pt x="0" y="25"/>
                  <ns1:pt x="7" y="32"/>
                  <ns1:pt x="16" y="32"/>
                </ns1:cubicBezTo>
                <ns1:cubicBezTo>
                  <ns1:pt x="25" y="32"/>
                  <ns1:pt x="32" y="25"/>
                  <ns1:pt x="32" y="16"/>
                </ns1:cubicBezTo>
                <ns1:cubicBezTo>
                  <ns1:pt x="32" y="7"/>
                  <ns1:pt x="25" y="0"/>
                  <ns1:pt x="16" y="0"/>
                </ns1:cubicBezTo>
                <ns1:moveTo>
                  <ns1:pt x="16" y="24"/>
                </ns1:moveTo>
                <ns1:cubicBezTo>
                  <ns1:pt x="12" y="24"/>
                  <ns1:pt x="8" y="20"/>
                  <ns1:pt x="8" y="16"/>
                </ns1:cubicBezTo>
                <ns1:cubicBezTo>
                  <ns1:pt x="8" y="12"/>
                  <ns1:pt x="12" y="8"/>
                  <ns1:pt x="16" y="8"/>
                </ns1:cubicBezTo>
                <ns1:cubicBezTo>
                  <ns1:pt x="20" y="8"/>
                  <ns1:pt x="24" y="12"/>
                  <ns1:pt x="24" y="16"/>
                </ns1:cubicBezTo>
                <ns1:cubicBezTo>
                  <ns1:pt x="24" y="20"/>
                  <ns1:pt x="20" y="24"/>
                  <ns1:pt x="16" y="24"/>
                </ns1:cubicBezTo>
              </ns1:path>
            </ns1:pathLst>
          </ns1:custGeom>
          <ns1:solidFill>
            <ns1:schemeClr val="tx1"/>
          </ns1:solidFill>
          <ns1:ln>
            <ns1:noFill/>
          </ns1:ln>
          <ns1:extLst/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en-US" sz="2700"/>
          </ns1:p>
        </ns0:txBody>
      </ns0:sp>
      <ns0:sp>
        <ns0:nvSpPr>
          <ns0:cNvPr id="94" name="Freeform 88"/>
          <ns0:cNvSpPr>
            <ns1:spLocks noEditPoints="1"/>
          </ns0:cNvSpPr>
          <ns0:nvPr/>
        </ns0:nvSpPr>
        <ns0:spPr bwMode="auto">
          <ns1:xfrm>
            <ns1:off x="5630864" y="5132388"/>
            <ns1:ext cx="320675" cy="261938"/>
          </ns1:xfrm>
          <ns1:custGeom>
            <ns1:avLst/>
            <ns1:gdLst>
              <ns1:gd name="T0" fmla="*/ 12 w 176"/>
              <ns1:gd name="T1" fmla="*/ 80 h 144"/>
              <ns1:gd name="T2" fmla="*/ 0 w 176"/>
              <ns1:gd name="T3" fmla="*/ 92 h 144"/>
              <ns1:gd name="T4" fmla="*/ 12 w 176"/>
              <ns1:gd name="T5" fmla="*/ 104 h 144"/>
              <ns1:gd name="T6" fmla="*/ 24 w 176"/>
              <ns1:gd name="T7" fmla="*/ 92 h 144"/>
              <ns1:gd name="T8" fmla="*/ 12 w 176"/>
              <ns1:gd name="T9" fmla="*/ 80 h 144"/>
              <ns1:gd name="T10" fmla="*/ 12 w 176"/>
              <ns1:gd name="T11" fmla="*/ 40 h 144"/>
              <ns1:gd name="T12" fmla="*/ 0 w 176"/>
              <ns1:gd name="T13" fmla="*/ 52 h 144"/>
              <ns1:gd name="T14" fmla="*/ 12 w 176"/>
              <ns1:gd name="T15" fmla="*/ 64 h 144"/>
              <ns1:gd name="T16" fmla="*/ 24 w 176"/>
              <ns1:gd name="T17" fmla="*/ 52 h 144"/>
              <ns1:gd name="T18" fmla="*/ 12 w 176"/>
              <ns1:gd name="T19" fmla="*/ 40 h 144"/>
              <ns1:gd name="T20" fmla="*/ 12 w 176"/>
              <ns1:gd name="T21" fmla="*/ 120 h 144"/>
              <ns1:gd name="T22" fmla="*/ 0 w 176"/>
              <ns1:gd name="T23" fmla="*/ 132 h 144"/>
              <ns1:gd name="T24" fmla="*/ 12 w 176"/>
              <ns1:gd name="T25" fmla="*/ 144 h 144"/>
              <ns1:gd name="T26" fmla="*/ 24 w 176"/>
              <ns1:gd name="T27" fmla="*/ 132 h 144"/>
              <ns1:gd name="T28" fmla="*/ 12 w 176"/>
              <ns1:gd name="T29" fmla="*/ 120 h 144"/>
              <ns1:gd name="T30" fmla="*/ 44 w 176"/>
              <ns1:gd name="T31" fmla="*/ 16 h 144"/>
              <ns1:gd name="T32" fmla="*/ 172 w 176"/>
              <ns1:gd name="T33" fmla="*/ 16 h 144"/>
              <ns1:gd name="T34" fmla="*/ 176 w 176"/>
              <ns1:gd name="T35" fmla="*/ 12 h 144"/>
              <ns1:gd name="T36" fmla="*/ 172 w 176"/>
              <ns1:gd name="T37" fmla="*/ 8 h 144"/>
              <ns1:gd name="T38" fmla="*/ 44 w 176"/>
              <ns1:gd name="T39" fmla="*/ 8 h 144"/>
              <ns1:gd name="T40" fmla="*/ 40 w 176"/>
              <ns1:gd name="T41" fmla="*/ 12 h 144"/>
              <ns1:gd name="T42" fmla="*/ 44 w 176"/>
              <ns1:gd name="T43" fmla="*/ 16 h 144"/>
              <ns1:gd name="T44" fmla="*/ 172 w 176"/>
              <ns1:gd name="T45" fmla="*/ 128 h 144"/>
              <ns1:gd name="T46" fmla="*/ 44 w 176"/>
              <ns1:gd name="T47" fmla="*/ 128 h 144"/>
              <ns1:gd name="T48" fmla="*/ 40 w 176"/>
              <ns1:gd name="T49" fmla="*/ 132 h 144"/>
              <ns1:gd name="T50" fmla="*/ 44 w 176"/>
              <ns1:gd name="T51" fmla="*/ 136 h 144"/>
              <ns1:gd name="T52" fmla="*/ 172 w 176"/>
              <ns1:gd name="T53" fmla="*/ 136 h 144"/>
              <ns1:gd name="T54" fmla="*/ 176 w 176"/>
              <ns1:gd name="T55" fmla="*/ 132 h 144"/>
              <ns1:gd name="T56" fmla="*/ 172 w 176"/>
              <ns1:gd name="T57" fmla="*/ 128 h 144"/>
              <ns1:gd name="T58" fmla="*/ 12 w 176"/>
              <ns1:gd name="T59" fmla="*/ 0 h 144"/>
              <ns1:gd name="T60" fmla="*/ 0 w 176"/>
              <ns1:gd name="T61" fmla="*/ 12 h 144"/>
              <ns1:gd name="T62" fmla="*/ 12 w 176"/>
              <ns1:gd name="T63" fmla="*/ 24 h 144"/>
              <ns1:gd name="T64" fmla="*/ 24 w 176"/>
              <ns1:gd name="T65" fmla="*/ 12 h 144"/>
              <ns1:gd name="T66" fmla="*/ 12 w 176"/>
              <ns1:gd name="T67" fmla="*/ 0 h 144"/>
              <ns1:gd name="T68" fmla="*/ 172 w 176"/>
              <ns1:gd name="T69" fmla="*/ 48 h 144"/>
              <ns1:gd name="T70" fmla="*/ 44 w 176"/>
              <ns1:gd name="T71" fmla="*/ 48 h 144"/>
              <ns1:gd name="T72" fmla="*/ 40 w 176"/>
              <ns1:gd name="T73" fmla="*/ 52 h 144"/>
              <ns1:gd name="T74" fmla="*/ 44 w 176"/>
              <ns1:gd name="T75" fmla="*/ 56 h 144"/>
              <ns1:gd name="T76" fmla="*/ 172 w 176"/>
              <ns1:gd name="T77" fmla="*/ 56 h 144"/>
              <ns1:gd name="T78" fmla="*/ 176 w 176"/>
              <ns1:gd name="T79" fmla="*/ 52 h 144"/>
              <ns1:gd name="T80" fmla="*/ 172 w 176"/>
              <ns1:gd name="T81" fmla="*/ 48 h 144"/>
              <ns1:gd name="T82" fmla="*/ 172 w 176"/>
              <ns1:gd name="T83" fmla="*/ 88 h 144"/>
              <ns1:gd name="T84" fmla="*/ 44 w 176"/>
              <ns1:gd name="T85" fmla="*/ 88 h 144"/>
              <ns1:gd name="T86" fmla="*/ 40 w 176"/>
              <ns1:gd name="T87" fmla="*/ 92 h 144"/>
              <ns1:gd name="T88" fmla="*/ 44 w 176"/>
              <ns1:gd name="T89" fmla="*/ 96 h 144"/>
              <ns1:gd name="T90" fmla="*/ 172 w 176"/>
              <ns1:gd name="T91" fmla="*/ 96 h 144"/>
              <ns1:gd name="T92" fmla="*/ 176 w 176"/>
              <ns1:gd name="T93" fmla="*/ 92 h 144"/>
              <ns1:gd name="T94" fmla="*/ 172 w 176"/>
              <ns1:gd name="T95" fmla="*/ 88 h 144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  <ns1:cxn ang="0">
                <ns1:pos x="T32" y="T33"/>
              </ns1:cxn>
              <ns1:cxn ang="0">
                <ns1:pos x="T34" y="T35"/>
              </ns1:cxn>
              <ns1:cxn ang="0">
                <ns1:pos x="T36" y="T37"/>
              </ns1:cxn>
              <ns1:cxn ang="0">
                <ns1:pos x="T38" y="T39"/>
              </ns1:cxn>
              <ns1:cxn ang="0">
                <ns1:pos x="T40" y="T41"/>
              </ns1:cxn>
              <ns1:cxn ang="0">
                <ns1:pos x="T42" y="T43"/>
              </ns1:cxn>
              <ns1:cxn ang="0">
                <ns1:pos x="T44" y="T45"/>
              </ns1:cxn>
              <ns1:cxn ang="0">
                <ns1:pos x="T46" y="T47"/>
              </ns1:cxn>
              <ns1:cxn ang="0">
                <ns1:pos x="T48" y="T49"/>
              </ns1:cxn>
              <ns1:cxn ang="0">
                <ns1:pos x="T50" y="T51"/>
              </ns1:cxn>
              <ns1:cxn ang="0">
                <ns1:pos x="T52" y="T53"/>
              </ns1:cxn>
              <ns1:cxn ang="0">
                <ns1:pos x="T54" y="T55"/>
              </ns1:cxn>
              <ns1:cxn ang="0">
                <ns1:pos x="T56" y="T57"/>
              </ns1:cxn>
              <ns1:cxn ang="0">
                <ns1:pos x="T58" y="T59"/>
              </ns1:cxn>
              <ns1:cxn ang="0">
                <ns1:pos x="T60" y="T61"/>
              </ns1:cxn>
              <ns1:cxn ang="0">
                <ns1:pos x="T62" y="T63"/>
              </ns1:cxn>
              <ns1:cxn ang="0">
                <ns1:pos x="T64" y="T65"/>
              </ns1:cxn>
              <ns1:cxn ang="0">
                <ns1:pos x="T66" y="T67"/>
              </ns1:cxn>
              <ns1:cxn ang="0">
                <ns1:pos x="T68" y="T69"/>
              </ns1:cxn>
              <ns1:cxn ang="0">
                <ns1:pos x="T70" y="T71"/>
              </ns1:cxn>
              <ns1:cxn ang="0">
                <ns1:pos x="T72" y="T73"/>
              </ns1:cxn>
              <ns1:cxn ang="0">
                <ns1:pos x="T74" y="T75"/>
              </ns1:cxn>
              <ns1:cxn ang="0">
                <ns1:pos x="T76" y="T77"/>
              </ns1:cxn>
              <ns1:cxn ang="0">
                <ns1:pos x="T78" y="T79"/>
              </ns1:cxn>
              <ns1:cxn ang="0">
                <ns1:pos x="T80" y="T81"/>
              </ns1:cxn>
              <ns1:cxn ang="0">
                <ns1:pos x="T82" y="T83"/>
              </ns1:cxn>
              <ns1:cxn ang="0">
                <ns1:pos x="T84" y="T85"/>
              </ns1:cxn>
              <ns1:cxn ang="0">
                <ns1:pos x="T86" y="T87"/>
              </ns1:cxn>
              <ns1:cxn ang="0">
                <ns1:pos x="T88" y="T89"/>
              </ns1:cxn>
              <ns1:cxn ang="0">
                <ns1:pos x="T90" y="T91"/>
              </ns1:cxn>
              <ns1:cxn ang="0">
                <ns1:pos x="T92" y="T93"/>
              </ns1:cxn>
              <ns1:cxn ang="0">
                <ns1:pos x="T94" y="T95"/>
              </ns1:cxn>
            </ns1:cxnLst>
            <ns1:rect l="0" t="0" r="r" b="b"/>
            <ns1:pathLst>
              <ns1:path w="176" h="144">
                <ns1:moveTo>
                  <ns1:pt x="12" y="80"/>
                </ns1:moveTo>
                <ns1:cubicBezTo>
                  <ns1:pt x="5" y="80"/>
                  <ns1:pt x="0" y="85"/>
                  <ns1:pt x="0" y="92"/>
                </ns1:cubicBezTo>
                <ns1:cubicBezTo>
                  <ns1:pt x="0" y="99"/>
                  <ns1:pt x="5" y="104"/>
                  <ns1:pt x="12" y="104"/>
                </ns1:cubicBezTo>
                <ns1:cubicBezTo>
                  <ns1:pt x="19" y="104"/>
                  <ns1:pt x="24" y="99"/>
                  <ns1:pt x="24" y="92"/>
                </ns1:cubicBezTo>
                <ns1:cubicBezTo>
                  <ns1:pt x="24" y="85"/>
                  <ns1:pt x="19" y="80"/>
                  <ns1:pt x="12" y="80"/>
                </ns1:cubicBezTo>
                <ns1:moveTo>
                  <ns1:pt x="12" y="40"/>
                </ns1:moveTo>
                <ns1:cubicBezTo>
                  <ns1:pt x="5" y="40"/>
                  <ns1:pt x="0" y="45"/>
                  <ns1:pt x="0" y="52"/>
                </ns1:cubicBezTo>
                <ns1:cubicBezTo>
                  <ns1:pt x="0" y="59"/>
                  <ns1:pt x="5" y="64"/>
                  <ns1:pt x="12" y="64"/>
                </ns1:cubicBezTo>
                <ns1:cubicBezTo>
                  <ns1:pt x="19" y="64"/>
                  <ns1:pt x="24" y="59"/>
                  <ns1:pt x="24" y="52"/>
                </ns1:cubicBezTo>
                <ns1:cubicBezTo>
                  <ns1:pt x="24" y="45"/>
                  <ns1:pt x="19" y="40"/>
                  <ns1:pt x="12" y="40"/>
                </ns1:cubicBezTo>
                <ns1:moveTo>
                  <ns1:pt x="12" y="120"/>
                </ns1:moveTo>
                <ns1:cubicBezTo>
                  <ns1:pt x="5" y="120"/>
                  <ns1:pt x="0" y="125"/>
                  <ns1:pt x="0" y="132"/>
                </ns1:cubicBezTo>
                <ns1:cubicBezTo>
                  <ns1:pt x="0" y="139"/>
                  <ns1:pt x="5" y="144"/>
                  <ns1:pt x="12" y="144"/>
                </ns1:cubicBezTo>
                <ns1:cubicBezTo>
                  <ns1:pt x="19" y="144"/>
                  <ns1:pt x="24" y="139"/>
                  <ns1:pt x="24" y="132"/>
                </ns1:cubicBezTo>
                <ns1:cubicBezTo>
                  <ns1:pt x="24" y="125"/>
                  <ns1:pt x="19" y="120"/>
                  <ns1:pt x="12" y="120"/>
                </ns1:cubicBezTo>
                <ns1:moveTo>
                  <ns1:pt x="44" y="16"/>
                </ns1:moveTo>
                <ns1:cubicBezTo>
                  <ns1:pt x="172" y="16"/>
                  <ns1:pt x="172" y="16"/>
                  <ns1:pt x="172" y="16"/>
                </ns1:cubicBezTo>
                <ns1:cubicBezTo>
                  <ns1:pt x="174" y="16"/>
                  <ns1:pt x="176" y="14"/>
                  <ns1:pt x="176" y="12"/>
                </ns1:cubicBezTo>
                <ns1:cubicBezTo>
                  <ns1:pt x="176" y="10"/>
                  <ns1:pt x="174" y="8"/>
                  <ns1:pt x="172" y="8"/>
                </ns1:cubicBezTo>
                <ns1:cubicBezTo>
                  <ns1:pt x="44" y="8"/>
                  <ns1:pt x="44" y="8"/>
                  <ns1:pt x="44" y="8"/>
                </ns1:cubicBezTo>
                <ns1:cubicBezTo>
                  <ns1:pt x="42" y="8"/>
                  <ns1:pt x="40" y="10"/>
                  <ns1:pt x="40" y="12"/>
                </ns1:cubicBezTo>
                <ns1:cubicBezTo>
                  <ns1:pt x="40" y="14"/>
                  <ns1:pt x="42" y="16"/>
                  <ns1:pt x="44" y="16"/>
                </ns1:cubicBezTo>
                <ns1:moveTo>
                  <ns1:pt x="172" y="128"/>
                </ns1:moveTo>
                <ns1:cubicBezTo>
                  <ns1:pt x="44" y="128"/>
                  <ns1:pt x="44" y="128"/>
                  <ns1:pt x="44" y="128"/>
                </ns1:cubicBezTo>
                <ns1:cubicBezTo>
                  <ns1:pt x="42" y="128"/>
                  <ns1:pt x="40" y="130"/>
                  <ns1:pt x="40" y="132"/>
                </ns1:cubicBezTo>
                <ns1:cubicBezTo>
                  <ns1:pt x="40" y="134"/>
                  <ns1:pt x="42" y="136"/>
                  <ns1:pt x="44" y="136"/>
                </ns1:cubicBezTo>
                <ns1:cubicBezTo>
                  <ns1:pt x="172" y="136"/>
                  <ns1:pt x="172" y="136"/>
                  <ns1:pt x="172" y="136"/>
                </ns1:cubicBezTo>
                <ns1:cubicBezTo>
                  <ns1:pt x="174" y="136"/>
                  <ns1:pt x="176" y="134"/>
                  <ns1:pt x="176" y="132"/>
                </ns1:cubicBezTo>
                <ns1:cubicBezTo>
                  <ns1:pt x="176" y="130"/>
                  <ns1:pt x="174" y="128"/>
                  <ns1:pt x="172" y="128"/>
                </ns1:cubicBezTo>
                <ns1:moveTo>
                  <ns1:pt x="12" y="0"/>
                </ns1:moveTo>
                <ns1:cubicBezTo>
                  <ns1:pt x="5" y="0"/>
                  <ns1:pt x="0" y="5"/>
                  <ns1:pt x="0" y="12"/>
                </ns1:cubicBezTo>
                <ns1:cubicBezTo>
                  <ns1:pt x="0" y="19"/>
                  <ns1:pt x="5" y="24"/>
                  <ns1:pt x="12" y="24"/>
                </ns1:cubicBezTo>
                <ns1:cubicBezTo>
                  <ns1:pt x="19" y="24"/>
                  <ns1:pt x="24" y="19"/>
                  <ns1:pt x="24" y="12"/>
                </ns1:cubicBezTo>
                <ns1:cubicBezTo>
                  <ns1:pt x="24" y="5"/>
                  <ns1:pt x="19" y="0"/>
                  <ns1:pt x="12" y="0"/>
                </ns1:cubicBezTo>
                <ns1:moveTo>
                  <ns1:pt x="172" y="48"/>
                </ns1:moveTo>
                <ns1:cubicBezTo>
                  <ns1:pt x="44" y="48"/>
                  <ns1:pt x="44" y="48"/>
                  <ns1:pt x="44" y="48"/>
                </ns1:cubicBezTo>
                <ns1:cubicBezTo>
                  <ns1:pt x="42" y="48"/>
                  <ns1:pt x="40" y="50"/>
                  <ns1:pt x="40" y="52"/>
                </ns1:cubicBezTo>
                <ns1:cubicBezTo>
                  <ns1:pt x="40" y="54"/>
                  <ns1:pt x="42" y="56"/>
                  <ns1:pt x="44" y="56"/>
                </ns1:cubicBezTo>
                <ns1:cubicBezTo>
                  <ns1:pt x="172" y="56"/>
                  <ns1:pt x="172" y="56"/>
                  <ns1:pt x="172" y="56"/>
                </ns1:cubicBezTo>
                <ns1:cubicBezTo>
                  <ns1:pt x="174" y="56"/>
                  <ns1:pt x="176" y="54"/>
                  <ns1:pt x="176" y="52"/>
                </ns1:cubicBezTo>
                <ns1:cubicBezTo>
                  <ns1:pt x="176" y="50"/>
                  <ns1:pt x="174" y="48"/>
                  <ns1:pt x="172" y="48"/>
                </ns1:cubicBezTo>
                <ns1:moveTo>
                  <ns1:pt x="172" y="88"/>
                </ns1:moveTo>
                <ns1:cubicBezTo>
                  <ns1:pt x="44" y="88"/>
                  <ns1:pt x="44" y="88"/>
                  <ns1:pt x="44" y="88"/>
                </ns1:cubicBezTo>
                <ns1:cubicBezTo>
                  <ns1:pt x="42" y="88"/>
                  <ns1:pt x="40" y="90"/>
                  <ns1:pt x="40" y="92"/>
                </ns1:cubicBezTo>
                <ns1:cubicBezTo>
                  <ns1:pt x="40" y="94"/>
                  <ns1:pt x="42" y="96"/>
                  <ns1:pt x="44" y="96"/>
                </ns1:cubicBezTo>
                <ns1:cubicBezTo>
                  <ns1:pt x="172" y="96"/>
                  <ns1:pt x="172" y="96"/>
                  <ns1:pt x="172" y="96"/>
                </ns1:cubicBezTo>
                <ns1:cubicBezTo>
                  <ns1:pt x="174" y="96"/>
                  <ns1:pt x="176" y="94"/>
                  <ns1:pt x="176" y="92"/>
                </ns1:cubicBezTo>
                <ns1:cubicBezTo>
                  <ns1:pt x="176" y="90"/>
                  <ns1:pt x="174" y="88"/>
                  <ns1:pt x="172" y="88"/>
                </ns1:cubicBezTo>
              </ns1:path>
            </ns1:pathLst>
          </ns1:custGeom>
          <ns1:solidFill>
            <ns1:schemeClr val="tx1"/>
          </ns1:solidFill>
          <ns1:ln>
            <ns1:noFill/>
          </ns1:ln>
          <ns1:extLst/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en-US" sz="2700"/>
          </ns1:p>
        </ns0:txBody>
      </ns0:sp>
      <ns0:sp>
        <ns0:nvSpPr>
          <ns0:cNvPr id="95" name="Freeform 89"/>
          <ns0:cNvSpPr>
            <ns1:spLocks noEditPoints="1"/>
          </ns0:cNvSpPr>
          <ns0:nvPr/>
        </ns0:nvSpPr>
        <ns0:spPr bwMode="auto">
          <ns1:xfrm>
            <ns1:off x="6242051" y="5132388"/>
            <ns1:ext cx="320675" cy="261938"/>
          </ns1:xfrm>
          <ns1:custGeom>
            <ns1:avLst/>
            <ns1:gdLst>
              <ns1:gd name="T0" fmla="*/ 160 w 176"/>
              <ns1:gd name="T1" fmla="*/ 16 h 144"/>
              <ns1:gd name="T2" fmla="*/ 88 w 176"/>
              <ns1:gd name="T3" fmla="*/ 16 h 144"/>
              <ns1:gd name="T4" fmla="*/ 56 w 176"/>
              <ns1:gd name="T5" fmla="*/ 0 h 144"/>
              <ns1:gd name="T6" fmla="*/ 16 w 176"/>
              <ns1:gd name="T7" fmla="*/ 0 h 144"/>
              <ns1:gd name="T8" fmla="*/ 0 w 176"/>
              <ns1:gd name="T9" fmla="*/ 16 h 144"/>
              <ns1:gd name="T10" fmla="*/ 0 w 176"/>
              <ns1:gd name="T11" fmla="*/ 128 h 144"/>
              <ns1:gd name="T12" fmla="*/ 16 w 176"/>
              <ns1:gd name="T13" fmla="*/ 144 h 144"/>
              <ns1:gd name="T14" fmla="*/ 160 w 176"/>
              <ns1:gd name="T15" fmla="*/ 144 h 144"/>
              <ns1:gd name="T16" fmla="*/ 176 w 176"/>
              <ns1:gd name="T17" fmla="*/ 128 h 144"/>
              <ns1:gd name="T18" fmla="*/ 176 w 176"/>
              <ns1:gd name="T19" fmla="*/ 32 h 144"/>
              <ns1:gd name="T20" fmla="*/ 160 w 176"/>
              <ns1:gd name="T21" fmla="*/ 16 h 144"/>
              <ns1:gd name="T22" fmla="*/ 168 w 176"/>
              <ns1:gd name="T23" fmla="*/ 128 h 144"/>
              <ns1:gd name="T24" fmla="*/ 160 w 176"/>
              <ns1:gd name="T25" fmla="*/ 136 h 144"/>
              <ns1:gd name="T26" fmla="*/ 16 w 176"/>
              <ns1:gd name="T27" fmla="*/ 136 h 144"/>
              <ns1:gd name="T28" fmla="*/ 8 w 176"/>
              <ns1:gd name="T29" fmla="*/ 128 h 144"/>
              <ns1:gd name="T30" fmla="*/ 8 w 176"/>
              <ns1:gd name="T31" fmla="*/ 48 h 144"/>
              <ns1:gd name="T32" fmla="*/ 168 w 176"/>
              <ns1:gd name="T33" fmla="*/ 48 h 144"/>
              <ns1:gd name="T34" fmla="*/ 168 w 176"/>
              <ns1:gd name="T35" fmla="*/ 128 h 144"/>
              <ns1:gd name="T36" fmla="*/ 168 w 176"/>
              <ns1:gd name="T37" fmla="*/ 40 h 144"/>
              <ns1:gd name="T38" fmla="*/ 8 w 176"/>
              <ns1:gd name="T39" fmla="*/ 40 h 144"/>
              <ns1:gd name="T40" fmla="*/ 8 w 176"/>
              <ns1:gd name="T41" fmla="*/ 16 h 144"/>
              <ns1:gd name="T42" fmla="*/ 16 w 176"/>
              <ns1:gd name="T43" fmla="*/ 8 h 144"/>
              <ns1:gd name="T44" fmla="*/ 56 w 176"/>
              <ns1:gd name="T45" fmla="*/ 8 h 144"/>
              <ns1:gd name="T46" fmla="*/ 88 w 176"/>
              <ns1:gd name="T47" fmla="*/ 24 h 144"/>
              <ns1:gd name="T48" fmla="*/ 160 w 176"/>
              <ns1:gd name="T49" fmla="*/ 24 h 144"/>
              <ns1:gd name="T50" fmla="*/ 168 w 176"/>
              <ns1:gd name="T51" fmla="*/ 32 h 144"/>
              <ns1:gd name="T52" fmla="*/ 168 w 176"/>
              <ns1:gd name="T53" fmla="*/ 40 h 144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  <ns1:cxn ang="0">
                <ns1:pos x="T32" y="T33"/>
              </ns1:cxn>
              <ns1:cxn ang="0">
                <ns1:pos x="T34" y="T35"/>
              </ns1:cxn>
              <ns1:cxn ang="0">
                <ns1:pos x="T36" y="T37"/>
              </ns1:cxn>
              <ns1:cxn ang="0">
                <ns1:pos x="T38" y="T39"/>
              </ns1:cxn>
              <ns1:cxn ang="0">
                <ns1:pos x="T40" y="T41"/>
              </ns1:cxn>
              <ns1:cxn ang="0">
                <ns1:pos x="T42" y="T43"/>
              </ns1:cxn>
              <ns1:cxn ang="0">
                <ns1:pos x="T44" y="T45"/>
              </ns1:cxn>
              <ns1:cxn ang="0">
                <ns1:pos x="T46" y="T47"/>
              </ns1:cxn>
              <ns1:cxn ang="0">
                <ns1:pos x="T48" y="T49"/>
              </ns1:cxn>
              <ns1:cxn ang="0">
                <ns1:pos x="T50" y="T51"/>
              </ns1:cxn>
              <ns1:cxn ang="0">
                <ns1:pos x="T52" y="T53"/>
              </ns1:cxn>
            </ns1:cxnLst>
            <ns1:rect l="0" t="0" r="r" b="b"/>
            <ns1:pathLst>
              <ns1:path w="176" h="144">
                <ns1:moveTo>
                  <ns1:pt x="160" y="16"/>
                </ns1:moveTo>
                <ns1:cubicBezTo>
                  <ns1:pt x="88" y="16"/>
                  <ns1:pt x="88" y="16"/>
                  <ns1:pt x="88" y="16"/>
                </ns1:cubicBezTo>
                <ns1:cubicBezTo>
                  <ns1:pt x="72" y="16"/>
                  <ns1:pt x="72" y="0"/>
                  <ns1:pt x="56" y="0"/>
                </ns1:cubicBezTo>
                <ns1:cubicBezTo>
                  <ns1:pt x="16" y="0"/>
                  <ns1:pt x="16" y="0"/>
                  <ns1:pt x="16" y="0"/>
                </ns1:cubicBezTo>
                <ns1:cubicBezTo>
                  <ns1:pt x="7" y="0"/>
                  <ns1:pt x="0" y="7"/>
                  <ns1:pt x="0" y="16"/>
                </ns1:cubicBezTo>
                <ns1:cubicBezTo>
                  <ns1:pt x="0" y="128"/>
                  <ns1:pt x="0" y="128"/>
                  <ns1:pt x="0" y="128"/>
                </ns1:cubicBezTo>
                <ns1:cubicBezTo>
                  <ns1:pt x="0" y="137"/>
                  <ns1:pt x="7" y="144"/>
                  <ns1:pt x="16" y="144"/>
                </ns1:cubicBezTo>
                <ns1:cubicBezTo>
                  <ns1:pt x="160" y="144"/>
                  <ns1:pt x="160" y="144"/>
                  <ns1:pt x="160" y="144"/>
                </ns1:cubicBezTo>
                <ns1:cubicBezTo>
                  <ns1:pt x="169" y="144"/>
                  <ns1:pt x="176" y="137"/>
                  <ns1:pt x="176" y="128"/>
                </ns1:cubicBezTo>
                <ns1:cubicBezTo>
                  <ns1:pt x="176" y="32"/>
                  <ns1:pt x="176" y="32"/>
                  <ns1:pt x="176" y="32"/>
                </ns1:cubicBezTo>
                <ns1:cubicBezTo>
                  <ns1:pt x="176" y="23"/>
                  <ns1:pt x="169" y="16"/>
                  <ns1:pt x="160" y="16"/>
                </ns1:cubicBezTo>
                <ns1:moveTo>
                  <ns1:pt x="168" y="128"/>
                </ns1:moveTo>
                <ns1:cubicBezTo>
                  <ns1:pt x="168" y="132"/>
                  <ns1:pt x="164" y="136"/>
                  <ns1:pt x="160" y="136"/>
                </ns1:cubicBezTo>
                <ns1:cubicBezTo>
                  <ns1:pt x="16" y="136"/>
                  <ns1:pt x="16" y="136"/>
                  <ns1:pt x="16" y="136"/>
                </ns1:cubicBezTo>
                <ns1:cubicBezTo>
                  <ns1:pt x="12" y="136"/>
                  <ns1:pt x="8" y="132"/>
                  <ns1:pt x="8" y="128"/>
                </ns1:cubicBezTo>
                <ns1:cubicBezTo>
                  <ns1:pt x="8" y="48"/>
                  <ns1:pt x="8" y="48"/>
                  <ns1:pt x="8" y="48"/>
                </ns1:cubicBezTo>
                <ns1:cubicBezTo>
                  <ns1:pt x="168" y="48"/>
                  <ns1:pt x="168" y="48"/>
                  <ns1:pt x="168" y="48"/>
                </ns1:cubicBezTo>
                <ns1:lnTo>
                  <ns1:pt x="168" y="128"/>
                </ns1:lnTo>
                <ns1:close/>
                <ns1:moveTo>
                  <ns1:pt x="168" y="40"/>
                </ns1:moveTo>
                <ns1:cubicBezTo>
                  <ns1:pt x="8" y="40"/>
                  <ns1:pt x="8" y="40"/>
                  <ns1:pt x="8" y="40"/>
                </ns1:cubicBezTo>
                <ns1:cubicBezTo>
                  <ns1:pt x="8" y="16"/>
                  <ns1:pt x="8" y="16"/>
                  <ns1:pt x="8" y="16"/>
                </ns1:cubicBezTo>
                <ns1:cubicBezTo>
                  <ns1:pt x="8" y="12"/>
                  <ns1:pt x="12" y="8"/>
                  <ns1:pt x="16" y="8"/>
                </ns1:cubicBezTo>
                <ns1:cubicBezTo>
                  <ns1:pt x="56" y="8"/>
                  <ns1:pt x="56" y="8"/>
                  <ns1:pt x="56" y="8"/>
                </ns1:cubicBezTo>
                <ns1:cubicBezTo>
                  <ns1:pt x="68" y="8"/>
                  <ns1:pt x="68" y="24"/>
                  <ns1:pt x="88" y="24"/>
                </ns1:cubicBezTo>
                <ns1:cubicBezTo>
                  <ns1:pt x="160" y="24"/>
                  <ns1:pt x="160" y="24"/>
                  <ns1:pt x="160" y="24"/>
                </ns1:cubicBezTo>
                <ns1:cubicBezTo>
                  <ns1:pt x="164" y="24"/>
                  <ns1:pt x="168" y="28"/>
                  <ns1:pt x="168" y="32"/>
                </ns1:cubicBezTo>
                <ns1:lnTo>
                  <ns1:pt x="168" y="40"/>
                </ns1:lnTo>
                <ns1:close/>
              </ns1:path>
            </ns1:pathLst>
          </ns1:custGeom>
          <ns1:solidFill>
            <ns1:schemeClr val="tx1"/>
          </ns1:solidFill>
          <ns1:ln>
            <ns1:noFill/>
          </ns1:ln>
          <ns1:extLst/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en-US" sz="2700"/>
          </ns1:p>
        </ns0:txBody>
      </ns0:sp>
      <ns0:sp>
        <ns0:nvSpPr>
          <ns0:cNvPr id="96" name="Freeform 90"/>
          <ns0:cNvSpPr>
            <ns1:spLocks noEditPoints="1"/>
          </ns0:cNvSpPr>
          <ns0:nvPr/>
        </ns0:nvSpPr>
        <ns0:spPr bwMode="auto">
          <ns1:xfrm>
            <ns1:off x="6853239" y="5118102"/>
            <ns1:ext cx="320675" cy="290513"/>
          </ns1:xfrm>
          <ns1:custGeom>
            <ns1:avLst/>
            <ns1:gdLst>
              <ns1:gd name="T0" fmla="*/ 128 w 176"/>
              <ns1:gd name="T1" fmla="*/ 48 h 160"/>
              <ns1:gd name="T2" fmla="*/ 80 w 176"/>
              <ns1:gd name="T3" fmla="*/ 48 h 160"/>
              <ns1:gd name="T4" fmla="*/ 48 w 176"/>
              <ns1:gd name="T5" fmla="*/ 32 h 160"/>
              <ns1:gd name="T6" fmla="*/ 16 w 176"/>
              <ns1:gd name="T7" fmla="*/ 32 h 160"/>
              <ns1:gd name="T8" fmla="*/ 0 w 176"/>
              <ns1:gd name="T9" fmla="*/ 48 h 160"/>
              <ns1:gd name="T10" fmla="*/ 0 w 176"/>
              <ns1:gd name="T11" fmla="*/ 144 h 160"/>
              <ns1:gd name="T12" fmla="*/ 16 w 176"/>
              <ns1:gd name="T13" fmla="*/ 160 h 160"/>
              <ns1:gd name="T14" fmla="*/ 128 w 176"/>
              <ns1:gd name="T15" fmla="*/ 160 h 160"/>
              <ns1:gd name="T16" fmla="*/ 144 w 176"/>
              <ns1:gd name="T17" fmla="*/ 144 h 160"/>
              <ns1:gd name="T18" fmla="*/ 144 w 176"/>
              <ns1:gd name="T19" fmla="*/ 64 h 160"/>
              <ns1:gd name="T20" fmla="*/ 128 w 176"/>
              <ns1:gd name="T21" fmla="*/ 48 h 160"/>
              <ns1:gd name="T22" fmla="*/ 136 w 176"/>
              <ns1:gd name="T23" fmla="*/ 144 h 160"/>
              <ns1:gd name="T24" fmla="*/ 128 w 176"/>
              <ns1:gd name="T25" fmla="*/ 152 h 160"/>
              <ns1:gd name="T26" fmla="*/ 16 w 176"/>
              <ns1:gd name="T27" fmla="*/ 152 h 160"/>
              <ns1:gd name="T28" fmla="*/ 8 w 176"/>
              <ns1:gd name="T29" fmla="*/ 144 h 160"/>
              <ns1:gd name="T30" fmla="*/ 8 w 176"/>
              <ns1:gd name="T31" fmla="*/ 80 h 160"/>
              <ns1:gd name="T32" fmla="*/ 136 w 176"/>
              <ns1:gd name="T33" fmla="*/ 80 h 160"/>
              <ns1:gd name="T34" fmla="*/ 136 w 176"/>
              <ns1:gd name="T35" fmla="*/ 144 h 160"/>
              <ns1:gd name="T36" fmla="*/ 136 w 176"/>
              <ns1:gd name="T37" fmla="*/ 72 h 160"/>
              <ns1:gd name="T38" fmla="*/ 8 w 176"/>
              <ns1:gd name="T39" fmla="*/ 72 h 160"/>
              <ns1:gd name="T40" fmla="*/ 8 w 176"/>
              <ns1:gd name="T41" fmla="*/ 48 h 160"/>
              <ns1:gd name="T42" fmla="*/ 16 w 176"/>
              <ns1:gd name="T43" fmla="*/ 40 h 160"/>
              <ns1:gd name="T44" fmla="*/ 48 w 176"/>
              <ns1:gd name="T45" fmla="*/ 40 h 160"/>
              <ns1:gd name="T46" fmla="*/ 80 w 176"/>
              <ns1:gd name="T47" fmla="*/ 56 h 160"/>
              <ns1:gd name="T48" fmla="*/ 128 w 176"/>
              <ns1:gd name="T49" fmla="*/ 56 h 160"/>
              <ns1:gd name="T50" fmla="*/ 136 w 176"/>
              <ns1:gd name="T51" fmla="*/ 64 h 160"/>
              <ns1:gd name="T52" fmla="*/ 136 w 176"/>
              <ns1:gd name="T53" fmla="*/ 72 h 160"/>
              <ns1:gd name="T54" fmla="*/ 160 w 176"/>
              <ns1:gd name="T55" fmla="*/ 16 h 160"/>
              <ns1:gd name="T56" fmla="*/ 112 w 176"/>
              <ns1:gd name="T57" fmla="*/ 16 h 160"/>
              <ns1:gd name="T58" fmla="*/ 80 w 176"/>
              <ns1:gd name="T59" fmla="*/ 0 h 160"/>
              <ns1:gd name="T60" fmla="*/ 48 w 176"/>
              <ns1:gd name="T61" fmla="*/ 0 h 160"/>
              <ns1:gd name="T62" fmla="*/ 32 w 176"/>
              <ns1:gd name="T63" fmla="*/ 16 h 160"/>
              <ns1:gd name="T64" fmla="*/ 32 w 176"/>
              <ns1:gd name="T65" fmla="*/ 20 h 160"/>
              <ns1:gd name="T66" fmla="*/ 36 w 176"/>
              <ns1:gd name="T67" fmla="*/ 24 h 160"/>
              <ns1:gd name="T68" fmla="*/ 40 w 176"/>
              <ns1:gd name="T69" fmla="*/ 20 h 160"/>
              <ns1:gd name="T70" fmla="*/ 40 w 176"/>
              <ns1:gd name="T71" fmla="*/ 16 h 160"/>
              <ns1:gd name="T72" fmla="*/ 48 w 176"/>
              <ns1:gd name="T73" fmla="*/ 8 h 160"/>
              <ns1:gd name="T74" fmla="*/ 80 w 176"/>
              <ns1:gd name="T75" fmla="*/ 8 h 160"/>
              <ns1:gd name="T76" fmla="*/ 112 w 176"/>
              <ns1:gd name="T77" fmla="*/ 24 h 160"/>
              <ns1:gd name="T78" fmla="*/ 160 w 176"/>
              <ns1:gd name="T79" fmla="*/ 24 h 160"/>
              <ns1:gd name="T80" fmla="*/ 168 w 176"/>
              <ns1:gd name="T81" fmla="*/ 32 h 160"/>
              <ns1:gd name="T82" fmla="*/ 168 w 176"/>
              <ns1:gd name="T83" fmla="*/ 112 h 160"/>
              <ns1:gd name="T84" fmla="*/ 160 w 176"/>
              <ns1:gd name="T85" fmla="*/ 120 h 160"/>
              <ns1:gd name="T86" fmla="*/ 156 w 176"/>
              <ns1:gd name="T87" fmla="*/ 120 h 160"/>
              <ns1:gd name="T88" fmla="*/ 152 w 176"/>
              <ns1:gd name="T89" fmla="*/ 124 h 160"/>
              <ns1:gd name="T90" fmla="*/ 156 w 176"/>
              <ns1:gd name="T91" fmla="*/ 128 h 160"/>
              <ns1:gd name="T92" fmla="*/ 160 w 176"/>
              <ns1:gd name="T93" fmla="*/ 128 h 160"/>
              <ns1:gd name="T94" fmla="*/ 176 w 176"/>
              <ns1:gd name="T95" fmla="*/ 112 h 160"/>
              <ns1:gd name="T96" fmla="*/ 176 w 176"/>
              <ns1:gd name="T97" fmla="*/ 32 h 160"/>
              <ns1:gd name="T98" fmla="*/ 160 w 176"/>
              <ns1:gd name="T99" fmla="*/ 16 h 160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  <ns1:cxn ang="0">
                <ns1:pos x="T32" y="T33"/>
              </ns1:cxn>
              <ns1:cxn ang="0">
                <ns1:pos x="T34" y="T35"/>
              </ns1:cxn>
              <ns1:cxn ang="0">
                <ns1:pos x="T36" y="T37"/>
              </ns1:cxn>
              <ns1:cxn ang="0">
                <ns1:pos x="T38" y="T39"/>
              </ns1:cxn>
              <ns1:cxn ang="0">
                <ns1:pos x="T40" y="T41"/>
              </ns1:cxn>
              <ns1:cxn ang="0">
                <ns1:pos x="T42" y="T43"/>
              </ns1:cxn>
              <ns1:cxn ang="0">
                <ns1:pos x="T44" y="T45"/>
              </ns1:cxn>
              <ns1:cxn ang="0">
                <ns1:pos x="T46" y="T47"/>
              </ns1:cxn>
              <ns1:cxn ang="0">
                <ns1:pos x="T48" y="T49"/>
              </ns1:cxn>
              <ns1:cxn ang="0">
                <ns1:pos x="T50" y="T51"/>
              </ns1:cxn>
              <ns1:cxn ang="0">
                <ns1:pos x="T52" y="T53"/>
              </ns1:cxn>
              <ns1:cxn ang="0">
                <ns1:pos x="T54" y="T55"/>
              </ns1:cxn>
              <ns1:cxn ang="0">
                <ns1:pos x="T56" y="T57"/>
              </ns1:cxn>
              <ns1:cxn ang="0">
                <ns1:pos x="T58" y="T59"/>
              </ns1:cxn>
              <ns1:cxn ang="0">
                <ns1:pos x="T60" y="T61"/>
              </ns1:cxn>
              <ns1:cxn ang="0">
                <ns1:pos x="T62" y="T63"/>
              </ns1:cxn>
              <ns1:cxn ang="0">
                <ns1:pos x="T64" y="T65"/>
              </ns1:cxn>
              <ns1:cxn ang="0">
                <ns1:pos x="T66" y="T67"/>
              </ns1:cxn>
              <ns1:cxn ang="0">
                <ns1:pos x="T68" y="T69"/>
              </ns1:cxn>
              <ns1:cxn ang="0">
                <ns1:pos x="T70" y="T71"/>
              </ns1:cxn>
              <ns1:cxn ang="0">
                <ns1:pos x="T72" y="T73"/>
              </ns1:cxn>
              <ns1:cxn ang="0">
                <ns1:pos x="T74" y="T75"/>
              </ns1:cxn>
              <ns1:cxn ang="0">
                <ns1:pos x="T76" y="T77"/>
              </ns1:cxn>
              <ns1:cxn ang="0">
                <ns1:pos x="T78" y="T79"/>
              </ns1:cxn>
              <ns1:cxn ang="0">
                <ns1:pos x="T80" y="T81"/>
              </ns1:cxn>
              <ns1:cxn ang="0">
                <ns1:pos x="T82" y="T83"/>
              </ns1:cxn>
              <ns1:cxn ang="0">
                <ns1:pos x="T84" y="T85"/>
              </ns1:cxn>
              <ns1:cxn ang="0">
                <ns1:pos x="T86" y="T87"/>
              </ns1:cxn>
              <ns1:cxn ang="0">
                <ns1:pos x="T88" y="T89"/>
              </ns1:cxn>
              <ns1:cxn ang="0">
                <ns1:pos x="T90" y="T91"/>
              </ns1:cxn>
              <ns1:cxn ang="0">
                <ns1:pos x="T92" y="T93"/>
              </ns1:cxn>
              <ns1:cxn ang="0">
                <ns1:pos x="T94" y="T95"/>
              </ns1:cxn>
              <ns1:cxn ang="0">
                <ns1:pos x="T96" y="T97"/>
              </ns1:cxn>
              <ns1:cxn ang="0">
                <ns1:pos x="T98" y="T99"/>
              </ns1:cxn>
            </ns1:cxnLst>
            <ns1:rect l="0" t="0" r="r" b="b"/>
            <ns1:pathLst>
              <ns1:path w="176" h="160">
                <ns1:moveTo>
                  <ns1:pt x="128" y="48"/>
                </ns1:moveTo>
                <ns1:cubicBezTo>
                  <ns1:pt x="80" y="48"/>
                  <ns1:pt x="80" y="48"/>
                  <ns1:pt x="80" y="48"/>
                </ns1:cubicBezTo>
                <ns1:cubicBezTo>
                  <ns1:pt x="64" y="48"/>
                  <ns1:pt x="64" y="32"/>
                  <ns1:pt x="48" y="32"/>
                </ns1:cubicBezTo>
                <ns1:cubicBezTo>
                  <ns1:pt x="16" y="32"/>
                  <ns1:pt x="16" y="32"/>
                  <ns1:pt x="16" y="32"/>
                </ns1:cubicBezTo>
                <ns1:cubicBezTo>
                  <ns1:pt x="7" y="32"/>
                  <ns1:pt x="0" y="39"/>
                  <ns1:pt x="0" y="48"/>
                </ns1:cubicBezTo>
                <ns1:cubicBezTo>
                  <ns1:pt x="0" y="144"/>
                  <ns1:pt x="0" y="144"/>
                  <ns1:pt x="0" y="144"/>
                </ns1:cubicBezTo>
                <ns1:cubicBezTo>
                  <ns1:pt x="0" y="153"/>
                  <ns1:pt x="7" y="160"/>
                  <ns1:pt x="16" y="160"/>
                </ns1:cubicBezTo>
                <ns1:cubicBezTo>
                  <ns1:pt x="128" y="160"/>
                  <ns1:pt x="128" y="160"/>
                  <ns1:pt x="128" y="160"/>
                </ns1:cubicBezTo>
                <ns1:cubicBezTo>
                  <ns1:pt x="137" y="160"/>
                  <ns1:pt x="144" y="153"/>
                  <ns1:pt x="144" y="144"/>
                </ns1:cubicBezTo>
                <ns1:cubicBezTo>
                  <ns1:pt x="144" y="64"/>
                  <ns1:pt x="144" y="64"/>
                  <ns1:pt x="144" y="64"/>
                </ns1:cubicBezTo>
                <ns1:cubicBezTo>
                  <ns1:pt x="144" y="55"/>
                  <ns1:pt x="137" y="48"/>
                  <ns1:pt x="128" y="48"/>
                </ns1:cubicBezTo>
                <ns1:moveTo>
                  <ns1:pt x="136" y="144"/>
                </ns1:moveTo>
                <ns1:cubicBezTo>
                  <ns1:pt x="136" y="148"/>
                  <ns1:pt x="132" y="152"/>
                  <ns1:pt x="128" y="152"/>
                </ns1:cubicBezTo>
                <ns1:cubicBezTo>
                  <ns1:pt x="16" y="152"/>
                  <ns1:pt x="16" y="152"/>
                  <ns1:pt x="16" y="152"/>
                </ns1:cubicBezTo>
                <ns1:cubicBezTo>
                  <ns1:pt x="12" y="152"/>
                  <ns1:pt x="8" y="148"/>
                  <ns1:pt x="8" y="144"/>
                </ns1:cubicBezTo>
                <ns1:cubicBezTo>
                  <ns1:pt x="8" y="80"/>
                  <ns1:pt x="8" y="80"/>
                  <ns1:pt x="8" y="80"/>
                </ns1:cubicBezTo>
                <ns1:cubicBezTo>
                  <ns1:pt x="136" y="80"/>
                  <ns1:pt x="136" y="80"/>
                  <ns1:pt x="136" y="80"/>
                </ns1:cubicBezTo>
                <ns1:lnTo>
                  <ns1:pt x="136" y="144"/>
                </ns1:lnTo>
                <ns1:close/>
                <ns1:moveTo>
                  <ns1:pt x="136" y="72"/>
                </ns1:moveTo>
                <ns1:cubicBezTo>
                  <ns1:pt x="8" y="72"/>
                  <ns1:pt x="8" y="72"/>
                  <ns1:pt x="8" y="72"/>
                </ns1:cubicBezTo>
                <ns1:cubicBezTo>
                  <ns1:pt x="8" y="48"/>
                  <ns1:pt x="8" y="48"/>
                  <ns1:pt x="8" y="48"/>
                </ns1:cubicBezTo>
                <ns1:cubicBezTo>
                  <ns1:pt x="8" y="44"/>
                  <ns1:pt x="12" y="40"/>
                  <ns1:pt x="16" y="40"/>
                </ns1:cubicBezTo>
                <ns1:cubicBezTo>
                  <ns1:pt x="48" y="40"/>
                  <ns1:pt x="48" y="40"/>
                  <ns1:pt x="48" y="40"/>
                </ns1:cubicBezTo>
                <ns1:cubicBezTo>
                  <ns1:pt x="60" y="40"/>
                  <ns1:pt x="60" y="56"/>
                  <ns1:pt x="80" y="56"/>
                </ns1:cubicBezTo>
                <ns1:cubicBezTo>
                  <ns1:pt x="128" y="56"/>
                  <ns1:pt x="128" y="56"/>
                  <ns1:pt x="128" y="56"/>
                </ns1:cubicBezTo>
                <ns1:cubicBezTo>
                  <ns1:pt x="132" y="56"/>
                  <ns1:pt x="136" y="60"/>
                  <ns1:pt x="136" y="64"/>
                </ns1:cubicBezTo>
                <ns1:lnTo>
                  <ns1:pt x="136" y="72"/>
                </ns1:lnTo>
                <ns1:close/>
                <ns1:moveTo>
                  <ns1:pt x="160" y="16"/>
                </ns1:moveTo>
                <ns1:cubicBezTo>
                  <ns1:pt x="112" y="16"/>
                  <ns1:pt x="112" y="16"/>
                  <ns1:pt x="112" y="16"/>
                </ns1:cubicBezTo>
                <ns1:cubicBezTo>
                  <ns1:pt x="96" y="16"/>
                  <ns1:pt x="96" y="0"/>
                  <ns1:pt x="80" y="0"/>
                </ns1:cubicBezTo>
                <ns1:cubicBezTo>
                  <ns1:pt x="48" y="0"/>
                  <ns1:pt x="48" y="0"/>
                  <ns1:pt x="48" y="0"/>
                </ns1:cubicBezTo>
                <ns1:cubicBezTo>
                  <ns1:pt x="39" y="0"/>
                  <ns1:pt x="32" y="7"/>
                  <ns1:pt x="32" y="16"/>
                </ns1:cubicBezTo>
                <ns1:cubicBezTo>
                  <ns1:pt x="32" y="20"/>
                  <ns1:pt x="32" y="20"/>
                  <ns1:pt x="32" y="20"/>
                </ns1:cubicBezTo>
                <ns1:cubicBezTo>
                  <ns1:pt x="32" y="22"/>
                  <ns1:pt x="34" y="24"/>
                  <ns1:pt x="36" y="24"/>
                </ns1:cubicBezTo>
                <ns1:cubicBezTo>
                  <ns1:pt x="38" y="24"/>
                  <ns1:pt x="40" y="22"/>
                  <ns1:pt x="40" y="20"/>
                </ns1:cubicBezTo>
                <ns1:cubicBezTo>
                  <ns1:pt x="40" y="16"/>
                  <ns1:pt x="40" y="16"/>
                  <ns1:pt x="40" y="16"/>
                </ns1:cubicBezTo>
                <ns1:cubicBezTo>
                  <ns1:pt x="40" y="12"/>
                  <ns1:pt x="44" y="8"/>
                  <ns1:pt x="48" y="8"/>
                </ns1:cubicBezTo>
                <ns1:cubicBezTo>
                  <ns1:pt x="80" y="8"/>
                  <ns1:pt x="80" y="8"/>
                  <ns1:pt x="80" y="8"/>
                </ns1:cubicBezTo>
                <ns1:cubicBezTo>
                  <ns1:pt x="92" y="8"/>
                  <ns1:pt x="92" y="24"/>
                  <ns1:pt x="112" y="24"/>
                </ns1:cubicBezTo>
                <ns1:cubicBezTo>
                  <ns1:pt x="160" y="24"/>
                  <ns1:pt x="160" y="24"/>
                  <ns1:pt x="160" y="24"/>
                </ns1:cubicBezTo>
                <ns1:cubicBezTo>
                  <ns1:pt x="164" y="24"/>
                  <ns1:pt x="168" y="28"/>
                  <ns1:pt x="168" y="32"/>
                </ns1:cubicBezTo>
                <ns1:cubicBezTo>
                  <ns1:pt x="168" y="112"/>
                  <ns1:pt x="168" y="112"/>
                  <ns1:pt x="168" y="112"/>
                </ns1:cubicBezTo>
                <ns1:cubicBezTo>
                  <ns1:pt x="168" y="116"/>
                  <ns1:pt x="164" y="120"/>
                  <ns1:pt x="160" y="120"/>
                </ns1:cubicBezTo>
                <ns1:cubicBezTo>
                  <ns1:pt x="156" y="120"/>
                  <ns1:pt x="156" y="120"/>
                  <ns1:pt x="156" y="120"/>
                </ns1:cubicBezTo>
                <ns1:cubicBezTo>
                  <ns1:pt x="154" y="120"/>
                  <ns1:pt x="152" y="122"/>
                  <ns1:pt x="152" y="124"/>
                </ns1:cubicBezTo>
                <ns1:cubicBezTo>
                  <ns1:pt x="152" y="126"/>
                  <ns1:pt x="154" y="128"/>
                  <ns1:pt x="156" y="128"/>
                </ns1:cubicBezTo>
                <ns1:cubicBezTo>
                  <ns1:pt x="160" y="128"/>
                  <ns1:pt x="160" y="128"/>
                  <ns1:pt x="160" y="128"/>
                </ns1:cubicBezTo>
                <ns1:cubicBezTo>
                  <ns1:pt x="169" y="128"/>
                  <ns1:pt x="176" y="121"/>
                  <ns1:pt x="176" y="112"/>
                </ns1:cubicBezTo>
                <ns1:cubicBezTo>
                  <ns1:pt x="176" y="32"/>
                  <ns1:pt x="176" y="32"/>
                  <ns1:pt x="176" y="32"/>
                </ns1:cubicBezTo>
                <ns1:cubicBezTo>
                  <ns1:pt x="176" y="23"/>
                  <ns1:pt x="169" y="16"/>
                  <ns1:pt x="160" y="16"/>
                </ns1:cubicBezTo>
              </ns1:path>
            </ns1:pathLst>
          </ns1:custGeom>
          <ns1:solidFill>
            <ns1:schemeClr val="tx1"/>
          </ns1:solidFill>
          <ns1:ln>
            <ns1:noFill/>
          </ns1:ln>
          <ns1:extLst/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en-US" sz="2700"/>
          </ns1:p>
        </ns0:txBody>
      </ns0:sp>
      <ns0:sp>
        <ns0:nvSpPr>
          <ns0:cNvPr id="97" name="Freeform 91"/>
          <ns0:cNvSpPr>
            <ns1:spLocks noEditPoints="1"/>
          </ns0:cNvSpPr>
          <ns0:nvPr/>
        </ns0:nvSpPr>
        <ns0:spPr bwMode="auto">
          <ns1:xfrm>
            <ns1:off x="7464426" y="5132388"/>
            <ns1:ext cx="320675" cy="261938"/>
          </ns1:xfrm>
          <ns1:custGeom>
            <ns1:avLst/>
            <ns1:gdLst>
              <ns1:gd name="T0" fmla="*/ 132 w 176"/>
              <ns1:gd name="T1" fmla="*/ 104 h 144"/>
              <ns1:gd name="T2" fmla="*/ 144 w 176"/>
              <ns1:gd name="T3" fmla="*/ 92 h 144"/>
              <ns1:gd name="T4" fmla="*/ 132 w 176"/>
              <ns1:gd name="T5" fmla="*/ 80 h 144"/>
              <ns1:gd name="T6" fmla="*/ 120 w 176"/>
              <ns1:gd name="T7" fmla="*/ 92 h 144"/>
              <ns1:gd name="T8" fmla="*/ 132 w 176"/>
              <ns1:gd name="T9" fmla="*/ 104 h 144"/>
              <ns1:gd name="T10" fmla="*/ 132 w 176"/>
              <ns1:gd name="T11" fmla="*/ 88 h 144"/>
              <ns1:gd name="T12" fmla="*/ 136 w 176"/>
              <ns1:gd name="T13" fmla="*/ 92 h 144"/>
              <ns1:gd name="T14" fmla="*/ 132 w 176"/>
              <ns1:gd name="T15" fmla="*/ 96 h 144"/>
              <ns1:gd name="T16" fmla="*/ 128 w 176"/>
              <ns1:gd name="T17" fmla="*/ 92 h 144"/>
              <ns1:gd name="T18" fmla="*/ 132 w 176"/>
              <ns1:gd name="T19" fmla="*/ 88 h 144"/>
              <ns1:gd name="T20" fmla="*/ 160 w 176"/>
              <ns1:gd name="T21" fmla="*/ 16 h 144"/>
              <ns1:gd name="T22" fmla="*/ 88 w 176"/>
              <ns1:gd name="T23" fmla="*/ 16 h 144"/>
              <ns1:gd name="T24" fmla="*/ 56 w 176"/>
              <ns1:gd name="T25" fmla="*/ 0 h 144"/>
              <ns1:gd name="T26" fmla="*/ 16 w 176"/>
              <ns1:gd name="T27" fmla="*/ 0 h 144"/>
              <ns1:gd name="T28" fmla="*/ 0 w 176"/>
              <ns1:gd name="T29" fmla="*/ 16 h 144"/>
              <ns1:gd name="T30" fmla="*/ 0 w 176"/>
              <ns1:gd name="T31" fmla="*/ 128 h 144"/>
              <ns1:gd name="T32" fmla="*/ 16 w 176"/>
              <ns1:gd name="T33" fmla="*/ 144 h 144"/>
              <ns1:gd name="T34" fmla="*/ 160 w 176"/>
              <ns1:gd name="T35" fmla="*/ 144 h 144"/>
              <ns1:gd name="T36" fmla="*/ 176 w 176"/>
              <ns1:gd name="T37" fmla="*/ 128 h 144"/>
              <ns1:gd name="T38" fmla="*/ 176 w 176"/>
              <ns1:gd name="T39" fmla="*/ 32 h 144"/>
              <ns1:gd name="T40" fmla="*/ 160 w 176"/>
              <ns1:gd name="T41" fmla="*/ 16 h 144"/>
              <ns1:gd name="T42" fmla="*/ 168 w 176"/>
              <ns1:gd name="T43" fmla="*/ 128 h 144"/>
              <ns1:gd name="T44" fmla="*/ 160 w 176"/>
              <ns1:gd name="T45" fmla="*/ 136 h 144"/>
              <ns1:gd name="T46" fmla="*/ 16 w 176"/>
              <ns1:gd name="T47" fmla="*/ 136 h 144"/>
              <ns1:gd name="T48" fmla="*/ 8 w 176"/>
              <ns1:gd name="T49" fmla="*/ 128 h 144"/>
              <ns1:gd name="T50" fmla="*/ 8 w 176"/>
              <ns1:gd name="T51" fmla="*/ 48 h 144"/>
              <ns1:gd name="T52" fmla="*/ 168 w 176"/>
              <ns1:gd name="T53" fmla="*/ 48 h 144"/>
              <ns1:gd name="T54" fmla="*/ 168 w 176"/>
              <ns1:gd name="T55" fmla="*/ 128 h 144"/>
              <ns1:gd name="T56" fmla="*/ 168 w 176"/>
              <ns1:gd name="T57" fmla="*/ 40 h 144"/>
              <ns1:gd name="T58" fmla="*/ 8 w 176"/>
              <ns1:gd name="T59" fmla="*/ 40 h 144"/>
              <ns1:gd name="T60" fmla="*/ 8 w 176"/>
              <ns1:gd name="T61" fmla="*/ 16 h 144"/>
              <ns1:gd name="T62" fmla="*/ 16 w 176"/>
              <ns1:gd name="T63" fmla="*/ 8 h 144"/>
              <ns1:gd name="T64" fmla="*/ 56 w 176"/>
              <ns1:gd name="T65" fmla="*/ 8 h 144"/>
              <ns1:gd name="T66" fmla="*/ 88 w 176"/>
              <ns1:gd name="T67" fmla="*/ 24 h 144"/>
              <ns1:gd name="T68" fmla="*/ 160 w 176"/>
              <ns1:gd name="T69" fmla="*/ 24 h 144"/>
              <ns1:gd name="T70" fmla="*/ 168 w 176"/>
              <ns1:gd name="T71" fmla="*/ 32 h 144"/>
              <ns1:gd name="T72" fmla="*/ 168 w 176"/>
              <ns1:gd name="T73" fmla="*/ 40 h 144"/>
              <ns1:gd name="T74" fmla="*/ 44 w 176"/>
              <ns1:gd name="T75" fmla="*/ 104 h 144"/>
              <ns1:gd name="T76" fmla="*/ 56 w 176"/>
              <ns1:gd name="T77" fmla="*/ 92 h 144"/>
              <ns1:gd name="T78" fmla="*/ 44 w 176"/>
              <ns1:gd name="T79" fmla="*/ 80 h 144"/>
              <ns1:gd name="T80" fmla="*/ 32 w 176"/>
              <ns1:gd name="T81" fmla="*/ 92 h 144"/>
              <ns1:gd name="T82" fmla="*/ 44 w 176"/>
              <ns1:gd name="T83" fmla="*/ 104 h 144"/>
              <ns1:gd name="T84" fmla="*/ 44 w 176"/>
              <ns1:gd name="T85" fmla="*/ 88 h 144"/>
              <ns1:gd name="T86" fmla="*/ 48 w 176"/>
              <ns1:gd name="T87" fmla="*/ 92 h 144"/>
              <ns1:gd name="T88" fmla="*/ 44 w 176"/>
              <ns1:gd name="T89" fmla="*/ 96 h 144"/>
              <ns1:gd name="T90" fmla="*/ 40 w 176"/>
              <ns1:gd name="T91" fmla="*/ 92 h 144"/>
              <ns1:gd name="T92" fmla="*/ 44 w 176"/>
              <ns1:gd name="T93" fmla="*/ 88 h 144"/>
              <ns1:gd name="T94" fmla="*/ 88 w 176"/>
              <ns1:gd name="T95" fmla="*/ 104 h 144"/>
              <ns1:gd name="T96" fmla="*/ 100 w 176"/>
              <ns1:gd name="T97" fmla="*/ 92 h 144"/>
              <ns1:gd name="T98" fmla="*/ 88 w 176"/>
              <ns1:gd name="T99" fmla="*/ 80 h 144"/>
              <ns1:gd name="T100" fmla="*/ 76 w 176"/>
              <ns1:gd name="T101" fmla="*/ 92 h 144"/>
              <ns1:gd name="T102" fmla="*/ 88 w 176"/>
              <ns1:gd name="T103" fmla="*/ 104 h 144"/>
              <ns1:gd name="T104" fmla="*/ 88 w 176"/>
              <ns1:gd name="T105" fmla="*/ 88 h 144"/>
              <ns1:gd name="T106" fmla="*/ 92 w 176"/>
              <ns1:gd name="T107" fmla="*/ 92 h 144"/>
              <ns1:gd name="T108" fmla="*/ 88 w 176"/>
              <ns1:gd name="T109" fmla="*/ 96 h 144"/>
              <ns1:gd name="T110" fmla="*/ 84 w 176"/>
              <ns1:gd name="T111" fmla="*/ 92 h 144"/>
              <ns1:gd name="T112" fmla="*/ 88 w 176"/>
              <ns1:gd name="T113" fmla="*/ 88 h 144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  <ns1:cxn ang="0">
                <ns1:pos x="T32" y="T33"/>
              </ns1:cxn>
              <ns1:cxn ang="0">
                <ns1:pos x="T34" y="T35"/>
              </ns1:cxn>
              <ns1:cxn ang="0">
                <ns1:pos x="T36" y="T37"/>
              </ns1:cxn>
              <ns1:cxn ang="0">
                <ns1:pos x="T38" y="T39"/>
              </ns1:cxn>
              <ns1:cxn ang="0">
                <ns1:pos x="T40" y="T41"/>
              </ns1:cxn>
              <ns1:cxn ang="0">
                <ns1:pos x="T42" y="T43"/>
              </ns1:cxn>
              <ns1:cxn ang="0">
                <ns1:pos x="T44" y="T45"/>
              </ns1:cxn>
              <ns1:cxn ang="0">
                <ns1:pos x="T46" y="T47"/>
              </ns1:cxn>
              <ns1:cxn ang="0">
                <ns1:pos x="T48" y="T49"/>
              </ns1:cxn>
              <ns1:cxn ang="0">
                <ns1:pos x="T50" y="T51"/>
              </ns1:cxn>
              <ns1:cxn ang="0">
                <ns1:pos x="T52" y="T53"/>
              </ns1:cxn>
              <ns1:cxn ang="0">
                <ns1:pos x="T54" y="T55"/>
              </ns1:cxn>
              <ns1:cxn ang="0">
                <ns1:pos x="T56" y="T57"/>
              </ns1:cxn>
              <ns1:cxn ang="0">
                <ns1:pos x="T58" y="T59"/>
              </ns1:cxn>
              <ns1:cxn ang="0">
                <ns1:pos x="T60" y="T61"/>
              </ns1:cxn>
              <ns1:cxn ang="0">
                <ns1:pos x="T62" y="T63"/>
              </ns1:cxn>
              <ns1:cxn ang="0">
                <ns1:pos x="T64" y="T65"/>
              </ns1:cxn>
              <ns1:cxn ang="0">
                <ns1:pos x="T66" y="T67"/>
              </ns1:cxn>
              <ns1:cxn ang="0">
                <ns1:pos x="T68" y="T69"/>
              </ns1:cxn>
              <ns1:cxn ang="0">
                <ns1:pos x="T70" y="T71"/>
              </ns1:cxn>
              <ns1:cxn ang="0">
                <ns1:pos x="T72" y="T73"/>
              </ns1:cxn>
              <ns1:cxn ang="0">
                <ns1:pos x="T74" y="T75"/>
              </ns1:cxn>
              <ns1:cxn ang="0">
                <ns1:pos x="T76" y="T77"/>
              </ns1:cxn>
              <ns1:cxn ang="0">
                <ns1:pos x="T78" y="T79"/>
              </ns1:cxn>
              <ns1:cxn ang="0">
                <ns1:pos x="T80" y="T81"/>
              </ns1:cxn>
              <ns1:cxn ang="0">
                <ns1:pos x="T82" y="T83"/>
              </ns1:cxn>
              <ns1:cxn ang="0">
                <ns1:pos x="T84" y="T85"/>
              </ns1:cxn>
              <ns1:cxn ang="0">
                <ns1:pos x="T86" y="T87"/>
              </ns1:cxn>
              <ns1:cxn ang="0">
                <ns1:pos x="T88" y="T89"/>
              </ns1:cxn>
              <ns1:cxn ang="0">
                <ns1:pos x="T90" y="T91"/>
              </ns1:cxn>
              <ns1:cxn ang="0">
                <ns1:pos x="T92" y="T93"/>
              </ns1:cxn>
              <ns1:cxn ang="0">
                <ns1:pos x="T94" y="T95"/>
              </ns1:cxn>
              <ns1:cxn ang="0">
                <ns1:pos x="T96" y="T97"/>
              </ns1:cxn>
              <ns1:cxn ang="0">
                <ns1:pos x="T98" y="T99"/>
              </ns1:cxn>
              <ns1:cxn ang="0">
                <ns1:pos x="T100" y="T101"/>
              </ns1:cxn>
              <ns1:cxn ang="0">
                <ns1:pos x="T102" y="T103"/>
              </ns1:cxn>
              <ns1:cxn ang="0">
                <ns1:pos x="T104" y="T105"/>
              </ns1:cxn>
              <ns1:cxn ang="0">
                <ns1:pos x="T106" y="T107"/>
              </ns1:cxn>
              <ns1:cxn ang="0">
                <ns1:pos x="T108" y="T109"/>
              </ns1:cxn>
              <ns1:cxn ang="0">
                <ns1:pos x="T110" y="T111"/>
              </ns1:cxn>
              <ns1:cxn ang="0">
                <ns1:pos x="T112" y="T113"/>
              </ns1:cxn>
            </ns1:cxnLst>
            <ns1:rect l="0" t="0" r="r" b="b"/>
            <ns1:pathLst>
              <ns1:path w="176" h="144">
                <ns1:moveTo>
                  <ns1:pt x="132" y="104"/>
                </ns1:moveTo>
                <ns1:cubicBezTo>
                  <ns1:pt x="139" y="104"/>
                  <ns1:pt x="144" y="99"/>
                  <ns1:pt x="144" y="92"/>
                </ns1:cubicBezTo>
                <ns1:cubicBezTo>
                  <ns1:pt x="144" y="85"/>
                  <ns1:pt x="139" y="80"/>
                  <ns1:pt x="132" y="80"/>
                </ns1:cubicBezTo>
                <ns1:cubicBezTo>
                  <ns1:pt x="125" y="80"/>
                  <ns1:pt x="120" y="85"/>
                  <ns1:pt x="120" y="92"/>
                </ns1:cubicBezTo>
                <ns1:cubicBezTo>
                  <ns1:pt x="120" y="99"/>
                  <ns1:pt x="125" y="104"/>
                  <ns1:pt x="132" y="104"/>
                </ns1:cubicBezTo>
                <ns1:moveTo>
                  <ns1:pt x="132" y="88"/>
                </ns1:moveTo>
                <ns1:cubicBezTo>
                  <ns1:pt x="134" y="88"/>
                  <ns1:pt x="136" y="90"/>
                  <ns1:pt x="136" y="92"/>
                </ns1:cubicBezTo>
                <ns1:cubicBezTo>
                  <ns1:pt x="136" y="94"/>
                  <ns1:pt x="134" y="96"/>
                  <ns1:pt x="132" y="96"/>
                </ns1:cubicBezTo>
                <ns1:cubicBezTo>
                  <ns1:pt x="130" y="96"/>
                  <ns1:pt x="128" y="94"/>
                  <ns1:pt x="128" y="92"/>
                </ns1:cubicBezTo>
                <ns1:cubicBezTo>
                  <ns1:pt x="128" y="90"/>
                  <ns1:pt x="130" y="88"/>
                  <ns1:pt x="132" y="88"/>
                </ns1:cubicBezTo>
                <ns1:moveTo>
                  <ns1:pt x="160" y="16"/>
                </ns1:moveTo>
                <ns1:cubicBezTo>
                  <ns1:pt x="88" y="16"/>
                  <ns1:pt x="88" y="16"/>
                  <ns1:pt x="88" y="16"/>
                </ns1:cubicBezTo>
                <ns1:cubicBezTo>
                  <ns1:pt x="72" y="16"/>
                  <ns1:pt x="72" y="0"/>
                  <ns1:pt x="56" y="0"/>
                </ns1:cubicBezTo>
                <ns1:cubicBezTo>
                  <ns1:pt x="16" y="0"/>
                  <ns1:pt x="16" y="0"/>
                  <ns1:pt x="16" y="0"/>
                </ns1:cubicBezTo>
                <ns1:cubicBezTo>
                  <ns1:pt x="7" y="0"/>
                  <ns1:pt x="0" y="7"/>
                  <ns1:pt x="0" y="16"/>
                </ns1:cubicBezTo>
                <ns1:cubicBezTo>
                  <ns1:pt x="0" y="128"/>
                  <ns1:pt x="0" y="128"/>
                  <ns1:pt x="0" y="128"/>
                </ns1:cubicBezTo>
                <ns1:cubicBezTo>
                  <ns1:pt x="0" y="137"/>
                  <ns1:pt x="7" y="144"/>
                  <ns1:pt x="16" y="144"/>
                </ns1:cubicBezTo>
                <ns1:cubicBezTo>
                  <ns1:pt x="160" y="144"/>
                  <ns1:pt x="160" y="144"/>
                  <ns1:pt x="160" y="144"/>
                </ns1:cubicBezTo>
                <ns1:cubicBezTo>
                  <ns1:pt x="169" y="144"/>
                  <ns1:pt x="176" y="137"/>
                  <ns1:pt x="176" y="128"/>
                </ns1:cubicBezTo>
                <ns1:cubicBezTo>
                  <ns1:pt x="176" y="32"/>
                  <ns1:pt x="176" y="32"/>
                  <ns1:pt x="176" y="32"/>
                </ns1:cubicBezTo>
                <ns1:cubicBezTo>
                  <ns1:pt x="176" y="23"/>
                  <ns1:pt x="169" y="16"/>
                  <ns1:pt x="160" y="16"/>
                </ns1:cubicBezTo>
                <ns1:moveTo>
                  <ns1:pt x="168" y="128"/>
                </ns1:moveTo>
                <ns1:cubicBezTo>
                  <ns1:pt x="168" y="132"/>
                  <ns1:pt x="164" y="136"/>
                  <ns1:pt x="160" y="136"/>
                </ns1:cubicBezTo>
                <ns1:cubicBezTo>
                  <ns1:pt x="16" y="136"/>
                  <ns1:pt x="16" y="136"/>
                  <ns1:pt x="16" y="136"/>
                </ns1:cubicBezTo>
                <ns1:cubicBezTo>
                  <ns1:pt x="12" y="136"/>
                  <ns1:pt x="8" y="132"/>
                  <ns1:pt x="8" y="128"/>
                </ns1:cubicBezTo>
                <ns1:cubicBezTo>
                  <ns1:pt x="8" y="48"/>
                  <ns1:pt x="8" y="48"/>
                  <ns1:pt x="8" y="48"/>
                </ns1:cubicBezTo>
                <ns1:cubicBezTo>
                  <ns1:pt x="168" y="48"/>
                  <ns1:pt x="168" y="48"/>
                  <ns1:pt x="168" y="48"/>
                </ns1:cubicBezTo>
                <ns1:lnTo>
                  <ns1:pt x="168" y="128"/>
                </ns1:lnTo>
                <ns1:close/>
                <ns1:moveTo>
                  <ns1:pt x="168" y="40"/>
                </ns1:moveTo>
                <ns1:cubicBezTo>
                  <ns1:pt x="8" y="40"/>
                  <ns1:pt x="8" y="40"/>
                  <ns1:pt x="8" y="40"/>
                </ns1:cubicBezTo>
                <ns1:cubicBezTo>
                  <ns1:pt x="8" y="16"/>
                  <ns1:pt x="8" y="16"/>
                  <ns1:pt x="8" y="16"/>
                </ns1:cubicBezTo>
                <ns1:cubicBezTo>
                  <ns1:pt x="8" y="12"/>
                  <ns1:pt x="12" y="8"/>
                  <ns1:pt x="16" y="8"/>
                </ns1:cubicBezTo>
                <ns1:cubicBezTo>
                  <ns1:pt x="56" y="8"/>
                  <ns1:pt x="56" y="8"/>
                  <ns1:pt x="56" y="8"/>
                </ns1:cubicBezTo>
                <ns1:cubicBezTo>
                  <ns1:pt x="68" y="8"/>
                  <ns1:pt x="68" y="24"/>
                  <ns1:pt x="88" y="24"/>
                </ns1:cubicBezTo>
                <ns1:cubicBezTo>
                  <ns1:pt x="160" y="24"/>
                  <ns1:pt x="160" y="24"/>
                  <ns1:pt x="160" y="24"/>
                </ns1:cubicBezTo>
                <ns1:cubicBezTo>
                  <ns1:pt x="164" y="24"/>
                  <ns1:pt x="168" y="28"/>
                  <ns1:pt x="168" y="32"/>
                </ns1:cubicBezTo>
                <ns1:lnTo>
                  <ns1:pt x="168" y="40"/>
                </ns1:lnTo>
                <ns1:close/>
                <ns1:moveTo>
                  <ns1:pt x="44" y="104"/>
                </ns1:moveTo>
                <ns1:cubicBezTo>
                  <ns1:pt x="51" y="104"/>
                  <ns1:pt x="56" y="99"/>
                  <ns1:pt x="56" y="92"/>
                </ns1:cubicBezTo>
                <ns1:cubicBezTo>
                  <ns1:pt x="56" y="85"/>
                  <ns1:pt x="51" y="80"/>
                  <ns1:pt x="44" y="80"/>
                </ns1:cubicBezTo>
                <ns1:cubicBezTo>
                  <ns1:pt x="37" y="80"/>
                  <ns1:pt x="32" y="85"/>
                  <ns1:pt x="32" y="92"/>
                </ns1:cubicBezTo>
                <ns1:cubicBezTo>
                  <ns1:pt x="32" y="99"/>
                  <ns1:pt x="37" y="104"/>
                  <ns1:pt x="44" y="104"/>
                </ns1:cubicBezTo>
                <ns1:moveTo>
                  <ns1:pt x="44" y="88"/>
                </ns1:moveTo>
                <ns1:cubicBezTo>
                  <ns1:pt x="46" y="88"/>
                  <ns1:pt x="48" y="90"/>
                  <ns1:pt x="48" y="92"/>
                </ns1:cubicBezTo>
                <ns1:cubicBezTo>
                  <ns1:pt x="48" y="94"/>
                  <ns1:pt x="46" y="96"/>
                  <ns1:pt x="44" y="96"/>
                </ns1:cubicBezTo>
                <ns1:cubicBezTo>
                  <ns1:pt x="42" y="96"/>
                  <ns1:pt x="40" y="94"/>
                  <ns1:pt x="40" y="92"/>
                </ns1:cubicBezTo>
                <ns1:cubicBezTo>
                  <ns1:pt x="40" y="90"/>
                  <ns1:pt x="42" y="88"/>
                  <ns1:pt x="44" y="88"/>
                </ns1:cubicBezTo>
                <ns1:moveTo>
                  <ns1:pt x="88" y="104"/>
                </ns1:moveTo>
                <ns1:cubicBezTo>
                  <ns1:pt x="95" y="104"/>
                  <ns1:pt x="100" y="99"/>
                  <ns1:pt x="100" y="92"/>
                </ns1:cubicBezTo>
                <ns1:cubicBezTo>
                  <ns1:pt x="100" y="85"/>
                  <ns1:pt x="95" y="80"/>
                  <ns1:pt x="88" y="80"/>
                </ns1:cubicBezTo>
                <ns1:cubicBezTo>
                  <ns1:pt x="81" y="80"/>
                  <ns1:pt x="76" y="85"/>
                  <ns1:pt x="76" y="92"/>
                </ns1:cubicBezTo>
                <ns1:cubicBezTo>
                  <ns1:pt x="76" y="99"/>
                  <ns1:pt x="81" y="104"/>
                  <ns1:pt x="88" y="104"/>
                </ns1:cubicBezTo>
                <ns1:moveTo>
                  <ns1:pt x="88" y="88"/>
                </ns1:moveTo>
                <ns1:cubicBezTo>
                  <ns1:pt x="90" y="88"/>
                  <ns1:pt x="92" y="90"/>
                  <ns1:pt x="92" y="92"/>
                </ns1:cubicBezTo>
                <ns1:cubicBezTo>
                  <ns1:pt x="92" y="94"/>
                  <ns1:pt x="90" y="96"/>
                  <ns1:pt x="88" y="96"/>
                </ns1:cubicBezTo>
                <ns1:cubicBezTo>
                  <ns1:pt x="86" y="96"/>
                  <ns1:pt x="84" y="94"/>
                  <ns1:pt x="84" y="92"/>
                </ns1:cubicBezTo>
                <ns1:cubicBezTo>
                  <ns1:pt x="84" y="90"/>
                  <ns1:pt x="86" y="88"/>
                  <ns1:pt x="88" y="88"/>
                </ns1:cubicBezTo>
              </ns1:path>
            </ns1:pathLst>
          </ns1:custGeom>
          <ns1:solidFill>
            <ns1:schemeClr val="tx1"/>
          </ns1:solidFill>
          <ns1:ln>
            <ns1:noFill/>
          </ns1:ln>
          <ns1:extLst/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en-US" sz="2700"/>
          </ns1:p>
        </ns0:txBody>
      </ns0:sp>
      <ns0:sp>
        <ns0:nvSpPr>
          <ns0:cNvPr id="98" name="Freeform 92"/>
          <ns0:cNvSpPr>
            <ns1:spLocks noEditPoints="1"/>
          </ns0:cNvSpPr>
          <ns0:nvPr/>
        </ns0:nvSpPr>
        <ns0:spPr bwMode="auto">
          <ns1:xfrm>
            <ns1:off x="8075614" y="5102227"/>
            <ns1:ext cx="320675" cy="320675"/>
          </ns1:xfrm>
          <ns1:custGeom>
            <ns1:avLst/>
            <ns1:gdLst>
              <ns1:gd name="T0" fmla="*/ 138 w 176"/>
              <ns1:gd name="T1" fmla="*/ 133 h 176"/>
              <ns1:gd name="T2" fmla="*/ 152 w 176"/>
              <ns1:gd name="T3" fmla="*/ 96 h 176"/>
              <ns1:gd name="T4" fmla="*/ 96 w 176"/>
              <ns1:gd name="T5" fmla="*/ 40 h 176"/>
              <ns1:gd name="T6" fmla="*/ 40 w 176"/>
              <ns1:gd name="T7" fmla="*/ 96 h 176"/>
              <ns1:gd name="T8" fmla="*/ 96 w 176"/>
              <ns1:gd name="T9" fmla="*/ 152 h 176"/>
              <ns1:gd name="T10" fmla="*/ 133 w 176"/>
              <ns1:gd name="T11" fmla="*/ 138 h 176"/>
              <ns1:gd name="T12" fmla="*/ 138 w 176"/>
              <ns1:gd name="T13" fmla="*/ 144 h 176"/>
              <ns1:gd name="T14" fmla="*/ 138 w 176"/>
              <ns1:gd name="T15" fmla="*/ 144 h 176"/>
              <ns1:gd name="T16" fmla="*/ 138 w 176"/>
              <ns1:gd name="T17" fmla="*/ 144 h 176"/>
              <ns1:gd name="T18" fmla="*/ 169 w 176"/>
              <ns1:gd name="T19" fmla="*/ 175 h 176"/>
              <ns1:gd name="T20" fmla="*/ 172 w 176"/>
              <ns1:gd name="T21" fmla="*/ 176 h 176"/>
              <ns1:gd name="T22" fmla="*/ 176 w 176"/>
              <ns1:gd name="T23" fmla="*/ 172 h 176"/>
              <ns1:gd name="T24" fmla="*/ 175 w 176"/>
              <ns1:gd name="T25" fmla="*/ 169 h 176"/>
              <ns1:gd name="T26" fmla="*/ 138 w 176"/>
              <ns1:gd name="T27" fmla="*/ 133 h 176"/>
              <ns1:gd name="T28" fmla="*/ 96 w 176"/>
              <ns1:gd name="T29" fmla="*/ 144 h 176"/>
              <ns1:gd name="T30" fmla="*/ 48 w 176"/>
              <ns1:gd name="T31" fmla="*/ 96 h 176"/>
              <ns1:gd name="T32" fmla="*/ 96 w 176"/>
              <ns1:gd name="T33" fmla="*/ 48 h 176"/>
              <ns1:gd name="T34" fmla="*/ 144 w 176"/>
              <ns1:gd name="T35" fmla="*/ 96 h 176"/>
              <ns1:gd name="T36" fmla="*/ 96 w 176"/>
              <ns1:gd name="T37" fmla="*/ 144 h 176"/>
              <ns1:gd name="T38" fmla="*/ 160 w 176"/>
              <ns1:gd name="T39" fmla="*/ 16 h 176"/>
              <ns1:gd name="T40" fmla="*/ 88 w 176"/>
              <ns1:gd name="T41" fmla="*/ 16 h 176"/>
              <ns1:gd name="T42" fmla="*/ 56 w 176"/>
              <ns1:gd name="T43" fmla="*/ 0 h 176"/>
              <ns1:gd name="T44" fmla="*/ 16 w 176"/>
              <ns1:gd name="T45" fmla="*/ 0 h 176"/>
              <ns1:gd name="T46" fmla="*/ 0 w 176"/>
              <ns1:gd name="T47" fmla="*/ 16 h 176"/>
              <ns1:gd name="T48" fmla="*/ 0 w 176"/>
              <ns1:gd name="T49" fmla="*/ 128 h 176"/>
              <ns1:gd name="T50" fmla="*/ 16 w 176"/>
              <ns1:gd name="T51" fmla="*/ 144 h 176"/>
              <ns1:gd name="T52" fmla="*/ 54 w 176"/>
              <ns1:gd name="T53" fmla="*/ 144 h 176"/>
              <ns1:gd name="T54" fmla="*/ 46 w 176"/>
              <ns1:gd name="T55" fmla="*/ 136 h 176"/>
              <ns1:gd name="T56" fmla="*/ 16 w 176"/>
              <ns1:gd name="T57" fmla="*/ 136 h 176"/>
              <ns1:gd name="T58" fmla="*/ 8 w 176"/>
              <ns1:gd name="T59" fmla="*/ 128 h 176"/>
              <ns1:gd name="T60" fmla="*/ 8 w 176"/>
              <ns1:gd name="T61" fmla="*/ 48 h 176"/>
              <ns1:gd name="T62" fmla="*/ 54 w 176"/>
              <ns1:gd name="T63" fmla="*/ 48 h 176"/>
              <ns1:gd name="T64" fmla="*/ 65 w 176"/>
              <ns1:gd name="T65" fmla="*/ 40 h 176"/>
              <ns1:gd name="T66" fmla="*/ 8 w 176"/>
              <ns1:gd name="T67" fmla="*/ 40 h 176"/>
              <ns1:gd name="T68" fmla="*/ 8 w 176"/>
              <ns1:gd name="T69" fmla="*/ 16 h 176"/>
              <ns1:gd name="T70" fmla="*/ 16 w 176"/>
              <ns1:gd name="T71" fmla="*/ 8 h 176"/>
              <ns1:gd name="T72" fmla="*/ 56 w 176"/>
              <ns1:gd name="T73" fmla="*/ 8 h 176"/>
              <ns1:gd name="T74" fmla="*/ 88 w 176"/>
              <ns1:gd name="T75" fmla="*/ 24 h 176"/>
              <ns1:gd name="T76" fmla="*/ 160 w 176"/>
              <ns1:gd name="T77" fmla="*/ 24 h 176"/>
              <ns1:gd name="T78" fmla="*/ 168 w 176"/>
              <ns1:gd name="T79" fmla="*/ 32 h 176"/>
              <ns1:gd name="T80" fmla="*/ 168 w 176"/>
              <ns1:gd name="T81" fmla="*/ 40 h 176"/>
              <ns1:gd name="T82" fmla="*/ 127 w 176"/>
              <ns1:gd name="T83" fmla="*/ 40 h 176"/>
              <ns1:gd name="T84" fmla="*/ 138 w 176"/>
              <ns1:gd name="T85" fmla="*/ 48 h 176"/>
              <ns1:gd name="T86" fmla="*/ 168 w 176"/>
              <ns1:gd name="T87" fmla="*/ 48 h 176"/>
              <ns1:gd name="T88" fmla="*/ 168 w 176"/>
              <ns1:gd name="T89" fmla="*/ 128 h 176"/>
              <ns1:gd name="T90" fmla="*/ 160 w 176"/>
              <ns1:gd name="T91" fmla="*/ 136 h 176"/>
              <ns1:gd name="T92" fmla="*/ 153 w 176"/>
              <ns1:gd name="T93" fmla="*/ 136 h 176"/>
              <ns1:gd name="T94" fmla="*/ 161 w 176"/>
              <ns1:gd name="T95" fmla="*/ 144 h 176"/>
              <ns1:gd name="T96" fmla="*/ 176 w 176"/>
              <ns1:gd name="T97" fmla="*/ 128 h 176"/>
              <ns1:gd name="T98" fmla="*/ 176 w 176"/>
              <ns1:gd name="T99" fmla="*/ 32 h 176"/>
              <ns1:gd name="T100" fmla="*/ 160 w 176"/>
              <ns1:gd name="T101" fmla="*/ 16 h 176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  <ns1:cxn ang="0">
                <ns1:pos x="T32" y="T33"/>
              </ns1:cxn>
              <ns1:cxn ang="0">
                <ns1:pos x="T34" y="T35"/>
              </ns1:cxn>
              <ns1:cxn ang="0">
                <ns1:pos x="T36" y="T37"/>
              </ns1:cxn>
              <ns1:cxn ang="0">
                <ns1:pos x="T38" y="T39"/>
              </ns1:cxn>
              <ns1:cxn ang="0">
                <ns1:pos x="T40" y="T41"/>
              </ns1:cxn>
              <ns1:cxn ang="0">
                <ns1:pos x="T42" y="T43"/>
              </ns1:cxn>
              <ns1:cxn ang="0">
                <ns1:pos x="T44" y="T45"/>
              </ns1:cxn>
              <ns1:cxn ang="0">
                <ns1:pos x="T46" y="T47"/>
              </ns1:cxn>
              <ns1:cxn ang="0">
                <ns1:pos x="T48" y="T49"/>
              </ns1:cxn>
              <ns1:cxn ang="0">
                <ns1:pos x="T50" y="T51"/>
              </ns1:cxn>
              <ns1:cxn ang="0">
                <ns1:pos x="T52" y="T53"/>
              </ns1:cxn>
              <ns1:cxn ang="0">
                <ns1:pos x="T54" y="T55"/>
              </ns1:cxn>
              <ns1:cxn ang="0">
                <ns1:pos x="T56" y="T57"/>
              </ns1:cxn>
              <ns1:cxn ang="0">
                <ns1:pos x="T58" y="T59"/>
              </ns1:cxn>
              <ns1:cxn ang="0">
                <ns1:pos x="T60" y="T61"/>
              </ns1:cxn>
              <ns1:cxn ang="0">
                <ns1:pos x="T62" y="T63"/>
              </ns1:cxn>
              <ns1:cxn ang="0">
                <ns1:pos x="T64" y="T65"/>
              </ns1:cxn>
              <ns1:cxn ang="0">
                <ns1:pos x="T66" y="T67"/>
              </ns1:cxn>
              <ns1:cxn ang="0">
                <ns1:pos x="T68" y="T69"/>
              </ns1:cxn>
              <ns1:cxn ang="0">
                <ns1:pos x="T70" y="T71"/>
              </ns1:cxn>
              <ns1:cxn ang="0">
                <ns1:pos x="T72" y="T73"/>
              </ns1:cxn>
              <ns1:cxn ang="0">
                <ns1:pos x="T74" y="T75"/>
              </ns1:cxn>
              <ns1:cxn ang="0">
                <ns1:pos x="T76" y="T77"/>
              </ns1:cxn>
              <ns1:cxn ang="0">
                <ns1:pos x="T78" y="T79"/>
              </ns1:cxn>
              <ns1:cxn ang="0">
                <ns1:pos x="T80" y="T81"/>
              </ns1:cxn>
              <ns1:cxn ang="0">
                <ns1:pos x="T82" y="T83"/>
              </ns1:cxn>
              <ns1:cxn ang="0">
                <ns1:pos x="T84" y="T85"/>
              </ns1:cxn>
              <ns1:cxn ang="0">
                <ns1:pos x="T86" y="T87"/>
              </ns1:cxn>
              <ns1:cxn ang="0">
                <ns1:pos x="T88" y="T89"/>
              </ns1:cxn>
              <ns1:cxn ang="0">
                <ns1:pos x="T90" y="T91"/>
              </ns1:cxn>
              <ns1:cxn ang="0">
                <ns1:pos x="T92" y="T93"/>
              </ns1:cxn>
              <ns1:cxn ang="0">
                <ns1:pos x="T94" y="T95"/>
              </ns1:cxn>
              <ns1:cxn ang="0">
                <ns1:pos x="T96" y="T97"/>
              </ns1:cxn>
              <ns1:cxn ang="0">
                <ns1:pos x="T98" y="T99"/>
              </ns1:cxn>
              <ns1:cxn ang="0">
                <ns1:pos x="T100" y="T101"/>
              </ns1:cxn>
            </ns1:cxnLst>
            <ns1:rect l="0" t="0" r="r" b="b"/>
            <ns1:pathLst>
              <ns1:path w="176" h="176">
                <ns1:moveTo>
                  <ns1:pt x="138" y="133"/>
                </ns1:moveTo>
                <ns1:cubicBezTo>
                  <ns1:pt x="147" y="123"/>
                  <ns1:pt x="152" y="110"/>
                  <ns1:pt x="152" y="96"/>
                </ns1:cubicBezTo>
                <ns1:cubicBezTo>
                  <ns1:pt x="152" y="65"/>
                  <ns1:pt x="127" y="40"/>
                  <ns1:pt x="96" y="40"/>
                </ns1:cubicBezTo>
                <ns1:cubicBezTo>
                  <ns1:pt x="65" y="40"/>
                  <ns1:pt x="40" y="65"/>
                  <ns1:pt x="40" y="96"/>
                </ns1:cubicBezTo>
                <ns1:cubicBezTo>
                  <ns1:pt x="40" y="127"/>
                  <ns1:pt x="65" y="152"/>
                  <ns1:pt x="96" y="152"/>
                </ns1:cubicBezTo>
                <ns1:cubicBezTo>
                  <ns1:pt x="110" y="152"/>
                  <ns1:pt x="123" y="147"/>
                  <ns1:pt x="133" y="138"/>
                </ns1:cubicBezTo>
                <ns1:cubicBezTo>
                  <ns1:pt x="138" y="144"/>
                  <ns1:pt x="138" y="144"/>
                  <ns1:pt x="138" y="144"/>
                </ns1:cubicBezTo>
                <ns1:cubicBezTo>
                  <ns1:pt x="138" y="144"/>
                  <ns1:pt x="138" y="144"/>
                  <ns1:pt x="138" y="144"/>
                </ns1:cubicBezTo>
                <ns1:cubicBezTo>
                  <ns1:pt x="138" y="144"/>
                  <ns1:pt x="138" y="144"/>
                  <ns1:pt x="138" y="144"/>
                </ns1:cubicBezTo>
                <ns1:cubicBezTo>
                  <ns1:pt x="169" y="175"/>
                  <ns1:pt x="169" y="175"/>
                  <ns1:pt x="169" y="175"/>
                </ns1:cubicBezTo>
                <ns1:cubicBezTo>
                  <ns1:pt x="170" y="176"/>
                  <ns1:pt x="171" y="176"/>
                  <ns1:pt x="172" y="176"/>
                </ns1:cubicBezTo>
                <ns1:cubicBezTo>
                  <ns1:pt x="174" y="176"/>
                  <ns1:pt x="176" y="174"/>
                  <ns1:pt x="176" y="172"/>
                </ns1:cubicBezTo>
                <ns1:cubicBezTo>
                  <ns1:pt x="176" y="171"/>
                  <ns1:pt x="176" y="170"/>
                  <ns1:pt x="175" y="169"/>
                </ns1:cubicBezTo>
                <ns1:lnTo>
                  <ns1:pt x="138" y="133"/>
                </ns1:lnTo>
                <ns1:close/>
                <ns1:moveTo>
                  <ns1:pt x="96" y="144"/>
                </ns1:moveTo>
                <ns1:cubicBezTo>
                  <ns1:pt x="69" y="144"/>
                  <ns1:pt x="48" y="123"/>
                  <ns1:pt x="48" y="96"/>
                </ns1:cubicBezTo>
                <ns1:cubicBezTo>
                  <ns1:pt x="48" y="69"/>
                  <ns1:pt x="69" y="48"/>
                  <ns1:pt x="96" y="48"/>
                </ns1:cubicBezTo>
                <ns1:cubicBezTo>
                  <ns1:pt x="123" y="48"/>
                  <ns1:pt x="144" y="69"/>
                  <ns1:pt x="144" y="96"/>
                </ns1:cubicBezTo>
                <ns1:cubicBezTo>
                  <ns1:pt x="144" y="123"/>
                  <ns1:pt x="123" y="144"/>
                  <ns1:pt x="96" y="144"/>
                </ns1:cubicBezTo>
                <ns1:moveTo>
                  <ns1:pt x="160" y="16"/>
                </ns1:moveTo>
                <ns1:cubicBezTo>
                  <ns1:pt x="88" y="16"/>
                  <ns1:pt x="88" y="16"/>
                  <ns1:pt x="88" y="16"/>
                </ns1:cubicBezTo>
                <ns1:cubicBezTo>
                  <ns1:pt x="72" y="16"/>
                  <ns1:pt x="72" y="0"/>
                  <ns1:pt x="56" y="0"/>
                </ns1:cubicBezTo>
                <ns1:cubicBezTo>
                  <ns1:pt x="16" y="0"/>
                  <ns1:pt x="16" y="0"/>
                  <ns1:pt x="16" y="0"/>
                </ns1:cubicBezTo>
                <ns1:cubicBezTo>
                  <ns1:pt x="7" y="0"/>
                  <ns1:pt x="0" y="7"/>
                  <ns1:pt x="0" y="16"/>
                </ns1:cubicBezTo>
                <ns1:cubicBezTo>
                  <ns1:pt x="0" y="128"/>
                  <ns1:pt x="0" y="128"/>
                  <ns1:pt x="0" y="128"/>
                </ns1:cubicBezTo>
                <ns1:cubicBezTo>
                  <ns1:pt x="0" y="137"/>
                  <ns1:pt x="7" y="144"/>
                  <ns1:pt x="16" y="144"/>
                </ns1:cubicBezTo>
                <ns1:cubicBezTo>
                  <ns1:pt x="54" y="144"/>
                  <ns1:pt x="54" y="144"/>
                  <ns1:pt x="54" y="144"/>
                </ns1:cubicBezTo>
                <ns1:cubicBezTo>
                  <ns1:pt x="51" y="142"/>
                  <ns1:pt x="48" y="139"/>
                  <ns1:pt x="46" y="136"/>
                </ns1:cubicBezTo>
                <ns1:cubicBezTo>
                  <ns1:pt x="16" y="136"/>
                  <ns1:pt x="16" y="136"/>
                  <ns1:pt x="16" y="136"/>
                </ns1:cubicBezTo>
                <ns1:cubicBezTo>
                  <ns1:pt x="12" y="136"/>
                  <ns1:pt x="8" y="132"/>
                  <ns1:pt x="8" y="128"/>
                </ns1:cubicBezTo>
                <ns1:cubicBezTo>
                  <ns1:pt x="8" y="48"/>
                  <ns1:pt x="8" y="48"/>
                  <ns1:pt x="8" y="48"/>
                </ns1:cubicBezTo>
                <ns1:cubicBezTo>
                  <ns1:pt x="54" y="48"/>
                  <ns1:pt x="54" y="48"/>
                  <ns1:pt x="54" y="48"/>
                </ns1:cubicBezTo>
                <ns1:cubicBezTo>
                  <ns1:pt x="57" y="45"/>
                  <ns1:pt x="61" y="42"/>
                  <ns1:pt x="65" y="40"/>
                </ns1:cubicBezTo>
                <ns1:cubicBezTo>
                  <ns1:pt x="8" y="40"/>
                  <ns1:pt x="8" y="40"/>
                  <ns1:pt x="8" y="40"/>
                </ns1:cubicBezTo>
                <ns1:cubicBezTo>
                  <ns1:pt x="8" y="16"/>
                  <ns1:pt x="8" y="16"/>
                  <ns1:pt x="8" y="16"/>
                </ns1:cubicBezTo>
                <ns1:cubicBezTo>
                  <ns1:pt x="8" y="12"/>
                  <ns1:pt x="12" y="8"/>
                  <ns1:pt x="16" y="8"/>
                </ns1:cubicBezTo>
                <ns1:cubicBezTo>
                  <ns1:pt x="56" y="8"/>
                  <ns1:pt x="56" y="8"/>
                  <ns1:pt x="56" y="8"/>
                </ns1:cubicBezTo>
                <ns1:cubicBezTo>
                  <ns1:pt x="68" y="8"/>
                  <ns1:pt x="68" y="24"/>
                  <ns1:pt x="88" y="24"/>
                </ns1:cubicBezTo>
                <ns1:cubicBezTo>
                  <ns1:pt x="160" y="24"/>
                  <ns1:pt x="160" y="24"/>
                  <ns1:pt x="160" y="24"/>
                </ns1:cubicBezTo>
                <ns1:cubicBezTo>
                  <ns1:pt x="164" y="24"/>
                  <ns1:pt x="168" y="28"/>
                  <ns1:pt x="168" y="32"/>
                </ns1:cubicBezTo>
                <ns1:cubicBezTo>
                  <ns1:pt x="168" y="40"/>
                  <ns1:pt x="168" y="40"/>
                  <ns1:pt x="168" y="40"/>
                </ns1:cubicBezTo>
                <ns1:cubicBezTo>
                  <ns1:pt x="127" y="40"/>
                  <ns1:pt x="127" y="40"/>
                  <ns1:pt x="127" y="40"/>
                </ns1:cubicBezTo>
                <ns1:cubicBezTo>
                  <ns1:pt x="131" y="42"/>
                  <ns1:pt x="135" y="45"/>
                  <ns1:pt x="138" y="48"/>
                </ns1:cubicBezTo>
                <ns1:cubicBezTo>
                  <ns1:pt x="168" y="48"/>
                  <ns1:pt x="168" y="48"/>
                  <ns1:pt x="168" y="48"/>
                </ns1:cubicBezTo>
                <ns1:cubicBezTo>
                  <ns1:pt x="168" y="128"/>
                  <ns1:pt x="168" y="128"/>
                  <ns1:pt x="168" y="128"/>
                </ns1:cubicBezTo>
                <ns1:cubicBezTo>
                  <ns1:pt x="168" y="132"/>
                  <ns1:pt x="164" y="136"/>
                  <ns1:pt x="160" y="136"/>
                </ns1:cubicBezTo>
                <ns1:cubicBezTo>
                  <ns1:pt x="153" y="136"/>
                  <ns1:pt x="153" y="136"/>
                  <ns1:pt x="153" y="136"/>
                </ns1:cubicBezTo>
                <ns1:cubicBezTo>
                  <ns1:pt x="161" y="144"/>
                  <ns1:pt x="161" y="144"/>
                  <ns1:pt x="161" y="144"/>
                </ns1:cubicBezTo>
                <ns1:cubicBezTo>
                  <ns1:pt x="169" y="143"/>
                  <ns1:pt x="176" y="137"/>
                  <ns1:pt x="176" y="128"/>
                </ns1:cubicBezTo>
                <ns1:cubicBezTo>
                  <ns1:pt x="176" y="32"/>
                  <ns1:pt x="176" y="32"/>
                  <ns1:pt x="176" y="32"/>
                </ns1:cubicBezTo>
                <ns1:cubicBezTo>
                  <ns1:pt x="176" y="23"/>
                  <ns1:pt x="169" y="16"/>
                  <ns1:pt x="160" y="16"/>
                </ns1:cubicBezTo>
              </ns1:path>
            </ns1:pathLst>
          </ns1:custGeom>
          <ns1:solidFill>
            <ns1:schemeClr val="tx1"/>
          </ns1:solidFill>
          <ns1:ln>
            <ns1:noFill/>
          </ns1:ln>
          <ns1:extLst/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en-US" sz="2700"/>
          </ns1:p>
        </ns0:txBody>
      </ns0:sp>
      <ns0:sp>
        <ns0:nvSpPr>
          <ns0:cNvPr id="99" name="Freeform 93"/>
          <ns0:cNvSpPr>
            <ns1:spLocks noEditPoints="1"/>
          </ns0:cNvSpPr>
          <ns0:nvPr/>
        </ns0:nvSpPr>
        <ns0:spPr bwMode="auto">
          <ns1:xfrm>
            <ns1:off x="8686801" y="5102227"/>
            <ns1:ext cx="320675" cy="320675"/>
          </ns1:xfrm>
          <ns1:custGeom>
            <ns1:avLst/>
            <ns1:gdLst>
              <ns1:gd name="T0" fmla="*/ 88 w 176"/>
              <ns1:gd name="T1" fmla="*/ 0 h 176"/>
              <ns1:gd name="T2" fmla="*/ 0 w 176"/>
              <ns1:gd name="T3" fmla="*/ 88 h 176"/>
              <ns1:gd name="T4" fmla="*/ 88 w 176"/>
              <ns1:gd name="T5" fmla="*/ 176 h 176"/>
              <ns1:gd name="T6" fmla="*/ 176 w 176"/>
              <ns1:gd name="T7" fmla="*/ 88 h 176"/>
              <ns1:gd name="T8" fmla="*/ 88 w 176"/>
              <ns1:gd name="T9" fmla="*/ 0 h 176"/>
              <ns1:gd name="T10" fmla="*/ 88 w 176"/>
              <ns1:gd name="T11" fmla="*/ 168 h 176"/>
              <ns1:gd name="T12" fmla="*/ 36 w 176"/>
              <ns1:gd name="T13" fmla="*/ 149 h 176"/>
              <ns1:gd name="T14" fmla="*/ 64 w 176"/>
              <ns1:gd name="T15" fmla="*/ 131 h 176"/>
              <ns1:gd name="T16" fmla="*/ 77 w 176"/>
              <ns1:gd name="T17" fmla="*/ 102 h 176"/>
              <ns1:gd name="T18" fmla="*/ 73 w 176"/>
              <ns1:gd name="T19" fmla="*/ 95 h 176"/>
              <ns1:gd name="T20" fmla="*/ 64 w 176"/>
              <ns1:gd name="T21" fmla="*/ 59 h 176"/>
              <ns1:gd name="T22" fmla="*/ 84 w 176"/>
              <ns1:gd name="T23" fmla="*/ 35 h 176"/>
              <ns1:gd name="T24" fmla="*/ 96 w 176"/>
              <ns1:gd name="T25" fmla="*/ 33 h 176"/>
              <ns1:gd name="T26" fmla="*/ 100 w 176"/>
              <ns1:gd name="T27" fmla="*/ 32 h 176"/>
              <ns1:gd name="T28" fmla="*/ 116 w 176"/>
              <ns1:gd name="T29" fmla="*/ 60 h 176"/>
              <ns1:gd name="T30" fmla="*/ 108 w 176"/>
              <ns1:gd name="T31" fmla="*/ 94 h 176"/>
              <ns1:gd name="T32" fmla="*/ 104 w 176"/>
              <ns1:gd name="T33" fmla="*/ 102 h 176"/>
              <ns1:gd name="T34" fmla="*/ 102 w 176"/>
              <ns1:gd name="T35" fmla="*/ 117 h 176"/>
              <ns1:gd name="T36" fmla="*/ 120 w 176"/>
              <ns1:gd name="T37" fmla="*/ 133 h 176"/>
              <ns1:gd name="T38" fmla="*/ 141 w 176"/>
              <ns1:gd name="T39" fmla="*/ 148 h 176"/>
              <ns1:gd name="T40" fmla="*/ 88 w 176"/>
              <ns1:gd name="T41" fmla="*/ 168 h 176"/>
              <ns1:gd name="T42" fmla="*/ 146 w 176"/>
              <ns1:gd name="T43" fmla="*/ 143 h 176"/>
              <ns1:gd name="T44" fmla="*/ 123 w 176"/>
              <ns1:gd name="T45" fmla="*/ 126 h 176"/>
              <ns1:gd name="T46" fmla="*/ 110 w 176"/>
              <ns1:gd name="T47" fmla="*/ 115 h 176"/>
              <ns1:gd name="T48" fmla="*/ 111 w 176"/>
              <ns1:gd name="T49" fmla="*/ 105 h 176"/>
              <ns1:gd name="T50" fmla="*/ 115 w 176"/>
              <ns1:gd name="T51" fmla="*/ 98 h 176"/>
              <ns1:gd name="T52" fmla="*/ 124 w 176"/>
              <ns1:gd name="T53" fmla="*/ 60 h 176"/>
              <ns1:gd name="T54" fmla="*/ 100 w 176"/>
              <ns1:gd name="T55" fmla="*/ 24 h 176"/>
              <ns1:gd name="T56" fmla="*/ 93 w 176"/>
              <ns1:gd name="T57" fmla="*/ 25 h 176"/>
              <ns1:gd name="T58" fmla="*/ 84 w 176"/>
              <ns1:gd name="T59" fmla="*/ 27 h 176"/>
              <ns1:gd name="T60" fmla="*/ 56 w 176"/>
              <ns1:gd name="T61" fmla="*/ 59 h 176"/>
              <ns1:gd name="T62" fmla="*/ 66 w 176"/>
              <ns1:gd name="T63" fmla="*/ 99 h 176"/>
              <ns1:gd name="T64" fmla="*/ 69 w 176"/>
              <ns1:gd name="T65" fmla="*/ 105 h 176"/>
              <ns1:gd name="T66" fmla="*/ 61 w 176"/>
              <ns1:gd name="T67" fmla="*/ 124 h 176"/>
              <ns1:gd name="T68" fmla="*/ 30 w 176"/>
              <ns1:gd name="T69" fmla="*/ 143 h 176"/>
              <ns1:gd name="T70" fmla="*/ 8 w 176"/>
              <ns1:gd name="T71" fmla="*/ 88 h 176"/>
              <ns1:gd name="T72" fmla="*/ 88 w 176"/>
              <ns1:gd name="T73" fmla="*/ 8 h 176"/>
              <ns1:gd name="T74" fmla="*/ 168 w 176"/>
              <ns1:gd name="T75" fmla="*/ 88 h 176"/>
              <ns1:gd name="T76" fmla="*/ 146 w 176"/>
              <ns1:gd name="T77" fmla="*/ 143 h 176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  <ns1:cxn ang="0">
                <ns1:pos x="T32" y="T33"/>
              </ns1:cxn>
              <ns1:cxn ang="0">
                <ns1:pos x="T34" y="T35"/>
              </ns1:cxn>
              <ns1:cxn ang="0">
                <ns1:pos x="T36" y="T37"/>
              </ns1:cxn>
              <ns1:cxn ang="0">
                <ns1:pos x="T38" y="T39"/>
              </ns1:cxn>
              <ns1:cxn ang="0">
                <ns1:pos x="T40" y="T41"/>
              </ns1:cxn>
              <ns1:cxn ang="0">
                <ns1:pos x="T42" y="T43"/>
              </ns1:cxn>
              <ns1:cxn ang="0">
                <ns1:pos x="T44" y="T45"/>
              </ns1:cxn>
              <ns1:cxn ang="0">
                <ns1:pos x="T46" y="T47"/>
              </ns1:cxn>
              <ns1:cxn ang="0">
                <ns1:pos x="T48" y="T49"/>
              </ns1:cxn>
              <ns1:cxn ang="0">
                <ns1:pos x="T50" y="T51"/>
              </ns1:cxn>
              <ns1:cxn ang="0">
                <ns1:pos x="T52" y="T53"/>
              </ns1:cxn>
              <ns1:cxn ang="0">
                <ns1:pos x="T54" y="T55"/>
              </ns1:cxn>
              <ns1:cxn ang="0">
                <ns1:pos x="T56" y="T57"/>
              </ns1:cxn>
              <ns1:cxn ang="0">
                <ns1:pos x="T58" y="T59"/>
              </ns1:cxn>
              <ns1:cxn ang="0">
                <ns1:pos x="T60" y="T61"/>
              </ns1:cxn>
              <ns1:cxn ang="0">
                <ns1:pos x="T62" y="T63"/>
              </ns1:cxn>
              <ns1:cxn ang="0">
                <ns1:pos x="T64" y="T65"/>
              </ns1:cxn>
              <ns1:cxn ang="0">
                <ns1:pos x="T66" y="T67"/>
              </ns1:cxn>
              <ns1:cxn ang="0">
                <ns1:pos x="T68" y="T69"/>
              </ns1:cxn>
              <ns1:cxn ang="0">
                <ns1:pos x="T70" y="T71"/>
              </ns1:cxn>
              <ns1:cxn ang="0">
                <ns1:pos x="T72" y="T73"/>
              </ns1:cxn>
              <ns1:cxn ang="0">
                <ns1:pos x="T74" y="T75"/>
              </ns1:cxn>
              <ns1:cxn ang="0">
                <ns1:pos x="T76" y="T77"/>
              </ns1:cxn>
            </ns1:cxnLst>
            <ns1:rect l="0" t="0" r="r" b="b"/>
            <ns1:pathLst>
              <ns1:path w="176" h="176">
                <ns1:moveTo>
                  <ns1:pt x="88" y="0"/>
                </ns1:moveTo>
                <ns1:cubicBezTo>
                  <ns1:pt x="39" y="0"/>
                  <ns1:pt x="0" y="39"/>
                  <ns1:pt x="0" y="88"/>
                </ns1:cubicBezTo>
                <ns1:cubicBezTo>
                  <ns1:pt x="0" y="137"/>
                  <ns1:pt x="39" y="176"/>
                  <ns1:pt x="88" y="176"/>
                </ns1:cubicBezTo>
                <ns1:cubicBezTo>
                  <ns1:pt x="137" y="176"/>
                  <ns1:pt x="176" y="137"/>
                  <ns1:pt x="176" y="88"/>
                </ns1:cubicBezTo>
                <ns1:cubicBezTo>
                  <ns1:pt x="176" y="39"/>
                  <ns1:pt x="137" y="0"/>
                  <ns1:pt x="88" y="0"/>
                </ns1:cubicBezTo>
                <ns1:moveTo>
                  <ns1:pt x="88" y="168"/>
                </ns1:moveTo>
                <ns1:cubicBezTo>
                  <ns1:pt x="68" y="168"/>
                  <ns1:pt x="50" y="161"/>
                  <ns1:pt x="36" y="149"/>
                </ns1:cubicBezTo>
                <ns1:cubicBezTo>
                  <ns1:pt x="47" y="139"/>
                  <ns1:pt x="52" y="137"/>
                  <ns1:pt x="64" y="131"/>
                </ns1:cubicBezTo>
                <ns1:cubicBezTo>
                  <ns1:pt x="78" y="125"/>
                  <ns1:pt x="82" y="114"/>
                  <ns1:pt x="77" y="102"/>
                </ns1:cubicBezTo>
                <ns1:cubicBezTo>
                  <ns1:pt x="76" y="99"/>
                  <ns1:pt x="74" y="97"/>
                  <ns1:pt x="73" y="95"/>
                </ns1:cubicBezTo>
                <ns1:cubicBezTo>
                  <ns1:pt x="69" y="87"/>
                  <ns1:pt x="64" y="79"/>
                  <ns1:pt x="64" y="59"/>
                </ns1:cubicBezTo>
                <ns1:cubicBezTo>
                  <ns1:pt x="64" y="35"/>
                  <ns1:pt x="75" y="35"/>
                  <ns1:pt x="84" y="35"/>
                </ns1:cubicBezTo>
                <ns1:cubicBezTo>
                  <ns1:pt x="90" y="35"/>
                  <ns1:pt x="93" y="34"/>
                  <ns1:pt x="96" y="33"/>
                </ns1:cubicBezTo>
                <ns1:cubicBezTo>
                  <ns1:pt x="97" y="32"/>
                  <ns1:pt x="98" y="32"/>
                  <ns1:pt x="100" y="32"/>
                </ns1:cubicBezTo>
                <ns1:cubicBezTo>
                  <ns1:pt x="108" y="32"/>
                  <ns1:pt x="116" y="39"/>
                  <ns1:pt x="116" y="60"/>
                </ns1:cubicBezTo>
                <ns1:cubicBezTo>
                  <ns1:pt x="116" y="81"/>
                  <ns1:pt x="113" y="86"/>
                  <ns1:pt x="108" y="94"/>
                </ns1:cubicBezTo>
                <ns1:cubicBezTo>
                  <ns1:pt x="107" y="96"/>
                  <ns1:pt x="105" y="99"/>
                  <ns1:pt x="104" y="102"/>
                </ns1:cubicBezTo>
                <ns1:cubicBezTo>
                  <ns1:pt x="101" y="107"/>
                  <ns1:pt x="101" y="112"/>
                  <ns1:pt x="102" y="117"/>
                </ns1:cubicBezTo>
                <ns1:cubicBezTo>
                  <ns1:pt x="105" y="123"/>
                  <ns1:pt x="110" y="128"/>
                  <ns1:pt x="120" y="133"/>
                </ns1:cubicBezTo>
                <ns1:cubicBezTo>
                  <ns1:pt x="128" y="137"/>
                  <ns1:pt x="136" y="144"/>
                  <ns1:pt x="141" y="148"/>
                </ns1:cubicBezTo>
                <ns1:cubicBezTo>
                  <ns1:pt x="127" y="160"/>
                  <ns1:pt x="108" y="168"/>
                  <ns1:pt x="88" y="168"/>
                </ns1:cubicBezTo>
                <ns1:moveTo>
                  <ns1:pt x="146" y="143"/>
                </ns1:moveTo>
                <ns1:cubicBezTo>
                  <ns1:pt x="142" y="138"/>
                  <ns1:pt x="132" y="130"/>
                  <ns1:pt x="123" y="126"/>
                </ns1:cubicBezTo>
                <ns1:cubicBezTo>
                  <ns1:pt x="116" y="122"/>
                  <ns1:pt x="111" y="118"/>
                  <ns1:pt x="110" y="115"/>
                </ns1:cubicBezTo>
                <ns1:cubicBezTo>
                  <ns1:pt x="109" y="112"/>
                  <ns1:pt x="109" y="109"/>
                  <ns1:pt x="111" y="105"/>
                </ns1:cubicBezTo>
                <ns1:cubicBezTo>
                  <ns1:pt x="113" y="102"/>
                  <ns1:pt x="114" y="100"/>
                  <ns1:pt x="115" y="98"/>
                </ns1:cubicBezTo>
                <ns1:cubicBezTo>
                  <ns1:pt x="120" y="89"/>
                  <ns1:pt x="124" y="83"/>
                  <ns1:pt x="124" y="60"/>
                </ns1:cubicBezTo>
                <ns1:cubicBezTo>
                  <ns1:pt x="124" y="26"/>
                  <ns1:pt x="104" y="24"/>
                  <ns1:pt x="100" y="24"/>
                </ns1:cubicBezTo>
                <ns1:cubicBezTo>
                  <ns1:pt x="97" y="24"/>
                  <ns1:pt x="95" y="25"/>
                  <ns1:pt x="93" y="25"/>
                </ns1:cubicBezTo>
                <ns1:cubicBezTo>
                  <ns1:pt x="91" y="26"/>
                  <ns1:pt x="89" y="27"/>
                  <ns1:pt x="84" y="27"/>
                </ns1:cubicBezTo>
                <ns1:cubicBezTo>
                  <ns1:pt x="75" y="27"/>
                  <ns1:pt x="56" y="28"/>
                  <ns1:pt x="56" y="59"/>
                </ns1:cubicBezTo>
                <ns1:cubicBezTo>
                  <ns1:pt x="56" y="81"/>
                  <ns1:pt x="62" y="91"/>
                  <ns1:pt x="66" y="99"/>
                </ns1:cubicBezTo>
                <ns1:cubicBezTo>
                  <ns1:pt x="67" y="101"/>
                  <ns1:pt x="68" y="103"/>
                  <ns1:pt x="69" y="105"/>
                </ns1:cubicBezTo>
                <ns1:cubicBezTo>
                  <ns1:pt x="73" y="114"/>
                  <ns1:pt x="70" y="120"/>
                  <ns1:pt x="61" y="124"/>
                </ns1:cubicBezTo>
                <ns1:cubicBezTo>
                  <ns1:pt x="48" y="130"/>
                  <ns1:pt x="42" y="132"/>
                  <ns1:pt x="30" y="143"/>
                </ns1:cubicBezTo>
                <ns1:cubicBezTo>
                  <ns1:pt x="16" y="129"/>
                  <ns1:pt x="8" y="109"/>
                  <ns1:pt x="8" y="88"/>
                </ns1:cubicBezTo>
                <ns1:cubicBezTo>
                  <ns1:pt x="8" y="44"/>
                  <ns1:pt x="44" y="8"/>
                  <ns1:pt x="88" y="8"/>
                </ns1:cubicBezTo>
                <ns1:cubicBezTo>
                  <ns1:pt x="132" y="8"/>
                  <ns1:pt x="168" y="44"/>
                  <ns1:pt x="168" y="88"/>
                </ns1:cubicBezTo>
                <ns1:cubicBezTo>
                  <ns1:pt x="168" y="109"/>
                  <ns1:pt x="160" y="128"/>
                  <ns1:pt x="146" y="143"/>
                </ns1:cubicBezTo>
              </ns1:path>
            </ns1:pathLst>
          </ns1:custGeom>
          <ns1:solidFill>
            <ns1:schemeClr val="tx1"/>
          </ns1:solidFill>
          <ns1:ln>
            <ns1:noFill/>
          </ns1:ln>
          <ns1:extLst/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en-US" sz="2700"/>
          </ns1:p>
        </ns0:txBody>
      </ns0:sp>
      <ns0:sp>
        <ns0:nvSpPr>
          <ns0:cNvPr id="100" name="Freeform 94"/>
          <ns0:cNvSpPr>
            <ns1:spLocks noEditPoints="1"/>
          </ns0:cNvSpPr>
          <ns0:nvPr/>
        </ns0:nvSpPr>
        <ns0:spPr bwMode="auto">
          <ns1:xfrm>
            <ns1:off x="3186114" y="5713414"/>
            <ns1:ext cx="320675" cy="320675"/>
          </ns1:xfrm>
          <ns1:custGeom>
            <ns1:avLst/>
            <ns1:gdLst>
              <ns1:gd name="T0" fmla="*/ 88 w 176"/>
              <ns1:gd name="T1" fmla="*/ 0 h 176"/>
              <ns1:gd name="T2" fmla="*/ 0 w 176"/>
              <ns1:gd name="T3" fmla="*/ 88 h 176"/>
              <ns1:gd name="T4" fmla="*/ 88 w 176"/>
              <ns1:gd name="T5" fmla="*/ 176 h 176"/>
              <ns1:gd name="T6" fmla="*/ 176 w 176"/>
              <ns1:gd name="T7" fmla="*/ 88 h 176"/>
              <ns1:gd name="T8" fmla="*/ 88 w 176"/>
              <ns1:gd name="T9" fmla="*/ 0 h 176"/>
              <ns1:gd name="T10" fmla="*/ 88 w 176"/>
              <ns1:gd name="T11" fmla="*/ 168 h 176"/>
              <ns1:gd name="T12" fmla="*/ 38 w 176"/>
              <ns1:gd name="T13" fmla="*/ 151 h 176"/>
              <ns1:gd name="T14" fmla="*/ 64 w 176"/>
              <ns1:gd name="T15" fmla="*/ 133 h 176"/>
              <ns1:gd name="T16" fmla="*/ 74 w 176"/>
              <ns1:gd name="T17" fmla="*/ 124 h 176"/>
              <ns1:gd name="T18" fmla="*/ 71 w 176"/>
              <ns1:gd name="T19" fmla="*/ 116 h 176"/>
              <ns1:gd name="T20" fmla="*/ 67 w 176"/>
              <ns1:gd name="T21" fmla="*/ 115 h 176"/>
              <ns1:gd name="T22" fmla="*/ 50 w 176"/>
              <ns1:gd name="T23" fmla="*/ 112 h 176"/>
              <ns1:gd name="T24" fmla="*/ 56 w 176"/>
              <ns1:gd name="T25" fmla="*/ 72 h 176"/>
              <ns1:gd name="T26" fmla="*/ 90 w 176"/>
              <ns1:gd name="T27" fmla="*/ 32 h 176"/>
              <ns1:gd name="T28" fmla="*/ 120 w 176"/>
              <ns1:gd name="T29" fmla="*/ 74 h 176"/>
              <ns1:gd name="T30" fmla="*/ 126 w 176"/>
              <ns1:gd name="T31" fmla="*/ 111 h 176"/>
              <ns1:gd name="T32" fmla="*/ 107 w 176"/>
              <ns1:gd name="T33" fmla="*/ 114 h 176"/>
              <ns1:gd name="T34" fmla="*/ 103 w 176"/>
              <ns1:gd name="T35" fmla="*/ 116 h 176"/>
              <ns1:gd name="T36" fmla="*/ 111 w 176"/>
              <ns1:gd name="T37" fmla="*/ 132 h 176"/>
              <ns1:gd name="T38" fmla="*/ 137 w 176"/>
              <ns1:gd name="T39" fmla="*/ 151 h 176"/>
              <ns1:gd name="T40" fmla="*/ 88 w 176"/>
              <ns1:gd name="T41" fmla="*/ 168 h 176"/>
              <ns1:gd name="T42" fmla="*/ 143 w 176"/>
              <ns1:gd name="T43" fmla="*/ 146 h 176"/>
              <ns1:gd name="T44" fmla="*/ 115 w 176"/>
              <ns1:gd name="T45" fmla="*/ 125 h 176"/>
              <ns1:gd name="T46" fmla="*/ 111 w 176"/>
              <ns1:gd name="T47" fmla="*/ 122 h 176"/>
              <ns1:gd name="T48" fmla="*/ 135 w 176"/>
              <ns1:gd name="T49" fmla="*/ 116 h 176"/>
              <ns1:gd name="T50" fmla="*/ 137 w 176"/>
              <ns1:gd name="T51" fmla="*/ 112 h 176"/>
              <ns1:gd name="T52" fmla="*/ 135 w 176"/>
              <ns1:gd name="T53" fmla="*/ 109 h 176"/>
              <ns1:gd name="T54" fmla="*/ 128 w 176"/>
              <ns1:gd name="T55" fmla="*/ 74 h 176"/>
              <ns1:gd name="T56" fmla="*/ 90 w 176"/>
              <ns1:gd name="T57" fmla="*/ 24 h 176"/>
              <ns1:gd name="T58" fmla="*/ 48 w 176"/>
              <ns1:gd name="T59" fmla="*/ 72 h 176"/>
              <ns1:gd name="T60" fmla="*/ 42 w 176"/>
              <ns1:gd name="T61" fmla="*/ 109 h 176"/>
              <ns1:gd name="T62" fmla="*/ 39 w 176"/>
              <ns1:gd name="T63" fmla="*/ 112 h 176"/>
              <ns1:gd name="T64" fmla="*/ 41 w 176"/>
              <ns1:gd name="T65" fmla="*/ 116 h 176"/>
              <ns1:gd name="T66" fmla="*/ 66 w 176"/>
              <ns1:gd name="T67" fmla="*/ 123 h 176"/>
              <ns1:gd name="T68" fmla="*/ 62 w 176"/>
              <ns1:gd name="T69" fmla="*/ 125 h 176"/>
              <ns1:gd name="T70" fmla="*/ 32 w 176"/>
              <ns1:gd name="T71" fmla="*/ 145 h 176"/>
              <ns1:gd name="T72" fmla="*/ 8 w 176"/>
              <ns1:gd name="T73" fmla="*/ 88 h 176"/>
              <ns1:gd name="T74" fmla="*/ 88 w 176"/>
              <ns1:gd name="T75" fmla="*/ 8 h 176"/>
              <ns1:gd name="T76" fmla="*/ 168 w 176"/>
              <ns1:gd name="T77" fmla="*/ 88 h 176"/>
              <ns1:gd name="T78" fmla="*/ 143 w 176"/>
              <ns1:gd name="T79" fmla="*/ 146 h 176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  <ns1:cxn ang="0">
                <ns1:pos x="T32" y="T33"/>
              </ns1:cxn>
              <ns1:cxn ang="0">
                <ns1:pos x="T34" y="T35"/>
              </ns1:cxn>
              <ns1:cxn ang="0">
                <ns1:pos x="T36" y="T37"/>
              </ns1:cxn>
              <ns1:cxn ang="0">
                <ns1:pos x="T38" y="T39"/>
              </ns1:cxn>
              <ns1:cxn ang="0">
                <ns1:pos x="T40" y="T41"/>
              </ns1:cxn>
              <ns1:cxn ang="0">
                <ns1:pos x="T42" y="T43"/>
              </ns1:cxn>
              <ns1:cxn ang="0">
                <ns1:pos x="T44" y="T45"/>
              </ns1:cxn>
              <ns1:cxn ang="0">
                <ns1:pos x="T46" y="T47"/>
              </ns1:cxn>
              <ns1:cxn ang="0">
                <ns1:pos x="T48" y="T49"/>
              </ns1:cxn>
              <ns1:cxn ang="0">
                <ns1:pos x="T50" y="T51"/>
              </ns1:cxn>
              <ns1:cxn ang="0">
                <ns1:pos x="T52" y="T53"/>
              </ns1:cxn>
              <ns1:cxn ang="0">
                <ns1:pos x="T54" y="T55"/>
              </ns1:cxn>
              <ns1:cxn ang="0">
                <ns1:pos x="T56" y="T57"/>
              </ns1:cxn>
              <ns1:cxn ang="0">
                <ns1:pos x="T58" y="T59"/>
              </ns1:cxn>
              <ns1:cxn ang="0">
                <ns1:pos x="T60" y="T61"/>
              </ns1:cxn>
              <ns1:cxn ang="0">
                <ns1:pos x="T62" y="T63"/>
              </ns1:cxn>
              <ns1:cxn ang="0">
                <ns1:pos x="T64" y="T65"/>
              </ns1:cxn>
              <ns1:cxn ang="0">
                <ns1:pos x="T66" y="T67"/>
              </ns1:cxn>
              <ns1:cxn ang="0">
                <ns1:pos x="T68" y="T69"/>
              </ns1:cxn>
              <ns1:cxn ang="0">
                <ns1:pos x="T70" y="T71"/>
              </ns1:cxn>
              <ns1:cxn ang="0">
                <ns1:pos x="T72" y="T73"/>
              </ns1:cxn>
              <ns1:cxn ang="0">
                <ns1:pos x="T74" y="T75"/>
              </ns1:cxn>
              <ns1:cxn ang="0">
                <ns1:pos x="T76" y="T77"/>
              </ns1:cxn>
              <ns1:cxn ang="0">
                <ns1:pos x="T78" y="T79"/>
              </ns1:cxn>
            </ns1:cxnLst>
            <ns1:rect l="0" t="0" r="r" b="b"/>
            <ns1:pathLst>
              <ns1:path w="176" h="176">
                <ns1:moveTo>
                  <ns1:pt x="88" y="0"/>
                </ns1:moveTo>
                <ns1:cubicBezTo>
                  <ns1:pt x="39" y="0"/>
                  <ns1:pt x="0" y="39"/>
                  <ns1:pt x="0" y="88"/>
                </ns1:cubicBezTo>
                <ns1:cubicBezTo>
                  <ns1:pt x="0" y="137"/>
                  <ns1:pt x="39" y="176"/>
                  <ns1:pt x="88" y="176"/>
                </ns1:cubicBezTo>
                <ns1:cubicBezTo>
                  <ns1:pt x="137" y="176"/>
                  <ns1:pt x="176" y="137"/>
                  <ns1:pt x="176" y="88"/>
                </ns1:cubicBezTo>
                <ns1:cubicBezTo>
                  <ns1:pt x="176" y="39"/>
                  <ns1:pt x="137" y="0"/>
                  <ns1:pt x="88" y="0"/>
                </ns1:cubicBezTo>
                <ns1:moveTo>
                  <ns1:pt x="88" y="168"/>
                </ns1:moveTo>
                <ns1:cubicBezTo>
                  <ns1:pt x="69" y="168"/>
                  <ns1:pt x="52" y="161"/>
                  <ns1:pt x="38" y="151"/>
                </ns1:cubicBezTo>
                <ns1:cubicBezTo>
                  <ns1:pt x="44" y="143"/>
                  <ns1:pt x="55" y="136"/>
                  <ns1:pt x="64" y="133"/>
                </ns1:cubicBezTo>
                <ns1:cubicBezTo>
                  <ns1:pt x="70" y="131"/>
                  <ns1:pt x="73" y="128"/>
                  <ns1:pt x="74" y="124"/>
                </ns1:cubicBezTo>
                <ns1:cubicBezTo>
                  <ns1:pt x="75" y="119"/>
                  <ns1:pt x="72" y="116"/>
                  <ns1:pt x="71" y="116"/>
                </ns1:cubicBezTo>
                <ns1:cubicBezTo>
                  <ns1:pt x="70" y="115"/>
                  <ns1:pt x="69" y="114"/>
                  <ns1:pt x="67" y="115"/>
                </ns1:cubicBezTo>
                <ns1:cubicBezTo>
                  <ns1:pt x="67" y="115"/>
                  <ns1:pt x="60" y="117"/>
                  <ns1:pt x="50" y="112"/>
                </ns1:cubicBezTo>
                <ns1:cubicBezTo>
                  <ns1:pt x="53" y="106"/>
                  <ns1:pt x="56" y="95"/>
                  <ns1:pt x="56" y="72"/>
                </ns1:cubicBezTo>
                <ns1:cubicBezTo>
                  <ns1:pt x="56" y="35"/>
                  <ns1:pt x="72" y="32"/>
                  <ns1:pt x="90" y="32"/>
                </ns1:cubicBezTo>
                <ns1:cubicBezTo>
                  <ns1:pt x="103" y="32"/>
                  <ns1:pt x="120" y="36"/>
                  <ns1:pt x="120" y="74"/>
                </ns1:cubicBezTo>
                <ns1:cubicBezTo>
                  <ns1:pt x="120" y="95"/>
                  <ns1:pt x="123" y="106"/>
                  <ns1:pt x="126" y="111"/>
                </ns1:cubicBezTo>
                <ns1:cubicBezTo>
                  <ns1:pt x="122" y="113"/>
                  <ns1:pt x="115" y="115"/>
                  <ns1:pt x="107" y="114"/>
                </ns1:cubicBezTo>
                <ns1:cubicBezTo>
                  <ns1:pt x="105" y="114"/>
                  <ns1:pt x="103" y="115"/>
                  <ns1:pt x="103" y="116"/>
                </ns1:cubicBezTo>
                <ns1:cubicBezTo>
                  <ns1:pt x="101" y="120"/>
                  <ns1:pt x="101" y="128"/>
                  <ns1:pt x="111" y="132"/>
                </ns1:cubicBezTo>
                <ns1:cubicBezTo>
                  <ns1:pt x="120" y="136"/>
                  <ns1:pt x="129" y="141"/>
                  <ns1:pt x="137" y="151"/>
                </ns1:cubicBezTo>
                <ns1:cubicBezTo>
                  <ns1:pt x="124" y="162"/>
                  <ns1:pt x="107" y="168"/>
                  <ns1:pt x="88" y="168"/>
                </ns1:cubicBezTo>
                <ns1:moveTo>
                  <ns1:pt x="143" y="146"/>
                </ns1:moveTo>
                <ns1:cubicBezTo>
                  <ns1:pt x="135" y="135"/>
                  <ns1:pt x="124" y="129"/>
                  <ns1:pt x="115" y="125"/>
                </ns1:cubicBezTo>
                <ns1:cubicBezTo>
                  <ns1:pt x="113" y="124"/>
                  <ns1:pt x="112" y="123"/>
                  <ns1:pt x="111" y="122"/>
                </ns1:cubicBezTo>
                <ns1:cubicBezTo>
                  <ns1:pt x="124" y="122"/>
                  <ns1:pt x="135" y="116"/>
                  <ns1:pt x="135" y="116"/>
                </ns1:cubicBezTo>
                <ns1:cubicBezTo>
                  <ns1:pt x="136" y="115"/>
                  <ns1:pt x="137" y="113"/>
                  <ns1:pt x="137" y="112"/>
                </ns1:cubicBezTo>
                <ns1:cubicBezTo>
                  <ns1:pt x="137" y="110"/>
                  <ns1:pt x="136" y="109"/>
                  <ns1:pt x="135" y="109"/>
                </ns1:cubicBezTo>
                <ns1:cubicBezTo>
                  <ns1:pt x="134" y="108"/>
                  <ns1:pt x="128" y="103"/>
                  <ns1:pt x="128" y="74"/>
                </ns1:cubicBezTo>
                <ns1:cubicBezTo>
                  <ns1:pt x="128" y="41"/>
                  <ns1:pt x="115" y="24"/>
                  <ns1:pt x="90" y="24"/>
                </ns1:cubicBezTo>
                <ns1:cubicBezTo>
                  <ns1:pt x="69" y="24"/>
                  <ns1:pt x="48" y="30"/>
                  <ns1:pt x="48" y="72"/>
                </ns1:cubicBezTo>
                <ns1:cubicBezTo>
                  <ns1:pt x="48" y="102"/>
                  <ns1:pt x="43" y="108"/>
                  <ns1:pt x="42" y="109"/>
                </ns1:cubicBezTo>
                <ns1:cubicBezTo>
                  <ns1:pt x="40" y="109"/>
                  <ns1:pt x="39" y="110"/>
                  <ns1:pt x="39" y="112"/>
                </ns1:cubicBezTo>
                <ns1:cubicBezTo>
                  <ns1:pt x="39" y="114"/>
                  <ns1:pt x="39" y="115"/>
                  <ns1:pt x="41" y="116"/>
                </ns1:cubicBezTo>
                <ns1:cubicBezTo>
                  <ns1:pt x="52" y="123"/>
                  <ns1:pt x="61" y="123"/>
                  <ns1:pt x="66" y="123"/>
                </ns1:cubicBezTo>
                <ns1:cubicBezTo>
                  <ns1:pt x="65" y="123"/>
                  <ns1:pt x="64" y="124"/>
                  <ns1:pt x="62" y="125"/>
                </ns1:cubicBezTo>
                <ns1:cubicBezTo>
                  <ns1:pt x="51" y="129"/>
                  <ns1:pt x="39" y="137"/>
                  <ns1:pt x="32" y="145"/>
                </ns1:cubicBezTo>
                <ns1:cubicBezTo>
                  <ns1:pt x="17" y="131"/>
                  <ns1:pt x="8" y="110"/>
                  <ns1:pt x="8" y="88"/>
                </ns1:cubicBezTo>
                <ns1:cubicBezTo>
                  <ns1:pt x="8" y="44"/>
                  <ns1:pt x="44" y="8"/>
                  <ns1:pt x="88" y="8"/>
                </ns1:cubicBezTo>
                <ns1:cubicBezTo>
                  <ns1:pt x="132" y="8"/>
                  <ns1:pt x="168" y="44"/>
                  <ns1:pt x="168" y="88"/>
                </ns1:cubicBezTo>
                <ns1:cubicBezTo>
                  <ns1:pt x="168" y="111"/>
                  <ns1:pt x="159" y="131"/>
                  <ns1:pt x="143" y="146"/>
                </ns1:cubicBezTo>
              </ns1:path>
            </ns1:pathLst>
          </ns1:custGeom>
          <ns1:solidFill>
            <ns1:schemeClr val="tx1"/>
          </ns1:solidFill>
          <ns1:ln>
            <ns1:noFill/>
          </ns1:ln>
          <ns1:extLst/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en-US" sz="2700"/>
          </ns1:p>
        </ns0:txBody>
      </ns0:sp>
      <ns0:sp>
        <ns0:nvSpPr>
          <ns0:cNvPr id="101" name="Freeform 95"/>
          <ns0:cNvSpPr>
            <ns1:spLocks noEditPoints="1"/>
          </ns0:cNvSpPr>
          <ns0:nvPr/>
        </ns0:nvSpPr>
        <ns0:spPr bwMode="auto">
          <ns1:xfrm>
            <ns1:off x="3797301" y="5729289"/>
            <ns1:ext cx="320675" cy="290513"/>
          </ns1:xfrm>
          <ns1:custGeom>
            <ns1:avLst/>
            <ns1:gdLst>
              <ns1:gd name="T0" fmla="*/ 132 w 176"/>
              <ns1:gd name="T1" fmla="*/ 98 h 160"/>
              <ns1:gd name="T2" fmla="*/ 143 w 176"/>
              <ns1:gd name="T3" fmla="*/ 60 h 160"/>
              <ns1:gd name="T4" fmla="*/ 131 w 176"/>
              <ns1:gd name="T5" fmla="*/ 11 h 160"/>
              <ns1:gd name="T6" fmla="*/ 104 w 176"/>
              <ns1:gd name="T7" fmla="*/ 11 h 160"/>
              <ns1:gd name="T8" fmla="*/ 107 w 176"/>
              <ns1:gd name="T9" fmla="*/ 18 h 160"/>
              <ns1:gd name="T10" fmla="*/ 127 w 176"/>
              <ns1:gd name="T11" fmla="*/ 18 h 160"/>
              <ns1:gd name="T12" fmla="*/ 137 w 176"/>
              <ns1:gd name="T13" fmla="*/ 55 h 160"/>
              <ns1:gd name="T14" fmla="*/ 136 w 176"/>
              <ns1:gd name="T15" fmla="*/ 72 h 160"/>
              <ns1:gd name="T16" fmla="*/ 134 w 176"/>
              <ns1:gd name="T17" fmla="*/ 74 h 160"/>
              <ns1:gd name="T18" fmla="*/ 145 w 176"/>
              <ns1:gd name="T19" fmla="*/ 125 h 160"/>
              <ns1:gd name="T20" fmla="*/ 142 w 176"/>
              <ns1:gd name="T21" fmla="*/ 144 h 160"/>
              <ns1:gd name="T22" fmla="*/ 172 w 176"/>
              <ns1:gd name="T23" fmla="*/ 152 h 160"/>
              <ns1:gd name="T24" fmla="*/ 147 w 176"/>
              <ns1:gd name="T25" fmla="*/ 117 h 160"/>
              <ns1:gd name="T26" fmla="*/ 88 w 176"/>
              <ns1:gd name="T27" fmla="*/ 101 h 160"/>
              <ns1:gd name="T28" fmla="*/ 99 w 176"/>
              <ns1:gd name="T29" fmla="*/ 58 h 160"/>
              <ns1:gd name="T30" fmla="*/ 86 w 176"/>
              <ns1:gd name="T31" fmla="*/ 3 h 160"/>
              <ns1:gd name="T32" fmla="*/ 55 w 176"/>
              <ns1:gd name="T33" fmla="*/ 5 h 160"/>
              <ns1:gd name="T34" fmla="*/ 37 w 176"/>
              <ns1:gd name="T35" fmla="*/ 57 h 160"/>
              <ns1:gd name="T36" fmla="*/ 48 w 176"/>
              <ns1:gd name="T37" fmla="*/ 101 h 160"/>
              <ns1:gd name="T38" fmla="*/ 0 w 176"/>
              <ns1:gd name="T39" fmla="*/ 156 h 160"/>
              <ns1:gd name="T40" fmla="*/ 132 w 176"/>
              <ns1:gd name="T41" fmla="*/ 160 h 160"/>
              <ns1:gd name="T42" fmla="*/ 104 w 176"/>
              <ns1:gd name="T43" fmla="*/ 121 h 160"/>
              <ns1:gd name="T44" fmla="*/ 34 w 176"/>
              <ns1:gd name="T45" fmla="*/ 129 h 160"/>
              <ns1:gd name="T46" fmla="*/ 46 w 176"/>
              <ns1:gd name="T47" fmla="*/ 74 h 160"/>
              <ns1:gd name="T48" fmla="*/ 45 w 176"/>
              <ns1:gd name="T49" fmla="*/ 72 h 160"/>
              <ns1:gd name="T50" fmla="*/ 45 w 176"/>
              <ns1:gd name="T51" fmla="*/ 54 h 160"/>
              <ns1:gd name="T52" fmla="*/ 58 w 176"/>
              <ns1:gd name="T53" fmla="*/ 12 h 160"/>
              <ns1:gd name="T54" fmla="*/ 74 w 176"/>
              <ns1:gd name="T55" fmla="*/ 8 h 160"/>
              <ns1:gd name="T56" fmla="*/ 92 w 176"/>
              <ns1:gd name="T57" fmla="*/ 24 h 160"/>
              <ns1:gd name="T58" fmla="*/ 91 w 176"/>
              <ns1:gd name="T59" fmla="*/ 60 h 160"/>
              <ns1:gd name="T60" fmla="*/ 91 w 176"/>
              <ns1:gd name="T61" fmla="*/ 72 h 160"/>
              <ns1:gd name="T62" fmla="*/ 80 w 176"/>
              <ns1:gd name="T63" fmla="*/ 101 h 160"/>
              <ns1:gd name="T64" fmla="*/ 128 w 176"/>
              <ns1:gd name="T65" fmla="*/ 152 h 160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  <ns1:cxn ang="0">
                <ns1:pos x="T32" y="T33"/>
              </ns1:cxn>
              <ns1:cxn ang="0">
                <ns1:pos x="T34" y="T35"/>
              </ns1:cxn>
              <ns1:cxn ang="0">
                <ns1:pos x="T36" y="T37"/>
              </ns1:cxn>
              <ns1:cxn ang="0">
                <ns1:pos x="T38" y="T39"/>
              </ns1:cxn>
              <ns1:cxn ang="0">
                <ns1:pos x="T40" y="T41"/>
              </ns1:cxn>
              <ns1:cxn ang="0">
                <ns1:pos x="T42" y="T43"/>
              </ns1:cxn>
              <ns1:cxn ang="0">
                <ns1:pos x="T44" y="T45"/>
              </ns1:cxn>
              <ns1:cxn ang="0">
                <ns1:pos x="T46" y="T47"/>
              </ns1:cxn>
              <ns1:cxn ang="0">
                <ns1:pos x="T48" y="T49"/>
              </ns1:cxn>
              <ns1:cxn ang="0">
                <ns1:pos x="T50" y="T51"/>
              </ns1:cxn>
              <ns1:cxn ang="0">
                <ns1:pos x="T52" y="T53"/>
              </ns1:cxn>
              <ns1:cxn ang="0">
                <ns1:pos x="T54" y="T55"/>
              </ns1:cxn>
              <ns1:cxn ang="0">
                <ns1:pos x="T56" y="T57"/>
              </ns1:cxn>
              <ns1:cxn ang="0">
                <ns1:pos x="T58" y="T59"/>
              </ns1:cxn>
              <ns1:cxn ang="0">
                <ns1:pos x="T60" y="T61"/>
              </ns1:cxn>
              <ns1:cxn ang="0">
                <ns1:pos x="T62" y="T63"/>
              </ns1:cxn>
              <ns1:cxn ang="0">
                <ns1:pos x="T64" y="T65"/>
              </ns1:cxn>
            </ns1:cxnLst>
            <ns1:rect l="0" t="0" r="r" b="b"/>
            <ns1:pathLst>
              <ns1:path w="176" h="160">
                <ns1:moveTo>
                  <ns1:pt x="147" y="117"/>
                </ns1:moveTo>
                <ns1:cubicBezTo>
                  <ns1:pt x="147" y="117"/>
                  <ns1:pt x="132" y="113"/>
                  <ns1:pt x="132" y="98"/>
                </ns1:cubicBezTo>
                <ns1:cubicBezTo>
                  <ns1:pt x="132" y="85"/>
                  <ns1:pt x="139" y="81"/>
                  <ns1:pt x="142" y="77"/>
                </ns1:cubicBezTo>
                <ns1:cubicBezTo>
                  <ns1:pt x="142" y="77"/>
                  <ns1:pt x="146" y="73"/>
                  <ns1:pt x="143" y="60"/>
                </ns1:cubicBezTo>
                <ns1:cubicBezTo>
                  <ns1:pt x="149" y="53"/>
                  <ns1:pt x="150" y="40"/>
                  <ns1:pt x="144" y="27"/>
                </ns1:cubicBezTo>
                <ns1:cubicBezTo>
                  <ns1:pt x="140" y="18"/>
                  <ns1:pt x="136" y="13"/>
                  <ns1:pt x="131" y="11"/>
                </ns1:cubicBezTo>
                <ns1:cubicBezTo>
                  <ns1:pt x="127" y="9"/>
                  <ns1:pt x="123" y="8"/>
                  <ns1:pt x="119" y="8"/>
                </ns1:cubicBezTo>
                <ns1:cubicBezTo>
                  <ns1:pt x="113" y="8"/>
                  <ns1:pt x="107" y="10"/>
                  <ns1:pt x="104" y="11"/>
                </ns1:cubicBezTo>
                <ns1:cubicBezTo>
                  <ns1:pt x="105" y="13"/>
                  <ns1:pt x="106" y="15"/>
                  <ns1:pt x="107" y="18"/>
                </ns1:cubicBezTo>
                <ns1:cubicBezTo>
                  <ns1:pt x="107" y="18"/>
                  <ns1:pt x="107" y="18"/>
                  <ns1:pt x="107" y="18"/>
                </ns1:cubicBezTo>
                <ns1:cubicBezTo>
                  <ns1:pt x="109" y="17"/>
                  <ns1:pt x="114" y="16"/>
                  <ns1:pt x="119" y="16"/>
                </ns1:cubicBezTo>
                <ns1:cubicBezTo>
                  <ns1:pt x="122" y="16"/>
                  <ns1:pt x="125" y="17"/>
                  <ns1:pt x="127" y="18"/>
                </ns1:cubicBezTo>
                <ns1:cubicBezTo>
                  <ns1:pt x="129" y="19"/>
                  <ns1:pt x="133" y="22"/>
                  <ns1:pt x="137" y="30"/>
                </ns1:cubicBezTo>
                <ns1:cubicBezTo>
                  <ns1:pt x="142" y="41"/>
                  <ns1:pt x="140" y="51"/>
                  <ns1:pt x="137" y="55"/>
                </ns1:cubicBezTo>
                <ns1:cubicBezTo>
                  <ns1:pt x="135" y="57"/>
                  <ns1:pt x="135" y="60"/>
                  <ns1:pt x="135" y="62"/>
                </ns1:cubicBezTo>
                <ns1:cubicBezTo>
                  <ns1:pt x="137" y="69"/>
                  <ns1:pt x="136" y="71"/>
                  <ns1:pt x="136" y="72"/>
                </ns1:cubicBezTo>
                <ns1:cubicBezTo>
                  <ns1:pt x="136" y="72"/>
                  <ns1:pt x="135" y="72"/>
                  <ns1:pt x="135" y="73"/>
                </ns1:cubicBezTo>
                <ns1:cubicBezTo>
                  <ns1:pt x="135" y="73"/>
                  <ns1:pt x="134" y="74"/>
                  <ns1:pt x="134" y="74"/>
                </ns1:cubicBezTo>
                <ns1:cubicBezTo>
                  <ns1:pt x="131" y="78"/>
                  <ns1:pt x="124" y="85"/>
                  <ns1:pt x="124" y="98"/>
                </ns1:cubicBezTo>
                <ns1:cubicBezTo>
                  <ns1:pt x="124" y="115"/>
                  <ns1:pt x="137" y="123"/>
                  <ns1:pt x="145" y="125"/>
                </ns1:cubicBezTo>
                <ns1:cubicBezTo>
                  <ns1:pt x="155" y="128"/>
                  <ns1:pt x="166" y="133"/>
                  <ns1:pt x="168" y="144"/>
                </ns1:cubicBezTo>
                <ns1:cubicBezTo>
                  <ns1:pt x="142" y="144"/>
                  <ns1:pt x="142" y="144"/>
                  <ns1:pt x="142" y="144"/>
                </ns1:cubicBezTo>
                <ns1:cubicBezTo>
                  <ns1:pt x="143" y="146"/>
                  <ns1:pt x="144" y="149"/>
                  <ns1:pt x="144" y="152"/>
                </ns1:cubicBezTo>
                <ns1:cubicBezTo>
                  <ns1:pt x="172" y="152"/>
                  <ns1:pt x="172" y="152"/>
                  <ns1:pt x="172" y="152"/>
                </ns1:cubicBezTo>
                <ns1:cubicBezTo>
                  <ns1:pt x="176" y="152"/>
                  <ns1:pt x="176" y="148"/>
                  <ns1:pt x="176" y="148"/>
                </ns1:cubicBezTo>
                <ns1:cubicBezTo>
                  <ns1:pt x="176" y="127"/>
                  <ns1:pt x="156" y="120"/>
                  <ns1:pt x="147" y="117"/>
                </ns1:cubicBezTo>
                <ns1:moveTo>
                  <ns1:pt x="104" y="121"/>
                </ns1:moveTo>
                <ns1:cubicBezTo>
                  <ns1:pt x="104" y="121"/>
                  <ns1:pt x="88" y="117"/>
                  <ns1:pt x="88" y="101"/>
                </ns1:cubicBezTo>
                <ns1:cubicBezTo>
                  <ns1:pt x="88" y="86"/>
                  <ns1:pt x="95" y="81"/>
                  <ns1:pt x="97" y="77"/>
                </ns1:cubicBezTo>
                <ns1:cubicBezTo>
                  <ns1:pt x="97" y="77"/>
                  <ns1:pt x="102" y="73"/>
                  <ns1:pt x="99" y="58"/>
                </ns1:cubicBezTo>
                <ns1:cubicBezTo>
                  <ns1:pt x="105" y="50"/>
                  <ns1:pt x="106" y="36"/>
                  <ns1:pt x="100" y="21"/>
                </ns1:cubicBezTo>
                <ns1:cubicBezTo>
                  <ns1:pt x="95" y="11"/>
                  <ns1:pt x="92" y="6"/>
                  <ns1:pt x="86" y="3"/>
                </ns1:cubicBezTo>
                <ns1:cubicBezTo>
                  <ns1:pt x="82" y="1"/>
                  <ns1:pt x="78" y="0"/>
                  <ns1:pt x="74" y="0"/>
                </ns1:cubicBezTo>
                <ns1:cubicBezTo>
                  <ns1:pt x="65" y="0"/>
                  <ns1:pt x="58" y="3"/>
                  <ns1:pt x="55" y="5"/>
                </ns1:cubicBezTo>
                <ns1:cubicBezTo>
                  <ns1:pt x="45" y="9"/>
                  <ns1:pt x="39" y="12"/>
                  <ns1:pt x="34" y="26"/>
                </ns1:cubicBezTo>
                <ns1:cubicBezTo>
                  <ns1:pt x="29" y="38"/>
                  <ns1:pt x="35" y="51"/>
                  <ns1:pt x="37" y="57"/>
                </ns1:cubicBezTo>
                <ns1:cubicBezTo>
                  <ns1:pt x="34" y="72"/>
                  <ns1:pt x="39" y="77"/>
                  <ns1:pt x="39" y="77"/>
                </ns1:cubicBezTo>
                <ns1:cubicBezTo>
                  <ns1:pt x="41" y="81"/>
                  <ns1:pt x="48" y="86"/>
                  <ns1:pt x="48" y="101"/>
                </ns1:cubicBezTo>
                <ns1:cubicBezTo>
                  <ns1:pt x="48" y="117"/>
                  <ns1:pt x="32" y="121"/>
                  <ns1:pt x="32" y="121"/>
                </ns1:cubicBezTo>
                <ns1:cubicBezTo>
                  <ns1:pt x="22" y="125"/>
                  <ns1:pt x="0" y="132"/>
                  <ns1:pt x="0" y="156"/>
                </ns1:cubicBezTo>
                <ns1:cubicBezTo>
                  <ns1:pt x="0" y="156"/>
                  <ns1:pt x="0" y="160"/>
                  <ns1:pt x="4" y="160"/>
                </ns1:cubicBezTo>
                <ns1:cubicBezTo>
                  <ns1:pt x="132" y="160"/>
                  <ns1:pt x="132" y="160"/>
                  <ns1:pt x="132" y="160"/>
                </ns1:cubicBezTo>
                <ns1:cubicBezTo>
                  <ns1:pt x="136" y="160"/>
                  <ns1:pt x="136" y="156"/>
                  <ns1:pt x="136" y="156"/>
                </ns1:cubicBezTo>
                <ns1:cubicBezTo>
                  <ns1:pt x="136" y="132"/>
                  <ns1:pt x="114" y="125"/>
                  <ns1:pt x="104" y="121"/>
                </ns1:cubicBezTo>
                <ns1:moveTo>
                  <ns1:pt x="8" y="152"/>
                </ns1:moveTo>
                <ns1:cubicBezTo>
                  <ns1:pt x="10" y="138"/>
                  <ns1:pt x="22" y="133"/>
                  <ns1:pt x="34" y="129"/>
                </ns1:cubicBezTo>
                <ns1:cubicBezTo>
                  <ns1:pt x="42" y="127"/>
                  <ns1:pt x="56" y="118"/>
                  <ns1:pt x="56" y="101"/>
                </ns1:cubicBezTo>
                <ns1:cubicBezTo>
                  <ns1:pt x="56" y="85"/>
                  <ns1:pt x="50" y="78"/>
                  <ns1:pt x="46" y="74"/>
                </ns1:cubicBezTo>
                <ns1:cubicBezTo>
                  <ns1:pt x="46" y="73"/>
                  <ns1:pt x="46" y="73"/>
                  <ns1:pt x="45" y="72"/>
                </ns1:cubicBezTo>
                <ns1:cubicBezTo>
                  <ns1:pt x="45" y="72"/>
                  <ns1:pt x="45" y="72"/>
                  <ns1:pt x="45" y="72"/>
                </ns1:cubicBezTo>
                <ns1:cubicBezTo>
                  <ns1:pt x="45" y="72"/>
                  <ns1:pt x="43" y="68"/>
                  <ns1:pt x="45" y="59"/>
                </ns1:cubicBezTo>
                <ns1:cubicBezTo>
                  <ns1:pt x="46" y="58"/>
                  <ns1:pt x="45" y="56"/>
                  <ns1:pt x="45" y="54"/>
                </ns1:cubicBezTo>
                <ns1:cubicBezTo>
                  <ns1:pt x="43" y="50"/>
                  <ns1:pt x="38" y="38"/>
                  <ns1:pt x="41" y="30"/>
                </ns1:cubicBezTo>
                <ns1:cubicBezTo>
                  <ns1:pt x="46" y="18"/>
                  <ns1:pt x="50" y="16"/>
                  <ns1:pt x="58" y="12"/>
                </ns1:cubicBezTo>
                <ns1:cubicBezTo>
                  <ns1:pt x="58" y="12"/>
                  <ns1:pt x="58" y="12"/>
                  <ns1:pt x="59" y="12"/>
                </ns1:cubicBezTo>
                <ns1:cubicBezTo>
                  <ns1:pt x="61" y="10"/>
                  <ns1:pt x="67" y="8"/>
                  <ns1:pt x="74" y="8"/>
                </ns1:cubicBezTo>
                <ns1:cubicBezTo>
                  <ns1:pt x="77" y="8"/>
                  <ns1:pt x="80" y="9"/>
                  <ns1:pt x="83" y="10"/>
                </ns1:cubicBezTo>
                <ns1:cubicBezTo>
                  <ns1:pt x="85" y="12"/>
                  <ns1:pt x="88" y="15"/>
                  <ns1:pt x="92" y="24"/>
                </ns1:cubicBezTo>
                <ns1:cubicBezTo>
                  <ns1:pt x="98" y="37"/>
                  <ns1:pt x="96" y="48"/>
                  <ns1:pt x="92" y="53"/>
                </ns1:cubicBezTo>
                <ns1:cubicBezTo>
                  <ns1:pt x="91" y="55"/>
                  <ns1:pt x="91" y="58"/>
                  <ns1:pt x="91" y="60"/>
                </ns1:cubicBezTo>
                <ns1:cubicBezTo>
                  <ns1:pt x="93" y="68"/>
                  <ns1:pt x="92" y="71"/>
                  <ns1:pt x="91" y="72"/>
                </ns1:cubicBezTo>
                <ns1:cubicBezTo>
                  <ns1:pt x="91" y="72"/>
                  <ns1:pt x="91" y="72"/>
                  <ns1:pt x="91" y="72"/>
                </ns1:cubicBezTo>
                <ns1:cubicBezTo>
                  <ns1:pt x="90" y="73"/>
                  <ns1:pt x="90" y="73"/>
                  <ns1:pt x="90" y="74"/>
                </ns1:cubicBezTo>
                <ns1:cubicBezTo>
                  <ns1:pt x="86" y="78"/>
                  <ns1:pt x="80" y="85"/>
                  <ns1:pt x="80" y="101"/>
                </ns1:cubicBezTo>
                <ns1:cubicBezTo>
                  <ns1:pt x="80" y="118"/>
                  <ns1:pt x="94" y="127"/>
                  <ns1:pt x="102" y="129"/>
                </ns1:cubicBezTo>
                <ns1:cubicBezTo>
                  <ns1:pt x="113" y="133"/>
                  <ns1:pt x="126" y="138"/>
                  <ns1:pt x="128" y="152"/>
                </ns1:cubicBezTo>
                <ns1:lnTo>
                  <ns1:pt x="8" y="152"/>
                </ns1:lnTo>
                <ns1:close/>
              </ns1:path>
            </ns1:pathLst>
          </ns1:custGeom>
          <ns1:solidFill>
            <ns1:schemeClr val="tx1"/>
          </ns1:solidFill>
          <ns1:ln>
            <ns1:noFill/>
          </ns1:ln>
          <ns1:extLst/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en-US" sz="2700"/>
          </ns1:p>
        </ns0:txBody>
      </ns0:sp>
      <ns0:sp>
        <ns0:nvSpPr>
          <ns0:cNvPr id="102" name="Freeform 96"/>
          <ns0:cNvSpPr>
            <ns1:spLocks noEditPoints="1"/>
          </ns0:cNvSpPr>
          <ns0:nvPr/>
        </ns0:nvSpPr>
        <ns0:spPr bwMode="auto">
          <ns1:xfrm>
            <ns1:off x="4408489" y="5743576"/>
            <ns1:ext cx="320675" cy="261938"/>
          </ns1:xfrm>
          <ns1:custGeom>
            <ns1:avLst/>
            <ns1:gdLst>
              <ns1:gd name="T0" fmla="*/ 34 w 176"/>
              <ns1:gd name="T1" fmla="*/ 86 h 144"/>
              <ns1:gd name="T2" fmla="*/ 28 w 176"/>
              <ns1:gd name="T3" fmla="*/ 65 h 144"/>
              <ns1:gd name="T4" fmla="*/ 28 w 176"/>
              <ns1:gd name="T5" fmla="*/ 58 h 144"/>
              <ns1:gd name="T6" fmla="*/ 25 w 176"/>
              <ns1:gd name="T7" fmla="*/ 38 h 144"/>
              <ns1:gd name="T8" fmla="*/ 35 w 176"/>
              <ns1:gd name="T9" fmla="*/ 26 h 144"/>
              <ns1:gd name="T10" fmla="*/ 49 w 176"/>
              <ns1:gd name="T11" fmla="*/ 25 h 144"/>
              <ns1:gd name="T12" fmla="*/ 52 w 176"/>
              <ns1:gd name="T13" fmla="*/ 18 h 144"/>
              <ns1:gd name="T14" fmla="*/ 30 w 176"/>
              <ns1:gd name="T15" fmla="*/ 19 h 144"/>
              <ns1:gd name="T16" fmla="*/ 20 w 176"/>
              <ns1:gd name="T17" fmla="*/ 56 h 144"/>
              <ns1:gd name="T18" fmla="*/ 26 w 176"/>
              <ns1:gd name="T19" fmla="*/ 86 h 144"/>
              <ns1:gd name="T20" fmla="*/ 0 w 176"/>
              <ns1:gd name="T21" fmla="*/ 124 h 144"/>
              <ns1:gd name="T22" fmla="*/ 22 w 176"/>
              <ns1:gd name="T23" fmla="*/ 128 h 144"/>
              <ns1:gd name="T24" fmla="*/ 8 w 176"/>
              <ns1:gd name="T25" fmla="*/ 120 h 144"/>
              <ns1:gd name="T26" fmla="*/ 159 w 176"/>
              <ns1:gd name="T27" fmla="*/ 100 h 144"/>
              <ns1:gd name="T28" fmla="*/ 155 w 176"/>
              <ns1:gd name="T29" fmla="*/ 70 h 144"/>
              <ns1:gd name="T30" fmla="*/ 159 w 176"/>
              <ns1:gd name="T31" fmla="*/ 35 h 144"/>
              <ns1:gd name="T32" fmla="*/ 132 w 176"/>
              <ns1:gd name="T33" fmla="*/ 16 h 144"/>
              <ns1:gd name="T34" fmla="*/ 126 w 176"/>
              <ns1:gd name="T35" fmla="*/ 25 h 144"/>
              <ns1:gd name="T36" fmla="*/ 132 w 176"/>
              <ns1:gd name="T37" fmla="*/ 24 h 144"/>
              <ns1:gd name="T38" fmla="*/ 142 w 176"/>
              <ns1:gd name="T39" fmla="*/ 27 h 144"/>
              <ns1:gd name="T40" fmla="*/ 149 w 176"/>
              <ns1:gd name="T41" fmla="*/ 53 h 144"/>
              <ns1:gd name="T42" fmla="*/ 149 w 176"/>
              <ns1:gd name="T43" fmla="*/ 65 h 144"/>
              <ns1:gd name="T44" fmla="*/ 148 w 176"/>
              <ns1:gd name="T45" fmla="*/ 66 h 144"/>
              <ns1:gd name="T46" fmla="*/ 157 w 176"/>
              <ns1:gd name="T47" fmla="*/ 108 h 144"/>
              <ns1:gd name="T48" fmla="*/ 150 w 176"/>
              <ns1:gd name="T49" fmla="*/ 120 h 144"/>
              <ns1:gd name="T50" fmla="*/ 172 w 176"/>
              <ns1:gd name="T51" fmla="*/ 128 h 144"/>
              <ns1:gd name="T52" fmla="*/ 159 w 176"/>
              <ns1:gd name="T53" fmla="*/ 100 h 144"/>
              <ns1:gd name="T54" fmla="*/ 106 w 176"/>
              <ns1:gd name="T55" fmla="*/ 90 h 144"/>
              <ns1:gd name="T56" fmla="*/ 115 w 176"/>
              <ns1:gd name="T57" fmla="*/ 52 h 144"/>
              <ns1:gd name="T58" fmla="*/ 104 w 176"/>
              <ns1:gd name="T59" fmla="*/ 3 h 144"/>
              <ns1:gd name="T60" fmla="*/ 76 w 176"/>
              <ns1:gd name="T61" fmla="*/ 4 h 144"/>
              <ns1:gd name="T62" fmla="*/ 61 w 176"/>
              <ns1:gd name="T63" fmla="*/ 52 h 144"/>
              <ns1:gd name="T64" fmla="*/ 70 w 176"/>
              <ns1:gd name="T65" fmla="*/ 90 h 144"/>
              <ns1:gd name="T66" fmla="*/ 28 w 176"/>
              <ns1:gd name="T67" fmla="*/ 140 h 144"/>
              <ns1:gd name="T68" fmla="*/ 144 w 176"/>
              <ns1:gd name="T69" fmla="*/ 144 h 144"/>
              <ns1:gd name="T70" fmla="*/ 120 w 176"/>
              <ns1:gd name="T71" fmla="*/ 109 h 144"/>
              <ns1:gd name="T72" fmla="*/ 58 w 176"/>
              <ns1:gd name="T73" fmla="*/ 117 h 144"/>
              <ns1:gd name="T74" fmla="*/ 78 w 176"/>
              <ns1:gd name="T75" fmla="*/ 90 h 144"/>
              <ns1:gd name="T76" fmla="*/ 69 w 176"/>
              <ns1:gd name="T77" fmla="*/ 65 h 144"/>
              <ns1:gd name="T78" fmla="*/ 68 w 176"/>
              <ns1:gd name="T79" fmla="*/ 48 h 144"/>
              <ns1:gd name="T80" fmla="*/ 79 w 176"/>
              <ns1:gd name="T81" fmla="*/ 12 h 144"/>
              <ns1:gd name="T82" fmla="*/ 93 w 176"/>
              <ns1:gd name="T83" fmla="*/ 8 h 144"/>
              <ns1:gd name="T84" fmla="*/ 108 w 176"/>
              <ns1:gd name="T85" fmla="*/ 22 h 144"/>
              <ns1:gd name="T86" fmla="*/ 107 w 176"/>
              <ns1:gd name="T87" fmla="*/ 54 h 144"/>
              <ns1:gd name="T88" fmla="*/ 106 w 176"/>
              <ns1:gd name="T89" fmla="*/ 66 h 144"/>
              <ns1:gd name="T90" fmla="*/ 118 w 176"/>
              <ns1:gd name="T91" fmla="*/ 117 h 144"/>
              <ns1:gd name="T92" fmla="*/ 140 w 176"/>
              <ns1:gd name="T93" fmla="*/ 136 h 144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  <ns1:cxn ang="0">
                <ns1:pos x="T32" y="T33"/>
              </ns1:cxn>
              <ns1:cxn ang="0">
                <ns1:pos x="T34" y="T35"/>
              </ns1:cxn>
              <ns1:cxn ang="0">
                <ns1:pos x="T36" y="T37"/>
              </ns1:cxn>
              <ns1:cxn ang="0">
                <ns1:pos x="T38" y="T39"/>
              </ns1:cxn>
              <ns1:cxn ang="0">
                <ns1:pos x="T40" y="T41"/>
              </ns1:cxn>
              <ns1:cxn ang="0">
                <ns1:pos x="T42" y="T43"/>
              </ns1:cxn>
              <ns1:cxn ang="0">
                <ns1:pos x="T44" y="T45"/>
              </ns1:cxn>
              <ns1:cxn ang="0">
                <ns1:pos x="T46" y="T47"/>
              </ns1:cxn>
              <ns1:cxn ang="0">
                <ns1:pos x="T48" y="T49"/>
              </ns1:cxn>
              <ns1:cxn ang="0">
                <ns1:pos x="T50" y="T51"/>
              </ns1:cxn>
              <ns1:cxn ang="0">
                <ns1:pos x="T52" y="T53"/>
              </ns1:cxn>
              <ns1:cxn ang="0">
                <ns1:pos x="T54" y="T55"/>
              </ns1:cxn>
              <ns1:cxn ang="0">
                <ns1:pos x="T56" y="T57"/>
              </ns1:cxn>
              <ns1:cxn ang="0">
                <ns1:pos x="T58" y="T59"/>
              </ns1:cxn>
              <ns1:cxn ang="0">
                <ns1:pos x="T60" y="T61"/>
              </ns1:cxn>
              <ns1:cxn ang="0">
                <ns1:pos x="T62" y="T63"/>
              </ns1:cxn>
              <ns1:cxn ang="0">
                <ns1:pos x="T64" y="T65"/>
              </ns1:cxn>
              <ns1:cxn ang="0">
                <ns1:pos x="T66" y="T67"/>
              </ns1:cxn>
              <ns1:cxn ang="0">
                <ns1:pos x="T68" y="T69"/>
              </ns1:cxn>
              <ns1:cxn ang="0">
                <ns1:pos x="T70" y="T71"/>
              </ns1:cxn>
              <ns1:cxn ang="0">
                <ns1:pos x="T72" y="T73"/>
              </ns1:cxn>
              <ns1:cxn ang="0">
                <ns1:pos x="T74" y="T75"/>
              </ns1:cxn>
              <ns1:cxn ang="0">
                <ns1:pos x="T76" y="T77"/>
              </ns1:cxn>
              <ns1:cxn ang="0">
                <ns1:pos x="T78" y="T79"/>
              </ns1:cxn>
              <ns1:cxn ang="0">
                <ns1:pos x="T80" y="T81"/>
              </ns1:cxn>
              <ns1:cxn ang="0">
                <ns1:pos x="T82" y="T83"/>
              </ns1:cxn>
              <ns1:cxn ang="0">
                <ns1:pos x="T84" y="T85"/>
              </ns1:cxn>
              <ns1:cxn ang="0">
                <ns1:pos x="T86" y="T87"/>
              </ns1:cxn>
              <ns1:cxn ang="0">
                <ns1:pos x="T88" y="T89"/>
              </ns1:cxn>
              <ns1:cxn ang="0">
                <ns1:pos x="T90" y="T91"/>
              </ns1:cxn>
              <ns1:cxn ang="0">
                <ns1:pos x="T92" y="T93"/>
              </ns1:cxn>
            </ns1:cxnLst>
            <ns1:rect l="0" t="0" r="r" b="b"/>
            <ns1:pathLst>
              <ns1:path w="176" h="144">
                <ns1:moveTo>
                  <ns1:pt x="19" y="108"/>
                </ns1:moveTo>
                <ns1:cubicBezTo>
                  <ns1:pt x="25" y="106"/>
                  <ns1:pt x="34" y="100"/>
                  <ns1:pt x="34" y="86"/>
                </ns1:cubicBezTo>
                <ns1:cubicBezTo>
                  <ns1:pt x="34" y="74"/>
                  <ns1:pt x="30" y="69"/>
                  <ns1:pt x="28" y="66"/>
                </ns1:cubicBezTo>
                <ns1:cubicBezTo>
                  <ns1:pt x="28" y="65"/>
                  <ns1:pt x="28" y="65"/>
                  <ns1:pt x="28" y="65"/>
                </ns1:cubicBezTo>
                <ns1:cubicBezTo>
                  <ns1:pt x="27" y="65"/>
                  <ns1:pt x="27" y="65"/>
                  <ns1:pt x="27" y="65"/>
                </ns1:cubicBezTo>
                <ns1:cubicBezTo>
                  <ns1:pt x="27" y="65"/>
                  <ns1:pt x="27" y="63"/>
                  <ns1:pt x="28" y="58"/>
                </ns1:cubicBezTo>
                <ns1:cubicBezTo>
                  <ns1:pt x="28" y="56"/>
                  <ns1:pt x="28" y="54"/>
                  <ns1:pt x="27" y="53"/>
                </ns1:cubicBezTo>
                <ns1:cubicBezTo>
                  <ns1:pt x="26" y="49"/>
                  <ns1:pt x="23" y="43"/>
                  <ns1:pt x="25" y="38"/>
                </ns1:cubicBezTo>
                <ns1:cubicBezTo>
                  <ns1:pt x="28" y="29"/>
                  <ns1:pt x="30" y="28"/>
                  <ns1:pt x="34" y="27"/>
                </ns1:cubicBezTo>
                <ns1:cubicBezTo>
                  <ns1:pt x="34" y="27"/>
                  <ns1:pt x="34" y="26"/>
                  <ns1:pt x="35" y="26"/>
                </ns1:cubicBezTo>
                <ns1:cubicBezTo>
                  <ns1:pt x="36" y="25"/>
                  <ns1:pt x="40" y="24"/>
                  <ns1:pt x="44" y="24"/>
                </ns1:cubicBezTo>
                <ns1:cubicBezTo>
                  <ns1:pt x="46" y="24"/>
                  <ns1:pt x="48" y="24"/>
                  <ns1:pt x="49" y="25"/>
                </ns1:cubicBezTo>
                <ns1:cubicBezTo>
                  <ns1:pt x="49" y="24"/>
                  <ns1:pt x="50" y="22"/>
                  <ns1:pt x="50" y="21"/>
                </ns1:cubicBezTo>
                <ns1:cubicBezTo>
                  <ns1:pt x="51" y="20"/>
                  <ns1:pt x="51" y="19"/>
                  <ns1:pt x="52" y="18"/>
                </ns1:cubicBezTo>
                <ns1:cubicBezTo>
                  <ns1:pt x="49" y="16"/>
                  <ns1:pt x="47" y="16"/>
                  <ns1:pt x="44" y="16"/>
                </ns1:cubicBezTo>
                <ns1:cubicBezTo>
                  <ns1:pt x="38" y="16"/>
                  <ns1:pt x="33" y="18"/>
                  <ns1:pt x="30" y="19"/>
                </ns1:cubicBezTo>
                <ns1:cubicBezTo>
                  <ns1:pt x="24" y="22"/>
                  <ns1:pt x="21" y="25"/>
                  <ns1:pt x="17" y="35"/>
                </ns1:cubicBezTo>
                <ns1:cubicBezTo>
                  <ns1:pt x="14" y="43"/>
                  <ns1:pt x="18" y="52"/>
                  <ns1:pt x="20" y="56"/>
                </ns1:cubicBezTo>
                <ns1:cubicBezTo>
                  <ns1:pt x="18" y="66"/>
                  <ns1:pt x="21" y="70"/>
                  <ns1:pt x="21" y="70"/>
                </ns1:cubicBezTo>
                <ns1:cubicBezTo>
                  <ns1:pt x="23" y="73"/>
                  <ns1:pt x="26" y="76"/>
                  <ns1:pt x="26" y="86"/>
                </ns1:cubicBezTo>
                <ns1:cubicBezTo>
                  <ns1:pt x="26" y="98"/>
                  <ns1:pt x="17" y="100"/>
                  <ns1:pt x="17" y="100"/>
                </ns1:cubicBezTo>
                <ns1:cubicBezTo>
                  <ns1:pt x="10" y="103"/>
                  <ns1:pt x="0" y="108"/>
                  <ns1:pt x="0" y="124"/>
                </ns1:cubicBezTo>
                <ns1:cubicBezTo>
                  <ns1:pt x="0" y="124"/>
                  <ns1:pt x="0" y="128"/>
                  <ns1:pt x="4" y="128"/>
                </ns1:cubicBezTo>
                <ns1:cubicBezTo>
                  <ns1:pt x="22" y="128"/>
                  <ns1:pt x="22" y="128"/>
                  <ns1:pt x="22" y="128"/>
                </ns1:cubicBezTo>
                <ns1:cubicBezTo>
                  <ns1:pt x="23" y="125"/>
                  <ns1:pt x="24" y="122"/>
                  <ns1:pt x="26" y="120"/>
                </ns1:cubicBezTo>
                <ns1:cubicBezTo>
                  <ns1:pt x="8" y="120"/>
                  <ns1:pt x="8" y="120"/>
                  <ns1:pt x="8" y="120"/>
                </ns1:cubicBezTo>
                <ns1:cubicBezTo>
                  <ns1:pt x="9" y="112"/>
                  <ns1:pt x="14" y="110"/>
                  <ns1:pt x="19" y="108"/>
                </ns1:cubicBezTo>
                <ns1:moveTo>
                  <ns1:pt x="159" y="100"/>
                </ns1:moveTo>
                <ns1:cubicBezTo>
                  <ns1:pt x="159" y="100"/>
                  <ns1:pt x="150" y="98"/>
                  <ns1:pt x="150" y="86"/>
                </ns1:cubicBezTo>
                <ns1:cubicBezTo>
                  <ns1:pt x="150" y="76"/>
                  <ns1:pt x="153" y="73"/>
                  <ns1:pt x="155" y="70"/>
                </ns1:cubicBezTo>
                <ns1:cubicBezTo>
                  <ns1:pt x="155" y="70"/>
                  <ns1:pt x="158" y="66"/>
                  <ns1:pt x="156" y="56"/>
                </ns1:cubicBezTo>
                <ns1:cubicBezTo>
                  <ns1:pt x="158" y="52"/>
                  <ns1:pt x="162" y="43"/>
                  <ns1:pt x="159" y="35"/>
                </ns1:cubicBezTo>
                <ns1:cubicBezTo>
                  <ns1:pt x="155" y="25"/>
                  <ns1:pt x="152" y="22"/>
                  <ns1:pt x="146" y="19"/>
                </ns1:cubicBezTo>
                <ns1:cubicBezTo>
                  <ns1:pt x="143" y="18"/>
                  <ns1:pt x="138" y="16"/>
                  <ns1:pt x="132" y="16"/>
                </ns1:cubicBezTo>
                <ns1:cubicBezTo>
                  <ns1:pt x="129" y="16"/>
                  <ns1:pt x="127" y="16"/>
                  <ns1:pt x="124" y="18"/>
                </ns1:cubicBezTo>
                <ns1:cubicBezTo>
                  <ns1:pt x="125" y="20"/>
                  <ns1:pt x="126" y="23"/>
                  <ns1:pt x="126" y="25"/>
                </ns1:cubicBezTo>
                <ns1:cubicBezTo>
                  <ns1:pt x="127" y="25"/>
                  <ns1:pt x="127" y="25"/>
                  <ns1:pt x="127" y="25"/>
                </ns1:cubicBezTo>
                <ns1:cubicBezTo>
                  <ns1:pt x="128" y="24"/>
                  <ns1:pt x="130" y="24"/>
                  <ns1:pt x="132" y="24"/>
                </ns1:cubicBezTo>
                <ns1:cubicBezTo>
                  <ns1:pt x="136" y="24"/>
                  <ns1:pt x="140" y="25"/>
                  <ns1:pt x="141" y="26"/>
                </ns1:cubicBezTo>
                <ns1:cubicBezTo>
                  <ns1:pt x="142" y="26"/>
                  <ns1:pt x="142" y="27"/>
                  <ns1:pt x="142" y="27"/>
                </ns1:cubicBezTo>
                <ns1:cubicBezTo>
                  <ns1:pt x="146" y="28"/>
                  <ns1:pt x="148" y="29"/>
                  <ns1:pt x="151" y="38"/>
                </ns1:cubicBezTo>
                <ns1:cubicBezTo>
                  <ns1:pt x="153" y="43"/>
                  <ns1:pt x="150" y="49"/>
                  <ns1:pt x="149" y="53"/>
                </ns1:cubicBezTo>
                <ns1:cubicBezTo>
                  <ns1:pt x="148" y="54"/>
                  <ns1:pt x="148" y="56"/>
                  <ns1:pt x="148" y="58"/>
                </ns1:cubicBezTo>
                <ns1:cubicBezTo>
                  <ns1:pt x="149" y="63"/>
                  <ns1:pt x="149" y="65"/>
                  <ns1:pt x="149" y="65"/>
                </ns1:cubicBezTo>
                <ns1:cubicBezTo>
                  <ns1:pt x="149" y="65"/>
                  <ns1:pt x="149" y="65"/>
                  <ns1:pt x="148" y="65"/>
                </ns1:cubicBezTo>
                <ns1:cubicBezTo>
                  <ns1:pt x="148" y="66"/>
                  <ns1:pt x="148" y="66"/>
                  <ns1:pt x="148" y="66"/>
                </ns1:cubicBezTo>
                <ns1:cubicBezTo>
                  <ns1:pt x="146" y="69"/>
                  <ns1:pt x="142" y="74"/>
                  <ns1:pt x="142" y="86"/>
                </ns1:cubicBezTo>
                <ns1:cubicBezTo>
                  <ns1:pt x="142" y="100"/>
                  <ns1:pt x="151" y="106"/>
                  <ns1:pt x="157" y="108"/>
                </ns1:cubicBezTo>
                <ns1:cubicBezTo>
                  <ns1:pt x="162" y="110"/>
                  <ns1:pt x="167" y="112"/>
                  <ns1:pt x="168" y="120"/>
                </ns1:cubicBezTo>
                <ns1:cubicBezTo>
                  <ns1:pt x="150" y="120"/>
                  <ns1:pt x="150" y="120"/>
                  <ns1:pt x="150" y="120"/>
                </ns1:cubicBezTo>
                <ns1:cubicBezTo>
                  <ns1:pt x="152" y="122"/>
                  <ns1:pt x="153" y="125"/>
                  <ns1:pt x="154" y="128"/>
                </ns1:cubicBezTo>
                <ns1:cubicBezTo>
                  <ns1:pt x="172" y="128"/>
                  <ns1:pt x="172" y="128"/>
                  <ns1:pt x="172" y="128"/>
                </ns1:cubicBezTo>
                <ns1:cubicBezTo>
                  <ns1:pt x="176" y="128"/>
                  <ns1:pt x="176" y="124"/>
                  <ns1:pt x="176" y="124"/>
                </ns1:cubicBezTo>
                <ns1:cubicBezTo>
                  <ns1:pt x="176" y="108"/>
                  <ns1:pt x="166" y="103"/>
                  <ns1:pt x="159" y="100"/>
                </ns1:cubicBezTo>
                <ns1:moveTo>
                  <ns1:pt x="120" y="109"/>
                </ns1:moveTo>
                <ns1:cubicBezTo>
                  <ns1:pt x="120" y="109"/>
                  <ns1:pt x="106" y="105"/>
                  <ns1:pt x="106" y="90"/>
                </ns1:cubicBezTo>
                <ns1:cubicBezTo>
                  <ns1:pt x="106" y="77"/>
                  <ns1:pt x="111" y="73"/>
                  <ns1:pt x="114" y="69"/>
                </ns1:cubicBezTo>
                <ns1:cubicBezTo>
                  <ns1:pt x="114" y="69"/>
                  <ns1:pt x="118" y="65"/>
                  <ns1:pt x="115" y="52"/>
                </ns1:cubicBezTo>
                <ns1:cubicBezTo>
                  <ns1:pt x="120" y="45"/>
                  <ns1:pt x="122" y="33"/>
                  <ns1:pt x="116" y="19"/>
                </ns1:cubicBezTo>
                <ns1:cubicBezTo>
                  <ns1:pt x="112" y="10"/>
                  <ns1:pt x="109" y="5"/>
                  <ns1:pt x="104" y="3"/>
                </ns1:cubicBezTo>
                <ns1:cubicBezTo>
                  <ns1:pt x="101" y="1"/>
                  <ns1:pt x="97" y="0"/>
                  <ns1:pt x="93" y="0"/>
                </ns1:cubicBezTo>
                <ns1:cubicBezTo>
                  <ns1:pt x="86" y="0"/>
                  <ns1:pt x="79" y="3"/>
                  <ns1:pt x="76" y="4"/>
                </ns1:cubicBezTo>
                <ns1:cubicBezTo>
                  <ns1:pt x="68" y="8"/>
                  <ns1:pt x="63" y="11"/>
                  <ns1:pt x="58" y="24"/>
                </ns1:cubicBezTo>
                <ns1:cubicBezTo>
                  <ns1:pt x="53" y="34"/>
                  <ns1:pt x="58" y="46"/>
                  <ns1:pt x="61" y="52"/>
                </ns1:cubicBezTo>
                <ns1:cubicBezTo>
                  <ns1:pt x="58" y="65"/>
                  <ns1:pt x="62" y="69"/>
                  <ns1:pt x="62" y="69"/>
                </ns1:cubicBezTo>
                <ns1:cubicBezTo>
                  <ns1:pt x="65" y="73"/>
                  <ns1:pt x="70" y="77"/>
                  <ns1:pt x="70" y="90"/>
                </ns1:cubicBezTo>
                <ns1:cubicBezTo>
                  <ns1:pt x="70" y="105"/>
                  <ns1:pt x="56" y="109"/>
                  <ns1:pt x="56" y="109"/>
                </ns1:cubicBezTo>
                <ns1:cubicBezTo>
                  <ns1:pt x="47" y="112"/>
                  <ns1:pt x="28" y="118"/>
                  <ns1:pt x="28" y="140"/>
                </ns1:cubicBezTo>
                <ns1:cubicBezTo>
                  <ns1:pt x="28" y="140"/>
                  <ns1:pt x="28" y="144"/>
                  <ns1:pt x="32" y="144"/>
                </ns1:cubicBezTo>
                <ns1:cubicBezTo>
                  <ns1:pt x="144" y="144"/>
                  <ns1:pt x="144" y="144"/>
                  <ns1:pt x="144" y="144"/>
                </ns1:cubicBezTo>
                <ns1:cubicBezTo>
                  <ns1:pt x="148" y="144"/>
                  <ns1:pt x="148" y="140"/>
                  <ns1:pt x="148" y="140"/>
                </ns1:cubicBezTo>
                <ns1:cubicBezTo>
                  <ns1:pt x="148" y="118"/>
                  <ns1:pt x="129" y="112"/>
                  <ns1:pt x="120" y="109"/>
                </ns1:cubicBezTo>
                <ns1:moveTo>
                  <ns1:pt x="36" y="136"/>
                </ns1:moveTo>
                <ns1:cubicBezTo>
                  <ns1:pt x="38" y="125"/>
                  <ns1:pt x="48" y="120"/>
                  <ns1:pt x="58" y="117"/>
                </ns1:cubicBezTo>
                <ns1:cubicBezTo>
                  <ns1:pt x="58" y="117"/>
                  <ns1:pt x="58" y="117"/>
                  <ns1:pt x="58" y="117"/>
                </ns1:cubicBezTo>
                <ns1:cubicBezTo>
                  <ns1:pt x="66" y="115"/>
                  <ns1:pt x="78" y="107"/>
                  <ns1:pt x="78" y="90"/>
                </ns1:cubicBezTo>
                <ns1:cubicBezTo>
                  <ns1:pt x="78" y="76"/>
                  <ns1:pt x="73" y="70"/>
                  <ns1:pt x="70" y="66"/>
                </ns1:cubicBezTo>
                <ns1:cubicBezTo>
                  <ns1:pt x="69" y="65"/>
                  <ns1:pt x="68" y="64"/>
                  <ns1:pt x="69" y="65"/>
                </ns1:cubicBezTo>
                <ns1:cubicBezTo>
                  <ns1:pt x="68" y="64"/>
                  <ns1:pt x="67" y="61"/>
                  <ns1:pt x="69" y="54"/>
                </ns1:cubicBezTo>
                <ns1:cubicBezTo>
                  <ns1:pt x="70" y="50"/>
                  <ns1:pt x="68" y="48"/>
                  <ns1:pt x="68" y="48"/>
                </ns1:cubicBezTo>
                <ns1:cubicBezTo>
                  <ns1:pt x="66" y="43"/>
                  <ns1:pt x="62" y="34"/>
                  <ns1:pt x="65" y="27"/>
                </ns1:cubicBezTo>
                <ns1:cubicBezTo>
                  <ns1:pt x="69" y="17"/>
                  <ns1:pt x="73" y="15"/>
                  <ns1:pt x="79" y="12"/>
                </ns1:cubicBezTo>
                <ns1:cubicBezTo>
                  <ns1:pt x="80" y="11"/>
                  <ns1:pt x="80" y="11"/>
                  <ns1:pt x="80" y="11"/>
                </ns1:cubicBezTo>
                <ns1:cubicBezTo>
                  <ns1:pt x="82" y="10"/>
                  <ns1:pt x="87" y="8"/>
                  <ns1:pt x="93" y="8"/>
                </ns1:cubicBezTo>
                <ns1:cubicBezTo>
                  <ns1:pt x="96" y="8"/>
                  <ns1:pt x="98" y="9"/>
                  <ns1:pt x="100" y="10"/>
                </ns1:cubicBezTo>
                <ns1:cubicBezTo>
                  <ns1:pt x="103" y="11"/>
                  <ns1:pt x="105" y="14"/>
                  <ns1:pt x="108" y="22"/>
                </ns1:cubicBezTo>
                <ns1:cubicBezTo>
                  <ns1:pt x="115" y="36"/>
                  <ns1:pt x="111" y="45"/>
                  <ns1:pt x="109" y="47"/>
                </ns1:cubicBezTo>
                <ns1:cubicBezTo>
                  <ns1:pt x="107" y="49"/>
                  <ns1:pt x="107" y="52"/>
                  <ns1:pt x="107" y="54"/>
                </ns1:cubicBezTo>
                <ns1:cubicBezTo>
                  <ns1:pt x="109" y="61"/>
                  <ns1:pt x="108" y="64"/>
                  <ns1:pt x="108" y="64"/>
                </ns1:cubicBezTo>
                <ns1:cubicBezTo>
                  <ns1:pt x="108" y="64"/>
                  <ns1:pt x="107" y="65"/>
                  <ns1:pt x="106" y="66"/>
                </ns1:cubicBezTo>
                <ns1:cubicBezTo>
                  <ns1:pt x="103" y="70"/>
                  <ns1:pt x="98" y="76"/>
                  <ns1:pt x="98" y="90"/>
                </ns1:cubicBezTo>
                <ns1:cubicBezTo>
                  <ns1:pt x="98" y="107"/>
                  <ns1:pt x="110" y="115"/>
                  <ns1:pt x="118" y="117"/>
                </ns1:cubicBezTo>
                <ns1:cubicBezTo>
                  <ns1:pt x="118" y="117"/>
                  <ns1:pt x="118" y="117"/>
                  <ns1:pt x="118" y="117"/>
                </ns1:cubicBezTo>
                <ns1:cubicBezTo>
                  <ns1:pt x="128" y="120"/>
                  <ns1:pt x="138" y="125"/>
                  <ns1:pt x="140" y="136"/>
                </ns1:cubicBezTo>
                <ns1:lnTo>
                  <ns1:pt x="36" y="136"/>
                </ns1:lnTo>
                <ns1:close/>
              </ns1:path>
            </ns1:pathLst>
          </ns1:custGeom>
          <ns1:solidFill>
            <ns1:schemeClr val="tx1"/>
          </ns1:solidFill>
          <ns1:ln>
            <ns1:noFill/>
          </ns1:ln>
          <ns1:extLst/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en-US" sz="2700"/>
          </ns1:p>
        </ns0:txBody>
      </ns0:sp>
      <ns0:sp>
        <ns0:nvSpPr>
          <ns0:cNvPr id="103" name="Freeform 97"/>
          <ns0:cNvSpPr>
            <ns1:spLocks noEditPoints="1"/>
          </ns0:cNvSpPr>
          <ns0:nvPr/>
        </ns0:nvSpPr>
        <ns0:spPr bwMode="auto">
          <ns1:xfrm>
            <ns1:off x="5019676" y="5713414"/>
            <ns1:ext cx="325438" cy="320675"/>
          </ns1:xfrm>
          <ns1:custGeom>
            <ns1:avLst/>
            <ns1:gdLst>
              <ns1:gd name="T0" fmla="*/ 170 w 179"/>
              <ns1:gd name="T1" fmla="*/ 35 h 176"/>
              <ns1:gd name="T2" fmla="*/ 166 w 179"/>
              <ns1:gd name="T3" fmla="*/ 38 h 176"/>
              <ns1:gd name="T4" fmla="*/ 166 w 179"/>
              <ns1:gd name="T5" fmla="*/ 38 h 176"/>
              <ns1:gd name="T6" fmla="*/ 146 w 179"/>
              <ns1:gd name="T7" fmla="*/ 58 h 176"/>
              <ns1:gd name="T8" fmla="*/ 146 w 179"/>
              <ns1:gd name="T9" fmla="*/ 58 h 176"/>
              <ns1:gd name="T10" fmla="*/ 132 w 179"/>
              <ns1:gd name="T11" fmla="*/ 64 h 176"/>
              <ns1:gd name="T12" fmla="*/ 112 w 179"/>
              <ns1:gd name="T13" fmla="*/ 44 h 176"/>
              <ns1:gd name="T14" fmla="*/ 118 w 179"/>
              <ns1:gd name="T15" fmla="*/ 30 h 176"/>
              <ns1:gd name="T16" fmla="*/ 112 w 179"/>
              <ns1:gd name="T17" fmla="*/ 24 h 176"/>
              <ns1:gd name="T18" fmla="*/ 104 w 179"/>
              <ns1:gd name="T19" fmla="*/ 44 h 176"/>
              <ns1:gd name="T20" fmla="*/ 132 w 179"/>
              <ns1:gd name="T21" fmla="*/ 72 h 176"/>
              <ns1:gd name="T22" fmla="*/ 152 w 179"/>
              <ns1:gd name="T23" fmla="*/ 64 h 176"/>
              <ns1:gd name="T24" fmla="*/ 152 w 179"/>
              <ns1:gd name="T25" fmla="*/ 64 h 176"/>
              <ns1:gd name="T26" fmla="*/ 167 w 179"/>
              <ns1:gd name="T27" fmla="*/ 49 h 176"/>
              <ns1:gd name="T28" fmla="*/ 162 w 179"/>
              <ns1:gd name="T29" fmla="*/ 77 h 176"/>
              <ns1:gd name="T30" fmla="*/ 140 w 179"/>
              <ns1:gd name="T31" fmla="*/ 99 h 176"/>
              <ns1:gd name="T32" fmla="*/ 129 w 179"/>
              <ns1:gd name="T33" fmla="*/ 104 h 176"/>
              <ns1:gd name="T34" fmla="*/ 102 w 179"/>
              <ns1:gd name="T35" fmla="*/ 95 h 176"/>
              <ns1:gd name="T36" fmla="*/ 102 w 179"/>
              <ns1:gd name="T37" fmla="*/ 95 h 176"/>
              <ns1:gd name="T38" fmla="*/ 100 w 179"/>
              <ns1:gd name="T39" fmla="*/ 94 h 176"/>
              <ns1:gd name="T40" fmla="*/ 97 w 179"/>
              <ns1:gd name="T41" fmla="*/ 96 h 176"/>
              <ns1:gd name="T42" fmla="*/ 96 w 179"/>
              <ns1:gd name="T43" fmla="*/ 96 h 176"/>
              <ns1:gd name="T44" fmla="*/ 35 w 179"/>
              <ns1:gd name="T45" fmla="*/ 163 h 176"/>
              <ns1:gd name="T46" fmla="*/ 24 w 179"/>
              <ns1:gd name="T47" fmla="*/ 168 h 176"/>
              <ns1:gd name="T48" fmla="*/ 8 w 179"/>
              <ns1:gd name="T49" fmla="*/ 152 h 176"/>
              <ns1:gd name="T50" fmla="*/ 13 w 179"/>
              <ns1:gd name="T51" fmla="*/ 141 h 176"/>
              <ns1:gd name="T52" fmla="*/ 80 w 179"/>
              <ns1:gd name="T53" fmla="*/ 80 h 176"/>
              <ns1:gd name="T54" fmla="*/ 80 w 179"/>
              <ns1:gd name="T55" fmla="*/ 80 h 176"/>
              <ns1:gd name="T56" fmla="*/ 82 w 179"/>
              <ns1:gd name="T57" fmla="*/ 76 h 176"/>
              <ns1:gd name="T58" fmla="*/ 81 w 179"/>
              <ns1:gd name="T59" fmla="*/ 74 h 176"/>
              <ns1:gd name="T60" fmla="*/ 81 w 179"/>
              <ns1:gd name="T61" fmla="*/ 74 h 176"/>
              <ns1:gd name="T62" fmla="*/ 79 w 179"/>
              <ns1:gd name="T63" fmla="*/ 37 h 176"/>
              <ns1:gd name="T64" fmla="*/ 100 w 179"/>
              <ns1:gd name="T65" fmla="*/ 15 h 176"/>
              <ns1:gd name="T66" fmla="*/ 118 w 179"/>
              <ns1:gd name="T67" fmla="*/ 8 h 176"/>
              <ns1:gd name="T68" fmla="*/ 118 w 179"/>
              <ns1:gd name="T69" fmla="*/ 8 h 176"/>
              <ns1:gd name="T70" fmla="*/ 127 w 179"/>
              <ns1:gd name="T71" fmla="*/ 9 h 176"/>
              <ns1:gd name="T72" fmla="*/ 112 w 179"/>
              <ns1:gd name="T73" fmla="*/ 24 h 176"/>
              <ns1:gd name="T74" fmla="*/ 118 w 179"/>
              <ns1:gd name="T75" fmla="*/ 30 h 176"/>
              <ns1:gd name="T76" fmla="*/ 138 w 179"/>
              <ns1:gd name="T77" fmla="*/ 10 h 176"/>
              <ns1:gd name="T78" fmla="*/ 138 w 179"/>
              <ns1:gd name="T79" fmla="*/ 10 h 176"/>
              <ns1:gd name="T80" fmla="*/ 141 w 179"/>
              <ns1:gd name="T81" fmla="*/ 6 h 176"/>
              <ns1:gd name="T82" fmla="*/ 118 w 179"/>
              <ns1:gd name="T83" fmla="*/ 0 h 176"/>
              <ns1:gd name="T84" fmla="*/ 118 w 179"/>
              <ns1:gd name="T85" fmla="*/ 0 h 176"/>
              <ns1:gd name="T86" fmla="*/ 95 w 179"/>
              <ns1:gd name="T87" fmla="*/ 9 h 176"/>
              <ns1:gd name="T88" fmla="*/ 73 w 179"/>
              <ns1:gd name="T89" fmla="*/ 31 h 176"/>
              <ns1:gd name="T90" fmla="*/ 73 w 179"/>
              <ns1:gd name="T91" fmla="*/ 76 h 176"/>
              <ns1:gd name="T92" fmla="*/ 7 w 179"/>
              <ns1:gd name="T93" fmla="*/ 135 h 176"/>
              <ns1:gd name="T94" fmla="*/ 0 w 179"/>
              <ns1:gd name="T95" fmla="*/ 152 h 176"/>
              <ns1:gd name="T96" fmla="*/ 24 w 179"/>
              <ns1:gd name="T97" fmla="*/ 176 h 176"/>
              <ns1:gd name="T98" fmla="*/ 41 w 179"/>
              <ns1:gd name="T99" fmla="*/ 169 h 176"/>
              <ns1:gd name="T100" fmla="*/ 101 w 179"/>
              <ns1:gd name="T101" fmla="*/ 103 h 176"/>
              <ns1:gd name="T102" fmla="*/ 129 w 179"/>
              <ns1:gd name="T103" fmla="*/ 112 h 176"/>
              <ns1:gd name="T104" fmla="*/ 146 w 179"/>
              <ns1:gd name="T105" fmla="*/ 105 h 176"/>
              <ns1:gd name="T106" fmla="*/ 167 w 179"/>
              <ns1:gd name="T107" fmla="*/ 83 h 176"/>
              <ns1:gd name="T108" fmla="*/ 170 w 179"/>
              <ns1:gd name="T109" fmla="*/ 35 h 176"/>
              <ns1:gd name="T110" fmla="*/ 21 w 179"/>
              <ns1:gd name="T111" fmla="*/ 149 h 176"/>
              <ns1:gd name="T112" fmla="*/ 20 w 179"/>
              <ns1:gd name="T113" fmla="*/ 152 h 176"/>
              <ns1:gd name="T114" fmla="*/ 24 w 179"/>
              <ns1:gd name="T115" fmla="*/ 156 h 176"/>
              <ns1:gd name="T116" fmla="*/ 28 w 179"/>
              <ns1:gd name="T117" fmla="*/ 152 h 176"/>
              <ns1:gd name="T118" fmla="*/ 24 w 179"/>
              <ns1:gd name="T119" fmla="*/ 148 h 176"/>
              <ns1:gd name="T120" fmla="*/ 21 w 179"/>
              <ns1:gd name="T121" fmla="*/ 149 h 176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  <ns1:cxn ang="0">
                <ns1:pos x="T32" y="T33"/>
              </ns1:cxn>
              <ns1:cxn ang="0">
                <ns1:pos x="T34" y="T35"/>
              </ns1:cxn>
              <ns1:cxn ang="0">
                <ns1:pos x="T36" y="T37"/>
              </ns1:cxn>
              <ns1:cxn ang="0">
                <ns1:pos x="T38" y="T39"/>
              </ns1:cxn>
              <ns1:cxn ang="0">
                <ns1:pos x="T40" y="T41"/>
              </ns1:cxn>
              <ns1:cxn ang="0">
                <ns1:pos x="T42" y="T43"/>
              </ns1:cxn>
              <ns1:cxn ang="0">
                <ns1:pos x="T44" y="T45"/>
              </ns1:cxn>
              <ns1:cxn ang="0">
                <ns1:pos x="T46" y="T47"/>
              </ns1:cxn>
              <ns1:cxn ang="0">
                <ns1:pos x="T48" y="T49"/>
              </ns1:cxn>
              <ns1:cxn ang="0">
                <ns1:pos x="T50" y="T51"/>
              </ns1:cxn>
              <ns1:cxn ang="0">
                <ns1:pos x="T52" y="T53"/>
              </ns1:cxn>
              <ns1:cxn ang="0">
                <ns1:pos x="T54" y="T55"/>
              </ns1:cxn>
              <ns1:cxn ang="0">
                <ns1:pos x="T56" y="T57"/>
              </ns1:cxn>
              <ns1:cxn ang="0">
                <ns1:pos x="T58" y="T59"/>
              </ns1:cxn>
              <ns1:cxn ang="0">
                <ns1:pos x="T60" y="T61"/>
              </ns1:cxn>
              <ns1:cxn ang="0">
                <ns1:pos x="T62" y="T63"/>
              </ns1:cxn>
              <ns1:cxn ang="0">
                <ns1:pos x="T64" y="T65"/>
              </ns1:cxn>
              <ns1:cxn ang="0">
                <ns1:pos x="T66" y="T67"/>
              </ns1:cxn>
              <ns1:cxn ang="0">
                <ns1:pos x="T68" y="T69"/>
              </ns1:cxn>
              <ns1:cxn ang="0">
                <ns1:pos x="T70" y="T71"/>
              </ns1:cxn>
              <ns1:cxn ang="0">
                <ns1:pos x="T72" y="T73"/>
              </ns1:cxn>
              <ns1:cxn ang="0">
                <ns1:pos x="T74" y="T75"/>
              </ns1:cxn>
              <ns1:cxn ang="0">
                <ns1:pos x="T76" y="T77"/>
              </ns1:cxn>
              <ns1:cxn ang="0">
                <ns1:pos x="T78" y="T79"/>
              </ns1:cxn>
              <ns1:cxn ang="0">
                <ns1:pos x="T80" y="T81"/>
              </ns1:cxn>
              <ns1:cxn ang="0">
                <ns1:pos x="T82" y="T83"/>
              </ns1:cxn>
              <ns1:cxn ang="0">
                <ns1:pos x="T84" y="T85"/>
              </ns1:cxn>
              <ns1:cxn ang="0">
                <ns1:pos x="T86" y="T87"/>
              </ns1:cxn>
              <ns1:cxn ang="0">
                <ns1:pos x="T88" y="T89"/>
              </ns1:cxn>
              <ns1:cxn ang="0">
                <ns1:pos x="T90" y="T91"/>
              </ns1:cxn>
              <ns1:cxn ang="0">
                <ns1:pos x="T92" y="T93"/>
              </ns1:cxn>
              <ns1:cxn ang="0">
                <ns1:pos x="T94" y="T95"/>
              </ns1:cxn>
              <ns1:cxn ang="0">
                <ns1:pos x="T96" y="T97"/>
              </ns1:cxn>
              <ns1:cxn ang="0">
                <ns1:pos x="T98" y="T99"/>
              </ns1:cxn>
              <ns1:cxn ang="0">
                <ns1:pos x="T100" y="T101"/>
              </ns1:cxn>
              <ns1:cxn ang="0">
                <ns1:pos x="T102" y="T103"/>
              </ns1:cxn>
              <ns1:cxn ang="0">
                <ns1:pos x="T104" y="T105"/>
              </ns1:cxn>
              <ns1:cxn ang="0">
                <ns1:pos x="T106" y="T107"/>
              </ns1:cxn>
              <ns1:cxn ang="0">
                <ns1:pos x="T108" y="T109"/>
              </ns1:cxn>
              <ns1:cxn ang="0">
                <ns1:pos x="T110" y="T111"/>
              </ns1:cxn>
              <ns1:cxn ang="0">
                <ns1:pos x="T112" y="T113"/>
              </ns1:cxn>
              <ns1:cxn ang="0">
                <ns1:pos x="T114" y="T115"/>
              </ns1:cxn>
              <ns1:cxn ang="0">
                <ns1:pos x="T116" y="T117"/>
              </ns1:cxn>
              <ns1:cxn ang="0">
                <ns1:pos x="T118" y="T119"/>
              </ns1:cxn>
              <ns1:cxn ang="0">
                <ns1:pos x="T120" y="T121"/>
              </ns1:cxn>
            </ns1:cxnLst>
            <ns1:rect l="0" t="0" r="r" b="b"/>
            <ns1:pathLst>
              <ns1:path w="179" h="176">
                <ns1:moveTo>
                  <ns1:pt x="170" y="35"/>
                </ns1:moveTo>
                <ns1:cubicBezTo>
                  <ns1:pt x="166" y="38"/>
                  <ns1:pt x="166" y="38"/>
                  <ns1:pt x="166" y="38"/>
                </ns1:cubicBezTo>
                <ns1:cubicBezTo>
                  <ns1:pt x="166" y="38"/>
                  <ns1:pt x="166" y="38"/>
                  <ns1:pt x="166" y="38"/>
                </ns1:cubicBezTo>
                <ns1:cubicBezTo>
                  <ns1:pt x="146" y="58"/>
                  <ns1:pt x="146" y="58"/>
                  <ns1:pt x="146" y="58"/>
                </ns1:cubicBezTo>
                <ns1:cubicBezTo>
                  <ns1:pt x="146" y="58"/>
                  <ns1:pt x="146" y="58"/>
                  <ns1:pt x="146" y="58"/>
                </ns1:cubicBezTo>
                <ns1:cubicBezTo>
                  <ns1:pt x="142" y="62"/>
                  <ns1:pt x="137" y="64"/>
                  <ns1:pt x="132" y="64"/>
                </ns1:cubicBezTo>
                <ns1:cubicBezTo>
                  <ns1:pt x="121" y="64"/>
                  <ns1:pt x="112" y="55"/>
                  <ns1:pt x="112" y="44"/>
                </ns1:cubicBezTo>
                <ns1:cubicBezTo>
                  <ns1:pt x="112" y="38"/>
                  <ns1:pt x="114" y="34"/>
                  <ns1:pt x="118" y="30"/>
                </ns1:cubicBezTo>
                <ns1:cubicBezTo>
                  <ns1:pt x="112" y="24"/>
                  <ns1:pt x="112" y="24"/>
                  <ns1:pt x="112" y="24"/>
                </ns1:cubicBezTo>
                <ns1:cubicBezTo>
                  <ns1:pt x="107" y="29"/>
                  <ns1:pt x="104" y="36"/>
                  <ns1:pt x="104" y="44"/>
                </ns1:cubicBezTo>
                <ns1:cubicBezTo>
                  <ns1:pt x="104" y="59"/>
                  <ns1:pt x="117" y="72"/>
                  <ns1:pt x="132" y="72"/>
                </ns1:cubicBezTo>
                <ns1:cubicBezTo>
                  <ns1:pt x="140" y="72"/>
                  <ns1:pt x="147" y="69"/>
                  <ns1:pt x="152" y="64"/>
                </ns1:cubicBezTo>
                <ns1:cubicBezTo>
                  <ns1:pt x="152" y="64"/>
                  <ns1:pt x="152" y="64"/>
                  <ns1:pt x="152" y="64"/>
                </ns1:cubicBezTo>
                <ns1:cubicBezTo>
                  <ns1:pt x="167" y="49"/>
                  <ns1:pt x="167" y="49"/>
                  <ns1:pt x="167" y="49"/>
                </ns1:cubicBezTo>
                <ns1:cubicBezTo>
                  <ns1:pt x="170" y="60"/>
                  <ns1:pt x="168" y="71"/>
                  <ns1:pt x="162" y="77"/>
                </ns1:cubicBezTo>
                <ns1:cubicBezTo>
                  <ns1:pt x="140" y="99"/>
                  <ns1:pt x="140" y="99"/>
                  <ns1:pt x="140" y="99"/>
                </ns1:cubicBezTo>
                <ns1:cubicBezTo>
                  <ns1:pt x="137" y="102"/>
                  <ns1:pt x="133" y="104"/>
                  <ns1:pt x="129" y="104"/>
                </ns1:cubicBezTo>
                <ns1:cubicBezTo>
                  <ns1:pt x="129" y="104"/>
                  <ns1:pt x="115" y="103"/>
                  <ns1:pt x="102" y="95"/>
                </ns1:cubicBezTo>
                <ns1:cubicBezTo>
                  <ns1:pt x="102" y="95"/>
                  <ns1:pt x="102" y="95"/>
                  <ns1:pt x="102" y="95"/>
                </ns1:cubicBezTo>
                <ns1:cubicBezTo>
                  <ns1:pt x="101" y="94"/>
                  <ns1:pt x="101" y="94"/>
                  <ns1:pt x="100" y="94"/>
                </ns1:cubicBezTo>
                <ns1:cubicBezTo>
                  <ns1:pt x="98" y="94"/>
                  <ns1:pt x="97" y="95"/>
                  <ns1:pt x="97" y="96"/>
                </ns1:cubicBezTo>
                <ns1:cubicBezTo>
                  <ns1:pt x="96" y="96"/>
                  <ns1:pt x="96" y="96"/>
                  <ns1:pt x="96" y="96"/>
                </ns1:cubicBezTo>
                <ns1:cubicBezTo>
                  <ns1:pt x="35" y="163"/>
                  <ns1:pt x="35" y="163"/>
                  <ns1:pt x="35" y="163"/>
                </ns1:cubicBezTo>
                <ns1:cubicBezTo>
                  <ns1:pt x="32" y="166"/>
                  <ns1:pt x="28" y="168"/>
                  <ns1:pt x="24" y="168"/>
                </ns1:cubicBezTo>
                <ns1:cubicBezTo>
                  <ns1:pt x="15" y="168"/>
                  <ns1:pt x="8" y="161"/>
                  <ns1:pt x="8" y="152"/>
                </ns1:cubicBezTo>
                <ns1:cubicBezTo>
                  <ns1:pt x="8" y="148"/>
                  <ns1:pt x="10" y="144"/>
                  <ns1:pt x="13" y="141"/>
                </ns1:cubicBezTo>
                <ns1:cubicBezTo>
                  <ns1:pt x="80" y="80"/>
                  <ns1:pt x="80" y="80"/>
                  <ns1:pt x="80" y="80"/>
                </ns1:cubicBezTo>
                <ns1:cubicBezTo>
                  <ns1:pt x="80" y="80"/>
                  <ns1:pt x="80" y="80"/>
                  <ns1:pt x="80" y="80"/>
                </ns1:cubicBezTo>
                <ns1:cubicBezTo>
                  <ns1:pt x="81" y="79"/>
                  <ns1:pt x="82" y="78"/>
                  <ns1:pt x="82" y="76"/>
                </ns1:cubicBezTo>
                <ns1:cubicBezTo>
                  <ns1:pt x="82" y="76"/>
                  <ns1:pt x="81" y="75"/>
                  <ns1:pt x="81" y="74"/>
                </ns1:cubicBezTo>
                <ns1:cubicBezTo>
                  <ns1:pt x="81" y="74"/>
                  <ns1:pt x="81" y="74"/>
                  <ns1:pt x="81" y="74"/>
                </ns1:cubicBezTo>
                <ns1:cubicBezTo>
                  <ns1:pt x="69" y="59"/>
                  <ns1:pt x="69" y="47"/>
                  <ns1:pt x="79" y="37"/>
                </ns1:cubicBezTo>
                <ns1:cubicBezTo>
                  <ns1:pt x="100" y="15"/>
                  <ns1:pt x="100" y="15"/>
                  <ns1:pt x="100" y="15"/>
                </ns1:cubicBezTo>
                <ns1:cubicBezTo>
                  <ns1:pt x="106" y="9"/>
                  <ns1:pt x="113" y="8"/>
                  <ns1:pt x="118" y="8"/>
                </ns1:cubicBezTo>
                <ns1:cubicBezTo>
                  <ns1:pt x="118" y="8"/>
                  <ns1:pt x="118" y="8"/>
                  <ns1:pt x="118" y="8"/>
                </ns1:cubicBezTo>
                <ns1:cubicBezTo>
                  <ns1:pt x="121" y="8"/>
                  <ns1:pt x="124" y="8"/>
                  <ns1:pt x="127" y="9"/>
                </ns1:cubicBezTo>
                <ns1:cubicBezTo>
                  <ns1:pt x="112" y="24"/>
                  <ns1:pt x="112" y="24"/>
                  <ns1:pt x="112" y="24"/>
                </ns1:cubicBezTo>
                <ns1:cubicBezTo>
                  <ns1:pt x="118" y="30"/>
                  <ns1:pt x="118" y="30"/>
                  <ns1:pt x="118" y="30"/>
                </ns1:cubicBezTo>
                <ns1:cubicBezTo>
                  <ns1:pt x="138" y="10"/>
                  <ns1:pt x="138" y="10"/>
                  <ns1:pt x="138" y="10"/>
                </ns1:cubicBezTo>
                <ns1:cubicBezTo>
                  <ns1:pt x="138" y="10"/>
                  <ns1:pt x="138" y="10"/>
                  <ns1:pt x="138" y="10"/>
                </ns1:cubicBezTo>
                <ns1:cubicBezTo>
                  <ns1:pt x="141" y="6"/>
                  <ns1:pt x="141" y="6"/>
                  <ns1:pt x="141" y="6"/>
                </ns1:cubicBezTo>
                <ns1:cubicBezTo>
                  <ns1:pt x="133" y="2"/>
                  <ns1:pt x="125" y="0"/>
                  <ns1:pt x="118" y="0"/>
                </ns1:cubicBezTo>
                <ns1:cubicBezTo>
                  <ns1:pt x="118" y="0"/>
                  <ns1:pt x="118" y="0"/>
                  <ns1:pt x="118" y="0"/>
                </ns1:cubicBezTo>
                <ns1:cubicBezTo>
                  <ns1:pt x="109" y="0"/>
                  <ns1:pt x="101" y="3"/>
                  <ns1:pt x="95" y="9"/>
                </ns1:cubicBezTo>
                <ns1:cubicBezTo>
                  <ns1:pt x="73" y="31"/>
                  <ns1:pt x="73" y="31"/>
                  <ns1:pt x="73" y="31"/>
                </ns1:cubicBezTo>
                <ns1:cubicBezTo>
                  <ns1:pt x="59" y="46"/>
                  <ns1:pt x="63" y="62"/>
                  <ns1:pt x="73" y="76"/>
                </ns1:cubicBezTo>
                <ns1:cubicBezTo>
                  <ns1:pt x="7" y="135"/>
                  <ns1:pt x="7" y="135"/>
                  <ns1:pt x="7" y="135"/>
                </ns1:cubicBezTo>
                <ns1:cubicBezTo>
                  <ns1:pt x="3" y="139"/>
                  <ns1:pt x="0" y="145"/>
                  <ns1:pt x="0" y="152"/>
                </ns1:cubicBezTo>
                <ns1:cubicBezTo>
                  <ns1:pt x="0" y="165"/>
                  <ns1:pt x="11" y="176"/>
                  <ns1:pt x="24" y="176"/>
                </ns1:cubicBezTo>
                <ns1:cubicBezTo>
                  <ns1:pt x="31" y="176"/>
                  <ns1:pt x="37" y="173"/>
                  <ns1:pt x="41" y="169"/>
                </ns1:cubicBezTo>
                <ns1:cubicBezTo>
                  <ns1:pt x="101" y="103"/>
                  <ns1:pt x="101" y="103"/>
                  <ns1:pt x="101" y="103"/>
                </ns1:cubicBezTo>
                <ns1:cubicBezTo>
                  <ns1:pt x="114" y="111"/>
                  <ns1:pt x="127" y="112"/>
                  <ns1:pt x="129" y="112"/>
                </ns1:cubicBezTo>
                <ns1:cubicBezTo>
                  <ns1:pt x="135" y="112"/>
                  <ns1:pt x="141" y="110"/>
                  <ns1:pt x="146" y="105"/>
                </ns1:cubicBezTo>
                <ns1:cubicBezTo>
                  <ns1:pt x="167" y="83"/>
                  <ns1:pt x="167" y="83"/>
                  <ns1:pt x="167" y="83"/>
                </ns1:cubicBezTo>
                <ns1:cubicBezTo>
                  <ns1:pt x="178" y="72"/>
                  <ns1:pt x="179" y="52"/>
                  <ns1:pt x="170" y="35"/>
                </ns1:cubicBezTo>
                <ns1:moveTo>
                  <ns1:pt x="21" y="149"/>
                </ns1:moveTo>
                <ns1:cubicBezTo>
                  <ns1:pt x="20" y="150"/>
                  <ns1:pt x="20" y="151"/>
                  <ns1:pt x="20" y="152"/>
                </ns1:cubicBezTo>
                <ns1:cubicBezTo>
                  <ns1:pt x="20" y="154"/>
                  <ns1:pt x="22" y="156"/>
                  <ns1:pt x="24" y="156"/>
                </ns1:cubicBezTo>
                <ns1:cubicBezTo>
                  <ns1:pt x="26" y="156"/>
                  <ns1:pt x="28" y="154"/>
                  <ns1:pt x="28" y="152"/>
                </ns1:cubicBezTo>
                <ns1:cubicBezTo>
                  <ns1:pt x="28" y="150"/>
                  <ns1:pt x="26" y="148"/>
                  <ns1:pt x="24" y="148"/>
                </ns1:cubicBezTo>
                <ns1:cubicBezTo>
                  <ns1:pt x="23" y="148"/>
                  <ns1:pt x="22" y="148"/>
                  <ns1:pt x="21" y="149"/>
                </ns1:cubicBezTo>
              </ns1:path>
            </ns1:pathLst>
          </ns1:custGeom>
          <ns1:solidFill>
            <ns1:schemeClr val="tx1"/>
          </ns1:solidFill>
          <ns1:ln>
            <ns1:noFill/>
          </ns1:ln>
          <ns1:extLst/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en-US" sz="2700"/>
          </ns1:p>
        </ns0:txBody>
      </ns0:sp>
      <ns0:sp>
        <ns0:nvSpPr>
          <ns0:cNvPr id="104" name="Freeform 98"/>
          <ns0:cNvSpPr>
            <ns1:spLocks noEditPoints="1"/>
          </ns0:cNvSpPr>
          <ns0:nvPr/>
        </ns0:nvSpPr>
        <ns0:spPr bwMode="auto">
          <ns1:xfrm>
            <ns1:off x="5630864" y="5713414"/>
            <ns1:ext cx="320675" cy="320675"/>
          </ns1:xfrm>
          <ns1:custGeom>
            <ns1:avLst/>
            <ns1:gdLst>
              <ns1:gd name="T0" fmla="*/ 160 w 176"/>
              <ns1:gd name="T1" fmla="*/ 3 h 176"/>
              <ns1:gd name="T2" fmla="*/ 158 w 176"/>
              <ns1:gd name="T3" fmla="*/ 0 h 176"/>
              <ns1:gd name="T4" fmla="*/ 154 w 176"/>
              <ns1:gd name="T5" fmla="*/ 0 h 176"/>
              <ns1:gd name="T6" fmla="*/ 88 w 176"/>
              <ns1:gd name="T7" fmla="*/ 16 h 176"/>
              <ns1:gd name="T8" fmla="*/ 22 w 176"/>
              <ns1:gd name="T9" fmla="*/ 0 h 176"/>
              <ns1:gd name="T10" fmla="*/ 18 w 176"/>
              <ns1:gd name="T11" fmla="*/ 0 h 176"/>
              <ns1:gd name="T12" fmla="*/ 16 w 176"/>
              <ns1:gd name="T13" fmla="*/ 3 h 176"/>
              <ns1:gd name="T14" fmla="*/ 0 w 176"/>
              <ns1:gd name="T15" fmla="*/ 100 h 176"/>
              <ns1:gd name="T16" fmla="*/ 87 w 176"/>
              <ns1:gd name="T17" fmla="*/ 176 h 176"/>
              <ns1:gd name="T18" fmla="*/ 88 w 176"/>
              <ns1:gd name="T19" fmla="*/ 176 h 176"/>
              <ns1:gd name="T20" fmla="*/ 89 w 176"/>
              <ns1:gd name="T21" fmla="*/ 176 h 176"/>
              <ns1:gd name="T22" fmla="*/ 176 w 176"/>
              <ns1:gd name="T23" fmla="*/ 100 h 176"/>
              <ns1:gd name="T24" fmla="*/ 160 w 176"/>
              <ns1:gd name="T25" fmla="*/ 3 h 176"/>
              <ns1:gd name="T26" fmla="*/ 88 w 176"/>
              <ns1:gd name="T27" fmla="*/ 168 h 176"/>
              <ns1:gd name="T28" fmla="*/ 8 w 176"/>
              <ns1:gd name="T29" fmla="*/ 100 h 176"/>
              <ns1:gd name="T30" fmla="*/ 23 w 176"/>
              <ns1:gd name="T31" fmla="*/ 10 h 176"/>
              <ns1:gd name="T32" fmla="*/ 88 w 176"/>
              <ns1:gd name="T33" fmla="*/ 24 h 176"/>
              <ns1:gd name="T34" fmla="*/ 153 w 176"/>
              <ns1:gd name="T35" fmla="*/ 10 h 176"/>
              <ns1:gd name="T36" fmla="*/ 168 w 176"/>
              <ns1:gd name="T37" fmla="*/ 100 h 176"/>
              <ns1:gd name="T38" fmla="*/ 88 w 176"/>
              <ns1:gd name="T39" fmla="*/ 168 h 176"/>
              <ns1:gd name="T40" fmla="*/ 102 w 176"/>
              <ns1:gd name="T41" fmla="*/ 72 h 176"/>
              <ns1:gd name="T42" fmla="*/ 88 w 176"/>
              <ns1:gd name="T43" fmla="*/ 36 h 176"/>
              <ns1:gd name="T44" fmla="*/ 74 w 176"/>
              <ns1:gd name="T45" fmla="*/ 72 h 176"/>
              <ns1:gd name="T46" fmla="*/ 38 w 176"/>
              <ns1:gd name="T47" fmla="*/ 72 h 176"/>
              <ns1:gd name="T48" fmla="*/ 67 w 176"/>
              <ns1:gd name="T49" fmla="*/ 95 h 176"/>
              <ns1:gd name="T50" fmla="*/ 54 w 176"/>
              <ns1:gd name="T51" fmla="*/ 136 h 176"/>
              <ns1:gd name="T52" fmla="*/ 88 w 176"/>
              <ns1:gd name="T53" fmla="*/ 111 h 176"/>
              <ns1:gd name="T54" fmla="*/ 122 w 176"/>
              <ns1:gd name="T55" fmla="*/ 136 h 176"/>
              <ns1:gd name="T56" fmla="*/ 108 w 176"/>
              <ns1:gd name="T57" fmla="*/ 95 h 176"/>
              <ns1:gd name="T58" fmla="*/ 138 w 176"/>
              <ns1:gd name="T59" fmla="*/ 72 h 176"/>
              <ns1:gd name="T60" fmla="*/ 102 w 176"/>
              <ns1:gd name="T61" fmla="*/ 72 h 176"/>
              <ns1:gd name="T62" fmla="*/ 101 w 176"/>
              <ns1:gd name="T63" fmla="*/ 97 h 176"/>
              <ns1:gd name="T64" fmla="*/ 106 w 176"/>
              <ns1:gd name="T65" fmla="*/ 114 h 176"/>
              <ns1:gd name="T66" fmla="*/ 93 w 176"/>
              <ns1:gd name="T67" fmla="*/ 104 h 176"/>
              <ns1:gd name="T68" fmla="*/ 88 w 176"/>
              <ns1:gd name="T69" fmla="*/ 101 h 176"/>
              <ns1:gd name="T70" fmla="*/ 83 w 176"/>
              <ns1:gd name="T71" fmla="*/ 104 h 176"/>
              <ns1:gd name="T72" fmla="*/ 69 w 176"/>
              <ns1:gd name="T73" fmla="*/ 114 h 176"/>
              <ns1:gd name="T74" fmla="*/ 75 w 176"/>
              <ns1:gd name="T75" fmla="*/ 97 h 176"/>
              <ns1:gd name="T76" fmla="*/ 77 w 176"/>
              <ns1:gd name="T77" fmla="*/ 92 h 176"/>
              <ns1:gd name="T78" fmla="*/ 72 w 176"/>
              <ns1:gd name="T79" fmla="*/ 89 h 176"/>
              <ns1:gd name="T80" fmla="*/ 61 w 176"/>
              <ns1:gd name="T81" fmla="*/ 80 h 176"/>
              <ns1:gd name="T82" fmla="*/ 80 w 176"/>
              <ns1:gd name="T83" fmla="*/ 80 h 176"/>
              <ns1:gd name="T84" fmla="*/ 82 w 176"/>
              <ns1:gd name="T85" fmla="*/ 75 h 176"/>
              <ns1:gd name="T86" fmla="*/ 88 w 176"/>
              <ns1:gd name="T87" fmla="*/ 58 h 176"/>
              <ns1:gd name="T88" fmla="*/ 94 w 176"/>
              <ns1:gd name="T89" fmla="*/ 75 h 176"/>
              <ns1:gd name="T90" fmla="*/ 96 w 176"/>
              <ns1:gd name="T91" fmla="*/ 80 h 176"/>
              <ns1:gd name="T92" fmla="*/ 115 w 176"/>
              <ns1:gd name="T93" fmla="*/ 80 h 176"/>
              <ns1:gd name="T94" fmla="*/ 103 w 176"/>
              <ns1:gd name="T95" fmla="*/ 89 h 176"/>
              <ns1:gd name="T96" fmla="*/ 99 w 176"/>
              <ns1:gd name="T97" fmla="*/ 92 h 176"/>
              <ns1:gd name="T98" fmla="*/ 101 w 176"/>
              <ns1:gd name="T99" fmla="*/ 97 h 176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  <ns1:cxn ang="0">
                <ns1:pos x="T32" y="T33"/>
              </ns1:cxn>
              <ns1:cxn ang="0">
                <ns1:pos x="T34" y="T35"/>
              </ns1:cxn>
              <ns1:cxn ang="0">
                <ns1:pos x="T36" y="T37"/>
              </ns1:cxn>
              <ns1:cxn ang="0">
                <ns1:pos x="T38" y="T39"/>
              </ns1:cxn>
              <ns1:cxn ang="0">
                <ns1:pos x="T40" y="T41"/>
              </ns1:cxn>
              <ns1:cxn ang="0">
                <ns1:pos x="T42" y="T43"/>
              </ns1:cxn>
              <ns1:cxn ang="0">
                <ns1:pos x="T44" y="T45"/>
              </ns1:cxn>
              <ns1:cxn ang="0">
                <ns1:pos x="T46" y="T47"/>
              </ns1:cxn>
              <ns1:cxn ang="0">
                <ns1:pos x="T48" y="T49"/>
              </ns1:cxn>
              <ns1:cxn ang="0">
                <ns1:pos x="T50" y="T51"/>
              </ns1:cxn>
              <ns1:cxn ang="0">
                <ns1:pos x="T52" y="T53"/>
              </ns1:cxn>
              <ns1:cxn ang="0">
                <ns1:pos x="T54" y="T55"/>
              </ns1:cxn>
              <ns1:cxn ang="0">
                <ns1:pos x="T56" y="T57"/>
              </ns1:cxn>
              <ns1:cxn ang="0">
                <ns1:pos x="T58" y="T59"/>
              </ns1:cxn>
              <ns1:cxn ang="0">
                <ns1:pos x="T60" y="T61"/>
              </ns1:cxn>
              <ns1:cxn ang="0">
                <ns1:pos x="T62" y="T63"/>
              </ns1:cxn>
              <ns1:cxn ang="0">
                <ns1:pos x="T64" y="T65"/>
              </ns1:cxn>
              <ns1:cxn ang="0">
                <ns1:pos x="T66" y="T67"/>
              </ns1:cxn>
              <ns1:cxn ang="0">
                <ns1:pos x="T68" y="T69"/>
              </ns1:cxn>
              <ns1:cxn ang="0">
                <ns1:pos x="T70" y="T71"/>
              </ns1:cxn>
              <ns1:cxn ang="0">
                <ns1:pos x="T72" y="T73"/>
              </ns1:cxn>
              <ns1:cxn ang="0">
                <ns1:pos x="T74" y="T75"/>
              </ns1:cxn>
              <ns1:cxn ang="0">
                <ns1:pos x="T76" y="T77"/>
              </ns1:cxn>
              <ns1:cxn ang="0">
                <ns1:pos x="T78" y="T79"/>
              </ns1:cxn>
              <ns1:cxn ang="0">
                <ns1:pos x="T80" y="T81"/>
              </ns1:cxn>
              <ns1:cxn ang="0">
                <ns1:pos x="T82" y="T83"/>
              </ns1:cxn>
              <ns1:cxn ang="0">
                <ns1:pos x="T84" y="T85"/>
              </ns1:cxn>
              <ns1:cxn ang="0">
                <ns1:pos x="T86" y="T87"/>
              </ns1:cxn>
              <ns1:cxn ang="0">
                <ns1:pos x="T88" y="T89"/>
              </ns1:cxn>
              <ns1:cxn ang="0">
                <ns1:pos x="T90" y="T91"/>
              </ns1:cxn>
              <ns1:cxn ang="0">
                <ns1:pos x="T92" y="T93"/>
              </ns1:cxn>
              <ns1:cxn ang="0">
                <ns1:pos x="T94" y="T95"/>
              </ns1:cxn>
              <ns1:cxn ang="0">
                <ns1:pos x="T96" y="T97"/>
              </ns1:cxn>
              <ns1:cxn ang="0">
                <ns1:pos x="T98" y="T99"/>
              </ns1:cxn>
            </ns1:cxnLst>
            <ns1:rect l="0" t="0" r="r" b="b"/>
            <ns1:pathLst>
              <ns1:path w="176" h="176">
                <ns1:moveTo>
                  <ns1:pt x="160" y="3"/>
                </ns1:moveTo>
                <ns1:cubicBezTo>
                  <ns1:pt x="160" y="2"/>
                  <ns1:pt x="159" y="1"/>
                  <ns1:pt x="158" y="0"/>
                </ns1:cubicBezTo>
                <ns1:cubicBezTo>
                  <ns1:pt x="157" y="0"/>
                  <ns1:pt x="155" y="0"/>
                  <ns1:pt x="154" y="0"/>
                </ns1:cubicBezTo>
                <ns1:cubicBezTo>
                  <ns1:pt x="154" y="1"/>
                  <ns1:pt x="123" y="16"/>
                  <ns1:pt x="88" y="16"/>
                </ns1:cubicBezTo>
                <ns1:cubicBezTo>
                  <ns1:pt x="53" y="16"/>
                  <ns1:pt x="22" y="1"/>
                  <ns1:pt x="22" y="0"/>
                </ns1:cubicBezTo>
                <ns1:cubicBezTo>
                  <ns1:pt x="21" y="0"/>
                  <ns1:pt x="19" y="0"/>
                  <ns1:pt x="18" y="0"/>
                </ns1:cubicBezTo>
                <ns1:cubicBezTo>
                  <ns1:pt x="17" y="1"/>
                  <ns1:pt x="16" y="2"/>
                  <ns1:pt x="16" y="3"/>
                </ns1:cubicBezTo>
                <ns1:cubicBezTo>
                  <ns1:pt x="16" y="3"/>
                  <ns1:pt x="0" y="52"/>
                  <ns1:pt x="0" y="100"/>
                </ns1:cubicBezTo>
                <ns1:cubicBezTo>
                  <ns1:pt x="0" y="151"/>
                  <ns1:pt x="84" y="175"/>
                  <ns1:pt x="87" y="176"/>
                </ns1:cubicBezTo>
                <ns1:cubicBezTo>
                  <ns1:pt x="87" y="176"/>
                  <ns1:pt x="88" y="176"/>
                  <ns1:pt x="88" y="176"/>
                </ns1:cubicBezTo>
                <ns1:cubicBezTo>
                  <ns1:pt x="88" y="176"/>
                  <ns1:pt x="89" y="176"/>
                  <ns1:pt x="89" y="176"/>
                </ns1:cubicBezTo>
                <ns1:cubicBezTo>
                  <ns1:pt x="92" y="175"/>
                  <ns1:pt x="176" y="151"/>
                  <ns1:pt x="176" y="100"/>
                </ns1:cubicBezTo>
                <ns1:cubicBezTo>
                  <ns1:pt x="176" y="52"/>
                  <ns1:pt x="160" y="3"/>
                  <ns1:pt x="160" y="3"/>
                </ns1:cubicBezTo>
                <ns1:moveTo>
                  <ns1:pt x="88" y="168"/>
                </ns1:moveTo>
                <ns1:cubicBezTo>
                  <ns1:pt x="80" y="166"/>
                  <ns1:pt x="8" y="142"/>
                  <ns1:pt x="8" y="100"/>
                </ns1:cubicBezTo>
                <ns1:cubicBezTo>
                  <ns1:pt x="8" y="61"/>
                  <ns1:pt x="19" y="24"/>
                  <ns1:pt x="23" y="10"/>
                </ns1:cubicBezTo>
                <ns1:cubicBezTo>
                  <ns1:pt x="33" y="14"/>
                  <ns1:pt x="59" y="24"/>
                  <ns1:pt x="88" y="24"/>
                </ns1:cubicBezTo>
                <ns1:cubicBezTo>
                  <ns1:pt x="117" y="24"/>
                  <ns1:pt x="143" y="14"/>
                  <ns1:pt x="153" y="10"/>
                </ns1:cubicBezTo>
                <ns1:cubicBezTo>
                  <ns1:pt x="157" y="24"/>
                  <ns1:pt x="168" y="61"/>
                  <ns1:pt x="168" y="100"/>
                </ns1:cubicBezTo>
                <ns1:cubicBezTo>
                  <ns1:pt x="168" y="142"/>
                  <ns1:pt x="96" y="166"/>
                  <ns1:pt x="88" y="168"/>
                </ns1:cubicBezTo>
                <ns1:moveTo>
                  <ns1:pt x="102" y="72"/>
                </ns1:moveTo>
                <ns1:cubicBezTo>
                  <ns1:pt x="88" y="36"/>
                  <ns1:pt x="88" y="36"/>
                  <ns1:pt x="88" y="36"/>
                </ns1:cubicBezTo>
                <ns1:cubicBezTo>
                  <ns1:pt x="74" y="72"/>
                  <ns1:pt x="74" y="72"/>
                  <ns1:pt x="74" y="72"/>
                </ns1:cubicBezTo>
                <ns1:cubicBezTo>
                  <ns1:pt x="38" y="72"/>
                  <ns1:pt x="38" y="72"/>
                  <ns1:pt x="38" y="72"/>
                </ns1:cubicBezTo>
                <ns1:cubicBezTo>
                  <ns1:pt x="67" y="95"/>
                  <ns1:pt x="67" y="95"/>
                  <ns1:pt x="67" y="95"/>
                </ns1:cubicBezTo>
                <ns1:cubicBezTo>
                  <ns1:pt x="54" y="136"/>
                  <ns1:pt x="54" y="136"/>
                  <ns1:pt x="54" y="136"/>
                </ns1:cubicBezTo>
                <ns1:cubicBezTo>
                  <ns1:pt x="88" y="111"/>
                  <ns1:pt x="88" y="111"/>
                  <ns1:pt x="88" y="111"/>
                </ns1:cubicBezTo>
                <ns1:cubicBezTo>
                  <ns1:pt x="122" y="136"/>
                  <ns1:pt x="122" y="136"/>
                  <ns1:pt x="122" y="136"/>
                </ns1:cubicBezTo>
                <ns1:cubicBezTo>
                  <ns1:pt x="108" y="95"/>
                  <ns1:pt x="108" y="95"/>
                  <ns1:pt x="108" y="95"/>
                </ns1:cubicBezTo>
                <ns1:cubicBezTo>
                  <ns1:pt x="138" y="72"/>
                  <ns1:pt x="138" y="72"/>
                  <ns1:pt x="138" y="72"/>
                </ns1:cubicBezTo>
                <ns1:lnTo>
                  <ns1:pt x="102" y="72"/>
                </ns1:lnTo>
                <ns1:close/>
                <ns1:moveTo>
                  <ns1:pt x="101" y="97"/>
                </ns1:moveTo>
                <ns1:cubicBezTo>
                  <ns1:pt x="106" y="114"/>
                  <ns1:pt x="106" y="114"/>
                  <ns1:pt x="106" y="114"/>
                </ns1:cubicBezTo>
                <ns1:cubicBezTo>
                  <ns1:pt x="93" y="104"/>
                  <ns1:pt x="93" y="104"/>
                  <ns1:pt x="93" y="104"/>
                </ns1:cubicBezTo>
                <ns1:cubicBezTo>
                  <ns1:pt x="88" y="101"/>
                  <ns1:pt x="88" y="101"/>
                  <ns1:pt x="88" y="101"/>
                </ns1:cubicBezTo>
                <ns1:cubicBezTo>
                  <ns1:pt x="83" y="104"/>
                  <ns1:pt x="83" y="104"/>
                  <ns1:pt x="83" y="104"/>
                </ns1:cubicBezTo>
                <ns1:cubicBezTo>
                  <ns1:pt x="69" y="114"/>
                  <ns1:pt x="69" y="114"/>
                  <ns1:pt x="69" y="114"/>
                </ns1:cubicBezTo>
                <ns1:cubicBezTo>
                  <ns1:pt x="75" y="97"/>
                  <ns1:pt x="75" y="97"/>
                  <ns1:pt x="75" y="97"/>
                </ns1:cubicBezTo>
                <ns1:cubicBezTo>
                  <ns1:pt x="77" y="92"/>
                  <ns1:pt x="77" y="92"/>
                  <ns1:pt x="77" y="92"/>
                </ns1:cubicBezTo>
                <ns1:cubicBezTo>
                  <ns1:pt x="72" y="89"/>
                  <ns1:pt x="72" y="89"/>
                  <ns1:pt x="72" y="89"/>
                </ns1:cubicBezTo>
                <ns1:cubicBezTo>
                  <ns1:pt x="61" y="80"/>
                  <ns1:pt x="61" y="80"/>
                  <ns1:pt x="61" y="80"/>
                </ns1:cubicBezTo>
                <ns1:cubicBezTo>
                  <ns1:pt x="80" y="80"/>
                  <ns1:pt x="80" y="80"/>
                  <ns1:pt x="80" y="80"/>
                </ns1:cubicBezTo>
                <ns1:cubicBezTo>
                  <ns1:pt x="82" y="75"/>
                  <ns1:pt x="82" y="75"/>
                  <ns1:pt x="82" y="75"/>
                </ns1:cubicBezTo>
                <ns1:cubicBezTo>
                  <ns1:pt x="88" y="58"/>
                  <ns1:pt x="88" y="58"/>
                  <ns1:pt x="88" y="58"/>
                </ns1:cubicBezTo>
                <ns1:cubicBezTo>
                  <ns1:pt x="94" y="75"/>
                  <ns1:pt x="94" y="75"/>
                  <ns1:pt x="94" y="75"/>
                </ns1:cubicBezTo>
                <ns1:cubicBezTo>
                  <ns1:pt x="96" y="80"/>
                  <ns1:pt x="96" y="80"/>
                  <ns1:pt x="96" y="80"/>
                </ns1:cubicBezTo>
                <ns1:cubicBezTo>
                  <ns1:pt x="115" y="80"/>
                  <ns1:pt x="115" y="80"/>
                  <ns1:pt x="115" y="80"/>
                </ns1:cubicBezTo>
                <ns1:cubicBezTo>
                  <ns1:pt x="103" y="89"/>
                  <ns1:pt x="103" y="89"/>
                  <ns1:pt x="103" y="89"/>
                </ns1:cubicBezTo>
                <ns1:cubicBezTo>
                  <ns1:pt x="99" y="92"/>
                  <ns1:pt x="99" y="92"/>
                  <ns1:pt x="99" y="92"/>
                </ns1:cubicBezTo>
                <ns1:lnTo>
                  <ns1:pt x="101" y="97"/>
                </ns1:lnTo>
                <ns1:close/>
              </ns1:path>
            </ns1:pathLst>
          </ns1:custGeom>
          <ns1:solidFill>
            <ns1:schemeClr val="tx1"/>
          </ns1:solidFill>
          <ns1:ln>
            <ns1:noFill/>
          </ns1:ln>
          <ns1:extLst/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en-US" sz="2700"/>
          </ns1:p>
        </ns0:txBody>
      </ns0:sp>
      <ns0:sp>
        <ns0:nvSpPr>
          <ns0:cNvPr id="105" name="Freeform 99"/>
          <ns0:cNvSpPr>
            <ns1:spLocks noEditPoints="1"/>
          </ns0:cNvSpPr>
          <ns0:nvPr/>
        </ns0:nvSpPr>
        <ns0:spPr bwMode="auto">
          <ns1:xfrm>
            <ns1:off x="6242051" y="5721352"/>
            <ns1:ext cx="320675" cy="298450"/>
          </ns1:xfrm>
          <ns1:custGeom>
            <ns1:avLst/>
            <ns1:gdLst>
              <ns1:gd name="T0" fmla="*/ 137 w 176"/>
              <ns1:gd name="T1" fmla="*/ 36 h 164"/>
              <ns1:gd name="T2" fmla="*/ 101 w 176"/>
              <ns1:gd name="T3" fmla="*/ 8 h 164"/>
              <ns1:gd name="T4" fmla="*/ 89 w 176"/>
              <ns1:gd name="T5" fmla="*/ 20 h 164"/>
              <ns1:gd name="T6" fmla="*/ 88 w 176"/>
              <ns1:gd name="T7" fmla="*/ 20 h 164"/>
              <ns1:gd name="T8" fmla="*/ 87 w 176"/>
              <ns1:gd name="T9" fmla="*/ 20 h 164"/>
              <ns1:gd name="T10" fmla="*/ 75 w 176"/>
              <ns1:gd name="T11" fmla="*/ 8 h 164"/>
              <ns1:gd name="T12" fmla="*/ 38 w 176"/>
              <ns1:gd name="T13" fmla="*/ 36 h 164"/>
              <ns1:gd name="T14" fmla="*/ 0 w 176"/>
              <ns1:gd name="T15" fmla="*/ 44 h 164"/>
              <ns1:gd name="T16" fmla="*/ 8 w 176"/>
              <ns1:gd name="T17" fmla="*/ 68 h 164"/>
              <ns1:gd name="T18" fmla="*/ 16 w 176"/>
              <ns1:gd name="T19" fmla="*/ 164 h 164"/>
              <ns1:gd name="T20" fmla="*/ 168 w 176"/>
              <ns1:gd name="T21" fmla="*/ 156 h 164"/>
              <ns1:gd name="T22" fmla="*/ 176 w 176"/>
              <ns1:gd name="T23" fmla="*/ 60 h 164"/>
              <ns1:gd name="T24" fmla="*/ 168 w 176"/>
              <ns1:gd name="T25" fmla="*/ 36 h 164"/>
              <ns1:gd name="T26" fmla="*/ 71 w 176"/>
              <ns1:gd name="T27" fmla="*/ 15 h 164"/>
              <ns1:gd name="T28" fmla="*/ 79 w 176"/>
              <ns1:gd name="T29" fmla="*/ 36 h 164"/>
              <ns1:gd name="T30" fmla="*/ 46 w 176"/>
              <ns1:gd name="T31" fmla="*/ 19 h 164"/>
              <ns1:gd name="T32" fmla="*/ 8 w 176"/>
              <ns1:gd name="T33" fmla="*/ 44 h 164"/>
              <ns1:gd name="T34" fmla="*/ 65 w 176"/>
              <ns1:gd name="T35" fmla="*/ 60 h 164"/>
              <ns1:gd name="T36" fmla="*/ 84 w 176"/>
              <ns1:gd name="T37" fmla="*/ 156 h 164"/>
              <ns1:gd name="T38" fmla="*/ 16 w 176"/>
              <ns1:gd name="T39" fmla="*/ 116 h 164"/>
              <ns1:gd name="T40" fmla="*/ 84 w 176"/>
              <ns1:gd name="T41" fmla="*/ 156 h 164"/>
              <ns1:gd name="T42" fmla="*/ 16 w 176"/>
              <ns1:gd name="T43" fmla="*/ 108 h 164"/>
              <ns1:gd name="T44" fmla="*/ 59 w 176"/>
              <ns1:gd name="T45" fmla="*/ 68 h 164"/>
              <ns1:gd name="T46" fmla="*/ 49 w 176"/>
              <ns1:gd name="T47" fmla="*/ 83 h 164"/>
              <ns1:gd name="T48" fmla="*/ 55 w 176"/>
              <ns1:gd name="T49" fmla="*/ 83 h 164"/>
              <ns1:gd name="T50" fmla="*/ 84 w 176"/>
              <ns1:gd name="T51" fmla="*/ 68 h 164"/>
              <ns1:gd name="T52" fmla="*/ 84 w 176"/>
              <ns1:gd name="T53" fmla="*/ 60 h 164"/>
              <ns1:gd name="T54" fmla="*/ 84 w 176"/>
              <ns1:gd name="T55" fmla="*/ 45 h 164"/>
              <ns1:gd name="T56" fmla="*/ 105 w 176"/>
              <ns1:gd name="T57" fmla="*/ 15 h 164"/>
              <ns1:gd name="T58" fmla="*/ 128 w 176"/>
              <ns1:gd name="T59" fmla="*/ 36 h 164"/>
              <ns1:gd name="T60" fmla="*/ 94 w 176"/>
              <ns1:gd name="T61" fmla="*/ 30 h 164"/>
              <ns1:gd name="T62" fmla="*/ 92 w 176"/>
              <ns1:gd name="T63" fmla="*/ 45 h 164"/>
              <ns1:gd name="T64" fmla="*/ 92 w 176"/>
              <ns1:gd name="T65" fmla="*/ 60 h 164"/>
              <ns1:gd name="T66" fmla="*/ 160 w 176"/>
              <ns1:gd name="T67" fmla="*/ 156 h 164"/>
              <ns1:gd name="T68" fmla="*/ 92 w 176"/>
              <ns1:gd name="T69" fmla="*/ 116 h 164"/>
              <ns1:gd name="T70" fmla="*/ 160 w 176"/>
              <ns1:gd name="T71" fmla="*/ 156 h 164"/>
              <ns1:gd name="T72" fmla="*/ 92 w 176"/>
              <ns1:gd name="T73" fmla="*/ 108 h 164"/>
              <ns1:gd name="T74" fmla="*/ 107 w 176"/>
              <ns1:gd name="T75" fmla="*/ 68 h 164"/>
              <ns1:gd name="T76" fmla="*/ 125 w 176"/>
              <ns1:gd name="T77" fmla="*/ 84 h 164"/>
              <ns1:gd name="T78" fmla="*/ 126 w 176"/>
              <ns1:gd name="T79" fmla="*/ 77 h 164"/>
              <ns1:gd name="T80" fmla="*/ 160 w 176"/>
              <ns1:gd name="T81" fmla="*/ 68 h 164"/>
              <ns1:gd name="T82" fmla="*/ 168 w 176"/>
              <ns1:gd name="T83" fmla="*/ 60 h 164"/>
              <ns1:gd name="T84" fmla="*/ 100 w 176"/>
              <ns1:gd name="T85" fmla="*/ 44 h 164"/>
              <ns1:gd name="T86" fmla="*/ 168 w 176"/>
              <ns1:gd name="T87" fmla="*/ 60 h 164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  <ns1:cxn ang="0">
                <ns1:pos x="T32" y="T33"/>
              </ns1:cxn>
              <ns1:cxn ang="0">
                <ns1:pos x="T34" y="T35"/>
              </ns1:cxn>
              <ns1:cxn ang="0">
                <ns1:pos x="T36" y="T37"/>
              </ns1:cxn>
              <ns1:cxn ang="0">
                <ns1:pos x="T38" y="T39"/>
              </ns1:cxn>
              <ns1:cxn ang="0">
                <ns1:pos x="T40" y="T41"/>
              </ns1:cxn>
              <ns1:cxn ang="0">
                <ns1:pos x="T42" y="T43"/>
              </ns1:cxn>
              <ns1:cxn ang="0">
                <ns1:pos x="T44" y="T45"/>
              </ns1:cxn>
              <ns1:cxn ang="0">
                <ns1:pos x="T46" y="T47"/>
              </ns1:cxn>
              <ns1:cxn ang="0">
                <ns1:pos x="T48" y="T49"/>
              </ns1:cxn>
              <ns1:cxn ang="0">
                <ns1:pos x="T50" y="T51"/>
              </ns1:cxn>
              <ns1:cxn ang="0">
                <ns1:pos x="T52" y="T53"/>
              </ns1:cxn>
              <ns1:cxn ang="0">
                <ns1:pos x="T54" y="T55"/>
              </ns1:cxn>
              <ns1:cxn ang="0">
                <ns1:pos x="T56" y="T57"/>
              </ns1:cxn>
              <ns1:cxn ang="0">
                <ns1:pos x="T58" y="T59"/>
              </ns1:cxn>
              <ns1:cxn ang="0">
                <ns1:pos x="T60" y="T61"/>
              </ns1:cxn>
              <ns1:cxn ang="0">
                <ns1:pos x="T62" y="T63"/>
              </ns1:cxn>
              <ns1:cxn ang="0">
                <ns1:pos x="T64" y="T65"/>
              </ns1:cxn>
              <ns1:cxn ang="0">
                <ns1:pos x="T66" y="T67"/>
              </ns1:cxn>
              <ns1:cxn ang="0">
                <ns1:pos x="T68" y="T69"/>
              </ns1:cxn>
              <ns1:cxn ang="0">
                <ns1:pos x="T70" y="T71"/>
              </ns1:cxn>
              <ns1:cxn ang="0">
                <ns1:pos x="T72" y="T73"/>
              </ns1:cxn>
              <ns1:cxn ang="0">
                <ns1:pos x="T74" y="T75"/>
              </ns1:cxn>
              <ns1:cxn ang="0">
                <ns1:pos x="T76" y="T77"/>
              </ns1:cxn>
              <ns1:cxn ang="0">
                <ns1:pos x="T78" y="T79"/>
              </ns1:cxn>
              <ns1:cxn ang="0">
                <ns1:pos x="T80" y="T81"/>
              </ns1:cxn>
              <ns1:cxn ang="0">
                <ns1:pos x="T82" y="T83"/>
              </ns1:cxn>
              <ns1:cxn ang="0">
                <ns1:pos x="T84" y="T85"/>
              </ns1:cxn>
              <ns1:cxn ang="0">
                <ns1:pos x="T86" y="T87"/>
              </ns1:cxn>
            </ns1:cxnLst>
            <ns1:rect l="0" t="0" r="r" b="b"/>
            <ns1:pathLst>
              <ns1:path w="176" h="164">
                <ns1:moveTo>
                  <ns1:pt x="168" y="36"/>
                </ns1:moveTo>
                <ns1:cubicBezTo>
                  <ns1:pt x="137" y="36"/>
                  <ns1:pt x="137" y="36"/>
                  <ns1:pt x="137" y="36"/>
                </ns1:cubicBezTo>
                <ns1:cubicBezTo>
                  <ns1:pt x="141" y="29"/>
                  <ns1:pt x="141" y="21"/>
                  <ns1:pt x="137" y="15"/>
                </ns1:cubicBezTo>
                <ns1:cubicBezTo>
                  <ns1:pt x="130" y="4"/>
                  <ns1:pt x="114" y="0"/>
                  <ns1:pt x="101" y="8"/>
                </ns1:cubicBezTo>
                <ns1:cubicBezTo>
                  <ns1:pt x="96" y="11"/>
                  <ns1:pt x="92" y="15"/>
                  <ns1:pt x="89" y="20"/>
                </ns1:cubicBezTo>
                <ns1:cubicBezTo>
                  <ns1:pt x="89" y="20"/>
                  <ns1:pt x="89" y="20"/>
                  <ns1:pt x="89" y="20"/>
                </ns1:cubicBezTo>
                <ns1:cubicBezTo>
                  <ns1:pt x="89" y="20"/>
                  <ns1:pt x="89" y="20"/>
                  <ns1:pt x="89" y="20"/>
                </ns1:cubicBezTo>
                <ns1:cubicBezTo>
                  <ns1:pt x="88" y="20"/>
                  <ns1:pt x="88" y="20"/>
                  <ns1:pt x="88" y="20"/>
                </ns1:cubicBezTo>
                <ns1:cubicBezTo>
                  <ns1:pt x="88" y="20"/>
                  <ns1:pt x="88" y="20"/>
                  <ns1:pt x="87" y="20"/>
                </ns1:cubicBezTo>
                <ns1:cubicBezTo>
                  <ns1:pt x="87" y="20"/>
                  <ns1:pt x="87" y="20"/>
                  <ns1:pt x="87" y="20"/>
                </ns1:cubicBezTo>
                <ns1:cubicBezTo>
                  <ns1:pt x="87" y="20"/>
                  <ns1:pt x="87" y="20"/>
                  <ns1:pt x="87" y="20"/>
                </ns1:cubicBezTo>
                <ns1:cubicBezTo>
                  <ns1:pt x="84" y="15"/>
                  <ns1:pt x="80" y="11"/>
                  <ns1:pt x="75" y="8"/>
                </ns1:cubicBezTo>
                <ns1:cubicBezTo>
                  <ns1:pt x="62" y="0"/>
                  <ns1:pt x="45" y="4"/>
                  <ns1:pt x="39" y="15"/>
                </ns1:cubicBezTo>
                <ns1:cubicBezTo>
                  <ns1:pt x="35" y="21"/>
                  <ns1:pt x="35" y="29"/>
                  <ns1:pt x="38" y="36"/>
                </ns1:cubicBezTo>
                <ns1:cubicBezTo>
                  <ns1:pt x="8" y="36"/>
                  <ns1:pt x="8" y="36"/>
                  <ns1:pt x="8" y="36"/>
                </ns1:cubicBezTo>
                <ns1:cubicBezTo>
                  <ns1:pt x="4" y="36"/>
                  <ns1:pt x="0" y="40"/>
                  <ns1:pt x="0" y="44"/>
                </ns1:cubicBezTo>
                <ns1:cubicBezTo>
                  <ns1:pt x="0" y="60"/>
                  <ns1:pt x="0" y="60"/>
                  <ns1:pt x="0" y="60"/>
                </ns1:cubicBezTo>
                <ns1:cubicBezTo>
                  <ns1:pt x="0" y="64"/>
                  <ns1:pt x="4" y="68"/>
                  <ns1:pt x="8" y="68"/>
                </ns1:cubicBezTo>
                <ns1:cubicBezTo>
                  <ns1:pt x="8" y="156"/>
                  <ns1:pt x="8" y="156"/>
                  <ns1:pt x="8" y="156"/>
                </ns1:cubicBezTo>
                <ns1:cubicBezTo>
                  <ns1:pt x="8" y="160"/>
                  <ns1:pt x="12" y="164"/>
                  <ns1:pt x="16" y="164"/>
                </ns1:cubicBezTo>
                <ns1:cubicBezTo>
                  <ns1:pt x="160" y="164"/>
                  <ns1:pt x="160" y="164"/>
                  <ns1:pt x="160" y="164"/>
                </ns1:cubicBezTo>
                <ns1:cubicBezTo>
                  <ns1:pt x="164" y="164"/>
                  <ns1:pt x="168" y="160"/>
                  <ns1:pt x="168" y="156"/>
                </ns1:cubicBezTo>
                <ns1:cubicBezTo>
                  <ns1:pt x="168" y="68"/>
                  <ns1:pt x="168" y="68"/>
                  <ns1:pt x="168" y="68"/>
                </ns1:cubicBezTo>
                <ns1:cubicBezTo>
                  <ns1:pt x="172" y="68"/>
                  <ns1:pt x="176" y="64"/>
                  <ns1:pt x="176" y="60"/>
                </ns1:cubicBezTo>
                <ns1:cubicBezTo>
                  <ns1:pt x="176" y="44"/>
                  <ns1:pt x="176" y="44"/>
                  <ns1:pt x="176" y="44"/>
                </ns1:cubicBezTo>
                <ns1:cubicBezTo>
                  <ns1:pt x="176" y="40"/>
                  <ns1:pt x="172" y="36"/>
                  <ns1:pt x="168" y="36"/>
                </ns1:cubicBezTo>
                <ns1:moveTo>
                  <ns1:pt x="46" y="19"/>
                </ns1:moveTo>
                <ns1:cubicBezTo>
                  <ns1:pt x="50" y="11"/>
                  <ns1:pt x="61" y="10"/>
                  <ns1:pt x="71" y="15"/>
                </ns1:cubicBezTo>
                <ns1:cubicBezTo>
                  <ns1:pt x="77" y="19"/>
                  <ns1:pt x="81" y="24"/>
                  <ns1:pt x="82" y="30"/>
                </ns1:cubicBezTo>
                <ns1:cubicBezTo>
                  <ns1:pt x="81" y="32"/>
                  <ns1:pt x="80" y="34"/>
                  <ns1:pt x="79" y="36"/>
                </ns1:cubicBezTo>
                <ns1:cubicBezTo>
                  <ns1:pt x="48" y="36"/>
                  <ns1:pt x="48" y="36"/>
                  <ns1:pt x="48" y="36"/>
                </ns1:cubicBezTo>
                <ns1:cubicBezTo>
                  <ns1:pt x="44" y="31"/>
                  <ns1:pt x="43" y="24"/>
                  <ns1:pt x="46" y="19"/>
                </ns1:cubicBezTo>
                <ns1:moveTo>
                  <ns1:pt x="8" y="60"/>
                </ns1:moveTo>
                <ns1:cubicBezTo>
                  <ns1:pt x="8" y="44"/>
                  <ns1:pt x="8" y="44"/>
                  <ns1:pt x="8" y="44"/>
                </ns1:cubicBezTo>
                <ns1:cubicBezTo>
                  <ns1:pt x="76" y="44"/>
                  <ns1:pt x="76" y="44"/>
                  <ns1:pt x="76" y="44"/>
                </ns1:cubicBezTo>
                <ns1:cubicBezTo>
                  <ns1:pt x="72" y="50"/>
                  <ns1:pt x="69" y="55"/>
                  <ns1:pt x="65" y="60"/>
                </ns1:cubicBezTo>
                <ns1:lnTo>
                  <ns1:pt x="8" y="60"/>
                </ns1:lnTo>
                <ns1:close/>
                <ns1:moveTo>
                  <ns1:pt x="84" y="156"/>
                </ns1:moveTo>
                <ns1:cubicBezTo>
                  <ns1:pt x="16" y="156"/>
                  <ns1:pt x="16" y="156"/>
                  <ns1:pt x="16" y="156"/>
                </ns1:cubicBezTo>
                <ns1:cubicBezTo>
                  <ns1:pt x="16" y="116"/>
                  <ns1:pt x="16" y="116"/>
                  <ns1:pt x="16" y="116"/>
                </ns1:cubicBezTo>
                <ns1:cubicBezTo>
                  <ns1:pt x="84" y="116"/>
                  <ns1:pt x="84" y="116"/>
                  <ns1:pt x="84" y="116"/>
                </ns1:cubicBezTo>
                <ns1:lnTo>
                  <ns1:pt x="84" y="156"/>
                </ns1:lnTo>
                <ns1:close/>
                <ns1:moveTo>
                  <ns1:pt x="84" y="108"/>
                </ns1:moveTo>
                <ns1:cubicBezTo>
                  <ns1:pt x="16" y="108"/>
                  <ns1:pt x="16" y="108"/>
                  <ns1:pt x="16" y="108"/>
                </ns1:cubicBezTo>
                <ns1:cubicBezTo>
                  <ns1:pt x="16" y="68"/>
                  <ns1:pt x="16" y="68"/>
                  <ns1:pt x="16" y="68"/>
                </ns1:cubicBezTo>
                <ns1:cubicBezTo>
                  <ns1:pt x="59" y="68"/>
                  <ns1:pt x="59" y="68"/>
                  <ns1:pt x="59" y="68"/>
                </ns1:cubicBezTo>
                <ns1:cubicBezTo>
                  <ns1:pt x="53" y="74"/>
                  <ns1:pt x="50" y="77"/>
                  <ns1:pt x="49" y="77"/>
                </ns1:cubicBezTo>
                <ns1:cubicBezTo>
                  <ns1:pt x="48" y="79"/>
                  <ns1:pt x="48" y="81"/>
                  <ns1:pt x="49" y="83"/>
                </ns1:cubicBezTo>
                <ns1:cubicBezTo>
                  <ns1:pt x="50" y="84"/>
                  <ns1:pt x="50" y="84"/>
                  <ns1:pt x="51" y="84"/>
                </ns1:cubicBezTo>
                <ns1:cubicBezTo>
                  <ns1:pt x="52" y="85"/>
                  <ns1:pt x="54" y="84"/>
                  <ns1:pt x="55" y="83"/>
                </ns1:cubicBezTo>
                <ns1:cubicBezTo>
                  <ns1:pt x="55" y="83"/>
                  <ns1:pt x="62" y="77"/>
                  <ns1:pt x="69" y="68"/>
                </ns1:cubicBezTo>
                <ns1:cubicBezTo>
                  <ns1:pt x="84" y="68"/>
                  <ns1:pt x="84" y="68"/>
                  <ns1:pt x="84" y="68"/>
                </ns1:cubicBezTo>
                <ns1:lnTo>
                  <ns1:pt x="84" y="108"/>
                </ns1:lnTo>
                <ns1:close/>
                <ns1:moveTo>
                  <ns1:pt x="84" y="60"/>
                </ns1:moveTo>
                <ns1:cubicBezTo>
                  <ns1:pt x="75" y="60"/>
                  <ns1:pt x="75" y="60"/>
                  <ns1:pt x="75" y="60"/>
                </ns1:cubicBezTo>
                <ns1:cubicBezTo>
                  <ns1:pt x="78" y="56"/>
                  <ns1:pt x="81" y="51"/>
                  <ns1:pt x="84" y="45"/>
                </ns1:cubicBezTo>
                <ns1:lnTo>
                  <ns1:pt x="84" y="60"/>
                </ns1:lnTo>
                <ns1:close/>
                <ns1:moveTo>
                  <ns1:pt x="105" y="15"/>
                </ns1:moveTo>
                <ns1:cubicBezTo>
                  <ns1:pt x="114" y="10"/>
                  <ns1:pt x="126" y="11"/>
                  <ns1:pt x="130" y="19"/>
                </ns1:cubicBezTo>
                <ns1:cubicBezTo>
                  <ns1:pt x="133" y="24"/>
                  <ns1:pt x="132" y="31"/>
                  <ns1:pt x="128" y="36"/>
                </ns1:cubicBezTo>
                <ns1:cubicBezTo>
                  <ns1:pt x="97" y="36"/>
                  <ns1:pt x="97" y="36"/>
                  <ns1:pt x="97" y="36"/>
                </ns1:cubicBezTo>
                <ns1:cubicBezTo>
                  <ns1:pt x="96" y="34"/>
                  <ns1:pt x="95" y="32"/>
                  <ns1:pt x="94" y="30"/>
                </ns1:cubicBezTo>
                <ns1:cubicBezTo>
                  <ns1:pt x="95" y="24"/>
                  <ns1:pt x="99" y="19"/>
                  <ns1:pt x="105" y="15"/>
                </ns1:cubicBezTo>
                <ns1:moveTo>
                  <ns1:pt x="92" y="45"/>
                </ns1:moveTo>
                <ns1:cubicBezTo>
                  <ns1:pt x="95" y="51"/>
                  <ns1:pt x="98" y="56"/>
                  <ns1:pt x="101" y="60"/>
                </ns1:cubicBezTo>
                <ns1:cubicBezTo>
                  <ns1:pt x="92" y="60"/>
                  <ns1:pt x="92" y="60"/>
                  <ns1:pt x="92" y="60"/>
                </ns1:cubicBezTo>
                <ns1:lnTo>
                  <ns1:pt x="92" y="45"/>
                </ns1:lnTo>
                <ns1:close/>
                <ns1:moveTo>
                  <ns1:pt x="160" y="156"/>
                </ns1:moveTo>
                <ns1:cubicBezTo>
                  <ns1:pt x="92" y="156"/>
                  <ns1:pt x="92" y="156"/>
                  <ns1:pt x="92" y="156"/>
                </ns1:cubicBezTo>
                <ns1:cubicBezTo>
                  <ns1:pt x="92" y="116"/>
                  <ns1:pt x="92" y="116"/>
                  <ns1:pt x="92" y="116"/>
                </ns1:cubicBezTo>
                <ns1:cubicBezTo>
                  <ns1:pt x="160" y="116"/>
                  <ns1:pt x="160" y="116"/>
                  <ns1:pt x="160" y="116"/>
                </ns1:cubicBezTo>
                <ns1:lnTo>
                  <ns1:pt x="160" y="156"/>
                </ns1:lnTo>
                <ns1:close/>
                <ns1:moveTo>
                  <ns1:pt x="160" y="108"/>
                </ns1:moveTo>
                <ns1:cubicBezTo>
                  <ns1:pt x="92" y="108"/>
                  <ns1:pt x="92" y="108"/>
                  <ns1:pt x="92" y="108"/>
                </ns1:cubicBezTo>
                <ns1:cubicBezTo>
                  <ns1:pt x="92" y="68"/>
                  <ns1:pt x="92" y="68"/>
                  <ns1:pt x="92" y="68"/>
                </ns1:cubicBezTo>
                <ns1:cubicBezTo>
                  <ns1:pt x="107" y="68"/>
                  <ns1:pt x="107" y="68"/>
                  <ns1:pt x="107" y="68"/>
                </ns1:cubicBezTo>
                <ns1:cubicBezTo>
                  <ns1:pt x="114" y="77"/>
                  <ns1:pt x="121" y="83"/>
                  <ns1:pt x="121" y="83"/>
                </ns1:cubicBezTo>
                <ns1:cubicBezTo>
                  <ns1:pt x="122" y="84"/>
                  <ns1:pt x="124" y="85"/>
                  <ns1:pt x="125" y="84"/>
                </ns1:cubicBezTo>
                <ns1:cubicBezTo>
                  <ns1:pt x="126" y="84"/>
                  <ns1:pt x="126" y="84"/>
                  <ns1:pt x="127" y="83"/>
                </ns1:cubicBezTo>
                <ns1:cubicBezTo>
                  <ns1:pt x="128" y="81"/>
                  <ns1:pt x="128" y="79"/>
                  <ns1:pt x="126" y="77"/>
                </ns1:cubicBezTo>
                <ns1:cubicBezTo>
                  <ns1:pt x="126" y="77"/>
                  <ns1:pt x="122" y="74"/>
                  <ns1:pt x="117" y="68"/>
                </ns1:cubicBezTo>
                <ns1:cubicBezTo>
                  <ns1:pt x="160" y="68"/>
                  <ns1:pt x="160" y="68"/>
                  <ns1:pt x="160" y="68"/>
                </ns1:cubicBezTo>
                <ns1:lnTo>
                  <ns1:pt x="160" y="108"/>
                </ns1:lnTo>
                <ns1:close/>
                <ns1:moveTo>
                  <ns1:pt x="168" y="60"/>
                </ns1:moveTo>
                <ns1:cubicBezTo>
                  <ns1:pt x="111" y="60"/>
                  <ns1:pt x="111" y="60"/>
                  <ns1:pt x="111" y="60"/>
                </ns1:cubicBezTo>
                <ns1:cubicBezTo>
                  <ns1:pt x="107" y="55"/>
                  <ns1:pt x="104" y="50"/>
                  <ns1:pt x="100" y="44"/>
                </ns1:cubicBezTo>
                <ns1:cubicBezTo>
                  <ns1:pt x="168" y="44"/>
                  <ns1:pt x="168" y="44"/>
                  <ns1:pt x="168" y="44"/>
                </ns1:cubicBezTo>
                <ns1:lnTo>
                  <ns1:pt x="168" y="60"/>
                </ns1:lnTo>
                <ns1:close/>
              </ns1:path>
            </ns1:pathLst>
          </ns1:custGeom>
          <ns1:solidFill>
            <ns1:schemeClr val="tx1"/>
          </ns1:solidFill>
          <ns1:ln>
            <ns1:noFill/>
          </ns1:ln>
          <ns1:extLst/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en-US" sz="2700"/>
          </ns1:p>
        </ns0:txBody>
      </ns0:sp>
      <ns0:sp>
        <ns0:nvSpPr>
          <ns0:cNvPr id="106" name="Freeform 100"/>
          <ns0:cNvSpPr>
            <ns1:spLocks noEditPoints="1"/>
          </ns0:cNvSpPr>
          <ns0:nvPr/>
        </ns0:nvSpPr>
        <ns0:spPr bwMode="auto">
          <ns1:xfrm>
            <ns1:off x="6853239" y="5772151"/>
            <ns1:ext cx="320675" cy="203200"/>
          </ns1:xfrm>
          <ns1:custGeom>
            <ns1:avLst/>
            <ns1:gdLst>
              <ns1:gd name="T0" fmla="*/ 88 w 176"/>
              <ns1:gd name="T1" fmla="*/ 44 h 112"/>
              <ns1:gd name="T2" fmla="*/ 76 w 176"/>
              <ns1:gd name="T3" fmla="*/ 56 h 112"/>
              <ns1:gd name="T4" fmla="*/ 88 w 176"/>
              <ns1:gd name="T5" fmla="*/ 68 h 112"/>
              <ns1:gd name="T6" fmla="*/ 100 w 176"/>
              <ns1:gd name="T7" fmla="*/ 56 h 112"/>
              <ns1:gd name="T8" fmla="*/ 88 w 176"/>
              <ns1:gd name="T9" fmla="*/ 44 h 112"/>
              <ns1:gd name="T10" fmla="*/ 88 w 176"/>
              <ns1:gd name="T11" fmla="*/ 16 h 112"/>
              <ns1:gd name="T12" fmla="*/ 48 w 176"/>
              <ns1:gd name="T13" fmla="*/ 56 h 112"/>
              <ns1:gd name="T14" fmla="*/ 88 w 176"/>
              <ns1:gd name="T15" fmla="*/ 96 h 112"/>
              <ns1:gd name="T16" fmla="*/ 128 w 176"/>
              <ns1:gd name="T17" fmla="*/ 56 h 112"/>
              <ns1:gd name="T18" fmla="*/ 88 w 176"/>
              <ns1:gd name="T19" fmla="*/ 16 h 112"/>
              <ns1:gd name="T20" fmla="*/ 88 w 176"/>
              <ns1:gd name="T21" fmla="*/ 88 h 112"/>
              <ns1:gd name="T22" fmla="*/ 56 w 176"/>
              <ns1:gd name="T23" fmla="*/ 56 h 112"/>
              <ns1:gd name="T24" fmla="*/ 88 w 176"/>
              <ns1:gd name="T25" fmla="*/ 24 h 112"/>
              <ns1:gd name="T26" fmla="*/ 120 w 176"/>
              <ns1:gd name="T27" fmla="*/ 56 h 112"/>
              <ns1:gd name="T28" fmla="*/ 88 w 176"/>
              <ns1:gd name="T29" fmla="*/ 88 h 112"/>
              <ns1:gd name="T30" fmla="*/ 88 w 176"/>
              <ns1:gd name="T31" fmla="*/ 0 h 112"/>
              <ns1:gd name="T32" fmla="*/ 0 w 176"/>
              <ns1:gd name="T33" fmla="*/ 56 h 112"/>
              <ns1:gd name="T34" fmla="*/ 88 w 176"/>
              <ns1:gd name="T35" fmla="*/ 112 h 112"/>
              <ns1:gd name="T36" fmla="*/ 176 w 176"/>
              <ns1:gd name="T37" fmla="*/ 56 h 112"/>
              <ns1:gd name="T38" fmla="*/ 88 w 176"/>
              <ns1:gd name="T39" fmla="*/ 0 h 112"/>
              <ns1:gd name="T40" fmla="*/ 88 w 176"/>
              <ns1:gd name="T41" fmla="*/ 104 h 112"/>
              <ns1:gd name="T42" fmla="*/ 8 w 176"/>
              <ns1:gd name="T43" fmla="*/ 56 h 112"/>
              <ns1:gd name="T44" fmla="*/ 88 w 176"/>
              <ns1:gd name="T45" fmla="*/ 8 h 112"/>
              <ns1:gd name="T46" fmla="*/ 168 w 176"/>
              <ns1:gd name="T47" fmla="*/ 56 h 112"/>
              <ns1:gd name="T48" fmla="*/ 88 w 176"/>
              <ns1:gd name="T49" fmla="*/ 104 h 112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  <ns1:cxn ang="0">
                <ns1:pos x="T32" y="T33"/>
              </ns1:cxn>
              <ns1:cxn ang="0">
                <ns1:pos x="T34" y="T35"/>
              </ns1:cxn>
              <ns1:cxn ang="0">
                <ns1:pos x="T36" y="T37"/>
              </ns1:cxn>
              <ns1:cxn ang="0">
                <ns1:pos x="T38" y="T39"/>
              </ns1:cxn>
              <ns1:cxn ang="0">
                <ns1:pos x="T40" y="T41"/>
              </ns1:cxn>
              <ns1:cxn ang="0">
                <ns1:pos x="T42" y="T43"/>
              </ns1:cxn>
              <ns1:cxn ang="0">
                <ns1:pos x="T44" y="T45"/>
              </ns1:cxn>
              <ns1:cxn ang="0">
                <ns1:pos x="T46" y="T47"/>
              </ns1:cxn>
              <ns1:cxn ang="0">
                <ns1:pos x="T48" y="T49"/>
              </ns1:cxn>
            </ns1:cxnLst>
            <ns1:rect l="0" t="0" r="r" b="b"/>
            <ns1:pathLst>
              <ns1:path w="176" h="112">
                <ns1:moveTo>
                  <ns1:pt x="88" y="44"/>
                </ns1:moveTo>
                <ns1:cubicBezTo>
                  <ns1:pt x="81" y="44"/>
                  <ns1:pt x="76" y="49"/>
                  <ns1:pt x="76" y="56"/>
                </ns1:cubicBezTo>
                <ns1:cubicBezTo>
                  <ns1:pt x="76" y="63"/>
                  <ns1:pt x="81" y="68"/>
                  <ns1:pt x="88" y="68"/>
                </ns1:cubicBezTo>
                <ns1:cubicBezTo>
                  <ns1:pt x="95" y="68"/>
                  <ns1:pt x="100" y="63"/>
                  <ns1:pt x="100" y="56"/>
                </ns1:cubicBezTo>
                <ns1:cubicBezTo>
                  <ns1:pt x="100" y="49"/>
                  <ns1:pt x="95" y="44"/>
                  <ns1:pt x="88" y="44"/>
                </ns1:cubicBezTo>
                <ns1:moveTo>
                  <ns1:pt x="88" y="16"/>
                </ns1:moveTo>
                <ns1:cubicBezTo>
                  <ns1:pt x="66" y="16"/>
                  <ns1:pt x="48" y="34"/>
                  <ns1:pt x="48" y="56"/>
                </ns1:cubicBezTo>
                <ns1:cubicBezTo>
                  <ns1:pt x="48" y="78"/>
                  <ns1:pt x="66" y="96"/>
                  <ns1:pt x="88" y="96"/>
                </ns1:cubicBezTo>
                <ns1:cubicBezTo>
                  <ns1:pt x="110" y="96"/>
                  <ns1:pt x="128" y="78"/>
                  <ns1:pt x="128" y="56"/>
                </ns1:cubicBezTo>
                <ns1:cubicBezTo>
                  <ns1:pt x="128" y="34"/>
                  <ns1:pt x="110" y="16"/>
                  <ns1:pt x="88" y="16"/>
                </ns1:cubicBezTo>
                <ns1:moveTo>
                  <ns1:pt x="88" y="88"/>
                </ns1:moveTo>
                <ns1:cubicBezTo>
                  <ns1:pt x="70" y="88"/>
                  <ns1:pt x="56" y="74"/>
                  <ns1:pt x="56" y="56"/>
                </ns1:cubicBezTo>
                <ns1:cubicBezTo>
                  <ns1:pt x="56" y="38"/>
                  <ns1:pt x="70" y="24"/>
                  <ns1:pt x="88" y="24"/>
                </ns1:cubicBezTo>
                <ns1:cubicBezTo>
                  <ns1:pt x="106" y="24"/>
                  <ns1:pt x="120" y="38"/>
                  <ns1:pt x="120" y="56"/>
                </ns1:cubicBezTo>
                <ns1:cubicBezTo>
                  <ns1:pt x="120" y="74"/>
                  <ns1:pt x="106" y="88"/>
                  <ns1:pt x="88" y="88"/>
                </ns1:cubicBezTo>
                <ns1:moveTo>
                  <ns1:pt x="88" y="0"/>
                </ns1:moveTo>
                <ns1:cubicBezTo>
                  <ns1:pt x="39" y="0"/>
                  <ns1:pt x="0" y="40"/>
                  <ns1:pt x="0" y="56"/>
                </ns1:cubicBezTo>
                <ns1:cubicBezTo>
                  <ns1:pt x="0" y="72"/>
                  <ns1:pt x="39" y="112"/>
                  <ns1:pt x="88" y="112"/>
                </ns1:cubicBezTo>
                <ns1:cubicBezTo>
                  <ns1:pt x="137" y="112"/>
                  <ns1:pt x="176" y="72"/>
                  <ns1:pt x="176" y="56"/>
                </ns1:cubicBezTo>
                <ns1:cubicBezTo>
                  <ns1:pt x="176" y="40"/>
                  <ns1:pt x="137" y="0"/>
                  <ns1:pt x="88" y="0"/>
                </ns1:cubicBezTo>
                <ns1:moveTo>
                  <ns1:pt x="88" y="104"/>
                </ns1:moveTo>
                <ns1:cubicBezTo>
                  <ns1:pt x="44" y="104"/>
                  <ns1:pt x="8" y="70"/>
                  <ns1:pt x="8" y="56"/>
                </ns1:cubicBezTo>
                <ns1:cubicBezTo>
                  <ns1:pt x="8" y="42"/>
                  <ns1:pt x="44" y="8"/>
                  <ns1:pt x="88" y="8"/>
                </ns1:cubicBezTo>
                <ns1:cubicBezTo>
                  <ns1:pt x="132" y="8"/>
                  <ns1:pt x="168" y="42"/>
                  <ns1:pt x="168" y="56"/>
                </ns1:cubicBezTo>
                <ns1:cubicBezTo>
                  <ns1:pt x="168" y="70"/>
                  <ns1:pt x="132" y="104"/>
                  <ns1:pt x="88" y="104"/>
                </ns1:cubicBezTo>
              </ns1:path>
            </ns1:pathLst>
          </ns1:custGeom>
          <ns1:solidFill>
            <ns1:schemeClr val="tx1"/>
          </ns1:solidFill>
          <ns1:ln>
            <ns1:noFill/>
          </ns1:ln>
          <ns1:extLst/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en-US" sz="2700"/>
          </ns1:p>
        </ns0:txBody>
      </ns0:sp>
      <ns0:sp>
        <ns0:nvSpPr>
          <ns0:cNvPr id="107" name="Freeform 101"/>
          <ns0:cNvSpPr>
            <ns1:spLocks noEditPoints="1"/>
          </ns0:cNvSpPr>
          <ns0:nvPr/>
        </ns0:nvSpPr>
        <ns0:spPr bwMode="auto">
          <ns1:xfrm>
            <ns1:off x="7464426" y="5713414"/>
            <ns1:ext cx="320675" cy="320675"/>
          </ns1:xfrm>
          <ns1:custGeom>
            <ns1:avLst/>
            <ns1:gdLst>
              <ns1:gd name="T0" fmla="*/ 144 w 176"/>
              <ns1:gd name="T1" fmla="*/ 16 h 176"/>
              <ns1:gd name="T2" fmla="*/ 140 w 176"/>
              <ns1:gd name="T3" fmla="*/ 0 h 176"/>
              <ns1:gd name="T4" fmla="*/ 136 w 176"/>
              <ns1:gd name="T5" fmla="*/ 16 h 176"/>
              <ns1:gd name="T6" fmla="*/ 40 w 176"/>
              <ns1:gd name="T7" fmla="*/ 4 h 176"/>
              <ns1:gd name="T8" fmla="*/ 32 w 176"/>
              <ns1:gd name="T9" fmla="*/ 4 h 176"/>
              <ns1:gd name="T10" fmla="*/ 16 w 176"/>
              <ns1:gd name="T11" fmla="*/ 16 h 176"/>
              <ns1:gd name="T12" fmla="*/ 0 w 176"/>
              <ns1:gd name="T13" fmla="*/ 160 h 176"/>
              <ns1:gd name="T14" fmla="*/ 160 w 176"/>
              <ns1:gd name="T15" fmla="*/ 176 h 176"/>
              <ns1:gd name="T16" fmla="*/ 176 w 176"/>
              <ns1:gd name="T17" fmla="*/ 32 h 176"/>
              <ns1:gd name="T18" fmla="*/ 168 w 176"/>
              <ns1:gd name="T19" fmla="*/ 160 h 176"/>
              <ns1:gd name="T20" fmla="*/ 16 w 176"/>
              <ns1:gd name="T21" fmla="*/ 168 h 176"/>
              <ns1:gd name="T22" fmla="*/ 8 w 176"/>
              <ns1:gd name="T23" fmla="*/ 64 h 176"/>
              <ns1:gd name="T24" fmla="*/ 168 w 176"/>
              <ns1:gd name="T25" fmla="*/ 160 h 176"/>
              <ns1:gd name="T26" fmla="*/ 8 w 176"/>
              <ns1:gd name="T27" fmla="*/ 56 h 176"/>
              <ns1:gd name="T28" fmla="*/ 16 w 176"/>
              <ns1:gd name="T29" fmla="*/ 24 h 176"/>
              <ns1:gd name="T30" fmla="*/ 32 w 176"/>
              <ns1:gd name="T31" fmla="*/ 36 h 176"/>
              <ns1:gd name="T32" fmla="*/ 40 w 176"/>
              <ns1:gd name="T33" fmla="*/ 36 h 176"/>
              <ns1:gd name="T34" fmla="*/ 136 w 176"/>
              <ns1:gd name="T35" fmla="*/ 24 h 176"/>
              <ns1:gd name="T36" fmla="*/ 140 w 176"/>
              <ns1:gd name="T37" fmla="*/ 40 h 176"/>
              <ns1:gd name="T38" fmla="*/ 144 w 176"/>
              <ns1:gd name="T39" fmla="*/ 24 h 176"/>
              <ns1:gd name="T40" fmla="*/ 168 w 176"/>
              <ns1:gd name="T41" fmla="*/ 32 h 176"/>
              <ns1:gd name="T42" fmla="*/ 116 w 176"/>
              <ns1:gd name="T43" fmla="*/ 148 h 176"/>
              <ns1:gd name="T44" fmla="*/ 124 w 176"/>
              <ns1:gd name="T45" fmla="*/ 84 h 176"/>
              <ns1:gd name="T46" fmla="*/ 116 w 176"/>
              <ns1:gd name="T47" fmla="*/ 90 h 176"/>
              <ns1:gd name="T48" fmla="*/ 106 w 176"/>
              <ns1:gd name="T49" fmla="*/ 95 h 176"/>
              <ns1:gd name="T50" fmla="*/ 100 w 176"/>
              <ns1:gd name="T51" fmla="*/ 102 h 176"/>
              <ns1:gd name="T52" fmla="*/ 116 w 176"/>
              <ns1:gd name="T53" fmla="*/ 148 h 176"/>
              <ns1:gd name="T54" fmla="*/ 74 w 176"/>
              <ns1:gd name="T55" fmla="*/ 141 h 176"/>
              <ns1:gd name="T56" fmla="*/ 59 w 176"/>
              <ns1:gd name="T57" fmla="*/ 138 h 176"/>
              <ns1:gd name="T58" fmla="*/ 48 w 176"/>
              <ns1:gd name="T59" fmla="*/ 128 h 176"/>
              <ns1:gd name="T60" fmla="*/ 53 w 176"/>
              <ns1:gd name="T61" fmla="*/ 143 h 176"/>
              <ns1:gd name="T62" fmla="*/ 69 w 176"/>
              <ns1:gd name="T63" fmla="*/ 149 h 176"/>
              <ns1:gd name="T64" fmla="*/ 84 w 176"/>
              <ns1:gd name="T65" fmla="*/ 144 h 176"/>
              <ns1:gd name="T66" fmla="*/ 90 w 176"/>
              <ns1:gd name="T67" fmla="*/ 129 h 176"/>
              <ns1:gd name="T68" fmla="*/ 79 w 176"/>
              <ns1:gd name="T69" fmla="*/ 114 h 176"/>
              <ns1:gd name="T70" fmla="*/ 85 w 176"/>
              <ns1:gd name="T71" fmla="*/ 109 h 176"/>
              <ns1:gd name="T72" fmla="*/ 86 w 176"/>
              <ns1:gd name="T73" fmla="*/ 93 h 176"/>
              <ns1:gd name="T74" fmla="*/ 76 w 176"/>
              <ns1:gd name="T75" fmla="*/ 85 h 176"/>
              <ns1:gd name="T76" fmla="*/ 60 w 176"/>
              <ns1:gd name="T77" fmla="*/ 85 h 176"/>
              <ns1:gd name="T78" fmla="*/ 51 w 176"/>
              <ns1:gd name="T79" fmla="*/ 96 h 176"/>
              <ns1:gd name="T80" fmla="*/ 57 w 176"/>
              <ns1:gd name="T81" fmla="*/ 104 h 176"/>
              <ns1:gd name="T82" fmla="*/ 59 w 176"/>
              <ns1:gd name="T83" fmla="*/ 95 h 176"/>
              <ns1:gd name="T84" fmla="*/ 68 w 176"/>
              <ns1:gd name="T85" fmla="*/ 90 h 176"/>
              <ns1:gd name="T86" fmla="*/ 79 w 176"/>
              <ns1:gd name="T87" fmla="*/ 101 h 176"/>
              <ns1:gd name="T88" fmla="*/ 76 w 176"/>
              <ns1:gd name="T89" fmla="*/ 109 h 176"/>
              <ns1:gd name="T90" fmla="*/ 68 w 176"/>
              <ns1:gd name="T91" fmla="*/ 111 h 176"/>
              <ns1:gd name="T92" fmla="*/ 64 w 176"/>
              <ns1:gd name="T93" fmla="*/ 111 h 176"/>
              <ns1:gd name="T94" fmla="*/ 69 w 176"/>
              <ns1:gd name="T95" fmla="*/ 117 h 176"/>
              <ns1:gd name="T96" fmla="*/ 78 w 176"/>
              <ns1:gd name="T97" fmla="*/ 121 h 176"/>
              <ns1:gd name="T98" fmla="*/ 82 w 176"/>
              <ns1:gd name="T99" fmla="*/ 130 h 176"/>
              <ns1:gd name="T100" fmla="*/ 78 w 176"/>
              <ns1:gd name="T101" fmla="*/ 139 h 176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  <ns1:cxn ang="0">
                <ns1:pos x="T32" y="T33"/>
              </ns1:cxn>
              <ns1:cxn ang="0">
                <ns1:pos x="T34" y="T35"/>
              </ns1:cxn>
              <ns1:cxn ang="0">
                <ns1:pos x="T36" y="T37"/>
              </ns1:cxn>
              <ns1:cxn ang="0">
                <ns1:pos x="T38" y="T39"/>
              </ns1:cxn>
              <ns1:cxn ang="0">
                <ns1:pos x="T40" y="T41"/>
              </ns1:cxn>
              <ns1:cxn ang="0">
                <ns1:pos x="T42" y="T43"/>
              </ns1:cxn>
              <ns1:cxn ang="0">
                <ns1:pos x="T44" y="T45"/>
              </ns1:cxn>
              <ns1:cxn ang="0">
                <ns1:pos x="T46" y="T47"/>
              </ns1:cxn>
              <ns1:cxn ang="0">
                <ns1:pos x="T48" y="T49"/>
              </ns1:cxn>
              <ns1:cxn ang="0">
                <ns1:pos x="T50" y="T51"/>
              </ns1:cxn>
              <ns1:cxn ang="0">
                <ns1:pos x="T52" y="T53"/>
              </ns1:cxn>
              <ns1:cxn ang="0">
                <ns1:pos x="T54" y="T55"/>
              </ns1:cxn>
              <ns1:cxn ang="0">
                <ns1:pos x="T56" y="T57"/>
              </ns1:cxn>
              <ns1:cxn ang="0">
                <ns1:pos x="T58" y="T59"/>
              </ns1:cxn>
              <ns1:cxn ang="0">
                <ns1:pos x="T60" y="T61"/>
              </ns1:cxn>
              <ns1:cxn ang="0">
                <ns1:pos x="T62" y="T63"/>
              </ns1:cxn>
              <ns1:cxn ang="0">
                <ns1:pos x="T64" y="T65"/>
              </ns1:cxn>
              <ns1:cxn ang="0">
                <ns1:pos x="T66" y="T67"/>
              </ns1:cxn>
              <ns1:cxn ang="0">
                <ns1:pos x="T68" y="T69"/>
              </ns1:cxn>
              <ns1:cxn ang="0">
                <ns1:pos x="T70" y="T71"/>
              </ns1:cxn>
              <ns1:cxn ang="0">
                <ns1:pos x="T72" y="T73"/>
              </ns1:cxn>
              <ns1:cxn ang="0">
                <ns1:pos x="T74" y="T75"/>
              </ns1:cxn>
              <ns1:cxn ang="0">
                <ns1:pos x="T76" y="T77"/>
              </ns1:cxn>
              <ns1:cxn ang="0">
                <ns1:pos x="T78" y="T79"/>
              </ns1:cxn>
              <ns1:cxn ang="0">
                <ns1:pos x="T80" y="T81"/>
              </ns1:cxn>
              <ns1:cxn ang="0">
                <ns1:pos x="T82" y="T83"/>
              </ns1:cxn>
              <ns1:cxn ang="0">
                <ns1:pos x="T84" y="T85"/>
              </ns1:cxn>
              <ns1:cxn ang="0">
                <ns1:pos x="T86" y="T87"/>
              </ns1:cxn>
              <ns1:cxn ang="0">
                <ns1:pos x="T88" y="T89"/>
              </ns1:cxn>
              <ns1:cxn ang="0">
                <ns1:pos x="T90" y="T91"/>
              </ns1:cxn>
              <ns1:cxn ang="0">
                <ns1:pos x="T92" y="T93"/>
              </ns1:cxn>
              <ns1:cxn ang="0">
                <ns1:pos x="T94" y="T95"/>
              </ns1:cxn>
              <ns1:cxn ang="0">
                <ns1:pos x="T96" y="T97"/>
              </ns1:cxn>
              <ns1:cxn ang="0">
                <ns1:pos x="T98" y="T99"/>
              </ns1:cxn>
              <ns1:cxn ang="0">
                <ns1:pos x="T100" y="T101"/>
              </ns1:cxn>
            </ns1:cxnLst>
            <ns1:rect l="0" t="0" r="r" b="b"/>
            <ns1:pathLst>
              <ns1:path w="176" h="176">
                <ns1:moveTo>
                  <ns1:pt x="160" y="16"/>
                </ns1:moveTo>
                <ns1:cubicBezTo>
                  <ns1:pt x="144" y="16"/>
                  <ns1:pt x="144" y="16"/>
                  <ns1:pt x="144" y="16"/>
                </ns1:cubicBezTo>
                <ns1:cubicBezTo>
                  <ns1:pt x="144" y="4"/>
                  <ns1:pt x="144" y="4"/>
                  <ns1:pt x="144" y="4"/>
                </ns1:cubicBezTo>
                <ns1:cubicBezTo>
                  <ns1:pt x="144" y="2"/>
                  <ns1:pt x="142" y="0"/>
                  <ns1:pt x="140" y="0"/>
                </ns1:cubicBezTo>
                <ns1:cubicBezTo>
                  <ns1:pt x="138" y="0"/>
                  <ns1:pt x="136" y="2"/>
                  <ns1:pt x="136" y="4"/>
                </ns1:cubicBezTo>
                <ns1:cubicBezTo>
                  <ns1:pt x="136" y="16"/>
                  <ns1:pt x="136" y="16"/>
                  <ns1:pt x="136" y="16"/>
                </ns1:cubicBezTo>
                <ns1:cubicBezTo>
                  <ns1:pt x="40" y="16"/>
                  <ns1:pt x="40" y="16"/>
                  <ns1:pt x="40" y="16"/>
                </ns1:cubicBezTo>
                <ns1:cubicBezTo>
                  <ns1:pt x="40" y="4"/>
                  <ns1:pt x="40" y="4"/>
                  <ns1:pt x="40" y="4"/>
                </ns1:cubicBezTo>
                <ns1:cubicBezTo>
                  <ns1:pt x="40" y="2"/>
                  <ns1:pt x="38" y="0"/>
                  <ns1:pt x="36" y="0"/>
                </ns1:cubicBezTo>
                <ns1:cubicBezTo>
                  <ns1:pt x="34" y="0"/>
                  <ns1:pt x="32" y="2"/>
                  <ns1:pt x="32" y="4"/>
                </ns1:cubicBezTo>
                <ns1:cubicBezTo>
                  <ns1:pt x="32" y="16"/>
                  <ns1:pt x="32" y="16"/>
                  <ns1:pt x="32" y="16"/>
                </ns1:cubicBezTo>
                <ns1:cubicBezTo>
                  <ns1:pt x="16" y="16"/>
                  <ns1:pt x="16" y="16"/>
                  <ns1:pt x="16" y="16"/>
                </ns1:cubicBezTo>
                <ns1:cubicBezTo>
                  <ns1:pt x="7" y="16"/>
                  <ns1:pt x="0" y="23"/>
                  <ns1:pt x="0" y="32"/>
                </ns1:cubicBezTo>
                <ns1:cubicBezTo>
                  <ns1:pt x="0" y="160"/>
                  <ns1:pt x="0" y="160"/>
                  <ns1:pt x="0" y="160"/>
                </ns1:cubicBezTo>
                <ns1:cubicBezTo>
                  <ns1:pt x="0" y="169"/>
                  <ns1:pt x="7" y="176"/>
                  <ns1:pt x="16" y="176"/>
                </ns1:cubicBezTo>
                <ns1:cubicBezTo>
                  <ns1:pt x="160" y="176"/>
                  <ns1:pt x="160" y="176"/>
                  <ns1:pt x="160" y="176"/>
                </ns1:cubicBezTo>
                <ns1:cubicBezTo>
                  <ns1:pt x="169" y="176"/>
                  <ns1:pt x="176" y="169"/>
                  <ns1:pt x="176" y="160"/>
                </ns1:cubicBezTo>
                <ns1:cubicBezTo>
                  <ns1:pt x="176" y="32"/>
                  <ns1:pt x="176" y="32"/>
                  <ns1:pt x="176" y="32"/>
                </ns1:cubicBezTo>
                <ns1:cubicBezTo>
                  <ns1:pt x="176" y="23"/>
                  <ns1:pt x="169" y="16"/>
                  <ns1:pt x="160" y="16"/>
                </ns1:cubicBezTo>
                <ns1:moveTo>
                  <ns1:pt x="168" y="160"/>
                </ns1:moveTo>
                <ns1:cubicBezTo>
                  <ns1:pt x="168" y="164"/>
                  <ns1:pt x="164" y="168"/>
                  <ns1:pt x="160" y="168"/>
                </ns1:cubicBezTo>
                <ns1:cubicBezTo>
                  <ns1:pt x="16" y="168"/>
                  <ns1:pt x="16" y="168"/>
                  <ns1:pt x="16" y="168"/>
                </ns1:cubicBezTo>
                <ns1:cubicBezTo>
                  <ns1:pt x="12" y="168"/>
                  <ns1:pt x="8" y="164"/>
                  <ns1:pt x="8" y="160"/>
                </ns1:cubicBezTo>
                <ns1:cubicBezTo>
                  <ns1:pt x="8" y="64"/>
                  <ns1:pt x="8" y="64"/>
                  <ns1:pt x="8" y="64"/>
                </ns1:cubicBezTo>
                <ns1:cubicBezTo>
                  <ns1:pt x="168" y="64"/>
                  <ns1:pt x="168" y="64"/>
                  <ns1:pt x="168" y="64"/>
                </ns1:cubicBezTo>
                <ns1:lnTo>
                  <ns1:pt x="168" y="160"/>
                </ns1:lnTo>
                <ns1:close/>
                <ns1:moveTo>
                  <ns1:pt x="168" y="56"/>
                </ns1:moveTo>
                <ns1:cubicBezTo>
                  <ns1:pt x="8" y="56"/>
                  <ns1:pt x="8" y="56"/>
                  <ns1:pt x="8" y="56"/>
                </ns1:cubicBezTo>
                <ns1:cubicBezTo>
                  <ns1:pt x="8" y="32"/>
                  <ns1:pt x="8" y="32"/>
                  <ns1:pt x="8" y="32"/>
                </ns1:cubicBezTo>
                <ns1:cubicBezTo>
                  <ns1:pt x="8" y="28"/>
                  <ns1:pt x="12" y="24"/>
                  <ns1:pt x="16" y="24"/>
                </ns1:cubicBezTo>
                <ns1:cubicBezTo>
                  <ns1:pt x="32" y="24"/>
                  <ns1:pt x="32" y="24"/>
                  <ns1:pt x="32" y="24"/>
                </ns1:cubicBezTo>
                <ns1:cubicBezTo>
                  <ns1:pt x="32" y="36"/>
                  <ns1:pt x="32" y="36"/>
                  <ns1:pt x="32" y="36"/>
                </ns1:cubicBezTo>
                <ns1:cubicBezTo>
                  <ns1:pt x="32" y="38"/>
                  <ns1:pt x="34" y="40"/>
                  <ns1:pt x="36" y="40"/>
                </ns1:cubicBezTo>
                <ns1:cubicBezTo>
                  <ns1:pt x="38" y="40"/>
                  <ns1:pt x="40" y="38"/>
                  <ns1:pt x="40" y="36"/>
                </ns1:cubicBezTo>
                <ns1:cubicBezTo>
                  <ns1:pt x="40" y="24"/>
                  <ns1:pt x="40" y="24"/>
                  <ns1:pt x="40" y="24"/>
                </ns1:cubicBezTo>
                <ns1:cubicBezTo>
                  <ns1:pt x="136" y="24"/>
                  <ns1:pt x="136" y="24"/>
                  <ns1:pt x="136" y="24"/>
                </ns1:cubicBezTo>
                <ns1:cubicBezTo>
                  <ns1:pt x="136" y="36"/>
                  <ns1:pt x="136" y="36"/>
                  <ns1:pt x="136" y="36"/>
                </ns1:cubicBezTo>
                <ns1:cubicBezTo>
                  <ns1:pt x="136" y="38"/>
                  <ns1:pt x="138" y="40"/>
                  <ns1:pt x="140" y="40"/>
                </ns1:cubicBezTo>
                <ns1:cubicBezTo>
                  <ns1:pt x="142" y="40"/>
                  <ns1:pt x="144" y="38"/>
                  <ns1:pt x="144" y="36"/>
                </ns1:cubicBezTo>
                <ns1:cubicBezTo>
                  <ns1:pt x="144" y="24"/>
                  <ns1:pt x="144" y="24"/>
                  <ns1:pt x="144" y="24"/>
                </ns1:cubicBezTo>
                <ns1:cubicBezTo>
                  <ns1:pt x="160" y="24"/>
                  <ns1:pt x="160" y="24"/>
                  <ns1:pt x="160" y="24"/>
                </ns1:cubicBezTo>
                <ns1:cubicBezTo>
                  <ns1:pt x="164" y="24"/>
                  <ns1:pt x="168" y="28"/>
                  <ns1:pt x="168" y="32"/>
                </ns1:cubicBezTo>
                <ns1:lnTo>
                  <ns1:pt x="168" y="56"/>
                </ns1:lnTo>
                <ns1:close/>
                <ns1:moveTo>
                  <ns1:pt x="116" y="148"/>
                </ns1:moveTo>
                <ns1:cubicBezTo>
                  <ns1:pt x="124" y="148"/>
                  <ns1:pt x="124" y="148"/>
                  <ns1:pt x="124" y="148"/>
                </ns1:cubicBezTo>
                <ns1:cubicBezTo>
                  <ns1:pt x="124" y="84"/>
                  <ns1:pt x="124" y="84"/>
                  <ns1:pt x="124" y="84"/>
                </ns1:cubicBezTo>
                <ns1:cubicBezTo>
                  <ns1:pt x="118" y="84"/>
                  <ns1:pt x="118" y="84"/>
                  <ns1:pt x="118" y="84"/>
                </ns1:cubicBezTo>
                <ns1:cubicBezTo>
                  <ns1:pt x="118" y="86"/>
                  <ns1:pt x="117" y="88"/>
                  <ns1:pt x="116" y="90"/>
                </ns1:cubicBezTo>
                <ns1:cubicBezTo>
                  <ns1:pt x="115" y="91"/>
                  <ns1:pt x="113" y="92"/>
                  <ns1:pt x="112" y="93"/>
                </ns1:cubicBezTo>
                <ns1:cubicBezTo>
                  <ns1:pt x="110" y="94"/>
                  <ns1:pt x="108" y="95"/>
                  <ns1:pt x="106" y="95"/>
                </ns1:cubicBezTo>
                <ns1:cubicBezTo>
                  <ns1:pt x="104" y="96"/>
                  <ns1:pt x="102" y="96"/>
                  <ns1:pt x="100" y="96"/>
                </ns1:cubicBezTo>
                <ns1:cubicBezTo>
                  <ns1:pt x="100" y="102"/>
                  <ns1:pt x="100" y="102"/>
                  <ns1:pt x="100" y="102"/>
                </ns1:cubicBezTo>
                <ns1:cubicBezTo>
                  <ns1:pt x="116" y="102"/>
                  <ns1:pt x="116" y="102"/>
                  <ns1:pt x="116" y="102"/>
                </ns1:cubicBezTo>
                <ns1:lnTo>
                  <ns1:pt x="116" y="148"/>
                </ns1:lnTo>
                <ns1:close/>
                <ns1:moveTo>
                  <ns1:pt x="78" y="139"/>
                </ns1:moveTo>
                <ns1:cubicBezTo>
                  <ns1:pt x="77" y="140"/>
                  <ns1:pt x="75" y="141"/>
                  <ns1:pt x="74" y="141"/>
                </ns1:cubicBezTo>
                <ns1:cubicBezTo>
                  <ns1:pt x="72" y="142"/>
                  <ns1:pt x="70" y="142"/>
                  <ns1:pt x="69" y="142"/>
                </ns1:cubicBezTo>
                <ns1:cubicBezTo>
                  <ns1:pt x="64" y="142"/>
                  <ns1:pt x="61" y="141"/>
                  <ns1:pt x="59" y="138"/>
                </ns1:cubicBezTo>
                <ns1:cubicBezTo>
                  <ns1:pt x="57" y="136"/>
                  <ns1:pt x="55" y="132"/>
                  <ns1:pt x="55" y="128"/>
                </ns1:cubicBezTo>
                <ns1:cubicBezTo>
                  <ns1:pt x="48" y="128"/>
                  <ns1:pt x="48" y="128"/>
                  <ns1:pt x="48" y="128"/>
                </ns1:cubicBezTo>
                <ns1:cubicBezTo>
                  <ns1:pt x="48" y="131"/>
                  <ns1:pt x="48" y="134"/>
                  <ns1:pt x="49" y="137"/>
                </ns1:cubicBezTo>
                <ns1:cubicBezTo>
                  <ns1:pt x="50" y="140"/>
                  <ns1:pt x="52" y="142"/>
                  <ns1:pt x="53" y="143"/>
                </ns1:cubicBezTo>
                <ns1:cubicBezTo>
                  <ns1:pt x="55" y="145"/>
                  <ns1:pt x="57" y="147"/>
                  <ns1:pt x="60" y="148"/>
                </ns1:cubicBezTo>
                <ns1:cubicBezTo>
                  <ns1:pt x="63" y="148"/>
                  <ns1:pt x="65" y="149"/>
                  <ns1:pt x="69" y="149"/>
                </ns1:cubicBezTo>
                <ns1:cubicBezTo>
                  <ns1:pt x="71" y="149"/>
                  <ns1:pt x="74" y="148"/>
                  <ns1:pt x="77" y="148"/>
                </ns1:cubicBezTo>
                <ns1:cubicBezTo>
                  <ns1:pt x="79" y="147"/>
                  <ns1:pt x="82" y="146"/>
                  <ns1:pt x="84" y="144"/>
                </ns1:cubicBezTo>
                <ns1:cubicBezTo>
                  <ns1:pt x="86" y="142"/>
                  <ns1:pt x="87" y="140"/>
                  <ns1:pt x="88" y="138"/>
                </ns1:cubicBezTo>
                <ns1:cubicBezTo>
                  <ns1:pt x="89" y="135"/>
                  <ns1:pt x="90" y="133"/>
                  <ns1:pt x="90" y="129"/>
                </ns1:cubicBezTo>
                <ns1:cubicBezTo>
                  <ns1:pt x="90" y="126"/>
                  <ns1:pt x="89" y="122"/>
                  <ns1:pt x="87" y="119"/>
                </ns1:cubicBezTo>
                <ns1:cubicBezTo>
                  <ns1:pt x="85" y="117"/>
                  <ns1:pt x="83" y="115"/>
                  <ns1:pt x="79" y="114"/>
                </ns1:cubicBezTo>
                <ns1:cubicBezTo>
                  <ns1:pt x="79" y="114"/>
                  <ns1:pt x="79" y="114"/>
                  <ns1:pt x="79" y="114"/>
                </ns1:cubicBezTo>
                <ns1:cubicBezTo>
                  <ns1:pt x="81" y="112"/>
                  <ns1:pt x="83" y="111"/>
                  <ns1:pt x="85" y="109"/>
                </ns1:cubicBezTo>
                <ns1:cubicBezTo>
                  <ns1:pt x="87" y="106"/>
                  <ns1:pt x="87" y="104"/>
                  <ns1:pt x="87" y="101"/>
                </ns1:cubicBezTo>
                <ns1:cubicBezTo>
                  <ns1:pt x="87" y="98"/>
                  <ns1:pt x="87" y="95"/>
                  <ns1:pt x="86" y="93"/>
                </ns1:cubicBezTo>
                <ns1:cubicBezTo>
                  <ns1:pt x="85" y="91"/>
                  <ns1:pt x="84" y="89"/>
                  <ns1:pt x="82" y="88"/>
                </ns1:cubicBezTo>
                <ns1:cubicBezTo>
                  <ns1:pt x="80" y="86"/>
                  <ns1:pt x="78" y="85"/>
                  <ns1:pt x="76" y="85"/>
                </ns1:cubicBezTo>
                <ns1:cubicBezTo>
                  <ns1:pt x="74" y="84"/>
                  <ns1:pt x="71" y="84"/>
                  <ns1:pt x="68" y="84"/>
                </ns1:cubicBezTo>
                <ns1:cubicBezTo>
                  <ns1:pt x="65" y="84"/>
                  <ns1:pt x="63" y="84"/>
                  <ns1:pt x="60" y="85"/>
                </ns1:cubicBezTo>
                <ns1:cubicBezTo>
                  <ns1:pt x="58" y="86"/>
                  <ns1:pt x="56" y="88"/>
                  <ns1:pt x="54" y="89"/>
                </ns1:cubicBezTo>
                <ns1:cubicBezTo>
                  <ns1:pt x="53" y="91"/>
                  <ns1:pt x="51" y="93"/>
                  <ns1:pt x="51" y="96"/>
                </ns1:cubicBezTo>
                <ns1:cubicBezTo>
                  <ns1:pt x="50" y="98"/>
                  <ns1:pt x="49" y="101"/>
                  <ns1:pt x="49" y="104"/>
                </ns1:cubicBezTo>
                <ns1:cubicBezTo>
                  <ns1:pt x="57" y="104"/>
                  <ns1:pt x="57" y="104"/>
                  <ns1:pt x="57" y="104"/>
                </ns1:cubicBezTo>
                <ns1:cubicBezTo>
                  <ns1:pt x="57" y="103"/>
                  <ns1:pt x="57" y="101"/>
                  <ns1:pt x="57" y="99"/>
                </ns1:cubicBezTo>
                <ns1:cubicBezTo>
                  <ns1:pt x="58" y="97"/>
                  <ns1:pt x="58" y="96"/>
                  <ns1:pt x="59" y="95"/>
                </ns1:cubicBezTo>
                <ns1:cubicBezTo>
                  <ns1:pt x="60" y="93"/>
                  <ns1:pt x="62" y="92"/>
                  <ns1:pt x="63" y="92"/>
                </ns1:cubicBezTo>
                <ns1:cubicBezTo>
                  <ns1:pt x="65" y="91"/>
                  <ns1:pt x="66" y="90"/>
                  <ns1:pt x="68" y="90"/>
                </ns1:cubicBezTo>
                <ns1:cubicBezTo>
                  <ns1:pt x="72" y="90"/>
                  <ns1:pt x="74" y="91"/>
                  <ns1:pt x="76" y="93"/>
                </ns1:cubicBezTo>
                <ns1:cubicBezTo>
                  <ns1:pt x="78" y="95"/>
                  <ns1:pt x="79" y="97"/>
                  <ns1:pt x="79" y="101"/>
                </ns1:cubicBezTo>
                <ns1:cubicBezTo>
                  <ns1:pt x="79" y="102"/>
                  <ns1:pt x="79" y="104"/>
                  <ns1:pt x="78" y="105"/>
                </ns1:cubicBezTo>
                <ns1:cubicBezTo>
                  <ns1:pt x="78" y="107"/>
                  <ns1:pt x="77" y="108"/>
                  <ns1:pt x="76" y="109"/>
                </ns1:cubicBezTo>
                <ns1:cubicBezTo>
                  <ns1:pt x="75" y="109"/>
                  <ns1:pt x="74" y="110"/>
                  <ns1:pt x="72" y="111"/>
                </ns1:cubicBezTo>
                <ns1:cubicBezTo>
                  <ns1:pt x="71" y="111"/>
                  <ns1:pt x="69" y="111"/>
                  <ns1:pt x="68" y="111"/>
                </ns1:cubicBezTo>
                <ns1:cubicBezTo>
                  <ns1:pt x="65" y="111"/>
                  <ns1:pt x="65" y="111"/>
                  <ns1:pt x="65" y="111"/>
                </ns1:cubicBezTo>
                <ns1:cubicBezTo>
                  <ns1:pt x="65" y="111"/>
                  <ns1:pt x="65" y="111"/>
                  <ns1:pt x="64" y="111"/>
                </ns1:cubicBezTo>
                <ns1:cubicBezTo>
                  <ns1:pt x="64" y="118"/>
                  <ns1:pt x="64" y="118"/>
                  <ns1:pt x="64" y="118"/>
                </ns1:cubicBezTo>
                <ns1:cubicBezTo>
                  <ns1:pt x="66" y="118"/>
                  <ns1:pt x="67" y="117"/>
                  <ns1:pt x="69" y="117"/>
                </ns1:cubicBezTo>
                <ns1:cubicBezTo>
                  <ns1:pt x="71" y="117"/>
                  <ns1:pt x="72" y="118"/>
                  <ns1:pt x="74" y="118"/>
                </ns1:cubicBezTo>
                <ns1:cubicBezTo>
                  <ns1:pt x="76" y="119"/>
                  <ns1:pt x="77" y="120"/>
                  <ns1:pt x="78" y="121"/>
                </ns1:cubicBezTo>
                <ns1:cubicBezTo>
                  <ns1:pt x="79" y="122"/>
                  <ns1:pt x="80" y="123"/>
                  <ns1:pt x="81" y="124"/>
                </ns1:cubicBezTo>
                <ns1:cubicBezTo>
                  <ns1:pt x="82" y="126"/>
                  <ns1:pt x="82" y="128"/>
                  <ns1:pt x="82" y="130"/>
                </ns1:cubicBezTo>
                <ns1:cubicBezTo>
                  <ns1:pt x="82" y="132"/>
                  <ns1:pt x="82" y="133"/>
                  <ns1:pt x="81" y="135"/>
                </ns1:cubicBezTo>
                <ns1:cubicBezTo>
                  <ns1:pt x="80" y="137"/>
                  <ns1:pt x="79" y="138"/>
                  <ns1:pt x="78" y="139"/>
                </ns1:cubicBezTo>
              </ns1:path>
            </ns1:pathLst>
          </ns1:custGeom>
          <ns1:solidFill>
            <ns1:schemeClr val="tx1"/>
          </ns1:solidFill>
          <ns1:ln>
            <ns1:noFill/>
          </ns1:ln>
          <ns1:extLst/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en-US" sz="2700"/>
          </ns1:p>
        </ns0:txBody>
      </ns0:sp>
      <ns0:sp>
        <ns0:nvSpPr>
          <ns0:cNvPr id="108" name="Freeform 102"/>
          <ns0:cNvSpPr>
            <ns1:spLocks noEditPoints="1"/>
          </ns0:cNvSpPr>
          <ns0:nvPr/>
        </ns0:nvSpPr>
        <ns0:spPr bwMode="auto">
          <ns1:xfrm>
            <ns1:off x="8075614" y="5713414"/>
            <ns1:ext cx="320675" cy="320675"/>
          </ns1:xfrm>
          <ns1:custGeom>
            <ns1:avLst/>
            <ns1:gdLst>
              <ns1:gd name="T0" fmla="*/ 92 w 176"/>
              <ns1:gd name="T1" fmla="*/ 108 h 176"/>
              <ns1:gd name="T2" fmla="*/ 108 w 176"/>
              <ns1:gd name="T3" fmla="*/ 124 h 176"/>
              <ns1:gd name="T4" fmla="*/ 108 w 176"/>
              <ns1:gd name="T5" fmla="*/ 80 h 176"/>
              <ns1:gd name="T6" fmla="*/ 92 w 176"/>
              <ns1:gd name="T7" fmla="*/ 96 h 176"/>
              <ns1:gd name="T8" fmla="*/ 108 w 176"/>
              <ns1:gd name="T9" fmla="*/ 80 h 176"/>
              <ns1:gd name="T10" fmla="*/ 92 w 176"/>
              <ns1:gd name="T11" fmla="*/ 136 h 176"/>
              <ns1:gd name="T12" fmla="*/ 108 w 176"/>
              <ns1:gd name="T13" fmla="*/ 152 h 176"/>
              <ns1:gd name="T14" fmla="*/ 132 w 176"/>
              <ns1:gd name="T15" fmla="*/ 80 h 176"/>
              <ns1:gd name="T16" fmla="*/ 116 w 176"/>
              <ns1:gd name="T17" fmla="*/ 96 h 176"/>
              <ns1:gd name="T18" fmla="*/ 132 w 176"/>
              <ns1:gd name="T19" fmla="*/ 80 h 176"/>
              <ns1:gd name="T20" fmla="*/ 140 w 176"/>
              <ns1:gd name="T21" fmla="*/ 80 h 176"/>
              <ns1:gd name="T22" fmla="*/ 156 w 176"/>
              <ns1:gd name="T23" fmla="*/ 96 h 176"/>
              <ns1:gd name="T24" fmla="*/ 132 w 176"/>
              <ns1:gd name="T25" fmla="*/ 108 h 176"/>
              <ns1:gd name="T26" fmla="*/ 116 w 176"/>
              <ns1:gd name="T27" fmla="*/ 124 h 176"/>
              <ns1:gd name="T28" fmla="*/ 132 w 176"/>
              <ns1:gd name="T29" fmla="*/ 108 h 176"/>
              <ns1:gd name="T30" fmla="*/ 140 w 176"/>
              <ns1:gd name="T31" fmla="*/ 108 h 176"/>
              <ns1:gd name="T32" fmla="*/ 156 w 176"/>
              <ns1:gd name="T33" fmla="*/ 124 h 176"/>
              <ns1:gd name="T34" fmla="*/ 84 w 176"/>
              <ns1:gd name="T35" fmla="*/ 108 h 176"/>
              <ns1:gd name="T36" fmla="*/ 68 w 176"/>
              <ns1:gd name="T37" fmla="*/ 124 h 176"/>
              <ns1:gd name="T38" fmla="*/ 84 w 176"/>
              <ns1:gd name="T39" fmla="*/ 108 h 176"/>
              <ns1:gd name="T40" fmla="*/ 68 w 176"/>
              <ns1:gd name="T41" fmla="*/ 80 h 176"/>
              <ns1:gd name="T42" fmla="*/ 84 w 176"/>
              <ns1:gd name="T43" fmla="*/ 96 h 176"/>
              <ns1:gd name="T44" fmla="*/ 84 w 176"/>
              <ns1:gd name="T45" fmla="*/ 136 h 176"/>
              <ns1:gd name="T46" fmla="*/ 68 w 176"/>
              <ns1:gd name="T47" fmla="*/ 152 h 176"/>
              <ns1:gd name="T48" fmla="*/ 84 w 176"/>
              <ns1:gd name="T49" fmla="*/ 136 h 176"/>
              <ns1:gd name="T50" fmla="*/ 20 w 176"/>
              <ns1:gd name="T51" fmla="*/ 108 h 176"/>
              <ns1:gd name="T52" fmla="*/ 36 w 176"/>
              <ns1:gd name="T53" fmla="*/ 124 h 176"/>
              <ns1:gd name="T54" fmla="*/ 36 w 176"/>
              <ns1:gd name="T55" fmla="*/ 80 h 176"/>
              <ns1:gd name="T56" fmla="*/ 20 w 176"/>
              <ns1:gd name="T57" fmla="*/ 96 h 176"/>
              <ns1:gd name="T58" fmla="*/ 36 w 176"/>
              <ns1:gd name="T59" fmla="*/ 80 h 176"/>
              <ns1:gd name="T60" fmla="*/ 144 w 176"/>
              <ns1:gd name="T61" fmla="*/ 16 h 176"/>
              <ns1:gd name="T62" fmla="*/ 140 w 176"/>
              <ns1:gd name="T63" fmla="*/ 0 h 176"/>
              <ns1:gd name="T64" fmla="*/ 136 w 176"/>
              <ns1:gd name="T65" fmla="*/ 16 h 176"/>
              <ns1:gd name="T66" fmla="*/ 40 w 176"/>
              <ns1:gd name="T67" fmla="*/ 4 h 176"/>
              <ns1:gd name="T68" fmla="*/ 32 w 176"/>
              <ns1:gd name="T69" fmla="*/ 4 h 176"/>
              <ns1:gd name="T70" fmla="*/ 16 w 176"/>
              <ns1:gd name="T71" fmla="*/ 16 h 176"/>
              <ns1:gd name="T72" fmla="*/ 0 w 176"/>
              <ns1:gd name="T73" fmla="*/ 160 h 176"/>
              <ns1:gd name="T74" fmla="*/ 160 w 176"/>
              <ns1:gd name="T75" fmla="*/ 176 h 176"/>
              <ns1:gd name="T76" fmla="*/ 176 w 176"/>
              <ns1:gd name="T77" fmla="*/ 32 h 176"/>
              <ns1:gd name="T78" fmla="*/ 168 w 176"/>
              <ns1:gd name="T79" fmla="*/ 160 h 176"/>
              <ns1:gd name="T80" fmla="*/ 16 w 176"/>
              <ns1:gd name="T81" fmla="*/ 168 h 176"/>
              <ns1:gd name="T82" fmla="*/ 8 w 176"/>
              <ns1:gd name="T83" fmla="*/ 64 h 176"/>
              <ns1:gd name="T84" fmla="*/ 168 w 176"/>
              <ns1:gd name="T85" fmla="*/ 160 h 176"/>
              <ns1:gd name="T86" fmla="*/ 8 w 176"/>
              <ns1:gd name="T87" fmla="*/ 56 h 176"/>
              <ns1:gd name="T88" fmla="*/ 16 w 176"/>
              <ns1:gd name="T89" fmla="*/ 24 h 176"/>
              <ns1:gd name="T90" fmla="*/ 32 w 176"/>
              <ns1:gd name="T91" fmla="*/ 36 h 176"/>
              <ns1:gd name="T92" fmla="*/ 40 w 176"/>
              <ns1:gd name="T93" fmla="*/ 36 h 176"/>
              <ns1:gd name="T94" fmla="*/ 136 w 176"/>
              <ns1:gd name="T95" fmla="*/ 24 h 176"/>
              <ns1:gd name="T96" fmla="*/ 140 w 176"/>
              <ns1:gd name="T97" fmla="*/ 40 h 176"/>
              <ns1:gd name="T98" fmla="*/ 144 w 176"/>
              <ns1:gd name="T99" fmla="*/ 24 h 176"/>
              <ns1:gd name="T100" fmla="*/ 168 w 176"/>
              <ns1:gd name="T101" fmla="*/ 32 h 176"/>
              <ns1:gd name="T102" fmla="*/ 36 w 176"/>
              <ns1:gd name="T103" fmla="*/ 136 h 176"/>
              <ns1:gd name="T104" fmla="*/ 20 w 176"/>
              <ns1:gd name="T105" fmla="*/ 152 h 176"/>
              <ns1:gd name="T106" fmla="*/ 36 w 176"/>
              <ns1:gd name="T107" fmla="*/ 136 h 176"/>
              <ns1:gd name="T108" fmla="*/ 44 w 176"/>
              <ns1:gd name="T109" fmla="*/ 80 h 176"/>
              <ns1:gd name="T110" fmla="*/ 60 w 176"/>
              <ns1:gd name="T111" fmla="*/ 96 h 176"/>
              <ns1:gd name="T112" fmla="*/ 60 w 176"/>
              <ns1:gd name="T113" fmla="*/ 136 h 176"/>
              <ns1:gd name="T114" fmla="*/ 44 w 176"/>
              <ns1:gd name="T115" fmla="*/ 152 h 176"/>
              <ns1:gd name="T116" fmla="*/ 60 w 176"/>
              <ns1:gd name="T117" fmla="*/ 136 h 176"/>
              <ns1:gd name="T118" fmla="*/ 44 w 176"/>
              <ns1:gd name="T119" fmla="*/ 108 h 176"/>
              <ns1:gd name="T120" fmla="*/ 60 w 176"/>
              <ns1:gd name="T121" fmla="*/ 124 h 176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  <ns1:cxn ang="0">
                <ns1:pos x="T32" y="T33"/>
              </ns1:cxn>
              <ns1:cxn ang="0">
                <ns1:pos x="T34" y="T35"/>
              </ns1:cxn>
              <ns1:cxn ang="0">
                <ns1:pos x="T36" y="T37"/>
              </ns1:cxn>
              <ns1:cxn ang="0">
                <ns1:pos x="T38" y="T39"/>
              </ns1:cxn>
              <ns1:cxn ang="0">
                <ns1:pos x="T40" y="T41"/>
              </ns1:cxn>
              <ns1:cxn ang="0">
                <ns1:pos x="T42" y="T43"/>
              </ns1:cxn>
              <ns1:cxn ang="0">
                <ns1:pos x="T44" y="T45"/>
              </ns1:cxn>
              <ns1:cxn ang="0">
                <ns1:pos x="T46" y="T47"/>
              </ns1:cxn>
              <ns1:cxn ang="0">
                <ns1:pos x="T48" y="T49"/>
              </ns1:cxn>
              <ns1:cxn ang="0">
                <ns1:pos x="T50" y="T51"/>
              </ns1:cxn>
              <ns1:cxn ang="0">
                <ns1:pos x="T52" y="T53"/>
              </ns1:cxn>
              <ns1:cxn ang="0">
                <ns1:pos x="T54" y="T55"/>
              </ns1:cxn>
              <ns1:cxn ang="0">
                <ns1:pos x="T56" y="T57"/>
              </ns1:cxn>
              <ns1:cxn ang="0">
                <ns1:pos x="T58" y="T59"/>
              </ns1:cxn>
              <ns1:cxn ang="0">
                <ns1:pos x="T60" y="T61"/>
              </ns1:cxn>
              <ns1:cxn ang="0">
                <ns1:pos x="T62" y="T63"/>
              </ns1:cxn>
              <ns1:cxn ang="0">
                <ns1:pos x="T64" y="T65"/>
              </ns1:cxn>
              <ns1:cxn ang="0">
                <ns1:pos x="T66" y="T67"/>
              </ns1:cxn>
              <ns1:cxn ang="0">
                <ns1:pos x="T68" y="T69"/>
              </ns1:cxn>
              <ns1:cxn ang="0">
                <ns1:pos x="T70" y="T71"/>
              </ns1:cxn>
              <ns1:cxn ang="0">
                <ns1:pos x="T72" y="T73"/>
              </ns1:cxn>
              <ns1:cxn ang="0">
                <ns1:pos x="T74" y="T75"/>
              </ns1:cxn>
              <ns1:cxn ang="0">
                <ns1:pos x="T76" y="T77"/>
              </ns1:cxn>
              <ns1:cxn ang="0">
                <ns1:pos x="T78" y="T79"/>
              </ns1:cxn>
              <ns1:cxn ang="0">
                <ns1:pos x="T80" y="T81"/>
              </ns1:cxn>
              <ns1:cxn ang="0">
                <ns1:pos x="T82" y="T83"/>
              </ns1:cxn>
              <ns1:cxn ang="0">
                <ns1:pos x="T84" y="T85"/>
              </ns1:cxn>
              <ns1:cxn ang="0">
                <ns1:pos x="T86" y="T87"/>
              </ns1:cxn>
              <ns1:cxn ang="0">
                <ns1:pos x="T88" y="T89"/>
              </ns1:cxn>
              <ns1:cxn ang="0">
                <ns1:pos x="T90" y="T91"/>
              </ns1:cxn>
              <ns1:cxn ang="0">
                <ns1:pos x="T92" y="T93"/>
              </ns1:cxn>
              <ns1:cxn ang="0">
                <ns1:pos x="T94" y="T95"/>
              </ns1:cxn>
              <ns1:cxn ang="0">
                <ns1:pos x="T96" y="T97"/>
              </ns1:cxn>
              <ns1:cxn ang="0">
                <ns1:pos x="T98" y="T99"/>
              </ns1:cxn>
              <ns1:cxn ang="0">
                <ns1:pos x="T100" y="T101"/>
              </ns1:cxn>
              <ns1:cxn ang="0">
                <ns1:pos x="T102" y="T103"/>
              </ns1:cxn>
              <ns1:cxn ang="0">
                <ns1:pos x="T104" y="T105"/>
              </ns1:cxn>
              <ns1:cxn ang="0">
                <ns1:pos x="T106" y="T107"/>
              </ns1:cxn>
              <ns1:cxn ang="0">
                <ns1:pos x="T108" y="T109"/>
              </ns1:cxn>
              <ns1:cxn ang="0">
                <ns1:pos x="T110" y="T111"/>
              </ns1:cxn>
              <ns1:cxn ang="0">
                <ns1:pos x="T112" y="T113"/>
              </ns1:cxn>
              <ns1:cxn ang="0">
                <ns1:pos x="T114" y="T115"/>
              </ns1:cxn>
              <ns1:cxn ang="0">
                <ns1:pos x="T116" y="T117"/>
              </ns1:cxn>
              <ns1:cxn ang="0">
                <ns1:pos x="T118" y="T119"/>
              </ns1:cxn>
              <ns1:cxn ang="0">
                <ns1:pos x="T120" y="T121"/>
              </ns1:cxn>
            </ns1:cxnLst>
            <ns1:rect l="0" t="0" r="r" b="b"/>
            <ns1:pathLst>
              <ns1:path w="176" h="176">
                <ns1:moveTo>
                  <ns1:pt x="108" y="108"/>
                </ns1:moveTo>
                <ns1:cubicBezTo>
                  <ns1:pt x="92" y="108"/>
                  <ns1:pt x="92" y="108"/>
                  <ns1:pt x="92" y="108"/>
                </ns1:cubicBezTo>
                <ns1:cubicBezTo>
                  <ns1:pt x="92" y="124"/>
                  <ns1:pt x="92" y="124"/>
                  <ns1:pt x="92" y="124"/>
                </ns1:cubicBezTo>
                <ns1:cubicBezTo>
                  <ns1:pt x="108" y="124"/>
                  <ns1:pt x="108" y="124"/>
                  <ns1:pt x="108" y="124"/>
                </ns1:cubicBezTo>
                <ns1:lnTo>
                  <ns1:pt x="108" y="108"/>
                </ns1:lnTo>
                <ns1:close/>
                <ns1:moveTo>
                  <ns1:pt x="108" y="80"/>
                </ns1:moveTo>
                <ns1:cubicBezTo>
                  <ns1:pt x="92" y="80"/>
                  <ns1:pt x="92" y="80"/>
                  <ns1:pt x="92" y="80"/>
                </ns1:cubicBezTo>
                <ns1:cubicBezTo>
                  <ns1:pt x="92" y="96"/>
                  <ns1:pt x="92" y="96"/>
                  <ns1:pt x="92" y="96"/>
                </ns1:cubicBezTo>
                <ns1:cubicBezTo>
                  <ns1:pt x="108" y="96"/>
                  <ns1:pt x="108" y="96"/>
                  <ns1:pt x="108" y="96"/>
                </ns1:cubicBezTo>
                <ns1:lnTo>
                  <ns1:pt x="108" y="80"/>
                </ns1:lnTo>
                <ns1:close/>
                <ns1:moveTo>
                  <ns1:pt x="108" y="136"/>
                </ns1:moveTo>
                <ns1:cubicBezTo>
                  <ns1:pt x="92" y="136"/>
                  <ns1:pt x="92" y="136"/>
                  <ns1:pt x="92" y="136"/>
                </ns1:cubicBezTo>
                <ns1:cubicBezTo>
                  <ns1:pt x="92" y="152"/>
                  <ns1:pt x="92" y="152"/>
                  <ns1:pt x="92" y="152"/>
                </ns1:cubicBezTo>
                <ns1:cubicBezTo>
                  <ns1:pt x="108" y="152"/>
                  <ns1:pt x="108" y="152"/>
                  <ns1:pt x="108" y="152"/>
                </ns1:cubicBezTo>
                <ns1:lnTo>
                  <ns1:pt x="108" y="136"/>
                </ns1:lnTo>
                <ns1:close/>
                <ns1:moveTo>
                  <ns1:pt x="132" y="80"/>
                </ns1:moveTo>
                <ns1:cubicBezTo>
                  <ns1:pt x="116" y="80"/>
                  <ns1:pt x="116" y="80"/>
                  <ns1:pt x="116" y="80"/>
                </ns1:cubicBezTo>
                <ns1:cubicBezTo>
                  <ns1:pt x="116" y="96"/>
                  <ns1:pt x="116" y="96"/>
                  <ns1:pt x="116" y="96"/>
                </ns1:cubicBezTo>
                <ns1:cubicBezTo>
                  <ns1:pt x="132" y="96"/>
                  <ns1:pt x="132" y="96"/>
                  <ns1:pt x="132" y="96"/>
                </ns1:cubicBezTo>
                <ns1:lnTo>
                  <ns1:pt x="132" y="80"/>
                </ns1:lnTo>
                <ns1:close/>
                <ns1:moveTo>
                  <ns1:pt x="156" y="80"/>
                </ns1:moveTo>
                <ns1:cubicBezTo>
                  <ns1:pt x="140" y="80"/>
                  <ns1:pt x="140" y="80"/>
                  <ns1:pt x="140" y="80"/>
                </ns1:cubicBezTo>
                <ns1:cubicBezTo>
                  <ns1:pt x="140" y="96"/>
                  <ns1:pt x="140" y="96"/>
                  <ns1:pt x="140" y="96"/>
                </ns1:cubicBezTo>
                <ns1:cubicBezTo>
                  <ns1:pt x="156" y="96"/>
                  <ns1:pt x="156" y="96"/>
                  <ns1:pt x="156" y="96"/>
                </ns1:cubicBezTo>
                <ns1:lnTo>
                  <ns1:pt x="156" y="80"/>
                </ns1:lnTo>
                <ns1:close/>
                <ns1:moveTo>
                  <ns1:pt x="132" y="108"/>
                </ns1:moveTo>
                <ns1:cubicBezTo>
                  <ns1:pt x="116" y="108"/>
                  <ns1:pt x="116" y="108"/>
                  <ns1:pt x="116" y="108"/>
                </ns1:cubicBezTo>
                <ns1:cubicBezTo>
                  <ns1:pt x="116" y="124"/>
                  <ns1:pt x="116" y="124"/>
                  <ns1:pt x="116" y="124"/>
                </ns1:cubicBezTo>
                <ns1:cubicBezTo>
                  <ns1:pt x="132" y="124"/>
                  <ns1:pt x="132" y="124"/>
                  <ns1:pt x="132" y="124"/>
                </ns1:cubicBezTo>
                <ns1:lnTo>
                  <ns1:pt x="132" y="108"/>
                </ns1:lnTo>
                <ns1:close/>
                <ns1:moveTo>
                  <ns1:pt x="156" y="108"/>
                </ns1:moveTo>
                <ns1:cubicBezTo>
                  <ns1:pt x="140" y="108"/>
                  <ns1:pt x="140" y="108"/>
                  <ns1:pt x="140" y="108"/>
                </ns1:cubicBezTo>
                <ns1:cubicBezTo>
                  <ns1:pt x="140" y="124"/>
                  <ns1:pt x="140" y="124"/>
                  <ns1:pt x="140" y="124"/>
                </ns1:cubicBezTo>
                <ns1:cubicBezTo>
                  <ns1:pt x="156" y="124"/>
                  <ns1:pt x="156" y="124"/>
                  <ns1:pt x="156" y="124"/>
                </ns1:cubicBezTo>
                <ns1:lnTo>
                  <ns1:pt x="156" y="108"/>
                </ns1:lnTo>
                <ns1:close/>
                <ns1:moveTo>
                  <ns1:pt x="84" y="108"/>
                </ns1:moveTo>
                <ns1:cubicBezTo>
                  <ns1:pt x="68" y="108"/>
                  <ns1:pt x="68" y="108"/>
                  <ns1:pt x="68" y="108"/>
                </ns1:cubicBezTo>
                <ns1:cubicBezTo>
                  <ns1:pt x="68" y="124"/>
                  <ns1:pt x="68" y="124"/>
                  <ns1:pt x="68" y="124"/>
                </ns1:cubicBezTo>
                <ns1:cubicBezTo>
                  <ns1:pt x="84" y="124"/>
                  <ns1:pt x="84" y="124"/>
                  <ns1:pt x="84" y="124"/>
                </ns1:cubicBezTo>
                <ns1:lnTo>
                  <ns1:pt x="84" y="108"/>
                </ns1:lnTo>
                <ns1:close/>
                <ns1:moveTo>
                  <ns1:pt x="84" y="80"/>
                </ns1:moveTo>
                <ns1:cubicBezTo>
                  <ns1:pt x="68" y="80"/>
                  <ns1:pt x="68" y="80"/>
                  <ns1:pt x="68" y="80"/>
                </ns1:cubicBezTo>
                <ns1:cubicBezTo>
                  <ns1:pt x="68" y="96"/>
                  <ns1:pt x="68" y="96"/>
                  <ns1:pt x="68" y="96"/>
                </ns1:cubicBezTo>
                <ns1:cubicBezTo>
                  <ns1:pt x="84" y="96"/>
                  <ns1:pt x="84" y="96"/>
                  <ns1:pt x="84" y="96"/>
                </ns1:cubicBezTo>
                <ns1:lnTo>
                  <ns1:pt x="84" y="80"/>
                </ns1:lnTo>
                <ns1:close/>
                <ns1:moveTo>
                  <ns1:pt x="84" y="136"/>
                </ns1:moveTo>
                <ns1:cubicBezTo>
                  <ns1:pt x="68" y="136"/>
                  <ns1:pt x="68" y="136"/>
                  <ns1:pt x="68" y="136"/>
                </ns1:cubicBezTo>
                <ns1:cubicBezTo>
                  <ns1:pt x="68" y="152"/>
                  <ns1:pt x="68" y="152"/>
                  <ns1:pt x="68" y="152"/>
                </ns1:cubicBezTo>
                <ns1:cubicBezTo>
                  <ns1:pt x="84" y="152"/>
                  <ns1:pt x="84" y="152"/>
                  <ns1:pt x="84" y="152"/>
                </ns1:cubicBezTo>
                <ns1:lnTo>
                  <ns1:pt x="84" y="136"/>
                </ns1:lnTo>
                <ns1:close/>
                <ns1:moveTo>
                  <ns1:pt x="36" y="108"/>
                </ns1:moveTo>
                <ns1:cubicBezTo>
                  <ns1:pt x="20" y="108"/>
                  <ns1:pt x="20" y="108"/>
                  <ns1:pt x="20" y="108"/>
                </ns1:cubicBezTo>
                <ns1:cubicBezTo>
                  <ns1:pt x="20" y="124"/>
                  <ns1:pt x="20" y="124"/>
                  <ns1:pt x="20" y="124"/>
                </ns1:cubicBezTo>
                <ns1:cubicBezTo>
                  <ns1:pt x="36" y="124"/>
                  <ns1:pt x="36" y="124"/>
                  <ns1:pt x="36" y="124"/>
                </ns1:cubicBezTo>
                <ns1:lnTo>
                  <ns1:pt x="36" y="108"/>
                </ns1:lnTo>
                <ns1:close/>
                <ns1:moveTo>
                  <ns1:pt x="36" y="80"/>
                </ns1:moveTo>
                <ns1:cubicBezTo>
                  <ns1:pt x="20" y="80"/>
                  <ns1:pt x="20" y="80"/>
                  <ns1:pt x="20" y="80"/>
                </ns1:cubicBezTo>
                <ns1:cubicBezTo>
                  <ns1:pt x="20" y="96"/>
                  <ns1:pt x="20" y="96"/>
                  <ns1:pt x="20" y="96"/>
                </ns1:cubicBezTo>
                <ns1:cubicBezTo>
                  <ns1:pt x="36" y="96"/>
                  <ns1:pt x="36" y="96"/>
                  <ns1:pt x="36" y="96"/>
                </ns1:cubicBezTo>
                <ns1:lnTo>
                  <ns1:pt x="36" y="80"/>
                </ns1:lnTo>
                <ns1:close/>
                <ns1:moveTo>
                  <ns1:pt x="160" y="16"/>
                </ns1:moveTo>
                <ns1:cubicBezTo>
                  <ns1:pt x="144" y="16"/>
                  <ns1:pt x="144" y="16"/>
                  <ns1:pt x="144" y="16"/>
                </ns1:cubicBezTo>
                <ns1:cubicBezTo>
                  <ns1:pt x="144" y="4"/>
                  <ns1:pt x="144" y="4"/>
                  <ns1:pt x="144" y="4"/>
                </ns1:cubicBezTo>
                <ns1:cubicBezTo>
                  <ns1:pt x="144" y="2"/>
                  <ns1:pt x="142" y="0"/>
                  <ns1:pt x="140" y="0"/>
                </ns1:cubicBezTo>
                <ns1:cubicBezTo>
                  <ns1:pt x="138" y="0"/>
                  <ns1:pt x="136" y="2"/>
                  <ns1:pt x="136" y="4"/>
                </ns1:cubicBezTo>
                <ns1:cubicBezTo>
                  <ns1:pt x="136" y="16"/>
                  <ns1:pt x="136" y="16"/>
                  <ns1:pt x="136" y="16"/>
                </ns1:cubicBezTo>
                <ns1:cubicBezTo>
                  <ns1:pt x="40" y="16"/>
                  <ns1:pt x="40" y="16"/>
                  <ns1:pt x="40" y="16"/>
                </ns1:cubicBezTo>
                <ns1:cubicBezTo>
                  <ns1:pt x="40" y="4"/>
                  <ns1:pt x="40" y="4"/>
                  <ns1:pt x="40" y="4"/>
                </ns1:cubicBezTo>
                <ns1:cubicBezTo>
                  <ns1:pt x="40" y="2"/>
                  <ns1:pt x="38" y="0"/>
                  <ns1:pt x="36" y="0"/>
                </ns1:cubicBezTo>
                <ns1:cubicBezTo>
                  <ns1:pt x="34" y="0"/>
                  <ns1:pt x="32" y="2"/>
                  <ns1:pt x="32" y="4"/>
                </ns1:cubicBezTo>
                <ns1:cubicBezTo>
                  <ns1:pt x="32" y="16"/>
                  <ns1:pt x="32" y="16"/>
                  <ns1:pt x="32" y="16"/>
                </ns1:cubicBezTo>
                <ns1:cubicBezTo>
                  <ns1:pt x="16" y="16"/>
                  <ns1:pt x="16" y="16"/>
                  <ns1:pt x="16" y="16"/>
                </ns1:cubicBezTo>
                <ns1:cubicBezTo>
                  <ns1:pt x="7" y="16"/>
                  <ns1:pt x="0" y="23"/>
                  <ns1:pt x="0" y="32"/>
                </ns1:cubicBezTo>
                <ns1:cubicBezTo>
                  <ns1:pt x="0" y="160"/>
                  <ns1:pt x="0" y="160"/>
                  <ns1:pt x="0" y="160"/>
                </ns1:cubicBezTo>
                <ns1:cubicBezTo>
                  <ns1:pt x="0" y="169"/>
                  <ns1:pt x="7" y="176"/>
                  <ns1:pt x="16" y="176"/>
                </ns1:cubicBezTo>
                <ns1:cubicBezTo>
                  <ns1:pt x="160" y="176"/>
                  <ns1:pt x="160" y="176"/>
                  <ns1:pt x="160" y="176"/>
                </ns1:cubicBezTo>
                <ns1:cubicBezTo>
                  <ns1:pt x="169" y="176"/>
                  <ns1:pt x="176" y="169"/>
                  <ns1:pt x="176" y="160"/>
                </ns1:cubicBezTo>
                <ns1:cubicBezTo>
                  <ns1:pt x="176" y="32"/>
                  <ns1:pt x="176" y="32"/>
                  <ns1:pt x="176" y="32"/>
                </ns1:cubicBezTo>
                <ns1:cubicBezTo>
                  <ns1:pt x="176" y="23"/>
                  <ns1:pt x="169" y="16"/>
                  <ns1:pt x="160" y="16"/>
                </ns1:cubicBezTo>
                <ns1:moveTo>
                  <ns1:pt x="168" y="160"/>
                </ns1:moveTo>
                <ns1:cubicBezTo>
                  <ns1:pt x="168" y="164"/>
                  <ns1:pt x="164" y="168"/>
                  <ns1:pt x="160" y="168"/>
                </ns1:cubicBezTo>
                <ns1:cubicBezTo>
                  <ns1:pt x="16" y="168"/>
                  <ns1:pt x="16" y="168"/>
                  <ns1:pt x="16" y="168"/>
                </ns1:cubicBezTo>
                <ns1:cubicBezTo>
                  <ns1:pt x="12" y="168"/>
                  <ns1:pt x="8" y="164"/>
                  <ns1:pt x="8" y="160"/>
                </ns1:cubicBezTo>
                <ns1:cubicBezTo>
                  <ns1:pt x="8" y="64"/>
                  <ns1:pt x="8" y="64"/>
                  <ns1:pt x="8" y="64"/>
                </ns1:cubicBezTo>
                <ns1:cubicBezTo>
                  <ns1:pt x="168" y="64"/>
                  <ns1:pt x="168" y="64"/>
                  <ns1:pt x="168" y="64"/>
                </ns1:cubicBezTo>
                <ns1:lnTo>
                  <ns1:pt x="168" y="160"/>
                </ns1:lnTo>
                <ns1:close/>
                <ns1:moveTo>
                  <ns1:pt x="168" y="56"/>
                </ns1:moveTo>
                <ns1:cubicBezTo>
                  <ns1:pt x="8" y="56"/>
                  <ns1:pt x="8" y="56"/>
                  <ns1:pt x="8" y="56"/>
                </ns1:cubicBezTo>
                <ns1:cubicBezTo>
                  <ns1:pt x="8" y="32"/>
                  <ns1:pt x="8" y="32"/>
                  <ns1:pt x="8" y="32"/>
                </ns1:cubicBezTo>
                <ns1:cubicBezTo>
                  <ns1:pt x="8" y="28"/>
                  <ns1:pt x="12" y="24"/>
                  <ns1:pt x="16" y="24"/>
                </ns1:cubicBezTo>
                <ns1:cubicBezTo>
                  <ns1:pt x="32" y="24"/>
                  <ns1:pt x="32" y="24"/>
                  <ns1:pt x="32" y="24"/>
                </ns1:cubicBezTo>
                <ns1:cubicBezTo>
                  <ns1:pt x="32" y="36"/>
                  <ns1:pt x="32" y="36"/>
                  <ns1:pt x="32" y="36"/>
                </ns1:cubicBezTo>
                <ns1:cubicBezTo>
                  <ns1:pt x="32" y="38"/>
                  <ns1:pt x="34" y="40"/>
                  <ns1:pt x="36" y="40"/>
                </ns1:cubicBezTo>
                <ns1:cubicBezTo>
                  <ns1:pt x="38" y="40"/>
                  <ns1:pt x="40" y="38"/>
                  <ns1:pt x="40" y="36"/>
                </ns1:cubicBezTo>
                <ns1:cubicBezTo>
                  <ns1:pt x="40" y="24"/>
                  <ns1:pt x="40" y="24"/>
                  <ns1:pt x="40" y="24"/>
                </ns1:cubicBezTo>
                <ns1:cubicBezTo>
                  <ns1:pt x="136" y="24"/>
                  <ns1:pt x="136" y="24"/>
                  <ns1:pt x="136" y="24"/>
                </ns1:cubicBezTo>
                <ns1:cubicBezTo>
                  <ns1:pt x="136" y="36"/>
                  <ns1:pt x="136" y="36"/>
                  <ns1:pt x="136" y="36"/>
                </ns1:cubicBezTo>
                <ns1:cubicBezTo>
                  <ns1:pt x="136" y="38"/>
                  <ns1:pt x="138" y="40"/>
                  <ns1:pt x="140" y="40"/>
                </ns1:cubicBezTo>
                <ns1:cubicBezTo>
                  <ns1:pt x="142" y="40"/>
                  <ns1:pt x="144" y="38"/>
                  <ns1:pt x="144" y="36"/>
                </ns1:cubicBezTo>
                <ns1:cubicBezTo>
                  <ns1:pt x="144" y="24"/>
                  <ns1:pt x="144" y="24"/>
                  <ns1:pt x="144" y="24"/>
                </ns1:cubicBezTo>
                <ns1:cubicBezTo>
                  <ns1:pt x="160" y="24"/>
                  <ns1:pt x="160" y="24"/>
                  <ns1:pt x="160" y="24"/>
                </ns1:cubicBezTo>
                <ns1:cubicBezTo>
                  <ns1:pt x="164" y="24"/>
                  <ns1:pt x="168" y="28"/>
                  <ns1:pt x="168" y="32"/>
                </ns1:cubicBezTo>
                <ns1:lnTo>
                  <ns1:pt x="168" y="56"/>
                </ns1:lnTo>
                <ns1:close/>
                <ns1:moveTo>
                  <ns1:pt x="36" y="136"/>
                </ns1:moveTo>
                <ns1:cubicBezTo>
                  <ns1:pt x="20" y="136"/>
                  <ns1:pt x="20" y="136"/>
                  <ns1:pt x="20" y="136"/>
                </ns1:cubicBezTo>
                <ns1:cubicBezTo>
                  <ns1:pt x="20" y="152"/>
                  <ns1:pt x="20" y="152"/>
                  <ns1:pt x="20" y="152"/>
                </ns1:cubicBezTo>
                <ns1:cubicBezTo>
                  <ns1:pt x="36" y="152"/>
                  <ns1:pt x="36" y="152"/>
                  <ns1:pt x="36" y="152"/>
                </ns1:cubicBezTo>
                <ns1:lnTo>
                  <ns1:pt x="36" y="136"/>
                </ns1:lnTo>
                <ns1:close/>
                <ns1:moveTo>
                  <ns1:pt x="60" y="80"/>
                </ns1:moveTo>
                <ns1:cubicBezTo>
                  <ns1:pt x="44" y="80"/>
                  <ns1:pt x="44" y="80"/>
                  <ns1:pt x="44" y="80"/>
                </ns1:cubicBezTo>
                <ns1:cubicBezTo>
                  <ns1:pt x="44" y="96"/>
                  <ns1:pt x="44" y="96"/>
                  <ns1:pt x="44" y="96"/>
                </ns1:cubicBezTo>
                <ns1:cubicBezTo>
                  <ns1:pt x="60" y="96"/>
                  <ns1:pt x="60" y="96"/>
                  <ns1:pt x="60" y="96"/>
                </ns1:cubicBezTo>
                <ns1:lnTo>
                  <ns1:pt x="60" y="80"/>
                </ns1:lnTo>
                <ns1:close/>
                <ns1:moveTo>
                  <ns1:pt x="60" y="136"/>
                </ns1:moveTo>
                <ns1:cubicBezTo>
                  <ns1:pt x="44" y="136"/>
                  <ns1:pt x="44" y="136"/>
                  <ns1:pt x="44" y="136"/>
                </ns1:cubicBezTo>
                <ns1:cubicBezTo>
                  <ns1:pt x="44" y="152"/>
                  <ns1:pt x="44" y="152"/>
                  <ns1:pt x="44" y="152"/>
                </ns1:cubicBezTo>
                <ns1:cubicBezTo>
                  <ns1:pt x="60" y="152"/>
                  <ns1:pt x="60" y="152"/>
                  <ns1:pt x="60" y="152"/>
                </ns1:cubicBezTo>
                <ns1:lnTo>
                  <ns1:pt x="60" y="136"/>
                </ns1:lnTo>
                <ns1:close/>
                <ns1:moveTo>
                  <ns1:pt x="60" y="108"/>
                </ns1:moveTo>
                <ns1:cubicBezTo>
                  <ns1:pt x="44" y="108"/>
                  <ns1:pt x="44" y="108"/>
                  <ns1:pt x="44" y="108"/>
                </ns1:cubicBezTo>
                <ns1:cubicBezTo>
                  <ns1:pt x="44" y="124"/>
                  <ns1:pt x="44" y="124"/>
                  <ns1:pt x="44" y="124"/>
                </ns1:cubicBezTo>
                <ns1:cubicBezTo>
                  <ns1:pt x="60" y="124"/>
                  <ns1:pt x="60" y="124"/>
                  <ns1:pt x="60" y="124"/>
                </ns1:cubicBezTo>
                <ns1:lnTo>
                  <ns1:pt x="60" y="108"/>
                </ns1:lnTo>
                <ns1:close/>
              </ns1:path>
            </ns1:pathLst>
          </ns1:custGeom>
          <ns1:solidFill>
            <ns1:schemeClr val="tx1"/>
          </ns1:solidFill>
          <ns1:ln>
            <ns1:noFill/>
          </ns1:ln>
          <ns1:extLst/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en-US" sz="2700"/>
          </ns1:p>
        </ns0:txBody>
      </ns0:sp>
      <ns0:sp>
        <ns0:nvSpPr>
          <ns0:cNvPr id="109" name="Freeform 103"/>
          <ns0:cNvSpPr>
            <ns1:spLocks noEditPoints="1"/>
          </ns0:cNvSpPr>
          <ns0:nvPr/>
        </ns0:nvSpPr>
        <ns0:spPr bwMode="auto">
          <ns1:xfrm>
            <ns1:off x="8686801" y="5713414"/>
            <ns1:ext cx="320675" cy="320675"/>
          </ns1:xfrm>
          <ns1:custGeom>
            <ns1:avLst/>
            <ns1:gdLst>
              <ns1:gd name="T0" fmla="*/ 176 w 176"/>
              <ns1:gd name="T1" fmla="*/ 68 h 176"/>
              <ns1:gd name="T2" fmla="*/ 174 w 176"/>
              <ns1:gd name="T3" fmla="*/ 49 h 176"/>
              <ns1:gd name="T4" fmla="*/ 90 w 176"/>
              <ns1:gd name="T5" fmla="*/ 1 h 176"/>
              <ns1:gd name="T6" fmla="*/ 88 w 176"/>
              <ns1:gd name="T7" fmla="*/ 0 h 176"/>
              <ns1:gd name="T8" fmla="*/ 86 w 176"/>
              <ns1:gd name="T9" fmla="*/ 1 h 176"/>
              <ns1:gd name="T10" fmla="*/ 2 w 176"/>
              <ns1:gd name="T11" fmla="*/ 49 h 176"/>
              <ns1:gd name="T12" fmla="*/ 0 w 176"/>
              <ns1:gd name="T13" fmla="*/ 68 h 176"/>
              <ns1:gd name="T14" fmla="*/ 16 w 176"/>
              <ns1:gd name="T15" fmla="*/ 72 h 176"/>
              <ns1:gd name="T16" fmla="*/ 12 w 176"/>
              <ns1:gd name="T17" fmla="*/ 144 h 176"/>
              <ns1:gd name="T18" fmla="*/ 8 w 176"/>
              <ns1:gd name="T19" fmla="*/ 147 h 176"/>
              <ns1:gd name="T20" fmla="*/ 0 w 176"/>
              <ns1:gd name="T21" fmla="*/ 171 h 176"/>
              <ns1:gd name="T22" fmla="*/ 4 w 176"/>
              <ns1:gd name="T23" fmla="*/ 176 h 176"/>
              <ns1:gd name="T24" fmla="*/ 176 w 176"/>
              <ns1:gd name="T25" fmla="*/ 172 h 176"/>
              <ns1:gd name="T26" fmla="*/ 176 w 176"/>
              <ns1:gd name="T27" fmla="*/ 171 h 176"/>
              <ns1:gd name="T28" fmla="*/ 168 w 176"/>
              <ns1:gd name="T29" fmla="*/ 147 h 176"/>
              <ns1:gd name="T30" fmla="*/ 160 w 176"/>
              <ns1:gd name="T31" fmla="*/ 144 h 176"/>
              <ns1:gd name="T32" fmla="*/ 172 w 176"/>
              <ns1:gd name="T33" fmla="*/ 72 h 176"/>
              <ns1:gd name="T34" fmla="*/ 157 w 176"/>
              <ns1:gd name="T35" fmla="*/ 48 h 176"/>
              <ns1:gd name="T36" fmla="*/ 88 w 176"/>
              <ns1:gd name="T37" fmla="*/ 9 h 176"/>
              <ns1:gd name="T38" fmla="*/ 166 w 176"/>
              <ns1:gd name="T39" fmla="*/ 168 h 176"/>
              <ns1:gd name="T40" fmla="*/ 15 w 176"/>
              <ns1:gd name="T41" fmla="*/ 152 h 176"/>
              <ns1:gd name="T42" fmla="*/ 24 w 176"/>
              <ns1:gd name="T43" fmla="*/ 72 h 176"/>
              <ns1:gd name="T44" fmla="*/ 40 w 176"/>
              <ns1:gd name="T45" fmla="*/ 144 h 176"/>
              <ns1:gd name="T46" fmla="*/ 24 w 176"/>
              <ns1:gd name="T47" fmla="*/ 72 h 176"/>
              <ns1:gd name="T48" fmla="*/ 64 w 176"/>
              <ns1:gd name="T49" fmla="*/ 72 h 176"/>
              <ns1:gd name="T50" fmla="*/ 48 w 176"/>
              <ns1:gd name="T51" fmla="*/ 144 h 176"/>
              <ns1:gd name="T52" fmla="*/ 72 w 176"/>
              <ns1:gd name="T53" fmla="*/ 72 h 176"/>
              <ns1:gd name="T54" fmla="*/ 104 w 176"/>
              <ns1:gd name="T55" fmla="*/ 144 h 176"/>
              <ns1:gd name="T56" fmla="*/ 72 w 176"/>
              <ns1:gd name="T57" fmla="*/ 72 h 176"/>
              <ns1:gd name="T58" fmla="*/ 128 w 176"/>
              <ns1:gd name="T59" fmla="*/ 72 h 176"/>
              <ns1:gd name="T60" fmla="*/ 112 w 176"/>
              <ns1:gd name="T61" fmla="*/ 144 h 176"/>
              <ns1:gd name="T62" fmla="*/ 136 w 176"/>
              <ns1:gd name="T63" fmla="*/ 72 h 176"/>
              <ns1:gd name="T64" fmla="*/ 152 w 176"/>
              <ns1:gd name="T65" fmla="*/ 144 h 176"/>
              <ns1:gd name="T66" fmla="*/ 136 w 176"/>
              <ns1:gd name="T67" fmla="*/ 72 h 176"/>
              <ns1:gd name="T68" fmla="*/ 168 w 176"/>
              <ns1:gd name="T69" fmla="*/ 56 h 176"/>
              <ns1:gd name="T70" fmla="*/ 8 w 176"/>
              <ns1:gd name="T71" fmla="*/ 64 h 176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  <ns1:cxn ang="0">
                <ns1:pos x="T32" y="T33"/>
              </ns1:cxn>
              <ns1:cxn ang="0">
                <ns1:pos x="T34" y="T35"/>
              </ns1:cxn>
              <ns1:cxn ang="0">
                <ns1:pos x="T36" y="T37"/>
              </ns1:cxn>
              <ns1:cxn ang="0">
                <ns1:pos x="T38" y="T39"/>
              </ns1:cxn>
              <ns1:cxn ang="0">
                <ns1:pos x="T40" y="T41"/>
              </ns1:cxn>
              <ns1:cxn ang="0">
                <ns1:pos x="T42" y="T43"/>
              </ns1:cxn>
              <ns1:cxn ang="0">
                <ns1:pos x="T44" y="T45"/>
              </ns1:cxn>
              <ns1:cxn ang="0">
                <ns1:pos x="T46" y="T47"/>
              </ns1:cxn>
              <ns1:cxn ang="0">
                <ns1:pos x="T48" y="T49"/>
              </ns1:cxn>
              <ns1:cxn ang="0">
                <ns1:pos x="T50" y="T51"/>
              </ns1:cxn>
              <ns1:cxn ang="0">
                <ns1:pos x="T52" y="T53"/>
              </ns1:cxn>
              <ns1:cxn ang="0">
                <ns1:pos x="T54" y="T55"/>
              </ns1:cxn>
              <ns1:cxn ang="0">
                <ns1:pos x="T56" y="T57"/>
              </ns1:cxn>
              <ns1:cxn ang="0">
                <ns1:pos x="T58" y="T59"/>
              </ns1:cxn>
              <ns1:cxn ang="0">
                <ns1:pos x="T60" y="T61"/>
              </ns1:cxn>
              <ns1:cxn ang="0">
                <ns1:pos x="T62" y="T63"/>
              </ns1:cxn>
              <ns1:cxn ang="0">
                <ns1:pos x="T64" y="T65"/>
              </ns1:cxn>
              <ns1:cxn ang="0">
                <ns1:pos x="T66" y="T67"/>
              </ns1:cxn>
              <ns1:cxn ang="0">
                <ns1:pos x="T68" y="T69"/>
              </ns1:cxn>
              <ns1:cxn ang="0">
                <ns1:pos x="T70" y="T71"/>
              </ns1:cxn>
            </ns1:cxnLst>
            <ns1:rect l="0" t="0" r="r" b="b"/>
            <ns1:pathLst>
              <ns1:path w="176" h="176">
                <ns1:moveTo>
                  <ns1:pt x="172" y="72"/>
                </ns1:moveTo>
                <ns1:cubicBezTo>
                  <ns1:pt x="174" y="72"/>
                  <ns1:pt x="176" y="70"/>
                  <ns1:pt x="176" y="68"/>
                </ns1:cubicBezTo>
                <ns1:cubicBezTo>
                  <ns1:pt x="176" y="52"/>
                  <ns1:pt x="176" y="52"/>
                  <ns1:pt x="176" y="52"/>
                </ns1:cubicBezTo>
                <ns1:cubicBezTo>
                  <ns1:pt x="176" y="51"/>
                  <ns1:pt x="175" y="49"/>
                  <ns1:pt x="174" y="49"/>
                </ns1:cubicBezTo>
                <ns1:cubicBezTo>
                  <ns1:pt x="174" y="49"/>
                  <ns1:pt x="174" y="49"/>
                  <ns1:pt x="174" y="49"/>
                </ns1:cubicBezTo>
                <ns1:cubicBezTo>
                  <ns1:pt x="90" y="1"/>
                  <ns1:pt x="90" y="1"/>
                  <ns1:pt x="90" y="1"/>
                </ns1:cubicBezTo>
                <ns1:cubicBezTo>
                  <ns1:pt x="90" y="1"/>
                  <ns1:pt x="90" y="1"/>
                  <ns1:pt x="90" y="1"/>
                </ns1:cubicBezTo>
                <ns1:cubicBezTo>
                  <ns1:pt x="89" y="0"/>
                  <ns1:pt x="89" y="0"/>
                  <ns1:pt x="88" y="0"/>
                </ns1:cubicBezTo>
                <ns1:cubicBezTo>
                  <ns1:pt x="87" y="0"/>
                  <ns1:pt x="87" y="0"/>
                  <ns1:pt x="86" y="1"/>
                </ns1:cubicBezTo>
                <ns1:cubicBezTo>
                  <ns1:pt x="86" y="1"/>
                  <ns1:pt x="86" y="1"/>
                  <ns1:pt x="86" y="1"/>
                </ns1:cubicBezTo>
                <ns1:cubicBezTo>
                  <ns1:pt x="2" y="49"/>
                  <ns1:pt x="2" y="49"/>
                  <ns1:pt x="2" y="49"/>
                </ns1:cubicBezTo>
                <ns1:cubicBezTo>
                  <ns1:pt x="2" y="49"/>
                  <ns1:pt x="2" y="49"/>
                  <ns1:pt x="2" y="49"/>
                </ns1:cubicBezTo>
                <ns1:cubicBezTo>
                  <ns1:pt x="1" y="49"/>
                  <ns1:pt x="0" y="51"/>
                  <ns1:pt x="0" y="52"/>
                </ns1:cubicBezTo>
                <ns1:cubicBezTo>
                  <ns1:pt x="0" y="68"/>
                  <ns1:pt x="0" y="68"/>
                  <ns1:pt x="0" y="68"/>
                </ns1:cubicBezTo>
                <ns1:cubicBezTo>
                  <ns1:pt x="0" y="70"/>
                  <ns1:pt x="2" y="72"/>
                  <ns1:pt x="4" y="72"/>
                </ns1:cubicBezTo>
                <ns1:cubicBezTo>
                  <ns1:pt x="16" y="72"/>
                  <ns1:pt x="16" y="72"/>
                  <ns1:pt x="16" y="72"/>
                </ns1:cubicBezTo>
                <ns1:cubicBezTo>
                  <ns1:pt x="16" y="144"/>
                  <ns1:pt x="16" y="144"/>
                  <ns1:pt x="16" y="144"/>
                </ns1:cubicBezTo>
                <ns1:cubicBezTo>
                  <ns1:pt x="12" y="144"/>
                  <ns1:pt x="12" y="144"/>
                  <ns1:pt x="12" y="144"/>
                </ns1:cubicBezTo>
                <ns1:cubicBezTo>
                  <ns1:pt x="10" y="144"/>
                  <ns1:pt x="9" y="145"/>
                  <ns1:pt x="8" y="147"/>
                </ns1:cubicBezTo>
                <ns1:cubicBezTo>
                  <ns1:pt x="8" y="147"/>
                  <ns1:pt x="8" y="147"/>
                  <ns1:pt x="8" y="147"/>
                </ns1:cubicBezTo>
                <ns1:cubicBezTo>
                  <ns1:pt x="0" y="171"/>
                  <ns1:pt x="0" y="171"/>
                  <ns1:pt x="0" y="171"/>
                </ns1:cubicBezTo>
                <ns1:cubicBezTo>
                  <ns1:pt x="0" y="171"/>
                  <ns1:pt x="0" y="171"/>
                  <ns1:pt x="0" y="171"/>
                </ns1:cubicBezTo>
                <ns1:cubicBezTo>
                  <ns1:pt x="0" y="171"/>
                  <ns1:pt x="0" y="172"/>
                  <ns1:pt x="0" y="172"/>
                </ns1:cubicBezTo>
                <ns1:cubicBezTo>
                  <ns1:pt x="0" y="174"/>
                  <ns1:pt x="2" y="176"/>
                  <ns1:pt x="4" y="176"/>
                </ns1:cubicBezTo>
                <ns1:cubicBezTo>
                  <ns1:pt x="172" y="176"/>
                  <ns1:pt x="172" y="176"/>
                  <ns1:pt x="172" y="176"/>
                </ns1:cubicBezTo>
                <ns1:cubicBezTo>
                  <ns1:pt x="174" y="176"/>
                  <ns1:pt x="176" y="174"/>
                  <ns1:pt x="176" y="172"/>
                </ns1:cubicBezTo>
                <ns1:cubicBezTo>
                  <ns1:pt x="176" y="172"/>
                  <ns1:pt x="176" y="171"/>
                  <ns1:pt x="176" y="171"/>
                </ns1:cubicBezTo>
                <ns1:cubicBezTo>
                  <ns1:pt x="176" y="171"/>
                  <ns1:pt x="176" y="171"/>
                  <ns1:pt x="176" y="171"/>
                </ns1:cubicBezTo>
                <ns1:cubicBezTo>
                  <ns1:pt x="168" y="147"/>
                  <ns1:pt x="168" y="147"/>
                  <ns1:pt x="168" y="147"/>
                </ns1:cubicBezTo>
                <ns1:cubicBezTo>
                  <ns1:pt x="168" y="147"/>
                  <ns1:pt x="168" y="147"/>
                  <ns1:pt x="168" y="147"/>
                </ns1:cubicBezTo>
                <ns1:cubicBezTo>
                  <ns1:pt x="167" y="145"/>
                  <ns1:pt x="166" y="144"/>
                  <ns1:pt x="164" y="144"/>
                </ns1:cubicBezTo>
                <ns1:cubicBezTo>
                  <ns1:pt x="160" y="144"/>
                  <ns1:pt x="160" y="144"/>
                  <ns1:pt x="160" y="144"/>
                </ns1:cubicBezTo>
                <ns1:cubicBezTo>
                  <ns1:pt x="160" y="72"/>
                  <ns1:pt x="160" y="72"/>
                  <ns1:pt x="160" y="72"/>
                </ns1:cubicBezTo>
                <ns1:lnTo>
                  <ns1:pt x="172" y="72"/>
                </ns1:lnTo>
                <ns1:close/>
                <ns1:moveTo>
                  <ns1:pt x="88" y="9"/>
                </ns1:moveTo>
                <ns1:cubicBezTo>
                  <ns1:pt x="157" y="48"/>
                  <ns1:pt x="157" y="48"/>
                  <ns1:pt x="157" y="48"/>
                </ns1:cubicBezTo>
                <ns1:cubicBezTo>
                  <ns1:pt x="19" y="48"/>
                  <ns1:pt x="19" y="48"/>
                  <ns1:pt x="19" y="48"/>
                </ns1:cubicBezTo>
                <ns1:lnTo>
                  <ns1:pt x="88" y="9"/>
                </ns1:lnTo>
                <ns1:close/>
                <ns1:moveTo>
                  <ns1:pt x="161" y="152"/>
                </ns1:moveTo>
                <ns1:cubicBezTo>
                  <ns1:pt x="166" y="168"/>
                  <ns1:pt x="166" y="168"/>
                  <ns1:pt x="166" y="168"/>
                </ns1:cubicBezTo>
                <ns1:cubicBezTo>
                  <ns1:pt x="10" y="168"/>
                  <ns1:pt x="10" y="168"/>
                  <ns1:pt x="10" y="168"/>
                </ns1:cubicBezTo>
                <ns1:cubicBezTo>
                  <ns1:pt x="15" y="152"/>
                  <ns1:pt x="15" y="152"/>
                  <ns1:pt x="15" y="152"/>
                </ns1:cubicBezTo>
                <ns1:lnTo>
                  <ns1:pt x="161" y="152"/>
                </ns1:lnTo>
                <ns1:close/>
                <ns1:moveTo>
                  <ns1:pt x="24" y="72"/>
                </ns1:moveTo>
                <ns1:cubicBezTo>
                  <ns1:pt x="40" y="72"/>
                  <ns1:pt x="40" y="72"/>
                  <ns1:pt x="40" y="72"/>
                </ns1:cubicBezTo>
                <ns1:cubicBezTo>
                  <ns1:pt x="40" y="144"/>
                  <ns1:pt x="40" y="144"/>
                  <ns1:pt x="40" y="144"/>
                </ns1:cubicBezTo>
                <ns1:cubicBezTo>
                  <ns1:pt x="24" y="144"/>
                  <ns1:pt x="24" y="144"/>
                  <ns1:pt x="24" y="144"/>
                </ns1:cubicBezTo>
                <ns1:lnTo>
                  <ns1:pt x="24" y="72"/>
                </ns1:lnTo>
                <ns1:close/>
                <ns1:moveTo>
                  <ns1:pt x="48" y="72"/>
                </ns1:moveTo>
                <ns1:cubicBezTo>
                  <ns1:pt x="64" y="72"/>
                  <ns1:pt x="64" y="72"/>
                  <ns1:pt x="64" y="72"/>
                </ns1:cubicBezTo>
                <ns1:cubicBezTo>
                  <ns1:pt x="64" y="144"/>
                  <ns1:pt x="64" y="144"/>
                  <ns1:pt x="64" y="144"/>
                </ns1:cubicBezTo>
                <ns1:cubicBezTo>
                  <ns1:pt x="48" y="144"/>
                  <ns1:pt x="48" y="144"/>
                  <ns1:pt x="48" y="144"/>
                </ns1:cubicBezTo>
                <ns1:lnTo>
                  <ns1:pt x="48" y="72"/>
                </ns1:lnTo>
                <ns1:close/>
                <ns1:moveTo>
                  <ns1:pt x="72" y="72"/>
                </ns1:moveTo>
                <ns1:cubicBezTo>
                  <ns1:pt x="104" y="72"/>
                  <ns1:pt x="104" y="72"/>
                  <ns1:pt x="104" y="72"/>
                </ns1:cubicBezTo>
                <ns1:cubicBezTo>
                  <ns1:pt x="104" y="144"/>
                  <ns1:pt x="104" y="144"/>
                  <ns1:pt x="104" y="144"/>
                </ns1:cubicBezTo>
                <ns1:cubicBezTo>
                  <ns1:pt x="72" y="144"/>
                  <ns1:pt x="72" y="144"/>
                  <ns1:pt x="72" y="144"/>
                </ns1:cubicBezTo>
                <ns1:lnTo>
                  <ns1:pt x="72" y="72"/>
                </ns1:lnTo>
                <ns1:close/>
                <ns1:moveTo>
                  <ns1:pt x="112" y="72"/>
                </ns1:moveTo>
                <ns1:cubicBezTo>
                  <ns1:pt x="128" y="72"/>
                  <ns1:pt x="128" y="72"/>
                  <ns1:pt x="128" y="72"/>
                </ns1:cubicBezTo>
                <ns1:cubicBezTo>
                  <ns1:pt x="128" y="144"/>
                  <ns1:pt x="128" y="144"/>
                  <ns1:pt x="128" y="144"/>
                </ns1:cubicBezTo>
                <ns1:cubicBezTo>
                  <ns1:pt x="112" y="144"/>
                  <ns1:pt x="112" y="144"/>
                  <ns1:pt x="112" y="144"/>
                </ns1:cubicBezTo>
                <ns1:lnTo>
                  <ns1:pt x="112" y="72"/>
                </ns1:lnTo>
                <ns1:close/>
                <ns1:moveTo>
                  <ns1:pt x="136" y="72"/>
                </ns1:moveTo>
                <ns1:cubicBezTo>
                  <ns1:pt x="152" y="72"/>
                  <ns1:pt x="152" y="72"/>
                  <ns1:pt x="152" y="72"/>
                </ns1:cubicBezTo>
                <ns1:cubicBezTo>
                  <ns1:pt x="152" y="144"/>
                  <ns1:pt x="152" y="144"/>
                  <ns1:pt x="152" y="144"/>
                </ns1:cubicBezTo>
                <ns1:cubicBezTo>
                  <ns1:pt x="136" y="144"/>
                  <ns1:pt x="136" y="144"/>
                  <ns1:pt x="136" y="144"/>
                </ns1:cubicBezTo>
                <ns1:lnTo>
                  <ns1:pt x="136" y="72"/>
                </ns1:lnTo>
                <ns1:close/>
                <ns1:moveTo>
                  <ns1:pt x="8" y="56"/>
                </ns1:moveTo>
                <ns1:cubicBezTo>
                  <ns1:pt x="168" y="56"/>
                  <ns1:pt x="168" y="56"/>
                  <ns1:pt x="168" y="56"/>
                </ns1:cubicBezTo>
                <ns1:cubicBezTo>
                  <ns1:pt x="168" y="64"/>
                  <ns1:pt x="168" y="64"/>
                  <ns1:pt x="168" y="64"/>
                </ns1:cubicBezTo>
                <ns1:cubicBezTo>
                  <ns1:pt x="8" y="64"/>
                  <ns1:pt x="8" y="64"/>
                  <ns1:pt x="8" y="64"/>
                </ns1:cubicBezTo>
                <ns1:lnTo>
                  <ns1:pt x="8" y="56"/>
                </ns1:lnTo>
                <ns1:close/>
              </ns1:path>
            </ns1:pathLst>
          </ns1:custGeom>
          <ns1:solidFill>
            <ns1:schemeClr val="tx1"/>
          </ns1:solidFill>
          <ns1:ln>
            <ns1:noFill/>
          </ns1:ln>
          <ns1:extLst/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en-US" sz="2700"/>
          </ns1:p>
        </ns0:txBody>
      </ns0:sp>
      <ns0:sp>
        <ns0:nvSpPr>
          <ns0:cNvPr id="110" name="Freeform 104"/>
          <ns0:cNvSpPr>
            <ns1:spLocks noEditPoints="1"/>
          </ns0:cNvSpPr>
          <ns0:nvPr/>
        </ns0:nvSpPr>
        <ns0:spPr bwMode="auto">
          <ns1:xfrm>
            <ns1:off x="3186114" y="6354764"/>
            <ns1:ext cx="320675" cy="261938"/>
          </ns1:xfrm>
          <ns1:custGeom>
            <ns1:avLst/>
            <ns1:gdLst>
              <ns1:gd name="T0" fmla="*/ 88 w 176"/>
              <ns1:gd name="T1" fmla="*/ 40 h 144"/>
              <ns1:gd name="T2" fmla="*/ 80 w 176"/>
              <ns1:gd name="T3" fmla="*/ 48 h 144"/>
              <ns1:gd name="T4" fmla="*/ 84 w 176"/>
              <ns1:gd name="T5" fmla="*/ 92 h 144"/>
              <ns1:gd name="T6" fmla="*/ 88 w 176"/>
              <ns1:gd name="T7" fmla="*/ 96 h 144"/>
              <ns1:gd name="T8" fmla="*/ 92 w 176"/>
              <ns1:gd name="T9" fmla="*/ 92 h 144"/>
              <ns1:gd name="T10" fmla="*/ 96 w 176"/>
              <ns1:gd name="T11" fmla="*/ 48 h 144"/>
              <ns1:gd name="T12" fmla="*/ 88 w 176"/>
              <ns1:gd name="T13" fmla="*/ 40 h 144"/>
              <ns1:gd name="T14" fmla="*/ 88 w 176"/>
              <ns1:gd name="T15" fmla="*/ 104 h 144"/>
              <ns1:gd name="T16" fmla="*/ 80 w 176"/>
              <ns1:gd name="T17" fmla="*/ 112 h 144"/>
              <ns1:gd name="T18" fmla="*/ 88 w 176"/>
              <ns1:gd name="T19" fmla="*/ 120 h 144"/>
              <ns1:gd name="T20" fmla="*/ 96 w 176"/>
              <ns1:gd name="T21" fmla="*/ 112 h 144"/>
              <ns1:gd name="T22" fmla="*/ 88 w 176"/>
              <ns1:gd name="T23" fmla="*/ 104 h 144"/>
              <ns1:gd name="T24" fmla="*/ 174 w 176"/>
              <ns1:gd name="T25" fmla="*/ 120 h 144"/>
              <ns1:gd name="T26" fmla="*/ 102 w 176"/>
              <ns1:gd name="T27" fmla="*/ 8 h 144"/>
              <ns1:gd name="T28" fmla="*/ 88 w 176"/>
              <ns1:gd name="T29" fmla="*/ 0 h 144"/>
              <ns1:gd name="T30" fmla="*/ 74 w 176"/>
              <ns1:gd name="T31" fmla="*/ 8 h 144"/>
              <ns1:gd name="T32" fmla="*/ 2 w 176"/>
              <ns1:gd name="T33" fmla="*/ 120 h 144"/>
              <ns1:gd name="T34" fmla="*/ 0 w 176"/>
              <ns1:gd name="T35" fmla="*/ 128 h 144"/>
              <ns1:gd name="T36" fmla="*/ 16 w 176"/>
              <ns1:gd name="T37" fmla="*/ 144 h 144"/>
              <ns1:gd name="T38" fmla="*/ 160 w 176"/>
              <ns1:gd name="T39" fmla="*/ 144 h 144"/>
              <ns1:gd name="T40" fmla="*/ 176 w 176"/>
              <ns1:gd name="T41" fmla="*/ 128 h 144"/>
              <ns1:gd name="T42" fmla="*/ 174 w 176"/>
              <ns1:gd name="T43" fmla="*/ 120 h 144"/>
              <ns1:gd name="T44" fmla="*/ 160 w 176"/>
              <ns1:gd name="T45" fmla="*/ 136 h 144"/>
              <ns1:gd name="T46" fmla="*/ 16 w 176"/>
              <ns1:gd name="T47" fmla="*/ 136 h 144"/>
              <ns1:gd name="T48" fmla="*/ 8 w 176"/>
              <ns1:gd name="T49" fmla="*/ 128 h 144"/>
              <ns1:gd name="T50" fmla="*/ 9 w 176"/>
              <ns1:gd name="T51" fmla="*/ 125 h 144"/>
              <ns1:gd name="T52" fmla="*/ 9 w 176"/>
              <ns1:gd name="T53" fmla="*/ 124 h 144"/>
              <ns1:gd name="T54" fmla="*/ 81 w 176"/>
              <ns1:gd name="T55" fmla="*/ 12 h 144"/>
              <ns1:gd name="T56" fmla="*/ 81 w 176"/>
              <ns1:gd name="T57" fmla="*/ 12 h 144"/>
              <ns1:gd name="T58" fmla="*/ 88 w 176"/>
              <ns1:gd name="T59" fmla="*/ 8 h 144"/>
              <ns1:gd name="T60" fmla="*/ 95 w 176"/>
              <ns1:gd name="T61" fmla="*/ 11 h 144"/>
              <ns1:gd name="T62" fmla="*/ 95 w 176"/>
              <ns1:gd name="T63" fmla="*/ 12 h 144"/>
              <ns1:gd name="T64" fmla="*/ 167 w 176"/>
              <ns1:gd name="T65" fmla="*/ 124 h 144"/>
              <ns1:gd name="T66" fmla="*/ 168 w 176"/>
              <ns1:gd name="T67" fmla="*/ 125 h 144"/>
              <ns1:gd name="T68" fmla="*/ 168 w 176"/>
              <ns1:gd name="T69" fmla="*/ 128 h 144"/>
              <ns1:gd name="T70" fmla="*/ 160 w 176"/>
              <ns1:gd name="T71" fmla="*/ 136 h 144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  <ns1:cxn ang="0">
                <ns1:pos x="T32" y="T33"/>
              </ns1:cxn>
              <ns1:cxn ang="0">
                <ns1:pos x="T34" y="T35"/>
              </ns1:cxn>
              <ns1:cxn ang="0">
                <ns1:pos x="T36" y="T37"/>
              </ns1:cxn>
              <ns1:cxn ang="0">
                <ns1:pos x="T38" y="T39"/>
              </ns1:cxn>
              <ns1:cxn ang="0">
                <ns1:pos x="T40" y="T41"/>
              </ns1:cxn>
              <ns1:cxn ang="0">
                <ns1:pos x="T42" y="T43"/>
              </ns1:cxn>
              <ns1:cxn ang="0">
                <ns1:pos x="T44" y="T45"/>
              </ns1:cxn>
              <ns1:cxn ang="0">
                <ns1:pos x="T46" y="T47"/>
              </ns1:cxn>
              <ns1:cxn ang="0">
                <ns1:pos x="T48" y="T49"/>
              </ns1:cxn>
              <ns1:cxn ang="0">
                <ns1:pos x="T50" y="T51"/>
              </ns1:cxn>
              <ns1:cxn ang="0">
                <ns1:pos x="T52" y="T53"/>
              </ns1:cxn>
              <ns1:cxn ang="0">
                <ns1:pos x="T54" y="T55"/>
              </ns1:cxn>
              <ns1:cxn ang="0">
                <ns1:pos x="T56" y="T57"/>
              </ns1:cxn>
              <ns1:cxn ang="0">
                <ns1:pos x="T58" y="T59"/>
              </ns1:cxn>
              <ns1:cxn ang="0">
                <ns1:pos x="T60" y="T61"/>
              </ns1:cxn>
              <ns1:cxn ang="0">
                <ns1:pos x="T62" y="T63"/>
              </ns1:cxn>
              <ns1:cxn ang="0">
                <ns1:pos x="T64" y="T65"/>
              </ns1:cxn>
              <ns1:cxn ang="0">
                <ns1:pos x="T66" y="T67"/>
              </ns1:cxn>
              <ns1:cxn ang="0">
                <ns1:pos x="T68" y="T69"/>
              </ns1:cxn>
              <ns1:cxn ang="0">
                <ns1:pos x="T70" y="T71"/>
              </ns1:cxn>
            </ns1:cxnLst>
            <ns1:rect l="0" t="0" r="r" b="b"/>
            <ns1:pathLst>
              <ns1:path w="176" h="144">
                <ns1:moveTo>
                  <ns1:pt x="88" y="40"/>
                </ns1:moveTo>
                <ns1:cubicBezTo>
                  <ns1:pt x="84" y="40"/>
                  <ns1:pt x="80" y="44"/>
                  <ns1:pt x="80" y="48"/>
                </ns1:cubicBezTo>
                <ns1:cubicBezTo>
                  <ns1:pt x="84" y="92"/>
                  <ns1:pt x="84" y="92"/>
                  <ns1:pt x="84" y="92"/>
                </ns1:cubicBezTo>
                <ns1:cubicBezTo>
                  <ns1:pt x="84" y="94"/>
                  <ns1:pt x="86" y="96"/>
                  <ns1:pt x="88" y="96"/>
                </ns1:cubicBezTo>
                <ns1:cubicBezTo>
                  <ns1:pt x="90" y="96"/>
                  <ns1:pt x="92" y="94"/>
                  <ns1:pt x="92" y="92"/>
                </ns1:cubicBezTo>
                <ns1:cubicBezTo>
                  <ns1:pt x="96" y="48"/>
                  <ns1:pt x="96" y="48"/>
                  <ns1:pt x="96" y="48"/>
                </ns1:cubicBezTo>
                <ns1:cubicBezTo>
                  <ns1:pt x="96" y="44"/>
                  <ns1:pt x="92" y="40"/>
                  <ns1:pt x="88" y="40"/>
                </ns1:cubicBezTo>
                <ns1:moveTo>
                  <ns1:pt x="88" y="104"/>
                </ns1:moveTo>
                <ns1:cubicBezTo>
                  <ns1:pt x="84" y="104"/>
                  <ns1:pt x="80" y="108"/>
                  <ns1:pt x="80" y="112"/>
                </ns1:cubicBezTo>
                <ns1:cubicBezTo>
                  <ns1:pt x="80" y="116"/>
                  <ns1:pt x="84" y="120"/>
                  <ns1:pt x="88" y="120"/>
                </ns1:cubicBezTo>
                <ns1:cubicBezTo>
                  <ns1:pt x="92" y="120"/>
                  <ns1:pt x="96" y="116"/>
                  <ns1:pt x="96" y="112"/>
                </ns1:cubicBezTo>
                <ns1:cubicBezTo>
                  <ns1:pt x="96" y="108"/>
                  <ns1:pt x="92" y="104"/>
                  <ns1:pt x="88" y="104"/>
                </ns1:cubicBezTo>
                <ns1:moveTo>
                  <ns1:pt x="174" y="120"/>
                </ns1:moveTo>
                <ns1:cubicBezTo>
                  <ns1:pt x="102" y="8"/>
                  <ns1:pt x="102" y="8"/>
                  <ns1:pt x="102" y="8"/>
                </ns1:cubicBezTo>
                <ns1:cubicBezTo>
                  <ns1:pt x="102" y="8"/>
                  <ns1:pt x="98" y="0"/>
                  <ns1:pt x="88" y="0"/>
                </ns1:cubicBezTo>
                <ns1:cubicBezTo>
                  <ns1:pt x="78" y="0"/>
                  <ns1:pt x="74" y="8"/>
                  <ns1:pt x="74" y="8"/>
                </ns1:cubicBezTo>
                <ns1:cubicBezTo>
                  <ns1:pt x="2" y="120"/>
                  <ns1:pt x="2" y="120"/>
                  <ns1:pt x="2" y="120"/>
                </ns1:cubicBezTo>
                <ns1:cubicBezTo>
                  <ns1:pt x="2" y="120"/>
                  <ns1:pt x="0" y="123"/>
                  <ns1:pt x="0" y="128"/>
                </ns1:cubicBezTo>
                <ns1:cubicBezTo>
                  <ns1:pt x="0" y="137"/>
                  <ns1:pt x="7" y="144"/>
                  <ns1:pt x="16" y="144"/>
                </ns1:cubicBezTo>
                <ns1:cubicBezTo>
                  <ns1:pt x="160" y="144"/>
                  <ns1:pt x="160" y="144"/>
                  <ns1:pt x="160" y="144"/>
                </ns1:cubicBezTo>
                <ns1:cubicBezTo>
                  <ns1:pt x="169" y="144"/>
                  <ns1:pt x="176" y="137"/>
                  <ns1:pt x="176" y="128"/>
                </ns1:cubicBezTo>
                <ns1:cubicBezTo>
                  <ns1:pt x="176" y="122"/>
                  <ns1:pt x="174" y="120"/>
                  <ns1:pt x="174" y="120"/>
                </ns1:cubicBezTo>
                <ns1:moveTo>
                  <ns1:pt x="160" y="136"/>
                </ns1:moveTo>
                <ns1:cubicBezTo>
                  <ns1:pt x="16" y="136"/>
                  <ns1:pt x="16" y="136"/>
                  <ns1:pt x="16" y="136"/>
                </ns1:cubicBezTo>
                <ns1:cubicBezTo>
                  <ns1:pt x="12" y="136"/>
                  <ns1:pt x="8" y="132"/>
                  <ns1:pt x="8" y="128"/>
                </ns1:cubicBezTo>
                <ns1:cubicBezTo>
                  <ns1:pt x="8" y="126"/>
                  <ns1:pt x="8" y="125"/>
                  <ns1:pt x="9" y="125"/>
                </ns1:cubicBezTo>
                <ns1:cubicBezTo>
                  <ns1:pt x="9" y="125"/>
                  <ns1:pt x="9" y="125"/>
                  <ns1:pt x="9" y="124"/>
                </ns1:cubicBezTo>
                <ns1:cubicBezTo>
                  <ns1:pt x="81" y="12"/>
                  <ns1:pt x="81" y="12"/>
                  <ns1:pt x="81" y="12"/>
                </ns1:cubicBezTo>
                <ns1:cubicBezTo>
                  <ns1:pt x="81" y="12"/>
                  <ns1:pt x="81" y="12"/>
                  <ns1:pt x="81" y="12"/>
                </ns1:cubicBezTo>
                <ns1:cubicBezTo>
                  <ns1:pt x="81" y="12"/>
                  <ns1:pt x="83" y="8"/>
                  <ns1:pt x="88" y="8"/>
                </ns1:cubicBezTo>
                <ns1:cubicBezTo>
                  <ns1:pt x="93" y="8"/>
                  <ns1:pt x="94" y="11"/>
                  <ns1:pt x="95" y="11"/>
                </ns1:cubicBezTo>
                <ns1:cubicBezTo>
                  <ns1:pt x="95" y="12"/>
                  <ns1:pt x="95" y="12"/>
                  <ns1:pt x="95" y="12"/>
                </ns1:cubicBezTo>
                <ns1:cubicBezTo>
                  <ns1:pt x="167" y="124"/>
                  <ns1:pt x="167" y="124"/>
                  <ns1:pt x="167" y="124"/>
                </ns1:cubicBezTo>
                <ns1:cubicBezTo>
                  <ns1:pt x="167" y="125"/>
                  <ns1:pt x="167" y="125"/>
                  <ns1:pt x="168" y="125"/>
                </ns1:cubicBezTo>
                <ns1:cubicBezTo>
                  <ns1:pt x="168" y="125"/>
                  <ns1:pt x="168" y="126"/>
                  <ns1:pt x="168" y="128"/>
                </ns1:cubicBezTo>
                <ns1:cubicBezTo>
                  <ns1:pt x="168" y="132"/>
                  <ns1:pt x="164" y="136"/>
                  <ns1:pt x="160" y="136"/>
                </ns1:cubicBezTo>
              </ns1:path>
            </ns1:pathLst>
          </ns1:custGeom>
          <ns1:solidFill>
            <ns1:schemeClr val="tx1"/>
          </ns1:solidFill>
          <ns1:ln>
            <ns1:noFill/>
          </ns1:ln>
          <ns1:extLst/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en-US" sz="2700"/>
          </ns1:p>
        </ns0:txBody>
      </ns0:sp>
      <ns0:sp>
        <ns0:nvSpPr>
          <ns0:cNvPr id="111" name="Freeform 105"/>
          <ns0:cNvSpPr>
            <ns1:spLocks noEditPoints="1"/>
          </ns0:cNvSpPr>
          <ns0:nvPr/>
        </ns0:nvSpPr>
        <ns0:spPr bwMode="auto">
          <ns1:xfrm>
            <ns1:off x="3827464" y="6326188"/>
            <ns1:ext cx="261938" cy="319088"/>
          </ns1:xfrm>
          <ns1:custGeom>
            <ns1:avLst/>
            <ns1:gdLst>
              <ns1:gd name="T0" fmla="*/ 72 w 144"/>
              <ns1:gd name="T1" fmla="*/ 152 h 176"/>
              <ns1:gd name="T2" fmla="*/ 76 w 144"/>
              <ns1:gd name="T3" fmla="*/ 148 h 176"/>
              <ns1:gd name="T4" fmla="*/ 76 w 144"/>
              <ns1:gd name="T5" fmla="*/ 52 h 176"/>
              <ns1:gd name="T6" fmla="*/ 72 w 144"/>
              <ns1:gd name="T7" fmla="*/ 48 h 176"/>
              <ns1:gd name="T8" fmla="*/ 68 w 144"/>
              <ns1:gd name="T9" fmla="*/ 52 h 176"/>
              <ns1:gd name="T10" fmla="*/ 68 w 144"/>
              <ns1:gd name="T11" fmla="*/ 148 h 176"/>
              <ns1:gd name="T12" fmla="*/ 72 w 144"/>
              <ns1:gd name="T13" fmla="*/ 152 h 176"/>
              <ns1:gd name="T14" fmla="*/ 96 w 144"/>
              <ns1:gd name="T15" fmla="*/ 152 h 176"/>
              <ns1:gd name="T16" fmla="*/ 100 w 144"/>
              <ns1:gd name="T17" fmla="*/ 148 h 176"/>
              <ns1:gd name="T18" fmla="*/ 106 w 144"/>
              <ns1:gd name="T19" fmla="*/ 52 h 176"/>
              <ns1:gd name="T20" fmla="*/ 102 w 144"/>
              <ns1:gd name="T21" fmla="*/ 48 h 176"/>
              <ns1:gd name="T22" fmla="*/ 98 w 144"/>
              <ns1:gd name="T23" fmla="*/ 52 h 176"/>
              <ns1:gd name="T24" fmla="*/ 92 w 144"/>
              <ns1:gd name="T25" fmla="*/ 148 h 176"/>
              <ns1:gd name="T26" fmla="*/ 96 w 144"/>
              <ns1:gd name="T27" fmla="*/ 152 h 176"/>
              <ns1:gd name="T28" fmla="*/ 140 w 144"/>
              <ns1:gd name="T29" fmla="*/ 24 h 176"/>
              <ns1:gd name="T30" fmla="*/ 100 w 144"/>
              <ns1:gd name="T31" fmla="*/ 24 h 176"/>
              <ns1:gd name="T32" fmla="*/ 100 w 144"/>
              <ns1:gd name="T33" fmla="*/ 8 h 176"/>
              <ns1:gd name="T34" fmla="*/ 92 w 144"/>
              <ns1:gd name="T35" fmla="*/ 0 h 176"/>
              <ns1:gd name="T36" fmla="*/ 52 w 144"/>
              <ns1:gd name="T37" fmla="*/ 0 h 176"/>
              <ns1:gd name="T38" fmla="*/ 44 w 144"/>
              <ns1:gd name="T39" fmla="*/ 8 h 176"/>
              <ns1:gd name="T40" fmla="*/ 44 w 144"/>
              <ns1:gd name="T41" fmla="*/ 24 h 176"/>
              <ns1:gd name="T42" fmla="*/ 4 w 144"/>
              <ns1:gd name="T43" fmla="*/ 24 h 176"/>
              <ns1:gd name="T44" fmla="*/ 0 w 144"/>
              <ns1:gd name="T45" fmla="*/ 28 h 176"/>
              <ns1:gd name="T46" fmla="*/ 4 w 144"/>
              <ns1:gd name="T47" fmla="*/ 32 h 176"/>
              <ns1:gd name="T48" fmla="*/ 12 w 144"/>
              <ns1:gd name="T49" fmla="*/ 32 h 176"/>
              <ns1:gd name="T50" fmla="*/ 20 w 144"/>
              <ns1:gd name="T51" fmla="*/ 160 h 176"/>
              <ns1:gd name="T52" fmla="*/ 36 w 144"/>
              <ns1:gd name="T53" fmla="*/ 176 h 176"/>
              <ns1:gd name="T54" fmla="*/ 108 w 144"/>
              <ns1:gd name="T55" fmla="*/ 176 h 176"/>
              <ns1:gd name="T56" fmla="*/ 124 w 144"/>
              <ns1:gd name="T57" fmla="*/ 160 h 176"/>
              <ns1:gd name="T58" fmla="*/ 132 w 144"/>
              <ns1:gd name="T59" fmla="*/ 32 h 176"/>
              <ns1:gd name="T60" fmla="*/ 140 w 144"/>
              <ns1:gd name="T61" fmla="*/ 32 h 176"/>
              <ns1:gd name="T62" fmla="*/ 144 w 144"/>
              <ns1:gd name="T63" fmla="*/ 28 h 176"/>
              <ns1:gd name="T64" fmla="*/ 140 w 144"/>
              <ns1:gd name="T65" fmla="*/ 24 h 176"/>
              <ns1:gd name="T66" fmla="*/ 52 w 144"/>
              <ns1:gd name="T67" fmla="*/ 8 h 176"/>
              <ns1:gd name="T68" fmla="*/ 92 w 144"/>
              <ns1:gd name="T69" fmla="*/ 8 h 176"/>
              <ns1:gd name="T70" fmla="*/ 92 w 144"/>
              <ns1:gd name="T71" fmla="*/ 24 h 176"/>
              <ns1:gd name="T72" fmla="*/ 52 w 144"/>
              <ns1:gd name="T73" fmla="*/ 24 h 176"/>
              <ns1:gd name="T74" fmla="*/ 52 w 144"/>
              <ns1:gd name="T75" fmla="*/ 8 h 176"/>
              <ns1:gd name="T76" fmla="*/ 116 w 144"/>
              <ns1:gd name="T77" fmla="*/ 160 h 176"/>
              <ns1:gd name="T78" fmla="*/ 108 w 144"/>
              <ns1:gd name="T79" fmla="*/ 168 h 176"/>
              <ns1:gd name="T80" fmla="*/ 36 w 144"/>
              <ns1:gd name="T81" fmla="*/ 168 h 176"/>
              <ns1:gd name="T82" fmla="*/ 28 w 144"/>
              <ns1:gd name="T83" fmla="*/ 160 h 176"/>
              <ns1:gd name="T84" fmla="*/ 20 w 144"/>
              <ns1:gd name="T85" fmla="*/ 32 h 176"/>
              <ns1:gd name="T86" fmla="*/ 124 w 144"/>
              <ns1:gd name="T87" fmla="*/ 32 h 176"/>
              <ns1:gd name="T88" fmla="*/ 116 w 144"/>
              <ns1:gd name="T89" fmla="*/ 160 h 176"/>
              <ns1:gd name="T90" fmla="*/ 48 w 144"/>
              <ns1:gd name="T91" fmla="*/ 152 h 176"/>
              <ns1:gd name="T92" fmla="*/ 52 w 144"/>
              <ns1:gd name="T93" fmla="*/ 148 h 176"/>
              <ns1:gd name="T94" fmla="*/ 46 w 144"/>
              <ns1:gd name="T95" fmla="*/ 52 h 176"/>
              <ns1:gd name="T96" fmla="*/ 42 w 144"/>
              <ns1:gd name="T97" fmla="*/ 48 h 176"/>
              <ns1:gd name="T98" fmla="*/ 38 w 144"/>
              <ns1:gd name="T99" fmla="*/ 52 h 176"/>
              <ns1:gd name="T100" fmla="*/ 44 w 144"/>
              <ns1:gd name="T101" fmla="*/ 148 h 176"/>
              <ns1:gd name="T102" fmla="*/ 48 w 144"/>
              <ns1:gd name="T103" fmla="*/ 152 h 176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  <ns1:cxn ang="0">
                <ns1:pos x="T32" y="T33"/>
              </ns1:cxn>
              <ns1:cxn ang="0">
                <ns1:pos x="T34" y="T35"/>
              </ns1:cxn>
              <ns1:cxn ang="0">
                <ns1:pos x="T36" y="T37"/>
              </ns1:cxn>
              <ns1:cxn ang="0">
                <ns1:pos x="T38" y="T39"/>
              </ns1:cxn>
              <ns1:cxn ang="0">
                <ns1:pos x="T40" y="T41"/>
              </ns1:cxn>
              <ns1:cxn ang="0">
                <ns1:pos x="T42" y="T43"/>
              </ns1:cxn>
              <ns1:cxn ang="0">
                <ns1:pos x="T44" y="T45"/>
              </ns1:cxn>
              <ns1:cxn ang="0">
                <ns1:pos x="T46" y="T47"/>
              </ns1:cxn>
              <ns1:cxn ang="0">
                <ns1:pos x="T48" y="T49"/>
              </ns1:cxn>
              <ns1:cxn ang="0">
                <ns1:pos x="T50" y="T51"/>
              </ns1:cxn>
              <ns1:cxn ang="0">
                <ns1:pos x="T52" y="T53"/>
              </ns1:cxn>
              <ns1:cxn ang="0">
                <ns1:pos x="T54" y="T55"/>
              </ns1:cxn>
              <ns1:cxn ang="0">
                <ns1:pos x="T56" y="T57"/>
              </ns1:cxn>
              <ns1:cxn ang="0">
                <ns1:pos x="T58" y="T59"/>
              </ns1:cxn>
              <ns1:cxn ang="0">
                <ns1:pos x="T60" y="T61"/>
              </ns1:cxn>
              <ns1:cxn ang="0">
                <ns1:pos x="T62" y="T63"/>
              </ns1:cxn>
              <ns1:cxn ang="0">
                <ns1:pos x="T64" y="T65"/>
              </ns1:cxn>
              <ns1:cxn ang="0">
                <ns1:pos x="T66" y="T67"/>
              </ns1:cxn>
              <ns1:cxn ang="0">
                <ns1:pos x="T68" y="T69"/>
              </ns1:cxn>
              <ns1:cxn ang="0">
                <ns1:pos x="T70" y="T71"/>
              </ns1:cxn>
              <ns1:cxn ang="0">
                <ns1:pos x="T72" y="T73"/>
              </ns1:cxn>
              <ns1:cxn ang="0">
                <ns1:pos x="T74" y="T75"/>
              </ns1:cxn>
              <ns1:cxn ang="0">
                <ns1:pos x="T76" y="T77"/>
              </ns1:cxn>
              <ns1:cxn ang="0">
                <ns1:pos x="T78" y="T79"/>
              </ns1:cxn>
              <ns1:cxn ang="0">
                <ns1:pos x="T80" y="T81"/>
              </ns1:cxn>
              <ns1:cxn ang="0">
                <ns1:pos x="T82" y="T83"/>
              </ns1:cxn>
              <ns1:cxn ang="0">
                <ns1:pos x="T84" y="T85"/>
              </ns1:cxn>
              <ns1:cxn ang="0">
                <ns1:pos x="T86" y="T87"/>
              </ns1:cxn>
              <ns1:cxn ang="0">
                <ns1:pos x="T88" y="T89"/>
              </ns1:cxn>
              <ns1:cxn ang="0">
                <ns1:pos x="T90" y="T91"/>
              </ns1:cxn>
              <ns1:cxn ang="0">
                <ns1:pos x="T92" y="T93"/>
              </ns1:cxn>
              <ns1:cxn ang="0">
                <ns1:pos x="T94" y="T95"/>
              </ns1:cxn>
              <ns1:cxn ang="0">
                <ns1:pos x="T96" y="T97"/>
              </ns1:cxn>
              <ns1:cxn ang="0">
                <ns1:pos x="T98" y="T99"/>
              </ns1:cxn>
              <ns1:cxn ang="0">
                <ns1:pos x="T100" y="T101"/>
              </ns1:cxn>
              <ns1:cxn ang="0">
                <ns1:pos x="T102" y="T103"/>
              </ns1:cxn>
            </ns1:cxnLst>
            <ns1:rect l="0" t="0" r="r" b="b"/>
            <ns1:pathLst>
              <ns1:path w="144" h="176">
                <ns1:moveTo>
                  <ns1:pt x="72" y="152"/>
                </ns1:moveTo>
                <ns1:cubicBezTo>
                  <ns1:pt x="74" y="152"/>
                  <ns1:pt x="76" y="150"/>
                  <ns1:pt x="76" y="148"/>
                </ns1:cubicBezTo>
                <ns1:cubicBezTo>
                  <ns1:pt x="76" y="52"/>
                  <ns1:pt x="76" y="52"/>
                  <ns1:pt x="76" y="52"/>
                </ns1:cubicBezTo>
                <ns1:cubicBezTo>
                  <ns1:pt x="76" y="50"/>
                  <ns1:pt x="74" y="48"/>
                  <ns1:pt x="72" y="48"/>
                </ns1:cubicBezTo>
                <ns1:cubicBezTo>
                  <ns1:pt x="70" y="48"/>
                  <ns1:pt x="68" y="50"/>
                  <ns1:pt x="68" y="52"/>
                </ns1:cubicBezTo>
                <ns1:cubicBezTo>
                  <ns1:pt x="68" y="148"/>
                  <ns1:pt x="68" y="148"/>
                  <ns1:pt x="68" y="148"/>
                </ns1:cubicBezTo>
                <ns1:cubicBezTo>
                  <ns1:pt x="68" y="150"/>
                  <ns1:pt x="70" y="152"/>
                  <ns1:pt x="72" y="152"/>
                </ns1:cubicBezTo>
                <ns1:moveTo>
                  <ns1:pt x="96" y="152"/>
                </ns1:moveTo>
                <ns1:cubicBezTo>
                  <ns1:pt x="98" y="152"/>
                  <ns1:pt x="100" y="150"/>
                  <ns1:pt x="100" y="148"/>
                </ns1:cubicBezTo>
                <ns1:cubicBezTo>
                  <ns1:pt x="106" y="52"/>
                  <ns1:pt x="106" y="52"/>
                  <ns1:pt x="106" y="52"/>
                </ns1:cubicBezTo>
                <ns1:cubicBezTo>
                  <ns1:pt x="106" y="50"/>
                  <ns1:pt x="104" y="48"/>
                  <ns1:pt x="102" y="48"/>
                </ns1:cubicBezTo>
                <ns1:cubicBezTo>
                  <ns1:pt x="100" y="48"/>
                  <ns1:pt x="98" y="50"/>
                  <ns1:pt x="98" y="52"/>
                </ns1:cubicBezTo>
                <ns1:cubicBezTo>
                  <ns1:pt x="92" y="148"/>
                  <ns1:pt x="92" y="148"/>
                  <ns1:pt x="92" y="148"/>
                </ns1:cubicBezTo>
                <ns1:cubicBezTo>
                  <ns1:pt x="92" y="150"/>
                  <ns1:pt x="94" y="152"/>
                  <ns1:pt x="96" y="152"/>
                </ns1:cubicBezTo>
                <ns1:moveTo>
                  <ns1:pt x="140" y="24"/>
                </ns1:moveTo>
                <ns1:cubicBezTo>
                  <ns1:pt x="100" y="24"/>
                  <ns1:pt x="100" y="24"/>
                  <ns1:pt x="100" y="24"/>
                </ns1:cubicBezTo>
                <ns1:cubicBezTo>
                  <ns1:pt x="100" y="8"/>
                  <ns1:pt x="100" y="8"/>
                  <ns1:pt x="100" y="8"/>
                </ns1:cubicBezTo>
                <ns1:cubicBezTo>
                  <ns1:pt x="100" y="4"/>
                  <ns1:pt x="96" y="0"/>
                  <ns1:pt x="92" y="0"/>
                </ns1:cubicBezTo>
                <ns1:cubicBezTo>
                  <ns1:pt x="52" y="0"/>
                  <ns1:pt x="52" y="0"/>
                  <ns1:pt x="52" y="0"/>
                </ns1:cubicBezTo>
                <ns1:cubicBezTo>
                  <ns1:pt x="48" y="0"/>
                  <ns1:pt x="44" y="4"/>
                  <ns1:pt x="44" y="8"/>
                </ns1:cubicBezTo>
                <ns1:cubicBezTo>
                  <ns1:pt x="44" y="24"/>
                  <ns1:pt x="44" y="24"/>
                  <ns1:pt x="44" y="24"/>
                </ns1:cubicBezTo>
                <ns1:cubicBezTo>
                  <ns1:pt x="4" y="24"/>
                  <ns1:pt x="4" y="24"/>
                  <ns1:pt x="4" y="24"/>
                </ns1:cubicBezTo>
                <ns1:cubicBezTo>
                  <ns1:pt x="2" y="24"/>
                  <ns1:pt x="0" y="26"/>
                  <ns1:pt x="0" y="28"/>
                </ns1:cubicBezTo>
                <ns1:cubicBezTo>
                  <ns1:pt x="0" y="30"/>
                  <ns1:pt x="2" y="32"/>
                  <ns1:pt x="4" y="32"/>
                </ns1:cubicBezTo>
                <ns1:cubicBezTo>
                  <ns1:pt x="12" y="32"/>
                  <ns1:pt x="12" y="32"/>
                  <ns1:pt x="12" y="32"/>
                </ns1:cubicBezTo>
                <ns1:cubicBezTo>
                  <ns1:pt x="20" y="160"/>
                  <ns1:pt x="20" y="160"/>
                  <ns1:pt x="20" y="160"/>
                </ns1:cubicBezTo>
                <ns1:cubicBezTo>
                  <ns1:pt x="21" y="169"/>
                  <ns1:pt x="27" y="176"/>
                  <ns1:pt x="36" y="176"/>
                </ns1:cubicBezTo>
                <ns1:cubicBezTo>
                  <ns1:pt x="108" y="176"/>
                  <ns1:pt x="108" y="176"/>
                  <ns1:pt x="108" y="176"/>
                </ns1:cubicBezTo>
                <ns1:cubicBezTo>
                  <ns1:pt x="117" y="176"/>
                  <ns1:pt x="122" y="169"/>
                  <ns1:pt x="124" y="160"/>
                </ns1:cubicBezTo>
                <ns1:cubicBezTo>
                  <ns1:pt x="132" y="32"/>
                  <ns1:pt x="132" y="32"/>
                  <ns1:pt x="132" y="32"/>
                </ns1:cubicBezTo>
                <ns1:cubicBezTo>
                  <ns1:pt x="140" y="32"/>
                  <ns1:pt x="140" y="32"/>
                  <ns1:pt x="140" y="32"/>
                </ns1:cubicBezTo>
                <ns1:cubicBezTo>
                  <ns1:pt x="142" y="32"/>
                  <ns1:pt x="144" y="30"/>
                  <ns1:pt x="144" y="28"/>
                </ns1:cubicBezTo>
                <ns1:cubicBezTo>
                  <ns1:pt x="144" y="26"/>
                  <ns1:pt x="142" y="24"/>
                  <ns1:pt x="140" y="24"/>
                </ns1:cubicBezTo>
                <ns1:moveTo>
                  <ns1:pt x="52" y="8"/>
                </ns1:moveTo>
                <ns1:cubicBezTo>
                  <ns1:pt x="92" y="8"/>
                  <ns1:pt x="92" y="8"/>
                  <ns1:pt x="92" y="8"/>
                </ns1:cubicBezTo>
                <ns1:cubicBezTo>
                  <ns1:pt x="92" y="24"/>
                  <ns1:pt x="92" y="24"/>
                  <ns1:pt x="92" y="24"/>
                </ns1:cubicBezTo>
                <ns1:cubicBezTo>
                  <ns1:pt x="52" y="24"/>
                  <ns1:pt x="52" y="24"/>
                  <ns1:pt x="52" y="24"/>
                </ns1:cubicBezTo>
                <ns1:lnTo>
                  <ns1:pt x="52" y="8"/>
                </ns1:lnTo>
                <ns1:close/>
                <ns1:moveTo>
                  <ns1:pt x="116" y="160"/>
                </ns1:moveTo>
                <ns1:cubicBezTo>
                  <ns1:pt x="115" y="164"/>
                  <ns1:pt x="112" y="168"/>
                  <ns1:pt x="108" y="168"/>
                </ns1:cubicBezTo>
                <ns1:cubicBezTo>
                  <ns1:pt x="36" y="168"/>
                  <ns1:pt x="36" y="168"/>
                  <ns1:pt x="36" y="168"/>
                </ns1:cubicBezTo>
                <ns1:cubicBezTo>
                  <ns1:pt x="32" y="168"/>
                  <ns1:pt x="29" y="164"/>
                  <ns1:pt x="28" y="160"/>
                </ns1:cubicBezTo>
                <ns1:cubicBezTo>
                  <ns1:pt x="20" y="32"/>
                  <ns1:pt x="20" y="32"/>
                  <ns1:pt x="20" y="32"/>
                </ns1:cubicBezTo>
                <ns1:cubicBezTo>
                  <ns1:pt x="124" y="32"/>
                  <ns1:pt x="124" y="32"/>
                  <ns1:pt x="124" y="32"/>
                </ns1:cubicBezTo>
                <ns1:lnTo>
                  <ns1:pt x="116" y="160"/>
                </ns1:lnTo>
                <ns1:close/>
                <ns1:moveTo>
                  <ns1:pt x="48" y="152"/>
                </ns1:moveTo>
                <ns1:cubicBezTo>
                  <ns1:pt x="50" y="152"/>
                  <ns1:pt x="52" y="150"/>
                  <ns1:pt x="52" y="148"/>
                </ns1:cubicBezTo>
                <ns1:cubicBezTo>
                  <ns1:pt x="46" y="52"/>
                  <ns1:pt x="46" y="52"/>
                  <ns1:pt x="46" y="52"/>
                </ns1:cubicBezTo>
                <ns1:cubicBezTo>
                  <ns1:pt x="46" y="50"/>
                  <ns1:pt x="44" y="48"/>
                  <ns1:pt x="42" y="48"/>
                </ns1:cubicBezTo>
                <ns1:cubicBezTo>
                  <ns1:pt x="40" y="48"/>
                  <ns1:pt x="38" y="50"/>
                  <ns1:pt x="38" y="52"/>
                </ns1:cubicBezTo>
                <ns1:cubicBezTo>
                  <ns1:pt x="44" y="148"/>
                  <ns1:pt x="44" y="148"/>
                  <ns1:pt x="44" y="148"/>
                </ns1:cubicBezTo>
                <ns1:cubicBezTo>
                  <ns1:pt x="44" y="150"/>
                  <ns1:pt x="46" y="152"/>
                  <ns1:pt x="48" y="152"/>
                </ns1:cubicBezTo>
              </ns1:path>
            </ns1:pathLst>
          </ns1:custGeom>
          <ns1:solidFill>
            <ns1:schemeClr val="tx1"/>
          </ns1:solidFill>
          <ns1:ln>
            <ns1:noFill/>
          </ns1:ln>
          <ns1:extLst/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en-US" sz="2700"/>
          </ns1:p>
        </ns0:txBody>
      </ns0:sp>
      <ns0:sp>
        <ns0:nvSpPr>
          <ns0:cNvPr id="112" name="Freeform 106"/>
          <ns0:cNvSpPr>
            <ns1:spLocks noEditPoints="1"/>
          </ns0:cNvSpPr>
          <ns0:nvPr/>
        </ns0:nvSpPr>
        <ns0:spPr bwMode="auto">
          <ns1:xfrm>
            <ns1:off x="4459289" y="6326188"/>
            <ns1:ext cx="219075" cy="319088"/>
          </ns1:xfrm>
          <ns1:custGeom>
            <ns1:avLst/>
            <ns1:gdLst>
              <ns1:gd name="T0" fmla="*/ 84 w 120"/>
              <ns1:gd name="T1" fmla="*/ 152 h 176"/>
              <ns1:gd name="T2" fmla="*/ 88 w 120"/>
              <ns1:gd name="T3" fmla="*/ 148 h 176"/>
              <ns1:gd name="T4" fmla="*/ 94 w 120"/>
              <ns1:gd name="T5" fmla="*/ 52 h 176"/>
              <ns1:gd name="T6" fmla="*/ 90 w 120"/>
              <ns1:gd name="T7" fmla="*/ 48 h 176"/>
              <ns1:gd name="T8" fmla="*/ 86 w 120"/>
              <ns1:gd name="T9" fmla="*/ 52 h 176"/>
              <ns1:gd name="T10" fmla="*/ 80 w 120"/>
              <ns1:gd name="T11" fmla="*/ 148 h 176"/>
              <ns1:gd name="T12" fmla="*/ 84 w 120"/>
              <ns1:gd name="T13" fmla="*/ 152 h 176"/>
              <ns1:gd name="T14" fmla="*/ 60 w 120"/>
              <ns1:gd name="T15" fmla="*/ 152 h 176"/>
              <ns1:gd name="T16" fmla="*/ 64 w 120"/>
              <ns1:gd name="T17" fmla="*/ 148 h 176"/>
              <ns1:gd name="T18" fmla="*/ 64 w 120"/>
              <ns1:gd name="T19" fmla="*/ 52 h 176"/>
              <ns1:gd name="T20" fmla="*/ 60 w 120"/>
              <ns1:gd name="T21" fmla="*/ 48 h 176"/>
              <ns1:gd name="T22" fmla="*/ 56 w 120"/>
              <ns1:gd name="T23" fmla="*/ 52 h 176"/>
              <ns1:gd name="T24" fmla="*/ 56 w 120"/>
              <ns1:gd name="T25" fmla="*/ 148 h 176"/>
              <ns1:gd name="T26" fmla="*/ 60 w 120"/>
              <ns1:gd name="T27" fmla="*/ 152 h 176"/>
              <ns1:gd name="T28" fmla="*/ 36 w 120"/>
              <ns1:gd name="T29" fmla="*/ 152 h 176"/>
              <ns1:gd name="T30" fmla="*/ 40 w 120"/>
              <ns1:gd name="T31" fmla="*/ 148 h 176"/>
              <ns1:gd name="T32" fmla="*/ 34 w 120"/>
              <ns1:gd name="T33" fmla="*/ 52 h 176"/>
              <ns1:gd name="T34" fmla="*/ 30 w 120"/>
              <ns1:gd name="T35" fmla="*/ 48 h 176"/>
              <ns1:gd name="T36" fmla="*/ 26 w 120"/>
              <ns1:gd name="T37" fmla="*/ 52 h 176"/>
              <ns1:gd name="T38" fmla="*/ 32 w 120"/>
              <ns1:gd name="T39" fmla="*/ 148 h 176"/>
              <ns1:gd name="T40" fmla="*/ 36 w 120"/>
              <ns1:gd name="T41" fmla="*/ 152 h 176"/>
              <ns1:gd name="T42" fmla="*/ 116 w 120"/>
              <ns1:gd name="T43" fmla="*/ 24 h 176"/>
              <ns1:gd name="T44" fmla="*/ 109 w 120"/>
              <ns1:gd name="T45" fmla="*/ 24 h 176"/>
              <ns1:gd name="T46" fmla="*/ 102 w 120"/>
              <ns1:gd name="T47" fmla="*/ 16 h 176"/>
              <ns1:gd name="T48" fmla="*/ 82 w 120"/>
              <ns1:gd name="T49" fmla="*/ 4 h 176"/>
              <ns1:gd name="T50" fmla="*/ 62 w 120"/>
              <ns1:gd name="T51" fmla="*/ 10 h 176"/>
              <ns1:gd name="T52" fmla="*/ 59 w 120"/>
              <ns1:gd name="T53" fmla="*/ 12 h 176"/>
              <ns1:gd name="T54" fmla="*/ 53 w 120"/>
              <ns1:gd name="T55" fmla="*/ 9 h 176"/>
              <ns1:gd name="T56" fmla="*/ 38 w 120"/>
              <ns1:gd name="T57" fmla="*/ 0 h 176"/>
              <ns1:gd name="T58" fmla="*/ 23 w 120"/>
              <ns1:gd name="T59" fmla="*/ 11 h 176"/>
              <ns1:gd name="T60" fmla="*/ 7 w 120"/>
              <ns1:gd name="T61" fmla="*/ 24 h 176"/>
              <ns1:gd name="T62" fmla="*/ 4 w 120"/>
              <ns1:gd name="T63" fmla="*/ 24 h 176"/>
              <ns1:gd name="T64" fmla="*/ 0 w 120"/>
              <ns1:gd name="T65" fmla="*/ 28 h 176"/>
              <ns1:gd name="T66" fmla="*/ 0 w 120"/>
              <ns1:gd name="T67" fmla="*/ 28 h 176"/>
              <ns1:gd name="T68" fmla="*/ 8 w 120"/>
              <ns1:gd name="T69" fmla="*/ 160 h 176"/>
              <ns1:gd name="T70" fmla="*/ 24 w 120"/>
              <ns1:gd name="T71" fmla="*/ 176 h 176"/>
              <ns1:gd name="T72" fmla="*/ 96 w 120"/>
              <ns1:gd name="T73" fmla="*/ 176 h 176"/>
              <ns1:gd name="T74" fmla="*/ 112 w 120"/>
              <ns1:gd name="T75" fmla="*/ 160 h 176"/>
              <ns1:gd name="T76" fmla="*/ 120 w 120"/>
              <ns1:gd name="T77" fmla="*/ 28 h 176"/>
              <ns1:gd name="T78" fmla="*/ 120 w 120"/>
              <ns1:gd name="T79" fmla="*/ 28 h 176"/>
              <ns1:gd name="T80" fmla="*/ 116 w 120"/>
              <ns1:gd name="T81" fmla="*/ 24 h 176"/>
              <ns1:gd name="T82" fmla="*/ 25 w 120"/>
              <ns1:gd name="T83" fmla="*/ 18 h 176"/>
              <ns1:gd name="T84" fmla="*/ 30 w 120"/>
              <ns1:gd name="T85" fmla="*/ 13 h 176"/>
              <ns1:gd name="T86" fmla="*/ 38 w 120"/>
              <ns1:gd name="T87" fmla="*/ 8 h 176"/>
              <ns1:gd name="T88" fmla="*/ 46 w 120"/>
              <ns1:gd name="T89" fmla="*/ 11 h 176"/>
              <ns1:gd name="T90" fmla="*/ 47 w 120"/>
              <ns1:gd name="T91" fmla="*/ 14 h 176"/>
              <ns1:gd name="T92" fmla="*/ 59 w 120"/>
              <ns1:gd name="T93" fmla="*/ 20 h 176"/>
              <ns1:gd name="T94" fmla="*/ 68 w 120"/>
              <ns1:gd name="T95" fmla="*/ 16 h 176"/>
              <ns1:gd name="T96" fmla="*/ 82 w 120"/>
              <ns1:gd name="T97" fmla="*/ 12 h 176"/>
              <ns1:gd name="T98" fmla="*/ 94 w 120"/>
              <ns1:gd name="T99" fmla="*/ 18 h 176"/>
              <ns1:gd name="T100" fmla="*/ 98 w 120"/>
              <ns1:gd name="T101" fmla="*/ 24 h 176"/>
              <ns1:gd name="T102" fmla="*/ 16 w 120"/>
              <ns1:gd name="T103" fmla="*/ 24 h 176"/>
              <ns1:gd name="T104" fmla="*/ 25 w 120"/>
              <ns1:gd name="T105" fmla="*/ 18 h 176"/>
              <ns1:gd name="T106" fmla="*/ 104 w 120"/>
              <ns1:gd name="T107" fmla="*/ 160 h 176"/>
              <ns1:gd name="T108" fmla="*/ 96 w 120"/>
              <ns1:gd name="T109" fmla="*/ 168 h 176"/>
              <ns1:gd name="T110" fmla="*/ 24 w 120"/>
              <ns1:gd name="T111" fmla="*/ 168 h 176"/>
              <ns1:gd name="T112" fmla="*/ 16 w 120"/>
              <ns1:gd name="T113" fmla="*/ 160 h 176"/>
              <ns1:gd name="T114" fmla="*/ 8 w 120"/>
              <ns1:gd name="T115" fmla="*/ 32 h 176"/>
              <ns1:gd name="T116" fmla="*/ 112 w 120"/>
              <ns1:gd name="T117" fmla="*/ 32 h 176"/>
              <ns1:gd name="T118" fmla="*/ 104 w 120"/>
              <ns1:gd name="T119" fmla="*/ 160 h 176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  <ns1:cxn ang="0">
                <ns1:pos x="T32" y="T33"/>
              </ns1:cxn>
              <ns1:cxn ang="0">
                <ns1:pos x="T34" y="T35"/>
              </ns1:cxn>
              <ns1:cxn ang="0">
                <ns1:pos x="T36" y="T37"/>
              </ns1:cxn>
              <ns1:cxn ang="0">
                <ns1:pos x="T38" y="T39"/>
              </ns1:cxn>
              <ns1:cxn ang="0">
                <ns1:pos x="T40" y="T41"/>
              </ns1:cxn>
              <ns1:cxn ang="0">
                <ns1:pos x="T42" y="T43"/>
              </ns1:cxn>
              <ns1:cxn ang="0">
                <ns1:pos x="T44" y="T45"/>
              </ns1:cxn>
              <ns1:cxn ang="0">
                <ns1:pos x="T46" y="T47"/>
              </ns1:cxn>
              <ns1:cxn ang="0">
                <ns1:pos x="T48" y="T49"/>
              </ns1:cxn>
              <ns1:cxn ang="0">
                <ns1:pos x="T50" y="T51"/>
              </ns1:cxn>
              <ns1:cxn ang="0">
                <ns1:pos x="T52" y="T53"/>
              </ns1:cxn>
              <ns1:cxn ang="0">
                <ns1:pos x="T54" y="T55"/>
              </ns1:cxn>
              <ns1:cxn ang="0">
                <ns1:pos x="T56" y="T57"/>
              </ns1:cxn>
              <ns1:cxn ang="0">
                <ns1:pos x="T58" y="T59"/>
              </ns1:cxn>
              <ns1:cxn ang="0">
                <ns1:pos x="T60" y="T61"/>
              </ns1:cxn>
              <ns1:cxn ang="0">
                <ns1:pos x="T62" y="T63"/>
              </ns1:cxn>
              <ns1:cxn ang="0">
                <ns1:pos x="T64" y="T65"/>
              </ns1:cxn>
              <ns1:cxn ang="0">
                <ns1:pos x="T66" y="T67"/>
              </ns1:cxn>
              <ns1:cxn ang="0">
                <ns1:pos x="T68" y="T69"/>
              </ns1:cxn>
              <ns1:cxn ang="0">
                <ns1:pos x="T70" y="T71"/>
              </ns1:cxn>
              <ns1:cxn ang="0">
                <ns1:pos x="T72" y="T73"/>
              </ns1:cxn>
              <ns1:cxn ang="0">
                <ns1:pos x="T74" y="T75"/>
              </ns1:cxn>
              <ns1:cxn ang="0">
                <ns1:pos x="T76" y="T77"/>
              </ns1:cxn>
              <ns1:cxn ang="0">
                <ns1:pos x="T78" y="T79"/>
              </ns1:cxn>
              <ns1:cxn ang="0">
                <ns1:pos x="T80" y="T81"/>
              </ns1:cxn>
              <ns1:cxn ang="0">
                <ns1:pos x="T82" y="T83"/>
              </ns1:cxn>
              <ns1:cxn ang="0">
                <ns1:pos x="T84" y="T85"/>
              </ns1:cxn>
              <ns1:cxn ang="0">
                <ns1:pos x="T86" y="T87"/>
              </ns1:cxn>
              <ns1:cxn ang="0">
                <ns1:pos x="T88" y="T89"/>
              </ns1:cxn>
              <ns1:cxn ang="0">
                <ns1:pos x="T90" y="T91"/>
              </ns1:cxn>
              <ns1:cxn ang="0">
                <ns1:pos x="T92" y="T93"/>
              </ns1:cxn>
              <ns1:cxn ang="0">
                <ns1:pos x="T94" y="T95"/>
              </ns1:cxn>
              <ns1:cxn ang="0">
                <ns1:pos x="T96" y="T97"/>
              </ns1:cxn>
              <ns1:cxn ang="0">
                <ns1:pos x="T98" y="T99"/>
              </ns1:cxn>
              <ns1:cxn ang="0">
                <ns1:pos x="T100" y="T101"/>
              </ns1:cxn>
              <ns1:cxn ang="0">
                <ns1:pos x="T102" y="T103"/>
              </ns1:cxn>
              <ns1:cxn ang="0">
                <ns1:pos x="T104" y="T105"/>
              </ns1:cxn>
              <ns1:cxn ang="0">
                <ns1:pos x="T106" y="T107"/>
              </ns1:cxn>
              <ns1:cxn ang="0">
                <ns1:pos x="T108" y="T109"/>
              </ns1:cxn>
              <ns1:cxn ang="0">
                <ns1:pos x="T110" y="T111"/>
              </ns1:cxn>
              <ns1:cxn ang="0">
                <ns1:pos x="T112" y="T113"/>
              </ns1:cxn>
              <ns1:cxn ang="0">
                <ns1:pos x="T114" y="T115"/>
              </ns1:cxn>
              <ns1:cxn ang="0">
                <ns1:pos x="T116" y="T117"/>
              </ns1:cxn>
              <ns1:cxn ang="0">
                <ns1:pos x="T118" y="T119"/>
              </ns1:cxn>
            </ns1:cxnLst>
            <ns1:rect l="0" t="0" r="r" b="b"/>
            <ns1:pathLst>
              <ns1:path w="120" h="176">
                <ns1:moveTo>
                  <ns1:pt x="84" y="152"/>
                </ns1:moveTo>
                <ns1:cubicBezTo>
                  <ns1:pt x="86" y="152"/>
                  <ns1:pt x="88" y="150"/>
                  <ns1:pt x="88" y="148"/>
                </ns1:cubicBezTo>
                <ns1:cubicBezTo>
                  <ns1:pt x="94" y="52"/>
                  <ns1:pt x="94" y="52"/>
                  <ns1:pt x="94" y="52"/>
                </ns1:cubicBezTo>
                <ns1:cubicBezTo>
                  <ns1:pt x="94" y="50"/>
                  <ns1:pt x="92" y="48"/>
                  <ns1:pt x="90" y="48"/>
                </ns1:cubicBezTo>
                <ns1:cubicBezTo>
                  <ns1:pt x="88" y="48"/>
                  <ns1:pt x="86" y="50"/>
                  <ns1:pt x="86" y="52"/>
                </ns1:cubicBezTo>
                <ns1:cubicBezTo>
                  <ns1:pt x="80" y="148"/>
                  <ns1:pt x="80" y="148"/>
                  <ns1:pt x="80" y="148"/>
                </ns1:cubicBezTo>
                <ns1:cubicBezTo>
                  <ns1:pt x="80" y="150"/>
                  <ns1:pt x="82" y="152"/>
                  <ns1:pt x="84" y="152"/>
                </ns1:cubicBezTo>
                <ns1:moveTo>
                  <ns1:pt x="60" y="152"/>
                </ns1:moveTo>
                <ns1:cubicBezTo>
                  <ns1:pt x="62" y="152"/>
                  <ns1:pt x="64" y="150"/>
                  <ns1:pt x="64" y="148"/>
                </ns1:cubicBezTo>
                <ns1:cubicBezTo>
                  <ns1:pt x="64" y="52"/>
                  <ns1:pt x="64" y="52"/>
                  <ns1:pt x="64" y="52"/>
                </ns1:cubicBezTo>
                <ns1:cubicBezTo>
                  <ns1:pt x="64" y="50"/>
                  <ns1:pt x="62" y="48"/>
                  <ns1:pt x="60" y="48"/>
                </ns1:cubicBezTo>
                <ns1:cubicBezTo>
                  <ns1:pt x="58" y="48"/>
                  <ns1:pt x="56" y="50"/>
                  <ns1:pt x="56" y="52"/>
                </ns1:cubicBezTo>
                <ns1:cubicBezTo>
                  <ns1:pt x="56" y="148"/>
                  <ns1:pt x="56" y="148"/>
                  <ns1:pt x="56" y="148"/>
                </ns1:cubicBezTo>
                <ns1:cubicBezTo>
                  <ns1:pt x="56" y="150"/>
                  <ns1:pt x="58" y="152"/>
                  <ns1:pt x="60" y="152"/>
                </ns1:cubicBezTo>
                <ns1:moveTo>
                  <ns1:pt x="36" y="152"/>
                </ns1:moveTo>
                <ns1:cubicBezTo>
                  <ns1:pt x="38" y="152"/>
                  <ns1:pt x="40" y="150"/>
                  <ns1:pt x="40" y="148"/>
                </ns1:cubicBezTo>
                <ns1:cubicBezTo>
                  <ns1:pt x="34" y="52"/>
                  <ns1:pt x="34" y="52"/>
                  <ns1:pt x="34" y="52"/>
                </ns1:cubicBezTo>
                <ns1:cubicBezTo>
                  <ns1:pt x="34" y="50"/>
                  <ns1:pt x="32" y="48"/>
                  <ns1:pt x="30" y="48"/>
                </ns1:cubicBezTo>
                <ns1:cubicBezTo>
                  <ns1:pt x="28" y="48"/>
                  <ns1:pt x="26" y="50"/>
                  <ns1:pt x="26" y="52"/>
                </ns1:cubicBezTo>
                <ns1:cubicBezTo>
                  <ns1:pt x="32" y="148"/>
                  <ns1:pt x="32" y="148"/>
                  <ns1:pt x="32" y="148"/>
                </ns1:cubicBezTo>
                <ns1:cubicBezTo>
                  <ns1:pt x="32" y="150"/>
                  <ns1:pt x="34" y="152"/>
                  <ns1:pt x="36" y="152"/>
                </ns1:cubicBezTo>
                <ns1:moveTo>
                  <ns1:pt x="116" y="24"/>
                </ns1:moveTo>
                <ns1:cubicBezTo>
                  <ns1:pt x="109" y="24"/>
                  <ns1:pt x="109" y="24"/>
                  <ns1:pt x="109" y="24"/>
                </ns1:cubicBezTo>
                <ns1:cubicBezTo>
                  <ns1:pt x="107" y="22"/>
                  <ns1:pt x="104" y="20"/>
                  <ns1:pt x="102" y="16"/>
                </ns1:cubicBezTo>
                <ns1:cubicBezTo>
                  <ns1:pt x="99" y="10"/>
                  <ns1:pt x="93" y="4"/>
                  <ns1:pt x="82" y="4"/>
                </ns1:cubicBezTo>
                <ns1:cubicBezTo>
                  <ns1:pt x="72" y="4"/>
                  <ns1:pt x="66" y="6"/>
                  <ns1:pt x="62" y="10"/>
                </ns1:cubicBezTo>
                <ns1:cubicBezTo>
                  <ns1:pt x="62" y="11"/>
                  <ns1:pt x="60" y="12"/>
                  <ns1:pt x="59" y="12"/>
                </ns1:cubicBezTo>
                <ns1:cubicBezTo>
                  <ns1:pt x="57" y="12"/>
                  <ns1:pt x="55" y="11"/>
                  <ns1:pt x="53" y="9"/>
                </ns1:cubicBezTo>
                <ns1:cubicBezTo>
                  <ns1:pt x="52" y="3"/>
                  <ns1:pt x="45" y="0"/>
                  <ns1:pt x="38" y="0"/>
                </ns1:cubicBezTo>
                <ns1:cubicBezTo>
                  <ns1:pt x="31" y="0"/>
                  <ns1:pt x="24" y="5"/>
                  <ns1:pt x="23" y="11"/>
                </ns1:cubicBezTo>
                <ns1:cubicBezTo>
                  <ns1:pt x="15" y="13"/>
                  <ns1:pt x="9" y="18"/>
                  <ns1:pt x="7" y="24"/>
                </ns1:cubicBezTo>
                <ns1:cubicBezTo>
                  <ns1:pt x="4" y="24"/>
                  <ns1:pt x="4" y="24"/>
                  <ns1:pt x="4" y="24"/>
                </ns1:cubicBezTo>
                <ns1:cubicBezTo>
                  <ns1:pt x="2" y="24"/>
                  <ns1:pt x="0" y="26"/>
                  <ns1:pt x="0" y="28"/>
                </ns1:cubicBezTo>
                <ns1:cubicBezTo>
                  <ns1:pt x="0" y="28"/>
                  <ns1:pt x="0" y="28"/>
                  <ns1:pt x="0" y="28"/>
                </ns1:cubicBezTo>
                <ns1:cubicBezTo>
                  <ns1:pt x="8" y="160"/>
                  <ns1:pt x="8" y="160"/>
                  <ns1:pt x="8" y="160"/>
                </ns1:cubicBezTo>
                <ns1:cubicBezTo>
                  <ns1:pt x="9" y="169"/>
                  <ns1:pt x="15" y="176"/>
                  <ns1:pt x="24" y="176"/>
                </ns1:cubicBezTo>
                <ns1:cubicBezTo>
                  <ns1:pt x="96" y="176"/>
                  <ns1:pt x="96" y="176"/>
                  <ns1:pt x="96" y="176"/>
                </ns1:cubicBezTo>
                <ns1:cubicBezTo>
                  <ns1:pt x="105" y="176"/>
                  <ns1:pt x="111" y="169"/>
                  <ns1:pt x="112" y="160"/>
                </ns1:cubicBezTo>
                <ns1:cubicBezTo>
                  <ns1:pt x="120" y="28"/>
                  <ns1:pt x="120" y="28"/>
                  <ns1:pt x="120" y="28"/>
                </ns1:cubicBezTo>
                <ns1:cubicBezTo>
                  <ns1:pt x="120" y="28"/>
                  <ns1:pt x="120" y="28"/>
                  <ns1:pt x="120" y="28"/>
                </ns1:cubicBezTo>
                <ns1:cubicBezTo>
                  <ns1:pt x="120" y="26"/>
                  <ns1:pt x="118" y="24"/>
                  <ns1:pt x="116" y="24"/>
                </ns1:cubicBezTo>
                <ns1:moveTo>
                  <ns1:pt x="25" y="18"/>
                </ns1:moveTo>
                <ns1:cubicBezTo>
                  <ns1:pt x="28" y="17"/>
                  <ns1:pt x="30" y="15"/>
                  <ns1:pt x="30" y="13"/>
                </ns1:cubicBezTo>
                <ns1:cubicBezTo>
                  <ns1:pt x="31" y="10"/>
                  <ns1:pt x="34" y="8"/>
                  <ns1:pt x="38" y="8"/>
                </ns1:cubicBezTo>
                <ns1:cubicBezTo>
                  <ns1:pt x="42" y="8"/>
                  <ns1:pt x="45" y="9"/>
                  <ns1:pt x="46" y="11"/>
                </ns1:cubicBezTo>
                <ns1:cubicBezTo>
                  <ns1:pt x="46" y="12"/>
                  <ns1:pt x="46" y="13"/>
                  <ns1:pt x="47" y="14"/>
                </ns1:cubicBezTo>
                <ns1:cubicBezTo>
                  <ns1:pt x="50" y="18"/>
                  <ns1:pt x="54" y="20"/>
                  <ns1:pt x="59" y="20"/>
                </ns1:cubicBezTo>
                <ns1:cubicBezTo>
                  <ns1:pt x="62" y="20"/>
                  <ns1:pt x="66" y="18"/>
                  <ns1:pt x="68" y="16"/>
                </ns1:cubicBezTo>
                <ns1:cubicBezTo>
                  <ns1:pt x="71" y="13"/>
                  <ns1:pt x="75" y="12"/>
                  <ns1:pt x="82" y="12"/>
                </ns1:cubicBezTo>
                <ns1:cubicBezTo>
                  <ns1:pt x="89" y="12"/>
                  <ns1:pt x="93" y="16"/>
                  <ns1:pt x="94" y="18"/>
                </ns1:cubicBezTo>
                <ns1:cubicBezTo>
                  <ns1:pt x="95" y="20"/>
                  <ns1:pt x="97" y="22"/>
                  <ns1:pt x="98" y="24"/>
                </ns1:cubicBezTo>
                <ns1:cubicBezTo>
                  <ns1:pt x="16" y="24"/>
                  <ns1:pt x="16" y="24"/>
                  <ns1:pt x="16" y="24"/>
                </ns1:cubicBezTo>
                <ns1:cubicBezTo>
                  <ns1:pt x="18" y="22"/>
                  <ns1:pt x="21" y="20"/>
                  <ns1:pt x="25" y="18"/>
                </ns1:cubicBezTo>
                <ns1:moveTo>
                  <ns1:pt x="104" y="160"/>
                </ns1:moveTo>
                <ns1:cubicBezTo>
                  <ns1:pt x="103" y="164"/>
                  <ns1:pt x="100" y="168"/>
                  <ns1:pt x="96" y="168"/>
                </ns1:cubicBezTo>
                <ns1:cubicBezTo>
                  <ns1:pt x="24" y="168"/>
                  <ns1:pt x="24" y="168"/>
                  <ns1:pt x="24" y="168"/>
                </ns1:cubicBezTo>
                <ns1:cubicBezTo>
                  <ns1:pt x="20" y="168"/>
                  <ns1:pt x="17" y="164"/>
                  <ns1:pt x="16" y="160"/>
                </ns1:cubicBezTo>
                <ns1:cubicBezTo>
                  <ns1:pt x="8" y="32"/>
                  <ns1:pt x="8" y="32"/>
                  <ns1:pt x="8" y="32"/>
                </ns1:cubicBezTo>
                <ns1:cubicBezTo>
                  <ns1:pt x="112" y="32"/>
                  <ns1:pt x="112" y="32"/>
                  <ns1:pt x="112" y="32"/>
                </ns1:cubicBezTo>
                <ns1:lnTo>
                  <ns1:pt x="104" y="160"/>
                </ns1:lnTo>
                <ns1:close/>
              </ns1:path>
            </ns1:pathLst>
          </ns1:custGeom>
          <ns1:solidFill>
            <ns1:schemeClr val="tx1"/>
          </ns1:solidFill>
          <ns1:ln>
            <ns1:noFill/>
          </ns1:ln>
          <ns1:extLst/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en-US" sz="2700"/>
          </ns1:p>
        </ns0:txBody>
      </ns0:sp>
      <ns0:sp>
        <ns0:nvSpPr>
          <ns0:cNvPr id="113" name="Freeform 107"/>
          <ns0:cNvSpPr>
            <ns1:spLocks noEditPoints="1"/>
          </ns0:cNvSpPr>
          <ns0:nvPr/>
        </ns0:nvSpPr>
        <ns0:spPr bwMode="auto">
          <ns1:xfrm>
            <ns1:off x="5019676" y="6326188"/>
            <ns1:ext cx="320675" cy="319088"/>
          </ns1:xfrm>
          <ns1:custGeom>
            <ns1:avLst/>
            <ns1:gdLst>
              <ns1:gd name="T0" fmla="*/ 176 w 176"/>
              <ns1:gd name="T1" fmla="*/ 140 h 176"/>
              <ns1:gd name="T2" fmla="*/ 170 w 176"/>
              <ns1:gd name="T3" fmla="*/ 130 h 176"/>
              <ns1:gd name="T4" fmla="*/ 128 w 176"/>
              <ns1:gd name="T5" fmla="*/ 100 h 176"/>
              <ns1:gd name="T6" fmla="*/ 111 w 176"/>
              <ns1:gd name="T7" fmla="*/ 112 h 176"/>
              <ns1:gd name="T8" fmla="*/ 105 w 176"/>
              <ns1:gd name="T9" fmla="*/ 115 h 176"/>
              <ns1:gd name="T10" fmla="*/ 99 w 176"/>
              <ns1:gd name="T11" fmla="*/ 111 h 176"/>
              <ns1:gd name="T12" fmla="*/ 65 w 176"/>
              <ns1:gd name="T13" fmla="*/ 77 h 176"/>
              <ns1:gd name="T14" fmla="*/ 64 w 176"/>
              <ns1:gd name="T15" fmla="*/ 65 h 176"/>
              <ns1:gd name="T16" fmla="*/ 73 w 176"/>
              <ns1:gd name="T17" fmla="*/ 55 h 176"/>
              <ns1:gd name="T18" fmla="*/ 72 w 176"/>
              <ns1:gd name="T19" fmla="*/ 40 h 176"/>
              <ns1:gd name="T20" fmla="*/ 44 w 176"/>
              <ns1:gd name="T21" fmla="*/ 4 h 176"/>
              <ns1:gd name="T22" fmla="*/ 0 w 176"/>
              <ns1:gd name="T23" fmla="*/ 42 h 176"/>
              <ns1:gd name="T24" fmla="*/ 4 w 176"/>
              <ns1:gd name="T25" fmla="*/ 60 h 176"/>
              <ns1:gd name="T26" fmla="*/ 116 w 176"/>
              <ns1:gd name="T27" fmla="*/ 172 h 176"/>
              <ns1:gd name="T28" fmla="*/ 176 w 176"/>
              <ns1:gd name="T29" fmla="*/ 140 h 176"/>
              <ns1:gd name="T30" fmla="*/ 134 w 176"/>
              <ns1:gd name="T31" fmla="*/ 168 h 176"/>
              <ns1:gd name="T32" fmla="*/ 118 w 176"/>
              <ns1:gd name="T33" fmla="*/ 164 h 176"/>
              <ns1:gd name="T34" fmla="*/ 11 w 176"/>
              <ns1:gd name="T35" fmla="*/ 57 h 176"/>
              <ns1:gd name="T36" fmla="*/ 36 w 176"/>
              <ns1:gd name="T37" fmla="*/ 8 h 176"/>
              <ns1:gd name="T38" fmla="*/ 39 w 176"/>
              <ns1:gd name="T39" fmla="*/ 10 h 176"/>
              <ns1:gd name="T40" fmla="*/ 66 w 176"/>
              <ns1:gd name="T41" fmla="*/ 44 h 176"/>
              <ns1:gd name="T42" fmla="*/ 68 w 176"/>
              <ns1:gd name="T43" fmla="*/ 48 h 176"/>
              <ns1:gd name="T44" fmla="*/ 58 w 176"/>
              <ns1:gd name="T45" fmla="*/ 59 h 176"/>
              <ns1:gd name="T46" fmla="*/ 53 w 176"/>
              <ns1:gd name="T47" fmla="*/ 71 h 176"/>
              <ns1:gd name="T48" fmla="*/ 58 w 176"/>
              <ns1:gd name="T49" fmla="*/ 82 h 176"/>
              <ns1:gd name="T50" fmla="*/ 94 w 176"/>
              <ns1:gd name="T51" fmla="*/ 118 h 176"/>
              <ns1:gd name="T52" fmla="*/ 116 w 176"/>
              <ns1:gd name="T53" fmla="*/ 118 h 176"/>
              <ns1:gd name="T54" fmla="*/ 126 w 176"/>
              <ns1:gd name="T55" fmla="*/ 109 h 176"/>
              <ns1:gd name="T56" fmla="*/ 131 w 176"/>
              <ns1:gd name="T57" fmla="*/ 109 h 176"/>
              <ns1:gd name="T58" fmla="*/ 165 w 176"/>
              <ns1:gd name="T59" fmla="*/ 136 h 176"/>
              <ns1:gd name="T60" fmla="*/ 167 w 176"/>
              <ns1:gd name="T61" fmla="*/ 137 h 176"/>
              <ns1:gd name="T62" fmla="*/ 168 w 176"/>
              <ns1:gd name="T63" fmla="*/ 141 h 176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  <ns1:cxn ang="0">
                <ns1:pos x="T32" y="T33"/>
              </ns1:cxn>
              <ns1:cxn ang="0">
                <ns1:pos x="T34" y="T35"/>
              </ns1:cxn>
              <ns1:cxn ang="0">
                <ns1:pos x="T36" y="T37"/>
              </ns1:cxn>
              <ns1:cxn ang="0">
                <ns1:pos x="T38" y="T39"/>
              </ns1:cxn>
              <ns1:cxn ang="0">
                <ns1:pos x="T40" y="T41"/>
              </ns1:cxn>
              <ns1:cxn ang="0">
                <ns1:pos x="T42" y="T43"/>
              </ns1:cxn>
              <ns1:cxn ang="0">
                <ns1:pos x="T44" y="T45"/>
              </ns1:cxn>
              <ns1:cxn ang="0">
                <ns1:pos x="T46" y="T47"/>
              </ns1:cxn>
              <ns1:cxn ang="0">
                <ns1:pos x="T48" y="T49"/>
              </ns1:cxn>
              <ns1:cxn ang="0">
                <ns1:pos x="T50" y="T51"/>
              </ns1:cxn>
              <ns1:cxn ang="0">
                <ns1:pos x="T52" y="T53"/>
              </ns1:cxn>
              <ns1:cxn ang="0">
                <ns1:pos x="T54" y="T55"/>
              </ns1:cxn>
              <ns1:cxn ang="0">
                <ns1:pos x="T56" y="T57"/>
              </ns1:cxn>
              <ns1:cxn ang="0">
                <ns1:pos x="T58" y="T59"/>
              </ns1:cxn>
              <ns1:cxn ang="0">
                <ns1:pos x="T60" y="T61"/>
              </ns1:cxn>
              <ns1:cxn ang="0">
                <ns1:pos x="T62" y="T63"/>
              </ns1:cxn>
            </ns1:cxnLst>
            <ns1:rect l="0" t="0" r="r" b="b"/>
            <ns1:pathLst>
              <ns1:path w="176" h="176">
                <ns1:moveTo>
                  <ns1:pt x="176" y="140"/>
                </ns1:moveTo>
                <ns1:cubicBezTo>
                  <ns1:pt x="176" y="140"/>
                  <ns1:pt x="176" y="140"/>
                  <ns1:pt x="176" y="140"/>
                </ns1:cubicBezTo>
                <ns1:cubicBezTo>
                  <ns1:pt x="176" y="137"/>
                  <ns1:pt x="175" y="134"/>
                  <ns1:pt x="172" y="131"/>
                </ns1:cubicBezTo>
                <ns1:cubicBezTo>
                  <ns1:pt x="172" y="131"/>
                  <ns1:pt x="171" y="130"/>
                  <ns1:pt x="170" y="130"/>
                </ns1:cubicBezTo>
                <ns1:cubicBezTo>
                  <ns1:pt x="136" y="103"/>
                  <ns1:pt x="136" y="103"/>
                  <ns1:pt x="136" y="103"/>
                </ns1:cubicBezTo>
                <ns1:cubicBezTo>
                  <ns1:pt x="134" y="101"/>
                  <ns1:pt x="131" y="100"/>
                  <ns1:pt x="128" y="100"/>
                </ns1:cubicBezTo>
                <ns1:cubicBezTo>
                  <ns1:pt x="125" y="100"/>
                  <ns1:pt x="123" y="101"/>
                  <ns1:pt x="121" y="102"/>
                </ns1:cubicBezTo>
                <ns1:cubicBezTo>
                  <ns1:pt x="111" y="112"/>
                  <ns1:pt x="111" y="112"/>
                  <ns1:pt x="111" y="112"/>
                </ns1:cubicBezTo>
                <ns1:cubicBezTo>
                  <ns1:pt x="111" y="112"/>
                  <ns1:pt x="111" y="112"/>
                  <ns1:pt x="111" y="112"/>
                </ns1:cubicBezTo>
                <ns1:cubicBezTo>
                  <ns1:pt x="110" y="114"/>
                  <ns1:pt x="108" y="115"/>
                  <ns1:pt x="105" y="115"/>
                </ns1:cubicBezTo>
                <ns1:cubicBezTo>
                  <ns1:pt x="103" y="115"/>
                  <ns1:pt x="100" y="113"/>
                  <ns1:pt x="99" y="111"/>
                </ns1:cubicBezTo>
                <ns1:cubicBezTo>
                  <ns1:pt x="99" y="111"/>
                  <ns1:pt x="99" y="111"/>
                  <ns1:pt x="99" y="111"/>
                </ns1:cubicBezTo>
                <ns1:cubicBezTo>
                  <ns1:pt x="86" y="102"/>
                  <ns1:pt x="74" y="91"/>
                  <ns1:pt x="64" y="77"/>
                </ns1:cubicBezTo>
                <ns1:cubicBezTo>
                  <ns1:pt x="65" y="77"/>
                  <ns1:pt x="65" y="77"/>
                  <ns1:pt x="65" y="77"/>
                </ns1:cubicBezTo>
                <ns1:cubicBezTo>
                  <ns1:pt x="63" y="76"/>
                  <ns1:pt x="61" y="73"/>
                  <ns1:pt x="61" y="71"/>
                </ns1:cubicBezTo>
                <ns1:cubicBezTo>
                  <ns1:pt x="61" y="68"/>
                  <ns1:pt x="62" y="66"/>
                  <ns1:pt x="64" y="65"/>
                </ns1:cubicBezTo>
                <ns1:cubicBezTo>
                  <ns1:pt x="64" y="65"/>
                  <ns1:pt x="64" y="65"/>
                  <ns1:pt x="64" y="65"/>
                </ns1:cubicBezTo>
                <ns1:cubicBezTo>
                  <ns1:pt x="73" y="55"/>
                  <ns1:pt x="73" y="55"/>
                  <ns1:pt x="73" y="55"/>
                </ns1:cubicBezTo>
                <ns1:cubicBezTo>
                  <ns1:pt x="75" y="53"/>
                  <ns1:pt x="76" y="51"/>
                  <ns1:pt x="76" y="48"/>
                </ns1:cubicBezTo>
                <ns1:cubicBezTo>
                  <ns1:pt x="76" y="45"/>
                  <ns1:pt x="75" y="42"/>
                  <ns1:pt x="72" y="40"/>
                </ns1:cubicBezTo>
                <ns1:cubicBezTo>
                  <ns1:pt x="46" y="6"/>
                  <ns1:pt x="46" y="6"/>
                  <ns1:pt x="46" y="6"/>
                </ns1:cubicBezTo>
                <ns1:cubicBezTo>
                  <ns1:pt x="46" y="5"/>
                  <ns1:pt x="45" y="4"/>
                  <ns1:pt x="44" y="4"/>
                </ns1:cubicBezTo>
                <ns1:cubicBezTo>
                  <ns1:pt x="42" y="1"/>
                  <ns1:pt x="39" y="0"/>
                  <ns1:pt x="36" y="0"/>
                </ns1:cubicBezTo>
                <ns1:cubicBezTo>
                  <ns1:pt x="20" y="0"/>
                  <ns1:pt x="0" y="19"/>
                  <ns1:pt x="0" y="42"/>
                </ns1:cubicBezTo>
                <ns1:cubicBezTo>
                  <ns1:pt x="0" y="48"/>
                  <ns1:pt x="1" y="54"/>
                  <ns1:pt x="4" y="60"/>
                </ns1:cubicBezTo>
                <ns1:cubicBezTo>
                  <ns1:pt x="4" y="60"/>
                  <ns1:pt x="4" y="60"/>
                  <ns1:pt x="4" y="60"/>
                </ns1:cubicBezTo>
                <ns1:cubicBezTo>
                  <ns1:pt x="28" y="108"/>
                  <ns1:pt x="68" y="148"/>
                  <ns1:pt x="116" y="172"/>
                </ns1:cubicBezTo>
                <ns1:cubicBezTo>
                  <ns1:pt x="116" y="172"/>
                  <ns1:pt x="116" y="172"/>
                  <ns1:pt x="116" y="172"/>
                </ns1:cubicBezTo>
                <ns1:cubicBezTo>
                  <ns1:pt x="121" y="175"/>
                  <ns1:pt x="128" y="176"/>
                  <ns1:pt x="134" y="176"/>
                </ns1:cubicBezTo>
                <ns1:cubicBezTo>
                  <ns1:pt x="157" y="176"/>
                  <ns1:pt x="176" y="156"/>
                  <ns1:pt x="176" y="140"/>
                </ns1:cubicBezTo>
                <ns1:cubicBezTo>
                  <ns1:pt x="176" y="140"/>
                  <ns1:pt x="176" y="140"/>
                  <ns1:pt x="176" y="140"/>
                </ns1:cubicBezTo>
                <ns1:moveTo>
                  <ns1:pt x="134" y="168"/>
                </ns1:moveTo>
                <ns1:cubicBezTo>
                  <ns1:pt x="129" y="168"/>
                  <ns1:pt x="124" y="167"/>
                  <ns1:pt x="119" y="165"/>
                </ns1:cubicBezTo>
                <ns1:cubicBezTo>
                  <ns1:pt x="119" y="165"/>
                  <ns1:pt x="119" y="164"/>
                  <ns1:pt x="118" y="164"/>
                </ns1:cubicBezTo>
                <ns1:cubicBezTo>
                  <ns1:pt x="73" y="141"/>
                  <ns1:pt x="35" y="103"/>
                  <ns1:pt x="12" y="58"/>
                </ns1:cubicBezTo>
                <ns1:cubicBezTo>
                  <ns1:pt x="12" y="57"/>
                  <ns1:pt x="11" y="57"/>
                  <ns1:pt x="11" y="57"/>
                </ns1:cubicBezTo>
                <ns1:cubicBezTo>
                  <ns1:pt x="9" y="52"/>
                  <ns1:pt x="8" y="47"/>
                  <ns1:pt x="8" y="42"/>
                </ns1:cubicBezTo>
                <ns1:cubicBezTo>
                  <ns1:pt x="8" y="23"/>
                  <ns1:pt x="25" y="8"/>
                  <ns1:pt x="36" y="8"/>
                </ns1:cubicBezTo>
                <ns1:cubicBezTo>
                  <ns1:pt x="37" y="8"/>
                  <ns1:pt x="38" y="9"/>
                  <ns1:pt x="39" y="9"/>
                </ns1:cubicBezTo>
                <ns1:cubicBezTo>
                  <ns1:pt x="39" y="9"/>
                  <ns1:pt x="39" y="9"/>
                  <ns1:pt x="39" y="10"/>
                </ns1:cubicBezTo>
                <ns1:cubicBezTo>
                  <ns1:pt x="39" y="10"/>
                  <ns1:pt x="40" y="10"/>
                  <ns1:pt x="40" y="11"/>
                </ns1:cubicBezTo>
                <ns1:cubicBezTo>
                  <ns1:pt x="66" y="44"/>
                  <ns1:pt x="66" y="44"/>
                  <ns1:pt x="66" y="44"/>
                </ns1:cubicBezTo>
                <ns1:cubicBezTo>
                  <ns1:pt x="66" y="45"/>
                  <ns1:pt x="67" y="45"/>
                  <ns1:pt x="67" y="45"/>
                </ns1:cubicBezTo>
                <ns1:cubicBezTo>
                  <ns1:pt x="67" y="46"/>
                  <ns1:pt x="68" y="47"/>
                  <ns1:pt x="68" y="48"/>
                </ns1:cubicBezTo>
                <ns1:cubicBezTo>
                  <ns1:pt x="68" y="49"/>
                  <ns1:pt x="68" y="49"/>
                  <ns1:pt x="67" y="50"/>
                </ns1:cubicBezTo>
                <ns1:cubicBezTo>
                  <ns1:pt x="58" y="59"/>
                  <ns1:pt x="58" y="59"/>
                  <ns1:pt x="58" y="59"/>
                </ns1:cubicBezTo>
                <ns1:cubicBezTo>
                  <ns1:pt x="58" y="59"/>
                  <ns1:pt x="58" y="59"/>
                  <ns1:pt x="58" y="59"/>
                </ns1:cubicBezTo>
                <ns1:cubicBezTo>
                  <ns1:pt x="55" y="62"/>
                  <ns1:pt x="53" y="66"/>
                  <ns1:pt x="53" y="71"/>
                </ns1:cubicBezTo>
                <ns1:cubicBezTo>
                  <ns1:pt x="53" y="75"/>
                  <ns1:pt x="55" y="79"/>
                  <ns1:pt x="58" y="82"/>
                </ns1:cubicBezTo>
                <ns1:cubicBezTo>
                  <ns1:pt x="58" y="82"/>
                  <ns1:pt x="58" y="82"/>
                  <ns1:pt x="58" y="82"/>
                </ns1:cubicBezTo>
                <ns1:cubicBezTo>
                  <ns1:pt x="68" y="96"/>
                  <ns1:pt x="80" y="108"/>
                  <ns1:pt x="94" y="118"/>
                </ns1:cubicBezTo>
                <ns1:cubicBezTo>
                  <ns1:pt x="94" y="118"/>
                  <ns1:pt x="94" y="118"/>
                  <ns1:pt x="94" y="118"/>
                </ns1:cubicBezTo>
                <ns1:cubicBezTo>
                  <ns1:pt x="97" y="121"/>
                  <ns1:pt x="101" y="123"/>
                  <ns1:pt x="105" y="123"/>
                </ns1:cubicBezTo>
                <ns1:cubicBezTo>
                  <ns1:pt x="109" y="123"/>
                  <ns1:pt x="113" y="121"/>
                  <ns1:pt x="116" y="118"/>
                </ns1:cubicBezTo>
                <ns1:cubicBezTo>
                  <ns1:pt x="117" y="118"/>
                  <ns1:pt x="117" y="118"/>
                  <ns1:pt x="117" y="118"/>
                </ns1:cubicBezTo>
                <ns1:cubicBezTo>
                  <ns1:pt x="126" y="109"/>
                  <ns1:pt x="126" y="109"/>
                  <ns1:pt x="126" y="109"/>
                </ns1:cubicBezTo>
                <ns1:cubicBezTo>
                  <ns1:pt x="127" y="108"/>
                  <ns1:pt x="127" y="108"/>
                  <ns1:pt x="128" y="108"/>
                </ns1:cubicBezTo>
                <ns1:cubicBezTo>
                  <ns1:pt x="129" y="108"/>
                  <ns1:pt x="130" y="109"/>
                  <ns1:pt x="131" y="109"/>
                </ns1:cubicBezTo>
                <ns1:cubicBezTo>
                  <ns1:pt x="131" y="109"/>
                  <ns1:pt x="131" y="110"/>
                  <ns1:pt x="131" y="110"/>
                </ns1:cubicBezTo>
                <ns1:cubicBezTo>
                  <ns1:pt x="165" y="136"/>
                  <ns1:pt x="165" y="136"/>
                  <ns1:pt x="165" y="136"/>
                </ns1:cubicBezTo>
                <ns1:cubicBezTo>
                  <ns1:pt x="166" y="136"/>
                  <ns1:pt x="166" y="136"/>
                  <ns1:pt x="166" y="137"/>
                </ns1:cubicBezTo>
                <ns1:cubicBezTo>
                  <ns1:pt x="166" y="137"/>
                  <ns1:pt x="167" y="137"/>
                  <ns1:pt x="167" y="137"/>
                </ns1:cubicBezTo>
                <ns1:cubicBezTo>
                  <ns1:pt x="167" y="138"/>
                  <ns1:pt x="168" y="138"/>
                  <ns1:pt x="168" y="140"/>
                </ns1:cubicBezTo>
                <ns1:cubicBezTo>
                  <ns1:pt x="168" y="140"/>
                  <ns1:pt x="168" y="140"/>
                  <ns1:pt x="168" y="141"/>
                </ns1:cubicBezTo>
                <ns1:cubicBezTo>
                  <ns1:pt x="167" y="152"/>
                  <ns1:pt x="153" y="168"/>
                  <ns1:pt x="134" y="168"/>
                </ns1:cubicBezTo>
              </ns1:path>
            </ns1:pathLst>
          </ns1:custGeom>
          <ns1:solidFill>
            <ns1:schemeClr val="tx1"/>
          </ns1:solidFill>
          <ns1:ln>
            <ns1:noFill/>
          </ns1:ln>
          <ns1:extLst/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en-US" sz="2700"/>
          </ns1:p>
        </ns0:txBody>
      </ns0:sp>
      <ns0:sp>
        <ns0:nvSpPr>
          <ns0:cNvPr id="114" name="Freeform 108"/>
          <ns0:cNvSpPr>
            <ns1:spLocks noEditPoints="1"/>
          </ns0:cNvSpPr>
          <ns0:nvPr/>
        </ns0:nvSpPr>
        <ns0:spPr bwMode="auto">
          <ns1:xfrm>
            <ns1:off x="5630864" y="6326188"/>
            <ns1:ext cx="320675" cy="319088"/>
          </ns1:xfrm>
          <ns1:custGeom>
            <ns1:avLst/>
            <ns1:gdLst>
              <ns1:gd name="T0" fmla="*/ 168 w 176"/>
              <ns1:gd name="T1" fmla="*/ 80 h 176"/>
              <ns1:gd name="T2" fmla="*/ 176 w 176"/>
              <ns1:gd name="T3" fmla="*/ 80 h 176"/>
              <ns1:gd name="T4" fmla="*/ 92 w 176"/>
              <ns1:gd name="T5" fmla="*/ 4 h 176"/>
              <ns1:gd name="T6" fmla="*/ 96 w 176"/>
              <ns1:gd name="T7" fmla="*/ 48 h 176"/>
              <ns1:gd name="T8" fmla="*/ 132 w 176"/>
              <ns1:gd name="T9" fmla="*/ 84 h 176"/>
              <ns1:gd name="T10" fmla="*/ 96 w 176"/>
              <ns1:gd name="T11" fmla="*/ 40 h 176"/>
              <ns1:gd name="T12" fmla="*/ 96 w 176"/>
              <ns1:gd name="T13" fmla="*/ 48 h 176"/>
              <ns1:gd name="T14" fmla="*/ 104 w 176"/>
              <ns1:gd name="T15" fmla="*/ 80 h 176"/>
              <ns1:gd name="T16" fmla="*/ 88 w 176"/>
              <ns1:gd name="T17" fmla="*/ 80 h 176"/>
              <ns1:gd name="T18" fmla="*/ 176 w 176"/>
              <ns1:gd name="T19" fmla="*/ 140 h 176"/>
              <ns1:gd name="T20" fmla="*/ 170 w 176"/>
              <ns1:gd name="T21" fmla="*/ 130 h 176"/>
              <ns1:gd name="T22" fmla="*/ 128 w 176"/>
              <ns1:gd name="T23" fmla="*/ 100 h 176"/>
              <ns1:gd name="T24" fmla="*/ 111 w 176"/>
              <ns1:gd name="T25" fmla="*/ 112 h 176"/>
              <ns1:gd name="T26" fmla="*/ 105 w 176"/>
              <ns1:gd name="T27" fmla="*/ 115 h 176"/>
              <ns1:gd name="T28" fmla="*/ 99 w 176"/>
              <ns1:gd name="T29" fmla="*/ 111 h 176"/>
              <ns1:gd name="T30" fmla="*/ 65 w 176"/>
              <ns1:gd name="T31" fmla="*/ 77 h 176"/>
              <ns1:gd name="T32" fmla="*/ 64 w 176"/>
              <ns1:gd name="T33" fmla="*/ 65 h 176"/>
              <ns1:gd name="T34" fmla="*/ 73 w 176"/>
              <ns1:gd name="T35" fmla="*/ 55 h 176"/>
              <ns1:gd name="T36" fmla="*/ 72 w 176"/>
              <ns1:gd name="T37" fmla="*/ 40 h 176"/>
              <ns1:gd name="T38" fmla="*/ 44 w 176"/>
              <ns1:gd name="T39" fmla="*/ 4 h 176"/>
              <ns1:gd name="T40" fmla="*/ 0 w 176"/>
              <ns1:gd name="T41" fmla="*/ 42 h 176"/>
              <ns1:gd name="T42" fmla="*/ 4 w 176"/>
              <ns1:gd name="T43" fmla="*/ 60 h 176"/>
              <ns1:gd name="T44" fmla="*/ 116 w 176"/>
              <ns1:gd name="T45" fmla="*/ 172 h 176"/>
              <ns1:gd name="T46" fmla="*/ 176 w 176"/>
              <ns1:gd name="T47" fmla="*/ 140 h 176"/>
              <ns1:gd name="T48" fmla="*/ 134 w 176"/>
              <ns1:gd name="T49" fmla="*/ 168 h 176"/>
              <ns1:gd name="T50" fmla="*/ 118 w 176"/>
              <ns1:gd name="T51" fmla="*/ 164 h 176"/>
              <ns1:gd name="T52" fmla="*/ 11 w 176"/>
              <ns1:gd name="T53" fmla="*/ 57 h 176"/>
              <ns1:gd name="T54" fmla="*/ 36 w 176"/>
              <ns1:gd name="T55" fmla="*/ 8 h 176"/>
              <ns1:gd name="T56" fmla="*/ 39 w 176"/>
              <ns1:gd name="T57" fmla="*/ 10 h 176"/>
              <ns1:gd name="T58" fmla="*/ 66 w 176"/>
              <ns1:gd name="T59" fmla="*/ 44 h 176"/>
              <ns1:gd name="T60" fmla="*/ 68 w 176"/>
              <ns1:gd name="T61" fmla="*/ 48 h 176"/>
              <ns1:gd name="T62" fmla="*/ 58 w 176"/>
              <ns1:gd name="T63" fmla="*/ 59 h 176"/>
              <ns1:gd name="T64" fmla="*/ 53 w 176"/>
              <ns1:gd name="T65" fmla="*/ 71 h 176"/>
              <ns1:gd name="T66" fmla="*/ 58 w 176"/>
              <ns1:gd name="T67" fmla="*/ 82 h 176"/>
              <ns1:gd name="T68" fmla="*/ 94 w 176"/>
              <ns1:gd name="T69" fmla="*/ 118 h 176"/>
              <ns1:gd name="T70" fmla="*/ 116 w 176"/>
              <ns1:gd name="T71" fmla="*/ 118 h 176"/>
              <ns1:gd name="T72" fmla="*/ 126 w 176"/>
              <ns1:gd name="T73" fmla="*/ 109 h 176"/>
              <ns1:gd name="T74" fmla="*/ 131 w 176"/>
              <ns1:gd name="T75" fmla="*/ 109 h 176"/>
              <ns1:gd name="T76" fmla="*/ 165 w 176"/>
              <ns1:gd name="T77" fmla="*/ 136 h 176"/>
              <ns1:gd name="T78" fmla="*/ 167 w 176"/>
              <ns1:gd name="T79" fmla="*/ 137 h 176"/>
              <ns1:gd name="T80" fmla="*/ 168 w 176"/>
              <ns1:gd name="T81" fmla="*/ 141 h 176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  <ns1:cxn ang="0">
                <ns1:pos x="T32" y="T33"/>
              </ns1:cxn>
              <ns1:cxn ang="0">
                <ns1:pos x="T34" y="T35"/>
              </ns1:cxn>
              <ns1:cxn ang="0">
                <ns1:pos x="T36" y="T37"/>
              </ns1:cxn>
              <ns1:cxn ang="0">
                <ns1:pos x="T38" y="T39"/>
              </ns1:cxn>
              <ns1:cxn ang="0">
                <ns1:pos x="T40" y="T41"/>
              </ns1:cxn>
              <ns1:cxn ang="0">
                <ns1:pos x="T42" y="T43"/>
              </ns1:cxn>
              <ns1:cxn ang="0">
                <ns1:pos x="T44" y="T45"/>
              </ns1:cxn>
              <ns1:cxn ang="0">
                <ns1:pos x="T46" y="T47"/>
              </ns1:cxn>
              <ns1:cxn ang="0">
                <ns1:pos x="T48" y="T49"/>
              </ns1:cxn>
              <ns1:cxn ang="0">
                <ns1:pos x="T50" y="T51"/>
              </ns1:cxn>
              <ns1:cxn ang="0">
                <ns1:pos x="T52" y="T53"/>
              </ns1:cxn>
              <ns1:cxn ang="0">
                <ns1:pos x="T54" y="T55"/>
              </ns1:cxn>
              <ns1:cxn ang="0">
                <ns1:pos x="T56" y="T57"/>
              </ns1:cxn>
              <ns1:cxn ang="0">
                <ns1:pos x="T58" y="T59"/>
              </ns1:cxn>
              <ns1:cxn ang="0">
                <ns1:pos x="T60" y="T61"/>
              </ns1:cxn>
              <ns1:cxn ang="0">
                <ns1:pos x="T62" y="T63"/>
              </ns1:cxn>
              <ns1:cxn ang="0">
                <ns1:pos x="T64" y="T65"/>
              </ns1:cxn>
              <ns1:cxn ang="0">
                <ns1:pos x="T66" y="T67"/>
              </ns1:cxn>
              <ns1:cxn ang="0">
                <ns1:pos x="T68" y="T69"/>
              </ns1:cxn>
              <ns1:cxn ang="0">
                <ns1:pos x="T70" y="T71"/>
              </ns1:cxn>
              <ns1:cxn ang="0">
                <ns1:pos x="T72" y="T73"/>
              </ns1:cxn>
              <ns1:cxn ang="0">
                <ns1:pos x="T74" y="T75"/>
              </ns1:cxn>
              <ns1:cxn ang="0">
                <ns1:pos x="T76" y="T77"/>
              </ns1:cxn>
              <ns1:cxn ang="0">
                <ns1:pos x="T78" y="T79"/>
              </ns1:cxn>
              <ns1:cxn ang="0">
                <ns1:pos x="T80" y="T81"/>
              </ns1:cxn>
            </ns1:cxnLst>
            <ns1:rect l="0" t="0" r="r" b="b"/>
            <ns1:pathLst>
              <ns1:path w="176" h="176">
                <ns1:moveTo>
                  <ns1:pt x="96" y="8"/>
                </ns1:moveTo>
                <ns1:cubicBezTo>
                  <ns1:pt x="136" y="8"/>
                  <ns1:pt x="168" y="40"/>
                  <ns1:pt x="168" y="80"/>
                </ns1:cubicBezTo>
                <ns1:cubicBezTo>
                  <ns1:pt x="168" y="82"/>
                  <ns1:pt x="170" y="84"/>
                  <ns1:pt x="172" y="84"/>
                </ns1:cubicBezTo>
                <ns1:cubicBezTo>
                  <ns1:pt x="174" y="84"/>
                  <ns1:pt x="176" y="82"/>
                  <ns1:pt x="176" y="80"/>
                </ns1:cubicBezTo>
                <ns1:cubicBezTo>
                  <ns1:pt x="176" y="36"/>
                  <ns1:pt x="140" y="0"/>
                  <ns1:pt x="96" y="0"/>
                </ns1:cubicBezTo>
                <ns1:cubicBezTo>
                  <ns1:pt x="94" y="0"/>
                  <ns1:pt x="92" y="2"/>
                  <ns1:pt x="92" y="4"/>
                </ns1:cubicBezTo>
                <ns1:cubicBezTo>
                  <ns1:pt x="92" y="6"/>
                  <ns1:pt x="94" y="8"/>
                  <ns1:pt x="96" y="8"/>
                </ns1:cubicBezTo>
                <ns1:moveTo>
                  <ns1:pt x="96" y="48"/>
                </ns1:moveTo>
                <ns1:cubicBezTo>
                  <ns1:pt x="114" y="48"/>
                  <ns1:pt x="128" y="62"/>
                  <ns1:pt x="128" y="80"/>
                </ns1:cubicBezTo>
                <ns1:cubicBezTo>
                  <ns1:pt x="128" y="82"/>
                  <ns1:pt x="130" y="84"/>
                  <ns1:pt x="132" y="84"/>
                </ns1:cubicBezTo>
                <ns1:cubicBezTo>
                  <ns1:pt x="134" y="84"/>
                  <ns1:pt x="136" y="82"/>
                  <ns1:pt x="136" y="80"/>
                </ns1:cubicBezTo>
                <ns1:cubicBezTo>
                  <ns1:pt x="136" y="58"/>
                  <ns1:pt x="118" y="40"/>
                  <ns1:pt x="96" y="40"/>
                </ns1:cubicBezTo>
                <ns1:cubicBezTo>
                  <ns1:pt x="94" y="40"/>
                  <ns1:pt x="92" y="42"/>
                  <ns1:pt x="92" y="44"/>
                </ns1:cubicBezTo>
                <ns1:cubicBezTo>
                  <ns1:pt x="92" y="46"/>
                  <ns1:pt x="94" y="48"/>
                  <ns1:pt x="96" y="48"/>
                </ns1:cubicBezTo>
                <ns1:moveTo>
                  <ns1:pt x="96" y="88"/>
                </ns1:moveTo>
                <ns1:cubicBezTo>
                  <ns1:pt x="100" y="88"/>
                  <ns1:pt x="104" y="84"/>
                  <ns1:pt x="104" y="80"/>
                </ns1:cubicBezTo>
                <ns1:cubicBezTo>
                  <ns1:pt x="104" y="76"/>
                  <ns1:pt x="100" y="72"/>
                  <ns1:pt x="96" y="72"/>
                </ns1:cubicBezTo>
                <ns1:cubicBezTo>
                  <ns1:pt x="92" y="72"/>
                  <ns1:pt x="88" y="76"/>
                  <ns1:pt x="88" y="80"/>
                </ns1:cubicBezTo>
                <ns1:cubicBezTo>
                  <ns1:pt x="88" y="84"/>
                  <ns1:pt x="92" y="88"/>
                  <ns1:pt x="96" y="88"/>
                </ns1:cubicBezTo>
                <ns1:moveTo>
                  <ns1:pt x="176" y="140"/>
                </ns1:moveTo>
                <ns1:cubicBezTo>
                  <ns1:pt x="176" y="137"/>
                  <ns1:pt x="175" y="134"/>
                  <ns1:pt x="172" y="131"/>
                </ns1:cubicBezTo>
                <ns1:cubicBezTo>
                  <ns1:pt x="172" y="131"/>
                  <ns1:pt x="171" y="130"/>
                  <ns1:pt x="170" y="130"/>
                </ns1:cubicBezTo>
                <ns1:cubicBezTo>
                  <ns1:pt x="136" y="103"/>
                  <ns1:pt x="136" y="103"/>
                  <ns1:pt x="136" y="103"/>
                </ns1:cubicBezTo>
                <ns1:cubicBezTo>
                  <ns1:pt x="134" y="101"/>
                  <ns1:pt x="131" y="100"/>
                  <ns1:pt x="128" y="100"/>
                </ns1:cubicBezTo>
                <ns1:cubicBezTo>
                  <ns1:pt x="125" y="100"/>
                  <ns1:pt x="123" y="101"/>
                  <ns1:pt x="121" y="102"/>
                </ns1:cubicBezTo>
                <ns1:cubicBezTo>
                  <ns1:pt x="111" y="112"/>
                  <ns1:pt x="111" y="112"/>
                  <ns1:pt x="111" y="112"/>
                </ns1:cubicBezTo>
                <ns1:cubicBezTo>
                  <ns1:pt x="111" y="112"/>
                  <ns1:pt x="111" y="112"/>
                  <ns1:pt x="111" y="112"/>
                </ns1:cubicBezTo>
                <ns1:cubicBezTo>
                  <ns1:pt x="110" y="114"/>
                  <ns1:pt x="108" y="115"/>
                  <ns1:pt x="105" y="115"/>
                </ns1:cubicBezTo>
                <ns1:cubicBezTo>
                  <ns1:pt x="103" y="115"/>
                  <ns1:pt x="100" y="113"/>
                  <ns1:pt x="99" y="111"/>
                </ns1:cubicBezTo>
                <ns1:cubicBezTo>
                  <ns1:pt x="99" y="111"/>
                  <ns1:pt x="99" y="111"/>
                  <ns1:pt x="99" y="111"/>
                </ns1:cubicBezTo>
                <ns1:cubicBezTo>
                  <ns1:pt x="86" y="102"/>
                  <ns1:pt x="74" y="91"/>
                  <ns1:pt x="64" y="77"/>
                </ns1:cubicBezTo>
                <ns1:cubicBezTo>
                  <ns1:pt x="65" y="77"/>
                  <ns1:pt x="65" y="77"/>
                  <ns1:pt x="65" y="77"/>
                </ns1:cubicBezTo>
                <ns1:cubicBezTo>
                  <ns1:pt x="63" y="76"/>
                  <ns1:pt x="61" y="73"/>
                  <ns1:pt x="61" y="71"/>
                </ns1:cubicBezTo>
                <ns1:cubicBezTo>
                  <ns1:pt x="61" y="68"/>
                  <ns1:pt x="62" y="66"/>
                  <ns1:pt x="64" y="65"/>
                </ns1:cubicBezTo>
                <ns1:cubicBezTo>
                  <ns1:pt x="64" y="65"/>
                  <ns1:pt x="64" y="65"/>
                  <ns1:pt x="64" y="65"/>
                </ns1:cubicBezTo>
                <ns1:cubicBezTo>
                  <ns1:pt x="73" y="55"/>
                  <ns1:pt x="73" y="55"/>
                  <ns1:pt x="73" y="55"/>
                </ns1:cubicBezTo>
                <ns1:cubicBezTo>
                  <ns1:pt x="75" y="53"/>
                  <ns1:pt x="76" y="51"/>
                  <ns1:pt x="76" y="48"/>
                </ns1:cubicBezTo>
                <ns1:cubicBezTo>
                  <ns1:pt x="76" y="45"/>
                  <ns1:pt x="75" y="42"/>
                  <ns1:pt x="72" y="40"/>
                </ns1:cubicBezTo>
                <ns1:cubicBezTo>
                  <ns1:pt x="46" y="6"/>
                  <ns1:pt x="46" y="6"/>
                  <ns1:pt x="46" y="6"/>
                </ns1:cubicBezTo>
                <ns1:cubicBezTo>
                  <ns1:pt x="46" y="5"/>
                  <ns1:pt x="45" y="4"/>
                  <ns1:pt x="44" y="4"/>
                </ns1:cubicBezTo>
                <ns1:cubicBezTo>
                  <ns1:pt x="42" y="1"/>
                  <ns1:pt x="39" y="0"/>
                  <ns1:pt x="36" y="0"/>
                </ns1:cubicBezTo>
                <ns1:cubicBezTo>
                  <ns1:pt x="20" y="0"/>
                  <ns1:pt x="0" y="19"/>
                  <ns1:pt x="0" y="42"/>
                </ns1:cubicBezTo>
                <ns1:cubicBezTo>
                  <ns1:pt x="0" y="48"/>
                  <ns1:pt x="1" y="54"/>
                  <ns1:pt x="4" y="60"/>
                </ns1:cubicBezTo>
                <ns1:cubicBezTo>
                  <ns1:pt x="4" y="60"/>
                  <ns1:pt x="4" y="60"/>
                  <ns1:pt x="4" y="60"/>
                </ns1:cubicBezTo>
                <ns1:cubicBezTo>
                  <ns1:pt x="28" y="108"/>
                  <ns1:pt x="68" y="148"/>
                  <ns1:pt x="116" y="172"/>
                </ns1:cubicBezTo>
                <ns1:cubicBezTo>
                  <ns1:pt x="116" y="172"/>
                  <ns1:pt x="116" y="172"/>
                  <ns1:pt x="116" y="172"/>
                </ns1:cubicBezTo>
                <ns1:cubicBezTo>
                  <ns1:pt x="121" y="175"/>
                  <ns1:pt x="128" y="176"/>
                  <ns1:pt x="134" y="176"/>
                </ns1:cubicBezTo>
                <ns1:cubicBezTo>
                  <ns1:pt x="157" y="176"/>
                  <ns1:pt x="176" y="156"/>
                  <ns1:pt x="176" y="140"/>
                </ns1:cubicBezTo>
                <ns1:cubicBezTo>
                  <ns1:pt x="176" y="140"/>
                  <ns1:pt x="176" y="140"/>
                  <ns1:pt x="176" y="140"/>
                </ns1:cubicBezTo>
                <ns1:close/>
                <ns1:moveTo>
                  <ns1:pt x="134" y="168"/>
                </ns1:moveTo>
                <ns1:cubicBezTo>
                  <ns1:pt x="129" y="168"/>
                  <ns1:pt x="124" y="167"/>
                  <ns1:pt x="119" y="165"/>
                </ns1:cubicBezTo>
                <ns1:cubicBezTo>
                  <ns1:pt x="119" y="165"/>
                  <ns1:pt x="119" y="164"/>
                  <ns1:pt x="118" y="164"/>
                </ns1:cubicBezTo>
                <ns1:cubicBezTo>
                  <ns1:pt x="73" y="141"/>
                  <ns1:pt x="35" y="103"/>
                  <ns1:pt x="12" y="58"/>
                </ns1:cubicBezTo>
                <ns1:cubicBezTo>
                  <ns1:pt x="12" y="57"/>
                  <ns1:pt x="11" y="57"/>
                  <ns1:pt x="11" y="57"/>
                </ns1:cubicBezTo>
                <ns1:cubicBezTo>
                  <ns1:pt x="9" y="52"/>
                  <ns1:pt x="8" y="47"/>
                  <ns1:pt x="8" y="42"/>
                </ns1:cubicBezTo>
                <ns1:cubicBezTo>
                  <ns1:pt x="8" y="23"/>
                  <ns1:pt x="25" y="8"/>
                  <ns1:pt x="36" y="8"/>
                </ns1:cubicBezTo>
                <ns1:cubicBezTo>
                  <ns1:pt x="37" y="8"/>
                  <ns1:pt x="38" y="9"/>
                  <ns1:pt x="39" y="9"/>
                </ns1:cubicBezTo>
                <ns1:cubicBezTo>
                  <ns1:pt x="39" y="9"/>
                  <ns1:pt x="39" y="9"/>
                  <ns1:pt x="39" y="10"/>
                </ns1:cubicBezTo>
                <ns1:cubicBezTo>
                  <ns1:pt x="39" y="10"/>
                  <ns1:pt x="40" y="10"/>
                  <ns1:pt x="40" y="11"/>
                </ns1:cubicBezTo>
                <ns1:cubicBezTo>
                  <ns1:pt x="66" y="44"/>
                  <ns1:pt x="66" y="44"/>
                  <ns1:pt x="66" y="44"/>
                </ns1:cubicBezTo>
                <ns1:cubicBezTo>
                  <ns1:pt x="66" y="45"/>
                  <ns1:pt x="67" y="45"/>
                  <ns1:pt x="67" y="45"/>
                </ns1:cubicBezTo>
                <ns1:cubicBezTo>
                  <ns1:pt x="67" y="46"/>
                  <ns1:pt x="68" y="47"/>
                  <ns1:pt x="68" y="48"/>
                </ns1:cubicBezTo>
                <ns1:cubicBezTo>
                  <ns1:pt x="68" y="49"/>
                  <ns1:pt x="68" y="49"/>
                  <ns1:pt x="67" y="50"/>
                </ns1:cubicBezTo>
                <ns1:cubicBezTo>
                  <ns1:pt x="58" y="59"/>
                  <ns1:pt x="58" y="59"/>
                  <ns1:pt x="58" y="59"/>
                </ns1:cubicBezTo>
                <ns1:cubicBezTo>
                  <ns1:pt x="58" y="59"/>
                  <ns1:pt x="58" y="59"/>
                  <ns1:pt x="58" y="59"/>
                </ns1:cubicBezTo>
                <ns1:cubicBezTo>
                  <ns1:pt x="55" y="62"/>
                  <ns1:pt x="53" y="66"/>
                  <ns1:pt x="53" y="71"/>
                </ns1:cubicBezTo>
                <ns1:cubicBezTo>
                  <ns1:pt x="53" y="75"/>
                  <ns1:pt x="55" y="79"/>
                  <ns1:pt x="58" y="82"/>
                </ns1:cubicBezTo>
                <ns1:cubicBezTo>
                  <ns1:pt x="58" y="82"/>
                  <ns1:pt x="58" y="82"/>
                  <ns1:pt x="58" y="82"/>
                </ns1:cubicBezTo>
                <ns1:cubicBezTo>
                  <ns1:pt x="68" y="96"/>
                  <ns1:pt x="80" y="108"/>
                  <ns1:pt x="94" y="118"/>
                </ns1:cubicBezTo>
                <ns1:cubicBezTo>
                  <ns1:pt x="94" y="118"/>
                  <ns1:pt x="94" y="118"/>
                  <ns1:pt x="94" y="118"/>
                </ns1:cubicBezTo>
                <ns1:cubicBezTo>
                  <ns1:pt x="97" y="121"/>
                  <ns1:pt x="101" y="123"/>
                  <ns1:pt x="105" y="123"/>
                </ns1:cubicBezTo>
                <ns1:cubicBezTo>
                  <ns1:pt x="109" y="123"/>
                  <ns1:pt x="113" y="121"/>
                  <ns1:pt x="116" y="118"/>
                </ns1:cubicBezTo>
                <ns1:cubicBezTo>
                  <ns1:pt x="117" y="118"/>
                  <ns1:pt x="117" y="118"/>
                  <ns1:pt x="117" y="118"/>
                </ns1:cubicBezTo>
                <ns1:cubicBezTo>
                  <ns1:pt x="126" y="109"/>
                  <ns1:pt x="126" y="109"/>
                  <ns1:pt x="126" y="109"/>
                </ns1:cubicBezTo>
                <ns1:cubicBezTo>
                  <ns1:pt x="127" y="108"/>
                  <ns1:pt x="127" y="108"/>
                  <ns1:pt x="128" y="108"/>
                </ns1:cubicBezTo>
                <ns1:cubicBezTo>
                  <ns1:pt x="129" y="108"/>
                  <ns1:pt x="130" y="109"/>
                  <ns1:pt x="131" y="109"/>
                </ns1:cubicBezTo>
                <ns1:cubicBezTo>
                  <ns1:pt x="131" y="109"/>
                  <ns1:pt x="131" y="110"/>
                  <ns1:pt x="131" y="110"/>
                </ns1:cubicBezTo>
                <ns1:cubicBezTo>
                  <ns1:pt x="165" y="136"/>
                  <ns1:pt x="165" y="136"/>
                  <ns1:pt x="165" y="136"/>
                </ns1:cubicBezTo>
                <ns1:cubicBezTo>
                  <ns1:pt x="166" y="136"/>
                  <ns1:pt x="166" y="136"/>
                  <ns1:pt x="166" y="137"/>
                </ns1:cubicBezTo>
                <ns1:cubicBezTo>
                  <ns1:pt x="166" y="137"/>
                  <ns1:pt x="167" y="137"/>
                  <ns1:pt x="167" y="137"/>
                </ns1:cubicBezTo>
                <ns1:cubicBezTo>
                  <ns1:pt x="167" y="138"/>
                  <ns1:pt x="168" y="138"/>
                  <ns1:pt x="168" y="140"/>
                </ns1:cubicBezTo>
                <ns1:cubicBezTo>
                  <ns1:pt x="168" y="140"/>
                  <ns1:pt x="168" y="140"/>
                  <ns1:pt x="168" y="141"/>
                </ns1:cubicBezTo>
                <ns1:cubicBezTo>
                  <ns1:pt x="167" y="152"/>
                  <ns1:pt x="153" y="168"/>
                  <ns1:pt x="134" y="168"/>
                </ns1:cubicBezTo>
              </ns1:path>
            </ns1:pathLst>
          </ns1:custGeom>
          <ns1:solidFill>
            <ns1:schemeClr val="tx1"/>
          </ns1:solidFill>
          <ns1:ln>
            <ns1:noFill/>
          </ns1:ln>
          <ns1:extLst/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en-US" sz="2700"/>
          </ns1:p>
        </ns0:txBody>
      </ns0:sp>
      <ns0:sp>
        <ns0:nvSpPr>
          <ns0:cNvPr id="115" name="Freeform 109"/>
          <ns0:cNvSpPr>
            <ns1:spLocks noEditPoints="1"/>
          </ns0:cNvSpPr>
          <ns0:nvPr/>
        </ns0:nvSpPr>
        <ns0:spPr bwMode="auto">
          <ns1:xfrm>
            <ns1:off x="6315076" y="6326188"/>
            <ns1:ext cx="174625" cy="319088"/>
          </ns1:xfrm>
          <ns1:custGeom>
            <ns1:avLst/>
            <ns1:gdLst>
              <ns1:gd name="T0" fmla="*/ 96 w 96"/>
              <ns1:gd name="T1" fmla="*/ 68 h 176"/>
              <ns1:gd name="T2" fmla="*/ 92 w 96"/>
              <ns1:gd name="T3" fmla="*/ 64 h 176"/>
              <ns1:gd name="T4" fmla="*/ 60 w 96"/>
              <ns1:gd name="T5" fmla="*/ 64 h 176"/>
              <ns1:gd name="T6" fmla="*/ 80 w 96"/>
              <ns1:gd name="T7" fmla="*/ 5 h 176"/>
              <ns1:gd name="T8" fmla="*/ 80 w 96"/>
              <ns1:gd name="T9" fmla="*/ 5 h 176"/>
              <ns1:gd name="T10" fmla="*/ 80 w 96"/>
              <ns1:gd name="T11" fmla="*/ 4 h 176"/>
              <ns1:gd name="T12" fmla="*/ 76 w 96"/>
              <ns1:gd name="T13" fmla="*/ 0 h 176"/>
              <ns1:gd name="T14" fmla="*/ 36 w 96"/>
              <ns1:gd name="T15" fmla="*/ 0 h 176"/>
              <ns1:gd name="T16" fmla="*/ 32 w 96"/>
              <ns1:gd name="T17" fmla="*/ 3 h 176"/>
              <ns1:gd name="T18" fmla="*/ 32 w 96"/>
              <ns1:gd name="T19" fmla="*/ 3 h 176"/>
              <ns1:gd name="T20" fmla="*/ 0 w 96"/>
              <ns1:gd name="T21" fmla="*/ 99 h 176"/>
              <ns1:gd name="T22" fmla="*/ 0 w 96"/>
              <ns1:gd name="T23" fmla="*/ 99 h 176"/>
              <ns1:gd name="T24" fmla="*/ 0 w 96"/>
              <ns1:gd name="T25" fmla="*/ 100 h 176"/>
              <ns1:gd name="T26" fmla="*/ 4 w 96"/>
              <ns1:gd name="T27" fmla="*/ 104 h 176"/>
              <ns1:gd name="T28" fmla="*/ 40 w 96"/>
              <ns1:gd name="T29" fmla="*/ 104 h 176"/>
              <ns1:gd name="T30" fmla="*/ 32 w 96"/>
              <ns1:gd name="T31" fmla="*/ 172 h 176"/>
              <ns1:gd name="T32" fmla="*/ 32 w 96"/>
              <ns1:gd name="T33" fmla="*/ 172 h 176"/>
              <ns1:gd name="T34" fmla="*/ 32 w 96"/>
              <ns1:gd name="T35" fmla="*/ 172 h 176"/>
              <ns1:gd name="T36" fmla="*/ 36 w 96"/>
              <ns1:gd name="T37" fmla="*/ 176 h 176"/>
              <ns1:gd name="T38" fmla="*/ 40 w 96"/>
              <ns1:gd name="T39" fmla="*/ 174 h 176"/>
              <ns1:gd name="T40" fmla="*/ 40 w 96"/>
              <ns1:gd name="T41" fmla="*/ 174 h 176"/>
              <ns1:gd name="T42" fmla="*/ 96 w 96"/>
              <ns1:gd name="T43" fmla="*/ 70 h 176"/>
              <ns1:gd name="T44" fmla="*/ 96 w 96"/>
              <ns1:gd name="T45" fmla="*/ 70 h 176"/>
              <ns1:gd name="T46" fmla="*/ 96 w 96"/>
              <ns1:gd name="T47" fmla="*/ 68 h 176"/>
              <ns1:gd name="T48" fmla="*/ 42 w 96"/>
              <ns1:gd name="T49" fmla="*/ 152 h 176"/>
              <ns1:gd name="T50" fmla="*/ 48 w 96"/>
              <ns1:gd name="T51" fmla="*/ 100 h 176"/>
              <ns1:gd name="T52" fmla="*/ 48 w 96"/>
              <ns1:gd name="T53" fmla="*/ 100 h 176"/>
              <ns1:gd name="T54" fmla="*/ 48 w 96"/>
              <ns1:gd name="T55" fmla="*/ 100 h 176"/>
              <ns1:gd name="T56" fmla="*/ 44 w 96"/>
              <ns1:gd name="T57" fmla="*/ 96 h 176"/>
              <ns1:gd name="T58" fmla="*/ 10 w 96"/>
              <ns1:gd name="T59" fmla="*/ 96 h 176"/>
              <ns1:gd name="T60" fmla="*/ 39 w 96"/>
              <ns1:gd name="T61" fmla="*/ 8 h 176"/>
              <ns1:gd name="T62" fmla="*/ 70 w 96"/>
              <ns1:gd name="T63" fmla="*/ 8 h 176"/>
              <ns1:gd name="T64" fmla="*/ 51 w 96"/>
              <ns1:gd name="T65" fmla="*/ 67 h 176"/>
              <ns1:gd name="T66" fmla="*/ 51 w 96"/>
              <ns1:gd name="T67" fmla="*/ 67 h 176"/>
              <ns1:gd name="T68" fmla="*/ 51 w 96"/>
              <ns1:gd name="T69" fmla="*/ 68 h 176"/>
              <ns1:gd name="T70" fmla="*/ 55 w 96"/>
              <ns1:gd name="T71" fmla="*/ 72 h 176"/>
              <ns1:gd name="T72" fmla="*/ 85 w 96"/>
              <ns1:gd name="T73" fmla="*/ 72 h 176"/>
              <ns1:gd name="T74" fmla="*/ 42 w 96"/>
              <ns1:gd name="T75" fmla="*/ 152 h 176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  <ns1:cxn ang="0">
                <ns1:pos x="T32" y="T33"/>
              </ns1:cxn>
              <ns1:cxn ang="0">
                <ns1:pos x="T34" y="T35"/>
              </ns1:cxn>
              <ns1:cxn ang="0">
                <ns1:pos x="T36" y="T37"/>
              </ns1:cxn>
              <ns1:cxn ang="0">
                <ns1:pos x="T38" y="T39"/>
              </ns1:cxn>
              <ns1:cxn ang="0">
                <ns1:pos x="T40" y="T41"/>
              </ns1:cxn>
              <ns1:cxn ang="0">
                <ns1:pos x="T42" y="T43"/>
              </ns1:cxn>
              <ns1:cxn ang="0">
                <ns1:pos x="T44" y="T45"/>
              </ns1:cxn>
              <ns1:cxn ang="0">
                <ns1:pos x="T46" y="T47"/>
              </ns1:cxn>
              <ns1:cxn ang="0">
                <ns1:pos x="T48" y="T49"/>
              </ns1:cxn>
              <ns1:cxn ang="0">
                <ns1:pos x="T50" y="T51"/>
              </ns1:cxn>
              <ns1:cxn ang="0">
                <ns1:pos x="T52" y="T53"/>
              </ns1:cxn>
              <ns1:cxn ang="0">
                <ns1:pos x="T54" y="T55"/>
              </ns1:cxn>
              <ns1:cxn ang="0">
                <ns1:pos x="T56" y="T57"/>
              </ns1:cxn>
              <ns1:cxn ang="0">
                <ns1:pos x="T58" y="T59"/>
              </ns1:cxn>
              <ns1:cxn ang="0">
                <ns1:pos x="T60" y="T61"/>
              </ns1:cxn>
              <ns1:cxn ang="0">
                <ns1:pos x="T62" y="T63"/>
              </ns1:cxn>
              <ns1:cxn ang="0">
                <ns1:pos x="T64" y="T65"/>
              </ns1:cxn>
              <ns1:cxn ang="0">
                <ns1:pos x="T66" y="T67"/>
              </ns1:cxn>
              <ns1:cxn ang="0">
                <ns1:pos x="T68" y="T69"/>
              </ns1:cxn>
              <ns1:cxn ang="0">
                <ns1:pos x="T70" y="T71"/>
              </ns1:cxn>
              <ns1:cxn ang="0">
                <ns1:pos x="T72" y="T73"/>
              </ns1:cxn>
              <ns1:cxn ang="0">
                <ns1:pos x="T74" y="T75"/>
              </ns1:cxn>
            </ns1:cxnLst>
            <ns1:rect l="0" t="0" r="r" b="b"/>
            <ns1:pathLst>
              <ns1:path w="96" h="176">
                <ns1:moveTo>
                  <ns1:pt x="96" y="68"/>
                </ns1:moveTo>
                <ns1:cubicBezTo>
                  <ns1:pt x="96" y="66"/>
                  <ns1:pt x="94" y="64"/>
                  <ns1:pt x="92" y="64"/>
                </ns1:cubicBezTo>
                <ns1:cubicBezTo>
                  <ns1:pt x="60" y="64"/>
                  <ns1:pt x="60" y="64"/>
                  <ns1:pt x="60" y="64"/>
                </ns1:cubicBezTo>
                <ns1:cubicBezTo>
                  <ns1:pt x="80" y="5"/>
                  <ns1:pt x="80" y="5"/>
                  <ns1:pt x="80" y="5"/>
                </ns1:cubicBezTo>
                <ns1:cubicBezTo>
                  <ns1:pt x="80" y="5"/>
                  <ns1:pt x="80" y="5"/>
                  <ns1:pt x="80" y="5"/>
                </ns1:cubicBezTo>
                <ns1:cubicBezTo>
                  <ns1:pt x="80" y="5"/>
                  <ns1:pt x="80" y="4"/>
                  <ns1:pt x="80" y="4"/>
                </ns1:cubicBezTo>
                <ns1:cubicBezTo>
                  <ns1:pt x="80" y="2"/>
                  <ns1:pt x="78" y="0"/>
                  <ns1:pt x="76" y="0"/>
                </ns1:cubicBezTo>
                <ns1:cubicBezTo>
                  <ns1:pt x="36" y="0"/>
                  <ns1:pt x="36" y="0"/>
                  <ns1:pt x="36" y="0"/>
                </ns1:cubicBezTo>
                <ns1:cubicBezTo>
                  <ns1:pt x="34" y="0"/>
                  <ns1:pt x="33" y="1"/>
                  <ns1:pt x="32" y="3"/>
                </ns1:cubicBezTo>
                <ns1:cubicBezTo>
                  <ns1:pt x="32" y="3"/>
                  <ns1:pt x="32" y="3"/>
                  <ns1:pt x="32" y="3"/>
                </ns1:cubicBezTo>
                <ns1:cubicBezTo>
                  <ns1:pt x="0" y="99"/>
                  <ns1:pt x="0" y="99"/>
                  <ns1:pt x="0" y="99"/>
                </ns1:cubicBezTo>
                <ns1:cubicBezTo>
                  <ns1:pt x="0" y="99"/>
                  <ns1:pt x="0" y="99"/>
                  <ns1:pt x="0" y="99"/>
                </ns1:cubicBezTo>
                <ns1:cubicBezTo>
                  <ns1:pt x="0" y="99"/>
                  <ns1:pt x="0" y="100"/>
                  <ns1:pt x="0" y="100"/>
                </ns1:cubicBezTo>
                <ns1:cubicBezTo>
                  <ns1:pt x="0" y="102"/>
                  <ns1:pt x="2" y="104"/>
                  <ns1:pt x="4" y="104"/>
                </ns1:cubicBezTo>
                <ns1:cubicBezTo>
                  <ns1:pt x="40" y="104"/>
                  <ns1:pt x="40" y="104"/>
                  <ns1:pt x="40" y="104"/>
                </ns1:cubicBezTo>
                <ns1:cubicBezTo>
                  <ns1:pt x="32" y="172"/>
                  <ns1:pt x="32" y="172"/>
                  <ns1:pt x="32" y="172"/>
                </ns1:cubicBezTo>
                <ns1:cubicBezTo>
                  <ns1:pt x="32" y="172"/>
                  <ns1:pt x="32" y="172"/>
                  <ns1:pt x="32" y="172"/>
                </ns1:cubicBezTo>
                <ns1:cubicBezTo>
                  <ns1:pt x="32" y="172"/>
                  <ns1:pt x="32" y="172"/>
                  <ns1:pt x="32" y="172"/>
                </ns1:cubicBezTo>
                <ns1:cubicBezTo>
                  <ns1:pt x="32" y="174"/>
                  <ns1:pt x="34" y="176"/>
                  <ns1:pt x="36" y="176"/>
                </ns1:cubicBezTo>
                <ns1:cubicBezTo>
                  <ns1:pt x="38" y="176"/>
                  <ns1:pt x="39" y="175"/>
                  <ns1:pt x="40" y="174"/>
                </ns1:cubicBezTo>
                <ns1:cubicBezTo>
                  <ns1:pt x="40" y="174"/>
                  <ns1:pt x="40" y="174"/>
                  <ns1:pt x="40" y="174"/>
                </ns1:cubicBezTo>
                <ns1:cubicBezTo>
                  <ns1:pt x="96" y="70"/>
                  <ns1:pt x="96" y="70"/>
                  <ns1:pt x="96" y="70"/>
                </ns1:cubicBezTo>
                <ns1:cubicBezTo>
                  <ns1:pt x="96" y="70"/>
                  <ns1:pt x="96" y="70"/>
                  <ns1:pt x="96" y="70"/>
                </ns1:cubicBezTo>
                <ns1:cubicBezTo>
                  <ns1:pt x="96" y="69"/>
                  <ns1:pt x="96" y="69"/>
                  <ns1:pt x="96" y="68"/>
                </ns1:cubicBezTo>
                <ns1:moveTo>
                  <ns1:pt x="42" y="152"/>
                </ns1:moveTo>
                <ns1:cubicBezTo>
                  <ns1:pt x="48" y="100"/>
                  <ns1:pt x="48" y="100"/>
                  <ns1:pt x="48" y="100"/>
                </ns1:cubicBezTo>
                <ns1:cubicBezTo>
                  <ns1:pt x="48" y="100"/>
                  <ns1:pt x="48" y="100"/>
                  <ns1:pt x="48" y="100"/>
                </ns1:cubicBezTo>
                <ns1:cubicBezTo>
                  <ns1:pt x="48" y="100"/>
                  <ns1:pt x="48" y="100"/>
                  <ns1:pt x="48" y="100"/>
                </ns1:cubicBezTo>
                <ns1:cubicBezTo>
                  <ns1:pt x="48" y="98"/>
                  <ns1:pt x="46" y="96"/>
                  <ns1:pt x="44" y="96"/>
                </ns1:cubicBezTo>
                <ns1:cubicBezTo>
                  <ns1:pt x="10" y="96"/>
                  <ns1:pt x="10" y="96"/>
                  <ns1:pt x="10" y="96"/>
                </ns1:cubicBezTo>
                <ns1:cubicBezTo>
                  <ns1:pt x="39" y="8"/>
                  <ns1:pt x="39" y="8"/>
                  <ns1:pt x="39" y="8"/>
                </ns1:cubicBezTo>
                <ns1:cubicBezTo>
                  <ns1:pt x="70" y="8"/>
                  <ns1:pt x="70" y="8"/>
                  <ns1:pt x="70" y="8"/>
                </ns1:cubicBezTo>
                <ns1:cubicBezTo>
                  <ns1:pt x="51" y="67"/>
                  <ns1:pt x="51" y="67"/>
                  <ns1:pt x="51" y="67"/>
                </ns1:cubicBezTo>
                <ns1:cubicBezTo>
                  <ns1:pt x="51" y="67"/>
                  <ns1:pt x="51" y="67"/>
                  <ns1:pt x="51" y="67"/>
                </ns1:cubicBezTo>
                <ns1:cubicBezTo>
                  <ns1:pt x="51" y="67"/>
                  <ns1:pt x="51" y="68"/>
                  <ns1:pt x="51" y="68"/>
                </ns1:cubicBezTo>
                <ns1:cubicBezTo>
                  <ns1:pt x="51" y="70"/>
                  <ns1:pt x="52" y="72"/>
                  <ns1:pt x="55" y="72"/>
                </ns1:cubicBezTo>
                <ns1:cubicBezTo>
                  <ns1:pt x="85" y="72"/>
                  <ns1:pt x="85" y="72"/>
                  <ns1:pt x="85" y="72"/>
                </ns1:cubicBezTo>
                <ns1:lnTo>
                  <ns1:pt x="42" y="152"/>
                </ns1:lnTo>
                <ns1:close/>
              </ns1:path>
            </ns1:pathLst>
          </ns1:custGeom>
          <ns1:solidFill>
            <ns1:schemeClr val="tx1"/>
          </ns1:solidFill>
          <ns1:ln>
            <ns1:noFill/>
          </ns1:ln>
          <ns1:extLst/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en-US" sz="2700"/>
          </ns1:p>
        </ns0:txBody>
      </ns0:sp>
      <ns0:sp>
        <ns0:nvSpPr>
          <ns0:cNvPr id="116" name="Freeform 110"/>
          <ns0:cNvSpPr>
            <ns1:spLocks noEditPoints="1"/>
          </ns0:cNvSpPr>
          <ns0:nvPr/>
        </ns0:nvSpPr>
        <ns0:spPr bwMode="auto">
          <ns1:xfrm>
            <ns1:off x="6853239" y="6354764"/>
            <ns1:ext cx="320675" cy="261938"/>
          </ns1:xfrm>
          <ns1:custGeom>
            <ns1:avLst/>
            <ns1:gdLst>
              <ns1:gd name="T0" fmla="*/ 36 w 176"/>
              <ns1:gd name="T1" fmla="*/ 88 h 144"/>
              <ns1:gd name="T2" fmla="*/ 32 w 176"/>
              <ns1:gd name="T3" fmla="*/ 116 h 144"/>
              <ns1:gd name="T4" fmla="*/ 60 w 176"/>
              <ns1:gd name="T5" fmla="*/ 120 h 144"/>
              <ns1:gd name="T6" fmla="*/ 64 w 176"/>
              <ns1:gd name="T7" fmla="*/ 92 h 144"/>
              <ns1:gd name="T8" fmla="*/ 56 w 176"/>
              <ns1:gd name="T9" fmla="*/ 112 h 144"/>
              <ns1:gd name="T10" fmla="*/ 40 w 176"/>
              <ns1:gd name="T11" fmla="*/ 96 h 144"/>
              <ns1:gd name="T12" fmla="*/ 56 w 176"/>
              <ns1:gd name="T13" fmla="*/ 112 h 144"/>
              <ns1:gd name="T14" fmla="*/ 116 w 176"/>
              <ns1:gd name="T15" fmla="*/ 88 h 144"/>
              <ns1:gd name="T16" fmla="*/ 112 w 176"/>
              <ns1:gd name="T17" fmla="*/ 116 h 144"/>
              <ns1:gd name="T18" fmla="*/ 140 w 176"/>
              <ns1:gd name="T19" fmla="*/ 120 h 144"/>
              <ns1:gd name="T20" fmla="*/ 144 w 176"/>
              <ns1:gd name="T21" fmla="*/ 92 h 144"/>
              <ns1:gd name="T22" fmla="*/ 136 w 176"/>
              <ns1:gd name="T23" fmla="*/ 112 h 144"/>
              <ns1:gd name="T24" fmla="*/ 120 w 176"/>
              <ns1:gd name="T25" fmla="*/ 96 h 144"/>
              <ns1:gd name="T26" fmla="*/ 136 w 176"/>
              <ns1:gd name="T27" fmla="*/ 112 h 144"/>
              <ns1:gd name="T28" fmla="*/ 168 w 176"/>
              <ns1:gd name="T29" fmla="*/ 136 h 144"/>
              <ns1:gd name="T30" fmla="*/ 172 w 176"/>
              <ns1:gd name="T31" fmla="*/ 32 h 144"/>
              <ns1:gd name="T32" fmla="*/ 172 w 176"/>
              <ns1:gd name="T33" fmla="*/ 24 h 144"/>
              <ns1:gd name="T34" fmla="*/ 168 w 176"/>
              <ns1:gd name="T35" fmla="*/ 8 h 144"/>
              <ns1:gd name="T36" fmla="*/ 16 w 176"/>
              <ns1:gd name="T37" fmla="*/ 0 h 144"/>
              <ns1:gd name="T38" fmla="*/ 8 w 176"/>
              <ns1:gd name="T39" fmla="*/ 24 h 144"/>
              <ns1:gd name="T40" fmla="*/ 0 w 176"/>
              <ns1:gd name="T41" fmla="*/ 28 h 144"/>
              <ns1:gd name="T42" fmla="*/ 8 w 176"/>
              <ns1:gd name="T43" fmla="*/ 32 h 144"/>
              <ns1:gd name="T44" fmla="*/ 4 w 176"/>
              <ns1:gd name="T45" fmla="*/ 136 h 144"/>
              <ns1:gd name="T46" fmla="*/ 4 w 176"/>
              <ns1:gd name="T47" fmla="*/ 144 h 144"/>
              <ns1:gd name="T48" fmla="*/ 176 w 176"/>
              <ns1:gd name="T49" fmla="*/ 140 h 144"/>
              <ns1:gd name="T50" fmla="*/ 96 w 176"/>
              <ns1:gd name="T51" fmla="*/ 136 h 144"/>
              <ns1:gd name="T52" fmla="*/ 80 w 176"/>
              <ns1:gd name="T53" fmla="*/ 96 h 144"/>
              <ns1:gd name="T54" fmla="*/ 96 w 176"/>
              <ns1:gd name="T55" fmla="*/ 136 h 144"/>
              <ns1:gd name="T56" fmla="*/ 104 w 176"/>
              <ns1:gd name="T57" fmla="*/ 136 h 144"/>
              <ns1:gd name="T58" fmla="*/ 100 w 176"/>
              <ns1:gd name="T59" fmla="*/ 88 h 144"/>
              <ns1:gd name="T60" fmla="*/ 72 w 176"/>
              <ns1:gd name="T61" fmla="*/ 92 h 144"/>
              <ns1:gd name="T62" fmla="*/ 16 w 176"/>
              <ns1:gd name="T63" fmla="*/ 136 h 144"/>
              <ns1:gd name="T64" fmla="*/ 28 w 176"/>
              <ns1:gd name="T65" fmla="*/ 56 h 144"/>
              <ns1:gd name="T66" fmla="*/ 52 w 176"/>
              <ns1:gd name="T67" fmla="*/ 56 h 144"/>
              <ns1:gd name="T68" fmla="*/ 76 w 176"/>
              <ns1:gd name="T69" fmla="*/ 56 h 144"/>
              <ns1:gd name="T70" fmla="*/ 100 w 176"/>
              <ns1:gd name="T71" fmla="*/ 56 h 144"/>
              <ns1:gd name="T72" fmla="*/ 124 w 176"/>
              <ns1:gd name="T73" fmla="*/ 56 h 144"/>
              <ns1:gd name="T74" fmla="*/ 148 w 176"/>
              <ns1:gd name="T75" fmla="*/ 56 h 144"/>
              <ns1:gd name="T76" fmla="*/ 160 w 176"/>
              <ns1:gd name="T77" fmla="*/ 136 h 144"/>
              <ns1:gd name="T78" fmla="*/ 20 w 176"/>
              <ns1:gd name="T79" fmla="*/ 32 h 144"/>
              <ns1:gd name="T80" fmla="*/ 36 w 176"/>
              <ns1:gd name="T81" fmla="*/ 40 h 144"/>
              <ns1:gd name="T82" fmla="*/ 20 w 176"/>
              <ns1:gd name="T83" fmla="*/ 40 h 144"/>
              <ns1:gd name="T84" fmla="*/ 44 w 176"/>
              <ns1:gd name="T85" fmla="*/ 32 h 144"/>
              <ns1:gd name="T86" fmla="*/ 60 w 176"/>
              <ns1:gd name="T87" fmla="*/ 40 h 144"/>
              <ns1:gd name="T88" fmla="*/ 44 w 176"/>
              <ns1:gd name="T89" fmla="*/ 40 h 144"/>
              <ns1:gd name="T90" fmla="*/ 68 w 176"/>
              <ns1:gd name="T91" fmla="*/ 32 h 144"/>
              <ns1:gd name="T92" fmla="*/ 84 w 176"/>
              <ns1:gd name="T93" fmla="*/ 40 h 144"/>
              <ns1:gd name="T94" fmla="*/ 68 w 176"/>
              <ns1:gd name="T95" fmla="*/ 40 h 144"/>
              <ns1:gd name="T96" fmla="*/ 92 w 176"/>
              <ns1:gd name="T97" fmla="*/ 32 h 144"/>
              <ns1:gd name="T98" fmla="*/ 108 w 176"/>
              <ns1:gd name="T99" fmla="*/ 40 h 144"/>
              <ns1:gd name="T100" fmla="*/ 92 w 176"/>
              <ns1:gd name="T101" fmla="*/ 40 h 144"/>
              <ns1:gd name="T102" fmla="*/ 116 w 176"/>
              <ns1:gd name="T103" fmla="*/ 32 h 144"/>
              <ns1:gd name="T104" fmla="*/ 132 w 176"/>
              <ns1:gd name="T105" fmla="*/ 40 h 144"/>
              <ns1:gd name="T106" fmla="*/ 116 w 176"/>
              <ns1:gd name="T107" fmla="*/ 40 h 144"/>
              <ns1:gd name="T108" fmla="*/ 140 w 176"/>
              <ns1:gd name="T109" fmla="*/ 32 h 144"/>
              <ns1:gd name="T110" fmla="*/ 156 w 176"/>
              <ns1:gd name="T111" fmla="*/ 40 h 144"/>
              <ns1:gd name="T112" fmla="*/ 140 w 176"/>
              <ns1:gd name="T113" fmla="*/ 40 h 144"/>
              <ns1:gd name="T114" fmla="*/ 16 w 176"/>
              <ns1:gd name="T115" fmla="*/ 24 h 144"/>
              <ns1:gd name="T116" fmla="*/ 160 w 176"/>
              <ns1:gd name="T117" fmla="*/ 8 h 144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  <ns1:cxn ang="0">
                <ns1:pos x="T32" y="T33"/>
              </ns1:cxn>
              <ns1:cxn ang="0">
                <ns1:pos x="T34" y="T35"/>
              </ns1:cxn>
              <ns1:cxn ang="0">
                <ns1:pos x="T36" y="T37"/>
              </ns1:cxn>
              <ns1:cxn ang="0">
                <ns1:pos x="T38" y="T39"/>
              </ns1:cxn>
              <ns1:cxn ang="0">
                <ns1:pos x="T40" y="T41"/>
              </ns1:cxn>
              <ns1:cxn ang="0">
                <ns1:pos x="T42" y="T43"/>
              </ns1:cxn>
              <ns1:cxn ang="0">
                <ns1:pos x="T44" y="T45"/>
              </ns1:cxn>
              <ns1:cxn ang="0">
                <ns1:pos x="T46" y="T47"/>
              </ns1:cxn>
              <ns1:cxn ang="0">
                <ns1:pos x="T48" y="T49"/>
              </ns1:cxn>
              <ns1:cxn ang="0">
                <ns1:pos x="T50" y="T51"/>
              </ns1:cxn>
              <ns1:cxn ang="0">
                <ns1:pos x="T52" y="T53"/>
              </ns1:cxn>
              <ns1:cxn ang="0">
                <ns1:pos x="T54" y="T55"/>
              </ns1:cxn>
              <ns1:cxn ang="0">
                <ns1:pos x="T56" y="T57"/>
              </ns1:cxn>
              <ns1:cxn ang="0">
                <ns1:pos x="T58" y="T59"/>
              </ns1:cxn>
              <ns1:cxn ang="0">
                <ns1:pos x="T60" y="T61"/>
              </ns1:cxn>
              <ns1:cxn ang="0">
                <ns1:pos x="T62" y="T63"/>
              </ns1:cxn>
              <ns1:cxn ang="0">
                <ns1:pos x="T64" y="T65"/>
              </ns1:cxn>
              <ns1:cxn ang="0">
                <ns1:pos x="T66" y="T67"/>
              </ns1:cxn>
              <ns1:cxn ang="0">
                <ns1:pos x="T68" y="T69"/>
              </ns1:cxn>
              <ns1:cxn ang="0">
                <ns1:pos x="T70" y="T71"/>
              </ns1:cxn>
              <ns1:cxn ang="0">
                <ns1:pos x="T72" y="T73"/>
              </ns1:cxn>
              <ns1:cxn ang="0">
                <ns1:pos x="T74" y="T75"/>
              </ns1:cxn>
              <ns1:cxn ang="0">
                <ns1:pos x="T76" y="T77"/>
              </ns1:cxn>
              <ns1:cxn ang="0">
                <ns1:pos x="T78" y="T79"/>
              </ns1:cxn>
              <ns1:cxn ang="0">
                <ns1:pos x="T80" y="T81"/>
              </ns1:cxn>
              <ns1:cxn ang="0">
                <ns1:pos x="T82" y="T83"/>
              </ns1:cxn>
              <ns1:cxn ang="0">
                <ns1:pos x="T84" y="T85"/>
              </ns1:cxn>
              <ns1:cxn ang="0">
                <ns1:pos x="T86" y="T87"/>
              </ns1:cxn>
              <ns1:cxn ang="0">
                <ns1:pos x="T88" y="T89"/>
              </ns1:cxn>
              <ns1:cxn ang="0">
                <ns1:pos x="T90" y="T91"/>
              </ns1:cxn>
              <ns1:cxn ang="0">
                <ns1:pos x="T92" y="T93"/>
              </ns1:cxn>
              <ns1:cxn ang="0">
                <ns1:pos x="T94" y="T95"/>
              </ns1:cxn>
              <ns1:cxn ang="0">
                <ns1:pos x="T96" y="T97"/>
              </ns1:cxn>
              <ns1:cxn ang="0">
                <ns1:pos x="T98" y="T99"/>
              </ns1:cxn>
              <ns1:cxn ang="0">
                <ns1:pos x="T100" y="T101"/>
              </ns1:cxn>
              <ns1:cxn ang="0">
                <ns1:pos x="T102" y="T103"/>
              </ns1:cxn>
              <ns1:cxn ang="0">
                <ns1:pos x="T104" y="T105"/>
              </ns1:cxn>
              <ns1:cxn ang="0">
                <ns1:pos x="T106" y="T107"/>
              </ns1:cxn>
              <ns1:cxn ang="0">
                <ns1:pos x="T108" y="T109"/>
              </ns1:cxn>
              <ns1:cxn ang="0">
                <ns1:pos x="T110" y="T111"/>
              </ns1:cxn>
              <ns1:cxn ang="0">
                <ns1:pos x="T112" y="T113"/>
              </ns1:cxn>
              <ns1:cxn ang="0">
                <ns1:pos x="T114" y="T115"/>
              </ns1:cxn>
              <ns1:cxn ang="0">
                <ns1:pos x="T116" y="T117"/>
              </ns1:cxn>
            </ns1:cxnLst>
            <ns1:rect l="0" t="0" r="r" b="b"/>
            <ns1:pathLst>
              <ns1:path w="176" h="144">
                <ns1:moveTo>
                  <ns1:pt x="60" y="88"/>
                </ns1:moveTo>
                <ns1:cubicBezTo>
                  <ns1:pt x="36" y="88"/>
                  <ns1:pt x="36" y="88"/>
                  <ns1:pt x="36" y="88"/>
                </ns1:cubicBezTo>
                <ns1:cubicBezTo>
                  <ns1:pt x="34" y="88"/>
                  <ns1:pt x="32" y="90"/>
                  <ns1:pt x="32" y="92"/>
                </ns1:cubicBezTo>
                <ns1:cubicBezTo>
                  <ns1:pt x="32" y="116"/>
                  <ns1:pt x="32" y="116"/>
                  <ns1:pt x="32" y="116"/>
                </ns1:cubicBezTo>
                <ns1:cubicBezTo>
                  <ns1:pt x="32" y="118"/>
                  <ns1:pt x="34" y="120"/>
                  <ns1:pt x="36" y="120"/>
                </ns1:cubicBezTo>
                <ns1:cubicBezTo>
                  <ns1:pt x="60" y="120"/>
                  <ns1:pt x="60" y="120"/>
                  <ns1:pt x="60" y="120"/>
                </ns1:cubicBezTo>
                <ns1:cubicBezTo>
                  <ns1:pt x="62" y="120"/>
                  <ns1:pt x="64" y="118"/>
                  <ns1:pt x="64" y="116"/>
                </ns1:cubicBezTo>
                <ns1:cubicBezTo>
                  <ns1:pt x="64" y="92"/>
                  <ns1:pt x="64" y="92"/>
                  <ns1:pt x="64" y="92"/>
                </ns1:cubicBezTo>
                <ns1:cubicBezTo>
                  <ns1:pt x="64" y="90"/>
                  <ns1:pt x="62" y="88"/>
                  <ns1:pt x="60" y="88"/>
                </ns1:cubicBezTo>
                <ns1:moveTo>
                  <ns1:pt x="56" y="112"/>
                </ns1:moveTo>
                <ns1:cubicBezTo>
                  <ns1:pt x="40" y="112"/>
                  <ns1:pt x="40" y="112"/>
                  <ns1:pt x="40" y="112"/>
                </ns1:cubicBezTo>
                <ns1:cubicBezTo>
                  <ns1:pt x="40" y="96"/>
                  <ns1:pt x="40" y="96"/>
                  <ns1:pt x="40" y="96"/>
                </ns1:cubicBezTo>
                <ns1:cubicBezTo>
                  <ns1:pt x="56" y="96"/>
                  <ns1:pt x="56" y="96"/>
                  <ns1:pt x="56" y="96"/>
                </ns1:cubicBezTo>
                <ns1:lnTo>
                  <ns1:pt x="56" y="112"/>
                </ns1:lnTo>
                <ns1:close/>
                <ns1:moveTo>
                  <ns1:pt x="140" y="88"/>
                </ns1:moveTo>
                <ns1:cubicBezTo>
                  <ns1:pt x="116" y="88"/>
                  <ns1:pt x="116" y="88"/>
                  <ns1:pt x="116" y="88"/>
                </ns1:cubicBezTo>
                <ns1:cubicBezTo>
                  <ns1:pt x="114" y="88"/>
                  <ns1:pt x="112" y="90"/>
                  <ns1:pt x="112" y="92"/>
                </ns1:cubicBezTo>
                <ns1:cubicBezTo>
                  <ns1:pt x="112" y="116"/>
                  <ns1:pt x="112" y="116"/>
                  <ns1:pt x="112" y="116"/>
                </ns1:cubicBezTo>
                <ns1:cubicBezTo>
                  <ns1:pt x="112" y="118"/>
                  <ns1:pt x="114" y="120"/>
                  <ns1:pt x="116" y="120"/>
                </ns1:cubicBezTo>
                <ns1:cubicBezTo>
                  <ns1:pt x="140" y="120"/>
                  <ns1:pt x="140" y="120"/>
                  <ns1:pt x="140" y="120"/>
                </ns1:cubicBezTo>
                <ns1:cubicBezTo>
                  <ns1:pt x="142" y="120"/>
                  <ns1:pt x="144" y="118"/>
                  <ns1:pt x="144" y="116"/>
                </ns1:cubicBezTo>
                <ns1:cubicBezTo>
                  <ns1:pt x="144" y="92"/>
                  <ns1:pt x="144" y="92"/>
                  <ns1:pt x="144" y="92"/>
                </ns1:cubicBezTo>
                <ns1:cubicBezTo>
                  <ns1:pt x="144" y="90"/>
                  <ns1:pt x="142" y="88"/>
                  <ns1:pt x="140" y="88"/>
                </ns1:cubicBezTo>
                <ns1:moveTo>
                  <ns1:pt x="136" y="112"/>
                </ns1:moveTo>
                <ns1:cubicBezTo>
                  <ns1:pt x="120" y="112"/>
                  <ns1:pt x="120" y="112"/>
                  <ns1:pt x="120" y="112"/>
                </ns1:cubicBezTo>
                <ns1:cubicBezTo>
                  <ns1:pt x="120" y="96"/>
                  <ns1:pt x="120" y="96"/>
                  <ns1:pt x="120" y="96"/>
                </ns1:cubicBezTo>
                <ns1:cubicBezTo>
                  <ns1:pt x="136" y="96"/>
                  <ns1:pt x="136" y="96"/>
                  <ns1:pt x="136" y="96"/>
                </ns1:cubicBezTo>
                <ns1:lnTo>
                  <ns1:pt x="136" y="112"/>
                </ns1:lnTo>
                <ns1:close/>
                <ns1:moveTo>
                  <ns1:pt x="172" y="136"/>
                </ns1:moveTo>
                <ns1:cubicBezTo>
                  <ns1:pt x="168" y="136"/>
                  <ns1:pt x="168" y="136"/>
                  <ns1:pt x="168" y="136"/>
                </ns1:cubicBezTo>
                <ns1:cubicBezTo>
                  <ns1:pt x="168" y="32"/>
                  <ns1:pt x="168" y="32"/>
                  <ns1:pt x="168" y="32"/>
                </ns1:cubicBezTo>
                <ns1:cubicBezTo>
                  <ns1:pt x="172" y="32"/>
                  <ns1:pt x="172" y="32"/>
                  <ns1:pt x="172" y="32"/>
                </ns1:cubicBezTo>
                <ns1:cubicBezTo>
                  <ns1:pt x="174" y="32"/>
                  <ns1:pt x="176" y="30"/>
                  <ns1:pt x="176" y="28"/>
                </ns1:cubicBezTo>
                <ns1:cubicBezTo>
                  <ns1:pt x="176" y="26"/>
                  <ns1:pt x="174" y="24"/>
                  <ns1:pt x="172" y="24"/>
                </ns1:cubicBezTo>
                <ns1:cubicBezTo>
                  <ns1:pt x="168" y="24"/>
                  <ns1:pt x="168" y="24"/>
                  <ns1:pt x="168" y="24"/>
                </ns1:cubicBezTo>
                <ns1:cubicBezTo>
                  <ns1:pt x="168" y="8"/>
                  <ns1:pt x="168" y="8"/>
                  <ns1:pt x="168" y="8"/>
                </ns1:cubicBezTo>
                <ns1:cubicBezTo>
                  <ns1:pt x="168" y="4"/>
                  <ns1:pt x="164" y="0"/>
                  <ns1:pt x="160" y="0"/>
                </ns1:cubicBezTo>
                <ns1:cubicBezTo>
                  <ns1:pt x="16" y="0"/>
                  <ns1:pt x="16" y="0"/>
                  <ns1:pt x="16" y="0"/>
                </ns1:cubicBezTo>
                <ns1:cubicBezTo>
                  <ns1:pt x="12" y="0"/>
                  <ns1:pt x="8" y="4"/>
                  <ns1:pt x="8" y="8"/>
                </ns1:cubicBezTo>
                <ns1:cubicBezTo>
                  <ns1:pt x="8" y="24"/>
                  <ns1:pt x="8" y="24"/>
                  <ns1:pt x="8" y="24"/>
                </ns1:cubicBezTo>
                <ns1:cubicBezTo>
                  <ns1:pt x="4" y="24"/>
                  <ns1:pt x="4" y="24"/>
                  <ns1:pt x="4" y="24"/>
                </ns1:cubicBezTo>
                <ns1:cubicBezTo>
                  <ns1:pt x="2" y="24"/>
                  <ns1:pt x="0" y="26"/>
                  <ns1:pt x="0" y="28"/>
                </ns1:cubicBezTo>
                <ns1:cubicBezTo>
                  <ns1:pt x="0" y="30"/>
                  <ns1:pt x="2" y="32"/>
                  <ns1:pt x="4" y="32"/>
                </ns1:cubicBezTo>
                <ns1:cubicBezTo>
                  <ns1:pt x="8" y="32"/>
                  <ns1:pt x="8" y="32"/>
                  <ns1:pt x="8" y="32"/>
                </ns1:cubicBezTo>
                <ns1:cubicBezTo>
                  <ns1:pt x="8" y="136"/>
                  <ns1:pt x="8" y="136"/>
                  <ns1:pt x="8" y="136"/>
                </ns1:cubicBezTo>
                <ns1:cubicBezTo>
                  <ns1:pt x="4" y="136"/>
                  <ns1:pt x="4" y="136"/>
                  <ns1:pt x="4" y="136"/>
                </ns1:cubicBezTo>
                <ns1:cubicBezTo>
                  <ns1:pt x="2" y="136"/>
                  <ns1:pt x="0" y="138"/>
                  <ns1:pt x="0" y="140"/>
                </ns1:cubicBezTo>
                <ns1:cubicBezTo>
                  <ns1:pt x="0" y="142"/>
                  <ns1:pt x="2" y="144"/>
                  <ns1:pt x="4" y="144"/>
                </ns1:cubicBezTo>
                <ns1:cubicBezTo>
                  <ns1:pt x="172" y="144"/>
                  <ns1:pt x="172" y="144"/>
                  <ns1:pt x="172" y="144"/>
                </ns1:cubicBezTo>
                <ns1:cubicBezTo>
                  <ns1:pt x="174" y="144"/>
                  <ns1:pt x="176" y="142"/>
                  <ns1:pt x="176" y="140"/>
                </ns1:cubicBezTo>
                <ns1:cubicBezTo>
                  <ns1:pt x="176" y="138"/>
                  <ns1:pt x="174" y="136"/>
                  <ns1:pt x="172" y="136"/>
                </ns1:cubicBezTo>
                <ns1:moveTo>
                  <ns1:pt x="96" y="136"/>
                </ns1:moveTo>
                <ns1:cubicBezTo>
                  <ns1:pt x="80" y="136"/>
                  <ns1:pt x="80" y="136"/>
                  <ns1:pt x="80" y="136"/>
                </ns1:cubicBezTo>
                <ns1:cubicBezTo>
                  <ns1:pt x="80" y="96"/>
                  <ns1:pt x="80" y="96"/>
                  <ns1:pt x="80" y="96"/>
                </ns1:cubicBezTo>
                <ns1:cubicBezTo>
                  <ns1:pt x="96" y="96"/>
                  <ns1:pt x="96" y="96"/>
                  <ns1:pt x="96" y="96"/>
                </ns1:cubicBezTo>
                <ns1:lnTo>
                  <ns1:pt x="96" y="136"/>
                </ns1:lnTo>
                <ns1:close/>
                <ns1:moveTo>
                  <ns1:pt x="160" y="136"/>
                </ns1:moveTo>
                <ns1:cubicBezTo>
                  <ns1:pt x="104" y="136"/>
                  <ns1:pt x="104" y="136"/>
                  <ns1:pt x="104" y="136"/>
                </ns1:cubicBezTo>
                <ns1:cubicBezTo>
                  <ns1:pt x="104" y="92"/>
                  <ns1:pt x="104" y="92"/>
                  <ns1:pt x="104" y="92"/>
                </ns1:cubicBezTo>
                <ns1:cubicBezTo>
                  <ns1:pt x="104" y="90"/>
                  <ns1:pt x="102" y="88"/>
                  <ns1:pt x="100" y="88"/>
                </ns1:cubicBezTo>
                <ns1:cubicBezTo>
                  <ns1:pt x="76" y="88"/>
                  <ns1:pt x="76" y="88"/>
                  <ns1:pt x="76" y="88"/>
                </ns1:cubicBezTo>
                <ns1:cubicBezTo>
                  <ns1:pt x="74" y="88"/>
                  <ns1:pt x="72" y="90"/>
                  <ns1:pt x="72" y="92"/>
                </ns1:cubicBezTo>
                <ns1:cubicBezTo>
                  <ns1:pt x="72" y="136"/>
                  <ns1:pt x="72" y="136"/>
                  <ns1:pt x="72" y="136"/>
                </ns1:cubicBezTo>
                <ns1:cubicBezTo>
                  <ns1:pt x="16" y="136"/>
                  <ns1:pt x="16" y="136"/>
                  <ns1:pt x="16" y="136"/>
                </ns1:cubicBezTo>
                <ns1:cubicBezTo>
                  <ns1:pt x="16" y="50"/>
                  <ns1:pt x="16" y="50"/>
                  <ns1:pt x="16" y="50"/>
                </ns1:cubicBezTo>
                <ns1:cubicBezTo>
                  <ns1:pt x="19" y="54"/>
                  <ns1:pt x="23" y="56"/>
                  <ns1:pt x="28" y="56"/>
                </ns1:cubicBezTo>
                <ns1:cubicBezTo>
                  <ns1:pt x="33" y="56"/>
                  <ns1:pt x="37" y="54"/>
                  <ns1:pt x="40" y="50"/>
                </ns1:cubicBezTo>
                <ns1:cubicBezTo>
                  <ns1:pt x="43" y="54"/>
                  <ns1:pt x="47" y="56"/>
                  <ns1:pt x="52" y="56"/>
                </ns1:cubicBezTo>
                <ns1:cubicBezTo>
                  <ns1:pt x="57" y="56"/>
                  <ns1:pt x="61" y="54"/>
                  <ns1:pt x="64" y="50"/>
                </ns1:cubicBezTo>
                <ns1:cubicBezTo>
                  <ns1:pt x="67" y="54"/>
                  <ns1:pt x="71" y="56"/>
                  <ns1:pt x="76" y="56"/>
                </ns1:cubicBezTo>
                <ns1:cubicBezTo>
                  <ns1:pt x="81" y="56"/>
                  <ns1:pt x="85" y="54"/>
                  <ns1:pt x="88" y="50"/>
                </ns1:cubicBezTo>
                <ns1:cubicBezTo>
                  <ns1:pt x="91" y="54"/>
                  <ns1:pt x="95" y="56"/>
                  <ns1:pt x="100" y="56"/>
                </ns1:cubicBezTo>
                <ns1:cubicBezTo>
                  <ns1:pt x="105" y="56"/>
                  <ns1:pt x="109" y="54"/>
                  <ns1:pt x="112" y="50"/>
                </ns1:cubicBezTo>
                <ns1:cubicBezTo>
                  <ns1:pt x="115" y="54"/>
                  <ns1:pt x="119" y="56"/>
                  <ns1:pt x="124" y="56"/>
                </ns1:cubicBezTo>
                <ns1:cubicBezTo>
                  <ns1:pt x="129" y="56"/>
                  <ns1:pt x="133" y="54"/>
                  <ns1:pt x="136" y="50"/>
                </ns1:cubicBezTo>
                <ns1:cubicBezTo>
                  <ns1:pt x="139" y="54"/>
                  <ns1:pt x="143" y="56"/>
                  <ns1:pt x="148" y="56"/>
                </ns1:cubicBezTo>
                <ns1:cubicBezTo>
                  <ns1:pt x="153" y="56"/>
                  <ns1:pt x="157" y="54"/>
                  <ns1:pt x="160" y="50"/>
                </ns1:cubicBezTo>
                <ns1:lnTo>
                  <ns1:pt x="160" y="136"/>
                </ns1:lnTo>
                <ns1:close/>
                <ns1:moveTo>
                  <ns1:pt x="20" y="40"/>
                </ns1:moveTo>
                <ns1:cubicBezTo>
                  <ns1:pt x="20" y="32"/>
                  <ns1:pt x="20" y="32"/>
                  <ns1:pt x="20" y="32"/>
                </ns1:cubicBezTo>
                <ns1:cubicBezTo>
                  <ns1:pt x="36" y="32"/>
                  <ns1:pt x="36" y="32"/>
                  <ns1:pt x="36" y="32"/>
                </ns1:cubicBezTo>
                <ns1:cubicBezTo>
                  <ns1:pt x="36" y="40"/>
                  <ns1:pt x="36" y="40"/>
                  <ns1:pt x="36" y="40"/>
                </ns1:cubicBezTo>
                <ns1:cubicBezTo>
                  <ns1:pt x="36" y="44"/>
                  <ns1:pt x="32" y="48"/>
                  <ns1:pt x="28" y="48"/>
                </ns1:cubicBezTo>
                <ns1:cubicBezTo>
                  <ns1:pt x="24" y="48"/>
                  <ns1:pt x="20" y="44"/>
                  <ns1:pt x="20" y="40"/>
                </ns1:cubicBezTo>
                <ns1:moveTo>
                  <ns1:pt x="44" y="40"/>
                </ns1:moveTo>
                <ns1:cubicBezTo>
                  <ns1:pt x="44" y="32"/>
                  <ns1:pt x="44" y="32"/>
                  <ns1:pt x="44" y="32"/>
                </ns1:cubicBezTo>
                <ns1:cubicBezTo>
                  <ns1:pt x="60" y="32"/>
                  <ns1:pt x="60" y="32"/>
                  <ns1:pt x="60" y="32"/>
                </ns1:cubicBezTo>
                <ns1:cubicBezTo>
                  <ns1:pt x="60" y="40"/>
                  <ns1:pt x="60" y="40"/>
                  <ns1:pt x="60" y="40"/>
                </ns1:cubicBezTo>
                <ns1:cubicBezTo>
                  <ns1:pt x="60" y="44"/>
                  <ns1:pt x="56" y="48"/>
                  <ns1:pt x="52" y="48"/>
                </ns1:cubicBezTo>
                <ns1:cubicBezTo>
                  <ns1:pt x="48" y="48"/>
                  <ns1:pt x="44" y="44"/>
                  <ns1:pt x="44" y="40"/>
                </ns1:cubicBezTo>
                <ns1:moveTo>
                  <ns1:pt x="68" y="40"/>
                </ns1:moveTo>
                <ns1:cubicBezTo>
                  <ns1:pt x="68" y="32"/>
                  <ns1:pt x="68" y="32"/>
                  <ns1:pt x="68" y="32"/>
                </ns1:cubicBezTo>
                <ns1:cubicBezTo>
                  <ns1:pt x="84" y="32"/>
                  <ns1:pt x="84" y="32"/>
                  <ns1:pt x="84" y="32"/>
                </ns1:cubicBezTo>
                <ns1:cubicBezTo>
                  <ns1:pt x="84" y="40"/>
                  <ns1:pt x="84" y="40"/>
                  <ns1:pt x="84" y="40"/>
                </ns1:cubicBezTo>
                <ns1:cubicBezTo>
                  <ns1:pt x="84" y="44"/>
                  <ns1:pt x="80" y="48"/>
                  <ns1:pt x="76" y="48"/>
                </ns1:cubicBezTo>
                <ns1:cubicBezTo>
                  <ns1:pt x="72" y="48"/>
                  <ns1:pt x="68" y="44"/>
                  <ns1:pt x="68" y="40"/>
                </ns1:cubicBezTo>
                <ns1:moveTo>
                  <ns1:pt x="92" y="40"/>
                </ns1:moveTo>
                <ns1:cubicBezTo>
                  <ns1:pt x="92" y="32"/>
                  <ns1:pt x="92" y="32"/>
                  <ns1:pt x="92" y="32"/>
                </ns1:cubicBezTo>
                <ns1:cubicBezTo>
                  <ns1:pt x="108" y="32"/>
                  <ns1:pt x="108" y="32"/>
                  <ns1:pt x="108" y="32"/>
                </ns1:cubicBezTo>
                <ns1:cubicBezTo>
                  <ns1:pt x="108" y="40"/>
                  <ns1:pt x="108" y="40"/>
                  <ns1:pt x="108" y="40"/>
                </ns1:cubicBezTo>
                <ns1:cubicBezTo>
                  <ns1:pt x="108" y="44"/>
                  <ns1:pt x="104" y="48"/>
                  <ns1:pt x="100" y="48"/>
                </ns1:cubicBezTo>
                <ns1:cubicBezTo>
                  <ns1:pt x="96" y="48"/>
                  <ns1:pt x="92" y="44"/>
                  <ns1:pt x="92" y="40"/>
                </ns1:cubicBezTo>
                <ns1:moveTo>
                  <ns1:pt x="116" y="40"/>
                </ns1:moveTo>
                <ns1:cubicBezTo>
                  <ns1:pt x="116" y="32"/>
                  <ns1:pt x="116" y="32"/>
                  <ns1:pt x="116" y="32"/>
                </ns1:cubicBezTo>
                <ns1:cubicBezTo>
                  <ns1:pt x="132" y="32"/>
                  <ns1:pt x="132" y="32"/>
                  <ns1:pt x="132" y="32"/>
                </ns1:cubicBezTo>
                <ns1:cubicBezTo>
                  <ns1:pt x="132" y="40"/>
                  <ns1:pt x="132" y="40"/>
                  <ns1:pt x="132" y="40"/>
                </ns1:cubicBezTo>
                <ns1:cubicBezTo>
                  <ns1:pt x="132" y="44"/>
                  <ns1:pt x="128" y="48"/>
                  <ns1:pt x="124" y="48"/>
                </ns1:cubicBezTo>
                <ns1:cubicBezTo>
                  <ns1:pt x="120" y="48"/>
                  <ns1:pt x="116" y="44"/>
                  <ns1:pt x="116" y="40"/>
                </ns1:cubicBezTo>
                <ns1:moveTo>
                  <ns1:pt x="140" y="40"/>
                </ns1:moveTo>
                <ns1:cubicBezTo>
                  <ns1:pt x="140" y="32"/>
                  <ns1:pt x="140" y="32"/>
                  <ns1:pt x="140" y="32"/>
                </ns1:cubicBezTo>
                <ns1:cubicBezTo>
                  <ns1:pt x="156" y="32"/>
                  <ns1:pt x="156" y="32"/>
                  <ns1:pt x="156" y="32"/>
                </ns1:cubicBezTo>
                <ns1:cubicBezTo>
                  <ns1:pt x="156" y="40"/>
                  <ns1:pt x="156" y="40"/>
                  <ns1:pt x="156" y="40"/>
                </ns1:cubicBezTo>
                <ns1:cubicBezTo>
                  <ns1:pt x="156" y="44"/>
                  <ns1:pt x="152" y="48"/>
                  <ns1:pt x="148" y="48"/>
                </ns1:cubicBezTo>
                <ns1:cubicBezTo>
                  <ns1:pt x="144" y="48"/>
                  <ns1:pt x="140" y="44"/>
                  <ns1:pt x="140" y="40"/>
                </ns1:cubicBezTo>
                <ns1:moveTo>
                  <ns1:pt x="160" y="24"/>
                </ns1:moveTo>
                <ns1:cubicBezTo>
                  <ns1:pt x="16" y="24"/>
                  <ns1:pt x="16" y="24"/>
                  <ns1:pt x="16" y="24"/>
                </ns1:cubicBezTo>
                <ns1:cubicBezTo>
                  <ns1:pt x="16" y="8"/>
                  <ns1:pt x="16" y="8"/>
                  <ns1:pt x="16" y="8"/>
                </ns1:cubicBezTo>
                <ns1:cubicBezTo>
                  <ns1:pt x="160" y="8"/>
                  <ns1:pt x="160" y="8"/>
                  <ns1:pt x="160" y="8"/>
                </ns1:cubicBezTo>
                <ns1:lnTo>
                  <ns1:pt x="160" y="24"/>
                </ns1:lnTo>
                <ns1:close/>
              </ns1:path>
            </ns1:pathLst>
          </ns1:custGeom>
          <ns1:solidFill>
            <ns1:schemeClr val="tx1"/>
          </ns1:solidFill>
          <ns1:ln>
            <ns1:noFill/>
          </ns1:ln>
          <ns1:extLst/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en-US" sz="2700"/>
          </ns1:p>
        </ns0:txBody>
      </ns0:sp>
      <ns0:sp>
        <ns0:nvSpPr>
          <ns0:cNvPr id="117" name="Freeform 111"/>
          <ns0:cNvSpPr>
            <ns1:spLocks noEditPoints="1"/>
          </ns0:cNvSpPr>
          <ns0:nvPr/>
        </ns0:nvSpPr>
        <ns0:spPr bwMode="auto">
          <ns1:xfrm>
            <ns1:off x="7494588" y="6326188"/>
            <ns1:ext cx="261938" cy="319088"/>
          </ns1:xfrm>
          <ns1:custGeom>
            <ns1:avLst/>
            <ns1:gdLst>
              <ns1:gd name="T0" fmla="*/ 144 w 144"/>
              <ns1:gd name="T1" fmla="*/ 124 h 176"/>
              <ns1:gd name="T2" fmla="*/ 112 w 144"/>
              <ns1:gd name="T3" fmla="*/ 56 h 176"/>
              <ns1:gd name="T4" fmla="*/ 88 w 144"/>
              <ns1:gd name="T5" fmla="*/ 19 h 176"/>
              <ns1:gd name="T6" fmla="*/ 88 w 144"/>
              <ns1:gd name="T7" fmla="*/ 16 h 176"/>
              <ns1:gd name="T8" fmla="*/ 72 w 144"/>
              <ns1:gd name="T9" fmla="*/ 0 h 176"/>
              <ns1:gd name="T10" fmla="*/ 56 w 144"/>
              <ns1:gd name="T11" fmla="*/ 16 h 176"/>
              <ns1:gd name="T12" fmla="*/ 56 w 144"/>
              <ns1:gd name="T13" fmla="*/ 19 h 176"/>
              <ns1:gd name="T14" fmla="*/ 32 w 144"/>
              <ns1:gd name="T15" fmla="*/ 56 h 176"/>
              <ns1:gd name="T16" fmla="*/ 0 w 144"/>
              <ns1:gd name="T17" fmla="*/ 124 h 176"/>
              <ns1:gd name="T18" fmla="*/ 48 w 144"/>
              <ns1:gd name="T19" fmla="*/ 150 h 176"/>
              <ns1:gd name="T20" fmla="*/ 48 w 144"/>
              <ns1:gd name="T21" fmla="*/ 152 h 176"/>
              <ns1:gd name="T22" fmla="*/ 72 w 144"/>
              <ns1:gd name="T23" fmla="*/ 176 h 176"/>
              <ns1:gd name="T24" fmla="*/ 96 w 144"/>
              <ns1:gd name="T25" fmla="*/ 152 h 176"/>
              <ns1:gd name="T26" fmla="*/ 96 w 144"/>
              <ns1:gd name="T27" fmla="*/ 150 h 176"/>
              <ns1:gd name="T28" fmla="*/ 144 w 144"/>
              <ns1:gd name="T29" fmla="*/ 124 h 176"/>
              <ns1:gd name="T30" fmla="*/ 72 w 144"/>
              <ns1:gd name="T31" fmla="*/ 8 h 176"/>
              <ns1:gd name="T32" fmla="*/ 80 w 144"/>
              <ns1:gd name="T33" fmla="*/ 16 h 176"/>
              <ns1:gd name="T34" fmla="*/ 72 w 144"/>
              <ns1:gd name="T35" fmla="*/ 24 h 176"/>
              <ns1:gd name="T36" fmla="*/ 64 w 144"/>
              <ns1:gd name="T37" fmla="*/ 16 h 176"/>
              <ns1:gd name="T38" fmla="*/ 72 w 144"/>
              <ns1:gd name="T39" fmla="*/ 8 h 176"/>
              <ns1:gd name="T40" fmla="*/ 20 w 144"/>
              <ns1:gd name="T41" fmla="*/ 102 h 176"/>
              <ns1:gd name="T42" fmla="*/ 40 w 144"/>
              <ns1:gd name="T43" fmla="*/ 56 h 176"/>
              <ns1:gd name="T44" fmla="*/ 60 w 144"/>
              <ns1:gd name="T45" fmla="*/ 26 h 176"/>
              <ns1:gd name="T46" fmla="*/ 72 w 144"/>
              <ns1:gd name="T47" fmla="*/ 32 h 176"/>
              <ns1:gd name="T48" fmla="*/ 84 w 144"/>
              <ns1:gd name="T49" fmla="*/ 26 h 176"/>
              <ns1:gd name="T50" fmla="*/ 104 w 144"/>
              <ns1:gd name="T51" fmla="*/ 56 h 176"/>
              <ns1:gd name="T52" fmla="*/ 124 w 144"/>
              <ns1:gd name="T53" fmla="*/ 102 h 176"/>
              <ns1:gd name="T54" fmla="*/ 129 w 144"/>
              <ns1:gd name="T55" fmla="*/ 107 h 176"/>
              <ns1:gd name="T56" fmla="*/ 72 w 144"/>
              <ns1:gd name="T57" fmla="*/ 120 h 176"/>
              <ns1:gd name="T58" fmla="*/ 15 w 144"/>
              <ns1:gd name="T59" fmla="*/ 107 h 176"/>
              <ns1:gd name="T60" fmla="*/ 20 w 144"/>
              <ns1:gd name="T61" fmla="*/ 102 h 176"/>
              <ns1:gd name="T62" fmla="*/ 72 w 144"/>
              <ns1:gd name="T63" fmla="*/ 168 h 176"/>
              <ns1:gd name="T64" fmla="*/ 56 w 144"/>
              <ns1:gd name="T65" fmla="*/ 152 h 176"/>
              <ns1:gd name="T66" fmla="*/ 56 w 144"/>
              <ns1:gd name="T67" fmla="*/ 151 h 176"/>
              <ns1:gd name="T68" fmla="*/ 72 w 144"/>
              <ns1:gd name="T69" fmla="*/ 152 h 176"/>
              <ns1:gd name="T70" fmla="*/ 88 w 144"/>
              <ns1:gd name="T71" fmla="*/ 151 h 176"/>
              <ns1:gd name="T72" fmla="*/ 88 w 144"/>
              <ns1:gd name="T73" fmla="*/ 152 h 176"/>
              <ns1:gd name="T74" fmla="*/ 72 w 144"/>
              <ns1:gd name="T75" fmla="*/ 168 h 176"/>
              <ns1:gd name="T76" fmla="*/ 72 w 144"/>
              <ns1:gd name="T77" fmla="*/ 144 h 176"/>
              <ns1:gd name="T78" fmla="*/ 8 w 144"/>
              <ns1:gd name="T79" fmla="*/ 124 h 176"/>
              <ns1:gd name="T80" fmla="*/ 11 w 144"/>
              <ns1:gd name="T81" fmla="*/ 113 h 176"/>
              <ns1:gd name="T82" fmla="*/ 72 w 144"/>
              <ns1:gd name="T83" fmla="*/ 128 h 176"/>
              <ns1:gd name="T84" fmla="*/ 133 w 144"/>
              <ns1:gd name="T85" fmla="*/ 113 h 176"/>
              <ns1:gd name="T86" fmla="*/ 136 w 144"/>
              <ns1:gd name="T87" fmla="*/ 124 h 176"/>
              <ns1:gd name="T88" fmla="*/ 72 w 144"/>
              <ns1:gd name="T89" fmla="*/ 144 h 176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  <ns1:cxn ang="0">
                <ns1:pos x="T32" y="T33"/>
              </ns1:cxn>
              <ns1:cxn ang="0">
                <ns1:pos x="T34" y="T35"/>
              </ns1:cxn>
              <ns1:cxn ang="0">
                <ns1:pos x="T36" y="T37"/>
              </ns1:cxn>
              <ns1:cxn ang="0">
                <ns1:pos x="T38" y="T39"/>
              </ns1:cxn>
              <ns1:cxn ang="0">
                <ns1:pos x="T40" y="T41"/>
              </ns1:cxn>
              <ns1:cxn ang="0">
                <ns1:pos x="T42" y="T43"/>
              </ns1:cxn>
              <ns1:cxn ang="0">
                <ns1:pos x="T44" y="T45"/>
              </ns1:cxn>
              <ns1:cxn ang="0">
                <ns1:pos x="T46" y="T47"/>
              </ns1:cxn>
              <ns1:cxn ang="0">
                <ns1:pos x="T48" y="T49"/>
              </ns1:cxn>
              <ns1:cxn ang="0">
                <ns1:pos x="T50" y="T51"/>
              </ns1:cxn>
              <ns1:cxn ang="0">
                <ns1:pos x="T52" y="T53"/>
              </ns1:cxn>
              <ns1:cxn ang="0">
                <ns1:pos x="T54" y="T55"/>
              </ns1:cxn>
              <ns1:cxn ang="0">
                <ns1:pos x="T56" y="T57"/>
              </ns1:cxn>
              <ns1:cxn ang="0">
                <ns1:pos x="T58" y="T59"/>
              </ns1:cxn>
              <ns1:cxn ang="0">
                <ns1:pos x="T60" y="T61"/>
              </ns1:cxn>
              <ns1:cxn ang="0">
                <ns1:pos x="T62" y="T63"/>
              </ns1:cxn>
              <ns1:cxn ang="0">
                <ns1:pos x="T64" y="T65"/>
              </ns1:cxn>
              <ns1:cxn ang="0">
                <ns1:pos x="T66" y="T67"/>
              </ns1:cxn>
              <ns1:cxn ang="0">
                <ns1:pos x="T68" y="T69"/>
              </ns1:cxn>
              <ns1:cxn ang="0">
                <ns1:pos x="T70" y="T71"/>
              </ns1:cxn>
              <ns1:cxn ang="0">
                <ns1:pos x="T72" y="T73"/>
              </ns1:cxn>
              <ns1:cxn ang="0">
                <ns1:pos x="T74" y="T75"/>
              </ns1:cxn>
              <ns1:cxn ang="0">
                <ns1:pos x="T76" y="T77"/>
              </ns1:cxn>
              <ns1:cxn ang="0">
                <ns1:pos x="T78" y="T79"/>
              </ns1:cxn>
              <ns1:cxn ang="0">
                <ns1:pos x="T80" y="T81"/>
              </ns1:cxn>
              <ns1:cxn ang="0">
                <ns1:pos x="T82" y="T83"/>
              </ns1:cxn>
              <ns1:cxn ang="0">
                <ns1:pos x="T84" y="T85"/>
              </ns1:cxn>
              <ns1:cxn ang="0">
                <ns1:pos x="T86" y="T87"/>
              </ns1:cxn>
              <ns1:cxn ang="0">
                <ns1:pos x="T88" y="T89"/>
              </ns1:cxn>
            </ns1:cxnLst>
            <ns1:rect l="0" t="0" r="r" b="b"/>
            <ns1:pathLst>
              <ns1:path w="144" h="176">
                <ns1:moveTo>
                  <ns1:pt x="144" y="124"/>
                </ns1:moveTo>
                <ns1:cubicBezTo>
                  <ns1:pt x="144" y="96"/>
                  <ns1:pt x="112" y="96"/>
                  <ns1:pt x="112" y="56"/>
                </ns1:cubicBezTo>
                <ns1:cubicBezTo>
                  <ns1:pt x="112" y="39"/>
                  <ns1:pt x="102" y="25"/>
                  <ns1:pt x="88" y="19"/>
                </ns1:cubicBezTo>
                <ns1:cubicBezTo>
                  <ns1:pt x="88" y="18"/>
                  <ns1:pt x="88" y="17"/>
                  <ns1:pt x="88" y="16"/>
                </ns1:cubicBezTo>
                <ns1:cubicBezTo>
                  <ns1:pt x="88" y="7"/>
                  <ns1:pt x="81" y="0"/>
                  <ns1:pt x="72" y="0"/>
                </ns1:cubicBezTo>
                <ns1:cubicBezTo>
                  <ns1:pt x="63" y="0"/>
                  <ns1:pt x="56" y="7"/>
                  <ns1:pt x="56" y="16"/>
                </ns1:cubicBezTo>
                <ns1:cubicBezTo>
                  <ns1:pt x="56" y="17"/>
                  <ns1:pt x="56" y="18"/>
                  <ns1:pt x="56" y="19"/>
                </ns1:cubicBezTo>
                <ns1:cubicBezTo>
                  <ns1:pt x="42" y="25"/>
                  <ns1:pt x="32" y="39"/>
                  <ns1:pt x="32" y="56"/>
                </ns1:cubicBezTo>
                <ns1:cubicBezTo>
                  <ns1:pt x="32" y="96"/>
                  <ns1:pt x="0" y="96"/>
                  <ns1:pt x="0" y="124"/>
                </ns1:cubicBezTo>
                <ns1:cubicBezTo>
                  <ns1:pt x="0" y="136"/>
                  <ns1:pt x="20" y="147"/>
                  <ns1:pt x="48" y="150"/>
                </ns1:cubicBezTo>
                <ns1:cubicBezTo>
                  <ns1:pt x="48" y="151"/>
                  <ns1:pt x="48" y="151"/>
                  <ns1:pt x="48" y="152"/>
                </ns1:cubicBezTo>
                <ns1:cubicBezTo>
                  <ns1:pt x="48" y="165"/>
                  <ns1:pt x="59" y="176"/>
                  <ns1:pt x="72" y="176"/>
                </ns1:cubicBezTo>
                <ns1:cubicBezTo>
                  <ns1:pt x="85" y="176"/>
                  <ns1:pt x="96" y="165"/>
                  <ns1:pt x="96" y="152"/>
                </ns1:cubicBezTo>
                <ns1:cubicBezTo>
                  <ns1:pt x="96" y="151"/>
                  <ns1:pt x="96" y="151"/>
                  <ns1:pt x="96" y="150"/>
                </ns1:cubicBezTo>
                <ns1:cubicBezTo>
                  <ns1:pt x="124" y="147"/>
                  <ns1:pt x="144" y="136"/>
                  <ns1:pt x="144" y="124"/>
                </ns1:cubicBezTo>
                <ns1:moveTo>
                  <ns1:pt x="72" y="8"/>
                </ns1:moveTo>
                <ns1:cubicBezTo>
                  <ns1:pt x="76" y="8"/>
                  <ns1:pt x="80" y="12"/>
                  <ns1:pt x="80" y="16"/>
                </ns1:cubicBezTo>
                <ns1:cubicBezTo>
                  <ns1:pt x="80" y="20"/>
                  <ns1:pt x="76" y="24"/>
                  <ns1:pt x="72" y="24"/>
                </ns1:cubicBezTo>
                <ns1:cubicBezTo>
                  <ns1:pt x="68" y="24"/>
                  <ns1:pt x="64" y="20"/>
                  <ns1:pt x="64" y="16"/>
                </ns1:cubicBezTo>
                <ns1:cubicBezTo>
                  <ns1:pt x="64" y="12"/>
                  <ns1:pt x="68" y="8"/>
                  <ns1:pt x="72" y="8"/>
                </ns1:cubicBezTo>
                <ns1:moveTo>
                  <ns1:pt x="20" y="102"/>
                </ns1:moveTo>
                <ns1:cubicBezTo>
                  <ns1:pt x="29" y="93"/>
                  <ns1:pt x="40" y="81"/>
                  <ns1:pt x="40" y="56"/>
                </ns1:cubicBezTo>
                <ns1:cubicBezTo>
                  <ns1:pt x="40" y="43"/>
                  <ns1:pt x="48" y="31"/>
                  <ns1:pt x="60" y="26"/>
                </ns1:cubicBezTo>
                <ns1:cubicBezTo>
                  <ns1:pt x="63" y="30"/>
                  <ns1:pt x="67" y="32"/>
                  <ns1:pt x="72" y="32"/>
                </ns1:cubicBezTo>
                <ns1:cubicBezTo>
                  <ns1:pt x="77" y="32"/>
                  <ns1:pt x="81" y="30"/>
                  <ns1:pt x="84" y="26"/>
                </ns1:cubicBezTo>
                <ns1:cubicBezTo>
                  <ns1:pt x="96" y="31"/>
                  <ns1:pt x="104" y="43"/>
                  <ns1:pt x="104" y="56"/>
                </ns1:cubicBezTo>
                <ns1:cubicBezTo>
                  <ns1:pt x="104" y="81"/>
                  <ns1:pt x="115" y="93"/>
                  <ns1:pt x="124" y="102"/>
                </ns1:cubicBezTo>
                <ns1:cubicBezTo>
                  <ns1:pt x="126" y="104"/>
                  <ns1:pt x="128" y="106"/>
                  <ns1:pt x="129" y="107"/>
                </ns1:cubicBezTo>
                <ns1:cubicBezTo>
                  <ns1:pt x="121" y="115"/>
                  <ns1:pt x="99" y="120"/>
                  <ns1:pt x="72" y="120"/>
                </ns1:cubicBezTo>
                <ns1:cubicBezTo>
                  <ns1:pt x="45" y="120"/>
                  <ns1:pt x="23" y="115"/>
                  <ns1:pt x="15" y="107"/>
                </ns1:cubicBezTo>
                <ns1:cubicBezTo>
                  <ns1:pt x="16" y="106"/>
                  <ns1:pt x="18" y="104"/>
                  <ns1:pt x="20" y="102"/>
                </ns1:cubicBezTo>
                <ns1:moveTo>
                  <ns1:pt x="72" y="168"/>
                </ns1:moveTo>
                <ns1:cubicBezTo>
                  <ns1:pt x="63" y="168"/>
                  <ns1:pt x="56" y="161"/>
                  <ns1:pt x="56" y="152"/>
                </ns1:cubicBezTo>
                <ns1:cubicBezTo>
                  <ns1:pt x="56" y="152"/>
                  <ns1:pt x="56" y="152"/>
                  <ns1:pt x="56" y="151"/>
                </ns1:cubicBezTo>
                <ns1:cubicBezTo>
                  <ns1:pt x="61" y="152"/>
                  <ns1:pt x="67" y="152"/>
                  <ns1:pt x="72" y="152"/>
                </ns1:cubicBezTo>
                <ns1:cubicBezTo>
                  <ns1:pt x="77" y="152"/>
                  <ns1:pt x="83" y="152"/>
                  <ns1:pt x="88" y="151"/>
                </ns1:cubicBezTo>
                <ns1:cubicBezTo>
                  <ns1:pt x="88" y="152"/>
                  <ns1:pt x="88" y="152"/>
                  <ns1:pt x="88" y="152"/>
                </ns1:cubicBezTo>
                <ns1:cubicBezTo>
                  <ns1:pt x="88" y="161"/>
                  <ns1:pt x="81" y="168"/>
                  <ns1:pt x="72" y="168"/>
                </ns1:cubicBezTo>
                <ns1:moveTo>
                  <ns1:pt x="72" y="144"/>
                </ns1:moveTo>
                <ns1:cubicBezTo>
                  <ns1:pt x="31" y="144"/>
                  <ns1:pt x="8" y="131"/>
                  <ns1:pt x="8" y="124"/>
                </ns1:cubicBezTo>
                <ns1:cubicBezTo>
                  <ns1:pt x="8" y="120"/>
                  <ns1:pt x="9" y="116"/>
                  <ns1:pt x="11" y="113"/>
                </ns1:cubicBezTo>
                <ns1:cubicBezTo>
                  <ns1:pt x="22" y="122"/>
                  <ns1:pt x="45" y="128"/>
                  <ns1:pt x="72" y="128"/>
                </ns1:cubicBezTo>
                <ns1:cubicBezTo>
                  <ns1:pt x="99" y="128"/>
                  <ns1:pt x="122" y="122"/>
                  <ns1:pt x="133" y="113"/>
                </ns1:cubicBezTo>
                <ns1:cubicBezTo>
                  <ns1:pt x="135" y="116"/>
                  <ns1:pt x="136" y="120"/>
                  <ns1:pt x="136" y="124"/>
                </ns1:cubicBezTo>
                <ns1:cubicBezTo>
                  <ns1:pt x="136" y="131"/>
                  <ns1:pt x="113" y="144"/>
                  <ns1:pt x="72" y="144"/>
                </ns1:cubicBezTo>
              </ns1:path>
            </ns1:pathLst>
          </ns1:custGeom>
          <ns1:solidFill>
            <ns1:schemeClr val="tx1"/>
          </ns1:solidFill>
          <ns1:ln>
            <ns1:noFill/>
          </ns1:ln>
          <ns1:extLst/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en-US" sz="2700"/>
          </ns1:p>
        </ns0:txBody>
      </ns0:sp>
      <ns0:sp>
        <ns0:nvSpPr>
          <ns0:cNvPr id="118" name="Freeform 112"/>
          <ns0:cNvSpPr>
            <ns1:spLocks noEditPoints="1"/>
          </ns0:cNvSpPr>
          <ns0:nvPr/>
        </ns0:nvSpPr>
        <ns0:spPr bwMode="auto">
          <ns1:xfrm>
            <ns1:off x="8075614" y="6326188"/>
            <ns1:ext cx="320675" cy="319088"/>
          </ns1:xfrm>
          <ns1:custGeom>
            <ns1:avLst/>
            <ns1:gdLst>
              <ns1:gd name="T0" fmla="*/ 176 w 176"/>
              <ns1:gd name="T1" fmla="*/ 52 h 176"/>
              <ns1:gd name="T2" fmla="*/ 175 w 176"/>
              <ns1:gd name="T3" fmla="*/ 50 h 176"/>
              <ns1:gd name="T4" fmla="*/ 175 w 176"/>
              <ns1:gd name="T5" fmla="*/ 50 h 176"/>
              <ns1:gd name="T6" fmla="*/ 175 w 176"/>
              <ns1:gd name="T7" fmla="*/ 49 h 176"/>
              <ns1:gd name="T8" fmla="*/ 175 w 176"/>
              <ns1:gd name="T9" fmla="*/ 49 h 176"/>
              <ns1:gd name="T10" fmla="*/ 127 w 176"/>
              <ns1:gd name="T11" fmla="*/ 2 h 176"/>
              <ns1:gd name="T12" fmla="*/ 127 w 176"/>
              <ns1:gd name="T13" fmla="*/ 2 h 176"/>
              <ns1:gd name="T14" fmla="*/ 124 w 176"/>
              <ns1:gd name="T15" fmla="*/ 0 h 176"/>
              <ns1:gd name="T16" fmla="*/ 52 w 176"/>
              <ns1:gd name="T17" fmla="*/ 0 h 176"/>
              <ns1:gd name="T18" fmla="*/ 49 w 176"/>
              <ns1:gd name="T19" fmla="*/ 2 h 176"/>
              <ns1:gd name="T20" fmla="*/ 49 w 176"/>
              <ns1:gd name="T21" fmla="*/ 2 h 176"/>
              <ns1:gd name="T22" fmla="*/ 1 w 176"/>
              <ns1:gd name="T23" fmla="*/ 49 h 176"/>
              <ns1:gd name="T24" fmla="*/ 1 w 176"/>
              <ns1:gd name="T25" fmla="*/ 49 h 176"/>
              <ns1:gd name="T26" fmla="*/ 1 w 176"/>
              <ns1:gd name="T27" fmla="*/ 50 h 176"/>
              <ns1:gd name="T28" fmla="*/ 1 w 176"/>
              <ns1:gd name="T29" fmla="*/ 50 h 176"/>
              <ns1:gd name="T30" fmla="*/ 0 w 176"/>
              <ns1:gd name="T31" fmla="*/ 52 h 176"/>
              <ns1:gd name="T32" fmla="*/ 1 w 176"/>
              <ns1:gd name="T33" fmla="*/ 54 h 176"/>
              <ns1:gd name="T34" fmla="*/ 1 w 176"/>
              <ns1:gd name="T35" fmla="*/ 55 h 176"/>
              <ns1:gd name="T36" fmla="*/ 85 w 176"/>
              <ns1:gd name="T37" fmla="*/ 175 h 176"/>
              <ns1:gd name="T38" fmla="*/ 85 w 176"/>
              <ns1:gd name="T39" fmla="*/ 174 h 176"/>
              <ns1:gd name="T40" fmla="*/ 88 w 176"/>
              <ns1:gd name="T41" fmla="*/ 176 h 176"/>
              <ns1:gd name="T42" fmla="*/ 91 w 176"/>
              <ns1:gd name="T43" fmla="*/ 174 h 176"/>
              <ns1:gd name="T44" fmla="*/ 91 w 176"/>
              <ns1:gd name="T45" fmla="*/ 175 h 176"/>
              <ns1:gd name="T46" fmla="*/ 175 w 176"/>
              <ns1:gd name="T47" fmla="*/ 55 h 176"/>
              <ns1:gd name="T48" fmla="*/ 175 w 176"/>
              <ns1:gd name="T49" fmla="*/ 54 h 176"/>
              <ns1:gd name="T50" fmla="*/ 176 w 176"/>
              <ns1:gd name="T51" fmla="*/ 52 h 176"/>
              <ns1:gd name="T52" fmla="*/ 122 w 176"/>
              <ns1:gd name="T53" fmla="*/ 8 h 176"/>
              <ns1:gd name="T54" fmla="*/ 162 w 176"/>
              <ns1:gd name="T55" fmla="*/ 48 h 176"/>
              <ns1:gd name="T56" fmla="*/ 126 w 176"/>
              <ns1:gd name="T57" fmla="*/ 48 h 176"/>
              <ns1:gd name="T58" fmla="*/ 106 w 176"/>
              <ns1:gd name="T59" fmla="*/ 8 h 176"/>
              <ns1:gd name="T60" fmla="*/ 122 w 176"/>
              <ns1:gd name="T61" fmla="*/ 8 h 176"/>
              <ns1:gd name="T62" fmla="*/ 98 w 176"/>
              <ns1:gd name="T63" fmla="*/ 8 h 176"/>
              <ns1:gd name="T64" fmla="*/ 118 w 176"/>
              <ns1:gd name="T65" fmla="*/ 48 h 176"/>
              <ns1:gd name="T66" fmla="*/ 58 w 176"/>
              <ns1:gd name="T67" fmla="*/ 48 h 176"/>
              <ns1:gd name="T68" fmla="*/ 78 w 176"/>
              <ns1:gd name="T69" fmla="*/ 8 h 176"/>
              <ns1:gd name="T70" fmla="*/ 98 w 176"/>
              <ns1:gd name="T71" fmla="*/ 8 h 176"/>
              <ns1:gd name="T72" fmla="*/ 54 w 176"/>
              <ns1:gd name="T73" fmla="*/ 8 h 176"/>
              <ns1:gd name="T74" fmla="*/ 70 w 176"/>
              <ns1:gd name="T75" fmla="*/ 8 h 176"/>
              <ns1:gd name="T76" fmla="*/ 50 w 176"/>
              <ns1:gd name="T77" fmla="*/ 48 h 176"/>
              <ns1:gd name="T78" fmla="*/ 14 w 176"/>
              <ns1:gd name="T79" fmla="*/ 48 h 176"/>
              <ns1:gd name="T80" fmla="*/ 54 w 176"/>
              <ns1:gd name="T81" fmla="*/ 8 h 176"/>
              <ns1:gd name="T82" fmla="*/ 12 w 176"/>
              <ns1:gd name="T83" fmla="*/ 56 h 176"/>
              <ns1:gd name="T84" fmla="*/ 49 w 176"/>
              <ns1:gd name="T85" fmla="*/ 56 h 176"/>
              <ns1:gd name="T86" fmla="*/ 77 w 176"/>
              <ns1:gd name="T87" fmla="*/ 149 h 176"/>
              <ns1:gd name="T88" fmla="*/ 12 w 176"/>
              <ns1:gd name="T89" fmla="*/ 56 h 176"/>
              <ns1:gd name="T90" fmla="*/ 88 w 176"/>
              <ns1:gd name="T91" fmla="*/ 158 h 176"/>
              <ns1:gd name="T92" fmla="*/ 57 w 176"/>
              <ns1:gd name="T93" fmla="*/ 56 h 176"/>
              <ns1:gd name="T94" fmla="*/ 119 w 176"/>
              <ns1:gd name="T95" fmla="*/ 56 h 176"/>
              <ns1:gd name="T96" fmla="*/ 88 w 176"/>
              <ns1:gd name="T97" fmla="*/ 158 h 176"/>
              <ns1:gd name="T98" fmla="*/ 99 w 176"/>
              <ns1:gd name="T99" fmla="*/ 149 h 176"/>
              <ns1:gd name="T100" fmla="*/ 127 w 176"/>
              <ns1:gd name="T101" fmla="*/ 56 h 176"/>
              <ns1:gd name="T102" fmla="*/ 164 w 176"/>
              <ns1:gd name="T103" fmla="*/ 56 h 176"/>
              <ns1:gd name="T104" fmla="*/ 99 w 176"/>
              <ns1:gd name="T105" fmla="*/ 149 h 176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  <ns1:cxn ang="0">
                <ns1:pos x="T32" y="T33"/>
              </ns1:cxn>
              <ns1:cxn ang="0">
                <ns1:pos x="T34" y="T35"/>
              </ns1:cxn>
              <ns1:cxn ang="0">
                <ns1:pos x="T36" y="T37"/>
              </ns1:cxn>
              <ns1:cxn ang="0">
                <ns1:pos x="T38" y="T39"/>
              </ns1:cxn>
              <ns1:cxn ang="0">
                <ns1:pos x="T40" y="T41"/>
              </ns1:cxn>
              <ns1:cxn ang="0">
                <ns1:pos x="T42" y="T43"/>
              </ns1:cxn>
              <ns1:cxn ang="0">
                <ns1:pos x="T44" y="T45"/>
              </ns1:cxn>
              <ns1:cxn ang="0">
                <ns1:pos x="T46" y="T47"/>
              </ns1:cxn>
              <ns1:cxn ang="0">
                <ns1:pos x="T48" y="T49"/>
              </ns1:cxn>
              <ns1:cxn ang="0">
                <ns1:pos x="T50" y="T51"/>
              </ns1:cxn>
              <ns1:cxn ang="0">
                <ns1:pos x="T52" y="T53"/>
              </ns1:cxn>
              <ns1:cxn ang="0">
                <ns1:pos x="T54" y="T55"/>
              </ns1:cxn>
              <ns1:cxn ang="0">
                <ns1:pos x="T56" y="T57"/>
              </ns1:cxn>
              <ns1:cxn ang="0">
                <ns1:pos x="T58" y="T59"/>
              </ns1:cxn>
              <ns1:cxn ang="0">
                <ns1:pos x="T60" y="T61"/>
              </ns1:cxn>
              <ns1:cxn ang="0">
                <ns1:pos x="T62" y="T63"/>
              </ns1:cxn>
              <ns1:cxn ang="0">
                <ns1:pos x="T64" y="T65"/>
              </ns1:cxn>
              <ns1:cxn ang="0">
                <ns1:pos x="T66" y="T67"/>
              </ns1:cxn>
              <ns1:cxn ang="0">
                <ns1:pos x="T68" y="T69"/>
              </ns1:cxn>
              <ns1:cxn ang="0">
                <ns1:pos x="T70" y="T71"/>
              </ns1:cxn>
              <ns1:cxn ang="0">
                <ns1:pos x="T72" y="T73"/>
              </ns1:cxn>
              <ns1:cxn ang="0">
                <ns1:pos x="T74" y="T75"/>
              </ns1:cxn>
              <ns1:cxn ang="0">
                <ns1:pos x="T76" y="T77"/>
              </ns1:cxn>
              <ns1:cxn ang="0">
                <ns1:pos x="T78" y="T79"/>
              </ns1:cxn>
              <ns1:cxn ang="0">
                <ns1:pos x="T80" y="T81"/>
              </ns1:cxn>
              <ns1:cxn ang="0">
                <ns1:pos x="T82" y="T83"/>
              </ns1:cxn>
              <ns1:cxn ang="0">
                <ns1:pos x="T84" y="T85"/>
              </ns1:cxn>
              <ns1:cxn ang="0">
                <ns1:pos x="T86" y="T87"/>
              </ns1:cxn>
              <ns1:cxn ang="0">
                <ns1:pos x="T88" y="T89"/>
              </ns1:cxn>
              <ns1:cxn ang="0">
                <ns1:pos x="T90" y="T91"/>
              </ns1:cxn>
              <ns1:cxn ang="0">
                <ns1:pos x="T92" y="T93"/>
              </ns1:cxn>
              <ns1:cxn ang="0">
                <ns1:pos x="T94" y="T95"/>
              </ns1:cxn>
              <ns1:cxn ang="0">
                <ns1:pos x="T96" y="T97"/>
              </ns1:cxn>
              <ns1:cxn ang="0">
                <ns1:pos x="T98" y="T99"/>
              </ns1:cxn>
              <ns1:cxn ang="0">
                <ns1:pos x="T100" y="T101"/>
              </ns1:cxn>
              <ns1:cxn ang="0">
                <ns1:pos x="T102" y="T103"/>
              </ns1:cxn>
              <ns1:cxn ang="0">
                <ns1:pos x="T104" y="T105"/>
              </ns1:cxn>
            </ns1:cxnLst>
            <ns1:rect l="0" t="0" r="r" b="b"/>
            <ns1:pathLst>
              <ns1:path w="176" h="176">
                <ns1:moveTo>
                  <ns1:pt x="176" y="52"/>
                </ns1:moveTo>
                <ns1:cubicBezTo>
                  <ns1:pt x="176" y="51"/>
                  <ns1:pt x="176" y="50"/>
                  <ns1:pt x="175" y="50"/>
                </ns1:cubicBezTo>
                <ns1:cubicBezTo>
                  <ns1:pt x="175" y="50"/>
                  <ns1:pt x="175" y="50"/>
                  <ns1:pt x="175" y="50"/>
                </ns1:cubicBezTo>
                <ns1:cubicBezTo>
                  <ns1:pt x="175" y="49"/>
                  <ns1:pt x="175" y="49"/>
                  <ns1:pt x="175" y="49"/>
                </ns1:cubicBezTo>
                <ns1:cubicBezTo>
                  <ns1:pt x="175" y="49"/>
                  <ns1:pt x="175" y="49"/>
                  <ns1:pt x="175" y="49"/>
                </ns1:cubicBezTo>
                <ns1:cubicBezTo>
                  <ns1:pt x="127" y="2"/>
                  <ns1:pt x="127" y="2"/>
                  <ns1:pt x="127" y="2"/>
                </ns1:cubicBezTo>
                <ns1:cubicBezTo>
                  <ns1:pt x="127" y="2"/>
                  <ns1:pt x="127" y="2"/>
                  <ns1:pt x="127" y="2"/>
                </ns1:cubicBezTo>
                <ns1:cubicBezTo>
                  <ns1:pt x="126" y="1"/>
                  <ns1:pt x="125" y="0"/>
                  <ns1:pt x="124" y="0"/>
                </ns1:cubicBezTo>
                <ns1:cubicBezTo>
                  <ns1:pt x="52" y="0"/>
                  <ns1:pt x="52" y="0"/>
                  <ns1:pt x="52" y="0"/>
                </ns1:cubicBezTo>
                <ns1:cubicBezTo>
                  <ns1:pt x="51" y="0"/>
                  <ns1:pt x="50" y="1"/>
                  <ns1:pt x="49" y="2"/>
                </ns1:cubicBezTo>
                <ns1:cubicBezTo>
                  <ns1:pt x="49" y="2"/>
                  <ns1:pt x="49" y="2"/>
                  <ns1:pt x="49" y="2"/>
                </ns1:cubicBezTo>
                <ns1:cubicBezTo>
                  <ns1:pt x="1" y="49"/>
                  <ns1:pt x="1" y="49"/>
                  <ns1:pt x="1" y="49"/>
                </ns1:cubicBezTo>
                <ns1:cubicBezTo>
                  <ns1:pt x="1" y="49"/>
                  <ns1:pt x="1" y="49"/>
                  <ns1:pt x="1" y="49"/>
                </ns1:cubicBezTo>
                <ns1:cubicBezTo>
                  <ns1:pt x="1" y="50"/>
                  <ns1:pt x="1" y="50"/>
                  <ns1:pt x="1" y="50"/>
                </ns1:cubicBezTo>
                <ns1:cubicBezTo>
                  <ns1:pt x="1" y="50"/>
                  <ns1:pt x="1" y="50"/>
                  <ns1:pt x="1" y="50"/>
                </ns1:cubicBezTo>
                <ns1:cubicBezTo>
                  <ns1:pt x="0" y="50"/>
                  <ns1:pt x="0" y="51"/>
                  <ns1:pt x="0" y="52"/>
                </ns1:cubicBezTo>
                <ns1:cubicBezTo>
                  <ns1:pt x="0" y="53"/>
                  <ns1:pt x="0" y="54"/>
                  <ns1:pt x="1" y="54"/>
                </ns1:cubicBezTo>
                <ns1:cubicBezTo>
                  <ns1:pt x="1" y="55"/>
                  <ns1:pt x="1" y="55"/>
                  <ns1:pt x="1" y="55"/>
                </ns1:cubicBezTo>
                <ns1:cubicBezTo>
                  <ns1:pt x="85" y="175"/>
                  <ns1:pt x="85" y="175"/>
                  <ns1:pt x="85" y="175"/>
                </ns1:cubicBezTo>
                <ns1:cubicBezTo>
                  <ns1:pt x="85" y="174"/>
                  <ns1:pt x="85" y="174"/>
                  <ns1:pt x="85" y="174"/>
                </ns1:cubicBezTo>
                <ns1:cubicBezTo>
                  <ns1:pt x="86" y="175"/>
                  <ns1:pt x="87" y="176"/>
                  <ns1:pt x="88" y="176"/>
                </ns1:cubicBezTo>
                <ns1:cubicBezTo>
                  <ns1:pt x="89" y="176"/>
                  <ns1:pt x="90" y="175"/>
                  <ns1:pt x="91" y="174"/>
                </ns1:cubicBezTo>
                <ns1:cubicBezTo>
                  <ns1:pt x="91" y="175"/>
                  <ns1:pt x="91" y="175"/>
                  <ns1:pt x="91" y="175"/>
                </ns1:cubicBezTo>
                <ns1:cubicBezTo>
                  <ns1:pt x="175" y="55"/>
                  <ns1:pt x="175" y="55"/>
                  <ns1:pt x="175" y="55"/>
                </ns1:cubicBezTo>
                <ns1:cubicBezTo>
                  <ns1:pt x="175" y="54"/>
                  <ns1:pt x="175" y="54"/>
                  <ns1:pt x="175" y="54"/>
                </ns1:cubicBezTo>
                <ns1:cubicBezTo>
                  <ns1:pt x="176" y="54"/>
                  <ns1:pt x="176" y="53"/>
                  <ns1:pt x="176" y="52"/>
                </ns1:cubicBezTo>
                <ns1:moveTo>
                  <ns1:pt x="122" y="8"/>
                </ns1:moveTo>
                <ns1:cubicBezTo>
                  <ns1:pt x="162" y="48"/>
                  <ns1:pt x="162" y="48"/>
                  <ns1:pt x="162" y="48"/>
                </ns1:cubicBezTo>
                <ns1:cubicBezTo>
                  <ns1:pt x="126" y="48"/>
                  <ns1:pt x="126" y="48"/>
                  <ns1:pt x="126" y="48"/>
                </ns1:cubicBezTo>
                <ns1:cubicBezTo>
                  <ns1:pt x="106" y="8"/>
                  <ns1:pt x="106" y="8"/>
                  <ns1:pt x="106" y="8"/>
                </ns1:cubicBezTo>
                <ns1:lnTo>
                  <ns1:pt x="122" y="8"/>
                </ns1:lnTo>
                <ns1:close/>
                <ns1:moveTo>
                  <ns1:pt x="98" y="8"/>
                </ns1:moveTo>
                <ns1:cubicBezTo>
                  <ns1:pt x="118" y="48"/>
                  <ns1:pt x="118" y="48"/>
                  <ns1:pt x="118" y="48"/>
                </ns1:cubicBezTo>
                <ns1:cubicBezTo>
                  <ns1:pt x="58" y="48"/>
                  <ns1:pt x="58" y="48"/>
                  <ns1:pt x="58" y="48"/>
                </ns1:cubicBezTo>
                <ns1:cubicBezTo>
                  <ns1:pt x="78" y="8"/>
                  <ns1:pt x="78" y="8"/>
                  <ns1:pt x="78" y="8"/>
                </ns1:cubicBezTo>
                <ns1:lnTo>
                  <ns1:pt x="98" y="8"/>
                </ns1:lnTo>
                <ns1:close/>
                <ns1:moveTo>
                  <ns1:pt x="54" y="8"/>
                </ns1:moveTo>
                <ns1:cubicBezTo>
                  <ns1:pt x="70" y="8"/>
                  <ns1:pt x="70" y="8"/>
                  <ns1:pt x="70" y="8"/>
                </ns1:cubicBezTo>
                <ns1:cubicBezTo>
                  <ns1:pt x="50" y="48"/>
                  <ns1:pt x="50" y="48"/>
                  <ns1:pt x="50" y="48"/>
                </ns1:cubicBezTo>
                <ns1:cubicBezTo>
                  <ns1:pt x="14" y="48"/>
                  <ns1:pt x="14" y="48"/>
                  <ns1:pt x="14" y="48"/>
                </ns1:cubicBezTo>
                <ns1:lnTo>
                  <ns1:pt x="54" y="8"/>
                </ns1:lnTo>
                <ns1:close/>
                <ns1:moveTo>
                  <ns1:pt x="12" y="56"/>
                </ns1:moveTo>
                <ns1:cubicBezTo>
                  <ns1:pt x="49" y="56"/>
                  <ns1:pt x="49" y="56"/>
                  <ns1:pt x="49" y="56"/>
                </ns1:cubicBezTo>
                <ns1:cubicBezTo>
                  <ns1:pt x="77" y="149"/>
                  <ns1:pt x="77" y="149"/>
                  <ns1:pt x="77" y="149"/>
                </ns1:cubicBezTo>
                <ns1:lnTo>
                  <ns1:pt x="12" y="56"/>
                </ns1:lnTo>
                <ns1:close/>
                <ns1:moveTo>
                  <ns1:pt x="88" y="158"/>
                </ns1:moveTo>
                <ns1:cubicBezTo>
                  <ns1:pt x="57" y="56"/>
                  <ns1:pt x="57" y="56"/>
                  <ns1:pt x="57" y="56"/>
                </ns1:cubicBezTo>
                <ns1:cubicBezTo>
                  <ns1:pt x="119" y="56"/>
                  <ns1:pt x="119" y="56"/>
                  <ns1:pt x="119" y="56"/>
                </ns1:cubicBezTo>
                <ns1:lnTo>
                  <ns1:pt x="88" y="158"/>
                </ns1:lnTo>
                <ns1:close/>
                <ns1:moveTo>
                  <ns1:pt x="99" y="149"/>
                </ns1:moveTo>
                <ns1:cubicBezTo>
                  <ns1:pt x="127" y="56"/>
                  <ns1:pt x="127" y="56"/>
                  <ns1:pt x="127" y="56"/>
                </ns1:cubicBezTo>
                <ns1:cubicBezTo>
                  <ns1:pt x="164" y="56"/>
                  <ns1:pt x="164" y="56"/>
                  <ns1:pt x="164" y="56"/>
                </ns1:cubicBezTo>
                <ns1:lnTo>
                  <ns1:pt x="99" y="149"/>
                </ns1:lnTo>
                <ns1:close/>
              </ns1:path>
            </ns1:pathLst>
          </ns1:custGeom>
          <ns1:solidFill>
            <ns1:schemeClr val="tx1"/>
          </ns1:solidFill>
          <ns1:ln>
            <ns1:noFill/>
          </ns1:ln>
          <ns1:extLst/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en-US" sz="2700"/>
          </ns1:p>
        </ns0:txBody>
      </ns0:sp>
      <ns0:sp>
        <ns0:nvSpPr>
          <ns0:cNvPr id="119" name="Freeform 113"/>
          <ns0:cNvSpPr>
            <ns1:spLocks noEditPoints="1"/>
          </ns0:cNvSpPr>
          <ns0:nvPr/>
        </ns0:nvSpPr>
        <ns0:spPr bwMode="auto">
          <ns1:xfrm>
            <ns1:off x="8686801" y="6326188"/>
            <ns1:ext cx="320675" cy="319088"/>
          </ns1:xfrm>
          <ns1:custGeom>
            <ns1:avLst/>
            <ns1:gdLst>
              <ns1:gd name="T0" fmla="*/ 176 w 176"/>
              <ns1:gd name="T1" fmla="*/ 52 h 176"/>
              <ns1:gd name="T2" fmla="*/ 124 w 176"/>
              <ns1:gd name="T3" fmla="*/ 0 h 176"/>
              <ns1:gd name="T4" fmla="*/ 88 w 176"/>
              <ns1:gd name="T5" fmla="*/ 15 h 176"/>
              <ns1:gd name="T6" fmla="*/ 52 w 176"/>
              <ns1:gd name="T7" fmla="*/ 0 h 176"/>
              <ns1:gd name="T8" fmla="*/ 0 w 176"/>
              <ns1:gd name="T9" fmla="*/ 52 h 176"/>
              <ns1:gd name="T10" fmla="*/ 0 w 176"/>
              <ns1:gd name="T11" fmla="*/ 58 h 176"/>
              <ns1:gd name="T12" fmla="*/ 88 w 176"/>
              <ns1:gd name="T13" fmla="*/ 176 h 176"/>
              <ns1:gd name="T14" fmla="*/ 176 w 176"/>
              <ns1:gd name="T15" fmla="*/ 58 h 176"/>
              <ns1:gd name="T16" fmla="*/ 176 w 176"/>
              <ns1:gd name="T17" fmla="*/ 52 h 176"/>
              <ns1:gd name="T18" fmla="*/ 168 w 176"/>
              <ns1:gd name="T19" fmla="*/ 57 h 176"/>
              <ns1:gd name="T20" fmla="*/ 88 w 176"/>
              <ns1:gd name="T21" fmla="*/ 167 h 176"/>
              <ns1:gd name="T22" fmla="*/ 8 w 176"/>
              <ns1:gd name="T23" fmla="*/ 57 h 176"/>
              <ns1:gd name="T24" fmla="*/ 8 w 176"/>
              <ns1:gd name="T25" fmla="*/ 52 h 176"/>
              <ns1:gd name="T26" fmla="*/ 52 w 176"/>
              <ns1:gd name="T27" fmla="*/ 8 h 176"/>
              <ns1:gd name="T28" fmla="*/ 82 w 176"/>
              <ns1:gd name="T29" fmla="*/ 20 h 176"/>
              <ns1:gd name="T30" fmla="*/ 88 w 176"/>
              <ns1:gd name="T31" fmla="*/ 26 h 176"/>
              <ns1:gd name="T32" fmla="*/ 94 w 176"/>
              <ns1:gd name="T33" fmla="*/ 20 h 176"/>
              <ns1:gd name="T34" fmla="*/ 124 w 176"/>
              <ns1:gd name="T35" fmla="*/ 8 h 176"/>
              <ns1:gd name="T36" fmla="*/ 168 w 176"/>
              <ns1:gd name="T37" fmla="*/ 52 h 176"/>
              <ns1:gd name="T38" fmla="*/ 168 w 176"/>
              <ns1:gd name="T39" fmla="*/ 57 h 176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  <ns1:cxn ang="0">
                <ns1:pos x="T32" y="T33"/>
              </ns1:cxn>
              <ns1:cxn ang="0">
                <ns1:pos x="T34" y="T35"/>
              </ns1:cxn>
              <ns1:cxn ang="0">
                <ns1:pos x="T36" y="T37"/>
              </ns1:cxn>
              <ns1:cxn ang="0">
                <ns1:pos x="T38" y="T39"/>
              </ns1:cxn>
            </ns1:cxnLst>
            <ns1:rect l="0" t="0" r="r" b="b"/>
            <ns1:pathLst>
              <ns1:path w="176" h="176">
                <ns1:moveTo>
                  <ns1:pt x="176" y="52"/>
                </ns1:moveTo>
                <ns1:cubicBezTo>
                  <ns1:pt x="176" y="23"/>
                  <ns1:pt x="153" y="0"/>
                  <ns1:pt x="124" y="0"/>
                </ns1:cubicBezTo>
                <ns1:cubicBezTo>
                  <ns1:pt x="110" y="0"/>
                  <ns1:pt x="97" y="6"/>
                  <ns1:pt x="88" y="15"/>
                </ns1:cubicBezTo>
                <ns1:cubicBezTo>
                  <ns1:pt x="79" y="6"/>
                  <ns1:pt x="66" y="0"/>
                  <ns1:pt x="52" y="0"/>
                </ns1:cubicBezTo>
                <ns1:cubicBezTo>
                  <ns1:pt x="23" y="0"/>
                  <ns1:pt x="0" y="23"/>
                  <ns1:pt x="0" y="52"/>
                </ns1:cubicBezTo>
                <ns1:cubicBezTo>
                  <ns1:pt x="0" y="55"/>
                  <ns1:pt x="1" y="59"/>
                  <ns1:pt x="0" y="58"/>
                </ns1:cubicBezTo>
                <ns1:cubicBezTo>
                  <ns1:pt x="6" y="109"/>
                  <ns1:pt x="80" y="176"/>
                  <ns1:pt x="88" y="176"/>
                </ns1:cubicBezTo>
                <ns1:cubicBezTo>
                  <ns1:pt x="96" y="176"/>
                  <ns1:pt x="170" y="109"/>
                  <ns1:pt x="176" y="58"/>
                </ns1:cubicBezTo>
                <ns1:cubicBezTo>
                  <ns1:pt x="175" y="59"/>
                  <ns1:pt x="176" y="55"/>
                  <ns1:pt x="176" y="52"/>
                </ns1:cubicBezTo>
                <ns1:moveTo>
                  <ns1:pt x="168" y="57"/>
                </ns1:moveTo>
                <ns1:cubicBezTo>
                  <ns1:pt x="163" y="100"/>
                  <ns1:pt x="103" y="158"/>
                  <ns1:pt x="88" y="167"/>
                </ns1:cubicBezTo>
                <ns1:cubicBezTo>
                  <ns1:pt x="73" y="158"/>
                  <ns1:pt x="13" y="100"/>
                  <ns1:pt x="8" y="57"/>
                </ns1:cubicBezTo>
                <ns1:cubicBezTo>
                  <ns1:pt x="8" y="57"/>
                  <ns1:pt x="8" y="55"/>
                  <ns1:pt x="8" y="52"/>
                </ns1:cubicBezTo>
                <ns1:cubicBezTo>
                  <ns1:pt x="8" y="28"/>
                  <ns1:pt x="28" y="8"/>
                  <ns1:pt x="52" y="8"/>
                </ns1:cubicBezTo>
                <ns1:cubicBezTo>
                  <ns1:pt x="63" y="8"/>
                  <ns1:pt x="74" y="12"/>
                  <ns1:pt x="82" y="20"/>
                </ns1:cubicBezTo>
                <ns1:cubicBezTo>
                  <ns1:pt x="88" y="26"/>
                  <ns1:pt x="88" y="26"/>
                  <ns1:pt x="88" y="26"/>
                </ns1:cubicBezTo>
                <ns1:cubicBezTo>
                  <ns1:pt x="94" y="20"/>
                  <ns1:pt x="94" y="20"/>
                  <ns1:pt x="94" y="20"/>
                </ns1:cubicBezTo>
                <ns1:cubicBezTo>
                  <ns1:pt x="102" y="12"/>
                  <ns1:pt x="113" y="8"/>
                  <ns1:pt x="124" y="8"/>
                </ns1:cubicBezTo>
                <ns1:cubicBezTo>
                  <ns1:pt x="148" y="8"/>
                  <ns1:pt x="168" y="28"/>
                  <ns1:pt x="168" y="52"/>
                </ns1:cubicBezTo>
                <ns1:cubicBezTo>
                  <ns1:pt x="168" y="55"/>
                  <ns1:pt x="168" y="57"/>
                  <ns1:pt x="168" y="57"/>
                </ns1:cubicBezTo>
              </ns1:path>
            </ns1:pathLst>
          </ns1:custGeom>
          <ns1:solidFill>
            <ns1:schemeClr val="tx1"/>
          </ns1:solidFill>
          <ns1:ln>
            <ns1:noFill/>
          </ns1:ln>
          <ns1:extLst/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en-US" sz="2700"/>
          </ns1:p>
        </ns0:txBody>
      </ns0:sp>
      <ns0:sp>
        <ns0:nvSpPr>
          <ns0:cNvPr id="4" name="Freeform 5"/>
          <ns0:cNvSpPr>
            <ns1:spLocks noEditPoints="1"/>
          </ns0:cNvSpPr>
          <ns0:nvPr/>
        </ns0:nvSpPr>
        <ns0:spPr bwMode="auto">
          <ns1:xfrm>
            <ns1:off x="6272212" y="212727"/>
            <ns1:ext cx="287338" cy="350837"/>
          </ns1:xfrm>
          <ns1:custGeom>
            <ns1:avLst/>
            <ns1:gdLst>
              <ns1:gd name="T0" fmla="*/ 128 w 144"/>
              <ns1:gd name="T1" fmla="*/ 0 h 176"/>
              <ns1:gd name="T2" fmla="*/ 16 w 144"/>
              <ns1:gd name="T3" fmla="*/ 0 h 176"/>
              <ns1:gd name="T4" fmla="*/ 0 w 144"/>
              <ns1:gd name="T5" fmla="*/ 16 h 176"/>
              <ns1:gd name="T6" fmla="*/ 0 w 144"/>
              <ns1:gd name="T7" fmla="*/ 160 h 176"/>
              <ns1:gd name="T8" fmla="*/ 16 w 144"/>
              <ns1:gd name="T9" fmla="*/ 176 h 176"/>
              <ns1:gd name="T10" fmla="*/ 128 w 144"/>
              <ns1:gd name="T11" fmla="*/ 176 h 176"/>
              <ns1:gd name="T12" fmla="*/ 144 w 144"/>
              <ns1:gd name="T13" fmla="*/ 160 h 176"/>
              <ns1:gd name="T14" fmla="*/ 144 w 144"/>
              <ns1:gd name="T15" fmla="*/ 16 h 176"/>
              <ns1:gd name="T16" fmla="*/ 128 w 144"/>
              <ns1:gd name="T17" fmla="*/ 0 h 176"/>
              <ns1:gd name="T18" fmla="*/ 96 w 144"/>
              <ns1:gd name="T19" fmla="*/ 8 h 176"/>
              <ns1:gd name="T20" fmla="*/ 112 w 144"/>
              <ns1:gd name="T21" fmla="*/ 8 h 176"/>
              <ns1:gd name="T22" fmla="*/ 112 w 144"/>
              <ns1:gd name="T23" fmla="*/ 36 h 176"/>
              <ns1:gd name="T24" fmla="*/ 104 w 144"/>
              <ns1:gd name="T25" fmla="*/ 28 h 176"/>
              <ns1:gd name="T26" fmla="*/ 96 w 144"/>
              <ns1:gd name="T27" fmla="*/ 36 h 176"/>
              <ns1:gd name="T28" fmla="*/ 96 w 144"/>
              <ns1:gd name="T29" fmla="*/ 8 h 176"/>
              <ns1:gd name="T30" fmla="*/ 32 w 144"/>
              <ns1:gd name="T31" fmla="*/ 168 h 176"/>
              <ns1:gd name="T32" fmla="*/ 16 w 144"/>
              <ns1:gd name="T33" fmla="*/ 168 h 176"/>
              <ns1:gd name="T34" fmla="*/ 8 w 144"/>
              <ns1:gd name="T35" fmla="*/ 160 h 176"/>
              <ns1:gd name="T36" fmla="*/ 8 w 144"/>
              <ns1:gd name="T37" fmla="*/ 16 h 176"/>
              <ns1:gd name="T38" fmla="*/ 16 w 144"/>
              <ns1:gd name="T39" fmla="*/ 8 h 176"/>
              <ns1:gd name="T40" fmla="*/ 32 w 144"/>
              <ns1:gd name="T41" fmla="*/ 8 h 176"/>
              <ns1:gd name="T42" fmla="*/ 32 w 144"/>
              <ns1:gd name="T43" fmla="*/ 168 h 176"/>
              <ns1:gd name="T44" fmla="*/ 136 w 144"/>
              <ns1:gd name="T45" fmla="*/ 160 h 176"/>
              <ns1:gd name="T46" fmla="*/ 128 w 144"/>
              <ns1:gd name="T47" fmla="*/ 168 h 176"/>
              <ns1:gd name="T48" fmla="*/ 40 w 144"/>
              <ns1:gd name="T49" fmla="*/ 168 h 176"/>
              <ns1:gd name="T50" fmla="*/ 40 w 144"/>
              <ns1:gd name="T51" fmla="*/ 8 h 176"/>
              <ns1:gd name="T52" fmla="*/ 88 w 144"/>
              <ns1:gd name="T53" fmla="*/ 8 h 176"/>
              <ns1:gd name="T54" fmla="*/ 88 w 144"/>
              <ns1:gd name="T55" fmla="*/ 56 h 176"/>
              <ns1:gd name="T56" fmla="*/ 104 w 144"/>
              <ns1:gd name="T57" fmla="*/ 40 h 176"/>
              <ns1:gd name="T58" fmla="*/ 120 w 144"/>
              <ns1:gd name="T59" fmla="*/ 56 h 176"/>
              <ns1:gd name="T60" fmla="*/ 120 w 144"/>
              <ns1:gd name="T61" fmla="*/ 8 h 176"/>
              <ns1:gd name="T62" fmla="*/ 128 w 144"/>
              <ns1:gd name="T63" fmla="*/ 8 h 176"/>
              <ns1:gd name="T64" fmla="*/ 136 w 144"/>
              <ns1:gd name="T65" fmla="*/ 16 h 176"/>
              <ns1:gd name="T66" fmla="*/ 136 w 144"/>
              <ns1:gd name="T67" fmla="*/ 160 h 176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  <ns1:cxn ang="0">
                <ns1:pos x="T32" y="T33"/>
              </ns1:cxn>
              <ns1:cxn ang="0">
                <ns1:pos x="T34" y="T35"/>
              </ns1:cxn>
              <ns1:cxn ang="0">
                <ns1:pos x="T36" y="T37"/>
              </ns1:cxn>
              <ns1:cxn ang="0">
                <ns1:pos x="T38" y="T39"/>
              </ns1:cxn>
              <ns1:cxn ang="0">
                <ns1:pos x="T40" y="T41"/>
              </ns1:cxn>
              <ns1:cxn ang="0">
                <ns1:pos x="T42" y="T43"/>
              </ns1:cxn>
              <ns1:cxn ang="0">
                <ns1:pos x="T44" y="T45"/>
              </ns1:cxn>
              <ns1:cxn ang="0">
                <ns1:pos x="T46" y="T47"/>
              </ns1:cxn>
              <ns1:cxn ang="0">
                <ns1:pos x="T48" y="T49"/>
              </ns1:cxn>
              <ns1:cxn ang="0">
                <ns1:pos x="T50" y="T51"/>
              </ns1:cxn>
              <ns1:cxn ang="0">
                <ns1:pos x="T52" y="T53"/>
              </ns1:cxn>
              <ns1:cxn ang="0">
                <ns1:pos x="T54" y="T55"/>
              </ns1:cxn>
              <ns1:cxn ang="0">
                <ns1:pos x="T56" y="T57"/>
              </ns1:cxn>
              <ns1:cxn ang="0">
                <ns1:pos x="T58" y="T59"/>
              </ns1:cxn>
              <ns1:cxn ang="0">
                <ns1:pos x="T60" y="T61"/>
              </ns1:cxn>
              <ns1:cxn ang="0">
                <ns1:pos x="T62" y="T63"/>
              </ns1:cxn>
              <ns1:cxn ang="0">
                <ns1:pos x="T64" y="T65"/>
              </ns1:cxn>
              <ns1:cxn ang="0">
                <ns1:pos x="T66" y="T67"/>
              </ns1:cxn>
            </ns1:cxnLst>
            <ns1:rect l="0" t="0" r="r" b="b"/>
            <ns1:pathLst>
              <ns1:path w="144" h="176">
                <ns1:moveTo>
                  <ns1:pt x="128" y="0"/>
                </ns1:moveTo>
                <ns1:cubicBezTo>
                  <ns1:pt x="16" y="0"/>
                  <ns1:pt x="16" y="0"/>
                  <ns1:pt x="16" y="0"/>
                </ns1:cubicBezTo>
                <ns1:cubicBezTo>
                  <ns1:pt x="7" y="0"/>
                  <ns1:pt x="0" y="7"/>
                  <ns1:pt x="0" y="16"/>
                </ns1:cubicBezTo>
                <ns1:cubicBezTo>
                  <ns1:pt x="0" y="160"/>
                  <ns1:pt x="0" y="160"/>
                  <ns1:pt x="0" y="160"/>
                </ns1:cubicBezTo>
                <ns1:cubicBezTo>
                  <ns1:pt x="0" y="169"/>
                  <ns1:pt x="7" y="176"/>
                  <ns1:pt x="16" y="176"/>
                </ns1:cubicBezTo>
                <ns1:cubicBezTo>
                  <ns1:pt x="128" y="176"/>
                  <ns1:pt x="128" y="176"/>
                  <ns1:pt x="128" y="176"/>
                </ns1:cubicBezTo>
                <ns1:cubicBezTo>
                  <ns1:pt x="137" y="176"/>
                  <ns1:pt x="144" y="169"/>
                  <ns1:pt x="144" y="160"/>
                </ns1:cubicBezTo>
                <ns1:cubicBezTo>
                  <ns1:pt x="144" y="16"/>
                  <ns1:pt x="144" y="16"/>
                  <ns1:pt x="144" y="16"/>
                </ns1:cubicBezTo>
                <ns1:cubicBezTo>
                  <ns1:pt x="144" y="7"/>
                  <ns1:pt x="137" y="0"/>
                  <ns1:pt x="128" y="0"/>
                </ns1:cubicBezTo>
                <ns1:moveTo>
                  <ns1:pt x="96" y="8"/>
                </ns1:moveTo>
                <ns1:cubicBezTo>
                  <ns1:pt x="112" y="8"/>
                  <ns1:pt x="112" y="8"/>
                  <ns1:pt x="112" y="8"/>
                </ns1:cubicBezTo>
                <ns1:cubicBezTo>
                  <ns1:pt x="112" y="36"/>
                  <ns1:pt x="112" y="36"/>
                  <ns1:pt x="112" y="36"/>
                </ns1:cubicBezTo>
                <ns1:cubicBezTo>
                  <ns1:pt x="104" y="28"/>
                  <ns1:pt x="104" y="28"/>
                  <ns1:pt x="104" y="28"/>
                </ns1:cubicBezTo>
                <ns1:cubicBezTo>
                  <ns1:pt x="96" y="36"/>
                  <ns1:pt x="96" y="36"/>
                  <ns1:pt x="96" y="36"/>
                </ns1:cubicBezTo>
                <ns1:lnTo>
                  <ns1:pt x="96" y="8"/>
                </ns1:lnTo>
                <ns1:close/>
                <ns1:moveTo>
                  <ns1:pt x="32" y="168"/>
                </ns1:moveTo>
                <ns1:cubicBezTo>
                  <ns1:pt x="16" y="168"/>
                  <ns1:pt x="16" y="168"/>
                  <ns1:pt x="16" y="168"/>
                </ns1:cubicBezTo>
                <ns1:cubicBezTo>
                  <ns1:pt x="12" y="168"/>
                  <ns1:pt x="8" y="164"/>
                  <ns1:pt x="8" y="160"/>
                </ns1:cubicBezTo>
                <ns1:cubicBezTo>
                  <ns1:pt x="8" y="16"/>
                  <ns1:pt x="8" y="16"/>
                  <ns1:pt x="8" y="16"/>
                </ns1:cubicBezTo>
                <ns1:cubicBezTo>
                  <ns1:pt x="8" y="12"/>
                  <ns1:pt x="12" y="8"/>
                  <ns1:pt x="16" y="8"/>
                </ns1:cubicBezTo>
                <ns1:cubicBezTo>
                  <ns1:pt x="32" y="8"/>
                  <ns1:pt x="32" y="8"/>
                  <ns1:pt x="32" y="8"/>
                </ns1:cubicBezTo>
                <ns1:lnTo>
                  <ns1:pt x="32" y="168"/>
                </ns1:lnTo>
                <ns1:close/>
                <ns1:moveTo>
                  <ns1:pt x="136" y="160"/>
                </ns1:moveTo>
                <ns1:cubicBezTo>
                  <ns1:pt x="136" y="164"/>
                  <ns1:pt x="132" y="168"/>
                  <ns1:pt x="128" y="168"/>
                </ns1:cubicBezTo>
                <ns1:cubicBezTo>
                  <ns1:pt x="40" y="168"/>
                  <ns1:pt x="40" y="168"/>
                  <ns1:pt x="40" y="168"/>
                </ns1:cubicBezTo>
                <ns1:cubicBezTo>
                  <ns1:pt x="40" y="8"/>
                  <ns1:pt x="40" y="8"/>
                  <ns1:pt x="40" y="8"/>
                </ns1:cubicBezTo>
                <ns1:cubicBezTo>
                  <ns1:pt x="88" y="8"/>
                  <ns1:pt x="88" y="8"/>
                  <ns1:pt x="88" y="8"/>
                </ns1:cubicBezTo>
                <ns1:cubicBezTo>
                  <ns1:pt x="88" y="56"/>
                  <ns1:pt x="88" y="56"/>
                  <ns1:pt x="88" y="56"/>
                </ns1:cubicBezTo>
                <ns1:cubicBezTo>
                  <ns1:pt x="104" y="40"/>
                  <ns1:pt x="104" y="40"/>
                  <ns1:pt x="104" y="40"/>
                </ns1:cubicBezTo>
                <ns1:cubicBezTo>
                  <ns1:pt x="120" y="56"/>
                  <ns1:pt x="120" y="56"/>
                  <ns1:pt x="120" y="56"/>
                </ns1:cubicBezTo>
                <ns1:cubicBezTo>
                  <ns1:pt x="120" y="8"/>
                  <ns1:pt x="120" y="8"/>
                  <ns1:pt x="120" y="8"/>
                </ns1:cubicBezTo>
                <ns1:cubicBezTo>
                  <ns1:pt x="128" y="8"/>
                  <ns1:pt x="128" y="8"/>
                  <ns1:pt x="128" y="8"/>
                </ns1:cubicBezTo>
                <ns1:cubicBezTo>
                  <ns1:pt x="132" y="8"/>
                  <ns1:pt x="136" y="12"/>
                  <ns1:pt x="136" y="16"/>
                </ns1:cubicBezTo>
                <ns1:lnTo>
                  <ns1:pt x="136" y="160"/>
                </ns1:lnTo>
                <ns1:close/>
              </ns1:path>
            </ns1:pathLst>
          </ns1:custGeom>
          <ns1:solidFill>
            <ns1:schemeClr val="tx1"/>
          </ns1:solidFill>
          <ns1:ln>
            <ns1:noFill/>
          </ns1:ln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id-ID" sz="2700"/>
          </ns1:p>
        </ns0:txBody>
      </ns0:sp>
    </ns0:spTree>
    <ns0:extLst>
      <ns0:ext uri="{BB962C8B-B14F-4D97-AF65-F5344CB8AC3E}">
        <ns2:creationId val="3498928806"/>
      </ns0:ext>
    </ns0:extLst>
  </ns0:cSld>
  <ns0:clrMapOvr>
    <ns1:masterClrMapping/>
  </ns0:clrMapOvr>
</ns0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2416</TotalTime>
  <Words>2010</Words>
  <Application>Microsoft Office PowerPoint</Application>
  <PresentationFormat>Widescreen</PresentationFormat>
  <Paragraphs>252</Paragraphs>
  <Slides>36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49" baseType="lpstr">
      <vt:lpstr>Arial</vt:lpstr>
      <vt:lpstr>Calibri</vt:lpstr>
      <vt:lpstr>Calibri Light</vt:lpstr>
      <vt:lpstr>Flaticon</vt:lpstr>
      <vt:lpstr>Lato</vt:lpstr>
      <vt:lpstr>Lato Semibold</vt:lpstr>
      <vt:lpstr>Merriweather</vt:lpstr>
      <vt:lpstr>Open Sans</vt:lpstr>
      <vt:lpstr>Open Sans Semibold</vt:lpstr>
      <vt:lpstr>Playfair Display</vt:lpstr>
      <vt:lpstr>Questrial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KODOK</dc:creator>
  <cp:lastModifiedBy>KODOK</cp:lastModifiedBy>
  <cp:revision>573</cp:revision>
  <dcterms:created xsi:type="dcterms:W3CDTF">2018-10-21T16:00:00Z</dcterms:created>
  <dcterms:modified xsi:type="dcterms:W3CDTF">2019-01-13T15:50:07Z</dcterms:modified>
</cp:coreProperties>
</file>